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0" r:id="rId3"/>
    <p:sldId id="293" r:id="rId4"/>
    <p:sldId id="281" r:id="rId5"/>
    <p:sldId id="282" r:id="rId6"/>
    <p:sldId id="287" r:id="rId7"/>
    <p:sldId id="292" r:id="rId8"/>
    <p:sldId id="294" r:id="rId9"/>
    <p:sldId id="284" r:id="rId10"/>
    <p:sldId id="285" r:id="rId11"/>
    <p:sldId id="288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1T10:01:43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9174 4734 8 0,'-11'0'8'16,"-1"2"1"-16,1-2 0 0,-2 1 0 0,3 0 2 15,1 1-1-15,0-1 1 0,9-1 4 0,-17 2-7 16,10 0 2-16,-1 0 2 0,8-2-3 0,-12 3-6 16,12-3 5-16,-7 0-5 0,7 0 1 0,-7 3-2 15,7-3 1-15,0 0 1 0,0 0 0 0,-3 8-7 16,3-8 5-16,0 0 3 0,11 6 10 0,-1-3-4 16,4-1 4-16,3 0-1 0,3 1 3 0,8-2-2 15,4-1-1-15,4 1-4 0,1-3 2 0,2 2 3 16,10 1-2-16,-9-2 1 0,1-1-1 0,11 1-4 15,-11 1 3-15,-1 0-1 0,11 0-8 0,-13 1 10 0,2-1-6 16,10 0 2-16,-11 0-2 0,0 2 3 16,2-2-2-16,15 0 3 0,-4 2 5 0,1 0-5 15,3-2 1-15,-2 0 7 0,3 0-2 0,1 1 2 16,0 1-4-16,4-1-1 0,-3 0 4 0,2 2-5 16,-2-1 3-16,-1 0-4 0,-1 0 3 0,-1 1 0 15,4 0-8-15,-2 1-1 0,-1-2-2 0,1 0 6 16,0 3 0-16,4-1-3 0,0-2 4 0,-2 3-2 15,4-3 1-15,-1 1 1 0,1 1-5 0,-3-6-1 16,2 6 5-16,-3-2 0 0,0-1 0 0,2 1 5 16,5-1-5-16,-2-2-3 0,0 1 6 0,25 0-1 15,-33 1 4-15,6-1-14 0,1 0 5 0,-1 0 1 16,-2 1 0-16,-2-2-3 0,-1 0-3 0,5 2 0 16,-5-1 7-16,1 1 2 0,1 2-6 0,3-3 9 15,-4 4-14-15,1-1 3 0,3 1-3 0,-2 0 4 16,2-2-4-16,-2 1 1 0,3-3 5 0,-5 2-6 15,-1 0 5-15,5 1 0 0,-2-1-4 0,-2 0 6 16,5-2-1-16,-1 2-5 0,2-1 5 0,25 1 2 16,-31-2 1-16,1 3-3 0,-1-1 5 0,2 0-4 15,-1 0 1-15,-2-1 1 0,5 0-7 0,-3 1 5 16,-4 0-2-16,1 0 3 0,-3-2-4 0,5 2-1 16,-3-2 6-16,0 1-7 0,2-1 7 0,-2 0-10 15,3 0 5-15,-3 0-1 0,2 0 4 0,-5 0 2 16,0 0-2-16,-1 0-4 0,-2 0 1 0,-11-1 0 15,13-1 4-15,-12 4-1 0,-1-4 1 0,12 2 2 16,-15 0-29-16,2 0 23 0,-4-2-11 0,3 4 14 16,-4-2-2-16,-1 0 0 0,0 0-5 0,-11 0 5 15,1 0 1-15,-4 0-4 0,0 0 1 0,-5 0 11 16,-1 2-8-16,-1-2-11 0,0 1 16 0,-3-1 6 16,-2 0-6-16,-6 0 6 0,10 0 0 0,-10 0 2 15,11 0-1-15,-11 0 9 0,0 0-3 0,9 2-5 16,-9-2-2-16,0 0 2 0,0 0-3 0,0 0-6 15,0 0-4-15,7 0-13 0,-7 0-24 0,0 0-44 16,0 0-29-16,0 0-98 0,0 0-218 0,0 0 97 16</inkml:trace>
  <inkml:trace contextRef="#ctx0" brushRef="#br0" timeOffset="2721.53">3938 9578 39 0,'-5'-1'59'15,"5"1"-8"-15,-14-6-1 0,10 4-2 0,-2-2-13 16,6 4-2-16,-9-4-1 0,9 4 2 0,-9-3-2 15,9 3-4-15,0 0 1 0,-6-3-5 0,6 3-4 16,0 0-3-16,0 0-4 0,-7-4 0 0,7 4 2 16,0 0-10-16,0 0 0 0,0 0 0 0,0 0-4 15,0 0-4-15,22-4 0 0,-22 4 3 0,19 2-6 16,-6-2-2-16,-3 1 2 0,3 1-1 0,1 0 2 16,4 0-2-16,2 1 1 0,2-1 0 0,5 4-1 15,-7-2 3-15,10-2 2 0,-10 3-7 0,8-2 0 0,2 1-7 16,-2 1 4-16,0 1-2 0,0-2 3 15,-1 3-8-15,2-1 4 0,-1 0 0 0,1 1 2 16,0-2 2-16,-1-1 1 0,3 2 0 0,-1-1 3 16,1 1-1-16,0 0-4 0,-2 0 0 0,0-1-5 15,0 0 10-15,-1 2-5 0,1-1 3 0,-2-2 1 16,5 2-1-16,-3 0 4 0,3-2-1 0,-1-1 1 16,1 1-1-16,0 0-2 0,0-2 2 0,0 2 5 15,1-2-4-15,0 1-2 0,0 0 4 0,2-2 0 16,0 1 7-16,0-2-4 0,3 1 0 0,0-1 0 15,-3 1 7-15,1-2-8 0,0 1 1 0,0 0 1 16,-1-1 3-16,1 1-1 0,0-2-6 0,-1 1 3 16,2 1 2-16,-3-3 2 0,6 3-4 0,-3 0 0 15,3 0-2-15,-1-3 0 0,-1 3-7 0,2-3 0 16,-2 3 1-16,2 0-1 0,0-1 4 0,12-1-3 16,-14 2 1-16,1 0-1 0,-1 0 2 0,0 0-5 0,1 0 4 15,-1 2-2-15,-1-2-1 0,0 0 5 16,1 1-1-16,0-1 1 0,-3 3 2 0,4-3 0 15,-1 0 4-15,2 0 3 0,12 0-3 0,-14 3 4 16,1-4 0-16,13 2-1 0,-14-1 1 0,2 0 0 0,11 0-1 16,-1 0 1-16,-10 0-1 0,11 0-3 15,-12 2 5-15,13 0-6 0,-13-2 4 0,1 2 0 16,13-2-3-16,-1 1 2 0,0 0 6 0,-1 1-4 16,-1-2 2-16,1 0-1 0,-11 0 3 0,13 0-3 15,0 0-1-15,-14 2 2 0,15 0-2 0,0-2 0 0,-3 0-1 16,1 2 4-16,-1 1 0 0,-12-1-3 0,13-1-1 15,-2 3 1-15,-10-1 7 0,11 0-5 0,-12 0 2 16,12 1-1-16,-12-1-2 0,0-1 2 16,11 0-1-16,-14 1 4 0,2 0-4 0,1 0 3 15,12 0 2-15,-14 0 1 0,0-1-1 0,1 2-5 0,2-1 2 16,-1 1 0-16,0-3-3 0,-3 2 2 0,1-2-3 16,0 2 0-16,-4 0 0 0,0 0 2 15,0-1 1-15,-1 1 5 0,0 2-2 0,2-3-2 16,-4 2-3-16,2-1 4 0,0 0-5 0,-1 0-1 15,1-3 3-15,0 2-1 0,0 1-2 0,-3 1 2 16,2-1-2-16,-2-1-3 0,0 0 1 0,1-1 4 0,1-1-1 16,-3 0-5-16,2 2 6 0,-2 1 1 15,0-3-3-15,2 3 4 0,-9-1-2 0,7 0 1 16,1-2-2-16,-2 0 0 0,-6 2 1 0,6 0-3 0,-5-2 5 16,-1 2-3-16,1-2 2 0,5 1-2 0,0 1 1 15,1 0 3-15,2 1-8 0,-2-3 4 0,1 0 0 16,1 1 0-16,-2-2-1 0,2-1-2 15,0 2-2-15,0 0 1 0,0-1 0 0,-1 1-2 16,1 0 5-16,-1 0-4 0,2-1 2 0,-1 0 2 0,-2 1 3 16,3 1 0-16,1-4-3 0,-1 3 2 0,-1-1 0 15,2-2-4-15,0 2 2 0,0-1 0 0,0 2-5 16,1-2 7-16,-2 1-2 0,2-2-2 16,-1 1 0-16,2 0 3 0,-2 0 1 0,0 1-5 0,1-1 4 15,-1 0 12-15,0 0-13 0,0 1 9 0,2-1-9 16,-1 0-6-16,0 1 4 0,1-1 2 0,-1 0-5 15,1 2 5-15,1-3 0 0,0 1-2 0,-2 0-3 16,-1 0 2-16,1 0-4 0,-2 2 2 16,-2-3 4-16,-2 2-2 0,-5-1 0 0,-3 0 2 0,0 1-2 15,1 1 2-15,-3 0 0 0,-3 0-3 0,-1 0 2 16,-1-2 5-16,1 2-9 0,-2-1 1 0,-1 1 1 16,0 1 9-16,-2-1-12 0,-8 0 3 0,13 0-7 15,-13 0-6-15,9 0-9 0,-9 0-1 0,6 3 0 16,-6-3-7-16,0 0-7 0,2 5-73 0,-2-5-118 15,0 0 52-15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09:48:31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13844 7105 65 0,'0'0'103'0,"0"0"-7"0,2-8-7 15,-2 8-1-15,0 0-6 0,0 0 0 0,0 0-9 16,0 0-2-16,0 0 0 0,0 0 1 0,0 0-4 0,0 0-5 16,0 0 3-16,2-9-7 0,-2 9-5 15,0 0 0-15,0 0-5 0,0 0 0 0,0 0-1 16,0 0-13-16,0 0 9 0,0 0-5 0,0 0 0 15,0 0-1-15,0 0 0 0,0 0-3 0,0 0 2 0,0 0-1 16,0 0 5-16,0 0-6 0,0 0-1 0,0 0 3 16,0 0-7-16,0 0 0 0,0 0-11 0,0 0 5 15,-4-11-4-15,4 11-2 0,0 0-2 0,0 0 4 16,0 0-1-16,-4-9 2 0,4 9-3 0,0 0 3 16,-2-9-2-16,2 9 0 0,-4-5 3 0,4 5 0 15,0 0 2-15,-7-8-2 0,7 8-2 16,-2-5 1-16,2 5-5 0,0 0-6 0,-7-6 2 0,0 5-4 15,7 1 1-15,-5-6 2 0,5 6-5 0,-10-4 5 16,3 1-7-16,7 3 0 0,-14 0 0 0,14 0 5 16,-13-3-7-16,7 3 1 0,6 0-2 0,-14 3-1 15,14-3 2-15,-13 1-1 0,8 1-5 16,5-2 4-16,-18 7-8 0,9-3 5 0,0-1 0 0,0 3 3 16,0 1-2-16,0-1 1 0,0 1 0 0,0 0 1 15,0 0 1-15,-1 7-2 0,2 0 3 0,1-5-4 16,1 4 1-16,-2 0-3 0,2-1-4 0,4 0 8 15,-3 3-1-15,1-2-2 0,2-1 4 0,0 0-1 16,2-2-3-16,0 4-1 0,0-1-3 0,0-3 8 16,4 0 3-16,0-1-4 0,1 1 1 0,1-1-1 15,2-1 1-15,0 1 0 0,1-3-2 0,0 0 2 16,3-1 2-16,-1 1 1 0,0-3-3 0,-2-1 5 16,4-1 2-16,-3 1-3 0,1-3-3 0,0 1 2 15,-2 0 3-15,-9 0-3 0,15-1-1 0,-15 1 0 16,9-1 1-16,-3-1-1 0,-6 2-1 0,8-3 0 15,-8 3 1-15,7-3 2 0,-7 3 0 0,0 0 0 16,0 0 4-16,8-3-4 0,-8 3-2 0,0 0-3 0,0 0 4 16,0 0-5-16,0 0 1 0,0 0 1 15,0 0-3-15,0 0 0 0,0 0 0 0,0 0 0 16,-29 6-5-16,23-2 3 0,-5 1-1 0,4 2 3 16,-5 2 1-16,2-3-4 0,-1 6 6 0,1-4-2 0,4 3-1 15,-3-1 0-15,1-1-2 0,0 6 1 0,1-6 4 16,5-1-2-16,-2 2-1 0,1-3 0 15,3 0 1-15,0-7-1 0,0 16 3 0,3-11-4 16,-1 1 3-16,0-2 2 0,2 2-4 0,5-2-7 0,1 1-20 16,1 1-11-16,2-4-14 0,5 1-22 0,0-1-17 15,4-4-20-15,-1 1-25 0,6-1-23 0,2 0-126 16,-8-2-310-16,-2-1 137 0</inkml:trace>
  <inkml:trace contextRef="#ctx0" brushRef="#br0" timeOffset="736.97">14119 7346 78 0,'-7'-5'150'0,"7"5"-5"0,-6-4 0 15,6 4-5-15,0 0-7 0,-5-8-10 0,5 8-11 16,0 0-16-16,0 0-11 0,-8-2-6 0,8 2-13 16,0 0-8-16,0 0-6 0,0 0-5 0,0 0-6 15,-1 20 5-15,1-13-12 0,0 4-2 0,-3-3-3 16,1 2 0-16,2 0-4 0,0 2-3 0,0-2-4 16,0 0 1-16,-4 0 0 0,4-3-3 0,0 3-10 15,0-10 4-15,0 9 1 0,0-9-1 0,-2 9 2 16,2-9-5-16,0 0-2 0,0 9 4 0,0-9-1 15,0 0 3-15,-2 8 1 0,2-8 8 0,0 0 5 16,0 0 10-16,0 0 3 0,0 0 7 0,0 0 4 16,0 0 12-16,0 0-2 0,0 0-5 0,0 0-6 15,0 0-6-15,0 0-6 0,0 0-1 0,0 0-8 16,-1-24-5-16,-1 15 1 0,4-1-2 0,-1-2-6 16,1 0-9-16,0-1-4 0,4-3-1 0,-2-1-4 15,4 4-2-15,-1-1-4 0,4 0 0 0,-1 4-1 16,0-2 3-16,-1 4 0 0,5 1-2 0,-3 0-2 15,3 4 5-15,-3 0-5 0,2 3 5 0,1 3 0 16,-1 0-2-16,-1 1 2 0,5 2-1 0,-5 1-1 16,1 4 0-16,-2-3 0 0,3 4 5 0,-3 1-2 15,-2-2 3-15,-4-1 1 0,2 1 0 0,-3 0 0 16,0 1-3-16,1-2 2 0,-2 0-2 0,1-2-1 16,-4 0 8-16,4-3 0 0,-4-5 0 0,1 11 0 15,-1-11-1-15,1 10-2 0,-1-10 6 0,2 5-3 16,-2-5 2-16,0 0 5 0,1 6 6 0,-1-6-3 15,0 0-1-15,0 0 3 0,0 0-2 0,0 0-2 0,0 0-4 16,0 0 3-16,-12-18-1 0,11 10-3 0,-1 1-1 16,2-3-8-16,-1 0-2 0,3-1 0 15,3 0-6-15,-1 1-2 0,1-1 2 0,1 0 2 16,0 3 1-16,-1 0-7 0,1 3 4 0,-2 1-2 0,2 0 3 16,-6 4 0-16,11-6-1 0,-3 5 6 15,-8 1-7-15,13 1 2 0,-5 2-1 0,2 1 2 0,-1 2 3 16,0-1-5-16,-5 2 8 0,5 2 0 15,-4-1-3-15,3 4 2 0,-3-2 2 0,-1 0 0 0,-2 2 0 16,1-1 1-16,0 1-24 0,-1-3-5 0,0 1-19 16,-4 0-19-16,2 3-27 0,0-4-30 0,-2 1-31 15,-1 2-148-15,-2-6-327 0,1 5 145 16</inkml:trace>
  <inkml:trace contextRef="#ctx0" brushRef="#br0" timeOffset="965.39">14618 7354 49 0,'0'0'200'0,"3"-9"-16"0,-3 9-14 0,0 0-19 16,0-10-16-16,0 10-21 0,0 0-6 0,0 0-3 16,0 0-3-16,0 0-5 0,0 0-1 0,10 17-8 15,-7-6-9-15,-1 0-9 0,0 0-3 0,-2 0-2 16,2 0-10-16,3 2-3 0,-5 2-2 0,3-3-7 15,-2 4-25-15,-1-5-22 0,2 2-13 0,-2-3-28 16,0 7-28-16,0-9-33 0,0 5-29 0,0-7-152 16,-3 3-310-16,0-2 137 0</inkml:trace>
  <inkml:trace contextRef="#ctx0" brushRef="#br0" timeOffset="1149.83">14524 7177 25 0,'0'0'80'16,"0"0"-14"-16,0 0-12 0,0 0-13 0,0 0-14 16,10 0-19-16,-10 0-18 0,0 0-39 0,16 7-53 15,-8-5 25-15</inkml:trace>
  <inkml:trace contextRef="#ctx0" brushRef="#br0" timeOffset="1382.64">14791 7135 11 0,'4'-8'139'15,"1"2"11"-15,-1-3 3 0,-1 3 3 0,-1 0 3 16,3-1-1-16,-5 7-3 0,4-7-4 0,-4 7-20 16,4-7-13-16,-4 7-16 0,0 0-13 0,2-4-10 15,-2 4-1-15,0 0 0 0,9 15 1 0,-6-3-2 16,3 5-3-16,-1 9-1 0,-3-1-11 0,4 0-1 15,-4 3-9-15,2-4-4 0,-2 3-1 0,0-8-8 16,-1 6-1-16,0-6-3 0,-1-2-5 0,3 0-3 16,-2 1 1-16,2-2-8 0,-3 1-20 0,0-6-17 0,2 0-29 15,-2-1-24-15,0-1-36 0,-2-2-26 16,2-7-29-16,0 13-22 0,-3-7-148 0,-2-2-358 16,5-4 159-16</inkml:trace>
  <inkml:trace contextRef="#ctx0" brushRef="#br0" timeOffset="1549.97">14759 7327 104 0,'9'-2'124'0,"0"-3"-17"0,0 3-11 0,0-2-6 0,3 3-11 16,-1-3-9-16,1 3 2 0,1-1-23 15,-1 0-33-15,2 0-14 0,-1 0-23 0,2 1-19 16,-4-1-20-16,0 1-55 0,-4-2-124 0,2 1 54 0</inkml:trace>
  <inkml:trace contextRef="#ctx0" brushRef="#br0" timeOffset="1763.04">15048 7090 143 0,'1'-6'174'16,"1"-1"6"-16,-2 7-5 0,3-12-14 0,-3 12-15 15,0-9-16-15,0 9-17 0,0 0-10 0,0 0 7 16,0 0 0-16,0 0-5 0,12 21 5 15,-11-10-6-15,3 7-3 0,-3 1-9 0,4 7-6 0,-5 1-9 16,3-2-5-16,-2-1-7 0,-1-4-6 0,2 4-3 16,-2-6-5-16,3 3-5 0,-3-3-3 0,3 2-5 15,-3-1-22-15,1-5-24 0,-2 1-35 0,1-1-38 16,-2-2-36-16,2-1-31 0,-1 0-44 0,0 0-155 16,-4-2-375-16,-2-1 167 0</inkml:trace>
  <inkml:trace contextRef="#ctx0" brushRef="#br0" timeOffset="1921.4">15004 7279 40 0,'8'-5'117'0,"-2"2"-8"0,3 0-29 15,3 2-35-15,-1 2-30 0,-1 1-49 0,-3 2-28 16,4 0-68-16,-2 0 31 0</inkml:trace>
  <inkml:trace contextRef="#ctx0" brushRef="#br0" timeOffset="2623.53">15202 7538 11 0,'13'0'190'0,"-13"0"-3"15,17-7-2-15,-7 4-4 0,-1-3-6 0,3 2-12 16,-1-4-14-16,3-1-12 0,1-2-12 0,-2 2-7 15,4-5-9-15,-1 2-9 0,1 1-8 0,-4-4-9 16,7-3-7-16,-7 2-12 0,1 1-2 0,-2 2-7 16,0-5-9-16,0 2 1 0,-6 2-4 0,-1 1-11 15,-1 2 2-15,-3-1-5 0,2 3-1 0,-3-4-3 16,-1 6-3-16,1 7-2 0,-5-17-3 0,1 12-4 16,3-2 1-16,1 7-3 0,-8-4-4 0,8 4 1 15,-11-2-3-15,11 2-1 0,-16 6-1 0,7 1-1 16,-1 0-2-16,-6 5 0 0,5 1 2 0,-2-1-1 15,3 1-2-15,2 1 1 0,-1 2 1 0,4-4-4 16,1-1 2-16,2 1-1 0,-1-1 2 0,3 0-3 16,0-1 2-16,0-3-2 0,3 4 4 0,0-2 1 15,3 0-3-15,-2-3 7 0,3 1 1 0,1 0 2 16,1-2 2-16,1 2-1 0,0-4 3 0,1 1-4 0,1-1 4 16,1-2-3-16,5 1 3 0,1-2 4 15,3 0-6-15,-2-3 1 0,2 0-2 0,-1-1-2 16,5 1 1-16,-5-3 1 0,-3 0 1 0,0 1-4 15,-2-3 2-15,-3 2 0 0,2-2-4 0,2-2-5 0,-7-2-6 16,0 0-2-16,-1 2-1 0,-2 0-6 16,-1-3-1-16,-2 1 0 0,-1-4 1 0,-3 4-4 15,-3-3 0-15,0-1-4 0,-2 0 2 0,-1 6-1 16,-4-5 6-16,-1 3-3 0,2 2 2 0,2 2 3 0,-3 1 7 16,2 0-1-16,0 1 0 0,3 2 7 0,-2 1-3 15,7 3 0-15,-8-8 1 0,2 4-8 0,6 4 6 16,0 0-5-16,-6-4 2 0,6 4-1 15,0 0-1-15,0 0 3 0,0 0 2 0,0 0-1 0,0 0 3 16,0 0-2-16,0 0 4 0,25 11 3 0,-13-7-2 16,0-1 1-16,2-1 3 0,-1 1-8 0,1-2 8 15,0 2-4-15,-1 0 0 0,-1 0 2 0,0 1-4 16,-1-1 1-16,0-1-1 0,-2 2-3 0,1 1 1 16,-4-1 0-16,1 0 0 0,-1-1 1 0,-1 4 5 15,3-3 6-15,-2 6 0 0,-1-2 4 0,2 2 3 16,-3 0-4-16,-1-2 2 0,4 3 0 0,-5-2-2 15,2 0 0-15,-1 1 2 0,-1 0 0 0,2 1-2 16,-3-2-4-16,1 1 6 0,0 0-6 0,0 0-4 16,-1-1-18-16,0 1-20 0,0-1-23 0,2-1-36 15,-3-1-35-15,1 1-35 0,0-1-39 0,-3 1-126 16,2-8-355-16,-3 14 157 0</inkml:trace>
  <inkml:trace contextRef="#ctx0" brushRef="#br0" timeOffset="3394.99">16524 7519 174 0,'5'-9'176'0,"3"2"-3"0,-1-5-14 0,6 0-1 16,-1-2-6-16,-1 1-7 0,0 0-8 0,1 1-6 15,1-1-5-15,-2-1-21 0,1 0-5 0,-1 1-2 16,-2 0-4-16,0 0 2 0,-2 3-8 0,-1 0-8 16,-2-3-9-16,0 3-3 0,-2-1 2 0,1 1 1 15,-2 3-5-15,-1 7-6 0,1-12-6 0,-1 12-3 16,0-10-4-16,0 10-3 0,0-8-5 0,0 8-9 15,0 0-1-15,0 0-7 0,-2-10 3 0,2 10-12 16,0 0 3-16,0 0-6 0,0 0-4 0,0 0 0 16,0 0 2-16,-8 25-3 0,5-12 0 0,0-1-1 15,-1-1 2-15,4 1-6 0,-3 0 3 0,3 0-6 16,-1 0 1-16,2-3 3 0,1 0 6 0,1-2-6 16,1 0-2-16,1 1-1 0,1-2-1 0,1-2 2 0,3 1 6 15,-3-5-3-15,4 3-1 0,2-2 2 0,-1-1 1 16,7-1 2-16,-8-2 0 0,1-4-3 15,2 6 4-15,1-6-5 0,-5 2 4 0,-1-1 0 16,0-1-2-16,-1-2 0 0,-2 1 5 0,-1-1-9 0,1-3 2 16,-3 2-2-16,0-1 3 0,0 0-4 15,-5 0-1-15,2-1 5 0,0 3-3 0,2 1-7 0,-2 8 9 16,2-11-2-16,-2 11-3 0,0-8 0 16,0 8-2-16,0 0-7 0,0 0 3 0,0 0-4 0,0 0-2 15,0 0 6-15,0 0 2 0,0 0 1 0,-4 36 3 16,0-21 0-16,3 2 1 0,0 2 6 0,-3-2-9 15,5-1 3-15,-1 0-2 0,2 1 0 16,0-2 3-16,-2 1-2 0,0-3 3 0,1 4-5 16,1-5 8-16,0 0 2 0,-3-1-8 0,1-1-12 0,1 2-5 15,-1-3-10-15,0 2-12 0,-1-2-12 0,0 1-18 16,-3-1-13-16,-1 1-27 0,-1-3-27 0,1 2-35 16,-1-5-33-16,-3 0-132 0,9-4-366 0,-14 5 161 15</inkml:trace>
  <inkml:trace contextRef="#ctx0" brushRef="#br0" timeOffset="3581.12">16682 7025 135 0,'0'0'136'0,"0"0"-23"0,0 0-15 0,4-9-12 15,-4 9-28-15,0 0-42 0,17 6-25 0,-6 0-40 16,-1 1-49-16,6 4-105 0,2-2 46 0</inkml:trace>
  <inkml:trace contextRef="#ctx0" brushRef="#br0" timeOffset="4075.64">17458 7046 222 0,'3'-9'239'0,"-1"-3"-5"15,2 2-6-15,-3 0-5 0,1 1-8 0,-2 2-17 0,0 7-15 16,1-10-24-16,-1 10-16 0,2-7-16 0,-2 7-18 16,0 0-12-16,0 0-10 0,0 0-6 0,9 18-11 15,-5 2-10-15,-1 5-5 0,1 4-4 16,-2 0-4-16,-2 5-3 0,0-1-8 0,0 0-1 0,1-1-2 15,-2-2-5-15,2 1-3 0,-1-2 0 0,-1-5-6 16,2-5 2-16,-1-3-3 0,2-3-2 16,-2 4-3-16,1-6-4 0,-1-2 3 0,0 2-1 15,1-5-1-15,-1-6 2 0,-1 9-2 0,1-9 4 0,3 7-8 16,-3-7 7-16,0 0-3 0,2 10 2 0,-2-10 5 16,0 0 8-16,0 0 6 0,0 0 3 0,0 0-6 15,0 0-1-15,0 0-10 0,0 0 4 0,6-20-1 16,-3 11-1-16,1-1-3 0,0-3-3 15,-1-2-9-15,4-4 2 0,2 3-9 0,0-2 5 0,1 2-9 16,0 3-4-16,3-1-2 0,-4 5 4 16,0 0 3-16,2 1-2 0,0 3-5 0,-1 0 3 0,-1 4 0 15,-2 1-1-15,5 0 1 0,2 1-3 16,-4 5-2-16,2 0 7 0,1 5-3 0,-2 0 2 0,0 4 1 16,-2-1 0-16,-3-3 0 0,1 4 2 0,-3-2 4 15,1 2-4-15,-2 0 10 0,1 0-6 0,-2-2-7 16,-1 1-19-16,-1-2-21 0,-1-1-29 0,0-2-32 15,0 4-34-15,-1-3-32 0,1-1-35 0,-2-1-211 16,3-8-458-16,0 0 203 0</inkml:trace>
  <inkml:trace contextRef="#ctx0" brushRef="#br0" timeOffset="4285.8">17931 7297 183 0,'4'-8'201'0,"-4"8"-20"0,2-6-15 0,-2 6-23 16,0 0-11-16,0 0-3 0,0 0-8 0,0 0-3 16,0 0-11-16,7 16-7 0,-7-6-11 0,1 1-5 15,1 0-8-15,0 3-8 0,0-4-7 0,1 5-7 16,-1-2-4-16,0-3-5 0,0 4-6 0,-2-1-27 16,2-1-25-16,-1 1-36 0,0-3-45 0,0 2-15 15,1-3-40-15,-1 1-143 0,-1-3-314 0,0-7 139 16</inkml:trace>
  <inkml:trace contextRef="#ctx0" brushRef="#br0" timeOffset="4450.64">17994 7006 103 0,'0'0'99'0,"0"0"-6"0,0 0-22 0,0 0-10 15,0 0-41-15,6 28-36 0,-1-15-57 16,-4 4-77-16,4 1 35 0</inkml:trace>
  <inkml:trace contextRef="#ctx0" brushRef="#br0" timeOffset="4919.75">18426 7225 140 0,'-4'-11'201'0,"0"5"-2"16,-3 1 0-16,2 1-6 0,-2-5-13 0,-1 5-4 0,2 2-14 16,-2 1-16-16,-3 1-16 0,0 3-16 15,1 1-7-15,-4 5-13 0,0 2-5 0,0 3-15 16,0-1-3-16,0 1-7 0,3-1-7 0,4 0-6 0,0-3-5 16,1 0-4-16,4 1-4 0,-1-2-5 0,3-3-2 15,-1 2-5-15,1-8-3 0,4 10-8 16,-4-10 0-16,7 8-4 0,-3-6-1 0,-4-2-2 15,9 3 2-15,-9-3-2 0,14-3-4 0,-14 3-4 0,15-3 3 16,-7-2 3-16,1 0-3 0,-3 0-2 0,2-1 6 16,-3 0-1-16,2-1 4 0,-4 1-8 0,4 0 2 15,-4 3-1-15,3-3 3 0,-3 2-1 0,-3 4-1 16,6-7-7-16,-6 7 0 0,0 0-1 0,7-2-3 16,-7 2-1-16,0 0 2 0,9 11 4 0,-6-5 0 15,1 5 3-15,-2 1 2 0,2 3 5 16,-1 1 0-16,0 3-2 0,0-4-1 0,1 2-1 15,-3-2 7-15,0 3-6 0,-1-4 4 0,-1 2-3 16,1 0 8-16,0-4-3 0,-3 0 0 0,1 1 4 0,-1-2-2 16,0 1 7-16,-4-2-6 0,1 0 0 0,-7 6 0 15,3-5 1-15,-3 0-2 0,2-3-4 0,-2 1 2 16,-3 0 1-16,6-3-4 0,-1-2-14 0,0-1-12 16,1 1-22-16,1-2-17 0,-2-2-21 0,3 1-37 15,8-1-37-15,-14-3-30 0,6-1-36 0,1-1-147 16,0 0-394-16,2-5 174 0</inkml:trace>
  <inkml:trace contextRef="#ctx0" brushRef="#br0" timeOffset="5348.06">18623 7063 185 0,'3'-6'186'16,"0"2"-15"-16,-3 4-11 0,0 0-15 0,6-8-5 15,-6 8-13-15,0 0-3 0,0 0 3 0,7 22-3 16,-6-11-11-16,0 10-3 0,2 5-8 0,-3 0-8 16,3 0-8-16,-3-1-6 0,-3-2-5 0,3-2-10 15,0-3-4-15,-2-2-8 0,2 0-7 0,0-4-5 16,2-1-1-16,0 1-4 0,-4-1-2 0,4-3 0 16,-1-1-9-16,-1 1 3 0,0-8-8 0,-1 9 7 15,1-9-4-15,0 0 8 0,1 9 6 0,-1-9 6 0,0 0 6 16,0 0 8-16,2 8 0 0,-2-8-6 15,0 0-5-15,0 0-5 0,0 0-7 0,0 0 0 16,2-23-6-16,2 12 2 0,2 1-13 0,2-6-7 16,-3 0-4-16,7 0 0 0,-3-1-5 0,0 2-6 0,2 2-2 15,-1 0 3-15,-1 6-3 0,3-2 2 16,-2 5-1-16,-3-2-1 0,0 4-4 0,1 2 4 16,-8 0-2-16,13 2 1 0,-7 4-2 0,3 1 1 15,-3 2 4-15,1 0-1 0,-3 2 4 0,1 0-2 16,0 1 0-16,0 3 2 0,-1 0-2 0,-1-4 2 0,-1 0-3 15,-2 3-15-15,1-5-17 0,-2 7-23 16,1-4-34-16,-2-2-35 0,1 1-35 0,0-1-34 16,-2-2-42-16,1-1-126 0,2-7-395 0,-3 12 176 15</inkml:trace>
  <inkml:trace contextRef="#ctx0" brushRef="#br0" timeOffset="5581.05">19042 7086 1542 0,'5'-29'81'0,"0"10"1"16,-3 0-25-16,1 9 16 0,-2-3 3 0,2 5 6 16,-2 1-18-16,-1-4-4 0,0 11-7 0,2-9-11 15,-2 9-2-15,0 0 5 0,0 0 10 16,0 0 12-16,8 21-1 0,-4-4-6 0,0 0-4 0,-2 2-4 16,1 9-3-16,-1-4-3 0,2 1-7 0,-2-5 3 15,0 5-13-15,1-1 1 0,-2-5-1 0,0-1-19 16,-1-1-17-16,3 0-23 0,-2 1-22 0,-1-5-28 15,1 1-40-15,1-3-29 0,-1 0-24 0,0-3-19 16,2 2-162-16,-2-4-384 0,-1-6 170 0</inkml:trace>
  <inkml:trace contextRef="#ctx0" brushRef="#br0" timeOffset="6111.76">19254 7177 106 0,'0'0'165'16,"4"-7"-17"-16,-4 7-13 0,0 0-8 0,7-6-1 15,-7 6-10-15,0 0-6 0,0 0-5 0,0 0-10 16,13 9-6-16,-13-9-12 0,5 8-9 0,-2-3-6 16,2-2-2-16,2 1-5 0,0-2-4 0,3 2 3 15,-1 0-4-15,5-4-3 0,-4 0-7 0,2 0 2 16,-2-1-4-16,-2-2 2 0,3 0-2 0,-2 0 5 16,1-1 7-16,-3 1 5 0,0-1 4 0,0 0-4 15,-2-3 0-15,-1 3 3 0,1-3-5 0,1 0-2 16,-3 0-4-16,-1 1 1 0,1 0 0 0,-3 6 5 15,4-9-1-15,-4 9 3 0,1-8-6 0,-1 8-7 16,4-6-6-16,-4 6-7 0,0 0-5 0,0 0-2 16,0 0-4-16,0 0-1 0,2 25-3 0,-6-5-1 15,3 4 4-15,-1 8 2 0,-1 2-2 0,-2 0 4 16,-3 15-5-16,2-2 0 0,0-10 0 0,-2 11 1 16,4-13-5-16,-1 11 4 0,2-14-1 0,2 4-2 15,2-4-4-15,-1 0 9 0,2 0-5 0,-1 0-4 0,0-1 2 16,4-3-3-16,0-2 0 0,-3-6 0 0,2-2-1 15,-2 0 4-15,1-4-5 0,-3-1 1 16,1-2 1-16,0-1-1 0,-1-4 2 0,0 2 3 16,0-8 1-16,-4 8 1 0,4-8-6 0,-9 3-2 0,9-3 3 15,-17-1-4-15,6-3-7 0,0 0-2 0,-7-4-6 16,1-5-2-16,3 0-11 0,-2 0 1 16,-2-6-7-16,2-3 6 0,4-1-4 0,3-3-7 15,0 1-2-15,1-3 2 0,8-3-5 0,5 1 5 0,8-2 3 16,1 3 2-16,5-1 4 0,0-1 3 0,3 3-2 15,-2 2 1-15,5-1-4 0,0 3 3 0,-2 3-4 16,2 0-12-16,-1 1-11 0,-1 4-11 16,0 2-17-16,-5 2-29 0,-3 2-22 0,4 1-34 15,-2-2-37-15,-4 3-148 0,1-1-379 0,0-2 168 0</inkml:trace>
  <inkml:trace contextRef="#ctx0" brushRef="#br0" timeOffset="6879.63">20129 7114 45 0,'-11'-5'194'0,"0"4"-9"0,0-1-14 0,-2 1-3 15,3 1-14-15,-3 1-11 0,3 3-14 16,-2 1-10-16,-2 5-6 0,1 3-18 0,2 0-1 15,1 5-3-15,1-1-9 0,-3 6-10 0,5 2-7 16,3-5-8-16,3-3 0 0,-1 1-9 0,4-1-1 0,0 4-12 16,2-9 7-16,2 3-9 0,1-4 0 15,-2-2-5-15,1 0 0 0,2-2-3 0,1-1-2 16,-2 1 2-16,0-4-2 0,1-2-3 0,3 1-1 0,-1-2 0 16,1-3-4-16,0 0 2 0,-1-3-3 0,-1-1 0 15,0-1-2-15,-3-3 2 0,1 1-2 16,1-4-2-16,-3-1-6 0,0-2 4 0,-3-2 0 15,2-6-1-15,-1 6 0 0,-2-8 0 0,0 5 5 0,-1-7-2 16,0 6-1-16,2-3 1 0,-2 1-2 0,1 4-1 16,-2-2 4-16,-1 5 8 0,0-2-4 0,0 4 12 15,0-1 1-15,1 6 5 0,1 1 6 16,0 0 5-16,0 10-11 0,0-12-6 0,0 12 2 0,-2-8-11 16,2 8-2-16,0 0-7 0,0 0 1 0,0 0-1 15,0 0-6-15,0 0 3 0,3 31-2 0,-2-13 0 16,3 8-1-16,-3-1 2 0,1-2-3 0,-1-3 0 15,1 6-3-15,4-1 3 0,-4 0 2 0,-1-5-1 16,1 0 1-16,1-3 1 0,0 2-2 0,-1-1 2 16,1-1-9-16,1-1-24 0,-3-3-26 0,2-2-32 15,-3 0-34-15,1 1-36 0,3-3-16 0,-1 0-29 16,-2-3-25-16,-1 1-118 0,2 0-372 0,-2-7 165 16</inkml:trace>
  <inkml:trace contextRef="#ctx0" brushRef="#br0" timeOffset="7175.46">20325 7227 87 0,'3'-5'188'0,"-3"5"-19"0,0 0-17 0,0 0-19 15,0 0 10-15,0 0-16 0,0 0-3 0,7 15-4 16,-6-9-9-16,-1-6-10 0,5 14-8 0,-5-6-10 16,5 0-4-16,-1-1-7 0,-1 0-7 0,3 1-3 15,-1-4 1-15,2 3-5 0,0-3 1 0,2 0 1 16,0 0 2-16,3-3 0 0,-1-1 0 0,-1 0 5 15,1-2 0-15,0-1-4 0,1-1-1 0,-2 0-1 16,-1-3-2-16,-1 1-3 0,-3-1-2 0,1-5-9 16,-4 3 0-16,0-2-6 0,-1-2-2 0,-2 0-4 15,-2 2-9-15,-1-4 3 0,-2 2-10 0,-2-2-6 16,-1 2-1-16,2 3-8 0,-2 2-8 0,-1 0-9 16,2 4-12-16,-2-2-19 0,1 4-10 0,-2 1-20 15,-1 1-23-15,-1 3-12 0,1 1-28 0,0-1-30 0,1 3-16 16,-4 5-180-16,1-1-394 0,6-4 175 15</inkml:trace>
  <inkml:trace contextRef="#ctx0" brushRef="#br0" timeOffset="7467.31">20657 6970 71 0,'2'-9'261'0,"-2"2"-9"15,0-3-8-15,0 10-9 0,2-13-17 0,-2 13-19 0,1-7-21 16,-1 7-23-16,3-6-20 0,-3 6-14 16,0 0-16-16,0 0-10 0,0 0-5 0,5 28 6 15,0-9-9-15,-3 8-1 0,3 6-6 0,-3-1-5 16,-1 0-6-16,0 4-10 0,2-2-3 0,-2-1-4 0,-1 2-2 16,1-1-3-16,1-2-7 0,-1 0-1 0,-1-3-3 15,-1 0-2-15,1-2-5 0,0 0 2 0,0-3-5 16,1-4-2-16,-1-4-23 0,1 2-22 15,-2-2-23-15,1-5-18 0,-1 1-28 0,1 1-31 0,-2-3-23 16,2-10-39-16,2 16-25 0,-2-9-21 0,0-7-150 16,0 0-412-16,0 0 183 0</inkml:trace>
  <inkml:trace contextRef="#ctx0" brushRef="#br0" timeOffset="7996.58">20713 7169 59 0,'8'-15'180'0,"1"2"-4"0,0 4-5 0,2 2 3 16,-1 0-14-16,-1 3-8 0,3 0-13 0,-3 2-8 15,4 0-21-15,-3 4-9 0,-1 1-10 0,1 1-4 16,0 4-7-16,-1 0-6 0,-2 1-8 0,-2 1-1 16,0 1-6-16,-3 2-6 0,-2-1-6 0,-4 5 0 15,-3-1-7-15,-2 0-12 0,-5 0-8 0,-2-2-10 16,1-1-14-16,-1-2-4 0,1 0-11 0,3-3 10 15,1 1-2-15,0-4-2 0,3 0 3 0,1-3 4 16,3 4-2-16,4-6 3 0,-9 4 2 0,9-4-2 16,-8 6 10-16,8-6 2 0,-4 3 4 0,4-3 4 15,0 0-6-15,0 0 1 0,0 0-3 0,0 0 5 16,0 0 0-16,0 0 1 0,31-2-3 0,-18 1-1 16,3-3 0-16,2 0 2 0,0 2-3 0,3-2 0 15,-1 0-5-15,1-1 6 0,5 0 0 0,1-2-3 16,0 0 5-16,0-1-6 0,-2 0 1 0,-7 1-1 15,1 1 0-15,-2-1 6 0,0-2-4 0,-6 3 1 16,6-1-5-16,-8-1 0 0,1 0 1 0,-1 1 2 16,-3-2 13-16,1 2 7 0,-3-3-2 0,-1 0-4 15,0 5 2-15,-3-6 4 0,0 11 2 0,-1-16-3 16,-1 11-3-16,2 5 0 0,-6-13-1 0,2 8 1 16,0-1-4-16,4 6-3 0,-9-6-5 0,2 5-2 15,7 1-2-15,-17 3 2 0,6 1-4 0,2 5 4 16,-4 2-6-16,0 1 2 0,4-2-1 0,3 2 4 15,-6-1-7-15,3 5 6 0,2-1-3 0,3 1 1 16,-1-3-2-16,3-2-1 0,1 1-11 0,1-4-9 16,3 4-16-16,2-3-24 0,1-1-28 0,3 0-34 0,5-3-24 15,4 1-31-15,9 1-31 0,4-6-128 0,-3 0-360 16,4-2 159-16</inkml:trace>
  <inkml:trace contextRef="#ctx0" brushRef="#br0" timeOffset="8437.61">21448 7208 143 0,'0'-5'207'0,"0"-5"1"0,0 10-12 16,-3-13-7-16,0 7-4 0,0-1-3 16,3 7-5-16,-6-10-4 0,2 6-20 0,-1 0-12 15,5 4-15-15,-9-4-15 0,9 4-13 0,-14 1-7 0,7 4-13 16,-2 3-6-16,-1 2-6 0,-1 3-6 0,2-3-6 16,-2 3-8-16,2-1-4 0,2 3 4 0,-1-5-10 15,4 2-2-15,3-1-8 0,-2 0-2 0,2-1-4 16,2 0 0-16,1-2 0 0,0 1-4 15,1-2-4-15,1 0-5 0,3-3-6 0,-2 1 1 0,2-2-3 16,2-1 0-16,2-1 0 0,-2-1-1 0,3 0 4 16,0-4-1-16,-2 2 1 0,0-6 1 0,1 1 0 15,-3 0 1-15,0-4-2 0,2-3 3 0,-3 1-4 16,-1-3 4-16,-1-1-2 0,-1-1 2 0,-1-5-1 16,-1 2-1-16,-1-6 1 0,-1 4 3 15,-1-5-1-15,1 2 5 0,-3-1-4 0,1-1 3 0,0 3 1 16,0-2-1-16,-1 8 15 0,2 5 6 0,-2-3 5 15,2 6 6-15,0-1 5 0,-1 3 7 0,1 3-9 16,1 6-1-16,-1-12-11 0,1 12-7 0,-1-5-5 16,1 5-7-16,0 0-2 0,0 0 1 0,0 0-3 15,1 42-1-15,0-14-1 0,0-2-4 0,1 4 6 16,-4 3-1-16,2-4-5 0,2 2 4 0,-4-3 6 16,4 1-2-16,-1-3-1 0,-1 6-1 0,1-9-6 15,2-4-26-15,-2-2-34 0,3 2-32 0,-3-1-34 16,3-2-59-16,0-4-43 0,2 1-53 0,-3-2-182 15,1-3-497-15,0 4 220 0</inkml:trace>
  <inkml:trace contextRef="#ctx0" brushRef="#br0" timeOffset="8594.58">21692 7377 82 0,'0'0'302'0,"9"-3"-14"15,-9 3-11-15,4-4-11 0,-4 4-19 16,0 0-23-16,5-7-17 0,-5 7-25 0,0 0-20 15,3-5-17-15,-3 5-28 0,0 0-29 0,0 0-47 16,2-7-45-16,-2 7-67 0,0 0-75 0,0 0-90 16,0 0-127-16,0 0-391 0,0 0 173 0</inkml:trace>
  <inkml:trace contextRef="#ctx0" brushRef="#br0" timeOffset="11757.51">14041 8338 67 0,'0'0'155'0,"0"-10"-6"0,0 2 0 0,0 8-4 16,-2-13-2-16,1 6-4 0,1 7-14 0,-4-13-4 0,4 8-7 15,0 5-1-15,0-11-2 0,0 11-1 16,-2-10-5-16,2 10-3 0,0 0-6 0,0-8-6 15,0 8-10-15,0 0-7 0,0 0-11 0,0-9-3 16,0 9-8-16,0 0-10 0,0 0-5 0,0 0-3 16,0 0-5-16,0 0-3 0,0 0-3 0,0 0-2 15,0 0-1-15,0 0-4 0,4 27-2 0,-4-15-1 16,5 4 1-16,-3-1 1 0,0 4 2 0,0-1-4 16,-2 8 3-16,0-6 3 0,3-1-5 0,-1-2 2 0,0 4-2 15,-2-1-3-15,2-2 3 0,3 0 0 0,-5-2-3 16,3 0 0-16,-3-3 0 0,1 3 0 15,-1-4-3-15,1-2-2 0,1 1 4 0,0-1 1 16,-2-2-3-16,2 1-4 0,0 1 3 0,0-2-13 0,0-2-15 16,-1 0-9-16,3 1-14 0,-2 3-24 0,0-3-32 15,0-2-23-15,-2-5-19 0,4 11-18 0,0-7-10 16,-2 2-16-16,-2-6-116 0,6 7-328 0,-6-7 147 16</inkml:trace>
  <inkml:trace contextRef="#ctx0" brushRef="#br0" timeOffset="11965.51">14300 8460 71 0,'0'0'191'0,"1"-9"-11"0,-1 9-14 0,2-8-15 16,-2 8-15-16,0 0-15 0,0 0-8 0,0 0 7 16,0 0 2-16,0 0-5 0,0 0-7 0,-4 31-13 15,1-13-7-15,3 0-6 0,-2 0-6 0,2 2-10 16,0-1-8-16,-4 0-4 0,4-2-5 0,0-1-6 15,2 0-10-15,-2-2-28 0,0 1-27 0,0 1-31 16,2-4-30-16,-2-1-34 0,2-1-37 0,0-1-157 16,-4-2-334-16,2-7 148 0</inkml:trace>
  <inkml:trace contextRef="#ctx0" brushRef="#br0" timeOffset="12145.51">14256 8325 80 0,'0'0'129'15,"-2"-6"-26"-15,2 6-6 0,0 0-13 0,0 0-9 16,0 0-14-16,0 0-25 0,17 22-31 0,-9-7-25 16,3 8-34-16,-2-1-46 0,5 2-107 0,-3-7 47 15</inkml:trace>
  <inkml:trace contextRef="#ctx0" brushRef="#br0" timeOffset="12598.87">14665 8548 76 0,'-2'-12'188'16,"2"12"-8"-16,-7-15-9 0,3 9-7 0,0-2-6 16,-4 4-1-16,3-4-3 0,-1 0-7 0,2 7-11 15,-5-3-12-15,9 4-12 0,-14-1-10 0,5 2-15 16,0 4-5-16,-2 0-12 0,2 0-5 0,1 4-7 0,-4 3-6 15,5-3-4-15,-1 2-5 0,-1 5-4 16,3-5 0-16,2-1-5 0,1 2-3 0,2-2-6 16,1-1-5-16,2-1 1 0,0 3-2 0,2-5-6 15,2-2-7-15,0 0-9 0,5-1-8 0,-2-3-6 0,3 1 5 16,0-2-4-16,2 0 0 0,-4-3 4 0,2 0 1 16,0 0 3-16,-1-2 1 0,-2 1 1 0,2 0 0 15,-4-2-1-15,-1 1 1 0,-1 1 3 0,-3-1 1 16,1 0 10-16,2-3 6 0,-5 9 3 0,4-9 7 15,-4 9 0-15,2-9-2 0,-2 9-4 0,3-6 0 16,-3 6-9-16,0 0-2 0,0 0-1 0,0 0-1 16,0 0-3-16,6 18 5 0,-4-5 0 0,-4 5 3 15,2 2 2-15,-2 6-1 0,2 2 1 0,-3-1 1 16,1 2 0-16,-2-4-1 0,2 2-2 0,0-8 4 16,-4 5-5-16,0-3-2 0,1-3 1 0,-1 1 2 15,0-1 1-15,-4 0 0 0,-3 3 1 0,-5 0-4 16,2-1 0-16,-2 0 2 0,1-2 0 0,0-3-4 15,2-3-7-15,1-2-9 0,-3-1-17 0,2-2-21 16,-2 0-21-16,5-2-22 0,2-1-35 0,1-3-43 16,-3-1-22-16,12 0-168 0,-13-5-388 0,9 0 172 15</inkml:trace>
  <inkml:trace contextRef="#ctx0" brushRef="#br0" timeOffset="13009.84">14797 8450 1433 0,'10'-25'82'0,"-2"9"-29"0,-1-1-2 16,-2 5-12-16,0 3 0 0,-1-1-18 0,-2 5-2 15,1 0-6-15,-3 5-1 0,4-6 7 0,-4 6 9 16,0 0 15-16,0 0 14 0,9 19-1 0,-6-6-1 0,1 6-1 16,0 6-5-16,-2 3-2 0,0-3-4 0,-2 2-1 15,1-1 0-15,-1 0 0 0,0-1-3 16,-1-8 0-16,1 1-9 0,0-3-2 0,-2-2 1 0,1-2-5 15,1-2 1-15,0 1-1 0,0-10-6 16,0 10 2-16,0-10 3 0,0 9 4 0,0-9 7 16,0 0 9-16,-3 7-5 0,3-7 0 0,0 0-7 15,0 0 3-15,0 0-6 0,0 0-5 0,0 0-3 0,-2-26-1 16,6 16-3-16,0-1-1 0,1-6-6 0,3-1-2 16,-1 3-1-16,2-2-5 0,1 1-2 0,1-2 2 15,-4 6-2-15,4 2 0 0,-4 1-4 16,-1 1-1-16,1 5 4 0,-3-1-3 0,1-2-5 0,-5 6 4 15,13 0-2-15,-13 0 3 0,14 7-1 0,-8-1 1 16,1 2 4-16,3 1 5 0,-3 1-7 0,-1 1 4 16,0 4-2-16,-1-4 0 0,-3 1-10 0,4-2-11 15,-4 2-15-15,1 0-27 0,-2-1-33 0,1 1-51 16,0-1-9-16,2-1-40 0,-2 0-176 0,-2-1-402 16,2-2 178-16</inkml:trace>
  <inkml:trace contextRef="#ctx0" brushRef="#br0" timeOffset="13249.19">15249 8342 135 0,'-1'-11'236'0,"0"5"-13"0,1 6-18 0,-1-11-21 16,1 11-24-16,0 0-12 0,0-8-17 0,0 8 1 15,0 0-8-15,0 0 14 0,2 23-5 0,1-5-8 16,0 2-7-16,-1 5-10 0,-2-7-8 0,1 10-9 15,1 1-3-15,0-10-16 0,-2 8-8 0,1-8-3 16,2 7-3-16,-3-2-4 0,0-6-5 0,0-3-23 16,4 3-25-16,-3-5-23 0,-1-1-27 0,0 4-26 15,-1-4-35-15,-1-1-30 0,0-1-28 0,0 0-25 16,-4-3-176-16,4 0-398 0,-2-3 177 0</inkml:trace>
  <inkml:trace contextRef="#ctx0" brushRef="#br0" timeOffset="13421.39">15155 8578 86 0,'-1'-10'188'0,"1"10"-18"0,-3-5-15 0,3 5-11 15,0 0-17-15,5-9-5 0,-5 9-12 16,17-3-7-16,-7 0-9 0,0 2-13 0,4 1-10 16,3-1-1-16,2 1-16 0,3 0-32 0,-4-1-26 0,4 1-35 15,-1-4-23-15,6 2-33 0,-8-1-33 0,0 3-84 16,-4-1-229-16,2-3 102 0</inkml:trace>
  <inkml:trace contextRef="#ctx0" brushRef="#br0" timeOffset="13619.43">15551 8379 92 0,'0'0'203'0,"-1"-11"-5"0,1 11-7 16,0-12 1-16,0 12-13 0,0 0-16 0,-2-9-22 15,2 9-16-15,0 0-13 0,0 0-11 0,0 0-1 16,0 0 10-16,3 26 4 0,-1-9-13 0,-2 11-10 15,0-4-4-15,0 2-11 0,-2-6-5 0,2 4-10 16,-3 1-9-16,3-6-13 0,0 0-14 0,2 2-31 16,-1-3-28-16,1-1-36 0,-2-1-30 0,2-3-36 15,1-2-26-15,-1-3-23 0,3 0-138 0,0 2-347 16,0-6 153-16</inkml:trace>
  <inkml:trace contextRef="#ctx0" brushRef="#br0" timeOffset="14123.93">15766 8528 150 0,'0'0'170'0,"3"-7"-20"0,-3 7-7 16,0 0 0-16,0 0 7 0,0 0-8 0,0 0-5 15,0 0-9-15,5 20-12 0,-3-12-14 0,-2-1-13 16,0 4-6-16,3-3-7 0,-2 3-5 0,4-5-7 16,-1 1-6-16,1-3-2 0,0-1 1 0,3 0-5 15,5-2-3-15,-1-1-6 0,7-1-1 0,0-2-5 16,0 0 0-16,0-1-6 0,-8 0-1 0,5-4 0 15,-2 3-4-15,-3 0 1 0,4-4-5 0,-4 5 1 16,-2-4 5-16,0 2 4 0,-2-2-5 0,1-1-5 16,-3 4 4-16,3 1-6 0,-4-1 2 0,-4 5-3 15,7-7 1-15,-3 5-5 0,-4 2-9 0,0 0 0 16,7-3-1-16,-7 3 6 0,0 0 3 0,8 19-2 16,-5-7 4-16,2 5 4 0,-1 10 10 0,0-1 3 0,1 7 1 15,0 0 0-15,0 12-3 0,-1-9-3 16,0 12 1-16,2-2-2 0,-2-12 3 0,-1-1-3 15,-2 2-4-15,0-1 0 0,0-3-1 0,1 0-3 16,-1-4-5-16,-1 0 4 0,-3-8-2 0,2 0 1 0,-1-3-7 16,-1-4 5-16,-2 0 1 0,0-2-6 0,0 0 4 15,-5-3-1-15,-1-2-3 0,1-1-7 16,-3-1-5-16,2-2-5 0,-1-3 2 0,1-1-2 16,0-2-5-16,-2-1-6 0,-2-4-1 0,1 0-7 0,3-5 1 15,2 1-9-15,-3-3-2 0,3-8 0 0,2 0-5 16,2-3-1-16,1-2 1 0,1 1 1 15,7 0 3-15,1 0-5 0,3 1 3 0,2 1 1 0,2 0 5 16,0 2 3-16,2 2-3 0,2 2 1 0,-2 6-8 16,4-2-11-16,3 1-16 0,0-2-21 0,-4 8-30 15,7-4-14-15,3 0-22 0,-3 2-26 0,-4 4-136 16,6-5-343-16,-1 2 152 0</inkml:trace>
  <inkml:trace contextRef="#ctx0" brushRef="#br0" timeOffset="14831.01">17031 8454 159 0,'0'0'164'0,"-4"-14"-6"0,0 7-11 16,-1 3-8-16,-2-3-5 0,-1 4-8 0,2 0-5 0,-5 3-6 15,0 0-7-15,1 1-12 0,1 3-12 0,-5 0-4 16,0 7-9-16,-2-1-7 0,3 3-4 16,-4 5 0-16,6-2-2 0,0 1-3 0,1 0-5 0,2 2-13 15,3-2 4-15,0 1-6 0,1-3-4 0,4-2-3 16,-1-2-1-16,3 1-7 0,3-2 4 0,-1 2-5 15,1-5 3-15,3 0-6 0,1-2 3 16,2 0-5-16,0-3 0 0,3 0 0 0,2-3 1 0,-3-1 1 16,1 0-7-16,4-4 7 0,-6 0-2 0,0 2-5 15,0-2 2-15,-1-2-3 0,-3 0 1 0,5-4-5 16,-6 0 5-16,1 0-4 0,-3 0 1 0,2-4 1 16,-5-1 1-16,1-2-2 0,-2 2 5 0,-1-2 0 15,-1 0-3-15,-1 2-4 0,0-4 3 0,1 3 0 16,-2-1-2-16,-1-2 1 0,0 4 8 0,2-3 0 15,-1 5 9-15,-2 1 3 0,1 2 7 0,3 2 5 16,0 0 4-16,-1 3-1 0,2 7-5 0,0-11-4 16,0 11-5-16,0-9 3 0,0 9-9 0,0 0-8 15,-2-8-3-15,2 8-2 0,0 0 2 0,0 0-3 16,0 0-4-16,0 0 3 0,2 32-1 0,1-13-5 16,1 6 1-16,-3 2 2 0,2 0 1 0,1-2 1 15,-3 3 10-15,1-2-13 0,1 2 5 0,1-3-4 16,0 0-9-16,-1 0-19 0,0-6-19 0,1 1-23 15,-2-3-43-15,1-1-28 0,-2 1-40 0,4-2-23 16,-2-3-21-16,1 0-130 0,-1-2-381 0,4-2 169 16</inkml:trace>
  <inkml:trace contextRef="#ctx0" brushRef="#br0" timeOffset="15145.55">17222 8587 3 0,'1'-6'194'0,"-1"6"-20"15,0 0-19-15,0 0-10 0,1-8-11 0,-1 8 4 16,0 0 1-16,0 0-4 0,0 0-9 0,5 27-12 0,-1-18-7 16,-1 1-11-16,-1-1-6 0,1 0-10 0,1-1-4 15,2 1-11-15,0-2-3 0,1 0-6 0,0-1-3 16,0-1-3-16,3-2 3 0,0 0 0 0,2-1 1 16,-1-3-2-16,2 0-2 0,-1-2-4 0,0 1 9 15,0-3-3-15,-2-1-4 0,-1 0 3 0,-1 1 8 16,-1-2-3-16,-1-2-4 0,-3 0-7 0,-1 1-4 15,1-3-6-15,-3 1-2 0,-1-1-5 16,-3 0-2-16,1-1-6 0,-3 0-3 0,0 1-5 0,-3-3-5 16,0 6-5-16,0 1-8 0,0-1-8 0,0 2-10 15,2 1-13-15,-1 3-15 0,8 2-6 0,-18 0-18 16,8 4-20-16,-2 1-25 0,1 1-22 0,1 0-32 16,2 2-25-16,-1 1-157 0,4-2-385 0,1-1 170 15</inkml:trace>
  <inkml:trace contextRef="#ctx0" brushRef="#br0" timeOffset="15421.09">17559 8359 82 0,'1'-8'252'0,"1"3"-7"0,-2 5-11 0,2-10-11 15,-2 10-21-15,1-9-14 0,-1 9-24 0,0 0-16 16,2-7-15-16,-2 7-20 0,0 0-13 0,0 0-1 15,9 18 4-15,-8-1-7 0,1 3 4 0,0 8-4 16,-1 2-7-16,-1 2-9 0,0-1-5 0,-4 0-9 16,3 0-2-16,0 2-5 0,1-2-4 0,-2-1-9 15,1-2-5-15,0 1-4 0,2-3-1 0,0-2 3 16,-1-6-10-16,2 0-21 0,0-3-17 0,-1 1-18 16,1 0-10-16,-1-7-24 0,-1 3-28 0,1-3-24 15,1 1-34-15,-2-3-21 0,0-7-20 0,2 10-28 0,-1-6-159 16,-1-4-405-16,0 0 179 0</inkml:trace>
  <inkml:trace contextRef="#ctx0" brushRef="#br0" timeOffset="15933.69">17637 8526 139 0,'4'-5'160'0,"2"3"-3"16,-1-2-7-16,2 2 1 0,-7 2-6 0,15-1-17 15,-15 1-12-15,12 3-2 0,-4 1-17 0,-1-1-12 16,1 2-10-16,-3 0-2 0,0 1-9 0,-3 2-3 16,2-3-7-16,-4-5-1 0,1 14-5 0,-2-8-9 15,-4 2-4-15,1 0 3 0,-1 1-18 0,0-2-3 16,-3-1-9-16,1-1-2 0,0-1-7 16,1 0 4-16,6-4 0 0,-9 5-2 0,9-5 1 0,-9 5-3 15,9-5-4-15,-4 3-3 0,4-3-1 0,-6 4 1 16,6-4 1-16,0 0-14 0,0 0-5 0,-7 3-7 15,7-3 8-15,0 0 5 0,0 0 3 0,0 0 14 16,17 7-11-16,-7-6 3 0,2-1 6 0,0 0 1 16,3-1 3-16,2-2-2 0,0-1 3 0,2 1-2 15,0-1 2-15,1-2 9 0,0-1-1 0,-2 3 3 16,0-4 4-16,-3 2-10 0,-1 2-2 0,2-4 3 16,-5 2 5-16,-1 2 0 0,1-3 7 0,-3-1 3 15,0 2-1-15,-3 1-1 0,-1-1-2 0,1-2 2 16,-2-1 4-16,-2 3 4 0,0-2 1 0,-1 8 0 15,-1-9 3-15,1 9-2 0,-5-13 1 0,5 13 1 16,-4-7-5-16,-1 3-1 0,5 4-1 0,-9-7-6 16,5 5-1-16,4 2-6 0,-14 2 0 0,8 2 2 15,-2 3-4-15,0 0 0 0,1 2 1 0,0 0-2 16,1 0 0-16,2 2-6 0,0-1 4 0,2 1 3 16,2 1-6-16,2 1-2 0,1-3-18 0,2-1-12 15,0 1-15-15,4 0-19 0,0-1-19 0,4-3-37 16,2 1-20-16,3-4-17 0,2-1-5 0,1 0-112 15,7-2-296-15,-5-3 131 0</inkml:trace>
  <inkml:trace contextRef="#ctx0" brushRef="#br0" timeOffset="16356.34">18294 8522 4 0,'4'-9'159'0,"-2"0"4"0,-2 2 10 0,0 7-9 16,-1-13-3-16,1 13 0 0,-5-13-5 15,1 9-7-15,-1 0-18 0,-3 0-3 0,8 4-13 0,-13-2-7 16,13 2-6-16,-16 3-3 0,3 2-8 0,0 4-8 15,1-2-12-15,1 2-5 0,-3 2-2 16,1 3-6-16,3-2-4 0,4-1-6 0,0-1-6 16,0 0-3-16,2 0-1 0,2 0-5 0,2-1-2 0,1 1-8 15,2-4-1-15,1 0 1 0,2-2-3 0,2 1 1 16,-2-1-5-16,4-1 3 0,3-3-5 0,1-2-1 16,-2 2-6-16,3-3 5 0,-3-2-1 0,0 1 0 15,-2-3-3-15,2-4 2 0,-3 4-2 0,-1-2 5 16,-1-1-9-16,0-6 1 0,-2 6-3 0,-2-7 1 15,-1 0 0-15,2 0-1 0,-4 0 1 0,1-1 1 16,-1 1-2-16,0-3 1 0,-1 2 0 0,-1-8 0 16,2 7-3-16,-1-1 2 0,0 4-2 0,-1 0 14 15,2-1 14-15,-1 5 9 0,2 1 8 0,-2 2 12 16,1 1 2-16,0 8-2 0,0-11-8 0,0 11-8 16,-1-9-5-16,1 9-8 0,0 0-7 0,0 0-3 15,0 0-1-15,0 0 2 0,0 31-1 0,-1-14 2 16,1 1-5-16,-2 9-2 0,-1-4-5 0,0 4 6 15,3 0-3-15,-5-1-2 0,5-2-1 0,-1 3-25 16,1-3-25-16,-2-6-30 0,2 9-26 0,0-2-44 16,0-5-39-16,2-1-52 0,-2 0-50 0,0-2-144 15,0 2-460-15,-3-2 204 0</inkml:trace>
  <inkml:trace contextRef="#ctx0" brushRef="#br0" timeOffset="18412.07">14166 9773 26 0,'0'-9'222'0,"0"9"-26"0,0 0-23 16,-4-8-21-16,4 8-13 0,0 0-22 0,0 0-1 16,0 0-14-16,0 0-4 0,5 27-9 0,-2-11-5 0,-2 0-5 15,1 1-8-15,0 0-7 0,-2 8-5 0,4-7-5 16,-3-1-2-16,-1-2-8 0,1 2 0 15,2-4-12-15,-3-3 2 0,1 0-3 0,-1-5-4 16,0 2-4-16,0-7 5 0,2 8 6 0,-2-8 11 0,0 0 10 16,0 10 10-16,0-10-1 0,0 0-9 0,0 0-5 15,0 0-4-15,0 0-3 0,0 0-2 0,-16-16-7 16,16 16-2-16,-4-14-6 0,3 5 1 0,-3-2-6 16,2 0-1-16,0 1-2 0,2-1-4 0,0-6 3 15,0 3-7-15,4-3 2 0,2 2 0 0,-1 0-4 16,3 0 1-16,0 5-4 0,1-3-1 0,0 4-3 15,0 2 0-15,2 1 1 0,-2 0-1 0,4 3-1 16,-1 3-2-16,1 2-1 0,7 2 2 0,-4 4-2 16,-2 0 3-16,0 5-4 0,0 0 3 0,-2 3-1 15,1-1 1-15,-4-1 2 0,0 1-2 0,1 1-2 16,-2 1 5-16,-3-1-4 0,-1-7 2 0,-1 1-3 16,0-1 3-16,1 0 2 0,-4 0-1 0,0-2 1 15,2-2 1-15,-2-5 1 0,2 9 3 0,-2-9-1 16,0 0-4-16,-6 8 1 0,6-8 3 0,0 0 1 15,0 0-2-15,0 0 0 0,-19-8 1 0,19 8-5 16,-6-11 1-16,2 1-5 0,3-1 1 0,-2-1 2 16,3-1-4-16,4-5-4 0,-1 1 0 0,2 0-7 15,4-6-4-15,5 0 2 0,-5 6 0 0,4 0-5 16,3-2 5-16,-1 6 1 0,1 2 1 0,0 0 1 0,1 4 1 16,-5 3 2-16,0 1-1 0,2 3-3 15,-1 3 4-15,0-2-2 0,-2 4 3 0,1 2 0 16,1 4 4-16,-5-1-1 0,2 2 2 0,-4 0-4 15,1 3 4-15,1-2 0 0,0 1-1 0,-4 2 0 0,1 0 8 16,-1-6-7-16,-2 0 5 0,1 2-2 0,1-3-1 16,-2-1-5-16,1 1-21 0,-1-4-21 15,1 2-17-15,-1 0-18 0,0-1-20 0,2-1-5 16,-4-5-9-16,7 9 7 0,-3-6-1 0,-4-3 4 0,14 4 8 16,-8-6 2-16,-6 2 10 0,12-5-2 0,-3 2 16 15,-1-6 13-15,-1 2 9 0,-2-1 6 16,3 1 11-16,-4-1 19 0,0-1 5 0,0 3 27 15,-3 0 10-15,1 0 21 0,-2 6 21 0,3-8-1 0,-3 8-5 16,0 0 1-16,1-9-4 0,-1 9-7 0,0 0 4 16,0 0-6-16,0 0-5 0,0 0 3 0,0 0-2 15,-4 25-9-15,6-16 0 0,-2-2 0 0,1 3-4 16,2-2-3-16,2 2 2 0,2-2-4 0,0 1 1 16,1-1 0-16,4-2-1 0,-2-3 0 0,2 2 3 15,2-4 6-15,0 1-4 0,3-1 0 0,1-2-1 16,0-4 1-16,-3 1 6 0,-1 0-6 0,-5-3 10 15,1 2 3-15,-4 2 0 0,2-4 0 0,-5 2-3 16,-1-4-4-16,1 1 4 0,-3 1-9 0,-5-2-6 16,1-1-11-16,-5 1-6 0,-1-1-4 0,-3 0-3 15,-3 1-9-15,1 0 0 0,0 1-11 0,-2 1-11 16,3 3-11-16,3 0-10 0,-2 4-18 0,0 0-20 16,1 3-7-16,0 0-23 0,0 3-10 0,2 0-16 15,-1 1-27-15,4 4-128 0,1 1-322 0,6-2 143 16</inkml:trace>
  <inkml:trace contextRef="#ctx0" brushRef="#br0" timeOffset="19477.37">15420 9846 13 0,'0'0'189'0,"-9"-7"-7"15,2 3-2-15,7 4-1 0,-16-7-7 16,4 4-10-16,2 0-3 0,-2 3-11 0,-1 0-10 15,0 0-14-15,-1 3-13 0,1 3-7 0,0 2-13 0,-2-1-8 16,1 5-4-16,1-2-8 0,2-1-7 0,0 4-7 16,2 2-5-16,3-1-5 0,2 3-6 15,1-6-1-15,1 1-8 0,2 0 0 0,2-4-3 16,2 3 0-16,1-4-5 0,0 3-1 0,3-5-1 0,2 2-2 16,-3-4-3-16,3-1 0 0,0-2 2 0,0 2-1 15,2-6-2-15,-1 2-3 0,1-4 1 0,-2 2-3 16,2-3 2-16,-1-2-7 0,1-3 2 0,-5 1 2 15,1-2-2-15,0-3-3 0,-3 0 1 0,1 0 0 16,-2 0-4-16,-2-3 1 0,2 0 1 0,-2-5 0 16,-2-1-1-16,0 0-6 0,1 1 4 0,-1-2-4 15,0 7 4-15,0-6-4 0,0-1 1 0,0 1 2 16,-3 1-1-16,1 4-1 0,2 5 6 0,0 1 1 16,-2 2 6-16,2 2 2 0,0 1 6 0,0 9 0 15,-2-11-5-15,1 6-5 0,1 5-2 0,0 0-1 16,0 0-6-16,0 0 3 0,0 0 0 15,0 0 0-15,-4 22-3 0,1-3 2 0,3 6-2 0,-2 3 0 16,2 1 1-16,0 0 2 0,0 2-2 0,-1-2-3 16,2 0 4-16,1 2-1 0,2-6 1 0,-1-6-4 15,0 6 6-15,4 0-4 0,-1-8 0 0,-1 1 0 16,3-1 2-16,-2-1 0 0,2-3 1 0,1-3-1 16,0-1 0-16,0-1 3 0,3 0-2 0,0-2 1 15,0-2 1-15,-1 0 0 0,3-3-1 0,-1 2-1 16,1-5 1-16,1-3 0 0,3 4 4 0,-1-5 0 15,-2-2-8-15,-1 0-2 0,-1 0 11 0,-1 1-11 16,2-3 1-16,-4 2 0 0,0 0-2 0,0-6 4 16,-3 3 1-16,0 0-2 0,0-3 0 0,-3 3-3 15,-2-3 5-15,1 4-4 0,-2-1 1 0,-2 0-1 16,-2 0 0-16,1 3 2 0,-1-2-1 0,1 4-4 0,2 6 5 16,-4-10-3-16,1 6 0 0,3 4-3 15,-6-7 3-15,6 7-4 0,-9-2 3 0,9 2-3 16,0 0 2-16,-14 4-1 0,9 0-1 0,-1 4 1 15,0 1 5-15,-1 0-2 0,1 7 4 0,1-2-5 0,1 2 4 16,2-2-1-16,1 2 4 0,-2 0-1 0,3-1 1 16,0 0 0-16,3-2 0 0,-1-2-2 15,2 2 3-15,1-4-2 0,0 2-2 0,0-4 2 16,3 2 1-16,0-1 2 0,1 0-1 0,1-3-2 0,1-3 3 16,0 1 3-16,1 0-5 0,1-3 0 15,2 0 3-15,1-2 5 0,-3 0-7 0,6-2-1 16,-8-1 1-16,6-2-2 0,-6 2 1 0,5-2-2 15,-3-5-1-15,-3 4-6 0,1-3 1 0,-2-3-9 0,0 5 3 16,-3-2-1-16,1-5-3 0,-2 5-3 0,-4-5 7 16,2 4-6-16,-3-1 3 0,-1-3 2 0,-1 4 2 15,0-5-1-15,-2 6 4 0,0-1-2 0,0 0 1 16,0 4-1-16,-1 0 4 0,3 2 1 0,-1-1 0 16,3 7 2-16,-6-7 4 0,6 7-3 0,-4-8-2 15,4 8 0-15,0 0 2 0,-1-5-7 0,1 5 2 16,0 0-2-16,0 0 5 0,0 0-4 0,0 0 4 15,0 0 1-15,0 0-3 0,0 0 1 0,25 9 0 16,-15-5 0-16,1-2-2 0,-1 0 0 0,0 1 1 16,0-1-1-16,-1 0 3 0,-2 0-3 0,0 0 2 15,5 0 1-15,-5 1-2 0,-1 1-4 0,0-2 2 16,0 1 4-16,2 1 2 0,0 2 6 0,-4 0 11 16,3 1 4-16,0 2 3 0,-1-1-4 0,-4 2-2 15,2 0 2-15,-1 1-1 0,1 0-2 0,0 0 0 16,-3 1-2-16,-1 0 7 0,1 3-8 0,-1 1-1 15,2-5 0-15,-1 2-4 0,-2-1-9 0,2-2-20 16,-1 0-21-16,0 0-31 0,0-2-33 0,2 1-32 16,-2-1-36-16,2-2-23 0,0 3-181 0,2-4-408 15,2 0 180-15</inkml:trace>
  <inkml:trace contextRef="#ctx0" brushRef="#br0" timeOffset="19898.78">16363 9781 69 0,'-8'-2'204'15,"8"2"10"-15,-22 3-18 0,11 1-2 0,-3 4-13 16,-3 4-12-16,-1-1-16 0,4 3-16 0,-1 0-10 0,3 2-12 16,1-2-10-16,2 1-8 0,1-1-12 0,4 3-8 15,3-6-8-15,2-2-9 0,1 1-1 0,2-1-9 16,2 0-1-16,3 0-6 0,-1-2 1 15,2-4-9-15,0-1 3 0,2 2-7 0,-1-3-2 0,0-1-4 16,0 0-3-16,-2-2 2 0,0 0-3 0,1-3 0 16,-2-2 0-16,2 2-4 0,-3-2 1 0,-1-2-5 15,0 2-1-15,-1-2 3 0,-2-1-4 0,0-1-4 16,-1-1 4-16,0 0-5 0,-1 0 3 0,-1 1-8 16,-1 0 11-16,0 0-4 0,1 1 2 0,0 10-1 15,-1-13 9-15,1 13 1 0,0-10 2 0,0 10-4 16,-2-8-1-16,2 8 0 0,0 0-7 0,0 0-6 15,0 0 8-15,0 0-5 0,0 0 2 0,0 0 6 16,0 36 5-16,-2-20-2 0,-1 3-1 0,2-1-3 16,1-2 0-16,1 1 0 0,-1 2-2 0,3-2 0 15,-1 0-1-15,1 0-2 0,2-2-15 0,-2-4-17 16,1 1-19-16,1-2-37 0,-1 0-36 0,-1 0-39 16,4-4-47-16,-1-1-32 0,-1-1-159 0,2 0-424 15,3-2 189-15</inkml:trace>
  <inkml:trace contextRef="#ctx0" brushRef="#br0" timeOffset="20187.84">16621 9609 197 0,'0'-8'236'0,"0"1"-5"0,0 7-9 0,-1-9-17 16,1 9-22-16,0 0-20 0,1-11-20 0,-1 11-15 15,0 0-6-15,0 0-9 0,0 0-1 0,2 40-5 16,-2-19-2-16,0 4-6 0,-1 2-7 0,2 0-8 16,-1 1-8-16,-1-2-6 0,-1 0-6 0,2 2-7 15,-3-3-7-15,3 2-4 0,-1-7 2 0,-2-1-11 16,2 0-3-16,2 0 0 0,-2-1-4 0,0-1-9 16,2-6-15-16,-1 1-10 0,0-2-16 0,0 0-14 0,0 0-20 15,1 0-30-15,-1-4-25 0,0-6-20 0,0 10-24 16,0-10-27-16,3 7-6 0,-3-7-18 15,0 0-123-15,0 0-354 0,0 0 158 0</inkml:trace>
  <inkml:trace contextRef="#ctx0" brushRef="#br0" timeOffset="20354.32">16539 9784 145 0,'0'0'156'0,"9"-5"-26"15,-3 3-9-15,-6 2-12 0,13-3-10 0,-2 2-12 16,0 2-5-16,0-1-27 0,2 1-21 0,1 2-36 16,4 0-23-16,1-1-45 0,-1 1-84 0,-1 2-167 15,-3 0 75-15</inkml:trace>
  <inkml:trace contextRef="#ctx0" brushRef="#br0" timeOffset="20717.25">16724 10065 146 0,'-3'6'191'0,"3"-6"-4"0,0 0-5 0,0 0-13 16,0 0-6-16,0 0-10 0,0 0-13 0,19-13-7 15,-12 8-2-15,2-2 0 0,-1-3-15 0,1 2-2 16,3-3-11-16,-1-1-7 0,4-2-10 0,-4-3-5 16,5-3-10-16,-4 6-9 0,-2-2-3 0,1-1-5 15,0 0-6-15,-5 0-7 0,5 2-1 0,-5 2 1 16,-4 0 3-16,2 3 0 0,-3-2-3 0,-1 1-6 15,2 2-4-15,-4 0 5 0,2 9-4 0,-6-14-7 16,3 9-1-16,-1 1-5 0,4 4-1 0,-12-4 0 16,0 3-5-16,3 4 3 0,-3 3-9 0,-4 3 10 15,2 3-5-15,-1 1-2 0,1 1-3 0,1-1 8 16,3 4-2-16,2-2 1 0,2 1-5 0,1-1 10 16,5-4-9-16,-2 7 1 0,4-5 2 0,1-1-4 15,3 0-1-15,2-3 2 0,3 1-2 0,3 1 2 0,4-3-12 16,-2-3-10-16,3 1-16 0,2 0-18 15,-2-4-25-15,3-2-28 0,-1 0-20 0,-3 0-35 16,2-2 1-16,-8 2-36 0,2-4-8 0,-2 0-23 16,-1-1-121-16,-2-1-370 0,-1 0 163 0</inkml:trace>
  <inkml:trace contextRef="#ctx0" brushRef="#br0" timeOffset="20957.64">17070 9668 51 0,'1'-18'212'0,"-1"0"-11"0,0 5 10 15,0-2 7-15,-1 4-5 0,-1 0-2 0,0 3-4 16,0 2 0-16,2 6-12 0,-1-10-24 16,1 10-10-16,-1-8-24 0,1 8-16 0,0 0-13 0,0 0-9 15,0 0 0-15,0 0-6 0,4 42 2 0,-3-17-10 16,-1 1-8-16,1 0-4 0,-1 0-8 0,2 1 0 16,-1-3-5-16,0 1-8 0,0-5-4 0,1-2-1 15,-1 6-10-15,-1 1-2 0,0-6 2 0,2-6-9 16,-2 4-26-16,-2-1-26 0,2-4-21 0,2 0-34 15,0 1-37-15,-2-2-36 0,0-1-31 0,1-1-40 16,-1 1-27-16,-1-1-192 0,2-3-479 0,-1-6 213 16</inkml:trace>
  <inkml:trace contextRef="#ctx0" brushRef="#br0" timeOffset="21531.42">17191 9871 64 0,'0'0'203'0,"3"-8"-17"0,-3 8-7 0,0 0 0 16,8 0-1-16,-8 0-16 0,0 0-13 0,0 0-12 16,9 8-13-16,-9-8-13 0,7 6-4 0,-3-3-11 15,-4-3-8-15,10 6-6 0,-4-5-6 0,-6-1-5 16,12 1-2-16,-6 2 1 0,-6-3-8 0,14-1-5 16,-6-2 1-16,2 1-7 0,-1-3 0 0,-1 3-8 15,-3-2 7-15,1 1 5 0,2-1 2 0,-2 1 2 0,-2-2 4 16,1 1-13-16,-1-2-2 0,0-1-6 15,0 2 7-15,-4 5-1 0,5-11 4 0,-4 5-1 16,-1 6 5-16,4-10 3 0,-4 10-5 0,2-7 4 16,-2 7-6-16,0 0-8 0,2-9-9 0,-2 9-4 0,0 0-5 15,0 0-7-15,0 0-4 0,0 0 1 0,0 0 3 16,-4 38-3-16,-1-20 0 0,0 0-5 16,0 8 5-16,-3 3-3 0,1 3 0 0,1 4 0 15,-1 12 8-15,3-2-1 0,1 1-3 0,2-1 0 0,-2-10-1 16,3 9 2-16,0-11-13 0,0-1 15 15,0-1-10-15,0-1-2 0,0-1 0 0,2-3 4 0,-1 2-8 16,-1-10 4-16,1-2-3 0,0 0 4 16,1-2-5-16,-1-4 2 0,0 0 4 0,1-4-4 0,-2-1 0 15,0-6-1-15,1 12-1 0,-1-12-3 0,-3 6 4 16,3-6-7-16,-9 7 3 0,4-5-8 0,5-2-1 16,-16 0 0-16,16 0-4 0,-17-4 4 0,5-1-1 15,3 0-8-15,-2-3-5 0,0 0 0 0,-1-5-4 16,0 0-7-16,-3-10 6 0,2 1-6 0,1-1 2 15,3-4 1-15,1-1-1 0,0-4-6 0,6 0 2 16,2-1-11-16,0-2 3 0,7-10-3 0,1 12 2 16,4 0-2-16,3 4 6 0,2-3-1 0,4 4 4 15,7-10 4-15,-5 15 6 0,0 3-3 0,2 2 4 16,0-1-10-16,1 5-4 0,0 1-15 0,1 0-21 16,-1 3-29-16,0-1-24 0,-6 3-39 0,5-3-30 15,1 0-210-15,-7 4-440 0,7-2 196 0</inkml:trace>
  <inkml:trace contextRef="#ctx0" brushRef="#br0" timeOffset="24309.8">18358 9873 179 0,'-11'-2'181'0,"-2"-1"-4"0,0 0-8 0,-6 1-14 16,1 2-1-16,-4 0-13 0,0 0-10 15,2 4-6-15,-1-2-9 0,1 0-9 0,1 5-6 16,-1-4-13-16,6 3-6 0,-2 1-14 0,4 0-3 0,1 1-9 16,2 1-3-16,-1 4-8 0,1 1-3 15,1 1-4-15,2-1-3 0,2-1-6 0,1 0-1 0,2 0 0 16,3 0-6-16,1-2-3 0,0 1 2 16,2-3 0-16,3 1-3 0,2-1-4 0,-3-2 0 0,5-2-2 15,0 0 2-15,0-2-2 0,0 0 0 0,2-2-2 16,-1-2 4-16,2 0-6 0,-2-2 2 0,-1-1 0 15,1 2 0-15,-1-4-3 0,-1 0 1 16,2-5 0-16,-3 2-1 0,-1-3 0 0,1-1 2 0,-2 0 1 16,1-3 0-16,-1 0 1 0,-3-1 2 0,-1-1 2 15,-1 0-2-15,-1-1-1 0,-1 0 5 0,3-7-7 16,-3-1 5-16,-1 2-3 0,-1 0 2 0,2 0-5 16,-4 5-1-16,0-3 3 0,3 4 0 0,-2-1 1 15,1 2 2-15,0 3-3 0,0 3 8 0,1 1 4 16,-2 1 4-16,2 10-3 0,0-11-3 0,0 11-7 15,0-11 0-15,0 11-7 0,-1-6 5 0,1 6-15 16,0 0 12-16,0 0-8 0,0 0-3 0,8 21 5 16,-3-7 0-16,-3 4 0 0,2 7-3 0,-1-6-1 15,2 5 5-15,-3-3-4 0,1-2-4 0,1 5 3 16,-2-3 4-16,2-2-3 0,-3 0 5 0,2-1-6 16,1 1-1-16,-2-1-21 0,1-1-16 0,1 0-15 15,-2-1-19-15,0-3-25 0,-1-1-31 0,2 3-20 16,-1-6-19-16,2 0-21 0,-2 1-22 0,2-5-115 15,-1 0-353-15,-3-5 157 0</inkml:trace>
  <inkml:trace contextRef="#ctx0" brushRef="#br0" timeOffset="24618.02">18540 9856 148 0,'0'0'161'0,"0"0"-3"0,0 0-17 16,0 0-8-16,0 0-14 0,0 0 4 15,-1 27-6-15,1-19-9 0,1 1-3 0,2 1-11 16,1-1-11-16,0 3-3 0,2-4-10 0,0-1-4 0,1 2-6 16,1-2-8-16,2 0-4 0,-1-2-2 0,-2-5-2 15,4 2-1-15,1-2 1 0,0-2-4 0,1 2 0 16,-1-3 1-16,-1 0 5 0,0-3-1 16,-3 2 5-16,1-3-3 0,-4 1 0 0,1-3-7 0,-3 4 1 15,-2-3-5-15,-1-1-1 0,0 9-9 0,-8-20-2 16,1 11-2-16,-1-1-4 0,-1 0 0 0,-6 1-6 15,3 2-3-15,-3-3-3 0,-2 2-7 16,1 3-10-16,3 1-3 0,-2 2-20 0,2 0-20 0,1 2-8 16,1 2-17-16,-1 1-19 0,1 2-26 0,1 2-31 15,2 0-26-15,0 1-132 0,1 0-337 0,4 1 149 16</inkml:trace>
  <inkml:trace contextRef="#ctx0" brushRef="#br0" timeOffset="24917.81">18870 9742 264 0,'0'-11'256'0,"1"6"-12"0,1-6-11 16,-2 11-15-16,0-12-2 0,0 12-13 0,0-10-19 15,0 10-19-15,0-9-18 0,0 9-19 0,0 0-14 16,0 0-14-16,0 0-12 0,0 0-9 0,0 0-4 15,5 35-10-15,-3-11 3 0,-2 1-10 0,0 4-6 16,0 0-2-16,0 1-5 0,-1 1-6 0,0 0 9 16,2 0-15-16,0-2-1 0,-1-2-4 0,2 0-1 15,-1 1-3-15,2-3-7 0,-2-6 2 0,3-1-5 16,-2-1-7-16,3-2-11 0,-3 0-17 0,1 1-14 16,0-4-18-16,-2-2-23 0,1-2-29 0,-1-1-34 15,0-1-35-15,-1-6-25 0,0 8-27 0,0-8-159 16,-2 9-417-16,2-9 185 0</inkml:trace>
  <inkml:trace contextRef="#ctx0" brushRef="#br0" timeOffset="25441.53">18983 9849 104 0,'12'-5'175'0,"-3"3"-6"0,2-1-8 0,-1 0-2 15,-2 2-10-15,-8 1-17 0,12-2-9 0,-4 2-8 16,-8 0-9-16,11 6 0 0,-5-5-6 16,-2 5-6-16,-1-1-5 0,0 2-10 0,-3-7-4 0,-5 16-8 15,0-5-8-15,-4-4-7 0,-2 8-10 0,-3-5-9 16,-1 2-6-16,-2 0-11 0,2-3-1 16,-2-2-4-16,6 0-3 0,0 0 4 0,0-4-8 15,2 2 1-15,3-1 2 0,6-4 0 0,-10 3 0 0,5-1-1 16,5-2-7-16,0 0-5 0,-9 0-6 0,9 0 2 15,0 0-4-15,0 0 6 0,0 0-4 0,0 0 3 16,0 0 2-16,0 0-3 0,29-1 5 0,-16-1 5 16,5-2-2-16,1 1-2 0,0-1 8 0,1 1-5 15,1-3 2-15,7 0 6 0,-2 0 0 0,-6 0 0 16,1 0 0-16,-1-2-4 0,-2 3 1 0,0-4 1 16,1 4 0-16,-2-5-1 0,-1 2 1 0,0 0 2 15,-5 2 0-15,-1-1 3 0,-1 1 2 0,0 0 2 16,-4 1 6-16,0-2 2 0,-2 2 4 0,-1-1-2 15,1-1 0-15,-3 7-4 0,-1-11-3 0,1 11-2 16,-5-13-1-16,1 8 2 0,0 1 0 0,-1-2 0 16,5 6-3-16,-9-5 0 0,9 5-3 0,-13-3-2 15,5 4-2-15,8-1-1 0,-19 5 1 0,10 3-1 16,-1-2 1-16,0 2-3 0,2 3 4 0,2 0-6 16,-2 3 2-16,3 0-4 0,1-3-3 0,3 2-8 15,2-1-9-15,0 5-23 0,2-5-21 0,3 2-30 0,2-4-18 16,0-1-10-16,1 0-14 0,8-3-13 0,0-2-14 15,1 0-122-15,0-4-308 0,2 1 137 16</inkml:trace>
  <inkml:trace contextRef="#ctx0" brushRef="#br0" timeOffset="25887.43">19577 9861 31 0,'2'-7'146'16,"1"0"16"-16,-3 7-4 0,0-12-8 0,-1 4-3 15,1 8 1-15,-8-10-4 0,2 4 0 0,-1 3 0 16,1-1-3-16,-2 3-9 0,8 1-11 0,-16-2-7 0,5 1-11 15,11 1-5-15,-17 6-9 0,6-1-4 16,-5 4-4-16,3 4-8 0,1-2-5 0,0 3-5 16,3-1-7-16,1-3-5 0,0 1-6 0,3 0-5 15,1 0-1-15,2-1-4 0,3 1-5 0,-1 1 0 0,4-4-2 16,0-1-3-16,0 0-1 0,3-2-3 0,2 0-2 16,-1 1-1-16,0-4 2 0,2-1-2 0,1-1-1 15,1-1-2-15,-2 0 0 0,0-3-2 0,-1-1-4 16,1 2 3-16,-1-4-6 0,0-1 7 0,0-1-7 15,-1-2 3-15,-3 1 2 0,-1-1-2 0,1 0-2 16,-2-2-2-16,2-3 1 0,-3-1-2 0,-1 0 0 16,-2 0-2-16,0-2 1 0,1 1-1 0,0-3 3 15,0 2-4-15,-1 0 0 0,-1-2 2 0,1 4 0 16,-1 0 1-16,2 1-2 0,-2 5 4 0,1-1 9 16,1 1 5-16,-1 6 7 0,1 5-4 0,0-10 0 15,0 10-10-15,-3-7-2 0,3 7-6 0,0 0 0 16,0 0 0-16,0 0-2 0,0 0-3 0,2 25 3 15,-4-5 6-15,4 5-2 0,-2 1-1 0,1-2-2 16,-2 2-2-16,1 1 1 0,1 2 0 0,0-4 1 16,-2 2-1-16,3-4 3 0,0-4-2 0,3-1-12 15,-4 1-20-15,1 2-17 0,2-2-43 0,0-2-49 16,-3 1-29-16,2-4-50 0,0-1-31 0,-2-2-171 16,1 0-451-16,0-1 200 0</inkml:trace>
  <inkml:trace contextRef="#ctx0" brushRef="#br0" timeOffset="26046.69">19794 10019 239 0,'4'-5'234'0,"-4"5"-13"0,0 0-18 16,4-5-16-16,-4 5-24 0,0 0-15 16,0 0-26-16,0 0-28 0,0 0-39 0,6-2-35 15,-6 2-35-15,0 0-27 0,0 0-34 0,0 0-36 16,0 0-129-16,0 0-259 0,0 0 115 0</inkml:trace>
  <inkml:trace contextRef="#ctx0" brushRef="#br0" timeOffset="104653.26">23958 9756 115 0,'0'0'112'0,"0"0"-8"0,0 0 4 16,0 0-13-16,0 0-7 0,0 0-3 0,0 0-1 15,0 0-10-15,0 0-7 0,0 0 3 0,0-8-2 16,0 8-8-16,0 0 0 0,0 0-3 0,0 0-4 15,0 0-3-15,0 0-1 0,0 0-4 0,0 0 0 16,0 0 1-16,0 0 4 0,0 0-5 0,0 0 5 16,0 0 1-16,0 0-8 0,0 0-6 0,0 0-2 15,0 0-1-15,0 0 2 0,1-9 0 0,-1 9-7 16,0 0-2-16,-1-10-5 0,1 10-1 0,0 0-3 16,0-10 12-16,0 10 0 0,1-9 3 0,-1 9-2 15,0 0 2-15,-1-10-1 0,1 10-1 0,0-9-4 16,0 9-2-16,0 0 1 0,-1-8 1 0,1 8 0 15,0 0-3-15,0 0-3 0,-3-9-1 0,3 9-2 16,0 0-2-16,0 0-5 0,0 0 0 0,0 0-6 16,0 0-1-16,0 0-1 0,0 0-1 0,0 0-1 0,0 0 2 15,0 0-3-15,4 26 2 0,-4-16 0 0,3 2 0 16,0 5 0-16,0-2 0 0,0 0-7 16,-1 3 7-16,1 3 1 0,0-3-6 0,0 0 6 15,1-1-2-15,-3 0-2 0,2-1-1 0,-1 1 5 0,2 1 0 16,-1-2-1-16,-2-1-4 0,0-3 4 0,0 1 0 15,1-3-4-15,-2 2 0 0,1-4 3 16,-1 3 3-16,0-6-10 0,0-5 10 0,1 12-3 0,-1-5 3 16,0-7-3-16,0 11 0 0,0-5 3 0,0-6 0 15,0 0-8-15,-1 12-11 0,1-12-15 0,0 0-17 16,-1 7-17-16,1-7-11 0,0 0-18 16,0 0-15-16,0 0-17 0,0 0-15 0,1 8-33 0,-1-8-114 15,0 0-310-15,0 0 137 0</inkml:trace>
  <inkml:trace contextRef="#ctx0" brushRef="#br0" timeOffset="105495.6">24366 9807 114 0,'-3'-3'164'0,"3"3"-2"0,-13-4-3 0,7 3-13 16,-2-2-8-16,8 3-9 0,-18 0-19 0,8 3-7 0,2-1-10 16,-1 4-6-16,-2 1-6 0,2-1-5 15,0 2-8-15,1 3-9 0,-2-3-6 0,4 3-4 16,1 0-5-16,1 0-8 0,-1 0 1 0,1-1-5 16,3 3-3-16,-1-1-2 0,4-3-1 0,-1 3-2 0,3-4 1 15,0 2-4-15,-1-1-3 0,3-4 1 16,0 2-6-16,0-3 4 0,4-1-2 0,2-1 0 15,-4 2-3-15,1-4 0 0,-9 0-5 0,18-3 0 16,-12 2-6-16,2-3 6 0,-3 1 0 0,2-3-5 16,1-2-2-16,-2 1 2 0,-1-3 1 0,-1 5-4 15,-1-2-1-15,0-3 3 0,-1-1-2 0,-1 2 3 0,1 3-3 16,-2 6 3-16,1-13-1 0,-1 13-3 16,0-11 3-16,0 11 5 0,0-8 1 0,0 8-5 0,0 0 0 15,0 0-1-15,0-9-3 0,0 9 7 0,0 0-8 16,0 0-1-16,0 0 5 0,0 0-5 0,0 0 2 15,0 0 2-15,4 23-3 0,-4-14 6 16,1 1-7-16,1 2 6 0,1-2-3 0,0 0 4 0,-1 0 1 16,2-1-2-16,0 2 0 0,0-1 5 0,1-2-5 15,1 2 4-15,2-3-7 0,1 0 7 0,-1-1 5 16,-2 0-7-16,4 0 6 0,-1-2-1 0,0-1 2 16,4-1 0-16,-3-1 0 0,-2-1 1 0,3-1-4 15,1-1 3-15,-2 0-4 0,1-2 1 0,1-1-2 16,-1-3 1-16,0 0-7 0,-4 0-2 0,2-1-1 15,0 0 0-15,-2-1-5 0,-4-1-4 0,4-4-1 16,-3 2 4-16,-2-2-2 0,2 3 2 0,-4-4-2 16,0 4-3-16,-4 1 5 0,2-2 4 0,-2 2 1 15,-1 3 11-15,0 0-3 0,1 2 1 0,0 1 1 16,-4 0 3-16,2 0-5 0,0 2 0 0,-4 0 2 0,10 3 2 16,-15-3-4-16,9 3-3 0,6 0 0 15,-12-1-6-15,12 1 3 0,-10 0 1 0,10 0 1 16,0 0 1-16,-6 3 0 0,6-3 2 0,0 0-6 15,0 0 6-15,0 0-5 0,0 0 0 0,11 14-4 16,3-12 0-16,-3-2 1 0,2 1-1 0,6 1 4 16,0-2-2-16,-3 0 2 0,3 0 4 0,-5 0 1 15,3-2-2-15,-5 2-1 0,0-1-2 0,-4 1 1 16,2 0-2-16,-2 1 0 0,-8-1 2 0,13 2-2 0,-7 1 1 16,-1-1-6-16,2 2 4 0,-2 1-2 15,1-2 3-15,-3 3 3 0,1 0 2 0,3 1 2 0,-4 2 1 16,0 2 5-16,1-1 4 0,1 1-7 0,-5 1 0 15,4 3 2-15,-2-4-2 0,1 2 1 0,-3-2 0 16,2 2 0-16,-1-1-14 0,-1-1-16 0,1 2-16 16,3-4-14-16,-1 3-22 0,0-1-24 0,0-2-18 15,0 0-16-15,0-2-20 0,-1 0-130 0,2 0-305 16,-1-2 136-16</inkml:trace>
  <inkml:trace contextRef="#ctx0" brushRef="#br0" timeOffset="106909.71">25138 9859 65 0,'-4'-8'173'0,"-1"2"-12"0,-1 1-4 0,-1 0-1 16,-2-2-7-16,0 2-13 0,0 2-13 0,-2 1-10 15,3-2-16-15,8 4-7 0,-13-1-11 0,2 5-4 16,2-1-8-16,-2 3-5 0,0 3-8 0,1-2-4 15,-2 3-5-15,4-1-3 0,0 1-4 0,1 4-5 16,2-5-5-16,0 4 2 0,5-4-4 0,-2 1-3 16,2 3-1-16,2-3 1 0,-2-1-6 0,5 1 3 15,0-2-6-15,-1 1-1 0,1-4 1 0,3 1-3 16,2 1 1-16,-4-3-7 0,3-2-1 0,-2-1-11 16,3 2 8-16,-4-3-8 0,-6 0 3 0,16-3-1 15,-8 2 1-15,-8 1 2 0,12-2 2 0,-6-1 0 16,-2-1-4-16,4-1 7 0,-6-2-4 0,2 1-2 0,1-2 6 15,-1-1 0-15,-2 3-4 0,0-4 0 16,0 3 1-16,1 0 1 0,-3 0 8 0,0 7 6 16,4-13-1-16,-3 8 4 0,-1 5 4 0,2-10 5 15,-2 10-3-15,2-6 2 0,-2 6-9 0,0 0 8 0,3-8-8 16,-3 8-8-16,0 0 0 0,0 0-1 0,0 0-1 16,0 0-2-16,0 0 0 0,5 24 2 0,-4-13 0 15,2 7 0-15,-1 0-4 0,0-1 1 0,0 3 1 16,-2 6-3-16,2 2 12 0,-1-4-5 0,0 3-1 15,-1-3 1-15,0 3 0 0,-1-2 3 0,2 1-2 16,-1-6-1-16,-1-1 0 0,0 1 0 0,-1 5-2 16,0-6-1-16,0-1-1 0,0-1 4 0,2-5-3 15,-3 1 0-15,1 2-2 0,0-4 2 0,0 2-1 16,-1-5 1-16,-1 2 0 0,2-3 1 0,-3-2-5 16,1 2-3-16,-3-2-8 0,0 1-7 0,1-2 2 15,-2-1-12-15,8-3-2 0,-13 3-7 0,6-3 0 16,7 0-9-16,-11-3-1 0,5-3 1 0,-1 0-7 15,0-1-1-15,0-2 6 0,4 0 0 0,-1-1 10 16,2 2-6-16,0-5 6 0,4-4 2 0,1 2 4 16,0-2 15-16,5-2-8 0,-1 2 14 0,4-7 4 15,-2 7-1-15,4 0 1 0,-1 1 1 0,4-6 3 16,1 1-4-16,1 0-1 0,-4 6-2 0,4-4 4 16,2 1 1-16,-7 3 3 0,2-1-2 0,2-3-1 15,-3 8 1-15,5-7-1 0,-5 5 10 0,-1 0-3 0,-4-1-1 16,3 1 0-16,-4 1-1 0,1 0-1 15,-5 3 2-15,6-1 7 0,-6 1-7 0,1-1 4 16,0-1-4-16,-2 1 3 0,2 2-3 0,-1-1 5 16,-2 3 0-16,1 0 0 0,-2-2 3 0,-1 8 10 0,2-9-1 15,-2 9 1-15,0-9 0 0,0 9-1 0,0 0-3 16,-5-10-5-16,5 10-12 0,-4-6 11 16,4 6-3-16,-8-4 0 0,8 4 4 0,-12 0-7 15,12 0 2-15,-14 3-4 0,9 0 3 0,-3-1-5 0,-1 4 7 16,3-3-1-16,0 1-8 0,-2 1 3 0,0 2 4 15,2-1-4-15,1 1 0 0,-1 0 0 0,1 3 1 16,3-1 0-16,-2 1-2 0,3-1 2 0,-2 1-3 16,2-1 2-16,1 2 0 0,1-4 1 0,2 4 1 15,-2-4 0-15,3 3 0 0,0-4 1 0,0 3-1 16,4-1 3-16,-2-2-4 0,3 1 0 0,0-1 3 16,-2-3-3-16,0 2 5 0,4-3-2 15,-5 1-1-15,2 0-2 0,5-3 0 0,-6 2 0 0,4 0 0 16,1-3-3-16,-4 1 1 0,1-1-1 0,2 1-1 15,-4-2-5-15,2-1 2 0,-1 0-6 0,-2-1 0 16,-6 4 1-16,13-3-3 0,-5 3 3 0,-2-4 2 16,0 1 0-16,1 1-1 0,-2-1 5 0,1-1-3 15,-6 4 5-15,11-5-5 0,-6 0 0 0,1-1 3 16,-1 2 0-16,2 0-3 0,2-1 3 0,-4 0-2 16,3 1 2-16,-2 0 2 0,0 0 2 0,-1-3-2 15,1 2 4-15,0 0-4 0,-2 0-1 0,4-2 3 16,-1 0 2-16,-1-2-3 0,-2 5 0 0,1-6 0 15,0 2 0-15,0 1 1 0,-1-2-4 0,-2 3 5 16,0-4-3-16,-1 3-1 0,1-4 8 0,-2 11-1 16,-2-12 2-16,2 5 1 0,0 7-2 0,-1-10 3 15,1 10-2-15,-4-11 5 0,0 5-2 0,1-1 4 16,3 7-3-16,-10-7-1 0,6 3-1 0,4 4-2 16,-4-5 7-16,4 5-8 0,-11-5-2 0,11 5 1 15,-8-2-3-15,8 2 2 0,0 0-3 0,0 0 0 0,-10 0 2 16,10 0-2-16,0 0-3 0,0 0 2 15,0 0 0-15,0 0 2 0,-7 4-3 0,7-4 3 16,0 0 0-16,0 0-3 0,0 0 4 0,0 0 0 16,13 11-2-16,-5-8 0 0,-8-3-1 0,17 1 2 0,-6 0-2 15,1-1-5-15,1 0 8 0,1 0-2 0,-1 0-1 16,-1 0 1-16,-1 0 2 0,-2 1 1 0,2-1-2 16,-2 0-3-16,-2 0 2 0,-7 0-2 15,14 0 0-15,-8 2 0 0,-6-2-2 0,11 0 3 0,-11 0 3 16,7 0-8-16,-7 0 3 0,0 0-3 0,12 5-3 15,-8-1 6-15,-4-4-1 0,6 10 2 16,-4-5-3-16,1 2 3 0,-1 1 2 0,0 1 6 0,-2 1 5 16,0-1-1-16,2 3 0 0,0-2 3 0,-1 1-5 15,-1 0 2-15,0 0-5 0,0-1 5 0,2-1 0 16,0 2-4-16,1-2-19 0,-3-2-17 0,2 0-20 16,0 2-26-16,1 0-25 0,0-3-37 0,0 0-30 15,1 2-143-15,1-5-335 0,2 2 149 0</inkml:trace>
  <inkml:trace contextRef="#ctx0" brushRef="#br0" timeOffset="107777.71">26326 9832 69 0,'0'0'187'0,"0"0"-7"0,0-10-14 15,0 10-12-15,0 0-18 0,0 0-10 0,0 0-20 16,0 0-9-16,0 0-12 0,0 0-5 0,0 0-2 16,0 0-2-16,-4 29-9 0,0-13-8 0,-2-5-5 15,2 5-3-15,0-1-2 0,2 2-1 0,-5-1-6 16,1 0-1-16,3-5-3 0,-2 1-2 0,1 0-5 15,-1-1-4-15,1-1-1 0,2-4 1 0,2 2-7 16,-4-3 0-16,4-5 0 0,-1 10 3 0,1-10 2 0,-4 7 12 16,4-7 8-16,-5 6 8 0,5-6 7 0,0 0 9 15,-5 4 0-15,5-4 0 0,0 0-9 0,0 0-1 16,0 0-10-16,0 0-6 0,0 0-5 16,-4-25-2-16,4 16-7 0,4-4 0 0,-4 3-5 0,5-3 0 15,-3-3-4-15,5-3-6 0,-2 1 0 0,1 0 0 16,1-5-16-16,2 5 4 0,2-5-4 0,-4 5 2 15,2-6-12-15,0 5 4 0,-2 3-2 16,2-1 8-16,0 2-8 0,0 1 1 0,-3 4 1 0,1 1-1 16,-1 3 3-16,-2-1-2 0,0 1 1 0,2 2-1 15,-6 4-1-15,9-6 2 0,-2 5-4 0,-7 1 5 16,12 4-5-16,-4-1 5 0,1 3-2 0,1-1 5 16,-2 6-6-16,1-3 7 0,1 4-1 0,-1 2-3 15,1-2 4-15,-3 3-1 0,0-1-6 0,2 2 5 16,-2-2 0-16,-3-2 2 0,3-1-2 0,-2 4 8 15,-1-3-5-15,1 3 2 0,-1-3-2 0,-2-1-1 16,2 0 3-16,-1 1-3 0,2 0 2 0,-5-2 0 16,0 0 0-16,2-2 2 0,0 2-3 0,0-1 1 15,-2-2-1-15,0 2-2 0,0-2-21 0,0-7-15 16,0 14-14-16,0-7-22 0,0-7-16 0,0 12-38 16,-2-5-5-16,2-7-22 0,-2 8-24 0,2-8-155 15,-8 7-362-15,8-7 160 0</inkml:trace>
  <inkml:trace contextRef="#ctx0" brushRef="#br0" timeOffset="107944.56">26364 9917 83 0,'7'0'123'0,"-7"0"-14"0,20-3-11 0,-9-1-7 16,4 3-26-16,4-1-10 0,1 2-26 15,-1 0-38-15,-2 2-30 0,2-2-63 0,0 1-109 0,-3-1 50 16</inkml:trace>
  <inkml:trace contextRef="#ctx0" brushRef="#br0" timeOffset="108637.43">26693 10075 115 0,'0'0'159'0,"0"0"-8"0,0 0-11 0,0 0-6 16,0 0-5-16,11-2-10 0,-11 2-1 0,8-6-4 0,-8 6 2 16,10-7-9-16,-6 3-10 0,1-2 2 0,1-2-8 15,-1 1-4-15,2-2-9 0,-3 0-7 0,1-1-4 16,-1-2-7-16,2 0-6 0,-3 0-7 0,-1 1-3 16,-2-2 0-16,2 1-3 0,-4 0 4 0,2 2-1 15,-2 1-9-15,-1 2-5 0,-1 0-1 0,4 7-6 16,-4-12 0-16,2 8-6 0,2 4 3 15,-9-7-1-15,4 3-6 0,5 4-4 0,-9-4 1 0,9 4-1 16,-9-1-2-16,9 1-4 0,0 0-9 0,-12 1-10 16,12-1-1-16,0 0 0 0,-6 6 0 0,6-6-6 15,0 0 0-15,0 0 1 0,0 0 0 0,0 0 3 16,18 10-1-16,-9-8 0 0,5-1-1 0,-1-1 2 16,-2 2 5-16,7 0 0 0,-5-2-4 0,1 0 9 15,-1 0 1-15,-3 1-2 0,-3-1 2 0,1 0-9 16,-1 2 7-16,-7-2 3 0,12 5-3 0,-8-1 1 15,-4-4-2-15,7 7 7 0,-5 1 10 0,2-2-4 16,0 0 11-16,-3-1-3 0,1 5 0 0,1 0-1 16,-3-2 1-16,2 3-5 0,0-2 1 0,-2 2-3 15,0-5 7-15,2 3-7 0,0-2-1 0,-2-7 5 16,1 12-2-16,1-5-1 0,0-2 2 0,-2-5 0 0,8 11-1 16,-3-7 0-16,0-1 0 0,0 2-2 15,-5-5 0-15,13 6 3 0,-5-4 4 0,2 0-10 16,1-1-4-16,-2-1-2 0,0 0-3 0,2-1-2 0,0-2 0 15,1 0-2-15,-1-1 9 0,0-2-11 0,5-1 1 16,-1-2-8-16,-5 3 5 0,5-5 0 0,-3 1 0 16,1-1 6-16,-4 2-4 0,0-2 0 15,-4 2 4-15,1-1 0 0,-1 2 6 0,-3 0-4 0,0 1 6 16,0-3 2-16,-2 3-2 0,0 7 6 0,-4-12 0 16,4 12 5-16,-2-11-4 0,2 11 0 0,-5-7-1 15,5 7 3-15,-6-7-1 0,6 7-2 0,-12 2-1 16,12-2-2-16,-15 6 4 0,4 0 2 0,1 3 0 15,1 0-3-15,1 2 2 0,-4 0-3 0,5-1 2 16,3 1-1-16,-3 4-4 0,1-4 4 16,3 0-10-16,2 2-9 0,1-3-21 0,1 3-4 0,2-4-11 15,1 2-18-15,1-6-18 0,5 2-22 0,2-3 3 16,6 1-14-16,4-1-10 0,-1-3 1 0,10-1-85 16,-1 0-230-16,1-3 101 0</inkml:trace>
  <inkml:trace contextRef="#ctx0" brushRef="#br0" timeOffset="109035.25">27442 10028 14 0,'17'-9'42'0,"-4"-1"11"15,5-3 5-15,-7 3 5 0,0 1 8 0,-2 0 2 16,-4-2 11-16,-1 3 9 0,0-2 18 0,-3 3 9 16,-2-3-10-16,1 10-4 0,-3-15 2 0,-2 8-5 15,1 3-3-15,4 4-1 0,-10-8-4 0,3 5-5 0,1 1-7 16,6 2-8-16,-23 5-5 0,10-1-11 16,-3 3 2-16,1 3-7 0,0-1-5 0,1 4-4 15,-1-1-4-15,2 2-1 0,4 0-9 0,-2 1 1 0,4-1-6 16,1-4-2-16,2 3 3 0,1-3-9 0,0 0-3 15,3-2 3-15,0-1-1 0,0-7 0 16,3 11-2-16,1-7 0 0,-1 1 3 0,-3-5-7 0,6 7 1 16,1-6-5-16,-7-1 5 0,12 1-3 0,-6-1 0 15,-6 0-3-15,11-5 1 0,-4 1 0 0,0-1-2 16,0-1 3-16,1 0-3 0,-1 0 0 0,2-3 1 16,-2 2-2-16,0-3 2 0,-3 0-1 0,3 1-2 15,0-1-1-15,0 0-1 0,-3-2-2 0,3 5 5 16,-3 1-2-16,-2 2-1 0,-2 4-1 0,8-8 0 15,-8 8-1-15,3-4-7 0,-3 4 3 0,0 0 2 16,0 0 0-16,0 0-3 0,0 0-2 0,11 11 4 16,-9-3 1-16,-1 1-7 0,1 1 12 0,-2 0-5 15,2 2 2-15,0-3 0 0,1 2 2 0,0 2 1 16,-1-2 0-16,4 1-1 0,-1-2-18 0,-1 1-19 16,2-3-24-16,2 1-32 0,1-2-30 0,2 0-39 15,1-2-38-15,-1-1-109 0,1-1-332 0,0 0 147 16</inkml:trace>
  <inkml:trace contextRef="#ctx0" brushRef="#br0" timeOffset="115055.76">24247 8410 2 0,'-1'-11'166'0,"1"11"3"0,-3-11-10 16,3 11-1-16,-1-9-9 0,1 9-11 0,0-8-12 16,0 8-8-16,-2-10-5 0,2 10-10 0,0 0-10 15,0 0-7-15,-3-6-11 0,3 6-5 0,0 0-13 16,0 0-7-16,0 0-3 0,0 0-16 0,0 0-5 16,0 0 3-16,0 0-7 0,0 0 1 0,0 0-7 15,6 23 4-15,-2-6 1 0,-2-2 0 0,5 10 4 16,-5-6 1-16,1 6-4 0,-1 0 3 0,1 0-4 15,-2 1 4-15,-1 0-1 0,0-1 3 0,2-6 0 16,-4 1-4-16,4-1 0 0,0-1-4 0,-1 0-1 16,2 0-3-16,0-1 6 0,-2 0-2 0,5-2-3 15,-5-4 0-15,2 1 0 0,-2-2-4 0,0 0 1 16,1 0-2-16,0-1-1 0,1 1-3 0,-3-4 5 16,0 3-5-16,0-9-22 0,0 13-13 0,0-8-20 15,0-5-14-15,0 10-25 0,0-10-15 0,-3 8-26 16,3-8-15-16,0 0-24 0,-2 6-131 0,2-6-324 15,0 0 144-15</inkml:trace>
  <inkml:trace contextRef="#ctx0" brushRef="#br0" timeOffset="115837.13">24275 8651 2 0,'0'0'111'0,"10"-9"6"0,-5 4-32 15,5-3 16-15,1 2-17 0,5-2-10 0,0-1-6 16,4-1-6-16,-5 1-6 0,1-1-13 0,-1 3-12 16,-3 0 13-16,-2 0-11 0,1 1 3 0,-2 1 5 0,-1-3-12 15,0 2-4-15,-1-1 11 0,0 2 3 0,-4-4-6 16,1 2-8-16,0 0 13 0,1-1-6 0,-2 1 0 16,-2-3-3-16,-1-1 2 0,0 2 8 15,0 9 6-15,0-13-5 0,0 13 2 0,-1-13 0 0,1 13 1 16,-3-8-4-16,3 8-2 0,-1-8-1 0,1 8-5 15,0 0-6-15,1-10-2 0,-1 10-6 16,0 0-3-16,0 0-4 0,0 0-1 0,0 0-7 16,5 23 4-16,-2-7 2 0,-3 1 6 0,0 10 7 0,0 0-1 15,0 0 0-15,-3 2-2 0,3-3-3 0,3-2 4 16,-3 3 1-16,0-8-2 0,0 0 2 0,-3 0-3 16,6-2-1-16,-3 0 1 0,0-4-3 0,1-1 0 15,-2-2 0-15,1 0-3 0,0 2-1 0,0-6 0 16,0-6-3-16,1 11 1 0,-1-11-3 0,0 6 0 15,0-6 5-15,0 0 1 0,0 9-3 0,0-9 3 16,0 0 15-16,0 0 4 0,0 0 6 0,0 0-2 16,0 0-5-16,0 0-3 0,0 0-1 0,0 0-8 15,0 0 4-15,0 0-6 0,5-29 0 0,-2 20-2 16,1-1-1-16,1-1-7 0,0-1 3 0,4-1-3 16,-1 1 2-16,-1 3-4 0,3-1-1 0,-2 3-1 15,-1 2-1-15,2-3-5 0,0 6 4 0,-2-1-5 16,1 2 1-16,3 0 2 0,-2 4-3 0,1 1 4 15,-1 4 0-15,4-4-1 0,-4 4 1 0,1 0-2 16,2 0 4-16,-2 1-3 0,3-2 5 0,0 3 1 16,-3-5-2-16,5 2 1 0,-2-1 2 0,1-2-1 15,3-1-2-15,0-1 2 0,-1-1-6 0,-2-1 3 16,3-1 2-16,1-1-6 0,-7 1 1 0,2-4 3 16,-2 4-3-16,-1-6 4 0,1 2-5 0,0-1 4 15,-6-1 0-15,3 0-4 0,-2 3 5 0,0-5-2 16,-4 1 4-16,2-1-5 0,-2-1 2 0,1-2 0 15,0 3-1-15,-3-2 0 0,1 0 2 0,-1 2 0 16,0 9-1-16,-1-12 3 0,0 4 6 0,1 8-1 16,-2-10-2-16,2 10 0 0,0 0 2 0,0-10-6 0,0 10-3 15,0 0-2-15,0 0 0 0,0 0 2 0,0 0-5 16,0 0 0-16,0 0 1 0,-9 20 5 0,5-10 0 16,1 0-3-16,2 2 0 0,-1 0 1 15,-2 0-1-15,4-1 0 0,0 0 6 0,0 1-5 0,0-3 4 16,0 4-4-16,2-3 4 0,2-1-8 0,0 0-17 15,1-1-33-15,3-1-18 0,-3 1-23 0,4-4-40 16,-4-1-22-16,3 1-37 0,-3-2-99 0,4-1-319 16,-9-1 142-16</inkml:trace>
  <inkml:trace contextRef="#ctx0" brushRef="#br0" timeOffset="116006.79">25012 8399 56 0,'0'0'94'0,"0"0"-23"0,0 0-17 0,0 0-17 0,18 14-20 16,-9-5-23-16,0 4-49 0,1 2-57 0,2 2 26 16</inkml:trace>
  <inkml:trace contextRef="#ctx0" brushRef="#br0" timeOffset="116282.52">25242 8767 146 0,'0'0'202'0,"0"0"-3"15,0 0-9-15,0 0-4 0,0 0-14 0,0 0-10 16,0 0-16-16,0 0-7 0,2-22-17 0,0 13-4 16,-2-1-3-16,1 0-7 0,2-2-11 0,4-5-10 15,-4 1-7-15,5 0-8 0,1-2-9 0,0 0-3 16,2 2-10-16,-1-1-2 0,3 2-7 0,1 2-4 15,-1 4-5-15,0 1-3 0,1 3-1 0,-3 1-6 0,1 1-3 16,-3 3-1-16,3 4-5 0,-2 1-2 16,1 2-1-16,-2 2 1 0,1 4-3 0,2-1-3 15,-7 5 0-15,3 0 3 0,-2-1-1 0,-2 4-1 16,0-1-2-16,-1-1-20 0,-1-1-17 0,0 1-28 16,-2-1-39-16,0-1-39 0,0-3-47 0,0-1-205 15,-2-1-422-15,2-2 187 0</inkml:trace>
  <inkml:trace contextRef="#ctx0" brushRef="#br0" timeOffset="116577.82">25039 8356 61 0,'0'0'212'0,"-9"-6"-22"15,9 6-20-15,-6-5-20 0,6 5-16 0,-6-3-19 16,6 3-29-16,0 0-28 0,0 0-24 0,0 0-38 15,0 0-25-15,0 0-38 0,0 0-118 0,0 0-201 16,21 16 88-16</inkml:trace>
  <inkml:trace contextRef="#ctx0" brushRef="#br0" timeOffset="122972.73">23935 7127 43 0,'0'0'49'0,"0"0"-8"15,0 0 0-15,0 0-2 0,0 0-10 0,0 0 2 16,0 0-6-16,0 0 3 0,0 0-2 0,0 0 2 0,0 0-6 15,0 0 8-15,0 0-13 0,0 0-4 16,0 0 9-16,0 0 0 0,0 0-2 0,0 0-6 16,0 0 2-16,0 0 1 0,0 0-4 0,0 0-1 15,0 0-2-15,0 0 4 0,0 0 3 0,0 0-9 16,0 0 5-16,0 0-4 0,0 0 0 0,0 0 8 16,0 0-11-16,0 0-1 0,0 0 0 0,0 0 3 15,0 0 7-15,0 0-12 0,0 0 3 0,0 0-3 16,0 0 5-16,0 0-10 0,0 0 11 0,0 0-2 15,0 0 2-15,0 0 0 0,0 0 8 0,0 0-1 0,0 0-2 16,0 0 0-16,0 0 6 0,0 0 4 16,0 0 5-16,0 0 5 0,0 0-3 0,0 0-3 15,0 0 6-15,0 0-3 0,0 0-2 0,0 0 5 16,0 0-2-16,0 0 3 0,0 0-2 0,0 0-3 0,0 0 2 16,0 0-6-16,0 0 3 0,0 0-8 0,0 0 11 15,0 0-1-15,0 0 2 0,0 0 0 16,0 0 4-16,0 0 1 0,-4-27-10 0,4 27 3 15,0 0 4-15,0 0-3 0,0-12 8 0,0 12-2 0,0 0 3 16,-1-9 0-16,1 9-6 0,0 0-5 0,0 0-2 16,0-9-4-16,0 9-3 0,0 0-10 15,0 0 7-15,0 0-1 0,0 0-4 0,0 0-1 0,0 0-7 16,-1-7-3-16,1 7 2 0,0 0 6 0,0 0-8 16,0 0-2-16,0 0-2 0,0 0 0 0,0 0 2 15,3 30-2-15,-3-18 1 0,2-2 4 0,-1 4-3 16,0 2 2-16,1-2-1 0,-1 0 0 0,0 2-2 15,0-2 3-15,-1-3-1 0,2 0-1 0,-1 2 3 16,1 1-5-16,-2-2 4 0,2 0 0 0,-1-1 0 16,-1-1-3-16,1 1 0 0,-1-1 1 0,1-1 3 15,-1 1-6-15,0-2 12 0,2-2-9 0,-2-6-1 16,0 16 5-16,0-10-4 0,0-6 3 0,-2 13 2 16,4-7-2-16,-2-6-11 0,-2 12 11 0,2-12 1 15,2 10 2-15,-2-10 0 0,0 9-3 0,0-9-3 16,0 8 1-16,0-8 3 0,0 7-9 0,0-7-25 15,0 0-13-15,-2 9-8 0,2-9-16 0,0 0-27 16,0 0-2-16,0 0-10 0,0 8-7 0,0-8-2 16,0 0-19-16,0 0-82 0,0 0-234 0,0 0 103 15</inkml:trace>
  <inkml:trace contextRef="#ctx0" brushRef="#br0" timeOffset="123467.2">23912 7174 52 0,'-1'-11'147'0,"1"11"-13"0,5-12-17 0,-1 4-13 16,3-1 2-16,2 0-6 0,3 1-4 0,-1 3-2 16,8-2-3-16,-1 1-7 0,1-1-9 0,-1 3-1 0,2 3-4 15,-1 1-10-15,-3 1-4 0,-2 1-6 16,0 1-3-16,-2 3-8 0,-1 1-2 0,0 0 2 15,-5 2-12-15,2 1 4 0,-2 1 4 0,-2 0-11 16,-3 5-1-16,0-4-6 0,-1-1 2 0,-1 2 0 16,0 0 5-16,-2 0-10 0,0-3 2 0,-3 0-4 0,3-1 0 15,-1 0-1-15,1-2-2 0,1-3 1 16,2-4-3-16,-4 8 0 0,4-8 0 0,-3 7-1 16,3-7-2-16,-2 6 4 0,2-6-1 0,0 0 1 0,0 0 2 15,-3 6-14-15,3-6 4 0,0 0 5 0,0 0-5 16,0 0 2-16,0 0 6 0,10 6-6 15,-4-3-1-15,-6-3 1 0,14 3-2 0,-4 0 0 0,0 2 2 16,1-1-4-16,0 1 2 0,-1 1 3 0,1-1-4 16,-2 1-3-16,-1 0 2 0,1-1 2 0,-3 0-4 15,0-1 4-15,-1 2-2 0,-1 0 3 16,-2 0-5-16,3-1 4 0,-5-5 2 0,0 13-4 16,0-6 7-16,0-7-3 0,-10 12-2 0,4-6 3 0,-2 1 0 15,-1-1-3-15,0 0 0 0,-1 0 2 0,-2-3-4 16,2 1-3-16,-2 1 0 0,1-3-8 0,2 1-6 15,-1-1-3-15,0 1-12 0,2-3-23 0,8 0-12 16,-14-1-21-16,14 1-22 0,-14-4-19 0,10 1-119 16,4 3-270-16,-6-7 119 0</inkml:trace>
  <inkml:trace contextRef="#ctx0" brushRef="#br0" timeOffset="124194.13">24405 7261 128 0,'3'-7'162'0,"-3"7"-18"0,0 0-12 15,0 0-11-15,0 0-18 0,0 0-10 16,0 0-5-16,0 0-18 0,0 0-7 0,0 0-5 0,0 0-4 16,0 0-9-16,0 0 3 0,2 25-9 0,0-18-3 15,-2 3 1-15,0-3-7 0,1 4-1 0,-2-2-6 16,1 1 7-16,0 2-3 0,0-3-5 0,1 0-2 16,-1 1 0-16,0-3-8 15,0 3 4-15,0-10 0 0,-1 15-4 0,1-6 3 0,0-1 1 0,-2-2-22 16,2-6-24-16,-1 14-20 0,1-8-19 0,-4 0-25 15,4-6-33-15,-2 13-96 0,1-10-240 0,1-3 106 16</inkml:trace>
  <inkml:trace contextRef="#ctx0" brushRef="#br0" timeOffset="124398.8">24375 7147 95 0,'0'0'103'15,"0"0"-14"-15,0 0-13 0,0 0-6 0,0 0-14 16,0 0-13-16,13 14-20 0,-6-4-18 0,0 1-14 16,4 2-22-16,0 0-11 0,5 1-38 0,-3-1-87 15,3 2 39-15</inkml:trace>
  <inkml:trace contextRef="#ctx0" brushRef="#br0" timeOffset="124833.4">24663 7323 78 0,'0'0'155'0,"8"-4"-9"0,-8 4 5 0,2-9-11 15,-2 9 0-15,0 0-2 0,0 0-7 0,-6-15-8 16,6 15-5-16,-2-8-7 0,2 8-6 0,-3-5-14 0,3 5-7 16,-6-4-8-16,6 4-12 0,0 0-7 15,0 0-5-15,-16 2-8 0,16-2-7 0,-10 7 0 16,4 1-7-16,-2-1-4 0,2 1-1 0,-1 2-1 15,2-2-3-15,0 2-5 0,1 0 0 0,1-3 0 16,0 5-2-16,3-5-3 0,0-7-2 0,1 13-5 0,2-7-2 16,-1 1-1-16,2-3-7 0,0 1 1 15,1-1-1-15,-5-4 7 0,10 4-1 0,-6-1 1 16,-4-3-2-16,12 0 3 0,-12 0-1 0,10-5-8 0,-10 5 10 16,11-1-4-16,-3-3 7 0,-8 4 0 15,8-5-3-15,-6 2 2 0,-2 3 1 0,8-9 1 0,-4 7 3 16,-4 2 3-16,0 0-5 0,8-5-2 15,-8 5-3-15,0 0-6 0,0 0 0 0,0 0 0 16,7-1 2-16,-7 1-6 0,0 0 5 0,6 11 2 0,-2-1-5 16,-2-1 6-16,-1 3-1 0,0-2-4 0,2 0 3 15,-3 0 3-15,0 1-2 0,0 2-1 16,-3 2 4-16,2-1 2 0,-2 0-4 0,1-2 4 0,-2 5-1 16,-3-6 4-16,-1 1 1 0,1 2-1 0,0-3-1 15,0-2 0-15,-6 3-1 0,4-3 0 0,-2 4-1 16,3-6 1-16,-2 1-3 0,0-3-14 0,0 1-19 15,2-1-21-15,-1 2-15 0,2-3-29 0,0-4-26 16,3 4-37-16,4-4-154 0,0 0-338 0,0 0 149 16</inkml:trace>
  <inkml:trace contextRef="#ctx0" brushRef="#br0" timeOffset="125884.65">24967 7309 126 0,'0'0'180'15,"-5"-12"-11"-15,3 8-9 0,2 4-10 0,-8-10-10 16,3 7-13-16,5 3-14 0,-9-3-11 0,3 0-14 16,6 3-6-16,0 0-9 0,-16 5-15 0,11-1-2 15,1 2-7-15,-4 1-3 0,4 1-1 0,-1 1-9 16,1-2-5-16,1 0 0 0,2 1-4 0,-1-2-2 15,2-6-6-15,0 13-1 0,0-13-10 0,2 9-1 16,-2-2-2-16,0-7-7 0,5 8 2 0,-1-4 2 0,-4-4 2 16,10 4-7-16,-10-4 0 0,9 1 6 15,-9-1-4-15,10-2 0 0,-10 2 5 0,9-4-5 16,-9 4 2-16,10-7 4 0,-6 4 4 0,-4 3 0 0,5-4-2 16,-1-2 0-16,-4 6-2 0,8-7 4 0,-8 7-3 15,4-4 0-15,-4 4-5 0,0 0 2 16,0 0-5-16,6-3 1 0,-6 3-2 0,0 0-2 15,0 0 2-15,8 16 1 0,-7-6 5 0,3 8-1 0,-4-2 1 16,2 2 10-16,-1 6-2 0,-2 1 1 0,-1 1-1 16,-1-8 1-16,-2 8-1 0,2 0 0 0,-3-1-2 15,0 0 2-15,2-7-2 0,-4 1 4 16,1 7 1-16,-2-3-3 0,-1-7-1 0,-2 4 0 0,1-4-1 16,-1 0-9-16,0-3-8 0,5-4-8 0,-3-2-5 15,2 2-4-15,0-5-7 0,2 1 3 0,1-2-1 16,5-3 0-16,-9 3 1 0,9-3-4 0,0 0-4 15,0 0 8-15,-12-11-2 0,11 5 3 0,1-4 3 16,1 0 9-16,2-1-3 0,3-7 2 0,3 3 1 16,-4-2 13-16,7 0-6 0,-2 0 2 0,7-5-2 15,-2-1-4-15,3-2 1 0,-3 5 4 0,3 0-3 16,0 2 6-16,3-2-5 0,-1 2 5 0,-7 3-1 16,6-4 2-16,0-2-1 0,-5 8 11 0,-1-1-6 15,1 2 1-15,-3-1 1 0,2 0 8 0,-4 1-2 16,-1 5 8-16,0-2 4 0,-2-1-1 0,-1 4 15 15,0-2-3-15,-3 3 2 0,-2 5-2 0,5-7 1 16,-4 1-7-16,-1 6 3 0,0 0 1 0,0-11-1 16,0 11-4-16,0 0-6 0,-3-9 2 0,3 9-1 15,-5-5-5-15,5 5 0 0,-12-3-7 0,12 3 3 16,-12 3-5-16,12-3 2 0,-13 6-5 0,4-3 0 16,1 3 0-16,2 0 0 0,-1 2 0 0,-2 0-1 15,2 1 0-15,1 1-2 0,0 1-2 0,3 0 2 16,-1 0 2-16,3-1 2 0,0 0-1 0,1 0 1 15,1 1-1-15,1-1 2 0,1-1 5 0,3-2-4 0,-2 2 4 16,3 0 1-16,1-2-3 0,0-2 2 16,1 1-2-16,0 1 5 0,2-2-8 0,0-4 4 15,0 2-4-15,3-1 2 0,-3-1 2 0,0-1-5 16,-1 0 6-16,2-1-6 0,-1-1 4 0,-1 0 1 0,-1 0-8 16,0-2 6-16,3-4-2 0,-4 3 0 0,-1-1-2 15,2-3 3-15,-5 0 1 0,3-1-9 0,-4 0-6 16,0 0 0-16,-2 0-1 0,3-3 5 15,-2 2 3-15,-2-2-5 0,0 2 1 0,0-2-8 0,0 4 3 16,0-3 3-16,0 4 1 0,0 8-1 0,0-12 2 16,0 12-1-16,0-13-3 0,0 13-4 0,0-7 4 15,0 7 0-15,0 0 2 0,0-9 1 16,0 9 1-16,0 0-5 0,10-4 7 0,-10 4 0 0,11-2-1 16,-11 2 0-16,14 3 0 0,-8 0 0 0,1-1-2 15,-1 1 7-15,3 0-11 0,-2 2 7 0,0-1-3 16,2 1-4-16,1 3 3 0,-2-2 3 15,-2 1-4-15,1-1 6 0,-2 4 0 0,2-2 3 0,-3-1 0 16,0 3-1-16,-1-3 0 0,-1 3 3 0,0-2-1 16,-1 0 0-16,-1 4-1 0,1-5 5 0,-1 0 2 15,1 1-7-15,-1-8-18 0,0 17-26 0,-2-6-24 16,1-5-45-16,1-6-43 0,-2 18-117 0,5-13-294 16,-3-5 131-16</inkml:trace>
  <inkml:trace contextRef="#ctx0" brushRef="#br0" timeOffset="126176.67">25751 7202 89 0,'-2'-7'229'0,"2"7"-15"0,-2-9-21 0,2 9-22 16,0 0-16-16,-2-8-23 0,2 8-15 0,0 0-12 15,0 0-14-15,0 0-9 0,2 27-4 0,-2-9-6 16,0 9 4-16,0 0 6 0,0 0-3 0,-2 0-7 16,0-1-5-16,2 0-11 0,-1-2-3 0,1-3-5 15,0-2-1-15,-1 1-8 0,0-1 0 0,1-1-8 16,-2-4 1-16,2 6-5 0,0-10-2 0,0 2-9 16,0 0-12-16,0-2-24 0,0-2-17 0,0 2-22 0,0-4-27 15,0-6-23-15,0 9-28 0,0-9-14 16,2 7-28-16,-2-7-112 0,0 0-314 0,0 0 138 15</inkml:trace>
  <inkml:trace contextRef="#ctx0" brushRef="#br0" timeOffset="126925.76">25796 7385 84 0,'7'-5'113'0,"2"-2"-9"15,0 1-6-15,3-1 1 0,0-2-7 0,3 1-4 16,0-2-6-16,-6 4-2 0,2-2 3 0,0-1 1 15,-4 1 0-15,5 2 4 0,-6-3 1 16,1 1 1-16,-1 0 2 0,0-2 1 0,-2 4-2 0,0-2-1 16,0 2-11-16,-2-1-1 0,1-2-8 0,-1 3-6 15,-2 6-1-15,4-9-5 0,-4 9-9 16,2-5-7-16,-2 5-8 0,0 0-8 0,0 0-4 16,0 0-8-16,0 0 2 0,8 20 0 0,-4-4 1 0,-2 1-2 15,-1 7-1-15,1 2-1 0,-2-6 0 0,-2 6-4 16,1-6 0-16,1-1-1 0,-2-1 0 0,0 0 3 15,0-5-5-15,2-1 5 0,0 1-3 0,0-3-2 16,-2 0-1-16,2-2 2 0,0-8-3 0,2 11 0 16,-2-11 1-16,0 9-1 0,0-9 0 0,0 0 1 15,0 9 2-15,0-9 0 0,0 0 2 0,0 0-3 16,0 0 0-16,0 0 1 0,0 0-8 0,0 0-2 16,0 0-7-16,0 0-1 0,13-21 0 0,-6 13 5 15,0 0-7-15,0 2-1 0,-1-2 5 0,3 2 1 16,0 0-6-16,0 2 6 0,0 1-3 0,-1 3-3 15,4-4 3-15,-3 6 1 0,0 0 0 0,0-2 0 16,0 3 3-16,0 1 2 0,3 2-1 0,-1-3 0 16,2 1 1-16,-2 3 4 0,7-2 6 0,2-2 1 15,1 3 5-15,-1-5 3 0,2-1 2 0,-3 0 2 16,2-1 0-16,0-1 5 0,0-1-5 0,-2 0 0 16,2-1 4-16,-3-1-2 0,0 0 1 0,-2-1-1 0,-3 2 1 15,-4-2 13-15,2 3 5 0,-2-4-3 0,0 2-3 16,-4-2-4-16,2-1-5 0,-3-2 1 15,0 2-5-15,-2-1 2 0,0-1-7 0,-2 1 3 16,0-1-4-16,0 10-2 0,-2-13 1 0,2 13-3 0,-4-10 0 16,2 7-3-16,2 3-5 0,-5-6 1 0,5 6-4 15,0 0 2-15,-22 10-2 0,9-2 2 0,1 2 2 16,-1-1-1-16,-3 2-2 0,3-3 0 16,1 4 0-16,3-2 2 0,2-3-8 0,1 2 5 0,2 0-2 15,0-4 1-15,0 2 7 0,2-1-5 0,2-6-1 16,0 8 3-16,0-8-4 0,2 9 3 15,-2-9 0-15,8 5 3 0,-2-2-7 0,-6-3 3 16,11 0-1-16,-11 0 0 0,19-4 2 0,-9 2 0 0,1 0-1 16,1-1 2-16,-6 1-4 0,3 0 1 0,-9 2-3 15,14-3 1-15,-7 3-1 0,-7 0-1 0,11 0 2 16,-11 0-2-16,12 1-9 0,-6 1-11 16,-2 2-14-16,-4-4-18 0,9 8-20 0,-3-2-14 0,-2-1-28 15,0 3-18-15,0-2-10 0,-3 5-17 0,3-4-22 16,0 3-134-16,-2-6-346 0,0 2 153 0</inkml:trace>
  <inkml:trace contextRef="#ctx0" brushRef="#br0" timeOffset="127155.33">26679 7468 19 0,'6'-7'147'0,"4"-4"2"0,-2 3 3 0,-1 1-5 16,-2 1-8-16,2 1-4 0,-1 1-7 0,-1-1-9 15,-5 5-12-15,11-4-6 0,-11 4 0 0,14 2-2 16,-14-2-4-16,10 2-5 0,-5 3-6 0,3-1-2 16,-4 1 0-16,-2 3-8 0,5 0-5 0,-5 1-6 15,2 0-6-15,0 0-7 0,-2 0 1 0,2 0-7 16,-4 1 0-16,2-3-22 0,0 4-31 0,-2-5-33 16,0 1-27-16,0-7-36 0,0 13-46 0,-2-7-51 15,2-6-110-15,-8 10-338 0,0-7 149 0</inkml:trace>
  <inkml:trace contextRef="#ctx0" brushRef="#br0" timeOffset="127675.36">27079 7286 70 0,'0'0'205'0,"-5"-8"-19"16,5 8-19-16,-4-7-21 0,4 7-14 0,0 0-16 15,-4-4-12-15,4 4-13 0,0 0-10 0,0 0-8 16,0 0 3-16,-3 22-14 0,1-9 3 0,2 4 2 0,-4 1 0 16,4 0-4-16,-6 7 1 0,2-5-9 15,0 4-3-15,4 2-6 0,-3-9-4 0,1 2-3 16,-2-4-4-16,4 2-4 0,-2 0-2 0,0-1-6 16,2 1-9-16,0 0-24 0,-3-5-19 0,3-2-26 0,0 1-20 15,0 0-19-15,1-5-23 0,-1-6-18 0,2 12-23 16,-4-4-97-16,2-8-276 0,0 9 122 15</inkml:trace>
  <inkml:trace contextRef="#ctx0" brushRef="#br0" timeOffset="128051.8">27118 7293 126 0,'8'-7'147'0,"5"-2"-15"16,-1 2-5-16,-1 4 2 0,4-3-14 0,-1 3-10 15,-3 1-7-15,1 3-8 0,1-1-8 0,-4 3-9 16,3-2-8-16,-4 5-6 0,3-3 0 0,-1 3-7 16,-8-1-6-16,6 3-7 0,-5 0-2 0,-1 1-5 15,0 2 1-15,0-1-8 0,-6 1-3 0,2 0 8 16,-1-2-6-16,-1 3-12 0,-2-2-8 16,3-1-10-16,-2-3-11 0,3 1-1 0,0 0 2 0,2-7-1 15,0 13-4-15,0-13-3 0,2 16 0 0,0-8-2 16,4-4 5-16,2 3 1 0,1 1 0 0,-1-1 1 15,2-1 10-15,3 2 1 0,-4 1-4 0,1-3 9 16,0 3-2-16,-3-3-4 0,1 0 2 0,-2 3 4 16,1-2 1-16,-3 0-10 0,1-1 17 0,-1 0 2 15,-4 1 9-15,0 2-4 0,0-9 9 0,-2 17 0 16,-1-8-2-16,-1 1 1 0,-2-1-11 0,-1-5 7 16,3 3-3-16,-4-1 0 0,0-1-8 0,1 1 1 15,0 2-23-15,-2-3-17 0,5 0-17 0,-3-4-28 16,7-1-32-16,-9 7-112 0,2-5-241 0,7-2 107 15</inkml:trace>
  <inkml:trace contextRef="#ctx0" brushRef="#br0" timeOffset="128907.31">27633 7429 70 0,'0'0'163'0,"-10"-1"-2"15,10 1-12-15,-19 3-15 0,8-2-10 0,0 4-5 16,1 0-11-16,0 2-10 0,1 1-12 0,-1 2 0 0,2 0-2 16,-1 1-12-16,4 0-2 0,-2 0-6 0,3 1-9 15,2-1-7-15,1 0-6 0,-1 0 0 0,4-2-1 16,-1 3-11-16,1-5-6 0,2 0-13 16,3-2-9-16,-2-1-1 0,1 0 1 0,1 2-2 0,-1-3 0 15,-6-3 2-15,14-1 1 0,-14 1-2 0,12-2-1 16,-6-1 5-16,3 0-2 0,-4-1 5 0,0-3 9 15,1-2-11-15,0 3 6 0,-1-4 7 16,0 0-1-16,0 0-2 0,-1-1 1 0,0 0 4 0,0 0-2 16,-1 0-5-16,2 3-1 0,-3-2 7 0,1 4 2 15,-3 6-2-15,3-9-3 0,0 6-5 0,-3 3-1 16,0 0-7-16,2-6-1 0,-2 6-4 16,0 0 7-16,0 0-4 0,0 0-2 0,0 24 3 0,-2-13 0 15,2 0 1-15,0 1-3 0,0 4 4 0,-2-4-3 16,2 2 2-16,0-1 0 0,2 0-2 0,-2-7 1 15,4 4 2-15,-1 0-3 0,1-3 3 0,0-2 0 16,2 1 1-16,2-4 3 0,1 0 0 0,3-2 0 16,1 0-2-16,-2-3 2 0,7-4 1 0,-3 2-5 15,2-3 5-15,-3-1 2 0,-4 1-8 0,1 1 5 16,0-7-1-16,-1 4 2 0,-2 0-4 0,-1-2 1 16,1-1-2-16,-4 2-2 0,2-6-1 0,-5 5 7 15,2 1-4-15,-2 0-2 0,0-2-2 0,-1 4-1 16,3 2 3-16,-3 7 4 0,-2-10-1 0,2 10-5 15,0 0-2-15,0-11-3 0,0 11 0 0,0 0-2 16,0 0-2-16,0 0 6 0,0 0-3 0,0 30 0 16,2-17 3-16,0-3-3 0,0 9 4 0,-1-1-2 15,3-1 3-15,-1 3-1 0,1-5-1 0,-1 3 4 16,0-3-1-16,-2 2-1 0,1-4 0 0,0 1 0 16,-2-1 3-16,0-2-4 0,-2 1 5 0,2-1 0 15,-2-2 0-15,2 0 0 0,-3-3 1 0,1 2-3 0,2-8 4 16,-6 10-3-16,6-10 0 0,-3 6-2 15,3-6 2-15,-4 6 1 0,4-6-4 0,0 0-1 16,0 0-3-16,0 0-5 0,0 0-13 0,0 0-1 0,0 0-5 16,0 0 6-16,15-24-5 0,-8 17 6 0,2-2-4 15,5-2 5-15,-3-1-3 0,3 2 2 16,-1-5 4-16,0 2 4 0,0 1 6 0,-3 0-3 16,4 0-4-16,-4 0 3 0,-1 2 9 0,0-4 4 0,-4 5 1 15,2-1 10-15,-3 0-4 0,-2 0 12 0,2 3 1 16,-3-1 9-16,-1 8 3 0,2-11 1 0,0 5 2 15,-2 6-4-15,0-11-2 0,0 11-4 16,0 0-5-16,0 0-2 0,-9-8-3 0,9 8-3 0,0 0-3 16,0 0-2-16,-18 11 0 0,9-3 1 0,3 0-2 15,-3 1-2-15,4-1 0 0,-2 2 1 0,2 0-1 16,3 0-2-16,0 1-3 0,2 0-25 0,2-2-25 16,0 3-27-16,5 0-36 0,1-5-39 0,7 1-22 15,1-1-155-15,11 1-353 0,1-3 157 0</inkml:trace>
  <inkml:trace contextRef="#ctx0" brushRef="#br0" timeOffset="129331.71">28388 7381 154 0,'-1'-10'243'0,"0"4"-10"0,-1-2-13 0,2 8-21 16,-2-9-21-16,2 9-22 0,0 0-22 0,0 0-13 15,0 0-17-15,0 0-8 0,0 0-12 0,0 0-6 16,5 38-8-16,-5-13-3 0,0-5-7 0,1 6-5 16,-1-6-7-16,0 4-3 0,-1-5-6 0,1-1-1 15,-1-1-2-15,-3 1-2 0,4-1-6 0,-4-7-1 16,3 3-7-16,0-4 6 0,0-2-4 0,1-7 0 16,-3 9-5-16,3-9 3 0,-2 8-4 0,2-8 0 0,0 8 0 15,0-8 3-15,0 0-1 0,0 0 1 0,0 0-4 16,0 0-1-16,3 6-3 0,-3-6-9 15,0 0-4-15,19-15-6 0,-7 8-1 0,4 0 1 16,1-2-4-16,2 0 5 0,2 2-3 0,-2 1 0 0,1 2 1 16,-1 0 1-16,-2 2-4 0,-3 2 7 0,-1 0-3 15,-4 0-3-15,1 2 2 0,-4 1-2 0,1 1 0 16,-3-2 2-16,1 3-1 0,-5-5 5 16,2 8 2-16,-2-8 3 0,-3 17-1 0,-1-10 2 15,-1 0-4-15,-3 2 3 0,0-3 3 0,1 3 2 16,-3-3-5-16,2 1-16 0,-2-3-14 0,1 0-31 15,1 2-25-15,-1-3-22 0,3-1-26 0,6-2-31 16,-9 0-36-16,9 0-108 0,-11 0-333 0,11 0 149 16</inkml:trace>
  <inkml:trace contextRef="#ctx0" brushRef="#br0" timeOffset="129921.36">28698 7514 159 0,'0'0'185'0,"0"0"-22"0,6-7-13 15,-6 7-8-15,0 0-18 0,0 0-5 0,0 0-8 16,0 0-7-16,8 11 4 0,-4-5-1 0,-1 1-6 16,0 0-8-16,1-3-8 0,1 5-7 0,-2-3-10 15,0 0-6-15,3 1-9 0,-4-1-3 0,6 1-1 16,-2 0-5-16,-1-5 0 0,1 2-5 0,7-1-3 16,-4-3-6-16,3 1-3 0,1-2 0 0,-1-2-3 15,6-1-2-15,-3 0-4 0,-3-1 4 0,-2-1-4 16,-1 1 1-16,3-3-3 0,-5 1 4 0,0 0-3 15,-1-1 2-15,-2-1 5 0,0 0 4 0,0-1-4 16,-2 0-4-16,1 1 3 0,-1 1-4 0,0 2-1 16,-2 6 1-16,2-11 2 0,0 5-1 0,-2 6-3 15,2-7-4-15,-2 7-4 0,0 0-7 0,0 0-2 16,0 0 2-16,0 0-2 0,0 0-5 0,0 0 5 16,0 0 0-16,0 0 2 0,-8 30 1 0,7-21-2 15,1 2 1-15,0 1 4 0,0 0-1 0,1-1 1 16,1-2-2-16,0 1 6 0,2-1-4 0,-1-1 1 0,2-1-1 15,-1-2-2-15,2-2 6 0,0 3-1 16,1-2 0-16,1-4-1 0,3 0 6 0,0 0-8 16,0-2 2-16,1-2-1 0,-1 0 2 0,0-1-2 15,-2-4 0-15,0 0-1 0,-2 0 1 0,1-1-2 0,0-3-2 16,0-1 2-16,-2-1 1 0,-2 1-4 16,4-3 2-16,-5 0-9 0,0-2 6 0,2 1-3 15,-1 0 2-15,-1 2-3 0,0-1 2 0,0 1 17 16,1 6 1-16,-2-1-2 0,0 2 8 0,-1 2 1 15,-1 7-5-15,-1-11-2 0,1 11-7 0,2-6-5 16,-2 6 0-16,0 0-2 0,0 0-6 0,0 0 3 0,1 22 0 16,-3-9 0-16,1 3 0 0,-1 3 5 15,0 0 1-15,-2-2-2 0,-2 7 3 0,2-7-2 16,1 0 1-16,1 3-2 0,-1-1 2 0,0-1 3 0,1 0-4 16,1 1-5-16,-1 1-17 0,0-4-26 0,2-1-26 15,-3-3-48-15,1-1-55 0,1-1-33 0,-1 0-225 16,2-10-465-16,-4 17 206 0</inkml:trace>
  <inkml:trace contextRef="#ctx0" brushRef="#br0" timeOffset="130078.67">29040 7472 61 0,'0'0'127'0,"7"-5"-32"15,-7 5-26-15,11-2-41 0,-11 2-37 16,13 0-54-16,-13 0-66 0,28 3 29 0</inkml:trace>
  <inkml:trace contextRef="#ctx0" brushRef="#br0" timeOffset="130483.11">29477 7635 224 0,'0'0'260'16,"7"-10"-4"-16,-2 5-14 0,1-3-19 0,1-1-18 0,-1-1-13 16,2 0-17-16,2-3-10 0,-1 0-23 0,2 0-11 15,2 0-15-15,0-2-12 0,0-2-8 0,5-5-9 16,-6 6-10-16,2-3-8 0,0 2-6 16,-3 2-7-16,-1-2-6 0,-2 4-3 0,-2 3-6 15,0 0-6-15,-2 1-5 0,-1 3-2 0,-4-1-5 0,1 7-7 16,-4-11-1-16,4 11-3 0,-11-7-8 0,3 6 3 15,-3 1-8-15,11 0-5 0,-28 6-9 0,10 0-6 16,2 0-10-16,0 0-9 0,5 1-3 16,1 0 1-16,-1 1-4 0,4 0-5 0,3 0 1 15,0 3 1-15,7-1 7 0,-2-1 1 0,4 2 3 0,0 0 7 16,10 1-3-16,-4 0 8 0,4-1 2 0,-1 2-2 16,-1-1 6-16,0-1-2 0,1 3 6 0,0-4-3 15,-4 0 6-15,1 0-2 0,-4-1 4 0,-1-1 3 16,-1 1 8-16,1 4 9 0,0-5 2 0,-5 3 3 15,2-1 0-15,-1-1 1 0,-2-1-1 0,-1-1-2 16,-3 2 0-16,-2-1-3 0,-1 0-15 0,0 1-30 16,-1 0-42-16,-2-2-47 0,2-1-40 0,-1 1-187 15,-1-4-381-15,10-3 169 0</inkml:trace>
  <inkml:trace contextRef="#ctx0" brushRef="#br0" timeOffset="131051.72">29903 7490 173 0,'3'-7'226'0,"-3"7"-27"15,0 0-18-15,0 0-23 0,0 0-11 0,0 0-9 16,0 0-8-16,9 17-9 0,-8-8-9 0,-1 1-10 16,2 0-7-16,-2 0-8 0,0 1-9 0,3-1-9 15,-1 2-5-15,-2-1-8 0,2-1-4 0,-2 0-2 16,1-3-5-16,-1-7-5 0,0 10-1 0,0-10 0 15,0 8 2-15,0-8 11 0,0 0 22 0,1 7 16 16,-1-7-6-16,0 0-5 0,0 0-6 0,0 0-9 16,0 0-6-16,-14-17-4 0,12 10-2 0,-2-3-7 15,1-1-5-15,2-1-3 0,0-1-4 0,-1-3-5 16,2 2-5-16,2-6-4 0,4 2-13 0,1 0-9 16,1 3-3-16,3-1-1 0,-1 3-5 0,-3 3-8 15,6 0-1-15,-2 4 2 0,0 2-2 0,1 2 5 16,-1 2-5-16,3 2 7 0,-1 2-3 0,3 2 0 15,0 6 2-15,-1-1 4 0,-2 0-3 0,0 3 5 16,-2 0-1-16,-2 2 4 0,1-2-1 0,-3-3 2 16,-2 0-2-16,1-1 2 0,-2 1 1 0,-3-4 0 15,4-1 0-15,-3 1 6 0,0-1-5 0,1 0 2 16,-3-6 2-16,2 6 3 0,-2-6 1 0,0 0 3 16,2 7-2-16,-2-7 3 0,0 0-1 0,0 0-3 15,0 0 1-15,0 0-4 0,0 0-6 0,-11-18 0 16,11 18-7-16,-3-14-4 0,3 5-16 15,1-3-10-15,1 3-5 0,2-4-5 0,4-1 1 0,0 1-3 16,-1 3 8-16,5 0 3 0,-2-2 4 0,-1 3 1 16,1 2 2-16,0 3 6 0,-1 0 0 0,0 2 0 15,-1 0 4-15,0 2 3 0,-8 0-2 0,14 5 4 16,-8-1 0-16,1 2 1 0,-2 1 5 0,0 1 0 0,-3 1 8 16,2 2 0-16,-3-1-3 0,-1 1-1 15,2 1-13-15,-4-4-30 0,2-8-34 0,-1 21-32 16,0-11-39-16,-3-2-158 0,4-8-341 0,-6 11 151 15</inkml:trace>
  <inkml:trace contextRef="#ctx0" brushRef="#br0" timeOffset="132334.79">30589 7393 110 0,'0'0'208'0,"0"0"-19"0,0 0-24 15,-7-3-9-15,7 3-12 0,-18 6 1 0,2 3-1 16,0 1-12-16,0 3-13 0,0 1-1 0,2-4-20 16,1 3-8-16,4-5-14 0,0 2-4 0,1 0-5 15,2 0-9-15,1-3-5 0,2 1-2 0,3-1-1 0,0-7-12 16,-1 13-2-16,1-13-8 0,5 10-2 16,0-7-5-16,3 0-4 0,-8-3-1 0,13 1 1 15,-7-1-6-15,6-4 2 0,-2 2 5 0,-1-2-4 16,0 1 4-16,-3 0 2 0,1-1 1 0,-2 0 0 15,0-3-2-15,2 1-3 0,-2-2 9 0,-1 2 1 16,-1-1 5-16,-1 1 4 0,1 1-2 0,-3 5-2 16,1-9 0-16,-1 9-1 0,0 0-6 0,4-7-7 15,-4 7-4-15,0 0-3 0,0 0-5 0,0 0 3 16,0 0-6-16,0 0 4 0,0 0-4 0,0 0 0 0,-5 29 0 16,5-19 3-16,-3 0-5 0,2 0 3 0,-3-1 1 15,6 2-2-15,-2 0 0 0,2-1 1 0,1 1-3 16,1-1 3-16,1-1 1 0,1 0-1 15,-1-5 4-15,4 1-2 0,1 1-1 0,3-5 4 0,5 2-5 16,1-6-4-16,-1 2-1 0,0-5 5 0,0 3-1 16,-8-2 1-16,5-5-1 0,-7 1 0 0,1 0 3 15,-2-8-1-15,-1 7 8 0,-1-7 1 0,-3-2 0 16,2 1-1-16,0-2-1 0,-4 0-1 16,0-6-1-16,1 0-3 0,-1-2 3 0,2 2-5 0,0 0 3 15,0 7 0-15,-4-2-2 0,2 6 0 0,0-4 1 16,-1 9 9-16,1-1 5 0,0 2 6 0,0 9-3 15,-1-10-6-15,1 10-6 0,-2-9-3 16,2 9-4-16,0 0-4 0,0 0 1 0,0 0 0 0,0 0 2 16,-2 44-1-16,-2-20-1 0,1 2-4 0,2 1 4 15,0 0 5-15,2 0-8 0,-3-2 3 0,2 1-2 16,-2-1 2-16,2-9-1 0,3 4 4 0,-1-4-1 16,1 0-1-16,1 0-1 0,0-6 5 15,3 6-1-15,-2-5-1 0,2-2-2 0,-3-5 2 0,3 4 3 16,0-4 2-16,0-1-1 0,2 0-1 0,3-3 2 15,-2-2-5-15,3-2-4 0,-2-3 2 0,3 2-1 16,-1-4 1-16,-1-1-4 0,-3-1 2 0,2-1-3 16,-1-2 2-16,-2-3-3 0,0-2-2 0,0-1-5 15,0 2-3-15,1-8 3 0,-2 1 0 0,-2 1-15 16,-3-1 0-16,3 6 2 0,-1 0 9 0,-3 4 2 16,-1 3 5-16,-1 2 1 0,2 3 7 0,-1 1-8 15,0 6 4-15,0-12-3 0,0 12 6 0,-2-7-7 16,2 7-6-16,0 0 0 0,0 0 6 0,0 0-3 15,-13 20 2-15,8-3-5 0,0 1 8 0,1 0 5 16,0 2-1-16,-1 4-6 0,3-4 1 0,-2-1 0 16,3-2 4-16,-1 8-3 0,2-10 1 0,2 3 1 15,0-3 5-15,3 1-3 0,3-5 4 0,-2 3 4 16,2-6-2-16,0 0 1 0,2 0 4 0,4 3 7 16,-4-5 3-16,3-3-2 0,-1 2 0 0,1-4-3 15,0-1 4-15,3-1-5 0,0-2 0 0,1-3 7 16,0 1-1-16,-1-3-11 0,-1 0 0 15,-1-2-12-15,1-1 9 0,-5 3-7 0,0-5 0 0,-2 2-5 16,3-1 2-16,-3-5 2 0,-6 6-2 0,2-4-3 16,-1 5 2-16,-2-3 0 0,0 3-2 0,-2 0 5 15,1 3-3-15,0 7 2 0,-1-13-5 0,-2 6 2 16,3 7-1-16,-4-8-2 0,4 8-3 0,-6-3 1 16,6 3-2-16,0 0 1 0,-19 10 2 0,12-4-2 15,-3 7 6-15,1-3-3 0,0 3 5 0,4-1-1 16,0-1-1-16,-1 4 1 0,3-6 3 0,2 3-3 15,0 1 0-15,1-4 2 0,-2 1 1 0,5 0-1 16,-1-3 3-16,1 0 1 0,3 0 8 0,-2-2-8 16,1 2 0-16,4-3 5 0,1 0-1 0,1 1-1 15,-1-3 10-15,4 0-7 0,-4-2 3 0,1 0-7 16,1 0-2-16,0-4 4 0,-1 2 6 0,-1-2-7 16,1 0-1-16,-1-2-2 0,0 1 3 0,-1-5-3 15,-2 2-3-15,-1-1-4 0,0 0-2 0,-1-3 0 16,-1 1-3-16,-1-1 6 0,-2 1-6 0,0-1 0 15,1 1 0-15,0-1 0 0,-1 2 2 0,-1 3 1 16,2-3 1-16,-2 10-1 0,0-12 2 0,1 6-3 16,-1 6 2-16,4-9 0 0,-4 9-3 0,4-5 3 15,-4 5-2-15,9-3 2 0,-9 3-3 0,12 0 1 16,-12 0-1-16,12 4-1 0,-5 2 3 0,1 0-2 16,-5 0 0-16,4 4 10 0,-2 5 4 0,-2-5 0 15,0 1 4-15,-5-1 0 0,4 3 1 0,0-2-1 16,-6 2 0-16,4 2 2 0,-2-5 4 0,-1 2-5 15,-1-3-16-15,2 2-22 0,-3 1-35 0,1-5-50 0,4-7-48 16,-3 13-67-16,3-13-147 0,-6 9-408 16,6-9 181-16</inkml:trace>
  <inkml:trace contextRef="#ctx0" brushRef="#br0" timeOffset="132824.43">31671 7189 33 0,'0'-7'267'0,"0"7"-20"0,0-12-22 16,0 12-19-16,0-7-24 0,0 7-20 0,0 0-23 16,0 0-15-16,0 0-11 0,0 0-5 0,0 0-6 15,10 30-7-15,-9-9 1 0,0 7-3 0,2 3-2 0,-5-4-10 16,4 1-7-16,-2 2-10 0,1 1 1 16,-4-5-11-16,2 0 0 0,1-2-5 0,-1 0-6 15,5 2-2-15,-7-6-2 0,3-5-2 0,-1-4-12 16,1 4-30-16,0 0-18 0,0-3-31 0,-3-1-29 15,5-1-37-15,-2-10-55 0,1 11-36 0,-1-6-162 16,0-5-405-16,0 0 179 0</inkml:trace>
  <inkml:trace contextRef="#ctx0" brushRef="#br0" timeOffset="133526.1">31759 7378 139 0,'6'-4'139'0,"2"-3"-13"15,1 0-6-15,-2-1-8 0,5 1-16 16,-5-1 3-16,4 0-1 0,-2 2-2 0,1 1-10 16,-1 0-4-16,0-2-6 0,0 0 0 0,-3 3 3 15,0-4 1-15,0 3-2 0,0-1 1 0,-1 0 4 0,-2 0-3 16,0 0 1-16,-3 6-1 0,7-11-7 16,-5 5-4-16,-2 6 0 0,3-9-2 0,-3 9-10 15,4-7-8-15,-4 7-8 0,0 0-2 0,2-7-7 16,-2 7-9-16,0 0-5 0,0 0-3 0,0 0-1 15,0 0-2-15,8 24 0 0,-6-12-4 0,-2 7 3 16,0-1 2-16,0 1 2 0,-1 7-8 0,1-1 2 16,-1-8 2-16,1 1-4 0,-1 0-3 0,-2-1 2 15,3-1-2-15,-2-2 1 0,0-2-3 0,1 0-10 16,2-2-6-16,-2 0-9 0,0-2-3 0,0-1-6 16,1-7-5-16,0 11 3 0,0-11 5 0,-2 7 3 15,2-7 4-15,0 0 0 0,0 0 5 0,-1 7 6 0,1-7-3 16,0 0 3-16,0 0-1 0,0 0 1 15,0 0-1-15,11-16-2 0,-6 11 0 0,1 0 2 16,3 1 2-16,-2-1-1 0,1 1 2 0,2 2-1 16,-3-1 2-16,5 2-5 0,0 1 2 0,-3-1 3 0,4 1 2 15,-3 2-1-15,1 0 8 0,2 0 0 16,-1 3 3-16,2-1 0 0,1 0 2 0,4-3 3 16,0 2 1-16,2 2 0 0,6-4-1 0,-6 0-3 15,-3-1 3-15,10-2 0 0,-9 0-3 0,1 1 1 0,-1-1-1 16,-6-1 1-16,6-1 8 0,-6-1 0 0,-2 2 5 15,-3-1 2-15,0-3 1 0,-1 0 0 16,-3 1 7-16,2-1-4 0,-3 1-1 0,1-3-2 16,-3 0-5-16,-1-1 1 0,-3 1-4 0,3 9 1 15,-2-13 2-15,-2 8-3 0,-1-1-4 0,0 1 1 16,-3 1-3-16,-1 0-2 0,-1 4-1 0,-4 1 0 0,4-1-3 16,-4 3 0-16,2 1 1 0,1 1-2 0,-1 0-3 15,2 3 3-15,2-5-2 0,2 3 3 0,0-2-6 16,2 3-1-16,0-3-2 0,4-4-2 15,-4 11-3-15,4-4 1 0,0-7-4 0,5 9 5 0,0-5-2 16,0 1 2-16,3-1 1 0,2 0 0 16,1 1 2-16,0-3-2 0,-2 4 3 0,1-3 0 0,0 0-1 15,-1-2 7-15,0 4-6 0,0-2 0 0,-3-1-21 16,2 3-13-16,-1-1-18 0,-1 2-33 16,-1-3-25-16,0 1-32 0,0 1-30 0,-2 1-138 15,-3-6-341-15,6 7 152 0</inkml:trace>
  <inkml:trace contextRef="#ctx0" brushRef="#br0" timeOffset="133747.81">32578 7495 171 0,'7'-8'186'0,"6"-3"-2"0,-3 2-11 0,-1-1-4 15,-1 5-7-15,1-1-16 0,0 2-11 0,-3 1-14 16,-6 3-9-16,0 0-13 0,0 0 14 15,0 0-5-15,0 0-5 0,0 0-9 0,63 18-13 16,-63-18-6-16,0 0-5 0,19 29-3 0,-19-29-10 16,0 0-16-16,10 33-21 0,-10-33-36 0,0 0-26 0,6 30-38 15,-6-30-48-15,0 0-42 0,0 0-173 16,-3 39-369-16,3-39 164 0</inkml:trace>
  <inkml:trace contextRef="#ctx0" brushRef="#br0" timeOffset="134614.17">29474 7919 9 0,'-7'-1'170'0,"7"1"-2"16,0 0-9-16,-18 1-5 0,11 5-10 0,-4 1-8 16,-1 4-6-16,0 2-1 0,-2 2-8 0,0 6-8 15,1 1-10-15,2-4-12 0,-1 4-1 0,1 3-4 16,6-8-6-16,-2 2-9 0,3-2-4 0,2-1-12 16,0-1 3-16,4 1-10 0,-1-4-5 0,3 0-3 15,1-1-4-15,1 0-3 0,3-3 1 0,2-2-6 16,-1 2 1-16,4-2-2 0,-1-3-7 0,1 0-8 15,-2 1-3-15,1-4-2 0,1-2 0 0,-2-1-1 16,0 1-2-16,-1-3 3 0,-1 0-2 0,1 0 0 16,-4-4 5-16,1-1-9 0,-2 1-1 0,0-1 2 15,-2-3-1-15,-1 2 0 0,-1 0 6 0,0 0-1 16,0 1-2-16,-1 1 11 0,1 3 1 0,-2 6 2 16,1-10-1-16,-1 10-3 0,3-7-7 0,-3 7-7 0,0 0 2 15,2-6 1-15,-2 6-6 0,0 0 3 16,0 0 2-16,0 0-1 0,4 24-7 0,-2-15 4 15,1 1 2-15,0-1 3 0,2 1-2 0,-1-2-3 16,1 1 2-16,0-1 0 0,2 1 1 0,-2-4-2 0,3 2 7 16,1-2 1-16,0 1 0 0,0-3-5 0,3-2-2 15,-1 2 4-15,1-3 4 0,-2 0 0 0,0 0 0 16,-10 0 4-16,14-4 0 0,-7 1-2 16,-1-3 2-16,-1 2-4 0,-3-4 4 0,2 1-4 15,-1-4-2-15,-1 1-1 0,-2 1 1 0,-1-4-1 0,0 2-3 16,-2 0-6-16,-1-2 3 0,1 3-6 0,-4 0-4 15,1 0 0-15,0 2-5 0,-2 1-17 0,1 1-17 16,0 3-11-16,-3 0-16 0,2 2-8 0,8 1-17 16,-18 3-21-16,9 1-18 0,0-1-20 0,2 1-22 15,1 1-106-15,3-2-314 0,3-3 139 16</inkml:trace>
  <inkml:trace contextRef="#ctx0" brushRef="#br0" timeOffset="134851.47">29886 7941 5 0,'4'-9'255'0,"0"-1"-17"0,-2 5 1 15,1-1-10-15,-3 6-17 0,4-11-19 0,-4 11-19 16,1-7-22-16,-1 7-16 0,0 0-21 0,0 0-12 16,0 0-10-16,9 16 1 0,-5-1 2 0,0 3-1 15,-3 1-9-15,2 6 9 0,-2 0-5 0,1-4-12 16,0 3-3-16,-2 1-9 0,0-7-3 0,1 1-4 15,-1-1-6-15,1 1-7 0,1-1-17 0,-1-1-22 16,0-4-26-16,-2 1-36 0,3-2-42 0,0-2-49 16,-1 0-41-16,-1-1-41 0,1-2-180 0,-1-7-441 15,-1 12 195-15</inkml:trace>
  <inkml:trace contextRef="#ctx0" brushRef="#br0" timeOffset="135057.57">30041 7954 146 0,'4'-8'263'0,"-2"1"-18"16,0 3-24-16,-2 4-23 0,2-8-27 0,-2 8-16 15,0 0-18-15,0 0-2 0,0 0 4 0,8 29-4 0,-7-8-5 16,3 2-9-16,-1 2-12 0,-2 1-7 16,1-1-11-16,-2 0-8 0,0-4-3 0,-1 3-12 15,0-6-34-15,1 1-27 0,0 1-37 0,0-3-47 16,-1-2-55-16,1 3-48 0,1-6-47 0,-2-2-127 15,3 1-384-15,-1 0 170 0</inkml:trace>
  <inkml:trace contextRef="#ctx0" brushRef="#br0" timeOffset="135330.73">30296 8284 155 0,'16'-10'200'0,"-1"0"0"15,1 1 5-15,0 0-10 0,0-2-4 0,-3 0-12 16,0 0-20-16,-4 3-15 0,1-4-11 15,-2 2-12-15,0 1-10 0,-2-4-7 0,3 4-2 16,-5-2-5-16,0 3-8 0,-2-2-9 0,-3 1-6 16,1 9-9-16,-2-11-7 0,2 11-5 0,-6-10-6 15,3 6-4-15,3 4-7 0,-14-3-3 0,3 4-6 16,0 3-3-16,-1 1-4 0,-2 6 0 0,0 1-3 16,3 0-1-16,-1 2-2 0,3 0-2 0,4-2 1 15,3 0-1-15,-2-2-6 0,2 3-7 0,4-4-14 16,0 2-17-16,5-2-18 0,-1-2-26 0,4 2-33 0,4-1-31 15,4-3-30-15,0 1-21 0,3-4-36 16,7-1-114-16,0-1-370 0,-8-1 165 0</inkml:trace>
  <inkml:trace contextRef="#ctx0" brushRef="#br0" timeOffset="135538.84">30773 8087 234 0,'3'-10'237'0,"-3"4"-10"16,0 6-5-16,-4-14-12 0,1 9-15 15,3 5-20-15,-6-6-15 0,6 6-21 0,-10-2-15 0,10 2-7 16,-17 8-11-16,7 0-12 0,0 0-6 0,-4 4-10 16,3 3-8-16,0-3-7 0,1 1-6 15,2 3-5-15,3-4-4 0,3-1-9 0,-1 1 1 16,3-1-5-16,1-2-8 0,2 3-9 0,4-2-25 0,1-1-22 16,1-2-34-16,2-1-31 0,2-2-46 0,6-1-29 15,1 3-31-15,1-6-160 0,0-1-388 0,-1 0 173 16</inkml:trace>
  <inkml:trace contextRef="#ctx0" brushRef="#br0" timeOffset="135768.31">31049 7874 76 0,'0'-7'287'0,"0"7"-23"15,2-13-22-15,-2 13-30 0,0 0-23 0,0-8-23 16,0 8-13-16,0 0-11 0,0 0 7 0,5 21 3 15,-5-2-5-15,0 0-10 0,0 5-15 0,0-3-9 16,-1 3-9-16,-1 2-12 0,1-4-8 0,1 1 0 16,-3 2-17-16,2-8-4 0,0 3-6 0,2-3-6 15,-1-2-29-15,-1 1-29 0,-1-3-22 0,4-2-38 16,-4 1-40-16,2-2-43 0,0-2-44 16,0-8-47-16,-2 13-156 0,-1-9-430 0,3-4 191 15</inkml:trace>
  <inkml:trace contextRef="#ctx0" brushRef="#br0" timeOffset="136115.84">31024 8065 114 0,'9'-1'169'0,"1"-2"2"0,0 3-12 0,3-1-15 15,-3 2-15-15,0-1-11 0,1 2-11 0,-2 2-8 16,1-1 11-16,0 3 2 0,-1 0-9 0,-1-1-8 15,-1 3 1-15,2 0-6 0,-5-2-2 0,1 0-15 16,2 1-5-16,-2 3-6 0,1-4-5 0,-1 1-1 16,0 0-7-16,-1-1-10 0,3-1 1 0,-2 0-2 15,2-2-6-15,-2 2 2 0,3-3-5 0,-1 1 1 16,1-2-1-16,0 0 0 0,2-1 0 0,-10 0 1 16,17-2 0-16,-7-2 1 0,-1 0 8 0,1-1 6 15,2-2-1-15,-8 4-4 0,0-3 0 0,2-3-2 16,-4 4 3-16,3-5-2 0,-3-1-6 0,-1 1-1 15,2-2-4-15,-5 0-5 0,-2-1-9 0,2 3-17 16,-3-3-15-16,-1 3-22 0,-2 0-15 0,0 3-30 16,-3 1-24-16,0 2-21 0,-1 3-30 0,-1 2-16 15,0 2-24-15,-1 2-162 0,-1 4-392 0,-1 1 174 16</inkml:trace>
  <inkml:trace contextRef="#ctx0" brushRef="#br0" timeOffset="136471.25">31314 8219 165 0,'8'-5'215'0,"1"0"-1"15,-2-1-4-15,-1 0-5 0,2-1-9 0,0 0-14 16,-3-2-14-16,3 3-20 0,-2-3-9 0,-2-1-18 16,1 0-6-16,0 2-9 0,1-4-8 0,-4 2-7 15,-1-2-2-15,2 4-1 0,-1 0-4 0,-2 1-10 16,0 7-10-16,-2-17-4 0,0 11-6 0,2 6-4 15,-4-9-6-15,-1 4-3 0,5 5-4 0,-2-9-3 16,2 9-2-16,-1-6-5 0,1 6-4 0,0 0-7 16,0 0-2-16,-3-8-2 0,3 8-2 0,0 0-5 15,0 0 4-15,0 0-4 0,0 0-1 0,9-4 3 16,-9 4-5-16,13 1 0 0,-13-1-2 0,13 3 2 16,-13-3-2-16,12 5-1 0,-5-2-2 0,-1-1-3 15,2 5 5-15,-1-3 0 0,-2 2-4 0,1-2 5 0,0 5-3 16,-2-2 1-16,1 2 2 0,0 1 0 0,-2-3 3 15,-1 3-3-15,-1-1 3 0,1-1-12 0,-2 1-28 16,0 1-30-16,0-1-42 0,0-9-49 0,0 0-55 16,0 19-230-16,-4-12-479 0,4-7 213 15</inkml:trace>
  <inkml:trace contextRef="#ctx0" brushRef="#br0" timeOffset="137523.57">31862 8288 88 0,'0'0'289'0,"1"-10"-8"0,-1 10-29 15,0-11-7-15,0 11-8 0,3-12-16 0,-3 6-24 16,1-1-18-16,-1 7-20 0,1-13-13 0,-1 6-13 16,2-1-16-16,-1 0-9 0,0-2-10 0,1 2-11 15,-1-4 0-15,0-1-20 0,0 2-7 16,2-2-3-16,-2-3-6 0,-1-1-4 0,0 4-4 0,0 1-8 15,0 1-3-15,-1 2-1 0,1-2-8 0,-3 3 2 16,0-2-9-16,0 2 10 0,0 3-10 0,3 5-4 16,-2-10-1-16,2 10 1 0,-3-9-7 0,3 9 1 15,0 0-4-15,-5-7 1 0,5 7-7 0,0 0 2 16,0 0 0-16,0 0-16 0,0-7-6 0,0 7-7 16,0 0 7-16,0 0 1 0,0 0-3 0,0 0 1 15,23 4 5-15,-11-2 3 0,-1-1-3 0,2 2 3 16,0 1 3-16,-2-1 0 0,3 0-1 0,-5-1 0 15,0 1 2-15,-2 1-2 0,2 1 3 0,-4-1-2 16,1 5 2-16,-2-3 2 0,0 5 2 0,-2-1 6 16,1 0 0-16,-4 2 4 0,2-1-4 0,-1 0 5 15,0 0 1-15,2 0-5 0,-2 1-2 0,0-4 8 16,3 1-6-16,-2-3 5 0,-1 4-2 0,2-4 2 16,0 0-3-16,1 1 4 0,1-2-1 0,-2 1-1 15,5-2 4-15,1 1-2 0,3-3-6 0,-1 1 1 0,9-1-8 16,-6 0-3-16,2-3-4 0,2 0 3 15,-3-2-2-15,3-1 3 0,-1-1 2 0,0 0 2 16,-4-2 2-16,-3 1 1 0,3-3-5 0,2-1 3 16,-4-1 0-16,-4 0 1 0,2 0 2 0,-4-1 3 15,0 0 3-15,-2 1-7 0,1 1 5 0,-2 1 10 16,-1 2 1-16,0 7-1 0,-1-11-1 0,1 11 2 16,-5-9-3-16,5 9-6 0,-11-4 1 0,4 4-5 15,7 0 6-15,-20 7-3 0,9-1-2 0,0-1 1 16,-2 6-3-16,1-4 4 0,3 2-5 0,0 0 3 0,3 0-3 15,0-2 1-15,1 1 1 0,2 2 1 16,3-3 3-16,0 2-6 0,3-3-4 0,3 2-6 16,-1-2-14-16,6 2-2 0,5-2-13 0,3-1-10 15,3-1-6-15,6 2-2 0,0-4-4 0,1-1 1 0,2 0 6 16,0-3 3-16,-2 0 6 0,-7-1 7 16,-1-1 6-16,-1-1 4 0,0 1 0 0,1-2-3 15,-3-1 12-15,-1 0 5 0,-1-3 17 0,-1-1-4 0,-2 1 13 16,0-3 11-16,-4 4 4 0,-2-2 9 0,0-1 13 15,-1 3-1-15,-1-2 31 0,-2 3-1 0,-3 2-1 16,0 6 0-16,-2-11 5 0,2 11-6 0,-3-11-10 16,-3 7-4-16,6 4-6 0,-12-4-9 15,12 4 1-15,-21 6 2 0,10 0-23 0,-3 0 6 16,-3 3-3-16,3-2 3 0,3 0-9 0,2 2 1 0,1-1-9 16,0-2 0-16,4 2 2 0,-1-3-2 0,1 1-10 15,2 0 0-15,2-6-8 0,0 12-5 0,0-12-15 16,4 7-8-16,0-3-4 0,-4-4 2 15,11 6-8-15,-5-5-6 0,-6-1 3 0,12 0 6 16,-4 0 2-16,-8 0 4 0,12-3 3 0,-4 1 6 0,-1-1 1 16,-7 3 6-16,10-3-4 0,-10 3 3 0,9-3 2 15,-9 3 1-15,0 0-3 0,7-1 1 0,-7 1 1 16,0 0 7-16,9 7 9 0,-6-3 3 0,2 5 11 16,-3 0-4-16,2 1 5 0,0 1 2 0,-1-1-6 15,1 6 6-15,-3 1 0 0,-2 0 3 0,3 0 0 16,-3 2-1-16,-2-1-2 0,1-2-2 0,-5-2-1 15,3 12-2-15,1-8 1 0,-4-2 1 0,2-1-2 16,-1 1 2-16,-1-7-1 0,1 2-1 0,-5 2 1 16,2-4 0-16,-2-3-4 0,-4 4 1 0,5-3 0 15,-2 0-1-15,1-2-14 0,0-3-2 0,0 0-20 16,2-2-20-16,9 0-45 0,-17-2-54 0,17 2-58 16,-14-8-54-16,8 0-136 0,6 8-427 15,-4-20 190-15</inkml:trace>
  <inkml:trace contextRef="#ctx0" brushRef="#br0" timeOffset="137725.87">32851 8079 44 0,'0'0'229'0,"0"0"-23"0,0 0-18 0,0 0-13 0,0 0-7 15,0 0-13-15,0 0-6 0,0 0-7 0,0 0-13 16,0 0-11-16,0 0-12 0,0 0-6 0,36 39-13 15,-36-39-7-15,0 0-7 0,1 36-26 0,-1-36-28 16,0 0-27-16,0 0-37 0,2 39-42 16,-2-39-39-16,0 0-53 0,0 0-116 0,0 0-321 0,0 0 142 15</inkml:trace>
  <inkml:trace contextRef="#ctx0" brushRef="#br0" timeOffset="137892.41">32910 7971 33 0,'0'0'197'15,"0"0"-24"-15,-9-47-15 0,9 47-37 0,0 0-38 16,0 0-48-16,0 0-28 0,0 0-24 0,0 0-42 16,0 0-64-16,0 0-131 0,0 0 58 0</inkml:trace>
  <inkml:trace contextRef="#ctx0" brushRef="#br0" timeOffset="138452.75">33103 8054 114 0,'0'0'190'0,"0"0"-22"0,0 0-1 0,0 0-5 0,0 0 1 16,0 0 7-16,0 0-6 0,0 0-7 0,10 43-13 16,-10-43-16-16,0 0-11 0,0 0-13 0,0 0-14 15,-10 45-5-15,10-45-12 0,0 0-6 0,0 0 0 16,3 39-8-16,-3-39-4 0,0 0-8 0,0 0-2 15,9 29-1-15,-9-29-14 0,0 0-17 0,0 0-2 16,14 19-2-16,-14-19 0 0,0 0-1 0,0 0 1 16,0 0-1-16,0 0-2 0,0 0 1 0,0 0-1 15,0 0-5-15,0 0-4 0,0 0 6 0,0 0 0 16,0 0-5-16,0 0 1 0,0 0 3 0,0 0-1 16,0 0-4-16,35-68 3 0,-35 68-3 15,0 0 3-15,7-26-8 0,-7 26-5 0,0 0 5 0,10-30 4 16,-10 30-1-16,0 0 1 0,22-20-2 0,-22 20-2 15,0 0 3-15,0 0 1 0,36-8 2 0,-36 8 0 16,0 0 2-16,0 0 4 0,0 0 2 0,49 23 2 16,-49-23 4-16,0 0 5 0,22 28-1 0,-22-28 0 15,9 20 2-15,-9-20 5 0,0 0 0 0,0 0 4 16,8 31 2-16,-8-31 5 0,0 0 7 0,0 0-4 16,0 0 18-16,0 0-1 0,0 0 1 0,0 0-5 15,0 0-2-15,0 0-7 0,0 0 0 16,0 0-5-16,0 0-2 0,0 0-1 0,0 0-12 0,0 0-4 15,0 0-9-15,0 0 12 0,0 0-4 0,0 0-6 16,0 0 3-16,0 0-6 0,36-61-30 0,-36 61-3 16,29-25 6-16,-29 25 6 0,28-14-4 0,-28 14 0 15,23-12 1-15,-23 12 1 0,0 0 0 0,0 0 0 16,37-2 2-16,-37 2 0 0,0 0 0 16,0 0 6-16,0 0 4 0,35 28-5 0,-35-28-1 0,0 0 4 15,10 30 1-15,-10-30 2 0,0 0 2 0,5 29-13 16,-5-29-19-16,0 0-24 0,0 0-21 0,0 0-29 15,0 0-36-15,0 0-44 0,-17 44-47 0,17-44-161 16,0 0-429-16,0 0 190 0</inkml:trace>
  <inkml:trace contextRef="#ctx0" brushRef="#br0" timeOffset="139359.66">27245 6163 61 0,'0'0'218'0,"0"0"-10"16,0 0-21-16,0 0-19 0,0 0-20 15,0 0-12-15,0 0-15 0,0 0-14 0,0 0-6 16,-9 19 1-16,4-5-7 0,1 4-3 0,-1 0-12 15,-1 1-1-15,2 0-11 0,0 0-8 0,-2 2-3 16,1-4-1-16,-1 2-10 0,2-2-4 0,2-3 2 16,-1 0-7-16,-2-3-5 0,3-1-1 0,0-4-6 15,0-1 2-15,2-5 0 0,-3 11-1 0,3-11 4 0,-2 4 13 16,2-4 10-16,0 0 12 0,0 0-3 0,0 0 1 16,0 0-17-16,0 0 7 0,0 0-11 15,0 0-4-15,9-32-5 0,-4 17-2 0,0-2-9 0,5-8-4 16,-3 1 2-16,1-2 0 0,0 0-6 15,1 1 8-15,0 0-8 0,2-2-3 0,-2 1 2 0,2 2-3 16,1-1-2-16,-3 3-2 0,-1 8-3 16,4-1 3-16,-5 4-4 0,-1 2-2 0,0 2-1 15,-1 1-2-15,-2 3-5 0,-3 3 0 0,9-3 0 0,-9 3 2 16,13 12-5-16,-5-1 5 0,0 3 5 0,-1 13-3 16,3-1 4-16,-2 0-1 0,1 3 1 0,-5-3 1 15,1 0 21-15,1 0 1 0,-4-6-3 0,8 3-1 16,-8-5 0-16,0-1-5 0,2 1 1 15,-1-1 3-15,3-2-8 0,-3 0 2 0,0-3-3 0,-1-2-18 16,0 0-21-16,0-1-26 0,-2 0-28 0,0 0-38 16,2-1-28-16,-2-8-46 0,2 10-31 0,-2-10-187 15,-4 8-448-15,4-8 199 0</inkml:trace>
  <inkml:trace contextRef="#ctx0" brushRef="#br0" timeOffset="139526.53">27288 6289 82 0,'10'-1'160'0,"2"-4"-11"0,2 1-18 16,4-1-13-16,1 3-34 0,2-1-32 0,8 1-44 16,-6 2-26-16,-3 0-49 0,2 0-50 0,-1 0-126 15,-2 0 55-15</inkml:trace>
  <inkml:trace contextRef="#ctx0" brushRef="#br0" timeOffset="140189.37">27658 6440 77 0,'5'6'205'0,"-5"-6"2"0,0 0-4 0,0 0-6 16,0 0-14-16,0 0-17 0,0 0-17 0,0 0-15 15,0 0-8-15,16-9-12 0,-12 6-9 0,1-3-7 16,-1-1-10-16,2 0-7 0,0-1 1 0,-2-1-3 15,2-1-11-15,-4-2-6 0,5-2 0 0,-3 3-9 16,-2-4-9-16,4-1-1 0,-4 0-6 0,-2 1-7 16,-5 3 2-16,5 0-3 0,-3-1 0 0,1 3 0 15,-2 0-3-15,-4 1-4 0,3-1-5 0,-1 2 0 16,0 1 0-16,0 3-6 0,2-1-1 0,-1 2 0 16,5 3 0-16,-9-8-5 0,9 8-3 0,-7-5-2 15,7 5-2-15,-6-4-10 0,6 4-9 0,0 0 0 16,0 0 4-16,0 0 1 0,0 0 4 0,0 0-2 15,0 0 2-15,20 10 1 0,-7-5-1 0,-1-1 1 16,5 1 3-16,0-1-1 0,2 2 2 0,-3-2 1 16,-5 0-3-16,1 0-1 0,-1 3 0 0,-1-3 2 15,1 3 1-15,-3 1 5 0,1-1-8 0,-2 1 4 16,0 2 1-16,-3-2 1 0,1 2 2 0,-2-1-2 16,-2 2 0-16,1-1 1 0,2 1-1 0,-1-1 1 15,-1 0 4-15,1 0-3 0,1-1 1 0,-2-2 3 16,3 2-3-16,-1-1 1 0,1 1 1 0,-1-3 1 15,6 0 0-15,-6-1 0 0,7 0-2 0,-5-2-3 16,4 0-3-16,-1-2 2 0,1 2 0 0,0-3-2 16,3-3 0-16,-4 2 1 0,5-2-1 0,-3 0 1 15,2-1-2-15,-3-4 4 0,-2 2 0 0,6-2-3 0,-5 0 0 16,1-1-9-16,3-3 0 0,-3-1 3 16,-3 0 4-16,0 1 1 0,0-2-1 0,-2 3 0 15,-1 0 2-15,-4 0 3 0,2 0 0 0,0 1-2 16,-2 1 2-16,0 2 2 0,0 7-1 0,-4-12 0 15,4 12 0-15,-3-8-1 0,3 8 0 0,-6-7-4 16,6 7 1-16,0 0 2 0,-17 7 1 0,7-1-1 16,-4 5 2-16,1-1 1 0,5-1 2 0,-7 4 1 15,6 0 0-15,-2 0 2 0,4-3-2 0,2 2 0 16,-1-2 4-16,2 2-4 0,2-2 1 0,2 1 0 16,0 0-4-16,4-1-14 0,3-1-21 0,-1-3-20 0,6-1-24 15,1 1-20-15,4-1-24 0,2-2-12 0,2-1-4 16,6-2-7-16,1-2-2 0,0 2-3 15,-7-2-77-15,7-4-248 0,-8 4 111 0</inkml:trace>
  <inkml:trace contextRef="#ctx0" brushRef="#br0" timeOffset="140561.87">28334 6389 684 0,'20'-7'-58'0,"-2"-2"19"0,2 0 17 16,-4-1 17-16,0 0 19 0,-2 0 17 0,0-2 18 15,-3 0 18-15,-3 3 3 0,0-3 18 0,-3 2 23 16,-2 1 7-16,1-1-4 0,-3 0 5 16,0 3-3-16,-1 7-1 0,-2-12 2 0,0 5 4 15,2 7-8-15,-7-7-11 0,2 3-13 0,5 4-7 16,-17-1-12-16,8 1-3 0,-5 5-3 0,4 1-1 0,-6 2-3 15,0 2 2-15,3 0-9 0,-1 0-2 0,5 1-7 16,1-1-2-16,0-1-4 0,4 2-6 16,-1 0-3-16,-1-2 0 0,4 1-2 0,1-2-4 15,-1-2-5-15,2-6-1 0,2 13 0 0,0-9 4 0,1 3-5 16,3-4 1-16,1 1-3 0,0-1 2 0,0-1-5 16,2 0 3-16,-9-2-5 0,12 0 1 0,-3 0-4 15,-9 0 2-15,14-1-4 0,-2-2 4 16,-7 1-3-16,1-2 2 0,2 0-2 0,0 0-2 0,-1-1 0 15,2-1 7-15,-1-2-9 0,2 3 4 0,-2-2-7 16,-3-1 2-16,4 0-1 0,-3 0 1 0,1 3 1 16,-2 0-2-16,-1 1 3 0,1 0 1 0,-5 4-3 15,6-4-3-15,-6 4-4 0,0 0 2 16,0 0-4-16,0 0 0 0,0 0 4 0,15 8 1 0,-11-3 1 16,-2 1 0-16,3 1 3 0,-3 0 4 0,1 0-3 15,0 4 3-15,3-2 2 0,-4 1-28 0,2-2-23 16,2 2-51-16,0-3-64 0,5 1-65 0,-2-1-211 15,-1-1-473-15,2-3 209 0</inkml:trace>
  <inkml:trace contextRef="#ctx0" brushRef="#br0" timeOffset="140714.41">28955 6406 239 0,'5'-4'261'0,"-5"4"-24"0,0 0-22 0,0 0-20 15,0 0-30-15,6-5-42 0,-6 5-47 0,0 0-53 16,0 0-80-16,6-5-79 0,-6 5-88 0,0 0-242 16,0 0 107-16</inkml:trace>
  <inkml:trace contextRef="#ctx0" brushRef="#br0" timeOffset="142031.49">15827 6337 123 0,'-2'-9'220'0,"2"9"-8"16,-2-8-5-16,2 8-16 0,0 0-16 0,-1-7-14 15,1 7-14-15,0 0-21 0,0 0-12 0,0 0-15 16,0 0-10-16,0 0-12 0,-2-8-7 0,2 8-10 15,0 0-3-15,0 0-8 0,0 0-4 0,0 0-8 16,3 26 1-16,-1-19-4 0,-4 2-1 0,2 3 10 16,2-1-1-16,-1 1-8 0,0-1 0 0,-1 2-1 15,2-1-5-15,-2-1-2 0,1 1-1 0,-1 1-25 16,0-3-25-16,0 1-21 0,1 0-21 0,-1-4-20 16,1 4-17-16,-1-4-21 0,2 0-29 15,-2-7-20-15,-2 14-135 0,1-8-333 0,1-6 149 0</inkml:trace>
  <inkml:trace contextRef="#ctx0" brushRef="#br0" timeOffset="142323.69">15772 6291 59 0,'14'-5'141'0,"3"1"-2"0,2 1-12 16,-1 2 0-16,2 2-5 0,2 3 4 0,-2 1 2 15,0 3-7-15,-2-1-12 0,-3 3-10 0,4 1-9 16,-5 0-6-16,0 1-10 0,-5 4-2 0,-1-2-7 16,0 1-9-16,-6 2 0 0,1-1-6 0,-3-3-1 15,-4 3-1-15,-1-1 0 0,-2 2-6 0,0-6-2 16,-5 3-4-16,3-1-4 0,-4-2 1 0,1 0 0 16,-2 0-5-16,-4-3-1 0,1 1-4 0,-1-3-1 15,4 0-3-15,-4-3 0 0,5 0-7 0,-6 1-20 16,7-3-23-16,-2 1-23 0,1-2-28 0,1 0-35 15,1-2-23-15,0 1-39 0,1 0-113 0,4-3-314 16,6 4 139-16</inkml:trace>
  <inkml:trace contextRef="#ctx0" brushRef="#br0" timeOffset="142679.62">16143 6451 128 0,'0'0'181'16,"9"-1"-21"-16,-9 1-13 0,0 0-7 0,0 0-8 15,0 0 2-15,2 14-15 0,-2-14-12 0,-2 10-12 16,2-10-8-16,-1 16-3 0,2-7-13 0,1 1-3 16,0-1-8-16,1 1-5 0,1-3-4 0,0 0-5 15,1 2-2-15,2-1-4 0,-1-4-4 0,0 0-3 16,1 2-1-16,1-3-1 0,-1 0-5 0,3-1 1 15,-2-2-2-15,-8 0 2 0,14 0 12 0,-14 0 9 16,13-4 4-16,-8 1-1 0,4-2-4 0,-4-1-6 16,-1 0 2-16,0-4-5 0,-2 1 0 0,-2-1 0 15,0-1-6-15,-2-1-5 0,-3-3-4 0,-4 3-1 16,0-2-1-16,-2 0-6 0,-1 2-3 0,3 2-11 16,-1 3-12-16,0-1-7 0,-1 1-13 0,1 1-17 15,-1 3-10-15,3 2-25 0,8 1-27 0,-22 3-24 16,12 3-23-16,2-2-35 0,-3 5-130 0,3-4-350 15,2 4 155-15</inkml:trace>
  <inkml:trace contextRef="#ctx0" brushRef="#br0" timeOffset="142959.6">16466 6301 265 0,'0'0'263'0,"1"-10"-15"0,-1 10-18 16,0-7-20-16,0 7-21 0,0 0-22 16,3-7-18-16,-3 7-22 0,0 0-13 0,0 0-10 15,0 0-11-15,0 0-6 0,4 36-4 0,-5-17-2 16,1 9-10-16,0-1-6 0,0 1 0 0,-4 1-7 16,2 2-2-16,0-2-5 0,-1-2-6 0,1 1-1 0,-2 0-4 15,2-4-2-15,-2 2-4 0,1-7-4 0,1-1-2 16,-1 0-17-16,0-1-18 0,3-1-26 15,-1-3-28-15,1-3-29 0,0-1-27 0,0-9-44 16,1 17-29-16,1-9-47 0,-2-2-122 0,0-6-388 16,0 0 172-16</inkml:trace>
  <inkml:trace contextRef="#ctx0" brushRef="#br0" timeOffset="143435.68">16498 6434 24 0,'12'-5'170'0,"-3"4"-10"0,2 0-8 0,-2 3-7 15,-1 1-8-15,1 0-7 0,-2 3-7 0,0 0-13 16,-3 1-8-16,-2 0-10 0,0 6-7 0,-2-1-4 0,-3-3-16 16,-5 5-13-16,-2-2-8 0,-1-1-16 0,-4 3-3 15,3-1-8-15,-2-5 0 0,3-1 2 16,0-1-23-16,3-2 2 0,2 1 1 0,-1-2 3 15,7-3-1-15,-8 5 3 0,8-5-6 0,-7 5 5 16,7-5-6-16,-5 1 7 0,5-1-3 0,0 0 1 0,0 0-3 16,0 0 5-16,0 0 2 0,20 2 7 0,-9-4 3 15,2 1-2-15,0 1-4 0,4-3 3 16,1 1-7-16,-1-2 2 0,1 0 3 0,1 1-5 16,-3-1 1-16,5 2 0 0,-3-4-2 0,1 2 4 0,0-1-2 15,-7 0-1-15,-1 2-1 0,2-3 4 0,-3 1 1 16,0-3 1-16,-2 2 3 0,-2 1 6 15,-1-1 3-15,2-2 6 0,-2 4 14 0,0-3 6 0,-1 1 9 16,-4 6 0-16,9-10 4 0,-8 6 1 16,-1 4-1-16,4-6-2 0,-4 6-7 0,0 0-5 0,0 0-4 15,0-9-11-15,0 9-2 0,0 0-9 0,0 0 2 16,0 0-9-16,0 0 2 0,0 0-2 0,0 0-4 16,0 0 1-16,-1 26 1 0,-1-14-2 0,2-2-8 15,-1 0-23-15,0 1-17 0,1-1-22 0,0 1-28 16,0-1-40-16,1-3-40 0,-1 3-40 0,0-2-152 15,0-8-390-15,0 0 173 0</inkml:trace>
  <inkml:trace contextRef="#ctx0" brushRef="#br0" timeOffset="143825.68">16869 6551 122 0,'6'-10'193'0,"1"3"-11"16,2-3 10-16,-1 1-23 0,0 2-8 0,0-2-16 15,2 2-10-15,-1 1-17 0,-1 1-3 0,3 2-20 16,-3 0-10-16,1 1-8 0,-1 2-14 0,3 2-4 16,-3 2-5-16,-2 0-6 0,1 2-4 0,0 2-3 15,-2 1-1-15,-1 2-5 0,1-1-7 0,-1-1-14 16,-3 2-6-16,2-1-25 0,-2 0-33 15,0 0-36-15,1-1-27 0,-1 1-34 0,-1 0-31 0,0-3-94 16,1-1-295-16,-1-6 130 0</inkml:trace>
  <inkml:trace contextRef="#ctx0" brushRef="#br0" timeOffset="144207.47">17324 6473 12 0,'0'0'218'0,"-5"-13"-15"0,1 7-3 0,4 6-9 16,-8-7-11-16,3 4-19 0,5 3-16 0,-13-3-14 16,13 3-13-16,-12 3-13 0,4 0-9 0,0 2-9 15,2-1-11-15,-1 4-6 0,2-3-8 0,0 0-5 16,1 0-8-16,2 2-7 0,2-7-6 0,-6 9-11 16,6-9-14-16,0 10-7 0,0-10-3 0,6 7-4 15,-1-4-2-15,-5-3-4 0,9 4-4 0,-1-4 6 16,-8 0-1-16,12 0-1 0,-12 0 4 0,12-2 3 15,-12 2 4-15,10-4 3 0,-2 1 1 0,-3-1 0 16,-5 4 2-16,8-6 1 0,-8 6-3 0,7-5 2 16,-7 5-5-16,5-5 2 0,-5 5-2 0,7-3-3 15,-7 3-3-15,0 0-1 0,0 0-1 0,12 8 3 16,-8-3 7-16,1 6 1 0,-3 2 7 0,3 3-2 16,-5 1 5-16,1 2 9 0,-6-2 1 0,1 3 9 15,-2-1-3-15,-3 5 8 0,-3-1-2 0,0-2 1 16,1-3-4-16,-1-3-2 0,0 0-3 0,-2 0-1 15,0-2-17-15,-3-2-31 0,1-2-48 0,-1 1-61 16,-1-1-63-16,-2-2-190 0,-1-2-413 0,-1-1 182 16</inkml:trace>
  <inkml:trace contextRef="#ctx0" brushRef="#br0" timeOffset="144621.01">15896 6793 120 0,'0'0'195'15,"0"0"-22"-15,0 0-11 0,0 0-10 0,17-7-1 16,2 4 0-16,19 1-4 0,16 0-5 0,8 2-9 16,4 2-7-16,31-5-5 0,0-2-11 0,-34 2-8 0,3 3-9 15,-2-5-6-15,1 4-11 0,2 1-4 0,-8-1-7 16,-4-5-5-16,-1 6-8 0,-4-1-3 16,-11-1-4-16,-2-1-4 0,0 2-5 0,-3 1-2 0,-2-2-4 15,0 1-1-15,-2-2-2 0,-10 1-7 0,-2 2 0 16,-3-1 5-16,-3-2 0 0,0 0 1 0,-1 3 13 15,-3 0-8-15,-8 0-3 0,13 0 1 16,-13 0-4-16,9 0 3 0,-9 0-4 0,8-3 0 0,-8 3-10 16,0 0-24-16,8-4-36 0,-8 4-39 0,0 0-53 15,0 0-57-15,0 0-56 0,0 0-152 16,-13-14-436-16,5 11 194 0</inkml:trace>
  <inkml:trace contextRef="#ctx0" brushRef="#br0" timeOffset="145608.16">27613 6733 162 0,'-9'-1'148'0,"-2"0"5"0,0-2-11 0,2 2 0 16,-2-1-18-16,4-1-4 0,7 3 1 0,-18-2-6 16,12 1 0-16,6 1-4 0,-9-1-7 0,9 1-10 0,0 0-9 15,-10-3-11-15,10 3-8 0,0 0-9 16,0 0-6-16,0 0-1 0,27 5-2 0,2-3-3 15,23-2 0-15,11 0-6 0,2 1-2 0,38-1-4 16,1 0 2-16,-3-2-7 0,0 2-2 0,1-3 3 0,-6 3-4 16,-4-2-4-16,-27 0 4 0,0 1-4 0,2-1 3 15,0 1 2-15,-3-1-5 0,-7-1 1 0,-3 3 6 16,-19-1 5-16,-1-1-7 0,-6 2 6 0,0 0 6 16,-10-2 5-16,-5 2 13 0,-4-1 3 0,1 1 8 15,-10 0 5-15,13 0 2 0,-8-2 0 0,-5 2-3 16,0 0-4-16,11-1-4 0,-11 1-6 15,0 0-7-15,0 0-7 0,0 0-5 0,9 1-18 16,-9-1-23-16,0 0-27 0,0 0-40 0,0 0-49 0,0 0-51 16,0 0-72-16,0 0-50 0,0 0-154 0,-23 7-481 15,6-7 214-15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3T06:41:18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 9946 16 0,'0'0'160'0,"0"0"-1"0,0 0-15 15,0 0-10-15,0 0-8 0,0 0-10 0,0 0-8 16,0 0-2-16,0 0-7 0,0 0-5 0,0 0 0 16,0 0-5-16,0 0 18 0,0 0-4 0,0 0-7 15,0 0-7-15,0 0-13 0,0 0-6 16,0 0-7-16,0 0-6 0,0 0-9 0,0 0 0 0,0 0-5 15,0 0-5-15,0 0-2 0,0 0-2 0,0 0-2 16,-36-27-6-16,36 27-3 0,0 0-1 16,0 0-1-16,0 0-2 0,0 0-4 0,0 0 1 0,0 0-2 15,0 0-1-15,0 0-2 0,-60 16 2 0,60-16-3 16,0 0 9-16,0 0-1 0,0 0 6 0,0 0 3 16,0 0-1-16,-32 11-3 0,32-11 5 0,0 0-5 15,0 0-3-15,0 0 2 0,0 0 1 16,0 0-5-16,0 0-1 0,0 0-3 0,0 0 1 15,0 0-2-15,0 0-1 0,0 0 0 0,0 0 3 0,0 0-2 16,0 0 1-16,0 0-1 0,74-47-2 0,-47 29 7 16,0-2-6-16,7 3 0 0,-3-1-1 15,2-1 1-15,-1 2-2 0,-1 2-2 0,-2-2-1 16,-1 2-3-16,1 1 7 0,-2-1-5 0,-2 2-2 16,0-1 3-16,-8 3-2 0,-1 4 1 0,0-3-2 15,-2 2-1-15,-1 2 1 0,-4 0-3 0,0 0 7 16,-2 4-7-16,-3-3-4 0,3 3-10 0,-7 2-14 15,6-5-16-15,-6 5-21 0,10-3-20 0,-10 3-14 16,0 0-18-16,0 0-24 0,0 0-20 0,0 0-39 16,0 0-171-16,-12 23-399 0,3-13 177 0</inkml:trace>
  <inkml:trace contextRef="#ctx0" brushRef="#br0" timeOffset="363.26">752 9815 67 0,'0'0'222'0,"0"0"-7"0,0 0-1 0,0 0-6 15,0 0-8-15,0 0-14 0,0 0-12 0,0 0-17 16,0 0-14-16,0 0-15 0,0 0-17 15,0 0-11-15,0 0-15 0,0 0-6 0,0 0-2 0,0 0 12 16,0 0 6-16,0 0-4 0,0 0-3 16,-6 89-4-16,10-54-6 0,2 0-3 0,2 14-3 15,-3-4-7-15,-1 1 1 0,2-10-3 0,-3 0-7 0,2-1-3 16,0 1-3-16,-1-3-8 0,0 0-5 0,1-1-8 16,1 0 2-16,2-2-2 0,-2-1-6 15,3-2 0-15,-7-8 0 0,5 5-3 0,-2-10-7 16,-1 2-24-16,2 0-14 0,-3-4-20 0,1-3-27 15,0 2-38-15,-1-1-34 0,-3-10-41 0,2 13-29 16,-2-13-23-16,5 9-22 0,-5-9-135 0,0 0-425 16,0 0 188-16</inkml:trace>
  <inkml:trace contextRef="#ctx0" brushRef="#br0" timeOffset="1247.86">930 10150 32 0,'0'0'180'15,"0"0"-8"-15,5-6-10 0,-5 6-9 0,0 0-8 16,10-2-5-16,-10 2 0 0,12 0-6 0,-12 0-7 15,19 7-10-15,-8-4-3 0,1 3-10 0,1 0-8 0,1 1-9 16,1 3-6-16,-4 1-10 0,1-3-3 16,-2-1-6-16,-1 3-3 0,5 2-9 0,-6-2-2 15,0 0-2-15,-2 0-3 0,-2 0-7 0,4 0-2 16,-6 1-4-16,0 0-2 0,0 0-3 0,-2 1-2 16,0-1 3-16,-2-3-6 0,0 4-3 0,0-5-1 15,0-1-3-15,0 1 3 0,-4 0-3 0,6-7-1 16,-6 8 3-16,1-4-3 0,5-4-3 0,-8 5 5 15,8-5-8-15,-7 2-2 0,7-2 3 0,0 0-2 16,0 0-5-16,-16-7 5 0,16 7-6 0,-7-12-2 16,7 2-1-16,-4 3-4 0,4-4 0 0,0 11-2 15,2-25 3-15,0 6-2 0,2 4-1 0,-2-3 1 16,5-6-10-16,3 6 5 0,0-6-5 0,2-1-3 16,2 0 0-16,1 1-5 0,1-2 5 0,1 1-4 15,0 0 4-15,-2 3-4 0,3-4 12 0,-5 3-3 16,2 2 4-16,-5 3 3 0,2 0 0 15,-5 2 0-15,2 2 5 0,-1-2-1 0,1 2-1 16,-4 4 0-16,2 1 3 0,-5 0-1 0,2 3 5 16,-4 6 3-16,6-8 0 0,-6 8 7 0,3-9-2 0,-3 9 6 15,0 0-1-15,5-8 1 0,-5 8-7 0,0 0 8 16,0 0-6-16,0 0-3 0,0 0-3 0,0 0 9 16,0 0 1-16,-11 37 4 0,4-20 3 0,1 1 2 15,-3 10-4-15,-1-1 1 0,3 4-2 0,1-6 2 16,1 0 1-16,1-8-1 0,4 2 1 0,-3-2-1 15,3-5-1-15,3 1-3 0,-3-2-3 16,5 0 3-16,-3-2-6 0,-2-9 5 0,6 13-3 16,0-8-1-16,-6-5-1 0,10 9-1 0,-1-6 2 15,-9-3-5-15,13 6 6 0,-13-6 0 0,14 1-5 0,-14-1 4 16,19-7 0-16,-9 4-2 0,-1-4-2 0,2-2 1 16,3 2 0-16,-5-2-1 0,-3 1 1 15,0-2 3-15,-6 10-5 0,12-19 1 0,-10 8-6 16,1-2 7-16,-3 13-5 0,2-22 3 0,-4 5-2 15,-1 1 0-15,2 2-1 0,-2 1 0 0,3 13 1 16,-4-24-2-16,1 15 1 0,3 9 1 16,-2-17-1-16,2 17 5 0,-6-10-1 0,6 10 2 0,0 0-5 15,-5-10-3-15,5 10-2 0,0 0 1 0,0 0-6 0,0 0 1 16,0 0 5-16,0 0-5 0,0 0 3 16,0 0 3-16,22 30-1 0,-17-18 0 0,1 4-3 15,-1-5 4-15,1 1-2 0,1-1 2 0,0-1 0 16,-2 1 3-16,1 0-2 0,-2 0 4 0,4-1-21 15,-1-1-13-15,1-1-25 0,-8-8-29 0,9 16-37 16,0-7-39-16,-2-3-41 0,-7-6-30 0,9 12-129 16,-9-12-388-16,0 0 172 0</inkml:trace>
  <inkml:trace contextRef="#ctx0" brushRef="#br0" timeOffset="2034.59">1570 9924 47 0,'-10'-17'220'0,"10"17"-6"0,-8-10 1 0,8 10-9 0,-6-6-16 16,6 6-20-16,0 0-17 0,0 0-14 15,0 0-23-15,0 0-13 0,0 0-10 0,0 0-5 16,0 0-9-16,0 0-7 0,0 0-9 0,24 28 0 16,-17-16-7-16,3 2-2 0,-4-4-6 0,-1 4-5 15,-1-4-2-15,1 1-3 0,-5-11-3 0,12 17-5 16,-7-9-5-16,-5-8 1 0,3 11-2 0,-3-11-3 15,8 11-1-15,-8-11-1 0,0 0 4 0,5 11 9 16,-5-11 11-16,0 0 10 0,0 0 4 0,6 8 8 16,-6-8-5-16,0 0 1 0,0 0-10 0,0 0-3 15,0 0-6-15,0 0-3 0,0 0 7 0,0 0-18 16,0 0 0-16,-13-39-3 0,9 27-1 0,4-5-3 16,-2 0-7-16,0-1-3 0,2-2-3 0,0 2-3 15,-1-1-6-15,2 1 4 0,-1 1-2 16,0 0 1-16,2 5-2 0,-2 12 1 0,5-19-5 0,-5 19 2 15,1-13 1-15,-1 13-4 0,2-11-1 16,-2 11 6-16,0 0-7 0,0 0-3 0,14-6-1 0,-14 6 4 16,0 0-1-16,0 0 4 0,27 20 3 0,-17-14-3 15,-4 2-2-15,4-3 1 0,-1 4 3 16,-1-3 0-16,-8-6 2 0,16 13-2 0,-10-9 0 0,-6-4 4 16,14 7-4-16,-14-7 2 0,15 7 3 0,-15-7 3 15,14 3-1-15,-14-3-1 0,20-2 0 16,-20 2 3-16,18-6-2 0,-18 6 1 0,16-8 3 15,-7 0-1-15,1 1-2 0,-3-4 0 0,1 2 3 16,-1-1-1-16,1-4-3 0,-4 2 0 0,2 1 1 16,-1-6-1-16,-1 2 3 0,-1-3-2 0,-2 0-6 0,1 0 5 15,0-1 0-15,-2 1-3 0,0 0-2 0,-2 1 4 16,0-1-2-16,2 7 1 0,-1 2 1 0,1 9-1 16,-5-16 6-16,5 16 5 0,-5-11 3 15,5 11-6-15,-4-9 1 0,4 9 4 0,0 0-9 16,-8-8 3-16,8 8-7 0,0 0-2 0,0 0-2 15,0 0-2-15,0 0 2 0,0 0 1 0,-8 26 1 16,8-17-4-16,0-9-2 0,3 22 2 0,-2-12-5 16,3 1 11-16,-1 0-12 0,3-1 2 0,2 4 4 15,-2-3-13-15,1-1 0 0,4 1 0 0,-2-2 0 16,4 1 3-16,1 3 1 0,-5-6-4 0,1 2 3 16,1-3-2-16,2 4 7 0,-1-3-1 0,-3 0-3 15,0 1 3-15,-2-3-3 0,-7-5 3 0,14 10 1 16,-14-10 5-16,11 10-4 0,-7-5 0 0,-4-5 1 15,5 13 2-15,-5-13 4 0,3 11 4 0,-3-11-6 16,2 13 2-16,-2-13 0 0,-8 16-4 0,8-16 3 16,-8 14-7-16,8-14-14 0,-6 16-13 0,6-16-22 15,-7 11-28-15,7-11-31 0,-8 11-40 0,8-11-51 16,-9 10-35-16,9-10-169 0,0 0-445 0,-15 10 197 16</inkml:trace>
  <inkml:trace contextRef="#ctx0" brushRef="#br0" timeOffset="2412.29">2167 9220 121 0,'-4'-11'245'16,"4"11"0"-16,-5-13-13 0,5 13-12 0,-4-11-19 15,4 11-22-15,0 0-18 0,-6-11-21 0,6 11-12 16,0 0-19-16,0 0-5 0,0 0-15 0,0 0-1 16,-9 41-2-16,9-14-8 0,2 0-1 0,3 1-1 15,-1 3-7-15,3 1-7 0,-3 1-1 16,3-2-2-16,3 3 3 0,-2-1-1 0,2-1-1 0,3 3-4 16,-1-5-6-16,-3 1 7 0,-1 0-10 0,3-2-1 15,0 1-5-15,-1-3 0 0,-1-1-3 0,-1 1 0 16,1-3-5-16,-4-5-5 0,4 4 0 15,-5-5-6-15,1 1 7 0,-1-1-6 0,1 0 1 0,0-3-5 16,-2 2-1-16,-3-17-4 0,4 25 2 0,-2-15-2 16,-2-10 1-16,3 14-16 0,-3-14-12 0,0 0-19 15,2 19-28-15,-2-19-36 0,0 0-39 0,0 0-45 16,0 0-56-16,-9 14-40 0,9-14-172 0,0 0-483 16,-28-6 214-16</inkml:trace>
  <inkml:trace contextRef="#ctx0" brushRef="#br0" timeOffset="2582.71">2158 9723 155 0,'0'0'143'0,"8"-10"-17"0,-8 10-10 16,9-12-15-16,-3 4-8 0,2 1-5 0,2-1-12 15,1 1-28-15,5-3-26 0,-2 1-27 0,-3 3-37 16,0 1-18-16,1-1-26 0,0 4-44 0,-12 2-139 15,19-5 62-15</inkml:trace>
  <inkml:trace contextRef="#ctx0" brushRef="#br0" timeOffset="3332.41">2333 9624 25 0,'0'0'28'0,"0"0"16"0,0 0 13 16,27 0 18-16,-27 0 0 0,0 0 15 0,0 0 3 15,0 0 4-15,14-2 7 0,-14 2 2 0,0 0 12 16,0 0-4-16,0 0 1 0,10-5-3 16,-10 5-13-16,8-8 0 0,-8 8-10 0,9-12 2 15,-9 12-3-15,6-15-8 0,-3 7-8 0,2-3-3 0,0 0-2 16,-5 11-2-16,9-20-5 0,-8 10 6 15,-1 10-6-15,1-22-5 0,1 8-4 0,-2 14-6 0,-3-23 1 16,3 7 4-16,-2 4-2 0,-3 3-5 0,5 9 7 16,-7-19 6-16,7 19-1 0,-6-14-5 0,6 14 0 15,-8-11-11-15,8 11-2 0,-9-8-6 16,9 8-3-16,0 0-2 0,-11-5-8 0,11 5 2 16,0 0-5-16,0 0 1 0,-23 21-6 0,11-6 6 15,3 3-10-15,3-2 1 0,-6 9-2 0,6-6 0 16,1 4 4-16,1-4 0 0,0-2-10 0,4 2 5 0,0 1-5 15,0-2 1-15,4-1 0 0,-3-2 0 16,2-4 1-16,1 1 1 0,2 1-1 0,3-4 1 16,-1-1-3-16,-2 1 4 0,3-3 0 0,4 0 3 15,-3-1-3-15,2-1 5 0,2-1 3 0,-14-3 4 16,33-3 2-16,-14-1-1 0,-2 1-1 0,2-1 1 16,-3-3 4-16,5 1-7 0,-3-2 0 0,-2-3-1 15,2-1-3-15,-2 0 0 0,-1 0 0 0,-2-1-1 16,-2 0-2-16,2 0-1 0,-3-3 1 0,5-6 2 15,-6 6-1-15,-2-4-2 0,3-2 1 0,-5 5-1 16,-1-2 1-16,-1 1 2 0,-3 0-3 0,-2-3-7 16,1 4 5-16,-2-2-6 0,0 3 3 0,-4 1 0 15,2 4 0-15,0 0 1 0,-1 0-3 0,-1 1 1 16,7 10-1-16,-15-15 1 0,9 10-1 0,6 5 2 16,-12-10-4-16,12 10 1 0,0 0-2 0,-20-9 1 15,20 9 0-15,-11-2 0 0,11 2 0 16,0 0-1-16,0 0-3 0,-19 2 3 0,19-2-4 15,0 0 3-15,0 0 3 0,0 0-1 0,0 0-1 0,0 0-2 16,0 0 1-16,0 0 0 0,0 0 3 0,0 0-2 16,0 0 4-16,0 0 2 0,0 0 4 0,0 0-4 15,0 0 1-15,0 0-2 0,0 0 2 16,44-9-2-16,-32 5 3 0,-12 4-3 0,23-6-1 16,-11 2 3-16,0-2-2 0,1 2 3 0,-1-1-4 0,1-1 1 15,1-2 3-15,-4 1-4 0,3 1 2 16,-3 0 0-16,-10 6-3 0,20-9 3 0,-13 6-4 15,-7 3 3-15,14-3-2 0,-14 3-1 0,0 0 6 16,17-3 0-16,-17 3-10 0,0 0 4 0,14 8-2 16,-6 0 8-16,-1-1 4 0,-7-7 1 0,8 22 6 0,-3-11 3 15,-1 5 3-15,1 1 2 0,-2-1-2 16,1 0-1-16,-1 1 0 0,1 2-1 0,0-2-3 16,-1 0-2-16,1 0-12 0,3-4-25 0,-4-2-40 15,4 6-38-15,-1-6-52 0,2-1-61 0,1-3-77 16,-9-7-154-16,15 12-482 0,-5-6 213 0</inkml:trace>
  <inkml:trace contextRef="#ctx0" brushRef="#br0" timeOffset="4696.06">3251 8660 100 0,'0'0'184'16,"-9"-11"-4"-16,5 5-7 0,0 2-6 0,4 4-2 0,-6-10-3 15,6 10-10-15,-2-7-6 0,2 7-16 0,-5-4-14 16,5 4-15-16,-5-5-11 0,5 5-11 0,0 0-9 16,0 0-10-16,0 0-4 0,0 0-7 15,9 19 0-15,-2-5 0 0,0 5-2 0,8 8 2 0,-2 3 0 16,1 2-19-16,0 0-3 0,1-1 1 0,0 1 0 15,-2 2 13-15,1-2-6 0,-1-2-6 0,-1-1 4 16,1 0-4-16,-4-4-4 0,2 2 0 0,-2-1-2 16,0 2-2-16,3-6-2 0,-4-4 3 0,-1 6-6 15,1-6-4-15,-1 0 0 0,0 0 1 0,1-3 0 16,-3 1-4-16,-1-3-5 0,1-2-14 0,-3 1-17 16,1-1-24-16,-1 0-25 0,0-1-43 15,-1-1-32-15,-1-1-33 0,0 3-21 0,-3-4-144 16,1 0-379-16,2-7 168 0</inkml:trace>
  <inkml:trace contextRef="#ctx0" brushRef="#br0" timeOffset="6245.7">3252 8849 98 0,'-6'-10'144'0,"1"-7"-10"0,1 4 16 16,1-1-4-16,-1-3-17 0,3 0-13 0,4 1-11 16,0-4-12-16,3 4-10 0,1-3-2 0,1 3-6 15,2 2-5-15,-1 0 0 0,0 7-16 0,1-4 2 16,1 3-4-16,0 2-11 0,0 2 1 0,1 2 0 16,3 2-10-16,-2 2 1 0,2 2-4 15,0 4-1-15,2 2-4 0,-1 0 2 0,-2 4 0 16,-1 1-6-16,4 4 4 0,-4 4-5 0,-3-7 3 15,-1 7 1-15,-4-4-3 0,-1 0-2 0,-2 1-5 16,-2-1 2-16,-2 1-3 0,-3 4-1 0,-1-5 0 0,-1-1 1 16,-3 0-2-16,3-1 1 0,-5-1 1 0,2-2-4 15,3-4-2-15,0-2 2 0,3 2 2 0,0-6-12 16,-1 3 10-16,1-3-1 0,4-4 0 0,-5 8 1 16,5-8-3-16,-5 2 3 0,5-2 4 15,0 0-7-15,0 0 0 0,-13-2-1 0,13 2-1 16,0 0-5-16,0 0 3 0,-5-11-1 0,5 11 1 15,0 0 1-15,0 0-3 0,0 0 0 0,3-12 3 16,-3 12-1-16,0 0-8 0,6-6 8 0,-6 6-3 16,9-1-3-16,-9 1 1 0,14 1-1 0,-3-1 1 15,0 2 2-15,-1-1 0 0,3 0 2 0,0-1 3 16,0 0-3-16,5 0 2 0,-1 0 1 0,1 0-2 0,0-1 1 16,1-2 2-16,-2 0 5 0,2 2 1 0,-3-2-8 15,2-2 4-15,-6 1-3 0,6-2 1 16,-7 2-1-16,6-3 0 0,-2 1 0 0,-3-2 0 15,-2 3 1-15,-2 1 0 0,2-2 7 0,-3-3-5 16,-1 1 3-16,-1-1-1 0,1 1-1 0,0-1-5 0,-3 0 1 16,-2-1-4-16,-1 0 4 0,0-2 0 0,-2 2-3 15,0-2 1-15,-3 1 0 0,-1-4 1 16,0 5 1-16,-1-2-5 0,1 2 3 0,-4-4 1 16,4 4 1-16,-1 2-5 0,0-2 5 0,-2 3-3 15,3 0 0-15,1 1 4 0,0 3 5 0,5 3 1 16,-7-7-2-16,7 7 2 0,-7-6-1 0,7 6-7 0,-5-3 1 15,5 3-4-15,0 0 2 0,0 0 0 0,-13 14 1 16,9-5-1-16,-1 1-4 0,1 2 12 16,2 3-7-16,-2-4 0 0,2 4 0 0,1 0-4 15,1 1 6-15,0-3-3 0,1-1 5 0,-1 3-2 16,2-2 1-16,0-2 1 0,0 0-2 0,1-2 0 0,2 1 1 16,2-1 0-16,-2-1 2 0,1-1 1 0,1 0-3 15,2 0 2-15,0-2-3 0,-2-2 3 0,1 0 3 16,3-1 0-16,1-2 0 0,1 0 0 15,0-2-3-15,-2-2 2 0,4 2 0 0,1-5-2 0,-4 1 3 16,3-2-5-16,-4 1 1 0,-2-1 0 16,4-3-1-16,1-1 0 0,-7 4 2 0,0-2-1 15,-1-2-2-15,1-2 0 0,-2-3 2 0,-1 2-1 0,-2-1 0 16,-3-1-3-16,0-1 2 0,-2 1-2 0,0 0 2 16,-3 0-7-16,1 0 6 0,-1 1-9 15,2 3 9-15,-1 2-2 0,1 0 3 0,0 0-1 16,1 5 1-16,0-1 5 0,0 2-3 0,3 5 1 0,-4-10-2 15,4 10-6-15,0 0-2 0,-4-5 3 0,4 5-3 16,0 0-2-16,0 0 2 0,0 0-1 16,9 28 4-16,-2-12-2 0,-2-1 2 0,4 4 0 15,-3-2 3-15,1 8-1 0,1-5-2 0,1 2 2 16,-1-5-1-16,0 2 1 0,-1-2 9 0,-1-1-12 16,1 0 14-16,0-3-11 0,-2 0-1 0,-2 0 1 0,3-3 1 15,-4 0 1-15,1-3 0 0,-2-1-1 16,3 0 0-16,-4-6 6 0,1 8-7 0,-1-8 1 15,3 7 2-15,-3-7 0 0,0 0 5 0,2 6 4 16,-2-6 12-16,0 0 6 0,0 0-3 0,0 0 0 16,0 0-5-16,0 0-4 0,0 0-3 0,5-22-3 0,-3 9-1 15,5-1 0-15,-4 3-1 0,-1-7-3 0,5 1-1 16,-2-1-1-16,3 0 0 0,-5 1 9 0,4-2-10 16,-3 2-1-16,1-2-3 0,1-1 2 15,0 5-4-15,0-2 5 0,-4 2-1 0,2 2 0 16,-1 2 1-16,-2 1-1 0,0-2 0 0,1 1-5 15,-1 0 7-15,-2 0-8 0,1 11 4 0,-6-18 0 0,6 18-1 16,-3-11-1-16,3 11 0 0,-3-10 2 16,3 10-2-16,0 0 0 0,-1-10 4 0,1 10-2 15,0 0-4-15,0 0 1 0,-6-8 2 0,6 8-10 16,0 0-2-16,0 0 3 0,0 0 3 0,0 0 1 16,0 0-1-16,-1 28-3 0,2-17 9 0,1 1-8 15,0 2 9-15,1-4-7 0,1 3 4 0,-2-1-3 16,4 3 2-16,-3-5-1 0,4-1 2 0,-2 1-1 15,1-3 0-15,-1 0-1 0,3-1 5 0,0-1-2 16,-3-2 4-16,4-1-2 0,0 2 0 0,2-4 2 16,-1 0-1-16,1-4 0 0,0 1 2 0,1 0-1 15,-1-3 1-15,1-1-2 0,-3 0 2 0,1-1 2 16,-1 1-1-16,-2-1-2 0,1-2 4 0,0 2-5 16,-2-2 1-16,-2 0-2 0,-2-2-2 0,0 2 3 15,-1-7-1-15,-1 5 2 0,-1-1-2 0,1 2 0 16,0-1-2-16,-3 2 1 0,2 2 1 0,-2 1 0 15,3 7 0-15,-2-13-2 0,-1 8 3 0,3 5-6 16,-4-10 3-16,4 10-3 0,-2-8 0 0,2 8 3 16,0 0-10-16,0 0-2 0,0 0 6 0,0 0-3 15,0 0-1-15,0 0 12 0,0 0-8 0,7 29 1 16,-4-17 1-16,1-1 0 0,0 0-2 0,0 5 4 16,0-4 0-16,-3 0 1 0,3 3-1 0,-1-4 1 15,1 1-2-15,-1 0 3 0,1 0 0 0,-2 0 2 16,-1-2-4-16,2 0 1 0,0 1-8 0,-1-1-21 15,-1-1-23-15,-1 1-37 0,0-3-39 0,0-7-38 16,0 18-42-16,0-8-199 0,-3-2-441 0,3-8 196 16</inkml:trace>
  <inkml:trace contextRef="#ctx0" brushRef="#br0" timeOffset="6434.33">4101 8429 1497 0,'-8'-5'65'0,"0"-3"-65"0,2 2 10 15,1 5-19-15,5 1 8 0,-8-6-7 0,8 6 1 16,-6-3 2-16,6 3-11 0,-8-3 9 0,8 3-15 16,0 0-14-16,0 0-23 0,0 0-34 0,0 0-25 15,0 0-81-15,0 0-215 0,0 0 95 0</inkml:trace>
  <inkml:trace contextRef="#ctx0" brushRef="#br0" timeOffset="6747.45">4334 8143 171 0,'0'0'231'0,"-6"-11"-6"16,2 5-11-16,4 6-5 0,-3-7-12 0,3 7-14 15,-4-4-17-15,4 4-19 0,0 0-20 0,0 0-12 16,0 0-17-16,0 0-8 0,0 0-11 16,0 0-5-16,6 30-5 0,4-7-6 0,-2 4 1 0,2 0-1 15,3 2-5-15,-2 2 8 0,1-3-8 0,-1 3-1 16,-2-1-5-16,2 0-4 0,1-2-5 0,-4-3 0 16,2 3-4-16,-2-3-1 0,0-6-8 15,-1-2-2-15,-2 0-2 0,3-2 1 0,-4-3-3 0,0 0 0 16,0-1-6-16,-2-2-12 0,2 0-19 0,-1 0-19 15,-1-3-24-15,1 0-23 0,-3-6-28 0,3 9-28 16,-3-9-30-16,0 7-17 0,0-7-38 16,0 0-161-16,0 0-411 0,-11 6 182 0</inkml:trace>
  <inkml:trace contextRef="#ctx0" brushRef="#br0" timeOffset="7215.98">4280 8449 102 0,'0'0'105'0,"2"-11"-6"0,-2 11-12 0,5-13-5 0,3 6-14 16,1-1 0-16,0 1-3 0,2 0-9 0,2-1-4 15,2 0 3-15,1-1-6 0,-1-1-4 0,0 2-3 16,-3 4-6-16,-1-3 6 0,0 0 5 0,-1 1-2 16,1 4-9-16,-4-2 4 0,-2 3-8 0,-5 1-2 15,8-3 4-15,-8 3-4 0,7-3-5 0,-7 3-4 16,0 0-1-16,0 0-1 0,13 1 6 0,-13-1 7 15,6 5 3-15,-6-5 6 0,7 7 7 0,-5-1 0 16,3 1 7-16,0 1 1 0,-1 2-7 0,0 1-1 16,0 0 1-16,1-1-6 0,-1 1-3 0,1-1-2 15,0-1-5-15,0 1-2 0,-1-1 3 0,3 2-12 16,-2-3 2-16,0-3 0 0,1 1-3 0,-2-3-5 16,1 2 0-16,2-1-3 0,-2 0-2 0,2-1 3 15,-7-3 3-15,14 0 0 0,-14 0-1 0,14-2 6 16,-9-2 1-16,1 1 7 0,-1-1 5 0,0 0 6 15,0-1 2-15,1 0-3 0,-2-4-3 0,0-2 2 16,0 0-6-16,-3 2-2 0,0 0 1 16,-1-1 3-16,0 1-9 0,-1-3-6 0,-1 2-3 0,-2-2 0 15,0 2 0-15,-1 3-3 0,-3-1-4 16,0 0 0-16,1 0-6 0,-1 2-2 0,-3-1-1 0,0 3-8 16,-1 1-8-16,-1 2-12 0,1-1-11 0,0 4-11 15,0-1-12-15,-2 2-18 0,4-2-14 0,-1 2-31 16,4 1-28-16,1 1-31 0,0 1-168 0,1-3-378 15,5-3 167-15</inkml:trace>
  <inkml:trace contextRef="#ctx0" brushRef="#br0" timeOffset="8018.57">4683 8313 2 0,'0'0'150'15,"-5"-6"-2"-15,5 6-4 0,0 0-2 0,-5-4-5 16,5 4-7-16,0 0-13 0,0 0-6 0,-9-4-15 0,9 4 1 15,0 0-8-15,0 0-10 0,-5-4-7 0,5 4-13 16,0 0-5-16,0 0-1 0,0 0-9 16,0 0-3-16,-4-7-6 0,4 7-2 0,0 0-7 15,0 0-5-15,0 0-3 0,0 0-12 0,0 0-4 16,0 0 0-16,0 0-4 0,0 0 3 0,0 0 1 0,0 0-10 16,0 0 10-16,0 0-1 0,0 0 1 15,0 0 0-15,0 0 0 0,0 0-1 0,0 0-3 16,0 0 2-16,0 0 1 0,0 0 9 0,0 0-2 15,0 0 4-15,0 0 2 0,0 0-1 0,0 0-1 16,0 0 2-16,0 0-2 0,0 0-6 0,0 0 4 16,0 0-4-16,0 0-3 0,0 0-2 0,0 0 0 15,0 0 5-15,0 0-9 0,0 0 10 0,14 16 0 16,-9-13 1-16,-1 3 8 0,4 1 3 0,-3-2 2 16,4 3 0-16,-1 1 9 0,-2-2 5 0,2 2-4 15,1 0 8-15,-3 2-8 0,2-3 2 0,-1 2-4 0,2-2-1 16,-1 1-6-16,0-3 4 0,1 3-9 15,1-4 1-15,-2 3-1 0,-2 0 1 0,0-3-3 0,2 1-5 16,-2-2-26-16,-1 0-27 0,2-1-29 16,-2 0-27-16,-5-3-31 0,11 7-36 0,-7-4-16 15,0 1-123-15,-4-4-329 0,0 0 146 0</inkml:trace>
  <inkml:trace contextRef="#ctx0" brushRef="#br0" timeOffset="8549.89">4828 8226 133 0,'-5'-4'184'15,"5"4"-3"-15,0 0-14 0,-5-4-9 0,5 4-21 16,0 0-10-16,0 0-15 0,0 0-16 0,0 0-5 15,0 0-15-15,0 0-13 0,0 0 1 0,0 0-9 16,0 0-2-16,0 0-9 0,0 0 0 0,14 18 0 16,-9-13 0-16,-1 1-6 0,0-2-1 0,-1 1-2 15,6 2-4-15,-5-2-1 0,0 0 4 0,0 0-4 16,0-1-1-16,-4-4-3 0,6 8-2 0,-6-8-1 16,6 5-1-16,-6-5 3 0,3 4 4 0,-3-4 7 15,0 0 7-15,0 0-1 0,4 4 4 0,-4-4 6 16,0 0 3-16,0 0 0 0,0 0 6 0,2 6 1 15,-2-6 7-15,0 0-4 0,0 0 0 0,0 0-4 16,0 0-6-16,0 0-8 0,0 0 2 0,0 0-11 16,0 0-3-16,-6-26-6 0,6 16 3 0,0 0-11 15,0-2-4-15,2 2-7 0,0-2-3 0,2 0 0 16,-2 0 1-16,-1 0-5 0,5 1 0 0,-3 2-3 16,5-1 2-16,-3 2-2 0,1 1-4 0,0 1 0 15,-2 2 2-15,1 1 1 0,-5 3 2 0,10-2-7 16,-10 2 3-16,13 2-3 0,-7 1 1 0,5 0 0 15,-3 4 2-15,0-1-2 0,3 1 0 0,-3 3-2 16,0-2 4-16,-2 1 0 0,2-1 3 0,-3 2 4 16,1-2-4-16,1 2-2 0,-2-1 0 0,1 0 2 15,-1-1-1-15,0 0-17 0,0 1-31 0,1-2-28 16,-3-3-35-16,0 4-29 0,2-4-42 0,-1 1-43 0,-4-5-22 16,9 8-127-16,-9-8-405 0,8 1 180 15</inkml:trace>
  <inkml:trace contextRef="#ctx0" brushRef="#br0" timeOffset="8964.34">5138 8061 14 0,'0'0'205'0,"-7"-5"1"0,7 5-18 16,-7-6-12-16,7 6-15 0,-5-4-16 0,5 4-19 15,0 0-10-15,0 0-12 0,0 0 0 0,-10 15-9 16,9-8-4-16,-1 4-6 0,1-1-7 0,2 1-4 0,1 0-7 15,-2 1-4-15,1-2-1 0,2 2-10 16,0-3 4-16,1-2-7 0,0 3 0 0,2-2-4 16,2 1-1-16,-2-5-6 0,4 3-5 0,0-3 3 15,0-1 3-15,3-2 0 0,1-2-3 0,-1-2-1 16,6 0 0-16,-3-4-7 0,3 2 2 0,1-4-5 16,-4 0-5-16,1-1 2 0,0-1 0 0,-2-2-1 15,-2 1-4-15,-1-1 2 0,-1-1-2 0,-4 2 2 16,1-3 8-16,-3 1 5 0,0 2-5 0,-4-4-10 15,-1 1 1-15,0-3-2 0,-4 3 0 0,2 0-5 16,-3 0 6-16,0 3 2 0,0 1 2 0,1 2-1 16,-1 0 3-16,-3 2 6 0,2 2-1 0,1 1-3 15,5 4-2-15,-8-6-8 0,8 6-2 0,-12 3-1 16,6 3 2-16,0 3-9 0,-1 1 8 0,1 6-5 16,1 1-2-16,1-1-7 0,3-1-9 0,3-1-18 15,2-1-33-15,4 3-33 0,-3-5-22 0,6 2-47 16,3-2-49-16,0-1-47 0,-2-3-158 0,5 1-450 15,-1-3 199-15</inkml:trace>
  <inkml:trace contextRef="#ctx0" brushRef="#br0" timeOffset="10191.85">1166 10604 5 0,'0'0'66'0,"-12"6"-8"15,6-4-3-15,1 3-6 0,-1 0-1 0,-1-1-6 16,0-1-5-16,1 0 1 0,-1 4-19 0,2-3 9 16,-3 2-3-16,-4 0 1 0,6 1-9 0,-1-2 7 15,-3 3-7-15,0 0 7 0,1-1 0 0,0 2-1 16,-2-1 4-16,4-1 4 0,-4 0-5 16,1 1 12-16,2 0 7 0,1-3-1 0,0-1 8 15,-2 3-6-15,4-5 5 0,5-2 3 0,-8 4-7 16,8-4 10-16,-7 5-7 0,7-5-7 0,0 0-1 15,0 0-4-15,0 0-4 0,0 0 1 0,0 0-4 16,20-11 9-16,-4 0 4 0,7-2 0 0,5-2-2 16,3-5-8-16,15-9 4 0,2 1 3 0,-2-2-2 15,8-3 0-15,20-13 2 0,1-1-2 0,-25 13-4 16,27-10-1-16,-4-3-5 0,-21 17-1 0,2-5 1 16,-2 1-1-16,23-12-1 0,-26 16-4 0,1 0 2 0,1 2-3 15,-7-1-2-15,-2 0 3 0,-11 12 0 16,-1-2 1-16,-3 0-6 0,0 4 1 0,-8 5 8 15,-5-1-10-15,4 1-4 0,-7 4 4 0,0-2 0 16,-1 3 10-16,-1 0 1 0,-9 5 3 0,14-7-2 16,-14 7 3-16,6-2 2 0,-6 2 0 0,0 0 0 15,9-5-1-15,-9 5-2 0,0 0-7 0,0 0-1 0,0 0-2 16,7-7-5-16,-7 7-15 0,0 0-18 16,0 0-19-16,0 0-13 0,0 0-27 0,0 0-44 15,0 0-30-15,24 3-44 0,-24-3-159 0,16 0-380 16,-16 0 169-16</inkml:trace>
  <inkml:trace contextRef="#ctx0" brushRef="#br0" timeOffset="10732.16">3643 9245 113 0,'0'0'137'15,"0"0"-5"-15,0 0-3 0,0 0-4 0,0 0-7 0,0 0-11 16,0 0-10-16,-17-4-7 0,17 4-6 0,0 0 3 15,-13 1 0-15,13-1-11 0,-12 5-5 16,7-1 4-16,-2 0-4 0,0-1 5 0,-1 0-6 16,0 0 0-16,2 1-5 0,-2 1-5 0,2-3-4 0,6-2-2 15,-9 3-4-15,9-3-5 0,-5 2-3 16,5-2-4-16,0 0-4 0,0 0-3 0,0 0-4 16,0 0-2-16,0 0 3 0,47-19 1 0,-13 5-1 15,15-6 1-15,4-8 3 0,3-4 0 0,23-9-1 16,-23 8 3-16,31-15-1 0,-7 3 4 0,-23 16 2 0,23-15-2 15,-23 13-15-15,-2 2-2 0,2-3 3 16,-3 0-2-16,-4 3 2 0,0 0-3 0,-3 0-2 0,0 3 1 16,-2-3-2-16,-12 10 2 0,-2-1-4 15,1 1 1-15,0-1 4 0,-3 2 2 0,-1 1 1 16,-5 1 7-16,0 2-8 0,0 0-2 0,-7 3 1 0,0 2-2 16,2-1-3-16,-4-3-3 0,-4 7-3 0,0 3 1 15,-2-3 0-15,1 2-4 0,-4 0-1 0,0-1-21 16,-5 5-21-16,9-5-21 0,-9 5-20 15,7-4-27-15,-7 4-32 0,0 0-23 0,0 0-24 16,0 0-28-16,0 0-163 0,0 0-403 0,-24 17 179 0</inkml:trace>
  <inkml:trace contextRef="#ctx0" brushRef="#br0" timeOffset="11569.87">484 7629 70 0,'0'0'155'0,"0"0"-8"0,0 0-1 16,0 0-15-16,0 0-2 0,0 0-10 0,0 0-9 15,0 0-8-15,0 0-6 0,0 0-6 0,0 0-9 16,0 0-8-16,0 0-6 0,0 0 7 0,0 0-4 0,0 0-2 16,0 0-2-16,0 0-3 0,0 0-2 15,0 0-2-15,0 0-8 0,0 0-2 0,0 0-8 16,0 0-3-16,0 0-1 0,0 0-7 0,0 0-3 15,0 0-2-15,0 0 6 0,0 0-9 0,0 0-3 16,0 0 2-16,25-41-2 0,6 21-3 0,3 3-2 16,8-6 2-16,-8 5-1 0,-3 3-1 15,2-3-1-15,-5 5-2 0,-3 1-4 0,-8 4 3 16,-1 1-2-16,-5 2-5 0,1 0-16 0,-5 1-27 0,-7 4-25 16,0 0-28-16,15-6-40 0,-15 6-22 0,9-2-12 15,-9 2-141-15,0 0-334 0,0 0 147 0</inkml:trace>
  <inkml:trace contextRef="#ctx0" brushRef="#br0" timeOffset="11862.52">605 7574 123 0,'0'0'112'0,"0"0"-12"0,0 0-13 0,0 0-1 15,0 0 25-15,0 0 3 0,0 0-1 0,0 0 1 16,0 0-9-16,32 73 1 0,-24-53-10 0,3 5-6 16,-1 1 19-16,1-2-11 0,2 2-8 0,-1-1-3 15,1 0-3-15,-13-25-2 0,20 47-9 0,-13-29-1 16,-7-18-7-16,18 36-5 0,-9-19-5 0,-9-17-4 16,13 32-3-16,-8-21-6 0,1 0-3 0,-1 1-4 15,-1-3-2-15,3 2-5 0,-5-1-5 0,6-3 2 16,-6 2-11-16,2 0-11 0,0-2-27 0,-4-7-28 15,0 0-36-15,7 18-29 0,-7-18-43 16,6 11-31-16,-5-7-133 0,-1-4-350 0,0 0 154 16</inkml:trace>
  <inkml:trace contextRef="#ctx0" brushRef="#br0" timeOffset="12600.88">922 7768 19 0,'0'0'146'0,"18"0"8"15,-18 0-9-15,21 3 6 0,-10 0-9 0,1 1-7 16,0-1-4-16,1 2-8 0,0-1-5 0,-1-1-11 16,-1 3-14-16,-2-2-12 0,3 3-2 0,-2-3-4 15,-3 0-9-15,1 2-5 0,-2-2-9 0,1 1-9 16,-7-5 4-16,6 12-6 0,-6-12-2 0,5 9-7 15,-5-9 2-15,0 11-2 0,0-11-2 16,0 0 0-16,-7 17-6 0,3-13-5 0,4-4-1 16,-9 7 2-16,9-7 1 0,-10 6-3 0,10-6-3 0,-11 0-1 15,11 0-1-15,0 0 0 0,-14 0 3 0,14 0-4 16,0 0-4-16,-11-12-4 0,11 12 0 0,-6-11 2 16,4 2-11-16,2 9 4 0,0-17 0 15,4 5-3-15,0-1 4 0,3-4-5 0,2 1-1 0,0-2-1 16,2 1 1-16,4-7 2 0,-5 9 2 15,1 0-2-15,1-2-2 0,1 1 2 0,-1 0 1 16,-1 0 0-16,-2 2 2 0,0-1-1 0,0 2 2 16,-3-1-3-16,1 2 3 0,-3 2 0 0,2 1 2 15,-4 0-1-15,-2 9-2 0,4-11 5 0,-4 11-6 16,4-9 4-16,-4 9-2 0,0 0-2 0,0 0 1 0,4-9-6 16,-4 9-1-16,0 0 2 0,0 0-2 15,0 0 7-15,0 0-4 0,0 0 2 0,0 0 3 16,-11 41-5-16,6-25-1 0,-1 1 6 0,2 9 4 15,-1-8-2-15,5-3 8 0,-4 2-7 0,2-2 5 16,2-3-4-16,0-1 4 0,0-11-3 0,4 17 0 16,-2-8-3-16,-2-9 7 0,7 13-5 0,-7-13 1 15,8 9 1-15,-8-9 2 0,8 4-3 0,-8-4 1 16,11 3-3-16,-11-3 6 0,0 0-3 0,21-2 8 16,-21 2-9-16,0 0 3 0,15-10-2 0,-15 10 1 15,12-11-2-15,-12 11-1 0,8-11-3 0,-1 4 5 16,-7 7-1-16,6-19 1 0,-6 19-3 0,3-14-2 15,-3 14-2-15,3-18 6 0,-2 5-4 0,-1 13 2 16,-1-20-2-16,1 20 2 0,-3-15 1 0,3 15-4 16,0 0 0-16,0-13 0 0,0 13-6 0,0 0 3 15,0 0-4-15,0 0-2 0,0 0 0 0,0 0 3 16,0 0-2-16,0 0 3 0,0 0-4 0,0 0 7 16,0 0-2-16,0 0 1 0,0 0-2 15,0 0 4-15,22 35 2 0,-17-28-4 0,-1 2-5 16,-4-9-15-16,11 14-25 0,-8-5-27 0,-3-9-34 15,11 13-24-15,-7-6-29 0,-4-7-25 16,10 9-96-16,-10-9-305 0,0 0 135 0</inkml:trace>
  <inkml:trace contextRef="#ctx0" brushRef="#br0" timeOffset="13687.75">1399 7576 30 0,'0'0'120'0,"-4"-13"-7"0,4 13-5 16,0 0-3-16,0 0-4 0,0 0 9 0,0 0 8 16,0 0 3-16,0 0-7 0,23 33-12 0,-23-33-5 15,8 15 4-15,-5-8-3 0,4 3-5 0,-7-10-6 16,9 10-12-16,-9-10-6 0,0 11-4 0,0-11-5 16,0 0-7-16,8 8-3 0,-8-8-2 15,0 0 8-15,0 0 9 0,0 0 13 0,0 0 5 16,5 10 2-16,-5-10 1 0,0 0 0 0,0 0-8 15,0 0-8-15,0 0-8 0,0 0-3 0,0 0-7 16,0 0-10-16,0 0-1 0,-7-42-2 0,7 42-10 16,-1-26-1-16,1 9-7 0,3-2-8 0,-2 0-2 15,0-6-8-15,2 7 4 0,1-1-3 0,-1 2-4 16,1 6 1-16,-1-2-3 0,2 3 0 0,-5 10 0 16,4-16 0-16,-4 16-2 0,4-11-4 0,-4 11-1 15,10-7-1-15,-10 7 2 0,0 0 1 0,0 0 3 16,22 14-4-16,-16-3 3 0,3-1 2 0,-4 2 0 15,3 1-1-15,-3 2 5 0,4 0-3 16,-4-6 0-16,2 1 1 0,-1 2 5 0,-1-3-5 0,0-1-1 16,-5-8 2-16,11 10 1 0,-7-4 0 0,-4-6 4 15,13 8 3-15,-13-8-2 0,17 1 1 0,-17-1 0 16,22-6 0-16,-6-3 0 0,2 2-3 0,-4-3 0 16,1 1 3-16,-2-1-3 0,3-2 3 0,-7 3 1 15,-1 2-3-15,-1-4 1 0,0 2-3 0,-2-4 2 16,-5 13-5-16,5-26 1 0,-2 10-4 0,-4 3 0 15,-1-3-2-15,-1 6-3 0,0-5-1 0,0 4 3 16,3 11 2-16,-10-21-2 0,9 14-1 0,1 7 1 16,-5-10 0-16,5 10 0 0,-5-7-3 15,5 7-1-15,0 0-3 0,0 0 3 0,0 0-3 0,0 0 2 16,0 0-1-16,0 0 3 0,0 0 0 0,0 0 5 16,10 41-3-16,-2-27 3 0,-2 2 1 0,0-2 3 15,0 1-2-15,4 2-2 0,-4-3 1 0,3 0 4 16,-1-1-2-16,-3-2-2 0,0 0 1 15,0 0-3-15,0-2 6 0,-1 2-1 0,-4-11 1 16,5 15 5-16,-5-15-5 0,3 14 5 0,-3-14-3 16,2 12 2-16,-2-12-1 0,0 0 2 0,0 0 3 15,4 12-2-15,-4-12 4 0,0 0-2 0,0 0-1 16,0 0-4-16,0 0-1 0,0 0-5 0,17-29 4 16,-13 13-3-16,6-4-3 0,-3-5-3 0,5 1 1 15,-4 0-2-15,3-1 1 0,-1 2 1 0,-3 4-3 16,3-5 0-16,-6 7 3 0,1-2 2 0,-1 2-3 15,0 0 5-15,-4 2-1 0,2 1 0 0,-2 4 1 16,0 10 6-16,-2-20-3 0,2 20 4 0,0-13 1 16,0 13-3-16,0 0 1 0,0-11-1 0,0 11-5 15,0 0-2-15,0 0-3 0,0 0 0 0,0 0 0 16,0 0 2-16,0 0 2 0,0 0-2 0,0 0 2 16,0 0 1-16,3 36-1 0,0-28 0 15,2-1 1-15,-5-7 1 0,6 13-2 0,0-4 8 16,-6-9-5-16,10 7 7 0,-10-7-5 0,14 7 1 15,-14-7-2-15,18 2 6 0,-4-2-6 0,-14 0 4 0,33-10 3 16,-21 7-6-16,-1-4 2 0,1 3 1 0,-12 4 1 16,17-6-4-16,-17 6 5 0,12-5 2 0,-12 5 6 15,10-7-1-15,-10 7-1 0,7-10 0 0,-7 10-3 16,5-16 1-16,-4 6-5 0,-1 10 6 16,1-24-7-16,-2 12-1 0,1 12 2 0,-3-22-3 15,0 9 0-15,3 13-1 0,-3-18 2 0,3 18-3 16,-2-12-1-16,2 12 3 0,0 0-4 0,0 0 2 15,-3-15-6-15,3 15-5 0,0 0 4 0,0 0-1 16,0 0-1-16,0 0 0 0,0 0 1 0,0 0 4 16,0 0-4-16,4 45 7 0,-3-32-2 0,-1-13 4 15,3 20-4-15,0-7 0 0,1-3 3 0,-1 2-2 0,-1 1-11 16,3-4-20-16,1 1-17 0,-3 1-29 16,1-1-23-16,-4-10-41 0,9 22-45 0,-5-9-41 15,-4-4-144-15,0-9-402 0,0 0 178 0</inkml:trace>
  <inkml:trace contextRef="#ctx0" brushRef="#br0" timeOffset="13847.77">1923 7089 28 0,'0'0'-5'0,"0"0"-6"16,0 0 4-16</inkml:trace>
  <inkml:trace contextRef="#ctx0" brushRef="#br0" timeOffset="14145.41">2115 6840 183 0,'0'0'232'0,"0"0"1"16,-3-13-3-16,3 13-18 0,0 0-22 0,0 0-23 16,0 0-18-16,0 0-24 0,0 0-11 0,0 0-10 15,0 0-10-15,0 0-8 0,0 0 4 0,32 32-1 16,-19-9 3-16,0 1 15 0,4 1-5 0,0-2-7 16,-3 0 3-16,0-1-7 0,0 0-4 0,-2-1-11 15,-1-6-2-15,-1 3-7 0,-2-3-8 16,2 4-8-16,-2-3 0 0,1-3-5 0,-1 0-5 0,-1 0-3 15,0-3-9-15,-7-10-11 0,9 21-30 0,-5-11-20 16,-1-1-29-16,-3-9-22 0,0 0-25 0,10 18-25 16,-10-18-30-16,9 11-29 0,-9-11-27 15,8 11-15-15,-8-11-147 0,0 0-412 0,0 0 182 16</inkml:trace>
  <inkml:trace contextRef="#ctx0" brushRef="#br0" timeOffset="14512.07">2205 7075 103 0,'0'0'124'0,"0"0"-8"0,0 0-9 0,-6-16-16 0,6 16-6 15,0 0-7-15,0 0-15 0,15-22-2 0,-15 22-7 16,18-15-4-16,-8 9-8 0,1 1-4 0,-11 5-3 16,19-10 1-16,-19 10-10 0,15-6 4 0,-15 6-8 15,19-2-3-15,-19 2 21 0,0 0 11 0,27 9 7 16,-19-2 5-16,-8-7-5 0,18 10-2 0,-18-10-5 15,14 12-1-15,-9-5-1 0,-5-7 0 16,18 9-8-16,-9-3 3 0,1-4 1 0,-10-2-2 0,19 2 8 16,-19-2-3-16,17 0-1 0,-17 0-2 0,22-2 1 15,-12-2 4-15,-10 4 1 0,19-10 6 16,-10 6-1-16,0-2 11 0,-2-4 5 0,-7 10 4 16,11-15-3-16,-6 5 0 0,-5 10-6 0,0 0 1 15,2-21-1-15,-2 21-7 0,-5-21-9 0,5 21-7 16,-9-22-2-16,3 12-6 0,-2 2-5 0,8 8-4 15,-16-17-17-15,8 9-17 0,8 8-15 0,-17-11-23 16,17 11-31-16,-14-5-36 0,14 5-32 0,0 0-28 16,0 0-36-16,-29 13-24 0,20 0-131 0,-4 0-392 15,4 0 173-15</inkml:trace>
  <inkml:trace contextRef="#ctx0" brushRef="#br0" timeOffset="14945.72">2655 7055 160 0,'10'-10'177'0,"-1"-3"-9"0,-1-1-4 15,1-1-10-15,0 1-12 0,-1-1-7 0,-3 4-13 16,1-5-11-16,-2 1-11 0,1 1-5 0,-2-3-3 16,-2 2-6-16,1-3-13 0,-3 1-5 0,-1 1-1 15,-2 1-10-15,-3-1 1 0,1 1-4 0,0 3 6 16,-2-1 7-16,-6 1-13 0,2 1-2 15,1 2-6-15,-1 4-5 0,-3-3-5 0,2 4-3 0,2 0-7 16,11 4-2-16,-26-1-4 0,15 1-1 16,11 0-3-16,-18 4-6 0,18-4 1 0,-14 2-2 15,14-2-1-15,-14 4 1 0,14-4-4 0,0 0 2 16,0 0-5-16,-11 7 8 0,11-7-10 0,0 0 1 16,0 0 2-16,0 0 0 0,0 0 5 0,0 0-5 15,0 0 0-15,0 0 2 0,52-4-2 0,-35-1 0 16,4 0 0-16,-2-3 4 0,2 3-6 0,-2 2 2 15,-3 1-6-15,-2-1 6 0,-14 3-4 0,21-3-1 16,-21 3 1-16,22 0 0 0,-22 0-2 0,17 6 2 16,-8-2-2-16,0 2 4 0,-9-6-4 0,16 15 6 15,-9-6-3-15,1 1 3 0,-3 1-3 0,3-2 5 16,-3 2 1-16,0 1 0 0,0-2 0 0,-5-10 1 16,10 25-1-16,-3-13-1 0,-2 3-29 0,0 0-41 15,1 0-55-15,-2-3-53 0,-4-12-219 16,4 21-422-16,-4-21 186 0</inkml:trace>
  <inkml:trace contextRef="#ctx0" brushRef="#br0" timeOffset="15115.43">3063 6713 1804 0,'0'0'40'0,"5"-13"-11"0,-5 13-13 0,0-11 12 15,0 11 12-15,0 0 13 0,0 0 2 16,-3-15-6-16,3 15-8 0,0 0-11 0,0 0-3 15,0 0-21-15,0 0-17 0,0 0-26 0,0 0-41 16,0 0-50-16,0 0-46 0,0 0-125 0,0 0-323 16,0 0 143-16</inkml:trace>
  <inkml:trace contextRef="#ctx0" brushRef="#br0" timeOffset="15799.88">1045 8170 137 0,'-9'3'136'0,"-4"0"-4"0,2 0-2 0,-2 1-4 15,1 1-5-15,1-1-4 0,-3 1-6 0,1 1-15 16,4-2 5-16,-5-1 1 0,5 1-6 0,0 0-1 16,2-2-7-16,3 0-11 0,4-2-8 15,-7 3-6-15,7-3-8 0,0 0-2 0,0 0-7 0,0 0-2 16,43-16-4-16,-10 0 6 0,19-9 4 0,25-17-1 15,6 1-2-15,4-9-3 0,7-3 0 0,5-2-1 16,9-7-5-16,5 2-5 0,7-3-3 0,1-5 2 16,1 5-2-16,1-6-6 0,-6 9 2 0,-5 1-3 15,-3 4-4-15,-9 4 5 0,-6 1-6 16,-5 1 0-16,-11 10 6 0,-27 7-9 0,0 2 1 16,-4 1-2-16,-3 6 4 0,-12 4 9 0,-4 4 1 15,-2-1 3-15,-1 3 2 0,-9 3 3 0,-4 6 4 16,-3-1 12-16,-9 5-1 0,14-6 5 0,-14 6-3 0,9-4 6 15,-9 4-3-15,0 0-2 0,0 0 3 16,11-4-13-16,-11 4-7 0,0 0-5 0,0 0 5 16,0 0-10-16,12-8-7 0,-12 8-14 0,0 0-21 15,0 0-26-15,0 0-34 0,0 0-43 0,0 0-53 16,0 0-41-16,-32 22-58 0,19-15-179 0,4 0-487 16,-4-1 215-16</inkml:trace>
  <inkml:trace contextRef="#ctx0" brushRef="#br0" timeOffset="19425.84">1295 11279 9 0,'0'0'78'15,"0"0"-16"-15,0 0 1 0,0 0-6 0,0 0-3 16,0 0-1-16,6-12-9 0,-6 12-1 0,0 0-13 16,0 0 3-16,0 0-3 0,0 0-6 0,0 0 4 15,0 0-5-15,0 0 1 0,0 0-8 0,0 0-3 16,0 0-8-16,0 0-10 0,0 0-9 0,0 0-14 16,0 0-12-16,0 0-11 0,0 0-42 0,0 0-99 15,0 0 45-15</inkml:trace>
  <inkml:trace contextRef="#ctx0" brushRef="#br0" timeOffset="23728.74">375 12352 68 0,'0'0'115'0,"0"0"-9"0,0 0-17 0,0 0-3 0,0 0-11 16,0 0-5-16,0 0-9 0,0 0-8 15,0 0 1-15,0 0-11 0,0 0 2 0,0 0-4 0,0 0 7 16,0 0 4-16,0 0-8 0,0 0-3 16,0 0 0-16,0 0 6 0,0 0-4 0,0 0 4 15,0 0 6-15,0 0 4 0,0 0 2 0,0 0 0 16,0 0 8-16,0 0-2 0,0 0 1 0,0 0 5 16,0 0-4-16,0 0 6 0,0 0 3 0,0 0-9 15,0 0-8-15,0 0-6 0,0 0-8 0,0 0 0 16,0 0-9-16,15-58-2 0,-3 33-2 0,-3 0-4 15,3-2-5-15,-1-3 2 0,3 2-6 0,-3-2 1 16,0-1-1-16,0 1-2 0,0-3-7 0,-2-1 2 16,1 1-1-16,1 1 0 0,-2-3 0 0,0 2-8 15,-3-2-1-15,1 0 1 0,-3 4-6 0,-1-3 4 16,1-2-5-16,-2 2 0 0,-2 34-3 0,0-65 5 16,0 32 1-16,-2 3 3 0,2 30-5 0,-6-45 2 15,6 45 1-15,-1-31-1 0,1 31 2 16,0 0-3-16,0 0 1 0,-8-29-2 0,8 29 0 15,0 0 1-15,0 0 2 0,0 0-5 0,0 0-2 0,0 0 1 16,0 0-2-16,0 0 3 0,0 0-1 0,0 0 4 16,0 0-3-16,0 0 2 0,0 0 1 15,-7 111 2-15,9-77-4 0,1 12 9 0,-1 0 4 0,-2-10-1 16,4 12 0-16,1-13 1 0,1 1-1 0,1-3 0 16,-6 1 0-16,7-2-2 0,-8-32 0 15,9 54 5-15,-2-29-5 0,-7-25 3 0,11 43 0 16,-11-43 0-16,11 26-2 0,-11-26 1 0,9 24-5 15,-9-24 3-15,0 0-1 0,0 0-1 0,18 26 0 16,-18-26 2-16,0 0-1 0,0 0 2 0,15 18-5 16,-15-18 2-16,0 0-2 0,0 0 6 0,0 0-2 15,0 0 0-15,0 0 2 0,0 0-2 0,0 0 0 16,0 0-1-16,63-32-2 0,-63 32 0 0,15-27 4 16,-15 27-6-16,14-31-5 0,-14 31-4 0,10-34-1 15,-10 34 7-15,9-35-5 0,-9 35 1 0,0 0 2 16,8-35-1-16,-8 35 5 0,0 0-4 0,0 0 2 15,5-28-1-15,-5 28-1 0,0 0-1 0,0 0 0 16,0 0-2-16,0 0 6 0,0 0-5 0,0 0 1 16,0 0-2-16,0 0 0 0,0 0 4 0,0 0-2 15,0 0 0-15,0 0 2 0,0 0-1 0,0 0 1 16,0 0 3-16,19 76-4 0,-17-66 5 0,2 0-2 16,0-5-1-16,0 1 0 0,0-1 5 0,0 0-1 15,2-1 2-15,1 0 0 0,-2-1 0 0,4 0 2 16,-3-2-4-16,5-1 8 0,-11 0-5 15,19-4 7-15,-8-3-4 0,1 1-1 0,-2-1-1 0,2 0 4 16,-5-2 3-16,4-4-8 0,-1 1 4 0,-5 2 2 16,2-1-2-16,-4 0 2 0,1-2-3 0,-4-2-1 15,0 2 1-15,-2 1-3 0,0 0 0 0,-3 0-4 16,-4 1 2-16,0-2-6 0,0 0 3 16,-5 1 0-16,6 5-9 0,-3 0 1 0,-1-2-1 0,1 3-6 15,11 6-6-15,0 0-10 0,0 0-14 16,0 0-9-16,-47-14-13 0,47 14-17 0,0 0-17 0,0 0-24 15,0 0-17-15,0 0-15 0,0 0-22 16,0 0-108-16,0 0-310 0,-30 31 137 0</inkml:trace>
  <inkml:trace contextRef="#ctx0" brushRef="#br0" timeOffset="24265.41">1029 11737 27 0,'0'0'132'0,"0"0"-2"15,0 0 8-15,0 0 2 0,12 18 6 0,-8-5-12 16,-2 4-10-16,1-1-7 0,1 1-12 0,-2 0-9 16,4-2-4-16,-2 0 3 0,2 2-13 0,-2-5-4 15,1-2-8-15,-1 0-8 0,2-1-6 16,0-2-2-16,1 2-4 0,-3-5-3 0,2 3-5 16,-1-3-3-16,4-1 1 0,-4-2-2 0,-5-1-4 15,13 0-3-15,-13 0-4 0,16-5-2 0,-7-1-2 16,-3 2 2-16,1-2-5 0,2-1 2 0,-2 0-3 0,-1 1 0 15,-3-3 3-15,1-1 1 0,3 1-3 0,-6-1-2 16,1-1-3-16,0-2-4 0,-2 1 1 0,0 0 2 16,0 0-6-16,0 3 1 0,0 9-2 0,2-20-1 15,-4 15 1-15,2 5 3 0,0-10-8 16,0 10 0-16,0-7-6 0,0 7 2 0,0 0-7 16,0 0 7-16,0 0 1 0,0 0-3 0,0 0 2 15,0 0 1-15,8 21 1 0,-7-14-1 0,5 1 1 16,-3-2 1-16,2 1-2 0,-1-1-3 0,0 0 0 15,-4-6 7-15,9 10-2 0,-9-10-2 0,9 6 2 0,-2-3 1 16,-7-3 0-16,11 1 5 0,-11-1-2 0,0 0 0 16,25-8-2-16,-16 3 3 0,0-1 1 15,-2-3-1-15,3 0 0 0,-3 0 1 0,0-1 1 16,-1 2 3-16,-2-4-1 0,0 3 8 0,0-3-3 16,-3 0-2-16,-1 2 1 0,1-2 3 0,-2-3-6 15,-2-1 2-15,-1 1-2 0,-1-3 2 0,-2 3-5 16,3 4 7-16,-1 1-8 0,-2-5-2 0,1 4 1 15,1 3 0-15,-1-1-1 0,6 9-4 0,-9-10 8 16,9 10-6-16,-7-11-4 0,7 11-17 0,-4-8-22 16,4 8-35-16,0 0-19 0,0 0-35 0,0 0-30 15,0 0-36-15,0 0-156 0,0 0-378 0,0 0 167 16</inkml:trace>
  <inkml:trace contextRef="#ctx0" brushRef="#br0" timeOffset="26145.81">1759 11843 197 0,'0'0'227'0,"0"0"-21"0,0 0-9 15,-11-4-10-15,11 4-17 0,-6-6-5 0,6 6-12 16,-4-7-17-16,4 7-11 0,-3-11-17 0,3 4-6 16,-1-5-8-16,-1 1-5 0,2-5-10 0,0-2-7 15,2 0-6-15,0-1-3 0,3-7-7 16,-5 7-6-16,3-6-2 0,-3-2-4 0,0 0-9 0,0 2-1 16,0 0-1-16,0 6-6 0,0-7 0 0,-5 6-6 15,2 2 2-15,-1-6-6 0,-1 5-2 0,2 0-5 16,-4 2 3-16,-2 3-4 0,2 0 0 15,-2 3-2-15,6 5-2 0,-1-2 3 0,-2 3-5 16,1 2-2-16,-2-1-3 0,7 4 1 0,-10-2 1 0,10 2-1 16,-17 9 1-16,11-1-2 0,-7 4 0 15,2 3 0-15,1-2-1 0,1 4 4 0,0-1-4 0,4 0-2 16,1-5 3-16,1 4 0 0,2-4-1 0,1-3 3 16,1-1 1-16,2 1 0 0,1-2 0 0,6 0 2 15,-4-2-2-15,6-2 2 0,-2-2-3 0,9-5 6 16,-1 2-2-16,-1-5 0 0,2 2-4 15,-2 0 4-15,4-3-2 0,-3 1 3 0,0-3-3 16,0 2 1-16,-5-3-3 0,3 3 2 0,-3-3 0 16,-1 6 1-16,-4-3-3 0,3 2 1 0,-2 0-3 15,-1 1 1-15,-2 2 4 0,0 0-2 0,-1-1 0 16,-5 5 0-16,9-7 0 0,-9 7-4 0,3-5-2 0,-3 5-3 16,0 0 0-16,9-1 3 0,-9 1 0 15,0 0 0-15,6 14 3 0,-2-3-1 0,0 1 1 16,-3 2 1-16,4 4 0 0,-3-1 0 0,1 0 2 15,0-1-1-15,-2 0-1 0,4-5 1 0,0 1-1 0,0-1 1 16,2-2 2-16,-5 0-2 0,3-2 0 0,-2 0 0 16,2-3 0-16,-2 1 0 0,2-1 4 15,0 0 1-15,-5-4 2 0,10 2 1 0,-10-2-1 16,12 0 1-16,-12 0 1 0,16-6 0 0,-7 1 2 16,1-3 1-16,-1 0 4 0,-1 1-4 0,1-1 1 15,-4-1 1-15,1 0-3 0,2 1-2 0,-4-3 1 16,0 2-3-16,0-4 1 0,-1 3 1 0,0-5-2 15,-3 3-1-15,4 1 0 0,-3-2-1 0,-2 1-4 16,-3 1 5-16,4 1-3 0,-2 0 3 0,2 10-1 16,-2-12 1-16,-2 5 1 0,3 1-5 0,1 6 4 15,-4-7-4-15,4 7 3 0,-2-8-5 0,2 8 1 16,0 0-3-16,-6-3-3 0,6 3 3 0,0 0 2 0,0 0-5 16,0 0 0-16,-8 14-1 0,6-4 4 15,1 0-4-15,0 2 4 0,2-3 1 0,-1 0 2 16,1 1-2-16,1 0-1 0,-2-5-2 0,0-5 3 15,5 13-1-15,-3-9 3 0,1 3-1 0,2-2 0 16,-1 1 1-16,1-3 5 0,-5-3-2 0,14 1 0 16,-6 0-1-16,-8-1-1 0,17-4 2 0,-9 4 6 15,2-3-4-15,-1-5-5 0,4 0 4 0,-3 1 0 16,4-5-1-16,-5 4 0 0,-1-1 1 0,0-1-1 16,-2 0 3-16,-1-2-4 0,0 2-1 0,2-5 3 15,-5 4 0-15,0-2-9 0,-1-2 0 0,0 2 2 16,-2 2-1-16,0-1-3 0,-1 1 1 0,0-1 0 15,-2-1 2-15,4 8 2 0,-3-2-4 0,3 7 4 16,-2-9-3-16,2 9-2 0,0 0 0 0,-2-11-5 16,2 11 2-16,0 0-2 0,0 0 3 0,0 0-1 15,0 0-3-15,0 0 5 0,0 0 1 0,11 29 0 16,-7-18 1-16,-1 1 3 0,5 4 0 0,-3 0-3 16,0-1 2-16,0-3 1 0,2 2 1 0,-1 2 5 15,2-3-7-15,-3-2-1 0,0 0 4 0,-1-4 5 16,-2-1-4-16,2 0-1 0,0-1 0 0,-2 2 2 15,-2-7-1-15,4 9-2 0,-4-9 1 0,4 5 1 16,-4-5 1-16,3 5 1 0,-3-5 1 0,0 0 1 16,5 6 0-16,-5-6 3 0,0 0-1 0,0 0 0 15,0 0-3-15,0 0 0 0,0 0 1 0,13-16 3 16,-6 9-2-16,-3-4-4 0,1 2 4 0,1-3-2 16,1-4 0-16,1 0-2 0,-1 1-1 0,0 1 0 15,0-2-1-15,0 0-1 0,-1-1-3 0,3-1 2 16,-5 3 0-16,2-3 2 0,-3 6 1 0,-1 1 0 15,0 0-1-15,-1 1 0 0,2-3-1 0,-3 6 3 16,0 7-1-16,3-13 5 0,-1 9 0 0,-2 4 0 16,0-9 3-16,0 9 2 0,0 0-3 0,1-9 6 15,-1 9-12-15,0 0 8 0,0 0-2 0,0 0 0 16,0 0-2-16,0-9-3 0,0 9-7 0,0 0 5 16,0 0-4-16,0 0-2 0,0 0 4 0,0 0-1 15,0 33 4-15,-3-23-2 0,3 4-1 0,0-3 4 16,2 2-2-16,-1-2-1 0,0 0 0 0,3 1-4 15,-2-1 3-15,-2 0-2 0,3-2 2 0,1-2 0 16,-1 0 0-16,-1-3 4 0,-2-4-4 0,7 9 3 16,-2-6 1-16,0-1 2 0,-5-2 1 0,13 1-1 15,-3-4-5-15,-1-1 7 0,10-4 0 0,-4-1 1 16,2-1 6-16,-2 1-2 0,1-3-4 16,-2-1 6-16,1 2 0 0,-3-4-2 0,0 3 2 0,1-2 0 15,-4 1 0-15,1-2-1 0,-3 1 2 16,-1-1 5-16,-1 4-1 0,-2-1-2 0,-1 2 0 15,1 0 3-15,-2 1-3 0,-1 1-1 0,0 8 8 16,-1-11-1-16,1 11-13 0,1-8 10 0,-1 8-3 0,0 0-1 16,0-8-11-16,0 8 2 0,0 0-2 0,0 0-2 15,0 0-13-15,0 0 6 0,0 0 6 0,0 0 0 16,0 0 2-16,1 29-4 0,1-17 3 16,-1 0 0-16,0-1-3 0,0 2 1 0,2-1-2 15,0-2 1-15,-2 3 1 0,1-2-1 0,0 0 2 16,0 1 1-16,-2-2-3 0,3 0 3 0,-1-5-1 15,1 4-2-15,1-2 6 0,-3 0-3 0,1 2-7 16,0-3-15-16,-2-6-22 0,1 12-22 0,-1-7-26 0,0-5-31 16,-3 16-34-16,3-16-38 0,-5 13-37 15,0-4-30-15,-2-2-162 0,-1-1-456 0,-2-2 202 16</inkml:trace>
  <inkml:trace contextRef="#ctx0" brushRef="#br0" timeOffset="26303.41">2371 11004 30 0,'0'0'125'0,"0"0"-30"16,0 0-36-16,0 0-28 0,0 0-34 0,0 0-54 15,0 0-60-15,0 0 26 0</inkml:trace>
  <inkml:trace contextRef="#ctx0" brushRef="#br0" timeOffset="26611.91">2783 10708 225 0,'0'0'250'16,"-2"-7"-10"-16,2 7-12 0,0 0-14 0,0 0-20 15,0 0-22-15,0 0-20 0,0 0-18 0,0 0-12 16,0 0-4-16,0 0 10 0,0 0-5 0,5 25-13 16,0-7 3-16,0 1 1 0,4 6-10 0,-3 1 10 15,-2-3-13-15,4-3-4 0,-3 4-8 0,1 2-8 16,-1-7-2-16,0 0-10 0,2-2-2 16,-4 2-11-16,3-1-1 0,-1 0-4 0,0-2-8 0,-1-2-1 15,1 2 1-15,-1-4-9 0,-2-1-1 0,2-2-3 16,-3 1-30-16,2 1-20 0,1-1-30 0,-2-3-30 15,1 3-32-15,-1-3-32 0,-2-7-40 16,0 12-33-16,-1-5-36 0,1-7-209 0,-8 10-499 16,8-10 222-16</inkml:trace>
  <inkml:trace contextRef="#ctx0" brushRef="#br0" timeOffset="27381.87">2723 10984 11 0,'5'-11'137'0,"-5"11"-15"16,5-8-7-16,0 2 1 0,-5 6-12 0,12-13-15 16,-2 6-7-16,-1 0-7 0,1 1-8 0,2-1-6 15,-2 2 3-15,1-2-15 0,2 1 7 0,-3 0-7 0,1 2 5 16,-1 0-4-16,-1-1-3 0,-9 5-10 0,11-7 3 16,-4 4-7-16,-7 3 4 0,9-4-1 0,-9 4-2 15,0 0 0-15,9-6 5 0,-9 6 3 16,0 0 1-16,7-2 5 0,-7 2 2 0,0 0-1 15,0 0 5-15,0 0-5 0,0 0 3 0,0 0-5 16,0 0-2-16,7-2-4 0,-7 2-5 0,0 0 3 16,0 0 7-16,0 0-11 0,0 0-1 0,0 0-6 0,0 14 0 15,0-14-3-15,0 0-3 0,1 7-2 16,-1-7 5-16,1 8-9 0,-1-8 0 0,4 4-2 16,-4-4-2-16,3 6-1 0,-3-6 1 0,0 0-4 15,3 8 2-15,-3-8 0 0,0 0 0 0,4 5-1 16,-4-5-3-16,0 0 2 0,0 0-3 0,0 0 1 15,0 0 5-15,4 4-1 0,-4-4 0 0,0 0 0 0,0 0-3 16,0 0 3-16,0 0 0 0,0 0 1 16,0 0 1-16,0 0 7 0,0 0 1 0,0 0 10 15,0 0-3-15,0 0 7 0,0 0-4 0,-10-19 0 16,10 19-3-16,0 0 3 0,0 0-3 0,-7-5 6 16,7 5-1-16,0 0-3 0,0 0-1 0,0 0-7 15,0 0-3-15,0 0-1 0,0 0-5 0,0 0 2 16,0 0-4-16,0 0 0 0,0 0-4 0,-10 15 2 15,10-15-6-15,0 9 4 0,0-9-4 0,0 0 4 16,4 13-3-16,-4-13 3 0,3 8-5 0,-3-8-1 16,3 8 5-16,-3-8-2 0,6 6 1 0,-3-2 0 15,-3-4-7-15,8 7 9 0,-3-5-4 0,1 1 1 16,-6-3 0-16,11 3 5 0,-5-3-4 0,-6 0 1 16,12 1 2-16,-12-1-6 0,11-1 4 0,-11 1-3 15,11-3 1-15,-11 3 6 0,11-1-3 0,-6-1-1 16,-5 2 3-16,0 0 0 0,8-8 2 0,-8 8-5 15,2-8 3-15,-2 8-3 0,3-9 1 0,-3 9 2 16,0-11-5-16,0 11 4 0,0-13-3 0,0 13-3 16,-1-10 0-16,1 10-9 0,-3-10 12 0,3 10 1 15,-1-8 0-15,1 8-2 0,-3-8 3 0,3 8-6 16,0 0 0-16,0 0 0 0,0 0-3 0,0 0-2 16,-1-8-1-16,1 8 0 0,0 0-2 0,0 0 5 15,0 0-6-15,0 0 8 0,0 0-1 0,0 0-1 16,9 25 2-16,-7-19 3 0,0-1-3 15,0 0-3-15,2 2 5 0,0 0-16 0,-2-2-20 16,2 2-32-16,-4-7-32 0,5 12-29 0,-2-2-33 16,-3-10-37-16,6 11-41 0,-3-3-171 0,-3-8-444 0,5 10 196 15</inkml:trace>
  <inkml:trace contextRef="#ctx0" brushRef="#br0" timeOffset="27762.47">3134 10833 137 0,'0'0'176'0,"0"0"-7"0,0 0-8 0,0 0-10 0,0 0-5 15,13 29-8-15,-13-29-9 0,4 10-14 0,-4-10-6 16,3 10-1-16,-3-10-4 0,5 8-5 0,-5-8-7 16,2 7 0-16,-2-7-2 0,0 0 2 15,0 0 7-15,0 0 11 0,0 0 1 0,4 10 1 16,-4-10-7-16,0 0-8 0,0 0-9 0,0 0-10 15,0 0-8-15,0 0-1 0,0 0-6 0,0 0-5 16,0 0-6-16,-5-33-11 0,5 33-5 0,0-22-1 0,0 11-4 16,1 0-8-16,0-1-2 0,2 1-3 15,0 1-3-15,-1-4-1 0,2 6 0 0,-4 8-5 0,8-12-4 16,-8 12-4-16,4-7 2 0,-4 7-3 16,6-7-1-16,-6 7-1 0,0 0-7 0,9-5 8 15,-9 5 2-15,0 0-2 0,0 0 0 0,22 11 2 16,-17-5-4-16,2 1 3 0,0 0 2 0,-2 1 1 15,4 0-4-15,-5-2 1 0,1 1-5 0,1 2-10 16,-6-9-19-16,7 13-32 0,0-4-37 0,-3-2-38 16,-4-7-45-16,9 12-31 0,-4-7-32 0,-1 1-161 15,-4-6-444-15,0 0 196 0</inkml:trace>
  <inkml:trace contextRef="#ctx0" brushRef="#br0" timeOffset="28162.65">3382 10623 29 0,'0'0'207'0,"-7"-4"-8"16,7 4-12-16,0 0-12 0,0 0 4 0,-21 13-7 15,19-2-8-15,-2-1-12 0,-1-1-13 0,1 4-11 16,1 2-4-16,2-2 3 0,1-2-5 0,3 0-12 16,-2 0-9-16,0-1-11 0,3 2-2 0,1-5-15 15,-1 3-7-15,2-3-4 0,0-2-3 0,-6-5-8 16,13 9 2-16,-4-6-14 0,2-1 4 0,0-2-4 15,-11 0-4-15,27-4-4 0,-10-1 0 0,0-2-9 16,0 0 5-16,2-2-5 0,-3-2 1 0,-1 2-2 16,-2-3-2-16,1 2-3 0,-4-3-1 0,0 0 4 15,2 1-6-15,-7 2-3 0,1-4-1 0,0 2 0 16,-3 0 4-16,1 0-6 0,-3 0 1 0,1-4 3 16,-5 1-3-16,1 3 1 0,-3 0-1 0,2 4 1 15,-1-1 14-15,1 3-10 0,0 0-2 0,3 6-3 16,-8-9-4-16,3 7-2 0,5 2-1 0,0 0-2 15,-18 8 6-15,11-1-9 0,-1 5 4 0,1-2-1 16,0 5-4-16,-1 1 2 0,4 1 1 0,-2-2-1 16,3-4 2-16,4 2-5 0,-1-13-18 0,7 19-13 15,-3-11-36-15,3 2-32 0,0-2-36 0,3 0-36 16,4-6-48-16,-1 0-214 0,-13-2-475 0,33-2 209 16</inkml:trace>
  <inkml:trace contextRef="#ctx0" brushRef="#br0" timeOffset="28507.1">4038 9958 287 0,'0'0'303'0,"-1"-12"-4"16,1 12-20-16,0 0-13 0,0 0-17 0,0 0-22 15,-2-20-27-15,2 20-20 0,0 0-18 0,0 0-24 0,0 0-14 16,0 0-11-16,0 0-16 0,0 0 4 16,0 0-10-16,20 34 16 0,-10-11-6 0,-4-3-5 15,3 5 6-15,-1 1-22 0,2-2 17 0,-1 1-7 0,1-1 0 16,-2-6-8-16,-2 6-4 0,1-7-13 16,0 1-5-16,1-1-6 0,-2 1-3 0,0-2-9 15,0 0-4-15,-1-6-2 0,-3 2-6 0,4-1 0 0,-2-3 2 16,-4-8-10-16,5 17-19 0,-4-11-32 15,-1-6-28-15,6 11-22 0,-6-11-22 0,3 8-19 16,-3-8-16-16,0 0-18 0,6 10-13 0,-6-10-21 16,0 0-19-16,0 0-31 0,0 0-46 0,0 0-173 15,0 0-496-15,0 0 220 0</inkml:trace>
  <inkml:trace contextRef="#ctx0" brushRef="#br0" timeOffset="28944.67">4003 10253 177 0,'-9'-3'196'0,"9"3"-1"0,0 0-8 16,-11-4-2-16,11 4-12 0,0 0-16 0,0 0-17 16,0 0-14-16,0 0-15 0,0 0-7 0,15-20-14 15,1 8-8-15,5-5-6 0,4 2-9 0,0 0-7 16,3-2-6-16,-2 2-3 0,1 0-7 0,-2 3-3 16,0-2-6-16,-9 2 1 0,2 3-9 0,-4 1-1 15,2-1-5-15,-5 4 1 0,-1 2-2 0,-3 0-6 16,-7 3-3-16,13-6 2 0,-13 6-1 0,10 0-2 15,-10 0 4-15,0 0 4 0,14 6 10 0,-9-2 4 16,-5-4 2-16,10 13 8 0,-6-7-3 0,1 3 0 16,-5-9-3-16,5 12-3 0,0-7-5 0,0 4 0 15,2-4-3-15,-7-5 0 0,10 11-2 0,-6-7 4 16,-4-4-2-16,13 8 7 0,-6-6 2 0,1 2-1 16,-8-4-1-16,13 2-6 0,-1-4 0 0,-12 2 3 15,22-5-6-15,-9 1-1 0,2-4-5 0,-2 3 5 16,-3-3-9-16,-1 1 6 0,0-2-5 0,0 0 3 15,-2-2 5-15,-2 0-3 0,1 0 6 0,-2-5-6 16,-4 3-2-16,0 2 6 0,-3-2-7 0,-3-1-3 16,0-1-1-16,-1-1-6 0,1 5 4 0,-6-3-1 15,5 5-9-15,-4 2 8 0,2 0-4 0,-2 0-2 16,-1 2-4-16,1 0-6 0,-2 4-23 16,0 2-23-16,-8 7-34 0,-4 1-41 0,-1 6-58 0,0 6-63 15,-11 11-229-15,8-10-520 0,-10 11 231 16</inkml:trace>
  <inkml:trace contextRef="#ctx0" brushRef="#br0" timeOffset="30433.88">1175 12575 55 0,'-4'-9'215'0,"-1"1"-3"0,1 3 1 0,2-2-7 0,2 7-12 16,-6-9-19-16,3 4-15 0,3 5-21 0,0 0-13 15,-5-6-15-15,5 6-15 0,0 0-8 0,0 0-9 16,0 0-2-16,0 0 6 0,6 25-6 0,0-10-5 15,0 1-2-15,0 2-4 0,3 6-7 0,-1 1-1 16,-1-8-6-16,-1 0-6 0,1 0-5 0,1-2-4 16,-1 0-1-16,0-2-5 0,2-1-2 15,-4 0-5-15,0 0-2 0,1-5-1 0,-2 3 1 16,1-2-1-16,1 1-5 0,-4-1 1 0,1-2-3 16,-1-1-2-16,1 0-2 0,-3-5-1 0,6 7 2 15,-3-4-3-15,-3-3 1 0,2 7 0 0,-2-7-1 16,0 0 4-16,0 0-6 0,5 5 3 0,-5-5 1 15,0 0-1-15,0 0-1 0,0 0 1 0,0 0 1 16,3 5-4-16,-3-5 4 0,0 0-5 0,0 0 0 16,0 0 7-16,0 0 2 0,0 0 1 0,0 0 3 15,0 0-7-15,0 0 3 0,0 0-2 0,0 0-3 16,0 0 1-16,0 0-1 0,0 0-1 0,0 0-5 16,0 0 2-16,0 0-3 0,0 0 2 0,0 0-4 15,0 0 0-15,0 0-3 0,0 0 3 0,0 0-5 16,3 7 4-16,-3-7-1 0,0 0 3 0,0 0-8 15,0 0 7-15,0 0-5 0,0 0 5 0,2 4-3 16,-2-4 3-16,0 0 2 0,0 0-6 0,0 0 3 16,0 0 2-16,0 0-3 0,0 0 2 0,0 0 0 15,0 0 1-15,4 6 0 0,-4-6 4 0,0 0 0 16,0 0-3-16,0 0 3 0,0 0 1 0,0 0-2 16,0 0 1-16,0 0 1 0,0 0 8 0,0 0 3 15,0 0 12-15,0 0-7 0,0 0 8 0,0 0-5 16,0 0 1-16,0 0-2 0,0 0-4 0,0 0-1 15,0 0-2-15,0 0-2 0,0 0-5 0,5-30 1 16,-5 30-2-16,8-17-7 0,-4 5 1 0,2 3-1 16,-1-3 1-16,-1 5 1 0,3-3 5 15,0 2-8-15,-3-1-3 0,1 4 4 0,-5 5-1 0,10-9-1 16,-10 9 0-16,8-7-1 0,-8 7-6 0,10-3-1 16,-10 3 4-16,0 0-1 0,14 0-1 0,-14 0 0 15,0 0 1-15,14 5-1 0,-7-2 3 16,-7-3 3-16,12 8-3 0,-7-5 3 0,-5-3-4 15,11 7 3-15,-6-1-2 0,2-2 6 0,-7-4 5 16,12 6-8-16,-6-2 3 0,-6-4-5 0,14 3 0 16,-14-3 1-16,13 2 3 0,-2-4 3 0,-11 2-5 15,16-3 1-15,-5-1 4 0,-11 4-2 0,14-6-3 16,-7 3 5-16,-7 3 0 0,13-9 1 0,-8 4-2 0,0-2 1 16,-5 7 1-16,10-14-6 0,-7 3 4 15,-1 3-2-15,-2 8-6 0,2-19 0 0,-2 7 3 16,0 2-2-16,0 10-12 0,-7-24-5 0,5 12 3 15,-2 0-1-15,1 1 0 0,-1 2 5 0,2-1 1 16,2 10 0-16,-8-11 3 0,8 11 7 0,-2-9-11 16,2 9 2-16,0 0-2 0,0 0-2 0,-7-8 3 15,7 8-1-15,0 0 2 0,0 0 1 0,0 0 1 16,0 0-1-16,0 0 2 0,14 33-2 0,-6-25 10 16,-4 2-10-16,2-3 5 0,1 3-5 0,-3-3 5 15,3-2 0-15,-7-5 8 0,13 10-6 0,-8-6 0 16,6-1 3-16,0-2 3 0,-11-1 0 0,23-1 2 15,-12-2-2-15,6-2 2 0,-3-2-1 0,0-3 4 16,1 0-4-16,-6 1 3 0,1 0-3 0,-1 1 4 16,-1-3-2-16,-3 2-2 0,4 0 11 0,-4 2 6 15,-1-3 4-15,-4 10-2 0,4-12-6 16,-2 3-2-16,-2 9 8 0,1-11-2 0,-1 11 5 0,0 0 1 16,0 0 0-16,-1-14-6 0,1 14-5 15,0 0-5-15,0 0 0 0,0 0-6 0,0 0 1 0,0 0-3 16,0 0-4-16,0 0 4 0,0 0 0 15,0 0-2-15,11 26 0 0,-7-10 1 0,2-1-2 16,-1 3 3-16,0-1-2 0,2 0-5 0,0-2 5 0,-2 1 3 16,3 2 5-16,-2-5-6 0,2 2-6 15,0 1 2-15,-2-6-24 0,-1 2-23 0,2 3-19 16,-1-1-24-16,1-2-33 0,-4 0-39 0,1 3-44 16,2 0-44-16,-3-4-218 0,-3-11-506 0,-3 24 224 15</inkml:trace>
  <inkml:trace contextRef="#ctx0" brushRef="#br0" timeOffset="30604.27">1570 12443 1879 0,'-10'-16'7'15,"2"7"3"-15,1-1-25 0,-1 2-14 0,4 3-14 16,4 5-6-16,0 0 5 0,0 0-12 0,0 0-2 15,0 0-4-15,0 0-39 0,13-8-29 0,-13 8-89 16,23 0-236-16,-10 0 105 0</inkml:trace>
  <inkml:trace contextRef="#ctx0" brushRef="#br0" timeOffset="30978.1">1860 12230 28 0,'0'0'144'0,"0"0"-8"0,0 0 5 16,0 0 15-16,0 0 2 0,25 13-6 0,-14 0 4 16,4 9-8-16,0-2-13 0,2 4 1 0,-1 0-5 15,-2-2-10-15,0-1-13 0,-4-5-10 0,-1 1-8 16,0-3-9-16,0 0-5 0,-4-2-6 0,3-3-4 16,-5 1-4-16,4-4-6 0,-3 1 3 0,-2-3-14 15,-2-4-2-15,5 9 4 0,-3-5 9 0,-2-4 10 16,0 0 7-16,3 6 1 0,-3-6-5 0,0 0-1 15,0 0-12-15,0 0-4 0,0 0 10 0,0 0-21 16,3-27-1-16,-3 16-9 0,3-6 2 0,-1-1-10 16,2-5 5-16,1 5-9 0,0 0-7 0,0 2-4 15,-1 0 3-15,1 6-3 0,0 0 2 0,-2 4-8 16,-3 6 5-16,9-9-5 0,-4 5-2 0,-5 4-3 16,11-3 0-16,-11 3 0 0,18 6 1 0,-10 0-3 15,1 1 5-15,5 2-3 0,-1 2-2 0,0 3-22 16,-2-1-19-16,2 3-37 0,-2 1-51 0,4 4-48 15,0-1-59-15,-2 4-219 0,-2-10-498 0,-1-2 220 16</inkml:trace>
  <inkml:trace contextRef="#ctx0" brushRef="#br0" timeOffset="32262.86">2625 12381 176 0,'0'0'271'0,"-2"-17"-6"0,2 17-9 0,-1-12-11 0,1 12-11 16,-4-11-16-16,4 11-16 0,0 0-22 0,-1-22-14 16,0 11-16-16,1 11-20 0,1-32-9 15,-2 17-4-15,1 3-9 0,-3-4-10 0,2-2-11 16,-2-1-9-16,-1 1-7 0,2-7-6 0,-6 5-6 16,3-6-7-16,-3 1-9 0,3 7 3 0,-2 0-10 15,-1-1-5-15,2 6-5 0,-2-4 1 0,-1 7-4 16,4-1-2-16,0 4 0 0,0 1-5 0,5 6-3 15,-9-9 0-15,9 9-7 0,-9-5-3 0,9 5 0 16,0 0 0-16,0 0-3 0,-23 13 0 0,13-4 0 16,2 0 2-16,3 3-3 0,-1-3 0 0,1 1-2 15,2-2-4-15,3-8 1 0,-4 14 1 0,4-14-2 16,1 10-2-16,-1-10-4 0,0 0 1 0,8 12-3 16,-8-12 3-16,12 5 2 0,-2-5-1 0,2 2 0 15,-12-2 1-15,26-5 4 0,-13 0-1 0,-3 0 1 16,4 1-3-16,-3-2 5 0,0 2-4 0,-1-1 3 15,-1 1-2-15,-9 4 1 0,14-5 4 0,-14 5-2 16,11-3-5-16,-11 3 1 0,0 0 0 0,17 1-2 16,-17-1 2-16,13 6 1 0,-4 1 3 0,0-2-4 15,-1 3 2-15,3 1 1 0,-1-2 0 0,-1 2-1 16,0 0 7-16,1 0-2 0,0-1 1 0,-1 1-3 16,2 0 3-16,0-2 3 0,-1 0-3 15,2-2-1-15,0-1 2 0,0 0 5 0,2-4-4 16,-1 0 4-16,2-6-1 0,-1 3 0 0,3-3 5 15,-4 1-3-15,-2-1-3 0,2 0-1 0,-3-3 6 0,2-2-6 16,-4 2 2-16,3-4 0 0,-3 3 1 0,-2 1-1 16,0-2 1-16,-2-1 0 0,-1-3-1 0,-1 2-1 15,-2 0-1-15,0-3-1 0,0 1 0 16,-2 3 0-16,-2-4-4 0,0 0 5 0,-2 5-2 16,1-1 1-16,1 3-1 0,-1 1 2 0,5 8 2 15,-7-11 3-15,7 11-2 0,-9-7-3 0,9 7 2 16,-5-4-5-16,5 4-3 0,0 0 2 0,0 0 2 15,-10 17-3-15,7-6-2 0,-1 5 1 0,2 2-1 16,-1 0 2-16,3-2-1 0,0 1 0 0,0 0 4 16,2-4-1-16,1-2 0 0,0-1-5 0,0-2 4 15,-3-8-1-15,9 13 4 0,-3-7 0 0,0-1-2 0,-6-5 7 16,16 5-4-16,-6-5 1 0,-10 0 3 16,24-6-6-16,-11 2 4 0,-3-2 1 0,0-1 2 15,2 0-2-15,-3 0-4 0,0-2 3 0,0 3-1 16,-3-5 11-16,-1 3-12 0,-5 8 1 0,9-22-6 15,-6 9 0-15,-1 3 1 0,-2-2-4 0,0-5-13 16,-1 1 5-16,0-1 0 0,0 5 1 0,-2 2 1 16,2-1 0-16,1 11 2 0,-3-17-1 0,3 17 0 15,-1-11 0-15,1 11 0 0,0 0-4 0,-2-12-1 16,2 12 1-16,0 0-1 0,0 0 3 0,0 0 3 16,0 0 0-16,0 0-2 0,21 29 6 0,-16-18-3 15,1 0 4-15,-2 5-1 0,0-5 2 0,1 5 1 16,2-5 3-16,-5 0 0 0,-2-11-5 0,8 15 7 15,-6-8-2-15,-2-7 2 0,4 10-3 0,-4-10 3 16,0 0 8-16,5 11-8 0,-5-11-1 0,0 0 1 16,0 0 3-16,0 0-3 0,14 3 4 0,-14-3-3 15,0 0 4-15,15-17 0 0,-9 9-7 16,3-3 6-16,-4 1-2 0,3 0-4 0,3-6 6 16,-2 2-3-16,-3-3 0 0,2-2-1 0,0 3 0 15,-5 1 1-15,0 1-1 0,0 3-5 0,-3 11 5 16,2-20-1-16,-2 20 4 0,3-14 3 0,-3 14 2 15,1-12 1-15,-1 12 0 0,0 0-8 0,0 0 2 0,0 0 3 16,0 0-7-16,0-15-6 0,0 15 4 0,0 0 0 16,0 0-1-16,0 0-1 0,0 0 1 0,0 0-3 15,7 37 2-15,-7-37-2 0,5 18 3 0,-2-6-2 16,-3-12 0-16,5 15-1 0,-5-15 8 0,7 12-10 16,-7-12 7-16,8 10 0 0,-8-10 0 0,9 7 2 15,-9-7 0-15,14 3 1 0,-14-3-2 16,19-3-3-16,-19 3 5 0,19-10-2 0,-10 4-3 15,1 0 2-15,-1-3-1 0,-1 1 1 0,-1 0 3 16,-7 8-4-16,9-18 2 0,-4 8-2 0,-2-1-1 16,0-2-2-16,0 1 0 0,-3 12 0 0,7-21 0 15,-6 11-1-15,-1 10 3 0,0-14 1 0,0 14-2 16,1-15 1-16,-1 15-3 0,0 0 2 0,2-13 3 16,-2 13-10-16,0 0 2 0,0 0-2 0,0 0 0 15,0 0-2-15,0 0 3 0,0 0 5 0,0 0 0 16,0 0-3-16,0 0 6 0,12 30-3 0,-9-22 0 15,0 3-2-15,0-1 5 0,1 0-2 0,0 3 1 16,0-4-27-16,0 4-29 0,0-3-33 0,-2 2-38 16,-2-12-47-16,8 19-48 0,-4-9-228 0,-4-10-490 15,3 17 217-15</inkml:trace>
  <inkml:trace contextRef="#ctx0" brushRef="#br0" timeOffset="32424.38">3183 11587 83 0,'0'0'74'0,"0"0"-43"16,-10 4-51-16,10-4-8 0,0 0-31 0,0 0 14 15</inkml:trace>
  <inkml:trace contextRef="#ctx0" brushRef="#br0" timeOffset="32717.2">3550 11262 12 0,'-3'-9'297'0,"3"9"3"0,0 0-6 15,-1-8-12-15,1 8-20 0,0 0-28 0,0 0-28 16,0 0-19-16,0 0-24 0,0 0-14 0,0 0 11 15,0 0 6-15,16 27 5 0,-8-8-17 0,0-1-9 0,3 5-11 16,0 3-4-16,3-4-5 0,-5-3-22 0,1 8-14 16,0-3 1-16,-1-6-11 0,-1 0-5 15,1 6-3-15,0-8-6 0,-1 4-11 0,-1-4 1 16,2-1-12-16,-1-1-7 0,-2-2-5 0,-1-1-14 16,0 0-43-16,-1-1-23 0,0-5-21 0,0 4-22 15,-2-4-26-15,-2-5-26 0,5 10-28 0,-3-6-29 16,-2-4-25-16,0 0-36 0,0 8-28 0,0-8-165 15,0 0-493-15,-18 5 219 0</inkml:trace>
  <inkml:trace contextRef="#ctx0" brushRef="#br0" timeOffset="33181.89">3510 11575 140 0,'-5'-10'198'0,"5"10"-22"0,1-9-18 15,4-1-14-15,3 1-14 0,5-5-15 0,2 1-9 16,7-7-13-16,2 1-7 0,1 1-9 0,1-2-8 15,1 3-6-15,0-2-7 0,0 2-4 0,-3 2-18 16,-2 0-5-16,-5 4-2 0,-1-2-2 0,-2 2-4 16,-1 0-2-16,-2 4-2 0,-3 1 9 0,-1 1-7 15,-2 1 5-15,2 0 23 0,-4 1-2 0,-3 3 2 16,5-6 10-16,-5 6 3 0,0 0 2 0,0 0-4 16,5-4-7-16,-5 4-7 0,0 0-6 0,0 0 3 15,0 0 5-15,0 0 2 0,-6 25 7 0,2-12 3 16,1-1 1-16,-2 6-4 0,1-1-7 0,-1 0 3 15,1-1-5-15,3-4-7 0,0 0-5 0,1-1 2 16,0 1-2-16,2-2-10 0,0 0-1 0,2-3 1 16,-1-2-4-16,1 4-2 0,1-4-2 0,-1-2 0 15,-4-3 0-15,12 4-4 0,-12-4 2 0,10-1-3 16,-10 1-2-16,13-4 2 0,-6 1-3 0,-1-3 0 16,1 4-1-16,-2-6-1 0,0 1 3 0,3 0-4 15,-5-1-6-15,0 1 6 0,0-1 0 0,1 2 0 16,-2-3 0-16,-2 9-2 0,3-13 4 0,-3 7-1 15,0 6 5-15,-2-10 3 0,2 10-4 0,0 0-3 16,2-6 0-16,-2 6 0 0,0 0-6 0,0 0 1 16,0 0 0-16,0 0-3 0,0 0 4 0,0 0-3 15,13 11-1-15,-13-11-21 0,5 11-26 0,-3-1-37 16,1 0-31-16,-3-10-42 0,7 19-34 0,-3-9-58 16,0 0-175-16,-4-10-459 0,5 22 203 0</inkml:trace>
  <inkml:trace contextRef="#ctx0" brushRef="#br0" timeOffset="33412.92">4041 11399 106 0,'1'-17'162'0,"0"-1"0"0,-2-1-4 0,2 1 11 16,2 2 3-16,-2-1-6 0,4 5 4 0,-2 2-2 16,-1 0-5-16,-1 4-9 0,2 0-13 0,-3 6-11 15,0-9-17-15,0 9-13 0,5-6-2 0,-5 6-9 16,8 0 0-16,-8 0 7 0,0 0-5 15,15 8-9-15,-8-2-5 0,0 0-8 0,2 1-8 0,0 2-5 16,-1-1-10-16,1 2 6 0,3 1-5 0,-3-1-10 16,0 0-7-16,3-3-30 0,-3 3-49 0,-1-4-44 15,0 1-44-15,1-1-50 0,-1-1-67 16,-8-5-169-16,15 3-458 0,-15-3 204 0</inkml:trace>
  <inkml:trace contextRef="#ctx0" brushRef="#br0" timeOffset="33813.01">4347 11054 205 0,'-5'-7'268'0,"5"7"-13"0,0 0-19 16,-9-1-10-16,9 1-13 0,-7 13-9 0,3 0-7 16,0 2-13-16,-1 2-14 0,1 0-13 0,0 2-14 15,1 0-13-15,1 0-10 0,1-1-15 0,-1-2-7 16,4 1-10-16,0-5-10 0,-1 0-4 0,3-1-11 15,4-3-2-15,-1-1 3 0,3 0-13 0,1-1-4 16,1-2-1-16,2-4-8 0,4-2 1 0,3 0-6 16,0-5 0-16,4-3-2 0,0 0-3 15,-5 0-4-15,-2 0-6 0,4-4-2 0,-7 1 1 0,0 0-2 16,5-5-3-16,-9 4-2 0,3 1-2 16,-5-2 2-16,-2-4-5 0,3 3-5 0,-4 0-1 15,-2-3 2-15,-2 2-2 0,0-2-3 0,-2 0-2 0,-2 2-2 16,-1 1-3-16,-1 4 7 0,-1 1 3 15,-2 1 5-15,1 2 4 0,2 1 9 0,-2 3 1 16,-1 1-7-16,7 3-11 0,-14 1 24 0,8 5 14 0,-2 1 4 16,-1 7 8-16,0 1 10 0,4 4-7 0,1-3-3 15,2 2-26-15,0 1 18 0,4 1-11 0,0-4 1 16,3 1-19-16,3-1-28 0,5-4-46 0,-2 0-67 16,5-2-71-16,3-5-115 0,-5-2-284 15,6-4-648-15,10-4 288 0</inkml:trace>
  <inkml:trace contextRef="#ctx0" brushRef="#br0" timeOffset="33943.68">5055 11000 361 0,'0'-8'340'16,"0"8"-41"-16,0 0-42 0,0 0-63 0,0 0-90 15,0 0-114-15,0 0-116 0,0 0-111 0,-18-3-256 16,18 3 113-16</inkml:trace>
  <inkml:trace contextRef="#ctx0" brushRef="#br0" timeOffset="71539.92">24043 10590 2 0,'0'0'24'0,"0"0"1"0,0 0-4 0,-3-7 0 0,3 7-6 16,0 0 0-16,-7-5 1 0,7 5-9 0,0 0 6 15,-5-7-3-15,5 7 4 0,0 0-8 0,-4-4 4 16,4 4-3-16,0 0 4 0,0 0 5 0,-6-7-7 15,6 7 2-15,0 0-13 0,0 0 7 0,-6-5 5 16,6 5-3-16,0 0 2 0,-9-2 1 0,9 2-4 16,-7-2-1-16,7 2-2 0,0 0 6 0,-11 0-4 15,11 0 0-15,-8-1 1 0,8 1-2 0,0 0 0 16,-14 0 1-16,14 0 1 0,-9 0 2 0,9 0 2 16,0 0-5-16,-14 0 6 0,14 0-4 0,-9 0 4 0,9 0-3 15,0 0 0-15,-11 1 7 0,11-1-6 0,-9 0 0 16,9 0 2-16,0 0 4 0,-9 1-3 15,9-1 0-15,0 0 7 0,-9 1-4 0,9-1-10 0,0 0 9 16,0 0-14-16,0 0 11 0,0 0 4 0,-9 0-10 16,9 0 7-16,0 0-8 0,0 0 6 0,0 0-2 15,0 0 1-15,0 0 3 0,0 0 0 16,0 0 8-16,0 0 0 0,0 0-5 0,0 0 7 0,34 1-8 16,-22-2 14-16,2 2-10 0,5-3-6 0,0 0 7 15,3-2 1-15,5 0 2 0,1 1 5 0,1-1-9 16,2-1 0-16,-2 1-19 0,2 0 20 15,-2-1-6-15,1 1 5 0,-1 0 7 0,2 0 7 0,-2-1-19 16,5 2 0-16,-1 0-10 0,1 0 9 0,0-2-6 16,4 2 3-16,0 2 1 0,11-1 3 0,-12 0-5 15,1 2 8-15,-2 0-12 0,1 0-7 0,1 2 11 16,1 1 1-16,0 0 4 0,0-1-6 0,0 1 1 16,15 0 0-16,-16 0-7 0,12 3 4 0,2-2-4 15,-13-1 4-15,16 1-4 0,1-1 0 0,-3-1 22 16,0 0-12-16,7-1-9 0,-2 0 9 0,3 0-1 15,0 1-5-15,2-2 0 0,2 0 8 0,27 0-3 16,-32 0-2-16,3 2-5 0,0 0 0 0,0-2 3 16,0 0-4-16,2 0 2 0,-2 0 5 0,0 0-9 0,-2-1 10 15,1 1-4-15,-1 0 1 0,2 0-8 0,-3-1 6 16,-3-1-8-16,-1 2 6 0,0-2 3 16,-5 2-1-16,-10-1-3 0,-5 1 2 0,4-1 7 15,-2-2-11-15,1 3 6 0,-3 0-6 0,0-1 0 0,-3 0-2 16,-3 1 1-16,1 0 4 0,-4 1-1 0,-4 0-2 15,4-2-2-15,-9 1 3 0,2-1 0 16,2 1 7-16,-6-1-6 0,2 1 5 0,-5-2-5 0,-2 2 2 16,3 0-7-16,-5 0 10 0,3 0 6 0,-4 0-5 15,-1-1 4-15,-7 1 0 0,16 0 4 0,-9-2 1 16,1 1 2-16,-8 1-1 0,17-1-3 0,-9-1 3 16,-8 2 4-16,14-2 2 0,-7 1 6 0,-7 1-2 15,11-1 3-15,-11 1-3 0,9-2-8 0,-9 2 10 16,6-1-6-16,-6 1 2 0,0 0-5 0,8-3-1 15,-8 3-3-15,0 0-1 0,0 0-5 0,0 0 2 16,0 0-5-16,0 0-1 0,0 0 0 0,0 0-11 16,0 0-23-16,0 0-13 0,0 0-40 0,0 0-38 15,0 0-23-15,-30 10-116 0,6-4-277 0,-8 0 122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1T10:04:20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3105 3666 42 0,'0'0'106'0,"0"0"1"15,0 0-10-15,0 0 1 0,0 0-5 0,0 0-4 16,0 0-3-16,0 0 0 0,0 0-4 0,0 0-1 15,0 0-9-15,1-10 0 0,-1 10-9 0,0 0 10 16,0 0-22-16,0 0-5 0,0 0-5 0,0 0-5 16,0 0 2-16,0 0-10 0,0 0-1 0,0 0-1 15,0 0 0-15,0 0 4 0,0 0-6 0,0 0-3 16,0 0-1-16,0 0 2 0,0 0-3 0,0 0-2 16,0 0 0-16,0 0 4 0,0 0-2 15,0 0-4-15,0 0 0 0,0 0 0 0,0 0-4 0,0 0 7 16,0 0-7-16,0 0-4 0,0 0 1 0,0 0-3 15,-4-6 3-15,4 6-4 0,0 0 4 0,0 0-4 16,0 0-3-16,-6-4 3 0,6 4 0 0,0 0-1 16,0 0 4-16,0 0 1 0,0 0-9 0,0 0 10 15,-9-3-4-15,9 3-3 0,0 0 2 0,0 0 1 16,0 0-2-16,0 0 0 0,0 0 0 16,0 0-1-16,0 0 0 0,0 0-1 0,0 0 2 0,0 0-5 15,0 0 17-15,0 0-16 0,0 0 3 0,0 0 4 16,0 0 2-16,0 0 1 0,0 0 5 0,0 0 3 15,0 0 7-15,0 0 3 0,0 0-7 0,0 0 2 16,0 0-5-16,0 0 0 0,3-13-1 0,-3 13-3 16,0 0 0-16,0 0 4 0,-1-9 0 15,1 9 7-15,0 0-5 0,0 0-1 0,0-8-1 0,0 8-3 16,0 0-3-16,0 0-4 0,0 0-2 0,0 0-1 16,0 0 0-16,0 0-4 0,0 0 0 0,0 0-3 15,-10 19 3-15,5-8 1 0,-2 6 2 0,-5 7 0 16,-2 3-3-16,0 2 8 0,0-1-2 15,-2 2 2-15,3-3-3 0,-3 1-2 0,1-4 3 16,7 0 0-16,-1-6-6 0,0-1 5 0,2 0-2 16,-1-1 0-16,-1 0-1 0,3-4 1 0,1 0-1 0,1-1-5 15,0-1 3-15,-1 0 3 0,2 0 1 0,1-3-2 16,-1-2-1-16,3-5 2 0,-2 7 5 16,2-7-2-16,-4 7-3 0,4-7 7 0,0 0-1 15,-4 5 9-15,4-5-2 0,0 0-1 0,0 0-2 16,0 0-1-16,0 0-1 0,1-26-2 0,1 14-4 15,3-4 1-15,-1-2-4 0,6-8-3 0,-1 0-6 16,0-1 1-16,3-3-5 0,0-3 0 0,2-1-1 0,1 3-5 16,1 0 1-16,1 0-1 0,0 0 4 15,-4 2-2-15,5 2 6 0,-4-2 0 0,-1 3 6 16,4 1-5-16,-5 1-3 0,-1 8-3 0,0-2 5 16,0 3 1-16,-1 0 3 0,-2 6 5 0,-3 2-8 15,-1 1 3-15,1 0-2 0,-5 6-2 0,5-8-2 16,-1 5 0-16,-4 3 0 0,9 0 6 0,-9 0-2 15,15 11 11-15,-7-2 5 0,2 4 3 0,3 6 4 16,-3 3-5-16,3 3 5 0,-2 3 1 0,-1 1 3 16,-3-3-7-16,1 5-1 0,1-1 4 0,-4 1 4 15,-3-2-4-15,5-2 2 0,-2 2 5 0,-4-3-6 16,7-1-2-16,-3-6 1 0,-1 6-2 0,0-8-1 16,-2 0 1-16,2 0 1 0,0-2-4 0,-3-1-3 15,3-2 2-15,-3 0-9 0,0-1-16 0,-1-5-11 16,3 1-16-16,-2-1-21 0,-1-6-15 0,3 8-15 15,-3-8-10-15,1 8-34 0,-1-8-32 0,0 0-155 16,0 0-350-16,0 0 156 0</inkml:trace>
  <inkml:trace contextRef="#ctx0" brushRef="#br0" timeOffset="189.15">2993 3746 106 0,'0'0'147'0,"-12"-3"-13"0,12 3-10 16,-8-2-17-16,8 2-8 0,0 0-7 0,-6-2-7 16,6 2-1-16,0 0-4 0,0 0-4 0,30 0-3 15,-11 0-5-15,7 1-6 0,2 0-9 16,4-1-30-16,-1 0-43 0,2 0-35 0,1-1-45 16,0 2-107-16,-4 0-224 0,-1-1 101 0</inkml:trace>
  <inkml:trace contextRef="#ctx0" brushRef="#br0" timeOffset="710.98">3910 3559 35 0,'1'-10'253'0,"-1"0"-24"16,2 4-14-16,-2 6-16 0,1-12-25 0,-1 12-18 16,0 0-18-16,-1-10-18 0,1 10-13 0,0 0-14 15,0 0-8-15,0 0-6 0,0 0-7 0,9 32-7 16,-7-11 0-16,2 6-3 0,-1 3-3 0,0 2-2 15,-3 3 0-15,0 11-5 0,-1-10 0 0,1-2-6 16,1-1-2-16,3 0-4 0,-5 0-3 0,1-2-1 16,-1 1-7-16,-1-5 1 0,1 1-5 0,0 1-1 15,1-3-3-15,-1-2 0 0,-2-5-3 0,1-1-13 16,2-2-20-16,-2 1-17 0,2-8-21 0,-2 1-26 16,1-1-32-16,1-9-27 0,-2 13-16 0,2-7-6 15,0-6-20-15,0 0-133 0,-6 3-340 0,6-3 151 16</inkml:trace>
  <inkml:trace contextRef="#ctx0" brushRef="#br0" timeOffset="1616.95">3744 3859 2 0,'0'0'182'0,"0"0"-22"0,-5-9-16 0,5 9-15 15,0 0-3-15,0 0-25 0,0 0-5 0,10-12-9 16,-10 12-2-16,21-2-8 0,-3 0-3 0,3 1-11 15,7-3-4-15,-2 3-6 0,3-3-5 16,0 1-7-16,-1-1 0 0,-7 1-9 0,2 3 1 0,-2-3-5 16,-2-1 1-16,0 3-5 0,-2-1-4 15,-2 0 2-15,-2 0-5 0,-3 0 3 0,1 2-10 16,-11 0 3-16,17-3 4 0,-17 3 5 0,10 0 9 16,-10 0 7-16,0 0 9 0,0 0-5 0,12-4-3 15,-12 4-2-15,0 0-6 0,0 0-1 0,2-9-4 16,-2 9 2-16,0 0-3 0,0 0 0 0,0 0-4 0,0 0-3 15,0 0 0-15,0 0-4 0,0 0-2 0,3-9-2 16,-3 9-1-16,0 0 0 0,0 0-4 0,0 0 0 16,0 0-2-16,0 0-5 0,0 0 2 15,0 0-2-15,0 0 3 0,26 12-1 0,-16-2 1 16,2 2 1-16,1 2 2 0,1-2-2 0,-1 1-2 16,0 0 6-16,-2-1 0 0,-2 2-6 0,0 1-2 15,-1-5 1-15,0 5 4 0,-3-1 3 0,0-2-2 16,-2-2-6-16,-1 2 3 0,-2 0 12 0,1-1-7 0,-3-3-6 15,-2 4 4-15,-3-3-1 0,1 3-1 16,-4-6 0-16,4 2 1 0,-3-3 3 0,-2-2-3 16,0 0 5-16,3-2-2 0,8-1-1 0,-13 0-1 15,3-1 1-15,10 1-1 0,-10-3 1 0,5-3-2 16,5 6-3-16,-5-11-1 0,5 11-4 16,-2-9-5-16,2 9-6 0,8-18 2 0,0 9-3 0,1 0 1 15,6-3-1-15,2 2-1 0,1 0 2 0,1-2-1 16,4-2 0-16,2 3 5 0,-6 2-5 0,7-3 6 15,-8 3-2-15,6-4 0 0,-6 2 0 0,-1 2 1 16,2-1 7-16,-4 1 1 0,2 0-1 0,-3-1 2 16,-3 0-4-16,0 3 9 0,-4-2-11 0,2 0 4 15,-3-1-1-15,1 3 2 0,-4-2 0 0,2 3 2 16,-3-1 3-16,-2 7 0 0,4-10 5 0,-4 10 2 16,3-6-1-16,-3 6 3 0,1-7-7 0,-1 7-4 15,0 0 7-15,0 0-4 0,0 0-5 0,-13 20 2 16,5-6 5-16,-3 7-1 0,-2 4 3 0,0-1-3 15,1 5 4-15,0-3-3 0,-1 0 0 0,4-2 1 16,2 0 3-16,1-5-1 0,3-2-2 0,0 0 0 16,3 0-2-16,4-1 0 0,-2-5 2 0,4 0 1 15,0-1 1-15,3-2-2 0,4-2-8 0,2 0 0 16,-1-3-6-16,5-2-2 0,1-1-6 0,0-3 4 16,-2-1-10-16,0-2 6 0,-2-4-4 0,0-2 14 15,-1-1-10-15,0-2 4 0,-3 0 1 0,-2-1-2 16,-4-2 9-16,3 0-4 0,-3-6 2 0,-1 5 2 15,0 0 10-15,-1 1 7 0,-1-2 4 0,-1 4 0 16,-2 3 7-16,1 3 6 0,0-1-3 0,-1 11-3 16,2-13-7-16,-2 13-5 0,0 0-2 0,0 0-4 15,0 0 5-15,0 0-5 0,0 0 1 0,1 40 14 16,-2-21 0-16,-3 8-1 0,4-8-2 0,1 7 1 16,-2-1-5-16,2-5-2 0,3 6 4 0,-2 0-2 15,0-7 1-15,4 5-14 0,-2-7-14 16,3-2-30-16,0 1-22 0,1-2-36 0,-3-3-36 15,2-1-30-15,1-2-25 0,-3 1-99 0,-2-3-316 0,-3-6 140 16</inkml:trace>
  <inkml:trace contextRef="#ctx0" brushRef="#br0" timeOffset="2251.23">4929 3946 106 0,'0'0'160'0,"0"0"12"0,0 0-2 15,0 0-11-15,0 0-9 0,8 24 5 0,-5-12-11 16,4 4-9-16,-7 0 0 0,1 2-8 0,1-3-9 16,0 4-14-16,-1-3 3 0,-5-5-22 0,5 0-2 15,-1-1-11-15,3-1-5 0,-3-9-6 0,-1 11-5 16,1-11 1-16,0 0 18 0,0 14 17 0,0-14 2 16,0 0-6-16,0 0-8 0,0 0-7 0,0 0-5 15,0 0-10-15,0 0-1 0,2-34-15 0,1 21 0 16,1-3-6-16,1-3-15 0,4 2-1 0,-4-4-2 15,4-5-21-15,5 1-7 0,-3-1-2 0,-2 8-6 16,2-5 0-16,-1 8-3 0,6-6 0 0,-2 6 6 16,-1 2-2-16,0 8 2 0,-3-2-3 0,2 4 2 15,-2 3 4-15,-10 0-3 0,21 7 2 0,-6 3 2 16,-5 4 0-16,-1-2 0 0,1 3 7 0,-2 3-5 16,-2 2 3-16,1-3 0 0,-2 4 2 15,0 2 2-15,-4-6-3 0,3-1 1 0,0 2-2 16,0-6 8-16,0-1-6 0,-1 1 4 0,5-1-1 0,-3-1 3 15,1-3-1-15,2 1 3 0,4-4 6 0,-2-1-3 16,0-3-2-16,4 0 1 0,4-3-1 0,2 0-3 16,1-4 4-16,3-2 2 0,-5-1-5 0,0 0 2 15,-2-2-2-15,2-5 0 0,-5 3 0 0,0-3-7 16,1-5 0-16,-2-2-1 0,-5 8 0 0,3-9-2 16,-1 2 1-16,-7 3 0 0,4 5 3 0,-3 0-4 15,-2 3 5-15,0 3-2 0,-1-1-1 0,-1 10-1 16,4-10-2-16,-4 10-2 0,0 0 1 0,0 0-1 15,0 0 4-15,0 0 0 0,0 0 0 0,-7 43 5 16,3-23-2-16,4-1 3 0,0 6-4 0,-1 0 4 16,0-5-3-16,1-1 1 0,0 1 3 0,1-2-1 15,0 2 2-15,-2-1 1 0,4 0-1 16,-3-2 4-16,1 0 0 0,-1 1 0 0,0-3 2 0,1-3 0 16,-1 0-2-16,0-1 0 0,-1 1 4 0,0-2-3 15,-2-2 3-15,-1-1-3 0,2 0-7 0,-8 0-12 16,5-3-12-16,-5 1-22 0,0-2-28 0,-2 1-28 15,3-1-28-15,-3-3-46 0,-1 2-38 0,2-1-158 16,11-1-403-16,-21-3 178 0</inkml:trace>
  <inkml:trace contextRef="#ctx0" brushRef="#br0" timeOffset="2770.6">5605 4244 115 0,'9'-5'219'0,"2"0"-10"16,2-2-9-16,-1 0-11 0,4-2-17 0,2 1-14 16,-1-4-11-16,2 3-11 0,-1-2-9 0,5-4-10 15,-7 4-12-15,0-1-9 0,0-1-7 0,-2 0 8 0,2 1-11 16,-7 2-4-16,2-2-9 0,-2 1-3 0,3-4-7 16,-7 0-4-16,0-1-3 0,-1 4-12 15,1-4 0-15,-1 6-4 0,-1 0 2 0,0 2-3 16,-3 8 1-16,3-13-4 0,-3 13-1 0,1-9-8 15,-1 9-2-15,0 0-7 0,0 0-4 0,0 0-3 16,0 0-3-16,0 0 1 0,0 0 0 0,0 0 2 16,-12 35-3-16,11-19-2 0,-4 0 1 0,5 0 0 15,0 0 0-15,1-4-3 0,3-1-3 0,-3 3 1 16,2-5 3-16,1 3-1 0,1-5 1 0,1 1-1 16,2-3 3-16,2-1 1 0,0 0-2 0,3-3-1 15,-1 2 3-15,2-2-1 0,0-2-4 0,1-3-5 16,-2 1 1-16,-2 0-3 0,0-3 1 0,-1-3-5 15,-1 2-2-15,0-3 2 0,0 1-1 0,-3-1-3 16,3-5-2-16,-4 1 3 0,3-2 0 0,-3 0-2 16,-1 2-1-16,-2-2 4 0,0 4-3 0,0 0 4 15,-1 2 0-15,1-1 3 0,-2 11 0 0,1-11-1 16,-1 6-2-16,0 5-2 0,0 0-2 0,0 0-1 16,0 0 7-16,0 0 6 0,0 0 2 0,3 35 2 15,-5-18 1-15,1 9 3 0,-3-7 4 0,0 7-2 16,0 0 1-16,2-6 1 0,-1 6-3 0,2-7 1 15,0 0 1-15,-3 0-18 0,3 0-19 0,-2-2-31 16,-1 0-44-16,2-6-41 0,0 1-52 0,0-1-47 16,-3-1-141-16,-2-2-414 0,-2-1 183 0</inkml:trace>
  <inkml:trace contextRef="#ctx0" brushRef="#br0" timeOffset="2936.21">5830 3840 95 0,'0'0'107'0,"0"0"-19"0,0 0-43 16,0 0-25-16,0 0-33 0,16-3-44 0,-16 3-62 16,0 0 27-16</inkml:trace>
  <inkml:trace contextRef="#ctx0" brushRef="#br0" timeOffset="3172.69">6364 3741 1553 0,'17'-18'71'0,"-7"1"-48"0,-4 0 27 15,1 2 10-15,-2 0-1 0,1 3-2 0,-2 1 3 16,0 2 14-16,-2 2 6 0,2 1 9 0,-4 6-8 16,4-9-5-16,-4 9-13 0,3-4-10 0,-3 4-5 15,0 0 6-15,5 26 8 0,-4-2 13 0,-1 10 2 16,0 15 6-16,-1 0-3 0,-2 1-4 0,-3 0-10 15,-1-16-5-15,1 2-7 0,1 12-4 0,1-15-17 16,-1-1 13-16,1-3-7 0,1 1-2 0,1-3-6 16,2-7-20-16,-1-3-27 0,-1 1-31 0,0-2-38 15,2-5-41-15,-3-2-52 0,3-9-47 0,0 16-29 16,0-16-164-16,-2 7-451 0,2-7 200 0</inkml:trace>
  <inkml:trace contextRef="#ctx0" brushRef="#br0" timeOffset="3546.91">6259 3941 64 0,'0'0'201'15,"10"-7"-26"-15,-1 3-16 0,2 1-11 0,6 0-13 16,-2 2-13-16,2-2-10 0,3 2-12 0,1 1-7 16,1 1-13-16,1 2-1 0,-4 2-8 0,2-1-10 15,-5 1-8-15,1 2-3 0,-4-2-8 0,-2 3 0 16,5 1-18-16,-8-1 7 0,0 0 4 0,0 7-6 15,-4-3 1-15,-2 0 6 0,1 4-4 0,-1-2 0 16,-2 1-5-16,0-2 5 0,2 3-7 0,0-4-6 16,1 0 5-16,-1 0-4 0,3-5-4 0,0 3 3 15,3-3-4-15,-4 0 1 0,7-4 1 0,0 2 6 16,-1-3 2-16,3-1 0 0,-2-1 4 0,3-1 0 16,-14 1 3-16,23-6 4 0,-10 2-1 0,1-5 1 15,0-1-3-15,-5 1 4 0,1 2 1 0,-1-5 6 16,-2-2-4-16,-2-2-5 0,0 2-1 0,-4-2-4 15,-2-1-4-15,1 0-4 0,-4 0-9 16,-1 1-14-16,-2 0-14 0,-1 3-25 0,1 1-12 16,-2 4-17-16,3-1-18 0,6 9-9 0,-18-7-34 15,18 7-16-15,-17 1-20 0,5 2-6 0,3 4-10 0,-7 5-107 16,6 2-313-16,0 0 139 0</inkml:trace>
  <inkml:trace contextRef="#ctx0" brushRef="#br0" timeOffset="3891.05">6756 4224 105 0,'13'0'177'0,"-13"0"-1"16,23-4-17-16,-13 1-8 0,-1-1-1 0,4-1-3 15,-3-1-10-15,1-3-11 0,0 1-11 0,2-2 0 0,-2-2-8 16,-1-1-8-16,-1-3-9 0,-1 2-2 16,0-1-3-16,-3-3-7 0,-3 0-9 0,-2-1-1 15,2-1-7-15,-2 3-5 0,-5-3-5 0,1 2-5 16,0 2-6-16,-2-1-3 0,2 5-6 0,1 1-2 15,-1-1-3-15,4 12-3 0,-2-14-3 0,2 14 4 16,-5-9-14-16,5 9-3 0,0 0-14 0,-2-11 0 16,2 11 5-16,0 0-5 0,17-3 1 0,-4 4-1 15,3 1 3-15,5 3 1 0,-1 0-4 0,7 3-1 16,0 2 4-16,-7-3-2 0,-3 2 3 0,0 1-2 16,-4 1-2-16,-1 0-2 0,0 1 5 0,-5 1 10 15,2 1 8-15,-5 2-3 0,3 0 0 0,-7-1 4 16,0 1 4-16,-2-3-6 0,0 2-3 0,-3 2 1 15,-2 1 3-15,0-3-3 0,-1-1-17 0,1 0-39 16,-1 1-57-16,3-3-73 0,1 0-63 0,0 0-125 16,1-1-393-16,3-11 174 0</inkml:trace>
  <inkml:trace contextRef="#ctx0" brushRef="#br0" timeOffset="4438.22">8019 3900 1492 0,'5'-30'41'0,"-1"1"-18"0,-2 2 0 16,2 1 43-16,-1 8-14 0,-2 1 8 0,0 5 5 15,1 1-10-15,0-1-4 0,1 3 6 16,-2 2-5-16,0 2-8 0,-1 5-14 0,0 0-2 0,0 0-2 16,0 0-2-16,14 14 5 0,-7 9 5 15,-2 7 1-15,-1 1-4 0,-3 15 4 0,-1 0-8 0,0-12 1 16,-1 11 0-16,1-9 0 0,-3-4-3 0,1 0 0 15,2-3-8-15,-3-1 3 0,2-10-2 0,-2 1 1 16,2-4-3-16,1-1 1 0,-1-5 0 0,1 1 0 16,0-4-3-16,-2 1 3 0,2-7 2 15,-1 9 12-15,1-9 5 0,0 0 7 0,-1 8 5 16,1-8 2-16,0 0-3 0,0 0-6 0,0 0-4 0,0 0-4 16,0 0-7-16,8-23-2 0,-2 9-7 15,2-2-3-15,4 0-9 0,4-5 2 0,3 1-9 0,3-1-1 16,-1 2-2-16,1 4-3 0,-5 2 1 15,1 6-1-15,-1 0-3 0,-4 4 1 0,-1 1 2 16,4 2 0-16,-2 2-1 0,-1 2-2 0,-2 5 1 16,2-1 4-16,-2 4-3 0,-1 1-5 0,-1 2-11 15,0-4-12-15,-3 5-26 0,-1-1-25 0,3-1-34 16,-3 1-30-16,0-2-26 0,0 2-24 0,-1-3-160 16,-4 0-391-16,4-3 173 0</inkml:trace>
  <inkml:trace contextRef="#ctx0" brushRef="#br0" timeOffset="5083.34">8746 4027 3 0,'-4'-11'214'0,"-2"0"-4"0,0 3-3 16,-2-1-16-16,0 3-20 0,-1 3-7 0,-3 3-16 15,0 3-14-15,-5 3-11 0,1 5-10 0,-3 7-10 16,1 0-4-16,1 6-11 0,2-4-9 0,2 3-6 15,5-4-6-15,1-2-5 0,3 1-9 0,0-1-4 16,5-1-5-16,2-3-4 0,1-1-1 0,1-1-4 16,2-2-2-16,2 0-8 0,3-2-3 0,-2-2-13 15,-1-1-8-15,4 0 2 0,1-4 1 0,0 0 0 16,-3 0 1-16,2-4-2 0,0-2 3 0,2-1 0 16,-3 0-1-16,-2-1 1 0,0-4-3 0,2-2 5 15,-3-2-9-15,0-1 5 0,1 1-4 0,-4-2 3 16,1 0-1-16,-2 0-2 0,1-1-3 0,0 4 2 15,-3 4 2-15,0 1 3 0,-1 1-2 0,1 1 1 16,-3 8-4-16,2-6-3 0,-2 6 3 0,0 0-6 16,0 0 5-16,0 0-3 0,7 19 9 0,-7-2 4 15,1 1 6-15,-1-1-3 0,0 2 2 0,0-2-4 16,0-1 3-16,1 0-3 0,1-5 1 0,1 0-1 16,1 0-2-16,0-1 6 0,2-3-3 0,2 0 2 15,2 0 8-15,2-4-3 0,-1-1 3 0,5 0-4 16,2-5 0-16,1-1 5 0,0-3 0 0,-1 2-5 15,0-4 5-15,-3-1-5 0,3-1-3 0,-4-2-2 16,6-6 1-16,-8 7 0 0,-1-2-3 0,-2-3-2 16,-1-1-4-16,2 0-3 0,-3 1 1 0,-1-1-2 15,1 2 4-15,-2 2-3 0,-2 4-5 0,0 4 2 16,-2 0-4-16,-1 6-5 0,3-7-12 0,-3 7 2 16,0 0 0-16,0 0 5 0,0 0 3 0,-17 22 1 15,6-8-1-15,-6 7 3 0,3 1 3 0,0 0-2 16,1 2 3-16,4-6-5 0,-3 6 0 0,6 0 6 15,4-6 3-15,-1-1-4 0,3 0 0 0,1 1 3 16,1-4-1-16,3 2 3 0,-1-5 4 0,0-1-7 16,2 0 2-16,-1 3 1 0,0-5 0 0,-1 2-6 15,1-2-5-15,-2-2-5 0,-1 2 0 0,-2-8-13 16,3 9-2-16,-3-9-12 0,0 0-4 0,-4 14-10 16,4-14-26-16,-13 9-30 0,4-3-19 0,-2-3-41 15,-6 2-159-15,-3 0-362 0,-1-2 161 0</inkml:trace>
  <inkml:trace contextRef="#ctx0" brushRef="#br0" timeOffset="5597.15">10176 3650 253 0,'2'-9'228'0,"0"4"-20"15,-2 5-27-15,1-11-21 0,-1 11-16 0,0 0-18 16,0 0-13-16,0 0-11 0,0 0-1 0,2 35-6 15,-5-11 1-15,4 6 7 0,-6 3-6 0,4 1-6 16,-1 2-6-16,-1-3-7 0,0 0-5 0,-2 1-6 16,1 0-7-16,2-2-3 0,0 2-4 0,0-2-6 15,-1 0-2-15,1-3-3 0,2-2-1 0,-4 0-6 16,3-2-4-16,-2-5-3 0,2-2-16 0,0 1-14 16,-1 0-10-16,0-5-32 0,1-1-23 0,-1-3-22 15,1 2-37-15,0-5-27 0,-1-1-38 0,2-6-22 16,-2 10-114-16,2-10-352 0,0 0 156 0</inkml:trace>
  <inkml:trace contextRef="#ctx0" brushRef="#br0" timeOffset="6794.33">10183 4015 1830 0,'6'-14'17'0,"-1"4"-12"16,0-2-1-16,0 3-8 0,2 2 1 0,-4 1-10 15,3 0 10-15,-1 2 8 0,4-1-15 0,3-3 8 16,4 2 1-16,0-2-5 0,1 1 3 0,1 0 2 15,0-1 1-15,2-1-5 0,-1 2 5 0,-2-3 6 16,1 2-4-16,-3-1-2 0,-2 4 3 0,-4-5-5 16,4-1 1-16,-3 2 4 0,0-4 6 0,2 1 7 15,-5 2 4-15,-1-1 6 0,-1-1 1 0,0 1-3 16,-3 0 6-16,1-1-2 0,-2 1-2 0,3 0 0 16,-2 1 0-16,0 3 5 0,-1 2-6 0,-1 5 0 15,1-9-5-15,-1 9-7 0,0 0-7 0,0 0-1 16,0 0 5-16,0 0-3 0,6 29-3 0,-9 1 6 15,-1 0 1-15,1 16-2 0,-4 0 3 0,-1-1 1 16,2-10-1-16,1-2 4 0,-2 0-2 0,-2 0-3 16,4 0-2-16,3-5 2 0,-7-1-2 0,7-9 1 15,0-2-2-15,2-2 0 0,-3-3 2 0,1-1-7 16,-1-1 5-16,3-2-3 0,0-7 7 0,0 9-3 16,0-9 5-16,0 0 9 0,0 10 2 0,0-10 0 15,0 0-5-15,0 0 1 0,0 0-7 0,0 0 7 16,5-26-9-16,-3 14-8 0,4-3 7 0,0-2-6 15,1 0-3-15,4-2-5 0,2-2-2 16,1-1-4-16,3 3-4 0,-4 2-3 0,-1 5-1 0,-1 3 1 16,0 3 1-16,-1 2-5 0,1 3 6 0,-4 1-4 15,3 5 4-15,1 1 0 0,-4 5 5 16,3 3-5-16,-1 2 8 0,1 0-5 0,-2 1 8 0,0-2-5 16,1 0 2-16,0 1 5 0,1-4 6 15,-3 0-6-15,2 0 4 0,2 0 5 0,-1-3 7 16,2-2 9-16,2-3-1 0,-3 2-2 0,8-1 2 0,2-4-3 15,-1-1 0-15,1 0-5 0,1-2 6 0,-1-2-8 16,1 0 3-16,-2-1-1 0,-3-1-6 0,0-3-1 16,-7 3 2-16,3-6 0 0,-2 4 3 15,-4-4-3-15,-2 4-7 0,1-8-6 0,-3-1-8 16,-1 0-2-16,-2 0 5 0,-1-1-5 0,-3 0 3 16,0 0-8-16,-2 1-1 0,-1-1 1 0,4 7 6 0,-1-4-3 15,-1 3 6-15,2 7-1 0,3 5 1 0,-4-13-1 16,4 13-5-16,-4-9-5 0,4 9-4 0,0 0-5 15,0 0 6-15,2-10 6 0,-2 10-5 16,0 0-3-16,15 5 8 0,-6 0 5 0,0 1 1 16,0 1 0-16,2 0-1 0,1 4 4 0,2 0-7 0,-8 1-2 15,3-3 13-15,-2 1-5 0,4 4 1 0,-6-4 2 16,2 6 2-16,-1-1 0 0,-3 1 4 0,-1-1-4 16,-2 0 6-16,3 2-5 0,-2-4 2 0,0 2-1 15,0-3 2-15,-1-1 1 0,3 1 0 0,-2-2 1 16,3 0 8-16,1-2 7 0,2 0 4 15,3-1 5-15,-1 0 7 0,6 2-3 0,2-2 3 16,2-4 8-16,-1 1-12 0,5-4 1 0,-3 0-1 0,1-1-3 16,3 0 0-16,3-6-2 0,-7 1 6 0,5-3-10 15,-1-4-1-15,0 2-3 0,-7-1 4 16,-2-1 3-16,-2 0-9 0,0-2-4 0,-3-1 2 16,-1-1-4-16,-1 0 3 0,-2 0-4 0,-2 0-1 15,-2 0-1-15,-2 5 3 0,0 0 1 0,0 1 10 16,-1 1-11-16,0 3 0 0,1 7-5 0,-4-12-1 0,2 7-3 15,2 5 6-15,-12-5-7 0,3 7-1 16,-3 1-1-16,-4 4 0 0,2 4 2 0,-4 2-3 16,-1 6 1-16,0-2 0 0,3 4-2 0,2 0 2 15,6 2-1-15,0-6 3 0,2 1 2 0,6 0-3 16,-3 0 3-16,6 0 0 0,-1-2 0 0,2-1 3 16,4-1-3-16,3 0 2 0,-1-1 5 0,5-1 3 0,2-2 3 15,2-3 7-15,3 0 5 0,-2-1-8 16,12-1-1-16,-2-4 2 0,2 2 1 0,-3-6-2 15,0 3-1-15,3-3 2 0,-3-1-6 0,-1-3 2 16,0-1-2-16,-2-3 0 0,1 1-1 0,-3-2-2 16,-2-4-1-16,-1 0 1 0,-5 2-5 0,0-8 2 15,-1 2-3-15,-2-5 0 0,-2 3-3 0,-3 5 6 16,-4-2-10-16,0-1 2 0,-2 0-3 0,-2 2 1 16,-2 2-1-16,0 5 1 0,0 0 6 0,-2 1-10 15,-2 6-2-15,-2-1 1 0,-5 4-4 0,-1 4 5 16,-4 3-2-16,-7 10 4 0,-2 0-4 0,1 1 5 15,1 3-1-15,4 2 0 0,2 1 2 0,5 0 0 16,0 0 1-16,5 1 0 0,5-7-2 0,4 2 0 16,3-2-14-16,7 5-15 0,-1-4-14 0,10 0-27 15,5 0-49-15,8-3-38 0,2-1-45 0,15 2-177 16,2-5-416-16,3 0 184 0</inkml:trace>
  <inkml:trace contextRef="#ctx0" brushRef="#br0" timeOffset="11390.43">3432 4770 158 0,'-2'-7'210'0,"2"7"-13"16,-3-7-23-16,3 7-21 0,0 0-18 0,0 0-18 15,0 0-8-15,0 0-11 0,0 0 1 0,-8 22 1 16,5-4 0-16,-3 7-7 0,1 4-6 0,-1-1-9 16,1-1-2-16,2 2-6 0,-1-3-8 15,1 3-3-15,-3-1-4 0,4-8-11 0,-3 7-1 16,1-3-1-16,2 1-4 0,-1-7-4 0,2 0-3 0,-1-1-4 15,1 0 0-15,0 1-24 0,-2-6-22 0,1-1-30 16,2 3-26-16,-3-2-55 0,-1-3-55 0,-1 2-159 16,0-6-372-16,5-5 165 0</inkml:trace>
  <inkml:trace contextRef="#ctx0" brushRef="#br0" timeOffset="11564.66">3232 4718 1922 0,'3'-20'-5'0,"-3"4"6"0,3 0 11 16,-3 6-8-16,0 0-3 0,0 3-4 15,0 7-9-15,1-11-23 0,1 4-12 0,-2 7-16 0,1-7-27 16,-1 7-18-16,0 0-8 0,5-8-27 0,-5 8-77 16,0 0-238-16,15 5 106 0</inkml:trace>
  <inkml:trace contextRef="#ctx0" brushRef="#br0" timeOffset="11783.81">3788 4653 61 0,'20'17'167'0,"-2"4"-7"16,-2-1-11-16,-1 5-8 0,-3 3-1 15,-3 0-6-15,-1 7-5 0,-3-1-5 0,-4 1-8 16,-2 0-13-16,0-3-5 0,-3 1-3 0,-1-1-12 0,-3-1-5 15,-2-4-8-15,1 0-4 0,-3-1-9 0,0-2-4 16,-4-1-5-16,-1 0-29 0,-4-3-23 0,-3 1-35 16,1-5-32-16,-4 1-47 0,-1 0-34 15,0 0-133-15,0-3-308 0,-1-5 136 0</inkml:trace>
  <inkml:trace contextRef="#ctx0" brushRef="#br0" timeOffset="11994.84">2901 4863 110 0,'-9'6'174'0,"-2"3"-17"0,-1 5-1 16,0 8-9-16,-1 3-13 0,4 0-11 15,3 2-5-15,3-1-20 0,5 4-4 0,2 0-9 16,5 1-10-16,3 0-7 0,5-1-31 0,6 0-34 15,13 8-59-15,-2-2-57 0,2-3-122 0,-5-11-256 16,-1-3 114-16</inkml:trace>
  <inkml:trace contextRef="#ctx0" brushRef="#br0" timeOffset="12577.97">5237 4784 229 0,'2'-11'232'0,"-2"2"-15"0,-1-2-11 15,-2 4-7-15,0 1-16 0,-3 0-19 0,-4 3-15 16,-1-1-16-16,-2 4-12 0,-9 4-14 0,-2 6-10 16,-4 2-6-16,-1 5-4 0,2 2-9 0,-1 5-9 15,-2 1-5-15,7 1-7 0,1-1-6 0,5 2-3 16,6-1-6-16,5-2-5 0,3-5-3 15,6 1 1-15,5 3-3 0,7-3-4 0,3 2 0 0,5-7-3 16,4 0-5-16,3-6-3 0,0 1-6 0,2-2-4 16,0-3-1-16,-3-1 4 0,-1-2 1 0,-7-2-11 15,0 0 2-15,-7 0-1 0,-3-1 2 0,-1 0 2 16,-4-1-3-16,1-1 0 0,-7 3 0 0,5-6-4 16,-5 6-4-16,0 0-1 0,-8-14 1 0,-1 10 1 15,-2-1 0-15,0 2-2 0,-8 0-2 16,-2 2 2-16,-6 2 2 0,-1 2-1 0,1 1-1 0,-2 4 5 15,3 4 0-15,1-1 2 0,1 1-3 0,7 1-1 16,-3 3 6-16,7-2-1 0,3 1 0 0,1 2-1 16,5 0-1-16,2 1 4 0,3 0 0 0,4 0 5 15,2-3-4-15,9 6 10 0,2-1-12 0,1-9-20 16,9 0-28-16,0 3-33 0,4-3-35 0,2-4-25 16,3 0-35-16,-1-1-12 0,3-1-20 15,-4-1-117-15,-1-4-349 0,-1-3 154 0</inkml:trace>
  <inkml:trace contextRef="#ctx0" brushRef="#br0" timeOffset="13299.29">5563 5218 50 0,'0'0'192'0,"1"-8"-21"0,-1 8-19 16,2-8-16-16,-2 8-17 0,0 0-11 0,0 0-2 16,0 0 0-16,0 0 1 0,0 0 3 0,-12 27-11 15,7-16-6-15,1 1-7 0,-1 0-5 0,-1-2-4 16,1 2-3-16,-1-2 4 0,0 0-7 0,3-2 0 15,-1-1-2-15,2 0 5 0,2-7 11 16,-6 9 13-16,6-9 14 0,-3 4 14 0,3-4 0 0,0 0-15 16,0 0-4-16,0 0-12 0,-13-12-10 0,13 12-4 15,-4-15-7-15,3 6-11 0,2-3-7 0,-1 0-7 16,4-5-4-16,0-1-4 0,1-1-18 16,6-6-2-16,4 3-17 0,0-2 0 0,4 0-8 15,4 6-3-15,0-1 2 0,1 5-4 0,-1 0-2 0,-4 7 2 16,3 2 1-16,-3 3-4 0,4 2 0 0,-2 4 3 15,-3 2-2-15,1 3 0 0,-4 3 3 16,2-1-1-16,-6 5 0 0,2 0 1 0,-3 1-1 0,-2 2 2 16,2-2 4-16,-5 2-1 0,-1-3 2 0,0 2 1 15,-4-2 2-15,1-2 2 0,-2-3 0 0,1-2-2 16,0-9 2-16,-5 16 4 0,2-9-2 16,3-7 3-16,-7 8-2 0,7-8 3 0,-12 7-1 0,12-7 2 15,0 0-4-15,0 0 1 0,-15-4 2 0,15 4-4 16,-4-12-2-16,4 12 5 0,0-16-5 0,0 5-2 15,4-1-5-15,0-5 0 0,5 1-6 16,6-7 4-16,0 2-2 0,-2 5-4 0,6-2 2 16,-2 4 1-16,-3 1-3 0,4 4 5 0,-2-1-3 0,2 4-4 15,-5 2 3-15,0 1-7 0,0 3-6 0,-3 2 4 16,3 1 5-16,-4 2-3 0,1 3 2 0,-3 2 1 16,0 0 10-16,1 5 1 0,-5 0-7 0,1 3-1 15,0-1 4-15,-2-1 2 0,1-3-1 16,-2-1 3-16,2 0-4 0,0-1 6 0,-1 0 1 15,2 0 0-15,1-1-2 0,3-1 2 0,-1-3 3 0,2-2-4 16,2 3 5-16,1-5-6 0,1 2 0 0,6-7 3 16,2 2-2-16,-3-4 3 0,-1-1-2 0,0-1 1 15,0-2 2-15,-3 0 2 0,0-3-5 0,-4-2 6 16,0 3-1-16,-1-4-2 0,-2 0-2 16,-2-1 2-16,0-1 2 0,-4 5 2 0,0 3-2 0,1-2 7 15,-2 0 1-15,0 4 4 0,0 7 0 0,-2-13-3 16,2 13-8-16,-1-9-4 0,1 9-4 0,0 0 5 15,0 0-1-15,0 0-1 0,0 0-3 0,0 0 2 16,-10 27 3-16,7-16 1 0,1 0-1 16,0 5-1-16,1-4-9 0,2 0-28 0,1 4-23 0,0-2-36 15,1-2-41-15,1 3-50 0,0-2-50 0,1-2-199 16,0-1-470-16,1-1 207 0</inkml:trace>
  <inkml:trace contextRef="#ctx0" brushRef="#br0" timeOffset="13466.87">6305 4952 43 0,'0'0'56'15,"0"0"-10"-15,0 0-26 0,0 0-28 0,0 0-19 16,17 14-28-16,-11-10 13 0</inkml:trace>
  <inkml:trace contextRef="#ctx0" brushRef="#br0" timeOffset="13684.94">6562 4947 162 0,'4'-8'201'0,"-1"-3"-2"0,-1 3-3 0,3-2 0 16,-4 1 10-16,1 3-8 0,-2 6-2 0,2-12-13 15,-2 12-7-15,1-8-30 0,-1 8-15 0,3-5-18 16,-3 5-14-16,0 0-10 0,4 18-5 0,-4-2-3 0,1 10-6 15,-1 3-7-15,0 3-3 0,-2 0-8 16,-1 14-5-16,3-14-4 0,-1-1 0 0,2 0-5 16,-2-1-5-16,2 1-5 0,3-1-3 0,-2 1-3 15,0-2-24-15,0-2-29 0,1-2-40 0,-1-5-48 16,1-3-43-16,1 0-55 0,-2-1-46 0,-2-5-144 16,0-11-435-16,0 16 192 0</inkml:trace>
  <inkml:trace contextRef="#ctx0" brushRef="#br0" timeOffset="13844.62">6469 5215 1693 0,'4'-13'37'15,"0"3"14"-15,-2 3-31 0,1 0-10 0,-3 7-11 16,7-12 0-16,-3 7 1 0,1 0 2 0,3 0 0 16,6 0-7-16,-3 2-3 0,7-1-8 0,3 1-20 15,6-2-15-15,3 1-25 0,-2 2-22 0,2 0-17 16,-1-1-120-16,-1 1-254 0,-9-1 112 0</inkml:trace>
  <inkml:trace contextRef="#ctx0" brushRef="#br0" timeOffset="14045.25">6882 4930 176 0,'2'-16'188'0,"-4"4"-9"0,4-1 1 0,-6 4 0 16,4 2 0-16,0 7-10 0,2-12-20 0,-2 12-21 15,0-8-15-15,0 8-14 0,0 0-5 0,0 0 1 16,5 29-2-16,-4-3-2 0,0 1-9 0,0 4 0 15,-1 2-3-15,-1-1-8 0,1 1-10 0,0-1-3 16,0-1-6-16,0 1-3 0,0-2-6 0,1-1 0 16,-1-2-9-16,2 1-23 0,-2-9-31 0,1 7-34 15,-1-6-48-15,1-3-55 0,-1 0-39 0,-2-1-185 16,0-5-410-16,-3-2 181 0</inkml:trace>
  <inkml:trace contextRef="#ctx0" brushRef="#br0" timeOffset="14212.38">6781 5106 166 0,'0'0'150'0,"11"-6"-10"16,-3 4-14-16,1 0-37 0,5 4-33 0,4-2-47 15,1 2-55-15,8 5-69 0,-8-3-126 0,1 3 56 16</inkml:trace>
  <inkml:trace contextRef="#ctx0" brushRef="#br0" timeOffset="14783.13">7013 5432 198 0,'0'0'213'0,"9"2"-1"0,-9-2-8 0,13-5-5 0,-3 1-1 15,0-1-16-15,6-2-9 0,-1-1-13 0,2-1-13 16,-1-3-6-16,6-2-8 0,2 0-12 0,-7 3-14 15,5-5 2-15,-1-1-12 0,-7 3-9 0,-1-1 1 16,3 0-17-16,-1-6-7 0,-2 6-4 16,-4-2-9-16,-3 1-4 0,3-1-3 0,-4-2-4 0,-2 3 3 15,-2 3-8-15,-1 3 8 0,0-4-15 16,-3 4-4-16,1-1-7 0,-3 5 0 0,-2-3-3 0,0 5-7 16,-4 0 4-16,0 2-9 0,-1 2-2 0,-1 2 1 15,-6 5-2-15,4 2 0 0,-7 5 3 0,3 4-3 16,1 2-2-16,6-3 0 0,0 6 2 0,3 0-2 15,4-5-1-15,1 0 1 0,4 0 7 16,1 0 3-16,6 0 1 0,0 0 0 0,2-2-9 0,2 0 4 16,4-2-5-16,0 0 6 0,4-3-2 0,1-3 0 15,4 3 0-15,-4-4 1 0,-1-3-1 0,-1 0 12 16,2-4-10-16,-1 1 1 0,-3-3-1 16,0 2 2-16,-5-2 0 0,2-2-1 0,5-1 2 0,-8-2-2 15,1-1 0-15,0-2 3 0,-1-2-6 16,-1-2-1-16,0-1-4 0,-3 1 0 0,1-2-1 0,-3-1 4 15,1 0-10-15,0 2-8 0,-4-3-3 0,-1 1 2 16,-1 1 2-16,1 5 0 0,1 2 2 16,-1-1 0-16,1 2-3 0,-1 8 3 0,3-11-8 0,-3 11 3 15,4-9-5-15,-4 9 4 0,5-5 1 16,1 3 2-16,6 1-1 0,-2 1-1 0,0 1 3 0,3 3 2 16,0 0-5-16,1 1 5 0,-3 1-2 0,3 4 5 15,-3-1-3-15,-4 1 12 0,0 1-13 0,1 6 8 16,0-5-1-16,-3 5 9 0,-2-5-3 0,2 3 7 15,-4 2 1-15,2-1 0 0,1-3-1 16,-4 4 3-16,-2-3 6 0,2-3-7 0,0 2-22 0,-2-2-45 16,2-11-49-16,-1 22-53 0,1-12-62 0,-2 1-205 15,4-1-463-15,-2-10 206 0</inkml:trace>
  <inkml:trace contextRef="#ctx0" brushRef="#br0" timeOffset="15200.28">8733 4924 227 0,'-3'-9'235'0,"3"9"-11"15,-7-6-16-15,7 6-20 0,-9 0-12 0,9 0-8 0,-20 12-6 16,8 2-2-16,-7 8-3 0,1 4-10 15,0 2-1-15,3 2-5 0,2 1-11 0,-1 0-15 16,3 0-4-16,2 1-13 0,1 1-8 0,0-4-6 16,2 2-8-16,6-1-8 0,0-1-7 0,4-1-4 15,2-4-2-15,1 1-6 0,0-1-4 0,2-7-14 0,4 4-23 16,-1-5-30-16,3-3-37 0,-4 2-42 0,5-2-52 16,0-4-55-16,2 1-65 0,-5-5-161 15,5 0-470-15,-5-2 208 0</inkml:trace>
  <inkml:trace contextRef="#ctx0" brushRef="#br0" timeOffset="15627">9220 5031 216 0,'-3'-10'253'0,"-1"-1"-9"15,-3 1-17-15,2 3-9 0,0 2-31 0,-1 2-16 0,6 3-15 16,-18 0-12-16,4 4-15 0,0 6 0 0,-4 0-19 15,2 2-14-15,1 3-9 0,-2 2-2 16,5-1-12-16,1-1-8 0,5 1-6 0,1-2-6 16,5-1-5-16,0-2-5 0,0 2-4 0,4-1 6 15,1-2-16-15,3 0-3 0,2-1-10 0,0 0-8 0,0-2-8 16,3-1-1-16,-2-2 2 0,0-1 2 0,-1 0 2 16,-2 1 0-16,-8-4 7 0,12 1 0 15,-5-1-2-15,-7 0 5 0,9-2-1 0,-9 2 3 16,0 0 0-16,7-6 6 0,-7 6-4 0,0 0-4 15,0-6 1-15,0 6-1 0,0 0-4 0,0 0 3 16,-14-7-5-16,4 7 7 0,10 0-11 0,-22 7 2 16,8-2 1-16,0 2-6 0,-2 3 3 0,0-1 1 15,1 2-3-15,1 3 1 0,1 1 4 0,2-2 2 16,2 2-5-16,0-1 2 0,4 0-2 0,1-3 4 16,1 1-4-16,3 0 4 0,2-1-4 0,0 1 10 15,5-3-8-15,5 3 2 0,2-1-3 0,4-4-7 16,0 3-17-16,9-4-23 0,1 0-29 0,0-3-27 15,0 1-32-15,0-4-35 0,0-2-33 0,-6-1-34 16,-1 1-169-16,-4-3-432 0,2 0 191 0</inkml:trace>
  <inkml:trace contextRef="#ctx0" brushRef="#br0" timeOffset="15840.76">9623 4961 111 0,'0'0'212'0,"6"-5"-28"16,-6 5-16-16,0 0 2 0,0 0 12 0,0 0 1 16,14 25-6-16,-7-8-2 0,-1 2-15 0,2 5-7 15,-1 4-15-15,0-5-12 0,-2 4-14 0,0-2-7 16,-2 0-11-16,-2 1-5 0,0 0-10 0,0 3-3 16,-3-4-16-16,2 0-31 0,-4 0-40 0,-2 0-33 15,-3 1-47-15,0-9-66 0,-6 7-62 0,-7-2-159 16,-3 0-408-16,-4-1 182 0</inkml:trace>
  <inkml:trace contextRef="#ctx0" brushRef="#br0" timeOffset="16434.75">3102 5931 246 0,'0'0'218'0,"-1"-10"-11"0,1 10-17 15,-2-9-22-15,2 9-17 0,0 0-14 0,0 0-20 0,0 0-6 16,0 0-14-16,0 0-5 0,0 0 7 15,-3 41-6-15,-1-22 1 0,1 9-8 0,-1 1-6 16,0 2-8-16,-1 0-5 0,2-1-9 0,-2 1 0 16,0-2-10-16,4 0-3 0,-3-1-3 0,1-5-3 15,2-3-36-15,0-1-26 0,-1-1-31 0,2-1-33 16,0-1-47-16,0-4-27 0,2-1-30 0,-2 1-137 0,0-6-356 16,1 1 158-16</inkml:trace>
  <inkml:trace contextRef="#ctx0" brushRef="#br0" timeOffset="16642.5">3310 6063 142 0,'3'-10'249'0,"0"0"-15"0,-1 4-17 0,-2 0-16 16,4 0-21-16,-4 6-20 0,3-5-17 0,-3 5-13 16,0 0-15-16,0 0-7 0,0 0 2 0,0 0-4 15,1 23-9-15,-2-11-11 0,1 5-5 0,0 3-8 16,-1 4-2-16,1 2-9 0,1-1-9 0,0 0-1 15,0-6-10-15,-2 1-16 0,2-3-17 0,-1 2-28 16,0-3-43-16,0 3-46 0,2-3-57 0,-2 1-42 16,-2-6-158-16,1-2-394 0,1-9 174 0</inkml:trace>
  <inkml:trace contextRef="#ctx0" brushRef="#br0" timeOffset="16780.34">3262 5713 2 0,'0'0'-1'0</inkml:trace>
  <inkml:trace contextRef="#ctx0" brushRef="#br0" timeOffset="16970.9">3729 5918 25 0,'14'24'198'0,"-3"4"-13"15,-2 2-1-15,-4-1 3 0,-1 5-18 0,-4-1-10 16,-4 0-15-16,1-2-14 0,-5 2-13 0,-2 1-2 16,-6-4-19-16,0 1-6 0,-4 0-10 0,-1-1-34 0,-2 0-32 15,-2-4-36-15,-3 0-50 0,2-5-45 16,-4-2-171-16,-15 3-312 0,11-7 138 0</inkml:trace>
  <inkml:trace contextRef="#ctx0" brushRef="#br0" timeOffset="17190.43">2573 6047 50 0,'-12'8'227'0,"3"0"-21"16,0 7-12-16,0 3-16 0,1 5-10 0,4 9-3 16,2-2-12-16,2 2-12 0,2 2-14 0,6 0-15 15,2 0-4-15,15 12-12 0,3-5-8 0,7-1-15 16,7-3-43-16,3-5-48 0,6-2-50 0,7-4-74 16,1-4-173-16,1-3-341 0,27 1 151 0</inkml:trace>
  <inkml:trace contextRef="#ctx0" brushRef="#br0" timeOffset="17550.9">5349 6055 1928 0,'-5'-18'43'0,"-4"0"42"0,3-1 36 0,-3-4-12 15,0 6-8-15,4 2-11 0,-3-1-3 0,3 5 6 16,0 0-4-16,1 3 6 0,0 1-2 0,2 2-12 16,2 5-10-16,-4-10-12 0,4 10-11 0,0 0-5 15,0 0-8-15,0 0-2 0,-5 22-3 0,3-3-3 16,2 10 2-16,-1 5-4 0,0-1-2 15,-3 13-1-15,0-1 3 0,-1-10-2 0,0 0-4 16,3-1-6-16,-2-2 0 0,0 0 2 0,-1 0-19 0,2-2-27 16,-2-2-29-16,2-9-24 0,-3 7-25 0,2-9-26 15,0 3-42-15,2-5-31 0,1-4-27 0,-2 1-187 16,-1-2-455-16,3-3 202 0</inkml:trace>
  <inkml:trace contextRef="#ctx0" brushRef="#br0" timeOffset="17959.12">5261 5957 182 0,'14'-26'211'15,"3"6"-18"-15,3 1-13 0,1 1-6 0,-2 7-3 16,5-2-15-16,0 4-7 0,3 3-8 0,-5 2-14 16,0 4-3-16,-1 1-11 0,6 2-12 0,-6 3-13 15,-5 4-3-15,3 0-11 0,-6 3-9 0,0 0-5 16,-4 2-4-16,-3 4-5 0,-3 0-6 0,1 5-4 15,-12 1 1-15,-2 3-2 0,-3-4-8 16,-4-2-2-16,2 1-4 0,-4-3-2 0,0 2 1 0,5-10-12 16,-2 0-16-16,4 0-6 0,3-4-9 0,-1-2-11 15,2 2-6-15,3-2-3 0,2-2 1 0,3-4 4 16,-1 11 1-16,1-11 3 0,9 11 8 0,0-6-3 16,7 3 4-16,1-1-1 0,3-2 3 0,7 3 4 15,-8 1 0-15,1-2 0 0,4 5 0 0,-5-2 1 16,-2 3 3-16,-1-2-1 0,-3 1 2 0,1 1 2 15,-4 2-1-15,-2 0 3 0,-3-5 1 0,0 3 2 16,-1-2 6-16,-3 5 7 0,-3-5 5 0,-3 1 2 16,-6 1 6-16,1 0 0 0,-4-1-1 0,-3-4-1 15,0 0 0-15,-1 1-2 0,-3-3-3 0,-6-1-1 16,6-1-1-16,1-2-4 0,0 0-16 0,0-1-15 16,3-2-33-16,4-1-40 0,2-1-48 0,2-1-50 15,2 1-154-15,1-2-373 0,6 5 165 0</inkml:trace>
  <inkml:trace contextRef="#ctx0" brushRef="#br0" timeOffset="18837">6034 6222 1937 0,'8'-7'12'0,"-7"3"-22"0,-1 4 19 16,-1-9-9-16,1 9 13 0,-12-6 16 0,1 5 18 15,3-1 9-15,8 2 8 0,-28 4 8 0,11 3-2 16,-2 0 4-16,1 5-2 0,1-1 0 0,-6 6-4 15,2 1-3-15,3 2-7 0,7-4-4 0,2-2-7 16,0 3 0-16,6-2-6 0,-1 2-4 0,3-1-3 16,2-5-2-16,3 0-6 0,1 1 3 0,3-5-4 15,6 5-3-15,-2-5 1 0,3 0-3 0,3-2-1 16,1-4-3-16,-6-1-9 0,2 0 3 0,1-1-2 16,-3-3 5-16,-1-1 0 0,5-4-4 0,-6 3 2 15,2-5 6-15,0-1 3 0,-7 2 5 0,2-4 2 16,-1-3 1-16,0-1-1 0,-2 2-4 0,0-3 3 15,-2 1-2-15,0 2 7 0,-1-1-1 0,-1 0-3 16,-1 6-3-16,-1 0-5 0,1 1 8 0,0 2-7 16,0 8-3-16,0-10-5 0,0 10-8 0,0 0 1 15,0 0-4-15,0 0-1 0,0 0 2 0,0 0-1 16,-9 28 5-16,5-8-5 0,-1-2 3 0,2 1-4 16,-3 5 4-16,3-1-5 0,2-3 2 0,1-2 2 15,0-2 0-15,3 0 0 0,-2-3 3 0,6 0-2 16,-1 0-1-16,1-4 5 0,7 1 0 0,-2-3-3 15,6-2 4-15,-2-1 2 0,5-2-2 0,-1-1-3 16,7-6-3-16,0 0 1 0,1-4-5 0,-8 2 2 16,6-5-3-16,-4 1 2 0,0-4 10 0,-2-4-17 15,-2 1-1-15,-2-6 0 0,-1 1 5 0,-3 0-8 16,5-4-5-16,-6-1-2 0,0 1 6 0,-6 5 3 16,-1 3 2-16,0 3-4 0,-3 0 0 0,1 6 3 15,0 3 4-15,-2-1-2 0,0 8-2 0,2-10-6 16,-2 10 2-16,0 0-1 0,0 0 2 0,0 0-2 15,0 0 2-15,-19 31 3 0,15-11 0 0,0 3 1 16,-2 3 1-16,3 1-1 0,2 0 4 0,2 0-3 16,2-1 1-16,2-2 2 0,0 3 2 0,0-3 0 15,-1-5 2-15,3-1-7 0,0-2 6 0,-3 1-5 16,0-2 7-16,0 2 0 0,-3-5-3 0,0 0-11 16,-1-1-6-16,-4-2-4 0,2 1-4 0,-2-2-10 15,-4 0-8-15,3-1-3 0,-5-1-7 0,0-1 5 16,0-1 3-16,2-2 4 0,0 2 8 0,2-2 6 15,6-2 6-15,-12 1 4 0,12-1 1 0,0 0 0 16,0 0 0-16,-6-9 1 0,6 9-1 0,10-11 5 16,0 1 1-16,-2 3 0 0,7-6 0 0,2 1-1 15,7-5-4-15,-1 0 4 0,3-1-4 0,2 0 1 16,3-3 1-16,1 1-2 0,-2-1 1 0,1 1 4 0,-2 0 2 16,1-1 1-16,-4 0 3 0,-1 3-2 15,-6-4 11-15,-1 2-8 0,-9 6 10 0,1-2 14 16,-4 6 14-16,-3-2 9 0,-2 2-4 0,-1-1 3 15,-1 2 0-15,-2 0 3 0,-1 4-8 0,-1-2 2 16,-3 5-3-16,-3 2-6 0,-3 5 0 0,-2 1 8 0,-2 2 0 16,-3 10 8-16,-4-1 1 0,4 1-7 15,5-1 1-15,0-1-6 0,6-1-5 0,2 2-1 16,2-2-4-16,1 3-2 0,5-1-1 0,3 0-1 16,5 0-17-16,1 0-30 0,9 1-35 0,0-5-52 15,9 1-69-15,5-2-78 0,-3-5-235 0,7 2-537 16,0-1 237-16</inkml:trace>
  <inkml:trace contextRef="#ctx0" brushRef="#br0" timeOffset="19281.95">8648 6089 78 0,'0'-9'266'0,"0"-1"-15"0,0 10-16 16,0-11-24-16,0 11-22 0,-3-9-23 0,3 9-19 16,0 0-12-16,0 0-9 0,-18 20-2 0,5 2-3 15,0 5-3-15,-2 5-6 0,-5 12-2 0,1 1-12 16,5-1-8-16,5-10-11 0,1 1-4 0,2-2 12 15,6 0 0-15,2 0-13 0,3 1-9 0,2-5-4 16,4 1-5-16,5-2-23 0,-1-2-18 0,4-3-34 16,0-2-44-16,3-3-36 0,2 2-52 0,2-4-60 15,-3-3-234-15,-4-3-481 0,5 1 213 0</inkml:trace>
  <inkml:trace contextRef="#ctx0" brushRef="#br0" timeOffset="19526.95">9075 6361 2090 0,'7'-25'106'0,"0"7"-7"0,-3 0-6 15,-1 2-4-15,1 4-10 0,0 4 5 0,-3 1-2 16,2 0-10-16,-3 7-11 0,4-10-8 0,-2 6-13 16,-2 4-4-16,0 0-9 0,0 0 0 0,0 0-2 15,-2 25 4-15,0-7-1 0,-3 9 1 0,3-1-2 16,-5 5-2-16,4-2-4 0,-3 0-4 0,3 0-1 15,-3 0 0-15,4-2-7 0,1-1-15 0,-1 1-20 16,1-10-20-16,1 0-35 0,-4 0-35 0,3-2-45 16,1-2-31-16,1-1-31 0,-1 1-183 0,-1-6-438 15,0-1 194-15</inkml:trace>
  <inkml:trace contextRef="#ctx0" brushRef="#br0" timeOffset="19906.02">9198 6202 108 0,'8'-9'207'0,"0"-1"-9"0,-2 3-8 15,1 3-15-15,-2-2-15 0,0 4-9 0,-5 2-11 16,13-3-8-16,-13 3-4 0,12 7-9 0,-3-1-6 16,-2 1-14-16,2 1-7 0,-4 4-9 0,1-2-5 15,-1 2-9-15,-2-1-6 0,1 2-6 0,-2-1-4 16,0 1-5-16,-4-1-5 0,1 4-3 0,-1-1 1 15,-5 1-12-15,3-4 1 0,-2 1-18 0,-2-1-20 16,2-2-15-16,1 1-13 0,-2-1-15 0,2 0-8 16,3-1-12-16,0 0-15 0,1-1 2 0,1-8-1 15,0 12 2-15,3-5 8 0,2 0 9 0,-1 0-1 16,2 0 10-16,0 0 5 0,3 0 8 0,-2 1 5 16,0 1 1-16,2-1 0 0,-2-1 5 0,-1 3 4 15,0 0 5-15,-2 1 14 0,0 0 15 0,-2-1 15 0,-1 1 4 16,0 0 10-16,-1-1-13 0,-1 0 2 15,-2 0-3-15,-1 0 7 0,2-3-2 0,-2-2 2 16,1 3-2-16,-1-2-4 0,-3 0 0 0,-2 1-4 16,3-2-18-16,-4 1-32 0,10-6-34 0,-15 6-48 0,5-4-151 15,-3 0-288-15,-1-4 127 0</inkml:trace>
  <inkml:trace contextRef="#ctx0" brushRef="#br0" timeOffset="20149.32">9588 6284 104 0,'14'9'233'16,"-3"4"-12"-16,1 0-2 0,-3 4-11 0,3 6-17 0,-6-5-14 15,2 7-12-15,-6-2-13 0,1-2-8 16,0 3-9-16,-5 2-15 0,0-1-10 0,-1 0-11 15,-2-7-7-15,-1 1-10 0,-2 0-14 0,-5 3-22 16,1 0-25-16,-5-1-33 0,-2-1-39 0,-2 2-49 16,1-3-49-16,-6 1-61 0,-3-1-135 0,-3-1-372 0,-15 2 164 15</inkml:trace>
  <inkml:trace contextRef="#ctx0" brushRef="#br0" timeOffset="20642.59">3087 7291 73 0,'-1'-10'274'0,"1"10"-30"16,-3-5-27-16,3 5-23 0,0 0-22 0,0 0-19 16,0 0-18-16,0 0-10 0,0 0-9 0,0 0-12 15,0 0-8-15,0 38-9 0,0-20-10 0,-1 1-6 16,0 7-5-16,1 1-4 0,-4 0-8 0,4-9-4 15,-3 3-7-15,2 4-18 0,0-5-33 0,1-2-26 16,-3 6-42-16,3-5-40 0,0-4-32 0,0-3-39 16,-2 5-125-16,2-6-337 0,0-11 149 0</inkml:trace>
  <inkml:trace contextRef="#ctx0" brushRef="#br0" timeOffset="20871.25">3251 7442 1883 0,'6'-19'124'0,"1"0"-48"0,-5 1 3 0,2 6 7 0,-1 1 1 16,-1 2-14-16,1 4-4 0,-3 5-18 0,1-11-9 16,-1 11-5-16,0-7-3 0,0 7-3 0,0 0 1 15,0 0 9-15,0 0-2 0,0 0 1 0,0 0 2 16,0 0 0-16,-3 36-2 0,0-27-4 0,0 4-2 16,0 3 3-16,1 2-9 0,-2 0-4 0,1-2 0 15,1 3-5-15,-1 0-6 0,1-4-20 0,-1 2-21 16,3-2-21-16,3-2-29 0,-2 2-39 0,0-2-28 15,0-4-37-15,-1-9-34 0,4 19-175 0,-2-10-422 16,-2-9 187-16</inkml:trace>
  <inkml:trace contextRef="#ctx0" brushRef="#br0" timeOffset="21060.75">3428 7348 171 0,'0'-5'209'0,"0"5"-29"0,7-5-16 15,-7 5-2-15,0 0 1 0,0 0-5 0,0 0-9 16,5 25 9-16,-6-10-14 0,1 3-11 0,-4 3-13 16,-1 4-12-16,1 0-11 0,-1 1-8 0,0-1-8 15,1-1-19-15,0-5-21 0,-2 5-27 0,1 2-38 16,2-9-30-16,0-3-56 0,2 1-44 0,0-3-190 16,-3-3-372-16,4-9 165 0</inkml:trace>
  <inkml:trace contextRef="#ctx0" brushRef="#br0" timeOffset="21284.76">3594 7383 2002 0,'16'-9'161'0,"-5"5"-97"0,-2 1-39 16,-2 1-14-16,-1 0-8 0,-6 2 3 0,15 7 5 16,-7-1 10-16,0 5 13 0,1 2 10 0,-3 2 1 15,-1 5 6-15,0 2 0 0,-1-2-4 16,-5 7-2-16,0 0-5 0,-1-1-1 0,-2 0-1 0,1 0-5 15,-5-3 0-15,2-4-2 0,-3 4-3 0,0-5-8 16,-3-4-24-16,2 2-18 0,-3-3-27 0,-1-2-34 16,0 1-37-16,0-2-31 0,1-4-23 0,-1-1-45 15,1-3-125-15,-6 0-372 0,3-4 165 0</inkml:trace>
  <inkml:trace contextRef="#ctx0" brushRef="#br0" timeOffset="21490.75">2881 7465 147 0,'-20'20'195'0,"-2"8"-17"0,6 1-2 0,-2 2-7 16,6 1-12-16,2-2-8 0,4 3-11 0,4-1-8 16,5-3-12-16,5 0-11 0,6-1-9 0,1-2-5 15,5-2-12-15,3-3-4 0,4-2-9 0,4-2-27 16,-1-4-32-16,5 0-35 0,0-7-38 0,2-2-46 15,0-1-57-15,-4-3-127 0,3 0-319 0,-4-5 141 16</inkml:trace>
  <inkml:trace contextRef="#ctx0" brushRef="#br0" timeOffset="21690.16">3361 7221 2508 0,'-11'-29'29'0,"0"2"52"0,3 9-1 0,-1 0-4 16,4 7-14-16,0 2-15 0,0 0-7 0,0 1-11 16,1 3-8-16,4 5-7 0,-5-9 0 0,5 9-11 15,-5-5-26-15,5 5-8 0,0 0-7 0,0 0-25 16,0 0-20-16,0 0-40 0,0 29-51 0,4-13-44 16,1 2-158-16,0-1-406 0,1 0 180 0</inkml:trace>
  <inkml:trace contextRef="#ctx0" brushRef="#br0" timeOffset="22467.1">5371 7454 197 0,'-5'-10'218'0,"5"10"-20"0,-7-6-17 0,2 3-15 0,5 3-12 16,-12 0-7-16,12 0-7 0,-18 9-9 0,2 1-8 16,1 3-7-16,-3 7-3 0,0 2-3 0,-2 4-12 15,4 0-11-15,1 3-3 0,3-3-8 0,1 2-6 16,5-3-12-16,2 1 3 0,3-3-10 0,1-3-6 15,3-1-3-15,3-3-5 0,4 1-1 0,-1-1-2 16,0-1 13-16,5-4-22 0,1 0-13 0,2-2-21 16,-1-1-16-16,3-1-13 0,-1-3-11 0,1-2 2 15,2-1-6-15,-1-4 2 0,2-1-3 0,5-3 4 16,-7-1 8-16,5-4 2 0,-9 3 9 0,1-1 5 16,-3-5 9-16,-2 4 17 0,-2-3 6 0,-1 0 4 15,-3-3 2-15,-2 0 3 0,-1 6 12 0,-2-1 16 16,1 3 5-16,0 1-1 0,-2 1-1 0,0 7-5 15,2-13-3-15,-2 13-7 0,0-9-8 0,0 9-4 16,0 0-2-16,0 0-1 0,0 0-3 0,0 0 1 16,-9 35 2-16,8-21-4 0,-2 2-2 0,3 1 3 15,2 1-5-15,0-2 1 0,2 1 2 0,2-2-1 16,2 0-2-16,-3-4 1 0,3 1-3 0,5-2 3 16,-3-1 4-16,0-2-2 0,8 0-2 0,-6-3 0 15,0-1 3-15,1 0 5 0,1-3 4 0,3-1-1 16,-1-4-1-16,0 0 1 0,0-3 3 15,-3-1 2-15,1-2-3 0,-5 2-2 0,0-5 3 0,0-3-9 16,-2 0 4-16,-3-2-4 0,0-8 3 0,-2 8-6 16,-2-7 1-16,-3 1-2 0,-4 0-3 0,-3 1-3 15,3 6 1-15,0 3-2 0,-4-1-1 0,1 5-4 16,-1 3-1-16,0 3-8 0,1 1-9 0,-3 4-12 0,-5 2-6 16,0 2-20-16,-2 5-25 0,-3 6-27 15,0 1-42-15,7-2-36 0,1 6-40 0,-2 0-167 16,7-7-428-16,4-3 190 0</inkml:trace>
  <inkml:trace contextRef="#ctx0" brushRef="#br0" timeOffset="22709.2">5995 7403 113 0,'2'-11'309'16,"-1"0"-21"-16,1 4-16 0,-1 1-25 0,-1 6-26 15,-1-10-24-15,1 10-24 0,1-7-23 16,-1 7-19-16,0 0-2 0,0 0-13 0,6 27-10 16,-7-8 3-16,0 11-9 0,-2-2-5 0,1 5-10 15,2-1-7-15,-2 3-9 0,1 0-6 0,-1-1-6 16,0-1-5-16,1-3-26 0,2-1-24 0,1-3-24 16,-1 0-22-16,-1-7-36 0,1 0-46 0,2 0-54 15,-1-2-39-15,1-3-201 0,-3-3-454 0,2-1 200 16</inkml:trace>
  <inkml:trace contextRef="#ctx0" brushRef="#br0" timeOffset="22907.34">6202 7407 200 0,'1'-12'279'0,"3"4"-30"0,-4 2-29 0,0 6-22 15,2-7-26-15,-2 7-15 0,0 0 8 16,0 0-15-16,3 22-1 0,-2 4-7 0,-2 1-8 15,1 5-7-15,-3 5-16 0,2 6-6 0,1 7-11 16,-5-16-14-16,4 2-34 0,-2-4-33 0,1 2-42 16,-4-1-47-16,3-1-49 0,-1-2-46 0,1-1-43 0,-2-3-149 15,0-8-393-15,1-1 174 0</inkml:trace>
  <inkml:trace contextRef="#ctx0" brushRef="#br0" timeOffset="23171.03">6272 7952 171 0,'15'-9'196'0,"2"-2"-9"0,0-2-1 0,3-3-3 0,-3 3-1 16,0 0-8-16,3-4-8 0,1 0-9 16,1-1-11-16,-5 5-9 0,2-2-8 0,-3 1-4 15,-1 0-5-15,-1-1-1 0,-4 1 1 0,0 1 0 16,-2 4 0-16,-5-3-10 0,0 1-9 0,0-1-7 0,-3-2-13 16,0 2-12-16,-2 6-7 0,2 6-6 0,-7-13-3 15,0 10-10-15,1 1-7 0,6 2-4 16,-24 5-6-16,10 6 1 0,-7 5-2 0,2 3-5 15,1 2-4-15,3-1-1 0,1 2-4 0,6-5-16 0,2 0-11 16,2 1-5-16,1 1-22 0,7-4-10 0,0-1-20 16,4 2-27-16,1-2-25 0,4-4-25 0,2 0-33 15,4-2-22-15,9-1-19 0,0-2-180 0,-2-3-435 16,2-3 192-16</inkml:trace>
  <inkml:trace contextRef="#ctx0" brushRef="#br0" timeOffset="23368.87">6890 7710 73 0,'-1'-10'219'16,"0"-2"7"-16,-3 2-4 0,-1 0 3 16,0 6-8-16,-3-3-14 0,-1 3-18 0,0 1-18 0,-2 3-18 15,1 5-11-15,-6 4-7 0,1 4-11 0,-4 5-11 16,-3 2-8-16,9-4-10 0,3 0-9 0,-4 6-9 16,8-4-3-16,-1-2-11 0,5 2-2 15,2-2-6-15,2 1-7 0,5-2-15 0,-1 0-23 0,7 0-33 16,-2-5-31-16,2 2-34 0,4-2-32 0,-1-4-39 15,5 0-37-15,0-2-198 0,-3-4-430 16,3-1 191-16</inkml:trace>
  <inkml:trace contextRef="#ctx0" brushRef="#br0" timeOffset="23604.78">7154 7519 148 0,'1'-16'289'0,"0"3"3"0,2 4-7 0,-1 1-5 15,0 2-15-15,-2 6-33 0,-2-10-22 0,2 10-27 16,0 0-22-16,0 0-11 0,0 0-9 0,0 0-3 16,-2 30-4-16,1-11-5 0,-2 8-7 0,1 1-11 15,-2 6-12-15,1-4-6 0,1 0 0 0,0-1-25 16,1-2-6-16,-2 2 2 0,3-4-8 0,0-4-1 16,-1-2-24-16,2 0-29 0,-2-2-19 15,1-1-36-15,0 1-40 0,1-5-31 0,-1-3-42 0,0 2-39 16,2-3-34-16,-1-1-28 0,-1-7-189 0,-3 8-492 15,3-8 219-15</inkml:trace>
  <inkml:trace contextRef="#ctx0" brushRef="#br0" timeOffset="23944.72">7034 7686 23 0,'11'-4'170'0,"-1"0"-13"0,1 4 5 0,0 3-9 15,2-2-6-15,0 1-11 0,-2 2-17 0,1 1-11 16,3 3 0-16,-1 0 2 0,-3 1-6 0,-2 0 1 16,3 2 5-16,-2-2-4 0,-3 2-6 0,0-1-11 15,1 1-7-15,1-2-9 0,-1 2-4 0,-2-4-4 16,3 3-8-16,1-3-6 0,0 1-3 0,1-2-4 16,0-2 1-16,1 1-4 0,-1-1-3 0,1-2-3 15,-1 0 4-15,2-4 6 0,-2 1 0 0,1 0 1 16,-1-3 4-16,0 0 4 0,0-1-2 0,-2 1 0 15,-1-2-2-15,-1-3 3 0,2 1 4 0,-4 0 0 16,1-2-7-16,-5-5 3 0,-1 2-7 16,1 0-10-16,-5 2-2 0,2-1-11 0,-5-4-9 0,-2 3-11 15,3 2-12-15,-2 1-13 0,1 2-19 0,-5 2-30 16,2 1-29-16,-4 3-26 0,-3 5-26 0,1 2-41 16,-2 3-42-16,0 3-193 0,4-3-463 0,-3 5 205 15</inkml:trace>
  <inkml:trace contextRef="#ctx0" brushRef="#br0" timeOffset="24302.82">7501 7906 145 0,'11'-7'235'0,"-1"1"1"16,3-1 1-16,-2-3-4 0,-2 1-13 0,2-4-16 15,-4 2-12-15,5-1-11 0,-4-1-9 0,-1-3-12 16,-2 4-11-16,-1-4-7 0,1 0-8 0,-4 4-9 15,2-2-8-15,-3 4-9 0,-2-3-12 0,2 13-5 16,-2-22-13-16,1 12-1 0,-2 0-14 0,3 10-7 16,-4-18-1-16,4 18-10 0,-2-11-4 0,0 6-4 15,2 5-8-15,0-9-2 0,0 9-13 0,0 0-17 16,0 0-13-16,2-10-18 0,-2 10 0 0,0 0 4 16,12-2 2-16,1 4 3 0,-1 0 0 0,8 4 2 15,-1-3 2-15,0 4 2 0,2-1 3 0,-4 1-3 16,-2 3 0-16,-4-2-1 0,0-1 4 0,-1 1 7 15,0 4 12-15,0 1 2 0,-2-3 1 0,-2 5 5 16,1 1-2-16,-5-1 5 0,1-3-1 0,-2 0-1 16,2 2-2-16,-2 0 3 0,-1-1-2 0,-1-1-2 15,1-2-22-15,-3 2-28 0,2 1-53 0,1-2-60 16,0-1-72-16,0 1-263 0,1-1-529 0,-1-10 234 16</inkml:trace>
  <inkml:trace contextRef="#ctx0" brushRef="#br0" timeOffset="24716.25">9385 7479 2063 0,'-2'-11'22'16,"-1"0"-1"-16,-5 1-4 0,3 1 0 0,-1 0 7 15,-1 2 2-15,-3 0 7 0,1 3-12 0,-1 0 3 16,-3 4 14-16,1 6 7 0,-6 0 1 0,-5 7 12 0,-3 3 9 15,2 4-6-15,-2 7-1 0,3 0 4 16,-2 12-4-16,-2 3 4 0,10-12-4 0,3 1-5 16,0 2-4-16,6-2-3 0,3-1-2 0,3-1-11 0,3 0 3 15,4-4-5-15,2 1 4 0,3 0-1 0,1-4-14 16,0-5 2-16,8 3-13 0,-5-4-16 16,2-3-29-16,9 2-24 0,-2 0-30 0,4-4-48 15,-7-4-33-15,8-1-42 0,-6 0-47 0,-3-5-137 0,3 2-428 16,-2-3 190-16</inkml:trace>
  <inkml:trace contextRef="#ctx0" brushRef="#br0" timeOffset="24940.25">9767 7657 66 0,'-4'-10'263'0,"-1"1"-8"0,0 2-5 0,0 1-12 0,-1 3-19 16,-3-1-16-16,9 4-14 0,-19 2-8 0,3 6-4 15,-2 2-11-15,-6 7-11 0,1 5-16 0,1-2-11 16,3 1-15-16,4 2-8 0,-2-1-10 0,6-1-13 16,4-2-4-16,3 0-10 0,4-1-6 0,2-1 4 15,3 2-26-15,4-2-20 0,2-2-36 0,5 4-36 16,-1-4-33-16,7 1-41 0,1-3-52 0,2-3-48 16,-4-1-221-16,-2-6-482 0,1 3 213 0</inkml:trace>
  <inkml:trace contextRef="#ctx0" brushRef="#br0" timeOffset="25165.41">10110 7519 157 0,'5'-3'237'0,"1"0"-26"0,1 0-8 15,-7 3-7-15,11 5-4 0,-1 0-3 0,2 8-10 16,-3 2-10-16,4 9-12 0,-4 3-10 0,-3-1-8 15,-1 5-6-15,-1-1-17 0,-4 0-12 0,-4 1-9 16,0-1-8-16,-2-1-3 0,-4 1-12 0,-4 1-17 16,1-2-25-16,-4-3-46 0,-2 2-49 0,-5-4-58 15,1-2-59-15,-1 1-62 0,-6-3-143 0,2-2-420 16,-4-2 186-16</inkml:trace>
  <inkml:trace contextRef="#ctx0" brushRef="#br0" timeOffset="27352.71">13210 4106 1586 0</inkml:trace>
  <inkml:trace contextRef="#ctx0" brushRef="#br0" timeOffset="29167.62">12544 4377 49 0,'2'-18'170'0,"4"8"-2"0,0-6-15 15,3-1-12-15,0-1-5 0,7-3-1 0,-3-1-7 16,-1-1-13-16,1 0-19 0,1-3-15 0,3-1 0 16,-3 2-8-16,0-2-5 0,-1 1-4 0,3 0-8 15,-7 1 0-15,2 0-4 0,-7 8-1 0,3 1 0 16,-7 3-8-16,2 0-1 0,-2 2-10 0,0 2 2 16,0-1-3-16,-2 4-8 0,-5 1-2 0,1 1-7 15,-4 1 4-15,-2 3-1 0,0 1-8 0,3 1 1 16,-8 2 2-16,0 0-4 0,6 0 3 15,-1 1-5-15,1 0 0 0,3 0-4 0,-2-2-1 0,6 1 1 16,-2-2-2-16,6-2 3 0,0 0 3 0,-1 10-5 16,1-10 0-16,11 7 5 0,1-5-6 0,1 1 1 15,7 0-2-15,8-1 3 0,1 0-8 0,0-2-2 16,3 3 1-16,-1-3-1 0,-1 0-2 0,-5 4 0 16,-6 0-4-16,-1 1-1 0,-2 1-2 0,-3 0 1 15,-2 4 2-15,-2 2 2 0,1 5 2 0,-4 2 0 16,1 0 3-16,-3 6-2 0,-2 2 8 0,-4-1-3 15,-2 1 0-15,0-2-2 0,1 0 6 0,1-6-5 16,0-1 2-16,2-1 6 0,0-6-4 0,2 5 2 16,0-4-1-16,5-1 2 0,-1 1 4 0,1-4-3 15,5 0 5-15,-2-2-8 0,1-1 8 0,3 0 0 16,-1-1-1-16,1-3-1 0,2-1-4 0,2 0 5 16,-1-3 5-16,-3-1-3 0,5-2-3 0,-4-1 3 15,-2 0-1-15,-1-2-3 0,3 0-2 0,-5-2-1 16,3-3 3-16,-4 0 0 0,0-3 0 0,-2-1-4 15,-3 0 5-15,3-1 0 0,-5 1-1 0,-2-1-5 16,0 1 3-16,0 3-1 0,0-1 3 0,-2 5 7 16,0 0-1-16,-1 0-3 0,1 2-2 0,-2 2 0 15,4 7-8-15,-9-7 2 0,2 7 0 0,7 0 5 16,-18 9-5-16,4 0 2 0,3 6 2 0,0 1 2 16,-3 2-2-16,6-1 2 0,1 0-6 0,-2 2 7 15,8 0-3-15,1 1-1 0,6-1 4 0,0-3 2 16,3 0-5-16,9 5 4 0,-4-9-1 0,13 6-3 15,-3-5 2-15,3-2-3 0,3-3-5 0,3-2 0 16,-1-1-1-16,1-4 0 0,-1-1-6 0,-1 0 1 16,-2-1 1-16,-1-3 1 0,-1-1 1 0,-8 0-2 15,0-3 5-15,8-2 0 0,-10 0-4 0,2 0 4 16,-6-3 0-16,3 2 3 0,1-2-5 0,-5-1 16 16,-1-2-6-16,-5 2 6 0,-1-1 4 0,-3-2 2 15,-2 6 9-15,0-2-4 0,-2 2 5 0,-1 1 0 16,-3 1-2-16,0 1-4 0,-3 3-5 0,-1 1 0 15,-1 1-6-15,-3 3 2 0,-3 3 5 0,0 3-9 16,0 1-2-16,-3 3 3 0,-3 4-4 0,1 1 0 16,0 1 0-16,8-3 0 0,2 2-8 0,2-2 5 15,3-3 2-15,2 0 0 0,3 0-8 0,2 0-9 16,2-3-2-16,3 0 1 0,0 1-3 0,3-2-3 16,1-1 0-16,1 0-1 0,-2-4-5 0,1 0 2 15,1-1 2-15,3 0 2 0,-3-2 5 0,0-3 2 16,-1-2-2-16,0 1-5 0,-1-3 10 0,0 0-3 15,-2 0 4-15,-1-1 2 0,-1-2-2 0,1 5 14 16,-3-3 3-16,0 4 3 0,1 0-6 0,-3 6 1 16,2-7-4-16,-2 7-3 0,0 0 3 0,0 0-6 15,0 0 3-15,11 16 8 0,-7-5-4 16,-1 9 6-16,1 5-3 0,-4 3 3 0,0 1 3 0,0 1-2 16,0 0-2-16,0 4 4 0,-2-1 6 0,-3 4-2 15,1-4-1-15,0 0 1 0,-3-1 11 0,-2 2-8 16,-5-4 6-16,0 3-6 0,-3-4-1 0,-1 1-6 15,-2-2 2-15,-5-3-2 0,-2-2-2 0,0 1-5 16,2-6 1-16,0-4-13 0,1 0-7 0,4-5-14 16,5-2-6-16,-4-4-26 0,5-2-11 0,1 1-33 15,4-4-25-15,-3-1-47 0,2-3-179 0,1-3-382 16,7-2 170-16</inkml:trace>
  <inkml:trace contextRef="#ctx0" brushRef="#br0" timeOffset="29384.62">13867 4228 83 0,'4'-15'228'0,"-3"3"-5"15,4 2-7-15,-5 3-9 0,2 0-14 0,0 2-20 16,-2 5-16-16,2-8-19 0,-2 8-16 0,0 0-13 16,0 0-8-16,0 0-8 0,0 0-10 0,1 27-4 15,-2-11-7-15,-1 2-6 0,2 1-6 0,-4 0-5 16,2 5-16-16,-1-5-16 0,2 7-29 0,-1-7-27 15,-2 0-35-15,2 0-46 0,0-1-43 0,0 2-34 16,-3-1-135-16,-1-1-352 0,2-1 156 16</inkml:trace>
  <inkml:trace contextRef="#ctx0" brushRef="#br0" timeOffset="29532.31">13867 3978 10 0,'0'0'15'0,"0"0"-20"15,0 0-4-15,19 14 2 0</inkml:trace>
  <inkml:trace contextRef="#ctx0" brushRef="#br0" timeOffset="30326.69">14148 4173 19 0,'0'0'139'0,"-5"10"-6"0,1-4 5 0,0 3-2 0,2 1 5 15,-5 1-12-15,5 1-6 0,-3 4-8 0,2 0-9 16,1 0-10-16,-2 0-6 0,4-4-5 16,0 4-14-16,0 0 0 0,2-4-5 0,2-2-6 15,-3 2-9-15,4-4-6 0,-1 0 1 0,1-2-2 0,-1-1-8 16,3-1 0-16,-1-1-1 0,0 0 1 15,2-2-5-15,-8-1-3 0,13-1 1 0,-13 1-4 16,14-5-6-16,-8 0 1 0,-1 0 2 0,-3-2-8 0,3-2-1 16,-3-1 5-16,3 0-2 0,-3-2-6 15,0 2 1-15,-2-3-3 0,-2 3 0 0,2-2 1 16,0 1-1-16,2 0-3 0,-1 0 2 0,-1 5 1 0,3-4 5 16,-2 3-4-16,-1 7 1 0,4-8-5 15,0 4-4-15,-4 4 1 0,14 0-4 0,-5 3 0 0,2 2 0 16,5 3-7-16,-3 5 9 0,1-3 2 15,-1 2-1-15,-2 2-1 0,1 0-1 0,-1 0 1 16,-2 1 4-16,1 2-2 0,-4-3-1 0,1 0 5 0,-3-3-1 16,-2 0-2-16,0-2 4 0,-2 1-1 0,0-5-2 15,0-5 3-15,2 9 6 0,-2-9 7 0,3 8 16 16,-3-8 0-16,0 0 3 0,0 0-5 16,0 0-1-16,0 0-5 0,0 0 4 0,0 0 3 15,0 0-2-15,0 0-4 0,-10-26-9 0,11 14-4 0,1 1-2 16,5-5-4-16,-2 0-5 0,5 0 0 0,2 0-3 15,3-5-1-15,-1 1-1 0,0 6 1 0,-1 0-6 16,1 3-3-16,-5 3 3 0,-1 1 0 0,2 1-5 16,-1 2 1-16,0 3-1 0,-9 1-1 15,15 3 0-15,-10 4 1 0,3-2-1 0,-1 5 2 16,0 0 4-16,-2 3-1 0,1-3-1 0,-1 6 1 0,-1-4 5 16,1-1-1-16,2 0-1 0,-2-3 1 0,-1 2 3 15,0-1 0-15,-2-5 5 0,5 1 5 16,3-1 6-16,-6-1 0 0,7 0 2 0,3-3-2 15,-2-4 2-15,7-1-1 0,-4-2-2 0,2-3 5 16,-3 1 3-16,1-2-1 0,-5 4 5 0,4-7 2 0,-2 0 0 16,-3-2-3-16,-1 1 2 0,2-1 0 0,-4-2-9 15,1 2 2-15,-5-4-6 0,5 4-4 0,-5 3 8 16,-1 2 5-16,3 0-11 0,-4 5-3 0,2 0-3 16,1 0-4-16,-3 6-6 0,0 0 1 15,0 0-4-15,0 0-2 0,0 0 2 0,0 0-1 16,0 0 3-16,-10 39-2 0,5-21 0 0,1 6 3 0,-2 0-2 15,-1 0 4-15,5 1 0 0,-2 0 0 0,0-1-1 16,2-4 2-16,2-2 0 0,-2 7 4 16,0-6 0-16,0 0 2 0,2 0 4 0,-2 1 5 15,-1-2-2-15,1 0 3 0,-3 0-2 0,-4-2-2 16,0 0-10-16,0-2-17 0,-3-3-19 0,-1 2-27 16,1-4-41-16,0-1-52 0,3-3-65 0,0-1-241 0,-1-1-497 15,10-3 220-15</inkml:trace>
  <inkml:trace contextRef="#ctx0" brushRef="#br0" timeOffset="30490.79">15042 4343 197 0,'0'0'284'0,"7"-5"-10"0,-7 5-16 16,5-3-9-16,-5 3-19 0,4-4-25 0,-4 4-16 15,0 0-22-15,0 0-41 0,6-6-58 16,-6 6-71-16,0 0-93 0,0 0-82 0,0 0-151 15,0 0-355-15,0 0 157 0</inkml:trace>
  <inkml:trace contextRef="#ctx0" brushRef="#br0" timeOffset="61065.99">19057 6563 40 0,'0'0'52'0,"0"0"-7"0,0 0-5 0,0 0-4 16,0 0 3-16,0 0-13 0,0 0 5 0,0 0-7 15,0 0-3-15,0 0-4 0,0 0-4 0,0 0-1 16,0 0-16-16,0 0-11 0,0 0-10 0,0 0 0 16,0 0-30-16,0 0-59 0,0 0 26 0</inkml:trace>
  <inkml:trace contextRef="#ctx0" brushRef="#br0" timeOffset="61626.71">21438 6670 45 0,'0'0'56'0,"0"0"-2"16,0 0-5-16,0 0-9 0,0 0-9 0,0 0 4 15,0 0-7-15,0 0 0 0,0 0-6 0,0 0-2 16,0 0-12-16,0 0-10 0,0 0-13 15,0 0-14-15,0 0-8 0,0 0-19 0,0 0-60 0,0 0 27 16</inkml:trace>
  <inkml:trace contextRef="#ctx0" brushRef="#br0" timeOffset="62627.5">21675 6793 28 0,'0'0'39'0,"0"0"-8"0,0 0-9 16,0 0 3-16,0 0-3 0,0 0 2 0,0 0-14 15,0 0-11-15,0 0-14 0,0 0-17 0,0 0-32 16,0 0 14-16</inkml:trace>
  <inkml:trace contextRef="#ctx0" brushRef="#br0" timeOffset="63814.41">21733 6797 14 0,'0'0'24'0,"0"0"1"15,0 0-5-15,0 0 0 0,0 0-2 0,0 0-1 0,0 0-2 16,0 0-2-16,0 0-5 0,0 0 5 0,0 0-1 15,0 0 2-15,0 0 2 0,0 0-1 0,0 0 5 16,0 0-7-16,0 0 2 0,0 0-5 16,0 0 5-16,0 0-7 0,0 0 0 0,0 0 3 0,0 0-6 15,0 0 0-15,0 0-2 0,0 0 3 0,0 0-3 16,0 0-9-16,0 0-13 0,0 0-14 16,0 0-19-16,0 0-55 0,0 0 24 0</inkml:trace>
  <inkml:trace contextRef="#ctx0" brushRef="#br0" timeOffset="69345.53">20386 6699 33 0,'0'0'50'0,"0"0"-7"0,0 0-1 15,0 0-5-15,0 0-6 0,0 0 3 0,0 0-4 16,0 0-4-16,0 0-5 0,1-10 3 0,-1 10-7 16,0 0 0-16,0 0-5 0,0 0 4 0,0 0 1 15,0 0-1-15,0 0-1 0,0 0-7 0,0 0 7 16,0 0-7-16,0 0 3 0,0 0-7 0,0 0 3 15,0 0 6-15,0 0-4 0,0 0-3 0,0 0-1 16,-9-8-7-16,9 8 11 0,0 0-4 0,0 0 1 16,0 0-2-16,0 0 1 0,-7-3-2 0,7 3 2 15,0 0-2-15,0 0 0 0,0 0 0 0,0 0 2 16,-5-4-5-16,5 4 0 0,0 0 6 0,0 0-1 16,0 0-6-16,0 0 0 0,0 0-5 0,0 0-12 15,0 0-4-15,0 0-8 0,0 0-6 0,0 0-7 16,0 0-36-16,0 0-85 0,0 0 38 0</inkml:trace>
  <inkml:trace contextRef="#ctx0" brushRef="#br0" timeOffset="70370.36">20378 6718 25 0,'0'0'37'0,"0"0"-5"0,0 0-5 16,0 0 0-16,0 0-4 0,0 0 2 0,0 0-5 16,0 0 0-16,0 0-4 0,0 0 2 0,0 0-4 15,0 0-5-15,0 0 7 0,0 0-3 0,0 0-6 16,0 0-5-16,0 0-4 0,0 0 0 0,0 0-6 0,0 0-7 15,0 0-7-15,0 0-25 0,0 0-52 16,-24 2 24-16</inkml:trace>
  <inkml:trace contextRef="#ctx0" brushRef="#br0" timeOffset="70840.83">18992 6744 18 0,'0'0'35'0,"0"0"2"16,0 0-12-16,0 0-2 0,0 0-1 0,0 0-14 15,0 0-2-15,0 0-10 0,0 0-25 0,0 0-30 16,0 0 13-16</inkml:trace>
  <inkml:trace contextRef="#ctx0" brushRef="#br0" timeOffset="71297">20346 6721 7 0,'0'0'41'15,"0"0"-8"-15,0 0-1 0,0 0 2 0,0 0 4 16,0 0-7-16,0 0 0 0,0 0 4 0,0 0 1 16,0 0 0-16,0 0-1 0,0 0 4 0,0 0-9 15,0 0-5-15,-27 2 12 0,27-2-15 0,0 0-4 16,0 0 2-16,0 0-11 0,-12-2 10 0,12 2-5 15,0 0-6-15,0 0 5 0,0 0-4 0,0 0-2 16,0 0 9-16,0 0-6 0,0 0 0 0,-9-2-1 16,9 2-3-16,0 0-3 0,0 0-6 0,0 0-9 15,0 0-9-15,0 0-15 0,0 0-11 0,0 0-52 16,0 0-108-16,0 0 48 0</inkml:trace>
  <inkml:trace contextRef="#ctx0" brushRef="#br0" timeOffset="72278.95">19068 6735 11 0,'0'0'22'0,"0"0"-2"0,0 0 0 16,0 0-4-16,0 0-2 0,0 0 0 0,-9 2-1 15,9-2-3-15,0 0 1 0,0 0-2 0,0 0 2 16,0 0-8-16,0 0 4 0,0 0 0 0,0 0-4 16,-9-2 0-16,9 2 4 0,0 0-2 0,0 0 0 15,0 0-1-15,0 0-4 0,0 0 4 0,0 0-5 16,0 0 9-16,0 0-6 0,-11 0-6 0,11 0 10 16,0 0-8-16,0 0 3 0,0 0 1 0,0 0 0 15,0 0 0-15,0 0 3 0,0 0-9 0,0 0 6 16,0 0-5-16,0 0 7 0,0 0-11 0,0 0 3 15,0 0 0-15,0 0 5 0,0 0 1 0,0 0-1 16,0 0-1-16,0 0 5 0,0 0-1 0,0 0-1 16,35 2-4-16,-22-1-8 0,0 0-5 0,5 1-22 15,-1-1-39-15,1 1 17 0</inkml:trace>
  <inkml:trace contextRef="#ctx0" brushRef="#br0" timeOffset="92498.02">6937 9151 25 0,'1'-6'104'0,"-1"6"4"0,2-14-8 0,0 9 2 0,-2-4-5 15,0 9-6-15,1-14 1 0,-1 14 0 0,1-12 6 16,-1 5 1-16,0 7 2 0,3-12-8 0,-3 5 3 16,0 7 2-16,0-13 1 0,0 13-4 0,0-11-6 15,0 11-13-15,0-10-1 0,1 5-5 0,-1 5 3 16,0 0-5-16,-1-13-5 0,1 13-8 0,0 0-4 15,-3-8-9-15,3 8-2 0,0 0-12 0,0 0-3 16,0 0-7-16,0 0 1 0,0 0-3 0,0 0 0 16,0 0-4-16,0 0-3 0,5 26 2 0,-2-15 4 15,-5 6-7-15,4 1-2 0,-2 1 1 0,0 5 0 16,1 3-3-16,-2 1 5 0,-1 1-3 0,0-2 1 16,1-2-2-16,1 2-5 0,-4-1 3 0,3-2-4 15,-1-3-16-15,1 2-10 0,-1-4-13 0,-1 0-9 16,2-1-8-16,-1 2-27 0,1-5-24 0,0 1-15 15,0 1-10-15,1-3-28 0,-2-3-127 0,1 0-311 16,1-2 139-16</inkml:trace>
  <inkml:trace contextRef="#ctx0" brushRef="#br0" timeOffset="92961.12">6947 9052 94 0,'6'-16'145'0,"3"3"-8"0,1 0-11 16,4 2-15-16,4 0-1 0,9 0-6 0,3-1-4 0,2 5-10 15,3-1-10-15,0 2-4 0,-1 4-12 0,-2 2 1 16,-3 3-13-16,1 1-8 0,-6 3-4 16,2 1 0-16,-8-1-11 0,-4 2 3 0,-2 3-7 15,-1 0 1-15,-7 0 3 0,1 5-4 0,-5 0-3 0,-3 1-7 16,-3 1 1-16,-3-1-1 0,-5 5 3 15,-3-4-8-15,-2 1 1 0,5-5-2 0,0-1-1 16,0-1 1-16,0 0-3 0,5-6-1 0,0 3-3 16,0-4-5-16,4 1-3 0,0 1-7 0,2-3-1 0,1 1 3 15,2-6 2-15,1 11-2 0,3-6-3 0,1 1 5 16,4 2 7-16,2 0-4 0,5 0-2 0,-2 1-1 16,1 0 4-16,2-1 7 0,-1 3-6 15,0-4 2-15,1 3 2 0,-3-2 1 0,1 1-1 0,-4-2 2 16,-1 1-16-16,4 2 20 0,-7-1-5 0,0-2 3 15,-1 3-1-15,-3-1 6 0,0-1-15 0,-4 3 7 16,-3 0 6-16,-1-2 0 0,-3 3 2 0,-5-2 4 16,0 3-6-16,-1-3 10 0,-2-1-2 0,-2-1 2 15,1-1 0-15,-4 0-3 0,-5-1 1 0,5 0-2 16,-1-3-3-16,0 1 0 0,3 0-7 0,-2-2 1 16,1 0 3-16,3-2-35 0,3 0-29 0,3 0-24 15,0 0-37-15,0 0-145 0,11 0-284 0,-12-5 126 16</inkml:trace>
  <inkml:trace contextRef="#ctx0" brushRef="#br0" timeOffset="93255.3">7913 9106 141 0,'-5'-5'185'0,"0"1"-6"0,5 4-12 0,-8-4-12 16,8 4-15-16,0 0-12 0,-2-7-15 0,2 7-9 0,0 0-10 16,19-9-11-16,0 1-7 0,9 2-10 0,3 0-5 15,6 0-10-15,-4 1-4 0,1-1-22 0,-2-2-16 16,-1 5-16-16,-3-2-23 0,-10 2-18 0,-4 1-18 15,-2 0-35-15,-2 2-10 0,-3-1-12 16,-7 1-4-16,11 2-76 0,-11-2-217 0,6 1 96 0</inkml:trace>
  <inkml:trace contextRef="#ctx0" brushRef="#br0" timeOffset="93524.78">8184 9045 14 0,'0'0'151'0,"0"0"-18"0,0 0-7 0,0 0-17 16,0 0-10-16,0 0-5 0,0 0-14 0,0 0-9 15,0 0-7-15,-8 4-6 0,8-4 10 0,3 14 18 16,-2-3-12-16,1 2 0 0,-2 3-9 0,3 4-6 16,0 4 0-16,-2 1-7 0,-2-6-6 0,1 1-10 15,-2 0 3-15,1 7-1 0,-2-8 1 0,0-2-4 16,-4 7 2-16,2-4-4 0,-1 2-3 0,-2 2-6 16,-3-1 6-16,2-4-2 0,-4 2-4 0,0-5 0 15,0-1 1-15,-1 0-4 0,2-1 2 0,0-1-4 16,-3-4-2-16,1 1-1 0,2-4 0 0,2 0-4 15,-2-2 5-15,1-1-2 0,-1-2 0 0,1-1-17 16,1-1-23-16,10 1-29 0,-13-7-20 0,8 2-36 0,0-4-27 16,2-2-36-16,2-1-97 0,3-5-293 15,5-2 129-15</inkml:trace>
  <inkml:trace contextRef="#ctx0" brushRef="#br0" timeOffset="93780.82">8817 9000 21 0,'0'0'193'0,"0"0"-7"0,-3-6-7 16,3 6-11-16,0 0-9 0,-3-7-17 0,3 7-14 0,0 0-10 15,0 0-11-15,16-4-11 0,-4 4-8 0,15 0-9 16,5-3-9-16,5 1-4 0,14-3-5 0,3 0-11 15,-1 2-1-15,4-1-2 0,-6-1-9 16,-14 3-9-16,0 0-16 0,-2-1-22 0,-6 0-29 0,-10 3-17 16,-1 0-42-16,-5 0-34 0,-5 0-11 0,-8 0-128 15,7 1-291-15,-7-1 129 0</inkml:trace>
  <inkml:trace contextRef="#ctx0" brushRef="#br0" timeOffset="94016.86">9090 9031 19 0,'0'0'165'0,"0"0"-7"16,0 0-8-16,-5 4-12 0,5-4-11 0,0 0-14 15,0 0 8-15,-1 12 5 0,-2-5-5 0,3 6 4 16,-1 3 10-16,-2 11 3 0,2-1-2 0,-2 3-14 16,-2 2-8-16,3 1-8 0,-2-2-10 0,-1 2-9 0,1-1-5 15,-1-2-9-15,1 0-7 0,-2-1-6 16,2 1-4-16,1 0-10 0,-2-2 0 0,2 0-8 15,0-4 1-15,0-2-32 0,0-2-25 0,2 0-37 16,0-2-39-16,0 0-38 0,2-1-37 0,-2-7-37 16,1 2-150-16,-2-1-386 0,2-4 170 0</inkml:trace>
  <inkml:trace contextRef="#ctx0" brushRef="#br0" timeOffset="94713.29">7803 10026 141 0,'0'-9'245'0,"0"-1"-24"0,0 10-26 0,0-12-21 0,0 12-19 16,1-5-19-16,-1 5-13 0,0 0-17 0,0 0-7 15,8 36-8-15,-6-7-7 0,-2 3-10 0,-1 14-4 16,-1 3-9-16,-5 1-4 0,1-4-8 0,-3 3 1 16,0-4-9-16,-2 0-6 0,3-13 2 0,-3-1-6 15,3-2 0-15,-1-2-6 0,0 1-3 0,1-2-2 16,2-6 0-16,-1-4-2 0,1 0-2 0,1-2 1 15,0-2-3-15,-2 1-3 0,2-5 1 0,4 3 0 16,-4-3 6-16,1-2 3 0,-3-2 9 0,1-1 3 0,0-1 4 16,-2 1-6-16,-2-2 0 0,-8-6-5 15,-9 4 2-15,0-5-4 0,-5-1 1 0,-1 0-4 16,-1-3-4-16,-5 1 0 0,-10-8-1 0,-3 3 0 16,-4 2-4-16,-3-1 0 0,-1 1 1 0,-2 1-4 0,-28-5-2 15,29 5 5-15,-3 3-3 0,-28-7-1 16,27 8 1-16,-30-2 4 0,2 2 2 0,2 0-3 15,0 3-3-15,25 2 6 0,-32 1-2 0,7-1 9 16,23-1-4-16,-21 1-5 0,26 0 10 0,-28-2-9 0,29 1 3 16,-3 2-5-16,-25 1 1 0,24-2 0 0,-1 5-1 15,2-2-6-15,2 2 2 0,3-3-2 0,7 0-3 16,14 0-3-16,9 0-11 0,0-1-16 16,11 1-22-16,5 0-27 0,2 0-43 0,1 0-38 0,4 1-61 15,7-1-38-15,-11 3-131 0,11-3-418 0,0 0 184 16</inkml:trace>
  <inkml:trace contextRef="#ctx0" brushRef="#br0" timeOffset="95584.85">7615 10705 130 0,'0'0'124'0,"0"0"-7"0,42 10-16 0,-7-8-8 16,21-2-15-16,9 1-4 0,37-4-6 0,-3-2-1 16,7-4-10-16,0 2 1 0,4 4 1 0,4-4 1 15,3-2-8-15,0-1 4 0,4 4 3 0,0-5-2 16,2 0-2-16,6 5 4 0,3-5-3 0,6 1-2 15,0 1-4-15,1-2 2 0,-6 0-8 0,0 3 4 16,-3 1-3-16,-2 0 3 0,0 1-6 0,-8-3-2 0,-6 6-1 16,-9-3-6-16,-6 3 2 0,-4-1-3 0,-30 2 0 15,-1 1-6-15,1-1-1 0,-7-1-2 16,0 1 2-16,-5 0-11 0,-15 2 0 0,-2-3 1 16,-4 1-1-16,0 3-2 0,-12-2-6 0,0 2 5 15,-3-2 3-15,-3 1-6 0,-3-2-2 0,-4 2-2 0,1 2-1 16,-8-2 3-16,13 0 1 0,-13 0-1 0,10-2 1 15,-10 2-2-15,0 0 2 0,10 0 2 0,-10 0-1 16,0 0 0-16,0 0 1 0,8 3-1 0,-8-3-2 16,0 0-1-16,0 0 3 0,0 0-4 0,0 0-2 15,0 0 3-15,0 0-3 0,1 6-7 0,-1-6 8 16,0 0-4-16,0 0 2 0,-5 16 2 0,5-16 3 16,-4 15 3-16,4-4 0 0,0 6 4 0,-5-1 9 15,5 10-3-15,0 0 4 0,-1 4-3 0,2 1 3 16,0 4 6-16,1-1 6 0,-2 11 5 0,2-10-3 15,-2 15-1-15,2-7-4 0,-1-6-2 0,-1 9 0 16,6 2-5-16,-2-12 3 0,4 8-3 0,0-10-4 16,-1 1 2-16,1-5-6 0,-1 1-2 0,2-1 4 15,0-2-7-15,-4 0-2 0,3-2 1 0,2-2 2 16,-7-4-5-16,2-5 4 0,0-4-4 0,-2 2 2 16,-1-5-3-16,1-3 3 0,-2 3-2 0,-1-8 3 15,5 9 2-15,-5-9 22 0,1 9 14 0,-1-9 2 16,4 3 13-16,-4-3-13 0,0 0-8 0,0 0-5 15,0 0-1-15,8-20-1 0,-6 9-8 0,4 0 4 16,2-6-10-16,5 2-2 0,-1-2 1 0,4-3-4 16,4-2-7-16,-3 0 0 0,4 2-2 0,1 1-7 15,3 0 2-15,2 2-3 0,-2 0-3 0,4 2-5 0,0-1 6 16,-2 3-16-16,0 2-9 0,-1 2-8 0,-8 3-20 16,1 0-24-16,-3 2-40 0,-3 5-45 0,-2-1-43 15,-2 2-46-15,-7 5-203 0,-2-7-493 0,0 0 218 16</inkml:trace>
  <inkml:trace contextRef="#ctx0" brushRef="#br0" timeOffset="95770.3">11609 11540 2052 0,'-10'-3'52'16,"0"2"-3"-16,-2-2-25 0,-2 0-6 0,-1-3-12 15,-4 0 20-15,-5-2 11 0,-3 1 7 0,-3-5 6 16,-5 3 6-16,-3-4-1 0,-11-2-1 0,-2 2-4 15,13 4-7-15,-14-5-4 0,4 3-7 0,9 1-28 16,-13-2-37-16,0 0-41 0,0 0-41 0,1-3-44 16,-2 2-54-16,-2 0-137 0,2-3-379 0,0-1 168 15</inkml:trace>
  <inkml:trace contextRef="#ctx0" brushRef="#br0" timeOffset="96565.92">5560 10721 102 0,'0'0'144'0,"-7"-6"-4"0,7 6-8 16,-6-4-6-16,6 4-11 0,0 0-2 0,-6-3-16 15,6 3-6-15,0 0-14 0,0 0-3 0,0 0-15 16,0 0-6-16,0 0-3 0,-8 11 9 0,7 0 3 0,0 9-5 16,-3 8 6-16,0 5 0 0,0 11-3 15,0 5 5-15,2 0-7 0,-2 3-1 0,-1-3-4 16,0 0-2-16,1-15-7 0,0 2-3 0,0-1-4 15,2 0-3-15,-2-1-1 0,0-1-6 0,1 0-2 0,1-4 0 16,-1 0-3-16,2-2-3 0,-3-3-5 0,2-7 1 16,1 0 0-16,1-6-2 0,-2 2 1 0,1-2-3 15,2-5 0-15,-1-6-1 0,0 10 3 0,0-10-4 16,-1 9 7-16,1-9-1 0,0 0-2 0,0 0-2 16,0 0 2-16,0 0 4 0,0 0 7 15,3-33-2-15,-3 17 3 0,1-2 7 0,0-1-2 16,4-6-2-16,0 7 1 0,0-2-1 0,3-2-4 15,2-2-3-15,0 6 0 0,1 3-2 0,-2-2-3 0,2 1 0 16,1 2-3-16,-1 1-1 0,1 0-3 0,-2-1-2 16,4 5 1-16,0-1-4 0,2 3-5 0,-3 2-21 15,4 0-20-15,-4 1-16 0,1 3-20 0,2 1-27 16,3 1-27-16,1 2-26 0,-2 1-17 0,-5 2-18 16,-3 0-134-16,0 2-355 0,-2 0 157 0</inkml:trace>
  <inkml:trace contextRef="#ctx0" brushRef="#br0" timeOffset="96729.18">5359 11460 137 0,'-54'-1'183'0,"-1"4"-2"0,15-3 6 16,2-2-2-16,2-3-10 0,4 2-2 0,1-3-15 16,9 0-14-16,5 1-14 0,1 0-12 0,5 1-19 15,-1-1-34-15,7 0-38 0,1-1-44 0,4 6-50 16,0-10-36-16,0 10-57 0,8-8-110 0,1 4-291 15,0 2 129-15</inkml:trace>
  <inkml:trace contextRef="#ctx0" brushRef="#br0" timeOffset="97337.4">3968 11953 33 0,'0'-10'176'15,"-2"0"-7"-15,1 0 2 0,1 2-8 0,0-2-5 16,0 10 1-16,1-13-8 0,1 7 0 0,-2 6-10 16,0-9-14-16,0 9-15 0,1-8-13 0,-1 8-14 15,0 0-8-15,0 0-11 0,0 0-10 0,0 0-6 16,5 29 0-16,-2-5 5 0,-2 7-4 0,-1 2-3 15,-1 3-4-15,2 10-1 0,-2 4-5 0,-1 4 3 16,-1-8-7-16,1 1-3 0,0-1-6 0,-1-10-2 16,2-2 0-16,-2-1 14 0,3 2-4 0,0-2 0 15,1 0-5-15,-1-2-6 0,3 1 0 0,-4-3 2 16,2-1-4-16,-1-1-7 0,0-1-23 0,-1-1-26 16,-2-6-25-16,2-1-26 0,-3-1-26 0,2-2-30 15,-1-1-20-15,2-3-26 0,0-3-158 0,-3-1-376 16,4-7 167-16</inkml:trace>
  <inkml:trace contextRef="#ctx0" brushRef="#br0" timeOffset="97615.07">3981 12181 1 0,'12'-16'158'0,"10"1"-19"0,4 4-4 15,3 1-14-15,2 0 0 0,1 5-6 0,-2 3-11 16,1 1-2-16,-3 8-8 0,-6-1-10 0,-4 0-8 16,1 4-9-16,-1-1-5 0,-4 4-3 0,-4 3 5 15,0 0-19-15,-3 1-2 0,-5-1-7 0,-2 2 3 16,-2 0-1-16,-4-1 4 0,-5 6 0 0,1-5 4 16,-2-2-1-16,-6 2-1 0,-2 0-4 0,-3-2-2 15,-1-2-6-15,-3-2-1 0,1-1-3 0,7-2-3 0,0-1-12 16,-1-2-35-16,0-1-35 0,6-3-39 15,1 2-59-15,-1-2-146 0,2-2-324 0,0 0 144 16</inkml:trace>
  <inkml:trace contextRef="#ctx0" brushRef="#br0" timeOffset="97787.59">4424 12395 1627 0,'17'-4'3'16,"-5"2"5"-16,1 2-9 0,-1 0 5 0,0-1-4 15,1 0 1-15,0 0-1 0,-2 0 19 0,2-1-2 16,1 1 2-16,3 1 2 0,2-4 1 0,1 4-3 16,0-1-6-16,-1 1-31 0,1 0-40 0,-2 0-48 15,3 2-51-15,-10-2-83 0,2 0-258 0,-3 0 115 16</inkml:trace>
  <inkml:trace contextRef="#ctx0" brushRef="#br0" timeOffset="98199.07">4870 12209 170 0,'0'0'196'0,"0"0"-22"0,0 0-6 16,5-4-15-16,-5 4-5 0,0 0-3 16,9 20 0-16,-7-9-3 0,4 6-13 0,-2-4-14 15,-2 4-9-15,2 0-10 0,-3-1-13 0,-1-2-6 16,2-3-7-16,-1 1-8 0,-1-3-6 0,1 2-5 0,-2-1-7 15,1-3-3-15,0-7 1 0,0 13-6 0,0-13 4 16,0 8 6-16,0-8 6 0,-3 7 9 16,3-7 10-16,0 0 13 0,-1 8 3 0,1-8 11 15,0 0 3-15,0 0 3 0,0 0 1 0,0 0-8 0,0 0 0 16,0 0-19-16,0 0-19 0,0 0-9 0,5-33-15 16,-1 16-7-16,0-2-6 0,5-5-4 15,0 8-5-15,3-7-2 0,1 9-2 0,-1-2-2 0,2 3-5 16,-1 2 0-16,2 1-3 0,-5 3 1 0,2 5-6 15,2 1-2-15,-2 2 4 0,5 4 1 0,-2 5-1 16,2 0-1-16,-3 5 0 0,-3 0-1 0,2 3 3 16,-4-1 2-16,1 7-1 0,1 0-2 0,-5 2 2 15,2-3 1-15,-5 4 2 0,-1-8-13 16,-4 2-30-16,4 2-15 0,-6-2-41 0,3-3-47 0,-3 2-50 16,1-2-44-16,2-3-57 0,-3-4-152 0,2-1-486 15,-1-5 215-15</inkml:trace>
  <inkml:trace contextRef="#ctx0" brushRef="#br0" timeOffset="98363.11">5305 12411 140 0,'0'0'203'0,"6"-4"-14"16,-6 4-21-16,10-2-6 0,-1 0-17 0,3-1-8 15,7 3-15-15,-1-2-16 0,1 2-9 0,8-2-32 16,-7 1-35-16,1 1-39 0,2 0-54 0,3 1-51 15,-5-1-116-15,-6-2-249 0,3-2 110 0</inkml:trace>
  <inkml:trace contextRef="#ctx0" brushRef="#br0" timeOffset="98617.06">5840 12069 195 0,'0'0'263'0,"1"-11"-24"0,-1 11-25 15,3-8-23-15,-3 8-21 0,0 0 8 16,0 0-5-16,0 0-6 0,6 29-10 0,-2-3-3 0,0 0-7 16,0 5 1-16,0 5-4 0,1 9-7 0,-5 2 1 15,1-13-12-15,-1 2 0 0,-4 11-13 0,0-13-10 16,3 2-11-16,-3 0-12 0,2-3 4 0,-2 1-17 16,-1 0-7-16,2-5-9 0,-1 1 1 0,2-2-15 15,-3 0-20-15,0-4-25 0,2-4-38 0,-1-2-34 16,0-1-41-16,-2-2-46 0,-3 1-48 0,4-5-32 15,-3-2-41-15,0 0-155 0,1-4-477 0,1-3 211 16</inkml:trace>
  <inkml:trace contextRef="#ctx0" brushRef="#br0" timeOffset="98842.36">5862 12371 130 0,'7'-16'207'16,"1"1"-7"-16,1-1-8 0,1 8-3 0,6 0-12 15,3-1 0-15,-3 4-13 0,6 0-13 0,0 3-11 16,5 4-14-16,-6 0-11 0,1 4-12 0,-4 2-11 16,1-2-7-16,-2 4-12 0,-4 1-6 0,-6 0-6 15,-2-1-2-15,-2 2-5 0,-3 4-5 0,-5-4-5 16,-3 3-4-16,-4 0-2 0,-3 1-4 0,1-2-4 16,-8 1-12-16,3-4-16 0,1 0-26 0,-10-1-34 15,4 1-40-15,-3-3-41 0,8-4-55 0,0 1-190 16,-3-3-416-16,4-4 184 0</inkml:trace>
  <inkml:trace contextRef="#ctx0" brushRef="#br0" timeOffset="99704.53">11187 12261 18 0,'5'-16'201'0,"-1"1"5"0,0 5 2 0,-3 1-14 16,-1 2-16-16,0 7-18 0,3-8-22 0,-3 8-17 15,5-5-9-15,-5 5-13 0,0 0-9 0,0 0-10 16,13 17-4-16,-6 0-16 0,-2 1 3 0,2 7-7 16,-2 1-2-16,-1-6-9 0,1 3-2 0,-1-3-6 15,-1 0-2-15,-1-2-1 0,3 2-5 0,-3-3-4 16,-2 0 1-16,2-1-4 0,-1-4-3 0,0-2-4 15,-1 1 2-15,2-5 2 0,-2-6-4 0,0 13 1 16,0-13 11-16,1 8 14 0,-1-8 8 0,0 0 7 16,0 0-4-16,0 0-4 0,0 0-6 0,0 0-3 15,0 0-5-15,0 0-2 0,-3-27-4 0,6 10-2 16,3-2-1-16,-1-6-3 0,4-1-2 0,3-2-5 16,3 0-3-16,-2 1 1 0,3-1-1 0,4 3 0 15,-2-1-3-15,1 3-3 0,3 4 1 0,1 3-1 16,-6 6-5-16,3 1-2 0,0 2 2 0,-1 4-3 15,3 3 1-15,-2 3 1 0,-2 1-3 0,1 5-1 16,3 5 4-16,-1 5-2 0,-2 0 3 0,-6 1-1 16,1 5-1-16,-3-2 0 0,3 1 1 0,-6 1 0 0,-3-1 1 15,-4 3-2-15,2-3 1 0,-2-3 0 16,0 1-1-16,-2 5-21 0,0-8-24 0,-2 0-34 16,2-2-23-16,-1 0-21 0,-1-1-44 0,2-4-42 15,-1-1-187-15,0-1-429 0,0-5 190 0</inkml:trace>
  <inkml:trace contextRef="#ctx0" brushRef="#br0" timeOffset="99866.86">11889 12401 41 0,'6'-3'144'0,"-6"3"3"0,13 0-10 15,-3-2-10-15,3 1-16 0,6 1-11 16,1 0-9-16,9 1-16 0,0 1-21 0,-3-2-28 0,4 3-38 15,-3-1-50-15,-5-1-102 0,-1-1-177 0,-1 0 79 16</inkml:trace>
  <inkml:trace contextRef="#ctx0" brushRef="#br0" timeOffset="100108.84">12437 12043 41 0,'0'-16'204'0,"-2"0"-6"0,2 3 3 0,-2 3 3 15,2 0-8-15,0 10-19 0,0-12-22 16,0 12-16-16,0 0-20 0,0 0-11 0,0 0-1 0,8 24 4 16,-7 0 1-16,3 9-3 0,0 3-8 0,0 12-4 15,-3 8-9-15,-1-2-1 0,-1-1-7 0,-1-4-9 16,-4-2-7-16,3-11-2 0,1 0-11 0,-4 0-2 16,2 9-1-16,2-13-8 0,1-3-5 0,-2 0-10 15,1 0-27-15,2-4-21 0,0-7-40 0,0-1-29 16,0-5-43-16,0 0-50 0,0 0-27 0,0-3-183 15,0-3-427-15,0-6 189 0</inkml:trace>
  <inkml:trace contextRef="#ctx0" brushRef="#br0" timeOffset="100352.2">12464 12266 43 0,'9'-7'163'0,"1"1"0"0,1 2 5 15,6 1-4-15,3 2-7 0,1 1-3 0,-4 2-12 16,4 5-4-16,-2-2-11 0,0 5-12 0,-1-1-10 16,-5 3-7-16,0-2-10 0,-5 1-4 0,1 1-6 15,-3-2-10-15,-2 3-5 0,-1-1-1 0,-3 3 0 16,-5 1-7-16,-6 0-1 0,-3-3-8 0,-1 0 2 16,-10 2-5-16,2 1-9 0,-1-3-4 0,6-3-8 15,-9 3-29-15,7-7-35 0,0 1-35 0,1 1-39 16,4-5-42-16,1 1-51 0,-1-3-119 0,6-2-355 15,9 1 157-15</inkml:trace>
  <inkml:trace contextRef="#ctx0" brushRef="#br0" timeOffset="100505.1">12864 12395 30 0,'6'-1'183'0,"-6"1"-8"0,13-1-9 16,-5-1-3-16,-8 2-20 0,17 0-15 0,-5 2-11 0,1-1-12 15,2-1-37-15,4 2-43 0,2-2-55 16,8 0-59-16,-8 2-109 0,-2-4-214 0,2-1 95 0</inkml:trace>
  <inkml:trace contextRef="#ctx0" brushRef="#br0" timeOffset="100909.18">13425 12181 253 0,'0'0'239'0,"0"0"-21"16,0 0-22-16,-2-8-24 0,2 8-12 0,0 0-10 0,0 0 4 16,0 0-5-16,7 30-7 0,-7-11-9 0,0 0-8 15,0 8-9-15,0-1-9 0,-3 2-4 16,3-3-9-16,0-6-7 0,0 1-6 0,-2-1-3 16,0 0-8-16,2 0-5 0,-2-3-7 0,2-4-2 0,0 1-2 15,-2-2-2-15,2-2-5 0,-2-2-3 0,2-7 4 16,0 12 12-16,0-12 7 0,0 10 21 0,0-10 4 15,0 0-9-15,0 0-9 0,0 0-5 16,0 0-6-16,0 0-10 0,0 0-4 0,4-35-9 0,2 16 1 16,5-9-8-16,5 1 0 0,2-2-8 0,5-1 4 15,8-14-9-15,-2 5-5 0,3 3 2 0,-5 10-8 16,-2 2 0-16,2 3 3 0,-2 1-1 0,1 5-9 16,-1 2 0-16,-9 7-3 0,1 2 1 0,2 2-7 15,-2 4 4-15,-1 4 3 0,1 4-8 0,-4 1 0 16,-3 5 0-16,4 6 16 0,-9 1-8 0,3 2-4 15,-5 3-4-15,-3-1 8 0,2-1 1 0,-4 0 0 16,1 1-4-16,-3-3-10 0,2-4-40 0,0-1-45 16,2 2-46-16,-2-4-51 0,0 2-67 0,2-3-64 15,-1-5-194-15,1 0-562 0,1-3 248 0</inkml:trace>
  <inkml:trace contextRef="#ctx0" brushRef="#br0" timeOffset="101038.36">13962 12505 123 0,'-9'-4'158'16,"9"4"-12"-16,0 0-23 0,-9-3-38 0,9 3-42 15,0 0-52-15,-6-3-103 0,6 3-121 0,-6-4 54 16</inkml:trace>
  <inkml:trace contextRef="#ctx0" brushRef="#br0" timeOffset="169384.78">21063 14896 10 0,'0'0'37'0,"0"0"0"0,0 0-8 0,0 0 2 16,0 0-8-16,0 0-1 0,0 0-4 16,0 0 1-16,0 0-4 0,0 0-3 0,0 0-1 15,0 0 4-15,0 0-5 0,0 0-1 0,0 0-1 16,0 0 0-16,0 0 0 0,0 0-1 0,0 0-1 15,0 0-2-15,0 0-1 0,-14 0 2 0,14 0-2 16,0 0 2-16,-11 2-3 0,11-2 0 0,-11 1-4 16,11-1 6-16,-10 0 1 0,10 0-8 0,-10-1 5 15,10 1 3-15,-10 0-9 0,10 0 6 0,-13 0-6 16,13 0-2-16,-11 0 4 0,11 0 2 0,-12 0-2 16,12 0 0-16,-11-2 2 0,11 2-1 0,-13 0 4 15,13 0-1-15,-12 0-1 0,12 0-1 0,-9-2-6 16,9 2 3-16,-9-1 3 0,9 1 1 0,-9-2 1 15,9 2 0-15,-8-1-2 0,8 1 6 0,-9-2-9 16,9 2 5-16,0 0 3 0,0 0 0 0,-12-2-5 16,12 2 0-16,0 0 7 0,0 0 9 0,-9 0-11 15,9 0-7-15,0 0 8 0,0 0-5 0,0 0 3 16,0 0-2-16,0 0-2 0,0 0 1 0,0 0-1 16,0 0-1-16,0 0-1 0,0 0 2 0,30 0 5 15,-18 0-1-15,-2 0-6 0,3 0 8 0,5-1 0 16,-5 1-5-16,5-2-3 0,0 1-3 0,-2-1-1 15,0 1 7-15,2 1 4 0,-1-2-4 0,1 1-1 16,3 1 6-16,-1-3-1 0,-2 2-5 0,3-1 5 16,-2 1 4-16,0 0 0 0,1 0-11 0,1 1 7 15,-1-1 5-15,8 1-11 0,-6 0 13 0,1 0-8 16,-2 0 7-16,7 0 0 0,0-2-1 0,-1 4-3 16,1-2 3-16,0 0-8 0,0 1 0 0,1-1 3 15,-3 0 4-15,5 1-6 0,-2-1-3 0,0 1 4 16,0 0-3-16,-1 1 3 0,1-2-2 0,0 0-3 15,2 1 3-15,-3-1 3 0,2 0 4 0,3 0 5 16,0 0-3-16,-2 0-5 0,5-1 5 0,-2-2-4 16,3 2 3-16,0-1 4 0,3 0 2 0,11 0-8 15,-13-1-7-15,2 1 2 0,12-4 3 0,-13 4-4 16,13-3 2-16,-15 2 0 0,17 1 3 0,-17-2-2 16,14 0-5-16,-13 0 2 0,2 3 5 0,12-1-4 15,-13 1-3-15,12-2 8 0,0 0 2 0,-14 0-6 16,13 1-4-16,-12 1 3 0,0 1 2 0,16-3 3 15,0 2-6-15,-3-1-1 0,2-1 0 0,0 2 6 0,-2-1 0 16,4-1-6-16,0 3 4 0,-6-3 0 16,9 3-4-16,-5-7 4 0,-1 4 2 0,1-1-4 15,0 0-1-15,1-1 2 0,-2-1-3 0,3 0 1 16,-1-2-3-16,1 3 2 0,-5 0 0 0,-9 2 7 16,10-4-11-16,0 3 4 0,-14-1 3 0,1 1 0 15,2-1 1-15,9 4-6 0,-11-2 5 0,-3-1-1 16,0 2 0-16,-2 0-7 0,1 1-6 0,-3-2 6 15,-4 3-6-15,-5 2-2 0,-4-4-9 0,-4 4-13 16,-3-2-12-16,0 0-12 0,-4 1-49 0,-7-1-116 16,9 1 52-16</inkml:trace>
  <inkml:trace contextRef="#ctx0" brushRef="#br0" timeOffset="170725.21">20858 14975 55 0,'0'0'57'15,"0"0"1"-15,0 0-12 0,0 0 3 0,0 0-5 16,-4-6-2-16,4 6-3 0,0 0 0 0,0 0-1 15,0 0-1-15,0 0-2 0,0 0-5 0,0 0 3 16,0 0-6-16,0 0 2 0,0 0-2 0,0 0-3 16,0 0 4-16,0 0-6 0,0 0 6 0,0 0-5 15,0 0-6-15,0 0 3 0,0 0-2 0,-3-7-3 16,3 7 11-16,0 0-7 0,0 0-21 16,0 0 9-16,0 0-8 0,0 0 5 0,0 0-1 0,8 22-3 15,-7-16-2-15,2 3 2 0,0 1 7 0,-1 3-3 16,1-1-4-16,0 1-1 0,1 3 0 0,-1 1 6 15,0-3-4-15,0 3 1 0,0 0-5 16,0 0 9-16,1-1-8 0,-3 0 0 0,2 1 2 0,-1-2 3 16,1 1 1-16,0 0 0 0,0 0-4 0,0 0 3 15,0-5-5-15,-1 3 0 0,0-3 9 0,0 1-5 16,2 0 6-16,-3 0-2 0,2-1-4 0,-1-1 0 16,-1 0-3-16,2-1 0 0,-2-2-7 0,1 3 9 15,0-1-5-15,-1-2 8 0,1 0-7 0,-1-1 9 16,-1-6 2-16,5 14-1 0,-4-6-12 0,1 1 7 15,-2-3 7-15,0-6-7 0,3 13-2 0,-1-6 8 16,-2-1 0-16,0-6-6 0,0 11-5 0,1-5 11 16,-1-6-2-16,0 9-1 0,0-9-7 0,1 10 1 15,-1-10-4-15,3 8 10 0,-3-8 0 0,2 7-4 16,-2-7 2-16,2 8-3 0,-2-8 5 16,2 5-4-16,-2-5-11 0,5 5 10 0,-5-5 10 15,7 4-10-15,-1-1-1 0,-6-3 10 0,8 2-1 0,-8-2-1 16,13 4-2-16,-6-3-4 0,3 1 4 0,2-2-7 15,6 0-5-15,-7 0 19 0,3 0-9 0,3-2-6 16,3 2 5-16,1-2-2 0,7-3 0 0,-1 4 4 16,4-1 6-16,-1 2-3 0,0-1-9 0,4-1 6 15,-1 0-10-15,1 1 9 0,3 1-3 0,1-1 8 16,2 2-16-16,-2-1 14 0,16-1-1 0,-16 2 1 16,3 1-2-16,10 2 4 0,-10-2-9 0,11-1 1 15,1-1 3-15,-1 0 0 0,-1 2 3 0,-11 1-6 16,11-1 5-16,0-2 0 0,1 0 1 15,3-2-7-15,-2 2 2 0,2 2 0 0,-2 0-2 0,4-2 4 16,-5 0 5-16,2 0-4 0,2-2 0 0,-2 1 5 16,1 0-5-16,-2-2 4 0,4 6 9 0,0-6-12 15,-3 1 3-15,1 1-9 0,2 1 5 0,1-3 1 16,0 3-1-16,1-2 0 0,-1 0 3 16,0 1 7-16,0-1-3 0,2-2 3 0,4 3-5 15,-8-4 4-15,2 3 0 0,-2 0-8 0,-2-2 10 16,-1 4 1-16,-13 0-5 0,15-1-9 0,-4-2 3 0,0 3 0 15,-12 0 3-15,0 0-1 0,-2 0 2 0,2 1 1 16,-3-1-3-16,0 2-3 0,3-2 1 0,-2 0-1 16,-3 1 1-16,2-2 0 0,-4 2-2 15,1 1 3-15,1-2-3 0,-2-2 2 0,-1 1-3 0,1-1 0 16,-1 0 3-16,2 1-9 0,-2-3-11 0,2 0-7 16,0 2-8-16,-1-3-14 0,0 1-12 0,1-1-5 15,-2-1-16-15,-2 3-3 0,0-1-7 0,-9-1-2 16,1 1-64-16,0 0-166 0,-4-1 74 15</inkml:trace>
  <inkml:trace contextRef="#ctx0" brushRef="#br0" timeOffset="171689.09">24491 14786 48 0,'27'-3'41'0,"3"-1"1"15,2 0 7-15,4 1-15 0,2 1-1 0,2-1-2 16,14-3 1-16,1 2-7 0,-3 0 0 0,0 0 3 16,-4 2-8-16,-10-1 2 0,-1 0-6 0,0 1 2 15,0 0-10-15,-5 2 5 0,-1-2 3 0,-2 1 1 16,-2 0-9-16,-8 1 1 0,1-2 2 0,-4 1 0 15,-3 1 0-15,0 0 3 0,-13 0-5 0,20 1 2 16,-10-1-2-16,-10 0 2 0,11 2-3 0,-11-2-5 16,0 0 3-16,11 1-6 0,-11-1 5 0,0 0 1 15,10 5-1-15,-10-5-2 0,8 5 6 0,-8-5 2 16,2 8 1-16,-2-8 4 0,4 10-9 0,-1 0 9 16,1-3 1-16,-2 5-3 0,0-2 0 0,4 0 4 15,-4-1-10-15,2 2 14 0,-1 2-15 0,5 1 0 16,-2 0 4-16,0-1 10 0,-1 0-4 0,-2 4 0 15,2-2 0-15,-3-4 1 0,3 5-7 0,1-1 11 16,-3-2-11-16,0-1-4 0,1 4 19 0,-2-3-12 16,2 4 1-16,-2-6-10 0,0 5 11 0,-2 0-2 15,3 1-6-15,-3-5 1 0,2 3-1 0,0-4 1 16,-1 6-2-16,-2-5-4 0,1 0 7 0,0 1-10 16,-2-1 8-16,2 2-8 0,-2-2 0 0,2-1 3 15,-3 2-3-15,1 2 1 0,0-3-1 0,-2 0 16 16,2-1-9-16,2 0-6 0,-5 1 19 0,3 5-12 15,-3-8-15-15,1-2-4 0,1 2 13 0,1 0-3 16,-4-1 3-16,2 1 2 0,-1-2-1 0,0 0 1 16,3-1-11-16,-1 0 5 0,-3 1 8 0,2-1-13 15,-1 0 4-15,1-1-3 0,4-5 2 0,-8 10 4 16,4-5 2-16,-2-1-3 0,6-4 3 0,-5 9 5 16,-3-5-1-16,5-1 0 0,3-3-5 0,-12 6 1 15,8-2 14-15,-7 1-17 0,1-1 1 0,-1-1 1 16,0 3-3-16,-2-2 4 0,-4 1 1 0,0-1 0 15,0 2-2-15,-1-1 1 0,-1 0 1 0,-1-4-6 16,-1 6 1-16,1-4-5 0,-1 1 9 0,0 1-4 16,-6-1 1-16,-3 1 5 0,-1-1-4 0,-3-1-1 15,-2 0-2-15,1 1 1 0,-6-2-11 0,-10-1-7 16,-1 3-14-16,2-3-13 0,-3 0-16 0,-1-1-24 16,4 0-71-16,-1 0-170 0,-3-3 76 0</inkml:trace>
  <inkml:trace contextRef="#ctx0" brushRef="#br0" timeOffset="172656.69">20846 14325 8 0,'-5'-10'55'0,"2"3"-6"0,3 7 0 16,-6-10 4-16,2 4-11 0,4 6-11 16,-5-8-13-16,1 3 4 0,4 5-6 0,-5-10 4 15,1 7-2-15,4 3 7 0,-5-7-1 0,5 7 4 0,-7-8-9 16,7 8 6-16,-4-4 5 0,4 4 1 0,0 0-6 15,-4-6-2-15,4 6-4 0,0 0 1 0,0 0-2 16,0 0-2-16,0 0 1 0,0 0-3 0,0 0-8 16,0 0-3-16,0 0 6 0,0 0-5 15,0 0 5-15,0 0-5 0,1 28-1 0,2-11 7 16,1-1-7-16,-2 3 7 0,3 5 5 0,-2 4-4 0,-2-1 0 16,0 1-8-16,2 3 10 0,-1 3-3 15,0-1-4-15,-1 0 4 0,0-1-1 0,2 2-1 0,-2-2-1 16,0 0 3-16,2-1-1 0,-2-2 2 0,2-2-9 15,3-1 2-15,-3-6-2 0,-1-1 1 16,2 1-7-16,-3-2-10 0,2-2 12 0,-2 1-24 0,2-2-11 16,-2-1-2-16,-1-1-19 0,0-4-7 0,1 1-48 15,-1-3-122-15,0-7 54 0</inkml:trace>
  <inkml:trace contextRef="#ctx0" brushRef="#br0" timeOffset="173625.07">21087 14325 21 0,'35'1'35'0,"1"-5"-3"0,0 5-5 0,1-3-1 16,2 2 1-16,1 1-1 0,11 2-4 0,-13-2-3 15,15 0 3-15,-15-1-4 0,13 1-2 0,-10 1-3 16,10-4 5-16,2 2 0 0,-2-2-3 0,4 1 6 16,1-3-8-16,2 1 6 0,5 2-5 0,1-7 6 15,28-2-4-15,-2 2-4 0,-29 3 2 0,32-4-6 16,-30 4 1-16,5-1-4 0,21-2 3 0,-24 3-4 16,2-1-3-16,-2 0 9 0,27-1-1 0,-31-2 1 15,3 5-4-15,0-2-4 0,1 0 3 0,-1 2-1 16,-1-3-1-16,0 3-1 0,-1-1 1 0,-4 1 5 15,3-2-6-15,-2-1 1 0,1 2-2 0,2 0 6 16,-1-3-3-16,1 4 6 0,-2-2-7 0,3-1 2 16,-3 1-2-16,-1 1-3 0,-2 0 9 0,-2 0-15 15,-1 1 0-15,-3 1 7 0,-13-1-3 0,1 0 0 16,-1 2-5-16,0-2 9 0,-1 1 1 0,3 1 3 16,0-1-7-16,-6 1 5 0,1 0-4 0,-3 0-2 15,0 0 3-15,-1 0 2 0,-4 2-1 0,0 0-5 16,-4 0 7-16,-4 0-2 0,2-1-2 0,-3 1-2 15,2-3 4-15,-3 2 4 0,-1 1-8 0,-2 0-1 16,-2 0 3-16,1-1 0 0,-1 1 5 0,-12 0-6 16,25 0 6-16,-14-2 8 0,-11 2-15 0,22 0 6 15,-16-1 2-15,-6 1-8 0,15-2 4 0,-15 2 1 16,13 0-3-16,-13 0 8 0,17 0-2 0,-17 0-1 16,17-2 2-16,-7 1-5 0,2 0-2 0,-1 0 3 15,1-1-3-15,-12 2 5 0,17-3-1 0,-6 3-10 16,-11 0 14-16,16-1-10 0,-16 1 2 0,13-4-3 15,-13 4 8-15,0 0-6 0,14-1 0 0,-14 1 3 16,0 0 1-16,0 0-6 0,13 0 6 16,-13 0-6-16,0 0 1 0,0 0-3 0,0 0 7 15,0 0-2-15,0 0 0 0,0 0 3 0,0 0 5 0,0 0-2 16,11 1-1-16,-11-1 2 0,0 0-2 0,5 10 6 16,-5-10-9-16,3 8 7 0,-3-8-3 0,4 12-3 15,0-4-4-15,-2 1 1 0,2 1 7 0,1-1-6 16,-1 2 0-16,2 0 5 0,-2 0-4 0,0 1-2 15,1 3 3-15,-1-3-5 0,0 3 2 16,-2-3 5-16,4-2-1 0,-2 7 1 0,-1-6-6 0,1 2 10 16,-4-1-6-16,2 0-6 0,0 2 2 0,-1-1 14 15,2 0-20-15,-3 3 8 0,1-4-4 0,-1 1 4 16,4 3 2-16,-4-1 4 0,0 1-12 16,0-1 6-16,0 1 0 0,2 0 2 0,-2-3-1 15,0-13 5-15,2 29-13 0,3-14 8 0,-2 2-1 16,3-1 4-16,-1 0-13 0,1 1-4 0,-1-2-4 0,4 2-10 15,-2-2-7-15,2-1-6 0,0 1-15 0,-2-3-53 16,0 1-115-16,-4-3 51 0</inkml:trace>
  <inkml:trace contextRef="#ctx0" brushRef="#br0" timeOffset="175640.2">20798 14361 59 0,'0'0'55'0,"0"-8"9"0,0 8 0 0,0 0-8 0,0-12-13 15,0 12 3-15,0 0-8 0,-2-11-7 0,2 11 3 16,-1-12-3-16,1 12-4 0,-1-9-3 0,1 9 4 15,-2-10-5-15,2 10-11 0,-1-10 0 16,1 10-1-16,-2-10 3 0,2 1-8 0,0 9 2 0,-4-13 4 16,2 5-4-16,1-1-2 0,0-1 0 0,-1-1 2 15,2 0-6-15,-1-1-2 0,1-1 1 0,0-3 4 16,-1 1-5-16,1-1 5 0,-1 1 0 0,1-1-1 16,-2 1 0-16,2 0-2 0,-2-2-2 15,2 2 2-15,2-3 2 0,-2 0 6 0,-2 1-9 16,2-1-4-16,0 0 3 0,-1-2 0 0,1 3 4 0,1-2 1 15,-1 0 5-15,0 2-8 0,2-1 11 0,-2 0-7 16,2 0-3-16,-2 3 0 0,0-2 5 0,-2 2-4 16,0 3-2-16,-1 0 6 0,2 1-5 0,-3-1 8 15,2-1 1-15,-2 4-5 0,1-3 1 16,-2 1 4-16,1 2-9 0,-1-1 0 0,1 0 8 16,-1 1-2-16,1 0-4 0,4 9-2 0,-7-14 4 0,3 8-3 15,4 6 5-15,-8-11-3 0,8 11-3 16,-5-10-1-16,5 10 6 0,-6-10 1 0,6 10-2 15,-7-9-3-15,7 9 2 0,-4-10-1 0,4 10 5 16,-5-8 9-16,5 8-3 0,0 0-4 0,-6-10 5 0,6 10-2 16,0 0-2-16,0 0-2 0,-5-10-4 0,5 10 0 15,0 0 8-15,0 0-15 0,0 0 5 0,-3-10-5 16,3 10 6-16,0 0-9 0,0 0-3 16,0 0-5-16,0 0 6 0,0 0-4 0,0 0 0 0,0 0-1 15,0 0 3-15,18-3 1 0,-18 3 1 0,14 3 5 16,-14-3-2-16,21 3 1 0,-8-1-5 0,4-2 7 15,0 3-6-15,4-2 1 0,-2 2-3 0,0-2 4 16,3 2-1-16,6 0 1 0,1-2-2 0,2 1 2 16,1-1 3-16,2 1-3 0,2-1 3 15,1 0-4-15,15-1 3 0,1 2-1 0,-15 0-5 0,16-2 0 16,-4 2-3-16,-11 0-1 0,13-1-3 0,-12-1-1 16,10 2-1-16,-13-1 4 0,4-2-2 0,-1 1 2 15,-1 0 3-15,1-2-4 0,-2 1 8 0,13-1-1 16,-12 2 6-16,-3-3-7 0,1 2 4 15,14-3-2-15,0 1 7 0,0 0-5 0,1 0-1 16,1-1-1-16,1 1-1 0,0-1 4 0,1 1-5 0,2-2 1 16,-2-1-1-16,1 0-1 0,0 2 1 0,0 0 2 15,3-1 0-15,2-1-1 0,-1 1-4 0,-1-2 1 16,0 1 3-16,0-1 0 0,-2-1 1 16,4 0-3-16,-1 3 1 0,-2 1 2 0,0-4 2 15,-1 3-1-15,-3-1 2 0,0 0-3 0,1 2 5 0,1 1-3 16,-5-4 0-16,1 3 5 0,1 1-5 0,-2 0 3 15,-1 1-2-15,-11-1-3 0,11 3 5 16,-9 0 0-16,9 0 3 0,-12 0-4 0,2 1 0 0,-1 1-6 16,0-2 4-16,-1 2-2 0,-3-2 3 0,0 1-8 15,-3 1-1-15,0 0 1 0,-1-2 3 16,-2 0-1-16,-1 1 3 0,-7-1 3 0,1 0-3 0,-2-2 5 16,1 1-5-16,3-1 5 0,-5 1-4 0,0-1-4 15,2 2 4-15,-1-4 6 0,-7 1-2 0,1 0 3 16,-3 2-1-16,2-1 3 0,-1 1-1 0,-2-1 6 15,1 1-13-15,-11 1 6 0,13-3 2 16,-13 3-6-16,12-2 1 0,-12 2 2 0,11-3 1 0,-11 3-1 16,10-3-1-16,-10 3 5 0,11-2-3 0,-11 2-7 15,14 0 0-15,-14 0 3 0,14-1 4 0,-14 1-3 16,18 0 4-16,-18 0-8 0,20-1 7 0,-10 0 0 16,1 2 2-16,-11-1-8 0,20 0 6 15,-8-1-4-15,0 2 2 0,-12-1-6 0,18-1 5 0,-18 1 4 16,17 0 0-16,-17 0-1 0,14-3 0 0,-14 3 2 15,13 0-1-15,-13 0-2 0,0 0 0 0,12 0-3 16,-12 0 5-16,0 0-1 0,11 1 2 0,-11-1-9 16,0 0 6-16,12 4 4 0,-12-4-3 0,8 2-1 15,-8-2-2-15,9 5-3 0,-9-5 4 0,9 5-2 16,-9-5-5-16,9 6 8 0,-9-6 1 0,9 7 0 16,-6-1 1-16,-3-6-3 0,11 10 4 0,-9-1-2 15,4-3 0-15,-3 3 0 0,3 0 0 0,-2-1-4 16,2 3 3-16,-2 1-3 0,-1-3 4 0,1 2-1 15,0-2-2-15,-1 3 1 0,-1 1 3 16,2-2-2-16,-2 1 0 0,0 1-2 0,4-3-2 0,-2 3 6 16,-4-2 10-16,5 5-12 0,-1-4-1 0,0-2-5 15,-1 2 3-15,0 1 3 0,5-2-1 0,-6 4-4 16,4 1 3-16,-3 1 0 0,3-1-1 16,-2 0 5-16,-1 0-1 0,0 3-4 0,-1-1 0 15,1 0 2-15,-1 7-2 0,-2 1 4 0,2 0 1 0,0-7-2 16,-2 6 5-16,0 0-3 0,0-6 5 0,0 1-12 15,0 4-1-15,3 2-6 0,-2-6-1 16,2 0-13-16,-1-3-8 0,0 3-12 0,0-1-16 0,2-2-40 16,-4 2-108-16,4-3 48 0</inkml:trace>
  <inkml:trace contextRef="#ctx0" brushRef="#br0" timeOffset="176585.91">22588 13759 103 0,'0'0'95'0,"1"-10"-12"0,-1 10 4 16,0 0-16-16,0-12-12 0,0 12-1 0,0 0-9 15,0 0-7-15,0 0-4 0,0 0-5 0,0 0-3 16,0 0-2-16,0 0-7 0,8 35 5 0,-8-20-3 16,1 2-7-16,2 1 7 0,-2-1-11 0,0 2 3 15,1 0-5-15,-1 0 5 0,1 0-8 16,2 0 3-16,-2 0 0 0,0 0-9 0,1-1-10 0,0 0-13 16,0 0 1-16,-1 0-14 0,1 0-17 0,0-3-8 15,-1 2-11-15,-1 0-46 0,1-5-125 0,-2-1 57 16</inkml:trace>
  <inkml:trace contextRef="#ctx0" brushRef="#br0" timeOffset="176817.97">22764 13817 49 0,'22'8'55'0,"-14"-2"-3"0,-1 4-6 0,-5 4-4 15,-6 3-5-15,-5 1-2 0,-10 6-11 0,-3 1-8 16,-5-1-9-16,-1 0-7 0,-12 7-9 16,11-10-9-16,-2-2-38 0,3 0-61 0,1-1 26 0</inkml:trace>
  <inkml:trace contextRef="#ctx0" brushRef="#br0" timeOffset="177199.46">22565 14531 89 0,'0'0'91'16,"0"0"-3"-16,0 0-10 0,0 0-11 0,17 6-5 16,-17-6-6-16,0 0-5 0,0 0-6 15,6 4-5-15,-6-4-6 0,0 0 7 0,0 0-4 0,0 0-4 16,0 0 4-16,0 0 4 0,0 0 4 0,0 0-6 15,0 0-6-15,0 0-7 0,18-10-9 0,-10 3 5 16,0-2-4-16,0 2 3 0,2-2-11 0,2 0 4 16,-2 3-3-16,-1-2-3 0,8-1-2 0,-7 7-3 15,0-4-2-15,3 5-6 0,-2 0-11 0,-11 1-9 16,25 3-2-16,-16 3-7 0,1 0-4 0,-3 1-13 16,0 3-10-16,-1 0-17 0,-2 6-61 0,-4 3-149 15,0-1 66-15</inkml:trace>
  <inkml:trace contextRef="#ctx0" brushRef="#br0" timeOffset="177551.07">22754 15088 10 0,'0'0'161'0,"0"-11"-11"15,0 11-39-15,1-5-22 0,-1 5-11 0,0 0-7 16,0 0-12-16,0 0 2 0,9 18-14 0,-7-5 4 15,3 3-7-15,-4 2 1 0,3 7-11 0,-3 1-3 16,2 1-8-16,-2-1 5 0,-1 3-7 0,0-3-19 16,1 0-8-16,0-7-15 0,2 1-12 0,-3-2 1 15,0-1-11-15,0 0-3 0,0-1-11 0,0-2-17 16,-3-3-60-16,1 1-146 0,2-3 65 0</inkml:trace>
  <inkml:trace contextRef="#ctx0" brushRef="#br0" timeOffset="177742.79">22925 15219 25 0,'8'3'79'0,"2"2"-10"0,-10-5-3 16,12 14 3-16,-10-3-8 0,-2 0-22 0,0 1-12 15,-6 4-21-15,-2 0-26 0,-5 5-51 0,-4 0-76 0,1-7 34 16</inkml:trace>
  <inkml:trace contextRef="#ctx0" brushRef="#br0" timeOffset="83322.89">15090 9614 26 0,'0'0'131'0,"1"-15"-4"15,-1 15 0-15,0-9-1 0,0 9-2 0,3-5-6 0,-3 5-10 16,0 0-10-16,0 0-9 0,0-10-4 16,0 10-7-16,0 0-3 0,0 0-6 0,0 0-7 15,0 0-4-15,0 0-5 0,0 0-1 0,2-7-4 16,-2 7-1-16,0 0 1 0,0 0 4 0,0 0-6 0,0 0 2 16,0 0-1-16,0 0-1 0,0 0 2 0,0 0-2 15,0 0-3-15,0 0-8 0,0 0 4 16,0 0-8-16,0 0-3 0,0 0-5 0,-9-7-3 0,9 7-4 15,-9-2 0-15,0 1 0 0,9 1-1 0,-16-3-3 16,8 3-1-16,-1-3 1 0,9 3-5 16,-13-2 3-16,6-1-2 0,7 3 2 0,-12-3-3 15,12 3-4-15,-11-3 2 0,11 3 3 0,-7-2 4 0,7 2 5 16,0 0-2-16,-10-3 4 0,10 3-8 0,0 0 0 16,0 0 1-16,0 0 0 0,0 0-7 0,-10 0 0 15,10 0 0-15,0 0 1 0,0 0-3 16,0 0 1-16,29-4 0 0,1 1-1 0,3 1 0 0,3-2 3 15,16-2-3-15,4-1 1 0,-3 1-5 0,0-2 6 16,2 2-4-16,-5 1 1 0,-12 2 0 0,-2-2-4 16,-4 1-2-16,-4 2-1 0,-6 0-9 0,-3 2-11 15,-1 0-7-15,-6 0-12 0,-1 0-16 0,0 2-18 16,-3-4-22-16,-8 2-25 0,17-1-13 0,-11 1-20 16,-6 0-21-16,12 0-98 0,-12 0-301 0,0 0 133 15</inkml:trace>
  <inkml:trace contextRef="#ctx0" brushRef="#br0" timeOffset="83666.82">15436 9461 152 0,'0'0'177'0,"-6"-3"-11"0,6 3 0 0,0 0-14 15,0 0-12-15,0 0-9 0,0 0-16 0,0 0-13 16,0 0-10-16,0 0-9 0,0 0-8 0,0 0-3 16,-1 17-6-16,1-7-7 0,-2 2 0 0,2 4 4 15,0 0-9-15,0 4-2 0,0-1 1 16,0 6-4-16,0-1-6 0,2 1-6 0,0 0-2 0,-2-5-1 16,4 5 2-16,0 2 1 0,-3-8-1 0,-1 1-4 15,1 5-5-15,1-9-1 0,-1 4-2 0,4-1-4 16,-3 0-1-16,0-2-3 0,-1 2 1 0,0 0-3 15,1-2 2-15,-1 2-4 0,-1-2-4 0,0-1-9 0,0 0-12 16,0-2-16-16,3 3-18 0,-3-3-16 16,0-2-20-16,0-1-28 0,1 0-13 0,0-3-19 15,-1 1-25-15,1 0-130 0,-1-9-323 0,3 10 144 16</inkml:trace>
  <inkml:trace contextRef="#ctx0" brushRef="#br0" timeOffset="84422.74">15751 9778 52 0,'12'-6'156'0,"0"-1"-6"0,6 2 1 15,-3 1-7-15,0 2-6 0,3 2-16 0,-4 4-6 16,3 0-2-16,0 3-11 0,-3 2-9 0,2 3-5 15,-3 1-2-15,1 2 1 0,-6-1-6 0,1 0-7 16,1 1-9-16,-2 1-5 0,-1-2-4 0,1-1-6 16,-2 2-3-16,-3 1-8 0,-1-5-1 0,-3 0-2 15,-1 0-3-15,-1-2-6 0,-3 1 1 0,-1-2 0 16,-2 0-3-16,0-2-4 0,-1-2 0 16,0-2-1-16,0 2-2 0,0-4-5 0,2 1 0 0,-2-1-2 15,0-5 2-15,3 3 0 0,-1-1-2 0,2 0-5 16,-2 0 4-16,3-2-10 0,0 0 7 0,5 5-2 15,-5-13-6-15,2 6 3 0,2 2-9 0,1 5-9 16,3-15-6-16,0 7 6 0,4-1-2 0,3 0 4 16,0 0-2-16,3-3 4 0,4 2 0 0,-2 0-4 15,2 0 4-15,-1 0-2 0,11 1 5 0,-4-5-2 16,-4 7 7-16,-1-1-2 0,1 1-2 0,-2 0-1 16,1 0 4-16,-3 2-2 0,1-4 4 0,-6 4-2 15,2 0 3-15,-2-1-1 0,-1 2-1 0,-1-2 3 16,-3 3-3-16,2-1 3 0,-7 4 6 0,9-6 0 15,-6 4 2-15,-3 2 3 0,6-7 4 0,-6 7 0 0,0 0 0 16,5-4-4-16,-5 4-1 0,0 0-1 16,0 0 0-16,0 0-5 0,0 0-1 0,0 0 5 15,0 0-3-15,0 0-2 0,0 0 0 0,-21 22-1 16,14-13 0-16,-1 1 0 0,-5 1 3 0,2 2 1 0,-1 0-3 16,3 0 5-16,3-2-2 0,-2-1-3 0,2 0 3 15,2 1-1-15,0-3-2 0,3 0-1 16,0 1 3-16,1-9-2 0,4 15 3 0,-1-12 0 15,4 3 0-15,-1-2-2 0,4-4 1 0,1 3-6 0,3-2-4 16,2-5 0-16,2 0-7 0,-5 2 1 0,1-2-2 16,-2 0-1-16,0-3-2 0,-3 0 8 0,0 1-2 15,0-5 1-15,-3 3-3 0,1-3 0 0,-5 1 6 16,1-2-3-16,-2 1-1 0,-1-1 7 0,0 1 1 16,-1-1 0-16,1 1 7 0,-1 4 6 0,1 7 7 15,-3-13 1-15,2 8-1 0,1 5-8 0,0 0 0 16,-1-10-7-16,1 10 0 0,0 0 1 0,0 0 4 15,0 0 0-15,-3 23-2 0,0-11 0 0,2 4 4 16,0-4 0-16,1 6-5 0,1 0 3 0,0-2 1 16,2 4-11-16,0-2-13 0,0 1-34 0,3-1-40 15,0 0-36-15,3-2-30 0,-1-2-40 0,-2 2-120 16,2-7-340-16,3-3 150 0</inkml:trace>
  <inkml:trace contextRef="#ctx0" brushRef="#br0" timeOffset="85589.9">16493 9823 97 0,'0'0'177'0,"0"0"-8"0,0 0-7 0,9 17-13 16,-8-8-14-16,1 0-12 0,-1 4-3 0,0-2-14 0,0 6 9 15,1 0-16-15,-1 0-8 0,0-1-7 16,1-5-7-16,-2 0-10 0,0 1-1 0,0-4-9 15,-2 2-4-15,2-10-1 0,2 9 2 0,-2-2 10 16,0-7 8-16,0 0 11 0,-3 9-2 0,3-9-10 0,0 0-6 16,0 0-6-16,0 0-3 0,0 0-8 0,-14-16-3 15,11 10-2-15,0-4-6 0,1-1-2 16,1-1-5-16,2-1 5 0,-1-3-9 0,2-2-7 16,1 1-3-16,4-2-6 0,0 2-6 0,4-7 3 0,0 9-7 15,-1-2 4-15,2 3-3 0,1 2 8 0,-2 0-12 16,-1 2 3-16,4 1-2 0,-3 4 1 0,0 1-4 15,-1 1-1-15,2 0 1 0,-3 3 4 16,-1 0-1-16,1 3-1 0,1 0-1 0,-3 3 2 0,1 1-2 16,0 0-1-16,-3 2 1 0,0-1 3 0,-1 3-3 15,-2 0 5-15,1 0-6 0,-1-2-1 16,2 2 9-16,-2-1-3 0,0-1-3 0,-1 2 4 16,3-2-4-16,-1 4 2 0,-1-7-2 0,1 4 4 0,1-4 0 15,0 0-3-15,-1-1 2 0,1 2 2 0,-1-3 0 16,4 0-3-16,-7-4 6 0,11 6-4 0,-6-2 2 15,1-3 2-15,3 0 0 0,-9-1 1 0,12-4-3 16,-5 3 3-16,-7 1-1 0,18-6 1 0,-9 1-3 16,1-4 0-16,0 1 0 0,2-3 1 0,-3-2-6 15,2 0 6-15,1-1-11 0,-2-1 3 0,-2-1-4 16,-2 0-2-16,2 0 0 0,-2 1 3 0,1 0 5 16,-3 3-3-16,-1 4 0 0,1-1 1 0,-1 1 1 15,-2 2-3-15,-1 6 0 0,4-11 2 0,-3 6 0 16,-1 5-2-16,0 0 0 0,0 0 4 0,2-8-7 15,-2 8 2-15,0 0-1 0,0 0 2 0,-11 24 1 16,7-9-2-16,2-3 1 0,-1 4 4 0,1 0-5 16,-1 0 5-16,2 0-1 0,2-3 2 0,3 2-2 15,-1 2-1-15,0-2 1 0,1 2 3 0,0-1-1 16,0 1 1-16,2-3 1 0,1 0 5 0,-4-3-7 0,3 0 0 16,-4 1-1-16,1 1 2 0,-1-2-2 15,0 0 4-15,-2-4-3 0,-2 3 1 0,0-3 1 16,-1 1 5-16,-1-2-3 0,-1 0-3 0,-2-2 3 15,-2 1-1-15,4-3-2 0,5-2 2 0,-9 3-1 0,9-3 0 16,0 0-5-16,0 0-4 0,0 0-2 16,-13-10-4-16,13 10-2 0,0-12 0 0,0 12-2 15,5-15-1-15,1 7-3 0,2-1 3 0,1-4 3 16,2 0 0-16,2-1 2 0,5-5 0 0,-4 6 0 0,4-1 3 16,1-2 2-16,-2 3-2 0,5-2 0 0,-6 6 4 15,-2-4-1-15,2 1 2 0,-2 1 0 0,-2 0 3 16,-4 3 3-16,-1 1-1 0,0-2 7 15,-2 3 7-15,-2-1 2 0,-3 7 9 0,2-9-4 0,-2 9-1 16,4-7-1-16,-4 7 2 0,0-8-8 0,0 8 5 16,0 0-7-16,0 0 2 0,0 0-6 15,0 0 2-15,-11-2-4 0,11 2 0 0,0 0-1 16,-14 16 0-16,7-8 2 0,3 2-5 0,0 1-1 0,1 0 2 16,-1 1 2-16,3-1-1 0,-1 0-1 0,2 1 4 15,2-1 4-15,1 1-6 0,0 0 3 0,2-2-1 16,2-4 3-16,0 2 1 0,2-2-2 0,0-2 2 15,1-1-1-15,4-2-1 0,-1 0 1 0,0-1-2 16,5-1 2-16,-4 0 0 0,4-7 1 0,-4 4-2 16,-1-1 3-16,2-3-6 0,0 1 0 0,-3-1 2 15,2-3-2-15,-5 1 2 0,-1 1-1 0,0-1 0 16,-1 0 0-16,-2-2-1 0,-1 1-2 0,1 1 0 16,-1-2-3-16,-2 3 5 0,1 3-2 0,-1-1 0 15,-2 7 0-15,4-10 2 0,-4 10-6 0,3-7-1 16,-3 7-3-16,0 0 3 0,0 0 0 0,0 0-1 15,0 0 1-15,0 0 0 0,0 0 0 0,-9 34-1 16,5-21 2-16,2-2 2 0,-2 6 0 0,0-5 0 16,0 5 1-16,0-1 11 0,0 2-2 0,-3 6-4 15,4-9 1-15,-1 2 4 0,2-5-9 0,-1 1 1 16,-1-2 2-16,0 1-2 0,-1-2-6 0,3 0-22 16,-3 2-25-16,1-5-32 0,0 3-18 0,-2-1-31 15,2-2-33-15,0-2-32 0,-4 2-174 0,2-4-399 16,-2 0 177-16</inkml:trace>
  <inkml:trace contextRef="#ctx0" brushRef="#br0" timeOffset="85758.24">17153 9643 4 0,'0'0'111'0,"0"0"-24"0,0 0-28 0,0 0-29 0,6-3-33 16,-6 3-45-16,0 0-52 0,0 0 23 0</inkml:trace>
  <inkml:trace contextRef="#ctx0" brushRef="#br0" timeOffset="86033.34">17674 9535 228 0,'3'-6'214'0,"-3"6"-2"0,6-7-9 0,-6 7-19 16,3-4-19-16,-3 4-20 0,0 0-15 0,0 0-9 15,0 0 6-15,8 17 7 0,-5-1-7 0,2 2-10 16,0 10-9-16,-1-1-8 0,-1 1-5 16,-2 2-10-16,0 0-5 0,1-3-13 0,-2-1-2 0,1-1-6 15,-2 2 6-15,-1-2-17 0,1-6-3 0,1 0-5 16,-1-2-3-16,-1 2-6 0,0-3 3 0,2-3-11 15,1 0-14-15,-3-2-16 0,0-2-15 0,1 1-22 16,1-2-22-16,-1 0-29 0,1-8-27 0,-2 10-5 16,2-10-18-16,-2 8-28 0,2-8-24 0,0 0-153 15,0 0-380-15,0 0 169 0</inkml:trace>
  <inkml:trace contextRef="#ctx0" brushRef="#br0" timeOffset="86459.61">17530 9754 1 0,'-3'-6'160'16,"3"6"-12"-16,0 0-19 0,0 0-16 0,15-2 3 16,-4 4-9-16,1-2-3 0,8 1-9 0,0 1-4 15,1 1 2-15,7-2-9 0,1 2-5 0,-1-3-6 16,-6 2-5-16,-4 0-5 0,2 0-3 16,-2-1-7-16,-5-1-1 0,-7 2-7 0,7 0-1 0,-7 0-6 15,-6-2 2-15,9 2-1 0,-3 2 9 0,-6-4 0 16,6 6 5-16,-6-6 7 0,0 13 0 0,-4-6-3 0,4-7 4 15,-6 19-4-15,3-9-2 0,-3 4-5 16,2-2-2-16,-1 1-5 0,0 2-6 0,1-4-2 16,1 1 9-16,1 0-13 0,0-1 0 0,2-2-2 0,2 2-3 15,2-2-2-15,-1 1-1 0,2-7 0 0,3 6-3 16,0-4 1-16,2 0-3 0,3-3 1 0,-2-1-4 16,7 0-4-16,-1-2 5 0,-2 0-3 15,1-4 1-15,1 0 1 0,0-2-3 0,-2 0 2 0,-6 0 3 16,5-5-3-16,-5 2 6 0,-2 0-4 0,-2-6-2 15,1-1-5-15,-2 3 0 0,-3-4-1 0,0 1 0 16,-2 0 0-16,-1 2-1 0,-3 0-6 16,0-1 10-16,-1 6-9 0,1-2-7 0,-1 2-8 0,-3 1-6 15,3 2-9-15,-3 3-10 0,-2 1-18 0,1 0-6 16,0 5-23-16,0 3-17 0,-3 0-21 0,3 2-15 16,-1 3-15-16,0 4-22 0,5 0-16 0,-2 3-140 15,0 2-358-15,7-2 159 0</inkml:trace>
  <inkml:trace contextRef="#ctx0" brushRef="#br0" timeOffset="86866.68">18011 10092 14 0,'18'-2'170'0,"-6"-3"0"16,1 2-7-16,-1-4 0 0,0 3-7 0,1-5-10 16,-1 2-11-16,3-2-5 0,1-2-14 0,-2-1-4 15,0-2-8-15,-2-1-8 0,2 0-11 0,1-5-5 16,-5 3-11-16,2-1-2 0,-1-7-8 0,-2 8-4 15,1-7-7-15,-4 6 1 0,-3 0 3 0,0 2 0 16,-3 4-6-16,-1-3-3 0,-1 4 4 0,0 1-2 16,-2 2-5-16,-2 0-1 0,-2 1-3 0,0 1 0 0,2 0-1 15,-3 2 1-15,-1 0-7 0,2 3-2 16,0 0-4-16,1-2 0 0,7 3-4 0,-12 0-5 16,12 0 1-16,0 0-2 0,-9 4-4 0,9-4 2 15,0 0 0-15,0 0 4 0,0 0-6 0,14 12 1 0,-2-10 1 16,1-2-2-16,2 1 5 0,2-2-6 0,2 1-2 15,-1 0 8-15,-6-2-8 0,1 2 2 16,0 0-5-16,0 0 6 0,-3 0-7 0,0 2 4 16,-3-1-6-16,0-1 3 0,1 3 2 0,0 0 3 0,-1 1-1 15,1 3 1-15,0 1 8 0,-3-1 4 0,-2 3 0 16,0 1 7-16,1-1-1 0,-1 2 3 16,-2 2 3-16,0-3-8 0,0 2-9 0,1 3 5 15,-4-3-3-15,4 4 2 0,-4-5-12 0,2-1-15 0,0 6-25 16,0-5-41-16,-1 0-52 0,1-2-62 0,1 0-41 15,-1 0-216-15,2-1-480 0,-2-9 213 0</inkml:trace>
  <inkml:trace contextRef="#ctx0" brushRef="#br0" timeOffset="87521">19084 9722 192 0,'-9'-8'219'0,"-3"3"-7"0,-1 1-13 0,-4-1-5 0,-3 1-17 15,4 2-5-15,-3 2-17 0,3 0-15 16,-2 5-18-16,4 0-10 0,-1 3-10 0,0 3-1 16,1 1-16-16,1 3-4 0,4 0-12 0,-1 3-3 15,2 0-9-15,3-1-1 0,1 1-10 0,3-2-2 0,2 0-6 16,3-1-1-16,1 1-2 0,1-6-3 0,1 2-5 16,3 0 0-16,0-4-4 0,-1 0 2 15,4-3-1-15,0-2-6 0,1 0 5 0,-1-2-7 16,4-3 0-16,-4 1-4 0,5-4 5 0,-3 2-6 0,2-6-2 15,-7 1 4-15,-1 1-4 0,1-2 2 0,-1-4-1 16,-4 3-2-16,2-6-1 0,-3 1 1 0,1-1-3 16,-3 4 3-16,1-1 1 0,-3 0-3 0,1 1-3 15,2 2 3-15,-3 4-2 0,0 6-2 0,0-13 0 16,0 13 2-16,1-8-2 0,-1 8-6 0,0 0 2 16,0 0-2-16,0 0 1 0,0 0 3 15,0 0-2-15,0 0 3 0,5 30-2 0,-5-17-1 16,3 4-1-16,-1 0 3 0,0 7-2 0,0-7 4 0,2-1-2 15,1 3-1-15,0-1-18 0,0-2-28 0,2-1-31 16,-2 0-29-16,0 1-32 0,1-5-43 0,1-1-25 16,-2 0-178-16,-1-1-417 0,1-3 185 0</inkml:trace>
  <inkml:trace contextRef="#ctx0" brushRef="#br0" timeOffset="87781.81">19516 9779 44 0,'-3'-7'215'0,"3"7"-7"16,-8-14-2-16,6 7-11 0,-3 2-4 0,0 2-12 15,5 3-13-15,-11-6-13 0,0 6-13 0,11 0-7 16,-21 6-12-16,10 2-3 0,-3 3-9 0,0 4-11 16,1 0 0-16,-5 6-17 0,8 1-8 0,0-6-7 15,3 4-4-15,1 3-6 0,1-6 6 16,4 1-15-16,1-2-5 0,2 0-4 0,3 1 0 0,2-2-7 0,3-1 2 15,0-1-21-15,-2-4-9 0,3 1-31 16,6-1-27-16,2-2-24 0,-4 0-23 0,3-2-33 16,3-4-26-16,-1 0-28 0,-1-2-23 0,-6-2-132 0,6 2-370 15,-1-5 163-15</inkml:trace>
  <inkml:trace contextRef="#ctx0" brushRef="#br0" timeOffset="88053.51">19834 9563 226 0,'1'-12'238'0,"0"3"-5"16,1-1-10-16,-2 4-9 0,0 6-17 0,1-12-15 15,-1 12-25-15,0 0-14 0,1-7-15 0,-1 7-2 16,0 0 3-16,4 21-1 0,-1-3 10 0,0 9-10 16,4 1-4-16,-5 3-13 0,1-1-2 0,0 1 5 15,-2 0-19-15,0-2-3 0,2 0-5 0,-2-2-11 16,3-1-5-16,-3 0-4 0,0-2-7 0,3 1-7 15,-1-7-9-15,-2-1 0 0,0 0-3 0,0 0 8 16,1-1-30-16,-2-2-22 0,0-5-13 0,0-3-24 16,0 3-25-16,0-9-16 0,-3 13-26 0,2-6-19 15,1-7-17-15,-3 8-26 0,3-8-39 0,0 0-46 16,0 0-185-16,0 0-477 0,0 0 211 0</inkml:trace>
  <inkml:trace contextRef="#ctx0" brushRef="#br0" timeOffset="88371.14">19721 9786 32 0,'0'0'156'0,"0"0"-12"15,0 0-6-15,0 0-16 0,0 0-2 0,22 8-22 16,-8-6 7-16,5 2-9 0,4-3-4 0,5 1-12 16,6-2-3-16,0 0-6 0,-1 0-3 0,-1 0-3 15,0-2-3-15,-2 1-1 0,-9-2-1 0,-1 0-1 0,-3 1 4 16,-1 0 3-16,-5 1-1 0,0 1-2 0,-5-2 1 15,-6 2-1-15,14-1-7 0,-14 1-7 16,10-1-1-16,-10 1-5 0,8 0-9 0,-8 0 0 16,0 0-1-16,10 2-4 0,-10-2 9 0,8 4 1 0,-8-4 1 15,5 8-2-15,-1-4 1 0,2 1-4 16,-5 2 2-16,3 3-4 0,0 1 1 0,-1 0-4 16,-2 0 3-16,0 2-1 0,0 3-7 0,-2-3 3 15,1 0-3-15,0 2-5 0,0-2 1 0,-1 1-7 0,0-4-18 16,-1 3-26-16,1-1-24 0,1-2-43 0,-1 0-53 15,-1-2-40-15,1 2-219 0,-1-5-443 0,-1 1 196 16</inkml:trace>
  <inkml:trace contextRef="#ctx0" brushRef="#br0" timeOffset="88550.28">20236 9603 152 0,'0'0'125'0,"0"0"-16"0,0 0-31 0,0 0-27 15,0 0-25-15,0 0-27 0,0 0-41 0,0 0-41 16,4 30-91-16,1-21 41 0</inkml:trace>
  <inkml:trace contextRef="#ctx0" brushRef="#br0" timeOffset="89206.85">20495 9768 106 0,'6'4'186'0,"-6"-4"-5"0,0 0-13 15,0 0 0-15,0 0-4 0,0 0 8 0,0 0-8 16,-11 18-12-16,4-9-9 0,2 0-16 0,-2 1-10 16,-1-1-12-16,0 6-6 0,2-1-12 0,0 1-9 15,0 0-1-15,0-1-12 0,3-1-6 0,2-3-5 16,0 0-5-16,1 4-1 0,0-4-9 0,2-2-2 0,1 1-2 15,2 0-3-15,0-1 2 0,1 0-8 0,2-2-2 16,0-1-2-16,2-2 3 0,0 2-8 16,0-3 0-16,2 0 1 0,-2-1-2 0,3-4-5 0,-3 1 1 15,2-1 0-15,-2 0-2 0,-3-2-5 0,2-3-5 16,-2-1-3-16,-3 4 2 0,2-6-2 16,-2 1-1-16,-2-3-7 0,2-2-3 0,-4 0-2 15,0-3 1-15,-1 6 1 0,1-1 3 0,-1-1-3 0,1 0-6 16,-2-1 6-16,2 3 2 0,-1 2 1 0,1 3-1 15,0 7 5-15,0-14 4 0,-1 8-1 0,1 6 1 16,2-8 3-16,-2 8-4 0,8-3 0 16,-8 3 0-16,0 0 3 0,23 10 6 0,-13-3-5 0,3 4 4 15,0 0 0-15,-2 1 0 0,1 1 0 0,-3 2 1 16,0-1 0-16,-2 1 4 0,1-1 2 0,-3 2 2 16,-1-7-3-16,-1 2 0 0,-1-1 3 0,1-1-1 15,-1 3-3-15,1-2 5 0,-3-5 2 0,0-5 8 16,0 12 1-16,0-12 9 0,-4 9-3 0,4-9 7 15,0 0 0-15,-3 9-2 0,3-9 12 16,0 0-12-16,0 0-3 0,0 0-2 0,0 0-7 0,0 0-4 16,-12-16 1-16,12 16 1 0,1-16-5 0,0 7 7 15,2-7-10-15,2 4 1 0,4-4-3 0,0-1 8 16,2 1-14-16,2 2 1 0,5-5-2 0,-3 5-2 16,1 2 7-16,-1 2-7 0,0-2 3 0,2 5-5 15,-2 1-1-15,-1 1 3 0,2 0 0 0,-2 3-8 16,-3 1 4-16,1 1-3 0,2 3 1 0,-5 2 1 15,3 2 0-15,-3 1 0 0,-2 0 6 0,-1 3 4 16,2 0-3-16,-2 1-1 0,-2 2 1 0,0 1-1 16,-4-1 3-16,1-2-1 0,0 0 1 0,-1 0 2 0,-1 1 0 15,0-1-1-15,-2 0 6 0,1 0-7 16,0 1-5-16,0-3-18 0,-2 0-25 0,0-3-31 16,3 0-42-16,-1 0-47 0,2-7-50 0,-3 10-59 0,2-5-182 15,1-5-489-15,0 0 217 0</inkml:trace>
  <inkml:trace contextRef="#ctx0" brushRef="#br0" timeOffset="89415.93">21309 9803 141 0,'0'0'258'0,"0"0"-4"0,2-12-12 0,-2 12 0 0,1-6-11 15,-1 6-17-15,0 0-10 0,0 0-28 0,0 0-16 16,0 0-19-16,3-7-18 0,-3 7-15 0,0 0-9 15,0 0-9-15,0 0-23 0,0 0-27 0,0 0-35 16,0 0-32-16,7 21-33 0,-6-14-36 0,0 0-24 16,0 0-30-16,2 1-13 0,-2 3-26 0,-1 0-143 15,-4-2-360-15,4 5 160 0</inkml:trace>
  <inkml:trace contextRef="#ctx0" brushRef="#br0" timeOffset="89558.87">21279 10069 139 0,'0'0'173'0,"-1"10"-6"0,1-10-3 0,-3 8-1 15,3-8-2-15,0 0-7 0,0 9-6 0,0-9-7 16,0 0-12-16,-1 8-12 0,1-8-6 0,0 0-14 0,3 6-8 16,-3-6-14-16,0 0-26 0,5 7-34 15,-5-7-34-15,0 0-39 0,9 0-50 0,-9 0-58 16,0 0-125-16,19-7-314 0,-10 4 140 0</inkml:trace>
  <inkml:trace contextRef="#ctx0" brushRef="#br0" timeOffset="89731.68">21551 9979 251 0,'8'-5'255'0,"-8"5"-2"16,0 0-2-16,7-2 3 0,-7 2-20 0,0 0 3 15,0 0-17-15,5-3-20 0,-5 3-18 16,0 0-17-16,0 0-20 0,7-4-14 0,-7 4-18 0,0 0-19 16,0 0-24-16,0 0-23 0,0 0-27 0,0 0-28 15,0 0-43-15,11 0-43 0,-11 0-43 0,0 0-35 16,9 3-44-16,-9-3-192 0,0 0-441 15,2 6 195-15</inkml:trace>
  <inkml:trace contextRef="#ctx0" brushRef="#br0" timeOffset="91394.17">15420 10526 84 0,'-9'0'99'16,"1"0"-5"-16,8 0-7 0,-15 0 7 0,5 2-3 16,10-2 1-16,-13 0-3 0,6 0-3 0,7 0 4 15,-14 0-8-15,14 0 14 0,-9 0 1 0,9 0 3 16,0 0-6-16,-10 0-2 0,10 0-11 0,0 0-2 16,0 0-1-16,0 0-10 0,-11-2-2 0,11 2-2 15,0 0-2-15,0 0 0 0,0 0-6 0,0 0-5 16,0 0 3-16,0 0-9 0,0 0 2 0,0 0 4 15,0 0 4-15,0 0 0 0,26 7 1 0,-8-8-3 16,3 2-2-16,8-4 0 0,3 2-4 0,8 0-1 16,11-1-1-16,1-1-5 0,4 1-3 0,-3-1-1 15,2 3-4-15,0-2-3 0,0 0 0 0,5 1-3 16,4-2-1-16,-4 2-1 0,5 2-1 0,1-6-2 16,0 3-5-16,0-1 0 0,-3 2 2 0,2-1-3 15,-4 2-5-15,-2-1-2 0,-1-1 6 0,-1 5-6 16,-1-3 1-16,-4 0 3 0,5 0-4 0,-3 3 2 15,-2-2-2-15,0-1-1 0,-1 3 1 0,-1-2-6 16,-10 1 5-16,14 0-3 0,-3 2 1 0,0-3-2 16,-12 2 1-16,13-3-1 0,-15 2 0 0,3 1 2 0,12-2 0 15,-14 0-2-15,13 3 0 0,0-3 0 16,1 0 1-16,-12 1 1 0,14-1-1 0,1-1 7 16,-7 2-5-16,6-1-4 0,-4-1-3 0,1 3 4 0,-11-5 1 15,11 4 0-15,1-2-3 0,-12 1 0 16,13 1 10-16,-3 1-12 0,3-5 4 0,-2 4-2 15,-1-2 3-15,-11 0 1 0,11-2-5 0,1 1 2 0,-11 2 2 16,1-1 1-16,-3 0 0 0,13-2-6 0,-10 2 5 16,-3 0-2-16,13-1-2 0,-12 0 1 0,-1 2 2 15,13-4-1-15,-15 3 3 0,3-2 0 0,0 0 2 16,-3 2-3-16,-2 0 0 0,3 0 0 0,-1-1 2 16,-1-2-1-16,4 2 0 0,-2-1 1 0,-2 2-1 15,-1 2 1-15,1-4 2 0,1 2 0 0,-2 0-6 16,2 0 4-16,-3 0 1 0,0 0 2 0,1 2-2 15,-1-4-3-15,0 2 4 0,-1 2 0 0,0-2-1 16,3-2 4-16,-3 2-5 0,1-2 2 0,0 1 0 16,0 1-2-16,4 1 5 0,-4-2-3 0,1 0 4 15,-1 0-4-15,1-1 1 0,0 2 0 0,2-1-1 16,-3-1 2-16,0 0 0 0,0 1 0 0,0 1-1 16,-2 0 4-16,0 0 0 0,-2 0 2 0,-1-2 0 15,0 1 14-15,-6-2-15 0,0 3-2 0,-2-3 2 16,2 3-1-16,0-1 5 0,-2-1 1 0,2 0-5 15,-2 0 15-15,3 1-8 0,-3-1-2 0,3-1 5 16,-1 2-9-16,7-3-2 0,-9 0 0 0,2 2-9 16,-2 0 7-16,1 1 0 0,-1-1-5 0,-1 0 3 15,-1 0-1-15,1-1-3 0,-2 0 3 0,-2 2-6 0,6-1 11 16,-5 1-4-16,5-2-5 0,-2 3 15 16,0-2-9-16,0 1-7 0,-6 1 4 0,5-1-3 15,-5 1 2-15,-2-2-9 0,7 2 12 0,-5-1-5 16,1 0 4-16,-4 0-3 0,3 1-5 0,-1 0 1 0,-2-2 5 15,1 2-12-15,-2 0 11 0,2-1-3 16,-11 1 1-16,20 0 0 0,-10-1 2 0,2 2 2 16,-3-1-6-16,-2 0-6 0,6 0 8 0,-4-1 17 0,1 2-17 15,-1-1 7-15,1 1 2 0,-1-1 2 0,-1 2-8 16,5-4 9-16,-3 4-11 0,1-4 8 0,2 2-2 16,-2 3 2-16,1-4-3 0,-2-1-4 0,1 2 5 15,0 2-8-15,-2-4 12 0,1 2-3 0,-10 0 21 16,17-1-20-16,-11 1 10 0,-6 0 1 0,13-1-3 15,-13 1-2-15,8 0-2 0,-8 0 7 0,0 0-3 16,7-1 1-16,-7 1 0 0,0 0 0 0,0 0-2 16,0 0 13-16,0 0-11 0,11 0 11 0,-11 0-11 15,0 0-9-15,0 0 11 0,0 0 4 0,0 0-2 16,0 0-5-16,0 0 3 0,0 0-2 0,0 0-2 16,0 0-8-16,0 0 5 0,0 0-4 0,0 0 0 15,0 0 1-15,0 0-1 0,7 2-5 0,-7-2 14 16,0 0-14-16,0 0-6 0,0 0-12 0,0 0-18 15,0 0-12-15,0 0-42 0,0 0-33 0,0 0-31 16,0 0-43-16,0 0-49 0,0 0-51 0,0 0-38 0,-33-7-267 16,18 5-642-16,2 0 284 0</inkml:trace>
  <inkml:trace contextRef="#ctx0" brushRef="#br0" timeOffset="99140.33">22440 9691 127 0,'0'0'143'0,"0"0"-8"0,0 0-3 15,-5-5-9-15,5 5-4 0,0 0 0 16,0 0-5-16,0 0 0 0,0 0-4 0,0 0-1 0,0 0-10 16,0 0-11-16,0 0-6 0,-5-5-7 15,5 5-13-15,0 0-4 0,0 0-6 0,0 0-2 16,0 0-7-16,0 0-5 0,0 0 3 0,0 0 1 0,0 0 0 15,0 0 4-15,0 0 5 0,0 0 2 0,0 0 0 16,0 0-4-16,0 0 1 0,0 0-4 0,0 0-3 16,0 0-4-16,0 0-7 0,0 0-1 0,12-7-5 15,-12 7-1-15,17-3-5 0,-7 3-3 0,2-2-2 16,0 2-2-16,2 2-2 0,-1-2-1 0,0 1 1 16,4 3-4-16,-5 2 1 0,0 0-4 0,-1 0 3 15,2 0-7-15,-4 3 4 0,0-3 1 0,-1 5-4 16,-2-1 1-16,-1 0 1 0,-1 2-1 0,-1-1 1 15,-2 1-2-15,-2-1 1 0,-2 0 5 0,-1 4-1 16,-1-5-3-16,-1 1 2 0,-3-4-2 0,1 3-2 16,-3-1 2-16,-1 0 0 0,1-3 2 0,2 1 0 0,-1-2-5 15,2 0 3-15,3-2-3 0,-1 0 4 16,6-3-4-16,-8 6 0 0,8-6-2 0,-7 4 1 16,7-4-5-16,0 0 2 0,-2 4-2 0,2-4-5 15,0 0 5-15,12 9 3 0,-4-4-3 0,4-1 4 0,4 4-3 16,1-1 3-16,-1 1 1 0,1 1 3 15,0 0-3-15,-3 0 1 0,-2-3 0 0,1 4-2 16,-1-1-2-16,-3-1-1 0,-2 0 4 0,-1-1 2 16,-3 1-3-16,2-1-2 0,-5 3 3 0,2-3 2 0,-2-7-1 15,-7 14 3-15,0-6-1 0,-2-1-2 16,-4 0 2-16,-2-1 1 0,-2 0-1 0,0-2-2 0,-2-1 2 16,0-1 7-16,-3-2-3 0,-1 0 3 0,4-2-2 15,-1 2 0-15,1-1 2 0,1-1-3 0,0-1 1 16,1 2-1-16,3-2-4 0,2 2-9 0,1 0-17 15,2 0-27-15,1-2-33 0,8 3-35 0,-15-1-26 16,15 1-24-16,-8-2-26 0,8 2-151 0,0 0-374 16,0 0 166-16</inkml:trace>
  <inkml:trace contextRef="#ctx0" brushRef="#br0" timeOffset="99420.68">22943 10013 124 0,'0'0'234'0,"4"-6"-9"16,-4 6 0-16,4-4-6 0,-4 4-8 0,0 0-10 15,0 0-6-15,0 0-18 0,0-9-17 0,0 9-9 16,0 0-21-16,0 0-17 0,0 0-8 0,6-4-13 16,-6 4-9-16,0 0-10 0,16 0 0 0,-6 1-10 15,1 1-8-15,2 0-6 0,6-1-3 0,-2-1-2 16,2 3-7-16,0-2-3 0,-1 0-3 0,-5-1-3 15,5 0-2-15,-3 0-2 0,-5 0-6 0,2 0-1 16,-1-2-3-16,-4 3-17 0,-7-1-15 0,11 1-23 16,-11-1-32-16,9 4-24 0,-9-4-31 0,9 2-27 15,-9-2-25-15,9 2-28 0,-9-2-188 0,4 5-429 16,-4-5 190-16</inkml:trace>
  <inkml:trace contextRef="#ctx0" brushRef="#br0" timeOffset="99709.13">23711 9767 117 0,'5'-9'236'0,"1"0"-4"0,-3 3-11 0,0-1-7 16,-3 7-8-16,4-10-8 0,-2 7-18 0,-2 3-16 15,4-8-19-15,-4 8-14 0,0 0-16 0,5-5-13 16,-5 5-6-16,0 0-13 0,0 0-10 0,5 16-2 15,-3-3-7-15,2 2 1 0,-1 2-9 0,-1-4-4 16,1 3-4-16,1 3-7 0,-1 1-1 0,-2-1-3 16,3 5 3-16,-2 1-14 0,1-4-1 0,1-3 1 15,-1-3-5-15,-1 2 1 0,-1-1-14 0,3-3-8 16,-1-2-24-16,-2 0-20 0,0-1-25 0,0 0-24 16,1 1-28-16,-1-3-25 0,0-1-28 0,-1-7-32 15,-2 12-174-15,0-5-412 0,2-7 183 0</inkml:trace>
  <inkml:trace contextRef="#ctx0" brushRef="#br0" timeOffset="99878.13">23568 9878 166 0,'8'-7'174'0,"-2"7"-11"0,6-2-21 16,2 1-22-16,6 2-3 0,12-2-14 0,1 2-19 15,1-1-24-15,0 4-34 0,1 0-29 0,-2 1-51 16,-3 3-129-16,-1-2-199 0,-10 2 88 0</inkml:trace>
  <inkml:trace contextRef="#ctx0" brushRef="#br0" timeOffset="100482.53">23955 10183 132 0,'6'7'177'0,"-6"-7"0"15,0 0 3-15,17-5-4 0,-8 1 1 16,4 1-9-16,4-4-12 0,-2 0-8 0,3 1-6 0,1-2-7 16,-2 0 0-16,2-3 4 0,-1 2-22 0,4-5-15 15,-3 3-3-15,-4-1-10 0,2-1-3 0,-1-1-8 16,-2 1-6-16,-2-3-9 0,-1 0-2 0,-1 2-7 16,-3-2-4-16,-1 1-8 0,-3-1-2 0,0 4-6 15,-5 1-2-15,2 0-5 0,-2 0 1 0,-1 1-6 16,-2 1 0-16,0-1-10 0,-2 3 3 0,-1 1-5 15,0 2 3-15,-1 1-7 0,-4 3 0 0,3-3 0 16,1 4-2-16,-2 1-1 0,-1 1 0 0,2 4-3 16,0 0 1-16,-2 5 0 0,2-2 2 0,-2 6 0 15,5-3 0-15,-2 2-6 0,0-1 3 0,5-2-2 16,1 4 3-16,2-3 1 0,2 3-1 0,3 0 0 16,0-5 2-16,4 0-2 0,1 3 3 0,0-5-2 15,5 2 3-15,-4-4-2 0,6 1-1 0,-2 0 3 16,-2-2 0-16,3-2 0 0,2 1-3 0,0-2 2 15,2-2 3-15,-3-1-6 0,5-1 1 0,-5-2 0 16,-2 1 2-16,-1-3 1 0,-1 0 1 0,-2 1-3 16,0-5 2-16,-1 2-3 0,-1 0-1 0,-2-4 0 15,-2 1 1-15,0-2-1 0,0-5-7 0,-4 2-1 0,-1 0 0 16,0 2 0-16,-1 1 4 0,2-1-5 0,-3 2 4 16,2 0-3-16,-2 1 7 0,2 3-4 15,0 0 2-15,1 7-1 0,-2-12-2 0,2 12 6 16,0-8-6-16,0 8-8 0,0 0 4 0,4-9-5 0,-4 9 4 15,12-3 2-15,-3 2-1 0,2 1 1 0,2 1-2 16,0 2 1-16,1-1 1 0,-1 2 0 0,2 1-1 16,-1-1 1-16,-4 4 2 0,6 2 1 0,-7-1 1 15,-3-1 5-15,3 1-6 0,-1 4 3 0,-2-3-4 16,-3 0 8-16,-1 1-2 0,-2 0-3 0,2-1 2 16,-2 2-1-16,0-3 5 0,0 2-4 0,-4 1-1 15,1-3-29-15,0 2-34 0,-2-3-37 16,2 3-45-16,0-4-42 0,1 0-44 0,-4 2-158 0,3-3-423 15,1 0 186-15</inkml:trace>
  <inkml:trace contextRef="#ctx0" brushRef="#br0" timeOffset="101275.98">24727 10020 167 0,'0'0'170'0,"5"-2"-7"0,-5 2 3 15,0 0-8-15,0 0-6 0,8 11-3 0,-8-11-13 16,3 12-10-16,-2-5-5 0,0 0-8 0,2 3-9 16,-1-2-6-16,0 0-11 0,-2-8-4 0,2 15-10 15,-2-8-4-15,0-7-2 0,0 10-5 0,0-10 2 16,0 9 4-16,0-9 10 0,1 5 4 0,-1-5 11 16,0 0 11-16,0 0-8 0,0 0-9 0,0 0-8 15,0 0-5-15,0 0-11 0,0 0-8 0,-19-16 0 16,15 8-5-16,2-1-5 0,-1-2-6 0,3 0-4 15,0-6-3-15,0 1-4 0,2-1-2 0,1 2 0 16,3-2-5-16,0 1-3 0,3 0 1 0,-3 4-7 16,3 2 1-16,3-2-3 0,0 2-4 0,-1 3-2 15,1 3-1-15,-1 0 1 0,5 2-1 0,-1 2 7 16,-2 0-10-16,3 7-6 0,0-1 6 0,-5 1-2 0,-1 2-3 16,1-2 10-16,-2 6-9 0,-1-4 4 15,-1 3-3-15,-1-1 1 0,-3 1 1 0,2-3-1 0,-2 2 5 16,0-4-3-16,-2 0-3 0,0-2 2 0,-1-5-2 15,3 12 6-15,-3-7 0 0,0-5-2 0,2 7 2 16,-2-7 1-16,0 0 3 0,0 0 2 0,0 0-7 16,0 0 4-16,0 0-1 0,0 0-1 0,0 0 3 15,0 0-1-15,0 0 1 0,0 0-6 0,-7-27-6 16,9 18 1-16,4-1-5 0,1-6-2 16,1 6-7-16,3-4 6 0,3 0-7 0,-3 2 5 15,3 2 0-15,1-2-1 0,-2 3 1 0,-1 3-1 0,-3 2 0 16,4 1 0-16,-3 0 1 0,-2 1 0 0,1-3 1 15,-1 6 3-15,-8-1-3 0,19 6-1 0,-14-3-4 16,4 4 8-16,-4-1 1 0,1 2-2 0,-3 5 5 16,2-2-1-16,-2 4-2 0,-1-3 4 0,0 0-1 15,1-2 1-15,-1 3 2 0,0-3 1 0,3 2-2 16,-2-3 3-16,2-1-4 0,0 2 6 0,0-2 0 16,0-4-1-16,2 3 0 0,-1-2 4 0,1-1-1 15,2-2 1-15,-9-2-1 0,17 0 0 0,-4-1 2 16,-3-2-2-16,-1-1 0 0,0 0 0 0,0-2 5 15,-2-1-2-15,0-1-1 0,1 0-2 0,1-2 0 16,-4 0 0-16,0-2-1 0,-1-1-1 0,2-2-1 0,2 4 3 16,-6-1-2-16,2 3 2 0,-1-2-3 0,-1 4-1 15,-2 1 2-15,0 6 6 0,4-11-4 16,-4 11-1-16,3-8-6 0,-3 8 0 0,0 0 0 16,0 0 2-16,0 0-5 0,0 0 3 0,0 0 3 15,-10 26 2-15,4-14 1 0,1 3-5 0,0-1 3 16,-2 2 3-16,1 1-1 0,0-1-1 0,2-6 3 15,2 3-12-15,2 2-18 0,-1-4-19 0,-2 0-34 16,3 0-33-16,0-2-36 0,0 2-35 0,3-2-22 0,-2-3-25 16,0 2-167-16,-1-8-431 0,2 8 191 15</inkml:trace>
  <inkml:trace contextRef="#ctx0" brushRef="#br0" timeOffset="101434.86">25275 9715 143 0,'-1'-5'161'0,"1"5"-37"15,-1-6-23-15,1 6-24 0,0 0-25 0,0 0-40 16,0 0-38-16,0 0-82 0,5 28-116 0,1-14 52 16</inkml:trace>
  <inkml:trace contextRef="#ctx0" brushRef="#br0" timeOffset="101710.86">25448 10154 32 0,'0'0'217'0,"0"0"-2"16,-5-25-5-16,5 25-3 0,-1-12-5 0,2 2-15 16,-1-1-11-16,3 0-14 0,1 0-15 0,3-3-13 0,4-3-7 15,0 3-8-15,1-3-9 0,1 2-13 16,8-4-9-16,-4 9-10 0,2 0-10 0,-1 1-4 15,-3 2-10-15,-4 4-8 0,-1 0-3 0,1 3-7 16,-1 0-3-16,0 3-4 0,-2 1-2 0,0 5-7 0,1 1-3 16,-5 2 1-16,3 4-3 0,-3-1 0 0,-2 2 2 15,-2 2 0-15,0-2-6 0,-2-4 4 16,0 3-1-16,0 1-11 0,2-2-24 0,-3 1-27 0,2-5-31 16,0 1-22-16,2-2-40 0,0-3-38 0,2 0-28 15,-1-1-176-15,2 0-414 0,3-3 183 0</inkml:trace>
  <inkml:trace contextRef="#ctx0" brushRef="#br0" timeOffset="102096.16">25975 9971 165 0,'0'-16'212'0,"0"4"-3"0,-2 2-15 0,0 1-6 0,-5 2-9 16,1 0-14-16,-8 4-1 0,1 1-10 0,-8 4-9 15,2 1-3-15,-11 6-11 0,2-2-13 0,1 8-10 16,1 1-9-16,1 1-11 0,6 0-9 0,1 2-9 15,6-3-1-15,3-3-10 0,2 2-6 0,3-4-4 16,4 1-5-16,2-2-3 0,1 2-4 0,3-3-1 16,6 1-2-16,3-2 0 0,2-2-9 0,2-2-2 15,1-3 1-15,1-1-8 0,-2 0 0 0,0-2-5 16,-6-1 1-16,1-1 0 0,-1-2-4 0,-3-1 3 16,0 0 0-16,-1-1-4 0,1-7 1 0,-6 3-3 15,1 3 0-15,-1-5 0 0,-4 5 1 0,0-3 3 16,0 3 2-16,0-1 5 0,2 5 5 0,-2 5-1 15,0-12 1-15,0 12-9 0,0 0-4 0,0 0 1 16,0 0 1-16,0 0-2 0,0 0 3 0,-20 19 1 16,15-8-3-16,-1 5-1 0,-1 0-1 0,1 0-2 15,3-1 4-15,1 2-4 0,2-1 10 0,2-3-9 0,1 1-4 16,1-2-8-16,0 1-11 0,3-2-13 16,0-2-26-16,2 0-20 0,0-2-21 0,0 2-32 15,-1-4-27-15,2-2-29 0,-3-1-12 0,3-2-28 16,0 0-164-16,-10 0-421 0,13-4 187 0</inkml:trace>
  <inkml:trace contextRef="#ctx0" brushRef="#br0" timeOffset="102344.39">26107 9785 144 0,'2'-11'252'0,"-2"2"-6"0,2 2-7 15,-2 7-22-15,-2-12-17 0,2 12-17 0,2-10-20 16,-2 10-18-16,0 0 2 0,0 0-4 0,0 0 1 15,0 0 3-15,0 0 11 0,0 41-3 0,0-24-2 16,0 3-7-16,-4 6-16 0,3 1-12 0,1-3-6 16,-1-5-16-16,0 4-4 0,-1-3-13 0,-3 4-5 15,5-5-11-15,0-1 0 0,0-1 2 0,0 0-19 16,0-1 0-16,2-3-18 0,-2-3-16 0,-2 2-30 16,2-2-26-16,0 3-25 0,0-4-31 0,0 2-32 15,-2-2-48-15,2-2-57 0,0 0-58 0,-5 3-194 16,3-4-529-16,-4-1 234 0</inkml:trace>
  <inkml:trace contextRef="#ctx0" brushRef="#br0" timeOffset="103166.48">26873 9907 230 0,'-6'-10'232'0,"2"4"-6"0,-3 1-15 0,-1 1-15 16,-4 2-18-16,3 0-17 0,-4 2-16 0,-1 2-13 15,-3 3-11-15,-2 1-12 0,1 3-2 0,-6 5-11 16,1 4-8-16,7-5-8 0,-1 7-3 0,5-3-12 0,1-2-14 16,4 2-3-16,1-2-6 0,2 2-5 15,4 1 0-15,0-3-3 0,4-3-3 0,0 0-5 0,1-2-1 16,3-1-3-16,2-2-1 0,-1 3 0 15,4-7-1-15,-1 2 2 0,1-3-2 0,-2-1-4 16,2 0 1-16,-2-2 1 0,1-4-7 0,-1-1 4 0,0-1-4 16,1-7-6-16,-3 4 5 0,1-6-1 0,0-1-3 15,3-8 3-15,-9 7-1 0,1-1-1 0,4-7-1 16,-4-1-2-16,-1 0 2 0,-2-1-1 0,3 1 1 16,-3-1-2-16,2 3-1 0,-4-1 1 0,2-1 0 15,-2 3 0-15,0 5 5 0,0 2-4 0,-2 4 9 16,2 1 6-16,-2 2 8 0,0 4-4 0,2 6 0 15,0-14-2-15,0 14-3 0,0-7-8 0,0 7 1 16,0 0-2-16,0 0-3 0,0 0 1 0,-9 33 2 16,5-15-2-16,-1 10-1 0,-4-1 9 0,4 4-7 15,1 0-4-15,0-3 1 0,-1 0 2 0,5 1-1 16,0-3 0-16,0 0 2 0,3-2-2 0,1-3 2 16,2-3-1-16,-1 0-1 0,5-3-2 0,-2-1 7 15,5-1-4-15,-1-1 0 0,3-2 1 0,2-1-2 16,-4-4-4-16,5-1 7 0,-3-2-4 0,-1-2 0 15,6-1 0-15,-4-1-2 0,4-2 2 0,0-5 8 16,-4 2-7-16,0-4-3 0,0-2 1 0,-3-2-5 16,5-8-2-16,-9 7-3 0,0 0 1 0,0-1-1 15,-2 0 2-15,-1 0 3 0,-3 2-4 0,-1 2 2 16,-2 3 0-16,0-1-3 0,-3 4 2 0,-1-3 2 0,2 4-5 16,-2 0 2-16,4 6-5 0,-12-5 6 0,1 5-3 15,-2 4-1-15,-3 3 6 0,0 4-2 16,-2 2 0-16,-1 5 3 0,4-5-5 0,4 2 5 15,-1 2-1-15,2-1-5 0,3 1 4 0,5 1 2 0,4-1-7 16,1 1-1-16,1-2-30 0,4-1-25 0,3 0-38 16,3-4-28-16,1 2-31 0,4-3-25 15,6-1-28-15,-10-1-39 0,3 0-133 0,-2-5-417 16,-2 0 186-16</inkml:trace>
  <inkml:trace contextRef="#ctx0" brushRef="#br0" timeOffset="103825.02">27301 9907 169 0,'3'-6'205'0,"-3"6"-9"0,4-11-18 0,-4 6-9 15,0 5-12-15,0 0-10 0,0 0-8 0,0 0-5 16,0 0-6-16,17 16-10 0,-12-6 0 0,3 5 0 16,0-1-8-16,-3 1-7 0,-1 2-3 0,2 1-2 15,2-1-8-15,-1-2-7 0,-3 2-8 0,0-2-9 16,3-4 4-16,-2 1-14 0,-3-2 0 0,4-1-8 15,-1-1-3-15,-1 1-6 0,-1-4-1 0,-1 2-3 16,0-3-5-16,-2-4 0 0,4 10 2 0,-4-10-4 16,6 5 3-16,-6-5 2 0,4 5 1 0,-4-5-1 15,0 0-4-15,0 0-4 0,17-9-1 0,-11 6-2 16,2-5-3-16,1 1-2 0,2-5-1 0,3 1-2 16,-3-5-5-16,1 1 8 0,5-7-18 0,-1-1 1 15,1 1 0-15,-4 7-4 0,1-7 2 0,-5 5-3 16,1 2 7-16,-4-2-10 0,1 1 3 0,-1 2 1 0,-3 3 1 15,2-2-4-15,-5 4-1 0,2-1 1 16,-1 1 0-16,-1 1 0 0,0 8 2 0,-3-14-1 16,1 10-1-16,2 4 1 0,-8-7-1 0,8 7-2 15,-12-3 2-15,5 3 1 0,7 0-2 0,-19 6-2 16,8 0 5-16,0 2 0 0,0-2 2 0,0 4-4 16,1-1 0-16,2 1 4 0,4-1 9 0,-1 1-9 15,5 2-4-15,0-3-1 0,0 0 1 0,5-1-7 16,3 0-3-16,6 1-12 0,1-2-17 0,3 1 2 0,-2-2-17 15,4-1-18-15,-2-2-9 0,2 0-9 0,-3-2-8 16,-2 0-2-16,3-2 1 0,0 0 0 0,-4-2-6 16,-1 0 13-16,-1 0 2 0,0-4 6 0,-3 1 9 15,1-2 14-15,-2 2 8 0,-3-2 10 0,1-1 21 16,-3 0 9-16,4-1 16 0,-2 2 21 0,-3 1 17 16,2 1 12-16,1-1 9 0,-3 1 9 15,0 0 4-15,-2 6 0 0,4-7 1 0,-4 7-6 0,3-6-4 16,-3 6-8-16,0 0-6 0,5-5-4 0,-5 5-4 15,0 0 0-15,0 0 11 0,0 0-1 0,-1 21-1 16,-3-11 3-16,4 2-2 0,-3 3 1 0,1-4-8 16,0-1-4-16,0 2 0 0,-1 5-3 0,-1 0-3 15,4-1 0-15,-2 0-4 0,0-5-3 0,2 2-7 16,0-2-21-16,2 0-30 0,0 1-39 0,-2-1-45 16,2-3-61-16,0-1-47 0,-2-7-174 0,1 13-434 15,-1-13 192-15</inkml:trace>
  <inkml:trace contextRef="#ctx0" brushRef="#br0" timeOffset="103997.26">27802 9729 135 0,'0'0'118'0,"0"0"-20"0,0 0-35 0,0 0-45 15,0 0-48-15,20 7-37 0,-8-4-74 16,5 1 33-16</inkml:trace>
  <inkml:trace contextRef="#ctx0" brushRef="#br0" timeOffset="104410.49">28242 9799 202 0,'0'0'214'0,"-7"-12"-3"0,7 12-8 15,0 0-11-15,-6-4-15 0,6 4-14 0,0 0-14 16,0 0-4-16,-19 11-4 0,11-5-13 0,-1 2-6 16,-1 4-2-16,0 3-15 0,0 0-7 0,3-2-10 15,-1 4-6-15,2 0-4 0,-1 0-3 0,4 0-11 16,0-1-3-16,2 1-8 0,1-2-1 16,2 1-4-16,0-4-4 0,3 3-4 0,1-4-5 0,1-1 3 15,2-3-9-15,2 1 1 0,0-2-2 0,8-2-3 16,0 2-2-16,0-2-5 0,2-3 4 0,0-1-3 15,1-1 0-15,4-5-4 0,-6 1 1 0,-2 0 0 16,0-2-5-16,-1-2 1 0,1-2-3 0,-2-2 1 16,3-6-5-16,-3-2 6 0,-4 4 0 0,-3 1 0 15,1-7-4-15,-2 4-1 0,-5 3 0 0,1-1-6 16,-2 4 1-16,-2 1 0 0,0 0 4 0,-2 3 1 0,2 9-6 16,0-13 1-16,0 13 0 0,-2-6-5 15,2 6 4-15,0 0 4 0,-19 8 10 0,8-2-2 16,-3 7 2-16,2 0-6 0,1-1 5 0,-1 5-3 15,4 1 3-15,1-1-1 0,5 1-2 0,-1 1 0 0,3-2-22 16,4-2-20-16,4 2-21 0,0-2-34 0,7 0-35 16,0-3-28-16,2 0-37 0,1-1-33 0,2-4-240 15,-3 1-497-15,-4-3 220 0</inkml:trace>
  <inkml:trace contextRef="#ctx0" brushRef="#br0" timeOffset="113528.56">17579 6255 87 0,'0'0'85'0,"3"-5"3"16,-3 5-8-16,0 0-7 0,0 0 3 0,3-5-14 15,-3 5-2-15,0 0-5 0,0 0 8 0,0 0 0 16,0 0-8-16,0 0 12 0,-7-11-7 0,7 11-8 16,0 0 3-16,-6-5-1 0,6 5 4 0,0 0-2 15,-8-6-2-15,8 6-6 0,-4-4-4 0,4 4-9 16,-5-7-3-16,5 7-8 0,-8-7 5 0,8 7-4 15,-7-8-3-15,2 4-4 0,0 2 4 0,5 2-4 16,-9-6-4-16,9 6 2 0,-8-7-3 0,2 3-8 16,1 0-4-16,5 4 14 0,-8-6 1 0,8 6 3 15,-5-3-2-15,5 3-2 0,0 0 3 0,-7-4-2 16,7 4 7-16,0 0-6 0,0 0 7 0,-7-3-8 16,7 3-2-16,0 0-6 0,0 0 2 0,0 0-3 15,0 0-2-15,0 0 0 0,-5-5-2 0,5 5-14 16,0 0 18-16,0 0-3 0,0 0-1 0,0 0-3 15,0 0-1-15,0 0-1 0,0 0-1 0,0 0 0 16,0 0 4-16,0 0-2 0,0 0-1 0,0 0 2 16,0 0-2-16,0 0-2 0,17 14 6 0,-11-9-1 15,-1-1 2-15,1 0-1 0,3 1-2 0,0 0 2 16,1 1 1-16,0-3-3 0,1-1 2 0,-2 5-6 16,2-2 8-16,1-1 1 0,-1 2-3 0,0-1 5 0,1-1-5 15,-2-1 1-15,3 0 3 0,-3 3 5 16,2-3-8-16,-2 0-1 0,-1 1-1 0,-1-3 3 0,2 3 1 15,-5-2-7-15,-5-2 2 0,8 3 0 0,-3 0 6 16,-5-3-3-16,7 2 2 0,-7-2-4 0,7 2 2 16,-7-2-5-16,0 0 4 0,0 0-2 0,6 3-4 15,-6-3 2-15,0 0 3 0,0 0-6 0,5 6 6 16,-5-6-4-16,0 0 3 0,-1 8 2 0,1-8-2 16,-4 12 3-16,4-12 1 0,-8 15-1 0,2-5 8 15,-1 0-6-15,0 0-3 0,-1 0 2 0,1 5-4 16,-5-3 4-16,2 2-1 0,1 2 6 0,-4-3-2 15,3 4-2-15,-6 2 1 0,-1 2 0 0,-2-2-1 16,2 1-9-16,-2 1-23 0,1-4-27 16,1 4-27-16,2-6-36 0,-2 5-52 0,-3 1-98 0,7-7-289 15,-3-1 128-15</inkml:trace>
  <inkml:trace contextRef="#ctx0" brushRef="#br0" timeOffset="114042.89">17226 6663 27 0,'-12'-3'156'0,"12"3"-8"0,-7-1-4 16,7 1-10-16,0 0-11 0,-11-3-16 0,11 3-3 15,0 0-11-15,0 0-14 0,-5-2-8 0,5 2-5 0,0 0-3 16,0 0-12-16,0 0 2 0,0 0-5 0,36 0-5 15,-16 0-7-15,1-2-6 0,-1 2 4 16,11 0-4-16,-10 0-6 0,1 0-15 0,-3 0-20 16,2 2-13-16,-3-2-27 0,-6 0-15 0,1 0-16 0,-1 1-14 15,-1 0-18-15,-3 0-92 0,1 1-221 0,-9-2 99 16</inkml:trace>
  <inkml:trace contextRef="#ctx0" brushRef="#br0" timeOffset="114512.23">17429 6663 115 0,'0'0'115'0,"-9"-2"-6"0,9 2-12 0,0 0-10 16,0 0-11-16,0 0 2 0,-5 9 2 0,5-9-5 16,-3 15 5-16,1-4 4 0,-2 1 1 0,1 3-6 15,-1 3-5-15,2-3-8 0,-2 3-8 0,1 0-3 16,-1-3-10-16,2 3-3 0,1 1-1 0,-2-3-8 15,4 0 3-15,-2-4-5 0,1 3 0 0,0-2 0 16,0-4-10-16,0 4-3 0,1-4 2 16,-1 3-3-16,0-6 1 0,0-6-3 0,0 14-1 15,0-7-2-15,0-7 5 0,2 11-3 0,-2-11-5 0,-2 9-1 16,2-9 4-16,2 7-1 0,-2-7-2 0,0 0 4 16,1 6-4-16,-1-6-1 0,0 0 3 0,0 0 0 15,0 0-11-15,-8 5 1 0,8-5 4 0,0 0-8 16,-16-5-5-16,16 5-2 0,-21-3-8 0,11 3-2 15,-3-2 6-15,2 2-5 0,0-1 6 0,0 0 4 16,1 1 0-16,-2-1 2 0,12 1-1 0,-14-1 3 16,14 1-5-16,-14-1 3 0,14 1 3 0,-11 0-4 15,11 0 5-15,-8 0-5 0,8 0 4 16,0 0 0-16,-9-3 1 0,9 3 4 0,0 0-4 0,0 0-1 16,0 0 2-16,0 0 0 0,0 0 3 0,0 0 5 15,0 0-1-15,0 0 2 0,0 0-2 0,33 7 1 16,-23-6-4-16,3 1 2 0,6 0 1 0,-1-2-5 15,-1 1-16-15,1 1-20 0,-4 1-28 0,4-2-18 16,-2-1-20-16,2 3-26 0,-5 0-104 0,0-6-249 16,0 2 111-16</inkml:trace>
  <inkml:trace contextRef="#ctx0" brushRef="#br0" timeOffset="115217.14">17726 6905 117 0,'0'-9'181'0,"0"9"-9"15,-3-10-6-15,3 10-10 0,-4-9-7 16,-1 5-9-16,1-2-16 0,-1 2-12 0,-4-2-8 16,1 2-13-16,2-1-6 0,-2 3-2 0,8 2-6 15,-14-4-11-15,8 2-9 0,-1 0-4 0,7 2-7 16,-13 0-5-16,13 0-3 0,-16 5-4 0,7-1-6 0,-1 2 0 16,2 2-3-16,-1-1-2 0,3 3-4 15,-1 0-2-15,1 2-4 0,1-2 0 0,2 2-1 16,1-2-2-16,-1 1 2 0,3 1-2 0,0-3-2 0,3 2-1 15,-1 0 1-15,3-2-1 0,-2-2 0 0,2 0 0 16,3-1 0-16,-1-2-2 0,1 2 0 0,1 0 2 16,-2-3-3-16,4 0 6 0,-5-2-7 15,2 1 0-15,-1-1 0 0,1 0-1 0,-8-1 2 16,12 0-4-16,-12 0 1 0,12 2 1 0,-12-2-2 0,9-2-1 16,-9 2 7-16,8-1-5 0,-8 1 3 0,0 0-1 15,0 0 5-15,11 0-2 0,-11 0 2 16,0 0 2-16,0 0 1 0,0 0 3 0,0 0 1 15,0 0 1-15,0 0 1 0,0 0 2 0,0 0 0 0,0 0-3 16,0 0-3-16,0 0-2 0,0 0-3 0,0 0 4 16,0 0-7-16,0 0-1 0,0 0 1 0,0 0-2 15,0 0 0-15,-30 0-1 0,30 0 2 0,-15 4-3 16,9-2-3-16,-1 1 0 0,0 1-1 0,-1-1-7 16,0 4 9-16,1-2 1 0,0 1-1 0,-2 2-3 15,2-2 1-15,1 4 0 0,0-3-2 0,-2 1 7 16,2 1-4-16,0 0 1 0,3 1-2 0,-1-1 0 15,2-3 1-15,1 2 2 0,1-8-1 0,0 14 4 16,3-7-4-16,-1-1 4 0,3 2-2 0,2-2 5 16,2 0 1-16,1-1 1 0,3-1 2 0,-1-1-5 15,5 0-2-15,-4-3 4 0,1 0-3 0,4 1-1 16,-5 0-6-16,6-3-9 0,-6 2-11 0,2-2-26 16,-4 0-14-16,2 1-23 0,4-4-27 0,-6 1-29 15,2 0-23-15,0 0-31 0,-2-2-106 0,-2-1-326 16,2 1 144-16</inkml:trace>
  <inkml:trace contextRef="#ctx0" brushRef="#br0" timeOffset="116408.73">20226 7856 49 0,'0'0'70'0,"-4"-4"-10"0,4 4 11 0,0 0-6 0,-5-9-1 16,5 9 2-16,0 0-1 0,-4-6-5 0,4 6-9 15,-3-5 6-15,3 5 5 0,0 0-6 0,-4-7 8 16,4 7 2-16,0 0 4 0,-4-6 5 0,4 6 8 16,0 0-8-16,0 0 3 0,0 0-2 0,-4-7-2 15,4 7-3-15,0 0-10 0,0 0-3 0,0 0-4 16,0 0-7-16,0 0-3 0,0 0-10 0,0 0-2 16,0 0-3-16,0 0-8 0,0 0 2 0,0 0-3 15,0 0 3-15,0 0-6 0,0 0-3 0,0 0 5 16,0 0 1-16,23 13 2 0,-15-5-2 0,-1 2-2 15,2-1-2-15,1 2-1 0,2 0 1 0,-3-2-4 16,4 4 3-16,-3 0 3 0,-2-4-8 0,1 1 2 16,-3 1 1-16,3 2-3 0,-3 0-2 0,2-5 1 15,-2 1 0-15,1 0 0 0,-1 0 1 0,-1-3 3 16,0 1-7-16,2 0 4 0,-3-3 0 0,1 1-4 16,-3 1 0-16,-2-6-2 0,7 7 5 0,-2-4-1 15,-5-3-3-15,5 5 2 0,-5-5-1 0,4 4 2 16,-4-4 7-16,0 0 6 0,0 0 8 0,5 3 5 15,-5-3 4-15,0 0 5 0,0 0 2 0,0 0 1 16,0 0-1-16,0 0-6 0,0 0-4 0,0 0-2 0,10-10-5 16,-10 10 0-16,4-8-3 0,1 4-6 15,-2-4-1-15,0 0-1 0,3-3-1 0,-1 3 0 0,0-2-1 16,0-1-6-16,1-1-3 0,2-1 13 0,-2-2-11 16,0 3-4-16,-3 0 4 0,4 2-4 0,-2-2-3 15,0 3 5-15,-1 1 1 0,1-3-7 0,-3 1 0 16,0 1 1-16,0 5 0 0,-2 4 2 0,5-10-1 15,-5 10-7-15,3-8-11 0,-3 8-16 0,0 0-13 16,2-6-17-16,-2 6-25 0,0 0-29 0,0 0-24 16,0 0-18-16,0 0-20 0,0 0-8 0,0 0-155 15,0 0-369-15,0 0 164 0</inkml:trace>
  <inkml:trace contextRef="#ctx0" brushRef="#br0" timeOffset="117050.88">20594 8022 82 0,'0'0'157'0,"-4"-11"1"0,1 4-3 16,3 7 5-16,-3-11 1 0,1 8 5 0,2 3-4 15,-3-9-9-15,3 9-12 0,-1-7-15 0,1 7-11 16,0 0-14-16,0 0-10 0,0 0-12 0,-4-7-11 15,4 7-6-15,0 0-11 0,0 0-5 0,0 0-4 16,0 0-3-16,0 0-5 0,-3 24-7 0,3-13 1 0,0 0-3 16,0-1-3-16,2 2-1 0,-2 0-4 0,-2 1 2 15,2 0-2-15,2-3 0 0,-2 2-4 16,0-2-3-16,1-1 1 0,0 0 0 0,-1 1 0 16,1-1 3-16,-2-2-8 0,2 1 0 0,-1-8-2 0,2 13-1 15,-1-6-1-15,0-1 4 0,-1-6-3 16,-1 10 4-16,1-10-1 0,0 12-2 0,0-12-2 15,0 10 3-15,0-10-2 0,0 7 1 0,0-7 0 16,0 9-4-16,0-9 3 0,1 8-4 0,-1-8-24 0,0 0-9 16,0 10-21-16,0-10-10 0,0 0-29 0,0 8-19 15,0-8-22-15,0 0-20 0,0 0-24 16,-4 8-125-16,4-8-330 0,0 0 146 0</inkml:trace>
  <inkml:trace contextRef="#ctx0" brushRef="#br0" timeOffset="117392.03">20537 8010 106 0,'-4'-4'129'0,"4"4"-5"16,0 0 0-16,0 0-3 0,0-11-15 0,0 11-14 15,0 0-1-15,6-6-10 0,-6 6-8 0,11-7-25 16,-5 5 8-16,4 0-3 0,0-2 0 0,3 3-17 15,-3-1-17-15,1 2-23 0,1-1-21 0,-1 2-14 16,0-1-23-16,0 2-20 0,1-1-18 0,-2 2-67 0,-1-1-181 16,0 1 81-16</inkml:trace>
  <inkml:trace contextRef="#ctx0" brushRef="#br0" timeOffset="117621.4">20547 8233 110 0,'0'0'128'0,"-6"3"-3"0,6-3-12 16,0 0-12-16,0 0 0 0,0 0-9 0,0 0 2 16,0 0-15-16,0 0 1 0,0 0-12 0,0 0-3 15,12 8-9-15,-12-8-10 0,17 0-1 0,-5 2-20 16,0-1-18-16,1 0-19 0,1-2-29 0,-1 2-23 15,0-1-31-15,-1 0-93 0,-1 0-203 0,0-1 91 16</inkml:trace>
  <inkml:trace contextRef="#ctx0" brushRef="#br0" timeOffset="117923.99">20790 8176 51 0,'0'-8'202'0,"0"8"1"0,0 0-2 16,0 0-7-16,0 0-16 0,1-7-16 0,-1 7-20 15,0 0-17-15,0 0-12 0,0 0-12 0,0 0-12 16,0 0-9-16,0 0-6 0,0 0-7 0,0 0-7 16,0 0-5-16,1 26-7 0,-1-20-3 0,0-6-5 15,-2 17-2-15,-1-10-3 0,3-7-6 0,0 16-1 16,-1-7-2-16,0 0-3 0,1-2-2 0,-2 3-1 15,2-10 0-15,-1 14-7 0,1-6 3 0,0-8-5 16,0 13 2-16,0-9-10 0,0-4-16 0,0 12-21 16,0-12-21-16,0 8-24 0,0-8-24 0,0 0-16 15,1 11-23-15,-1-11-15 0,0 0-10 0,2 7-110 16,-2-7-298-16,0 0 132 0</inkml:trace>
  <inkml:trace contextRef="#ctx0" brushRef="#br0" timeOffset="118344.8">20824 8154 149 0,'2'-8'166'0,"0"1"2"0,-2 7-6 15,4-11-2-15,0 5-7 0,-4 6-11 0,4-9-12 0,-1 5-13 16,-3 4-11-16,8-5-5 0,-8 5 0 16,12-1-13-16,-4 1-1 0,-8 0-3 0,15 3-8 0,-9 0-11 15,3-1-1-15,-3 2-11 0,-1-1-2 16,1 2-5-16,-1 0-7 0,0 0 0 0,-4 1-4 0,2 1-3 15,-2 1-1-15,-1-8-4 0,-5 13 0 0,0-6-7 16,0 0 1-16,-2 0-1 0,2-3-3 0,-1 4-4 16,-2-3 3-16,2 0-1 0,1-1-4 0,1 0 6 15,4-4-10-15,-7 4 4 0,7-4-3 0,-6 4 0 16,6-4-3-16,-5 3 1 0,5-3-6 0,0 0 6 16,0 0-3-16,0 0 0 0,0 0 2 0,0 0-2 15,11 12 0-15,-11-12 2 0,8 5-3 0,-2-1 2 16,0 0-3-16,1-1-1 0,-1 1 2 0,1-1 1 15,-2 1-3-15,0 0 5 0,-1-1-4 0,1 3 2 16,-1-1-4-16,-4-5 1 0,6 6-3 0,-4-1 3 16,-2-5-4-16,2 7 5 0,-2-7-1 0,0 9 3 15,0-9 0-15,-2 10 1 0,-1-4 0 0,-1 0 2 16,-1-3-6-16,-1 1 3 0,-1 1-2 0,2-1-8 16,-1 1-11-16,-2-1-17 0,1-1-26 0,0 2-29 15,-1-4-32-15,-1 4-35 0,-2-2-39 0,1-2-150 16,-3-1-374-16,1 1 165 0</inkml:trace>
  <inkml:trace contextRef="#ctx0" brushRef="#br0" timeOffset="118513.07">21033 8209 95 0,'0'0'70'0,"10"-3"-24"16,-10 3-26-16,0 0-59 0,0 0-41 16,0 0 18-16</inkml:trace>
  <inkml:trace contextRef="#ctx0" brushRef="#br0" timeOffset="119906.43">22987 6192 90 0,'0'0'132'16,"-7"-3"3"-16,7 3-15 0,-7-2-6 0,7 2-8 16,-8-5-1-16,8 5-9 0,-9-5-5 0,9 5-1 15,-8-4-9-15,8 4 6 0,-7-6-7 0,7 6 3 0,-6-6-4 16,6 6-6-16,0 0-2 0,-7-2-7 16,7 2-5-16,0 0-2 0,0 0-10 0,0 0-10 15,0 0 2-15,-8-2-13 0,8 2 1 0,0 0-4 16,0 0-1-16,0 0-2 0,0 0-2 0,0 0-1 0,19 12-3 15,-10-8 9-15,4 2-8 0,2 2-2 16,3-2 4-16,0 3-6 0,1-2 0 0,-2 1 0 16,2-1 0-16,-2 0-3 0,-3 0-4 0,-1-2 3 15,-2 2 0-15,1-2-4 0,0 1 3 0,-1 0-4 0,-4-3-2 16,2 3 4-16,-1-3-5 0,-3 1 0 0,0 1 2 16,-2 0 4-16,1-1-5 0,-2 2 2 15,-2-6-4-15,3 12 6 0,-3-5-4 0,-4 2 5 16,-1 1-6-16,1 0 1 0,-4 2 4 0,-3 0-1 0,0 2 2 15,2-1-2-15,-2 3 3 0,2-2-4 0,-3 1 0 16,2-1-10-16,1 1-25 0,-1-1-30 16,-1 4-28-16,3-3-39 0,-1 2-26 0,-2 0-146 0,2-1-328 15,-2 0 146-15</inkml:trace>
  <inkml:trace contextRef="#ctx0" brushRef="#br0" timeOffset="120233.33">23148 6713 94 0,'0'0'141'0,"0"0"-8"15,0 0-9-15,0 0-5 0,0 0-12 0,0 0-11 16,0 0-11-16,0 0-2 0,23-5-9 0,-11 5-6 16,8-3-9-16,1 3-5 0,7-1-10 0,3-1-4 15,-1 2-21-15,-1 0-15 0,-2 0-31 0,-7 0-18 16,1 0-25-16,-1 0-23 0,-6 0-93 0,-1 0-200 15,-3 0 90-15</inkml:trace>
  <inkml:trace contextRef="#ctx0" brushRef="#br0" timeOffset="120796.71">23393 6697 30 0,'0'0'159'0,"-6"-5"1"16,6 5-11-16,0 0-5 0,0 0-9 0,0 0-11 0,0 0-10 15,0 0-11-15,0 0-11 0,0 0-9 0,0 0-14 16,0 0-5-16,0 0-8 0,0 0-5 0,-8 10-1 16,8-10 2-16,0 11-2 0,-1-2-10 0,1 1-10 15,-2 0 5-15,2 0 5 0,0 2-10 0,0 1 3 16,2-1-3-16,-2 6 1 0,0-2-6 0,0 3 5 16,0-4-9-16,1 1-2 0,0 0-2 0,2 1 0 15,-3-1-1-15,0 0-2 0,0 0-1 0,-1-3-1 16,2-2 0-16,0 2-4 0,-1-1 2 0,2-1-2 15,-4-1-1-15,4 0 3 0,-4-2-4 0,2 0-2 16,0-8 2-16,0 14-2 0,0-9 0 0,0-5 8 16,2 13-9-16,-2-13 0 0,-2 7 0 0,2-7 3 15,0 0-4-15,0 10-2 0,0-10-5 0,0 0 1 16,2 7-1-16,-2-7 3 0,0 0-4 0,0 0 3 16,0 0 1-16,0 0-2 0,0 0-2 0,0 0-7 15,0 0-3-15,0 0-1 0,0 0 2 0,-12 0 1 16,12 0 3-16,0 0-7 0,-13-6 2 0,13 6-3 15,-10-7 7-15,5 3-4 0,-2 2-1 0,7 2-1 16,-16-4 2-16,8 3 7 0,-1-3-2 0,0 1 4 16,2 2 1-16,-1-2 1 0,8 3-1 0,-13-2-1 15,6 0-1-15,7 2 0 0,-12-3 2 0,12 3-1 16,-10-1 5-16,10 1-10 0,-10 0 8 0,10 0 5 16,0 0 2-16,-9-3 0 0,9 3-8 0,0 0 7 15,0 0 5-15,-8-3 0 0,8 3 0 0,0 0 3 16,0 0-2-16,0 0-1 0,0 0 5 0,0 0-8 0,0 0 16 15,25 0-6-15,-14 0 8 0,2 0-7 16,6 0-1-16,-3 2-2 0,2-4-1 0,1 2-3 16,1 0-2-16,0 0-19 0,-1 0-24 0,-1-1-32 15,1 1-29-15,-1 0-28 0,1 1-20 0,0-1-120 0,-6 0-287 16,5 0 127-16</inkml:trace>
  <inkml:trace contextRef="#ctx0" brushRef="#br0" timeOffset="121192.18">23746 7028 49 0,'0'0'180'0,"0"0"-7"0,0 0-1 16,2-9-3-16,-2 9-6 0,0 0-2 0,0 0-10 15,3-6-6-15,-3 6-11 0,0 0-6 0,0 0-6 16,0 0-5-16,-8-12-9 0,8 12 0 0,0 0-11 16,-6-8-4-16,6 8-9 0,-4-3-10 0,4 3-9 15,-9-2-6-15,9 2-7 0,0 0-5 0,0 0-1 16,-18 4-11-16,8 3-2 0,0-1-5 0,-1 1-2 15,-1-1-4-15,0 7-4 0,-1-2 1 0,2 2-3 16,2 0 1-16,1-3-1 0,2 0-2 0,0 1-5 16,2-2 4-16,1 1-6 0,3 0 2 0,3 0-13 15,1-1-9-15,3 0-14 0,9-1-22 0,3 2-14 16,5-4-32-16,7-4-37 0,1 2-40 0,3-3-38 16,-1 2-159-16,1-6-400 0,-1-1 177 0</inkml:trace>
  <inkml:trace contextRef="#ctx0" brushRef="#br0" timeOffset="128491.17">15831 11001 16 0,'0'0'156'0,"0"0"-8"0,3-7-3 15,-3 7-10-15,0 0-9 0,0 0-6 0,0 0-4 16,0 0-9-16,0 0-11 0,0 0-3 0,0 0-9 16,0 0-5-16,0-10-4 0,0 10-7 0,0 0-9 15,0 0-3-15,0 0-7 0,0 0-1 0,0 0-6 16,0 0-8-16,0 0-3 0,0 0-3 0,0 0-1 15,0 0-3-15,0 0-4 0,0 0-2 0,-11-5-2 16,11 5-4-16,0 0-1 0,-7-1 2 0,7 1 1 16,0 0-3-16,-17 3-2 0,17-3-1 0,-13 0-2 15,13 0-2-15,-14 1 0 0,7 0 2 0,7-1 0 16,-16 0-2-16,9 1-3 0,7-1 2 0,-16 0 3 16,5 0-3-16,2 1 0 0,-1-1 2 0,0 0 0 15,10 0 9-15,-15 0 1 0,9 0-2 0,6 0-3 16,-10 0 6-16,10 0-4 0,-9 1 2 0,9-1-3 15,0 0-2-15,0 0-3 0,-8 1 2 0,8-1-6 0,0 0 7 16,0 0-1-16,0 0-2 0,33 2-1 0,-16-2-2 16,3-2 0-16,7 1 3 0,1 0-6 15,2 0 5-15,2-2-2 0,0 0 2 0,-2 0-2 16,5 0-1-16,-1-1 2 0,1 1-1 0,1 0 4 0,-3-3-4 16,3 3 3-16,-3-1-3 0,-4 1 2 0,-2 0-6 15,-6 5-15-15,-2-4-16 0,-3 0-20 16,-2 0-25-16,-2 2-24 0,1-2-25 0,-6 2-30 15,-7 0-17-15,12-1-100 0,-12 1-295 0,6-3 130 0</inkml:trace>
  <inkml:trace contextRef="#ctx0" brushRef="#br0" timeOffset="128828.69">15992 10992 151 0,'0'0'158'0,"-8"0"-4"0,8 0-8 0,0 0-13 15,0 0-3-15,-3 7 7 0,3-7 1 0,-3 11-12 16,2-2-8-16,-2 0-6 0,3 2-8 0,0 1-7 16,-1 4-5-16,0 2-4 0,1 0-1 0,1 1-4 15,-1 0-6-15,2 0-2 0,0 7-2 0,-1-2-9 16,0-4 1-16,1 0-10 0,1 5 0 0,-3-6-11 15,3 0-2-15,0 0-5 0,1 0-4 0,-3-3-1 16,0 3-4-16,-1-1-6 0,1 1 2 0,-1-2-6 16,3 1 2-16,-1-3 3 0,0-2-8 0,-1 2-1 15,-1-4-2-15,0 1-11 0,0-1-16 0,-1 0-29 16,-1-1-24-16,1-1-16 0,-3 1-18 0,2-3-17 16,-1 0-23-16,3-7-30 0,-2 9-23 0,-2-6-129 15,4-3-351-15,0 0 155 0</inkml:trace>
  <inkml:trace contextRef="#ctx0" brushRef="#br0" timeOffset="129612.67">16167 11282 34 0,'2'-11'185'0,"0"5"1"0,-2 6-11 16,4-6-6-16,-4 6-10 0,10-4-3 0,-10 4-6 15,15 1-4-15,-3 2-14 0,6 2-5 16,-3 3-7-16,3 1-5 0,6 4-9 0,-6-2-10 16,-1 2-7-16,5 4-13 0,-7-5-3 0,-1 4-10 15,-1-1-4-15,-2-2-6 0,1-1-5 0,-3 2-3 0,-4-3-4 16,1 0-5-16,-2 1-6 0,-1-1 5 16,-3 0-5-16,0-2-5 0,-2-1 3 0,-3-1-7 15,-1 3 1-15,-2-4-4 0,-2-1 0 0,-1-1-2 0,0 0-2 16,1-1-3-16,-1-2 1 0,-1-2-2 0,2-1-5 15,-2 1-3-15,3-4-2 0,2-1 1 0,-2 3 1 16,5-2-2-16,4 5 2 0,-9-10-15 16,6 4-4-16,1 1-1 0,2 5 1 0,0 0-2 0,5-17 3 15,1 10 3-15,2 0 0 0,3 1 1 0,2-6 0 16,4 7-2-16,0-3 2 0,2-2-2 0,-1 1 5 16,7-2-2-16,1-1 5 0,-1 2-1 0,-4 1-2 15,2 0 0-15,-4 0 3 0,-1 3 3 0,-4-3-1 16,2 1-2-16,-5 3 8 0,-1-2-2 0,1 0 6 15,-2 2 2-15,-4 1 5 0,1-1 3 0,-3-2 6 16,4 3-1-16,-7 4-1 0,6-9 4 0,-6 9-3 16,5-4-1-16,-2-1 5 0,-3 5-9 0,0 0 6 15,0 0-5-15,2-7-2 0,-2 7-2 0,0 0 0 16,0 0-4-16,0 0 1 0,0 0-2 0,0 0-4 16,0 0 0-16,0 0-3 0,-26 9 0 0,17-3 3 15,0 4-2-15,-5-1 0 0,1 2-3 0,-2 2 0 16,2 2 4-16,-1-2-1 0,1 1-4 0,4-6 2 15,-2 6-2-15,4-4 1 0,2 0-2 0,1 2 4 16,0-3-4-16,2 1 5 0,2-4 1 0,0 2-2 16,0-8 1-16,3 13-1 0,3-9 2 0,0-1-2 15,2-1 1-15,2-2 0 0,0 0-1 0,2-2 0 16,-1 1 1-16,1-1-1 0,2-2-4 0,-4 1 5 16,-1-4-1-16,2 4 0 0,-2-4-3 0,-2 0 2 15,-1-2-2-15,2 2 2 0,-3-2-2 0,0 0 2 0,-1-1-2 16,-2 1-5-16,0-2 4 0,0 0 4 15,-2 2-1-15,2 2 2 0,-1-1-6 0,-1 8 0 16,1-12 2-16,-1 12-2 0,0-8-1 0,0 8-2 16,0 0 0-16,3-6 0 0,-3 6 2 0,0 0 10 0,0 0-2 15,0 0-3-15,8 26 0 0,-6-16 2 0,-1 0 1 16,0 6 0-16,1-4-1 0,0 0 2 16,1 0-1-16,-1 0 4 0,0 0-5 0,-1-2-12 15,2 2-16-15,0-2-20 0,2 0-36 0,-3 0-23 0,1-2-37 16,0-2-25-16,-2 0-24 0,-1-6-27 0,3 10-120 15,-3-10-365-15,0 0 162 0</inkml:trace>
  <inkml:trace contextRef="#ctx0" brushRef="#br0" timeOffset="130713.25">16829 11328 101 0,'8'-5'180'16,"-8"5"-11"-16,0 0 8 0,0 0-2 0,0 0-1 15,0 0-10-15,9 13-11 0,-7-6-15 0,4 3-10 16,-4-2-12-16,1 3-5 0,0-1-5 0,1 0-13 16,0-1-3-16,-3 1-7 0,3 0-3 0,-4-3-10 15,2 4-4-15,0-7-7 0,-2-4 1 0,3 9-10 16,-3-9 4-16,2 5 4 0,-2-5 7 0,0 0 9 16,2 7 6-16,-2-7-6 0,0 0-7 0,0 0-6 15,0 0-4-15,0 0-11 0,0 0 1 0,0 0-4 16,-17-14-7-16,17 14-1 0,-4-11-4 0,1 2-4 15,0-2-6-15,-1 2 10 0,1-1-18 0,2-2-1 16,2 2-4-16,-1 0 2 0,4-2-9 0,2 0-7 16,-1 1 3-16,2 0-2 0,-1 3-1 0,2-2-1 15,2 2 0-15,-1 1 7 0,-2 0-7 0,0 7-1 16,3-4 2-16,-2 1-4 0,1 5 3 0,-9-2-2 16,15 4 2-16,-6-1 2 0,0 3-1 0,-2 1 1 15,-1 1 2-15,-3 2 0 0,1-2 1 0,-2 2-4 0,-2 1 3 16,1 1 0-16,-2-3 2 0,1 2-3 15,0 0 8-15,0-1-9 0,0 2 4 0,1-3 1 16,2 0-1-16,-3-3 1 0,0-6 1 0,4 13-1 16,1-8 3-16,-1-1-2 0,2 3 4 0,0-5-4 0,2-1 3 15,4 1 1-15,-1-5 0 0,2 1-5 16,5 0 5-16,-2-3-2 0,-3 1 3 0,5-2 0 16,-4-4-1-16,-2 5 1 0,4-7-1 0,-2 1-4 0,0-1 4 15,-2-1-4-15,-1 0 1 0,-3-1 0 0,-2-1 4 16,0 0-2-16,-4-1-3 0,-1 4-1 0,2 1 1 15,-4 0 0-15,1 1 1 0,0 4 3 0,0 6-7 16,-2-13 2-16,2 13-2 0,0-9-4 0,0 9 0 16,0 0-1-16,0 0-1 0,0 0 0 0,0 0 3 15,0 0-1-15,-6 28 0 0,3-11 0 16,3 1 1-16,0 0 4 0,0 0-1 0,-1 7-3 0,1-6 4 16,1 0-3-16,1 8 6 0,-1-3-2 0,0-5 0 15,1 0-1-15,-2 0 0 0,0-2 1 0,0-5 1 16,0 3 7-16,-2-4-10 0,2 0 2 0,-1-2 1 15,0-2 2-15,-2-2 3 0,3-5-2 0,-4 9 0 16,4-9 5-16,-5 5-2 0,5-5-2 0,-11 0-3 16,11 0-6-16,0 0-5 0,-11-11-9 0,10 4-1 15,0-4-11-15,2-3 2 0,3 0-2 0,1 3-2 16,0 0-5-16,5-5 2 0,1 1 3 0,3-1 1 16,0 3 2-16,-1-1 6 0,3 0-1 0,1 1 7 15,3-1 1-15,-4 1-1 0,-4 3 1 0,2-3 4 16,-3 6 1-16,0-5 4 0,-1 6-3 0,-3-1 13 15,-1 3 7-15,-1-1 8 0,-1-2 1 0,-4 7 2 16,8-8-1-16,-4 4 4 0,-4 4 4 0,3-8 0 16,-3 8 1-16,3-6-3 0,-3 6-2 0,3-6 0 0,-3 6-4 15,0 0-5-15,0 0-3 0,0 0 1 16,0 0-6-16,0 0 1 0,0 0-1 0,0 0 3 16,-7 25-4-16,5-15 2 0,-1 2-4 0,-2-2 10 15,3 8-13-15,0-6 4 0,2 0-2 0,0-2 0 0,0 1-1 16,3 1-2-16,2-3 3 0,-1 1 9 15,2-4-10-15,2 1 2 0,1-2 1 0,2-3 0 16,1 0-1-16,2-1 1 0,-3-1 0 0,3-1 1 16,0-2-3-16,-1-1 5 0,0-1-5 0,-2-1 3 0,-2 0-1 15,4-1 0-15,-4 0-1 0,-1 0 10 16,-1-2-11-16,0-1-1 0,-2 2 1 0,1-3-3 16,-2 1 7-16,-1 1-3 0,2-1-1 0,-5 2-5 15,2 0 4-15,0 2 1 0,-2 6 5 0,3-9 4 0,-3 9 1 16,0-7-2-16,0 7-6 0,0 0-2 0,0 0-3 15,0 0 0-15,0 0 1 0,0 0-1 0,0 0-1 16,0 0 5-16,3 26-7 0,-6-15 18 0,1-1-12 16,1 2-1-16,-2-2-1 0,2 3-2 0,-4 1 2 15,2-3-2-15,1 1 2 0,0 1-1 0,0-1-5 16,0-2-21-16,0 0-17 0,-1 0-24 16,-1 0-23-16,3-3-23 0,0 2-32 0,0-3-25 0,-2 0-26 15,3-6-28-15,-9 10-187 0,5-5-446 0,4-5 197 16</inkml:trace>
  <inkml:trace contextRef="#ctx0" brushRef="#br0" timeOffset="130886.33">17458 11204 1813 0,'-5'-8'-17'0,"1"2"25"0,-1 2-5 16,0-3-31-16,5 7-32 0,0 0 21 0,-5-6-7 15,5 6 2-15,0 0-15 0,0 0-4 0,0 0-18 16,0 0-30-16,0 0-102 0,0 0-231 0,0 0 102 16</inkml:trace>
  <inkml:trace contextRef="#ctx0" brushRef="#br0" timeOffset="131176.81">17895 11099 29 0,'5'-5'220'0,"0"-1"4"0,2 1-4 0,-2 0-4 16,-1 0-13-16,-4 5-12 0,6-5-18 0,-6 5-16 15,5-5-19-15,-5 5-1 0,0 0-7 0,8 12-8 0,-6-5-2 16,1 5-3-16,-1 8 5 0,0 5 2 0,-2 3-6 16,0-4-13-16,0 4 0 0,-3-2-11 15,1-2-8-15,-2 1-8 0,1-4-5 0,1-1-11 16,-2 4-2-16,1-5-4 0,2-2-14 0,0 2 9 0,1 0-6 15,-3-3-4-15,3-5-9 0,0 1-10 0,-1-1-13 16,2-1-20-16,-1-3-14 0,0-7-29 0,0 12-21 16,0-12-15-16,0 10-17 0,0-10-14 15,-1 7-30-15,1-7-40 0,0 0-18 0,0 0-29 0,0 0-171 16,0 0-442-16,-14-17 196 0</inkml:trace>
  <inkml:trace contextRef="#ctx0" brushRef="#br0" timeOffset="131551.94">17766 11303 5 0,'0'0'148'0,"-3"-7"-22"0,3 7 1 0,0 0-5 16,9-7-1-16,0 4-2 0,4 1-7 0,5 0-7 15,0 2-8-15,9-1 0 0,1 2-9 0,0-2-10 16,-7 1 7-16,0 0-17 0,0 1-3 0,-3 1-11 16,-5 0 2-16,-1 1-3 0,-2-1-8 0,3 1 5 15,-5 1 1-15,0 2 8 0,0 0 9 0,-4-1-4 16,0 3 7-16,-1-1 1 0,-2 2-1 15,0 1-10-15,0-1-3 0,-1 0-2 0,-1 2-5 0,1-3-3 16,1 1-1-16,1-1-3 0,-1-1-6 0,2 1-4 16,-1 0-4-16,2-4-1 0,3 1-1 0,0-1-2 15,-1 0 8-15,7-2-7 0,-1-1-1 0,1 0 4 16,2-2-4-16,-2-2-2 0,4-1-2 0,-1 0 3 16,-2-1 3-16,-3-1 6 0,1-1-4 0,-1 0 2 15,-2-2-2-15,-1 2-2 0,1-4 0 0,-4 1 1 16,-2-1 2-16,-1-1-10 0,-2 1-3 0,-1-2 2 15,-2 1 2-15,-1-1-5 0,-1 3-10 0,-4 1 2 16,2 0-2-16,-1 1-10 0,-1 2-8 0,-1 2-12 16,0 3-13-16,-1-2-15 0,-3 3-12 0,3 2-24 15,-3 1-28-15,1 1-34 0,0 1-35 0,2 1-26 0,-1 2-207 16,0 2-452-16,4-2 200 0</inkml:trace>
  <inkml:trace contextRef="#ctx0" brushRef="#br0" timeOffset="132024.29">18266 11572 186 0,'20'-3'202'0,"-11"1"2"0,0-1-14 16,1 1-8-16,-1-2-9 0,2-1-1 0,0-2-17 0,-1 1-11 16,2-3-11-16,2-1-5 0,-3-3-8 0,3 2-6 15,-2 0-10-15,-1-3-8 0,1 1-7 16,-3-3-6-16,0 1-10 0,0-2-2 0,-2 1-7 15,2-1-3-15,-1 2-8 0,-2-2 4 0,-2 7-2 0,-1-1-2 16,-2-1-4-16,-1 0 0 0,-3 2-7 0,2 1 9 16,-3-1-13-16,-1 2-5 0,1 2 0 0,-1-2-2 15,-1 3-2-15,-1 0 1 0,2 1-7 16,5 4 2-16,-11-7-3 0,6 4-5 0,5 3-1 0,-8-4-3 16,8 4-7-16,-6-5 7 0,6 5-6 0,0 0-2 15,-7-4 2-15,7 4-2 0,0 0-2 0,0 0 1 16,0 0 2-16,0 0-1 0,0 0-1 0,0 0 1 15,26 2 0-15,-13-2 1 0,3-1-3 0,0 1-2 16,-4 1 1-16,4-1 3 0,-1 2-3 0,-2 0 0 16,-3-2-2-16,0 3-1 0,2-1-2 0,-5 1 2 15,1 0 1-15,0 3-4 0,-3-1-1 0,1 0 5 16,-1 3 2-16,2 0 5 0,-2 1 1 0,-1 1 11 16,0 0 6-16,-1 2 4 0,0-1 0 0,-1 2 4 15,1-1 9-15,-2-1-13 0,1 0-7 0,0 0-1 16,-2-2-3-16,1 2 3 0,1 0-1 0,-1-1-7 0,2-1-8 15,-3 1-22-15,2-2-25 0,1 2-34 16,-2-5-36-16,-1-5-46 0,4 13-45 0,-3-9-36 16,-1-4-54-16,0 0-165 0,5 11-497 0,-5-11 220 15</inkml:trace>
  <inkml:trace contextRef="#ctx0" brushRef="#br0" timeOffset="132170.93">18902 11380 77 0,'0'0'70'0,"0"0"-54"0,-9-8-44 0,9 8-29 16,-10-5 13-16</inkml:trace>
  <inkml:trace contextRef="#ctx0" brushRef="#br0" timeOffset="136683.06">19016 11526 44 0,'0'0'198'15,"0"0"-11"-15,0 0-14 0,0 0-21 0,0 0-14 0,0 0-8 16,0 0-6-16,15-19-13 0,-7 9-9 0,3 2-11 15,3-3-3-15,2 1-1 0,-2 0-3 0,1-2-1 16,1 1-2-16,-2 0-14 0,1 0-6 16,-1-2 0-16,1 1-3 0,-3-1 4 0,2 2-9 0,-3 0 0 15,-3 0-4-15,1-1 1 0,-3 2-3 0,-3-2-1 16,1 1-5-16,0 0 5 0,-3 3-5 16,2-2-1-16,-2 4 0 0,-1 6 4 0,0-12-4 0,0 12 3 15,0-7-9-15,0 7-3 0,1-7-6 0,-1 7-2 16,0 0-6-16,0 0-5 0,0 0 0 0,0 0 1 15,0 0-4-15,0 0 0 0,0 0-1 16,-13 26-1-16,8-11 2 0,1 0-4 0,0 1 6 0,-1-1-9 16,4 2 1-16,-1-1-1 0,-1 0 0 0,3-1 1 15,1 3 0-15,2-6 7 0,-1 4-8 0,3-4 4 16,0-2-5-16,2-1 9 0,-1-2-6 0,1 1-4 16,3-2 9-16,1-3-3 0,0-1-3 0,0-1 2 15,2-2-3-15,0 1 3 0,0-1-1 0,-1-3 5 16,1 1-4-16,0-2 1 0,0-1-2 0,-2-1 0 15,-1-2-1-15,1 1 0 0,-5-2 2 0,2 3 1 16,-1-5-3-16,-2 3 0 0,0-3-3 0,-1 2 3 16,-1-2-1-16,-3 1-1 0,1 2-1 0,0-1 3 15,-1 4-1-15,0 6 2 0,2-13 0 0,-2 13-2 16,0-8 1-16,0 8-3 0,0 0-4 0,0 0 4 16,0 0-6-16,0 0 2 0,0 0-1 0,0 0 1 15,0 0 0-15,0 0 1 0,-5 24-1 0,5-11-1 16,-3-1 5-16,0 1-1 0,2 4-5 0,-4-3 4 15,0 3-1-15,4-2 5 0,-2-3-2 0,2 4-1 16,-2-4 2-16,2 1 0 0,-1 3-3 0,-1-6 1 16,0 3-9-16,1-2-18 0,-1-1-12 0,1-1-11 15,-2 1-18-15,1 0-31 0,0-1-28 0,-4-2-30 16,3-1-35-16,-2 0-39 0,-4-1-125 0,2-3-385 0,2 1 170 16</inkml:trace>
  <inkml:trace contextRef="#ctx0" brushRef="#br0" timeOffset="136860.87">19222 11171 123 0,'0'0'141'0,"0"0"-16"15,0 0-10-15,0 0-20 0,0 0-33 0,0 0-25 16,24 12-37-16,-14-5-26 0,8 3-86 0,-3 0-122 15,5-2 54-15</inkml:trace>
  <inkml:trace contextRef="#ctx0" brushRef="#br0" timeOffset="137120.66">19976 11231 99 0,'0'0'213'0,"-7"-14"-2"0,4 10-16 0,3 4-10 15,-11-6-10-15,6 3-14 0,5 3-10 0,-11 0-14 0,11 0-7 16,-14 4-4-16,6 2-4 0,-2 3-3 16,-2 4-10-16,1 0-10 0,-2 3-6 0,4 1-10 15,0 1-3-15,0-3-10 0,1 3-7 16,2 0-4-16,0 6-2 0,-1-7-8 0,5 1 1 0,0-2-10 16,2-1-3-16,2 2-4 0,3 0-3 0,0-5-4 15,3 1-15-15,3-1-20 0,2-1-25 0,-2-5-25 16,6 2-27-16,2-2-25 0,0-3-28 0,3 0-26 15,-1-3-21-15,1 1-10 0,5-3-142 0,1-3-367 16,-1-1 163-16</inkml:trace>
  <inkml:trace contextRef="#ctx0" brushRef="#br0" timeOffset="138579">20334 11297 78 0,'-2'-11'169'0,"0"0"-4"0,-2 1 2 0,-3 4-2 15,-3-2-4-15,3 3-10 0,-4 2-10 0,-3 3-7 16,3 0-4-16,-3 3-8 0,-3 4-5 0,2 2-1 15,-2 2-9-15,-3 8-6 0,6-4-11 16,-2-1-5-16,5 4-15 0,-1 4-1 0,3-3-7 0,2-5-7 16,3 5-4-16,3-2-5 0,2-1-6 0,3 0-2 15,0-6-5-15,2 1 1 0,4-3-5 16,4 4-2-16,3-7-3 0,-4-1 0 0,4-1-4 0,1 0 0 16,3-4-3-16,-2-2-1 0,-2-1-4 0,0-1 2 15,-4 0-2-15,3-5 4 0,-5 3-3 0,2-4-4 16,-4 1-2-16,0 1 4 0,-3-1-4 0,3-1 2 15,-6-3 0-15,0 3 2 0,-1-2 1 16,-1 2-1-16,0 1-3 0,-1-1 4 0,-1 0 7 0,2 4 6 16,-1 7 2-16,-1-12-1 0,1 12-4 0,0-10-5 15,0 10-4-15,0 0-1 0,0 0-5 0,0 0 6 16,0 0-6-16,0 0 3 0,0 0-4 0,-13 21-2 16,12-9 1-16,-1-2 6 0,-1 6-5 0,3-3 2 15,-4 0-3-15,4 2 5 0,0 0-8 0,1-2 4 16,1-3 0-16,0 2-1 0,1-2 0 0,1 1 2 15,2-1-3-15,-1-3 3 0,4 1-2 0,0-4 1 16,4 1-1-16,-2-2 0 0,3-1 2 0,3-1-1 16,2-4-2-16,-1 0 0 0,-1 0 2 0,2-6 2 15,-4 1-5-15,4-2 9 0,-3 1-7 0,-1-3-1 16,-1-2-2-16,0 1 10 0,-2-3-11 0,-3-1 0 16,4-5 4-16,-5 6-2 0,0-8 0 0,-4 5 6 15,0-6-8-15,-2 0-3 0,1 5 0 0,-3 1 1 16,-2 0-1-16,2 2 2 0,-1 1-2 0,-1 4 1 15,0 1-1-15,1 0 6 0,0 4 6 0,1 7-1 16,-1-10-2-16,1 10 1 0,-2-10-3 0,2 10-1 0,0 0 0 16,0 0-3-16,0 0-1 0,0 0 3 0,-7 32-1 15,5-16 2-15,-2 3-1 0,2 0-6 0,-1 1 6 16,2 6 2-16,0 1-4 0,-3-6 11 16,4 5-13-16,-1-9 3 0,1 2-2 0,2-3 0 0,3 0 3 15,-2 0-3-15,2-6 3 0,0 0 0 0,2 1 0 16,1-1 2-16,1-1 2 0,0-1 2 15,3-2-5-15,-1-2 9 0,1-1 4 0,6-2-5 0,-5 1-1 16,2-2-6-16,-4-2 2 0,7-4-2 0,-6 3 4 16,-1-4 0-16,5-3-4 0,-4-2 2 0,-2 0 0 15,0-1 1-15,-1-5-3 0,-1 3 0 16,0-4-1-16,-4 0 0 0,0-5-1 0,0 5 1 16,-2-9 1-16,1 7-2 0,-3 3-3 0,0-2 2 0,0 2 3 15,0 3 3-15,-3 4-11 0,2 0 7 0,1 2 1 16,-1 1-2-16,1 8 14 0,0-10-14 0,0 10-3 15,0 0 2-15,0 0-4 0,0 0 4 0,0 0-2 16,-6 23 5-16,4-5-3 0,-1 2-6 0,1 5 10 16,-1 0-2-16,1-1-5 0,-1 2 1 0,4-1 2 15,-1-7-3-15,2 7 3 0,0-6-1 0,1 6 0 16,1-6 7-16,2-2-5 0,-1 1 15 0,3-3-18 16,-2-3 2-16,4-1 3 0,-3-2 4 0,3-2-3 15,2-1 4-15,-1 1 7 0,3-5-10 0,-1-1 2 16,6-2-4-16,-2-1 1 0,-3-1 0 0,7-2 1 15,-4-4-4-15,2 1 5 0,-2-3-5 0,-1 0-4 16,0-2 2-16,-2-1 0 0,1-8-7 0,-3 5 1 16,-2 1 9-16,-4-1-15 0,1-2 6 0,-2 2-1 15,-3 0 3-15,0 1-4 0,-2 5 2 0,-2-1 0 16,1 1-6-16,0 4 4 0,1 7 3 0,-5-12-4 16,1 9-1-16,4 3-1 0,-10-3 1 0,10 3 0 0,-18 8 1 15,6-1 1-15,-3 5 8 0,5 1-1 16,-2 0-11-16,2 4 3 0,1-2 2 0,4 0 3 15,0 1-2-15,3-4 2 0,2 5-6 0,2-5-17 0,0 1-16 16,5 1-23-16,3 1-22 0,1-5-27 0,2 0-31 16,5-3-24-16,1 1-19 0,3-6-7 0,9 0-6 15,-2-1 6-15,2-2 6 0,2 1 17 16,-1-3 16-16,0 0 15 0,-1-4 19 0,1 1 14 16,-4-3 17-16,-4-1 24 0,-4 1 28 0,-4-1 19 0,1 0 18 15,-2 0 29-15,-6-1 35 0,-1 2 14 0,-2 0 23 16,-3-1 5-16,0 0 5 0,-2 1-3 15,-1-1 9-15,-1 1-5 0,-3 0-3 0,0 4-6 16,-1-2-6-16,0 2-7 0,-5 0-6 0,1 2-4 0,-1 3-10 16,-4 1 8-16,1 2-8 0,-5 4-6 15,1 2-3-15,0 1-3 0,-1 2-6 0,1-1-7 0,3 3-4 16,2 0-1-16,2 0-5 0,-1 2-4 16,4-3 1-16,2-1-4 0,3 1-4 0,0-3-3 0,4 1-1 15,-1-2-1-15,3 0-2 0,2-1-2 0,3-1 1 16,0-2 0-16,3-1 3 0,0 0-6 15,1-4 12-15,5-4-12 0,-4 4-3 0,3-4 1 16,-1-2-4-16,3-1 2 0,-3 0 6 0,-1-2-7 0,-2 0-2 16,1-4 0-16,-4-3-1 0,1 2-3 0,-1-2 0 15,-4-4 3-15,2-3-1 0,-3 3-1 0,0-3 3 16,1-3-3-16,-4 0 4 0,1 1-5 0,-1 1 1 16,-2-4-2-16,1 3 2 0,-2 0 2 0,1 7 0 15,1 3-3-15,-1 2 14 0,0 3 5 0,0 2 2 16,0 8 1-16,-1-11-5 0,1 11-8 0,1-8-2 15,-1 8-4-15,0 0 4 0,0 0-5 0,-1 28 14 16,-3-10-13-16,1 8 6 0,1 3-1 0,-3-2-3 16,2 2-3-16,1-3 0 0,-1 3 3 0,0-5 10 15,1 1-10-15,1-6 1 0,1 0-16 0,0 0-20 16,0-2-26-16,1-1-27 0,1 3-38 0,2-4-51 16,0 1-35-16,1-4-45 0,0 0-18 0,0-2-149 15,3-1-453-15,1-5 200 0</inkml:trace>
  <inkml:trace contextRef="#ctx0" brushRef="#br0" timeOffset="139230.87">22171 11356 10 0,'4'-11'255'16,"-4"2"-13"-16,-2-1-5 0,-1 2-8 0,-1 1-12 0,-6 0-15 16,0 4-4-16,-1-1-17 0,-5 4-7 0,-1 3-12 15,-2 2-3-15,-1 4-21 0,-6 3-2 0,7-1-11 16,1 1-10-16,4 2-12 0,-3 1-6 15,6-1-14-15,1 1-7 0,1-3-4 0,0 2-9 16,6-4-8-16,2 2-4 0,2 0-2 0,4-2-7 0,2-1-5 16,0 0-2-16,4-4-4 0,-1 2 3 0,4-4 3 15,4-3-16-15,-4 2 3 0,4-4-5 16,0-1 3-16,-2 0-5 0,-2-1-4 0,-3 0 5 16,1-2-5-16,-1-2-1 0,-1-1-1 0,-1 1-1 0,-2-2 2 15,0 0-1-15,-2-2 1 0,0-3-1 0,-1 4-5 16,0-5 5-16,-1 3-4 0,-1 3 0 15,0 0-6-15,0 1-1 0,-2 2 10 0,0 7-1 0,1-9-11 16,-1 9 7-16,0-10-5 0,0 10 3 0,0 0 7 16,0 0-14-16,0 0 0 0,0 0 8 0,0 0 7 15,-5 31-3-15,1-16-2 0,3 1-1 0,-2-1 0 16,2 2-4-16,2-4 2 0,0-3 5 0,4 5 1 16,-1-2 0-16,3-3-1 0,3 5 1 0,0-7-2 15,-1 1-6-15,3-2 11 0,3 0 1 0,-2-4-3 16,5-3 3-16,2 0-2 0,1-1 0 0,0 1-11 15,6-3 5-15,-5-3 1 0,3-1 0 0,-5 0 0 16,-3-3-1-16,-1 0 3 0,-1-1-1 0,-3-2-2 16,-2 0-3-16,0-3-4 0,0 0 1 0,-3-1 5 15,-1 0-9-15,0 1-8 0,-1 1 3 0,-2 5-1 16,0-2 5-16,-2 3-1 0,0 1-5 0,-1 8 1 16,0-9 3-16,0 9-3 0,0 0-3 0,-8-5 3 15,8 5 0-15,-15 8 2 0,5 1-3 0,0 0 1 16,-3 4 6-16,3 1 0 0,-3 0-1 0,3 3-3 15,2 0 4-15,0 2-1 0,2-2 0 0,1 1-2 0,1-2 5 16,0 0 0-16,2 1 0 0,0 0 1 0,4-2-4 16,-2-1 6-16,0-2-2 0,1-1 1 0,-1 1 3 15,1-3-1-15,-2-1-3 0,1-8 2 16,-1 13-1-16,-1-6-7 0,2-7-5 0,-5 9-5 0,1-3-7 16,-1-2-11-16,-1-1-11 0,6-3-14 0,-13 3-15 15,7-2-27-15,6-1-28 0,-18 1-40 16,10-3-49-16,8 2-48 0,-18-4-188 0,12 1-494 0,-2-3 218 15</inkml:trace>
  <inkml:trace contextRef="#ctx0" brushRef="#br0" timeOffset="140068.84">23434 11197 158 0,'-5'-4'182'0,"1"-1"-2"0,-4 0-5 16,-1 0-7-16,3 3-9 0,-3-2-9 0,-1 3-10 16,1 1-3-16,9 0-1 0,-23 0-17 0,13 4-5 15,-3 0 5-15,-1 4-7 0,0 2-2 0,-3 3-3 16,3 1-8-16,-1 2-6 0,1 4-8 0,-3 2-10 15,4-1-4-15,1 1-4 0,1 0-8 0,5-4 0 16,-2 7-2-16,6-6-6 0,-1 2-2 0,5-2 0 0,-1 0 1 16,5 0-7-16,-1 1-4 0,7-4-5 15,-1 0-4-15,5-2 3 0,-1-2-3 0,9 4-7 16,0-6-1-16,3 0-2 0,-5-6-1 0,6-1 3 16,-7 0-7-16,0-1 0 0,0-1 1 0,-5-2-2 0,3 1 1 15,-6-3 0-15,1 0-8 0,-2 0 2 16,-2 0-1-16,2-4 0 0,-1 2 3 0,-2 0-2 15,-3 2-1-15,2-5 2 0,-3 3-3 0,0 1 0 16,1-1-1-16,-3 0-4 0,2-1-1 0,-5 6 3 0,5-11-10 16,-1 7 3-16,-4 4-11 0,5-7-9 0,-5 7-8 15,3-8-10-15,-3 8-22 0,4-5-16 16,-4 5-22-16,0 0-20 0,0 0-34 0,0 0-33 16,0 0-43-16,0 0-199 0,0 0-465 0,0 0 206 0</inkml:trace>
  <inkml:trace contextRef="#ctx0" brushRef="#br0" timeOffset="142695.12">23635 11336 19 0,'1'-6'181'0,"-1"6"7"0,0-11-4 0,0 11-3 16,0-11-8-16,0 11-1 0,2-8-8 0,-2 8-4 16,0 0-8-16,0-11-15 0,0 11-5 0,0 0-12 15,0-8-10-15,0 8-14 0,0 0-10 0,0 0-9 16,0 0-12-16,0 0-9 0,0 0-3 0,0 0-8 15,0 0-3-15,0 0-3 0,0 0-3 0,-3 34-5 16,0-17-5-16,3-2-3 0,-1 3 2 0,0-1-5 16,1 0-1-16,0 1-2 0,1-2 1 0,0 2-2 15,3-2-2-15,0-4-3 0,-2 0 1 0,1 0-1 16,2-3-1-16,0 2-3 0,2-2 3 0,0 0 0 16,1-4 2-16,1 0-2 0,0 0-1 0,1-2-1 15,-2-2 1-15,2 1-2 0,1-2 0 0,0-3 0 0,-1-1 0 16,1 0 0-16,-2-1 0 0,4-6-4 0,-3 2 3 15,-2 2-1-15,-2-4 1 0,2-3 3 16,0 3-4-16,-5-1-1 0,4-2-2 0,-3-2-1 16,0 1 4-16,-3-1-1 0,0 0-1 0,-1 0-3 0,1 3 0 15,1 3 3-15,-4-1 0 0,4 3-3 0,-2 0 2 16,0 8-1-16,0-11 1 0,0 11-3 16,0-9 2-16,0 9-1 0,0 0 1 0,0-11-4 0,0 11-1 15,0 0-1-15,0 0-1 0,0 0 1 0,0 0 1 16,0 0 0-16,0 0 1 0,0 0 1 0,7 28 1 15,-6-16-1-15,2-2 2 0,0 6-1 16,-2-4 4-16,3 5-3 0,-2 0 5 0,2 0 2 0,0 0 13 16,2 0-10-16,-2 0-2 0,1-1 2 0,-1-4 3 15,4 2-3-15,-3-3 0 0,4-1-2 0,-1-1 3 16,-1 0-4-16,1-2-2 0,2-3 3 0,0 2 0 16,1-3-3-16,0 1 5 0,1-4-7 0,0 2 6 15,1-2-2-15,-1 1 2 0,0-4-5 0,0-1 1 16,-1-1 0-16,-2-1 1 0,3 1-2 0,-2-4 0 15,-2 1 3-15,-1-2-1 0,-1-2 0 0,4-1 0 16,-5-3-3-16,0 0 0 0,-2 0-1 0,-1-3-1 16,-1 2 0-16,-1 0-2 0,0-1 1 0,-3 0-1 15,0 1 0-15,0 1-2 0,-2 4 1 0,0 2 3 16,0-1-2-16,1 2-2 0,0 1 1 0,-1 3 0 0,0 1-3 16,1-2 1-16,4 6 1 0,-11-8-3 15,7 6 2-15,4 2 3 0,-10-1-1 0,10 1-3 16,-10 0 5-16,10 0-6 0,0 0 0 0,-12 1 0 15,12-1 1-15,-5 4 2 0,5-4 1 0,0 0 1 0,0 0-1 16,0 0 2-16,9 16-2 0,-3-12 2 0,6-1-2 16,-1-1 2-16,3 0 0 0,3-2-1 0,2 1-1 15,-1-1 4-15,-3 1-3 0,2-3 1 16,-3 0-2-16,-2 2 3 0,0 0-1 0,-1 0 0 0,-4-2 0 16,-7 2 1-16,15 0 1 0,-9-1 0 0,-6 1-4 15,9-1 2-15,-9 1 0 0,0 0 3 16,11-1-3-16,-11 1 0 0,0 0-2 0,0 0 0 15,0 0-5-15,8 3 3 0,-8-3-2 0,2 6-1 0,1 0 4 16,-3 1-2-16,0 2 1 0,0 1 3 0,0 2-1 16,0 4-2-16,0-1 3 0,0 2 1 0,0 0 0 15,0-6 3-15,1 4 0 0,-1 3 2 0,1-2-3 16,2 0 4-16,0-4-4 0,0 0 2 0,0 0 2 16,1-1 1-16,3-1-1 0,-3-2 1 0,3 0 1 15,0 1 1-15,2-2-1 0,0-2-2 0,3-1-4 16,-2-1 9-16,0-1-5 0,-2-1 3 0,3-2-5 15,0 0 2-15,-1-2 1 0,0-1 0 0,0 1 2 16,-2-4-5-16,5-3 2 0,-4 0-1 0,2-1 0 16,-1-2 4-16,-2 3-5 0,-3-1 2 0,0-5-5 15,-1-2 0-15,-3 2-4 0,2 0-2 0,-3 0 1 16,-1-2-1-16,-2 0 0 0,1 1 1 0,-2 0 6 16,0 3-1-16,0 2-7 0,1 1 0 0,-2 1-2 15,-2 0 2-15,3 6 0 0,-1-2 1 0,0 1-1 16,5 5 1-16,-11-7 2 0,4 6-3 0,-1-3 0 0,8 4-1 15,-10-2 0-15,10 2-1 0,-12 0-1 16,12 0 4-16,0 0 2 0,-9 2-1 0,9-2 1 16,0 0 3-16,0 0-4 0,0 8 2 0,0-8 0 0,0 0 3 15,20 7 2-15,-10-3-3 0,2-1 2 0,6-2-1 16,3 1 1-16,-6-2-2 0,4 0 0 16,-2-1 0-16,-2 2-2 0,-3-1 4 0,2 0 0 15,-5 0-5-15,1 2 0 0,-2-2 2 0,-8 0 0 0,13 0 2 16,-8 3-4-16,-5-3 1 0,12 4 0 0,-6-2 0 15,-3 2-1-15,-3-4-2 0,7 10 2 0,-4-4 0 16,-1 3 4-16,-1-2-5 0,2 4 2 0,-2 0-1 16,-1 3 1-16,0 1 1 0,0-4 0 0,0 6-1 15,-1-2 5-15,0 3 0 0,1-2 0 0,1-5 0 16,-1 0-2-16,1 1 2 0,2-1 1 0,2 0 3 16,-2-2-1-16,4 2 0 0,-3-5 3 0,2 1 1 15,3-1 1-15,1-1 2 0,1-1-1 0,1-3-2 16,6 0 2-16,-4-1 3 0,0-1 5 0,5-2-7 15,-6 1-1-15,3-3 2 0,-1-2-2 0,-2 2 4 16,2-5-6-16,-5 1 0 0,6-4-1 0,-6 2 0 16,1-5-4-16,-2 1 5 0,-2 1 0 0,-2-3-5 15,0-1 0-15,-3 1 2 0,-2 1-4 0,-2 0 7 16,0 3-8-16,-1 1 3 0,2 1-6 0,-5 1 1 16,3 1 1-16,-3 4 6 0,3-2-14 0,3 7 5 15,-9-8-3-15,2 8-5 0,7 0 4 0,-13 2-3 16,3 4 5-16,0 3-1 0,0 3-1 0,1-2 6 15,-2 4-7-15,1-1 3 0,3 0 2 0,-1 2-2 16,4-1 2-16,0 3 3 0,3-2-3 0,0-3 2 0,2 1-2 16,0-3-3-16,3 2-10 0,3-2-7 0,3 0-20 15,-2-1-24-15,3 2-26 0,-2-4-27 16,0 1-28-16,-1-4-16 0,4 0-18 0,-5-2-24 16,0 1-13-16,4-1-144 0,-4 0-393 0,-7-2 174 0</inkml:trace>
  <inkml:trace contextRef="#ctx0" brushRef="#br0" timeOffset="143106.79">25058 11394 85 0,'0'0'181'0,"1"-8"-3"0,-1 8-15 0,0 0-19 16,3-8-16-16,-3 8-5 0,0 0-6 0,0 0 9 16,0 0-11-16,0 0-6 0,0 29 6 0,0-18-6 15,0 1-6-15,-3 4-9 0,2-4 2 0,1 3-8 16,-1-3-8-16,1-2-9 0,0 2-3 0,0-4-8 15,0 0-5-15,0 0-2 0,0-8-5 0,0 12 1 16,0-12 8-16,0 7 8 0,0-7 8 0,1 8 6 16,-1-8 8-16,0 0-5 0,0 0-6 0,0 0-7 15,0 0-3-15,0 0-12 0,0 0-1 0,0 0-8 16,7-19-8-16,-5 10 0 0,2 0-7 0,0-2 2 16,1-2-4-16,4-1-8 0,0 0-1 0,1-1-2 15,3 0-2-15,-2-1-2 0,1 2-3 0,3 2 0 16,-6 3-7-16,2 2 6 0,-4 1-4 0,1 2-2 15,-3 0-2-15,1 0-1 0,-6 4-2 0,10-4 3 16,-10 4-1-16,13 3-1 0,-6 0 11 0,0 4-9 16,-2 1-3-16,-1-2-1 0,0 3 6 0,0-1-6 15,-1 3 3-15,-1 1-3 0,2-1 5 0,-4 2-3 16,5-3 3-16,-5 3-1 0,0-1 1 0,2-2-1 0,1 2-5 16,-2-4-13-16,2 3-23 0,-1-4-32 15,-2 3-21-15,0-3-32 0,0-7-45 0,2 14-30 16,0-11-28-16,-2-3-34 0,3 8-147 0,-3-8-442 15,6 3 196-15</inkml:trace>
  <inkml:trace contextRef="#ctx0" brushRef="#br0" timeOffset="143430.31">25498 11183 106 0,'2'-12'255'0,"-2"-1"-14"0,2 1-4 0,-2-1 2 0,2 3-7 15,-2 1-11-15,0 2-10 0,0 7-20 0,0-10-19 16,0 10-22-16,0 0-15 0,0 0-18 0,0 0-9 16,0 0-6-16,0 0-7 0,0 36 2 0,0-17-3 15,-2 6-6-15,2 2-9 0,0-1-4 0,-2-1 6 16,0 2-8-16,-1-2 0 0,2 1-8 16,0-6-7-16,1 0 4 0,0-2-17 0,-2 2 3 0,2-1-4 15,2-3 1-15,0 0-13 0,-2-3 6 0,0-1-8 16,2-2-3-16,-1 0-9 0,1 0 3 0,0 0 0 15,-2-2-1-15,2-2 0 0,0-1-4 0,-2-5 6 16,4 12-5-16,-1-8-10 0,2 1-15 0,-5-5-10 16,9 5-25-16,-5-4-15 0,-4-1-16 0,13 0-29 15,-7 2-33-15,-6-2-31 0,13-4-29 0,-5 1-44 16,2-1-14-16,-1-1-219 0,0 0-510 0,2-3 226 16</inkml:trace>
  <inkml:trace contextRef="#ctx0" brushRef="#br0" timeOffset="143738.57">25351 11248 3 0,'-12'-2'197'0,"2"-1"2"0,5 1-15 0,5 2-7 16,-13-2-11-16,13 2-10 0,-4-3-7 15,4 3 3-15,0 0-6 0,0 0 0 0,38-3-10 16,-9 2-3-16,2-1-4 0,3-1-9 0,2 2-1 15,0-2-3-15,-3-1-5 0,2 2-4 0,-9-1-4 0,-4-1 5 16,-3 1-4-16,-3 0-2 0,-1-1-2 16,-4 2 8-16,0-1 2 0,-4 2 4 0,0-2 1 0,-7 3 2 15,11-2-27-15,-11 2 26 0,10-1-28 0,-10 1-1 16,0 0-9-16,7-2-29 0,-7 2 7 0,0 0 0 16,0 0-10-16,0 0-8 0,8-3-21 0,-8 3-15 15,0 0-26-15,0 0-38 0,0 0-32 16,0 0-30-16,0 0-47 0,0 0-65 0,0 0-70 0,0 0-267 15,0 0-619-15,-15 17 274 0</inkml:trace>
  <inkml:trace contextRef="#ctx0" brushRef="#br0" timeOffset="145137.23">26398 11207 110 0,'0'0'233'15,"-2"-12"-8"-15,0 6-5 0,-1 0-12 0,3 6-8 16,-8-11-18-16,2 7-15 0,2 0-12 0,4 4-13 16,-13-2-13-16,2 4-11 0,1 2-3 0,-2 0-7 15,-5 7-5-15,0 1 6 0,-2 8-11 0,-1-2-11 16,3 2-2-16,0 0-10 0,2 1-7 0,1 3-2 15,5-6-7-15,1 0-6 0,-1 6 0 0,4-7-2 16,0 2-13-16,3 0 16 0,0-1-16 0,4 0-4 16,0 0 9-16,-1-2-12 0,8-1-2 0,0-2-4 15,0 1 0-15,7-3-2 0,-3-2-6 0,5 1 2 16,-1-6-2-16,2 2 0 0,-2-2 0 0,4-3-12 0,-1 1-10 16,-2-3-9-16,2-3-9 0,-5 1-10 15,4 0 4-15,-3-3-13 0,1 0-6 0,-2-1-7 16,0-2-4-16,3-1-1 0,-7-1 1 0,3 0-3 15,-1 0 9-15,-2-1 1 0,-1-1 5 0,-4 0 2 0,1 0 6 16,-1 1 4-16,-4 0 4 0,0-1 3 16,-1 2 4-16,-1 0 12 0,2 2 6 0,-2-1 8 15,0 10 5-15,-2-13 3 0,1 7 4 0,1 6 15 0,-2-9 1 16,2 9-2-16,-2-8-2 0,2 8-2 0,0 0-2 16,0 0-3-16,-2-8-1 0,2 8-4 0,0 0 11 15,0 0 7-15,0 0-3 0,-19 17-2 16,13-8 3-16,0 3-4 0,-1 3 4 0,-2-1-4 0,0 0 1 15,4 1-1-15,1-1-2 0,-2 3-5 0,3-5 2 16,1 1-4-16,0 5 0 0,0-6-5 0,2-2 2 16,2 2 1-16,0 0 9 0,0-1-10 0,3-3-4 15,-1 1 2-15,0 0-1 0,6-3-2 0,-4-1 4 16,3 1-6-16,-2-3-5 0,3 0 5 0,2-2 1 16,-3-1 7-16,5 0-7 0,-5-1-1 0,0-2 5 15,2 0-6-15,-2-3 2 0,0-1-5 0,1-1 0 16,-2-1-3-16,1-1 8 0,0-4-6 0,0-2-6 15,-4 2-2-15,-1-1-2 0,-2 0-1 0,-2 1 3 16,0-1-1-16,-2 3 8 0,0-4-10 0,-3 6 2 16,1-2 1-16,-3 3-2 0,2-1-3 0,-3 2 7 15,-1 2 1-15,1 0-1 0,-2-1-1 0,1 2-1 16,2 0 3-16,-2 2-2 0,2-2 1 0,7 5-2 16,-11-4 3-16,7 2 1 0,4 2-1 0,-8-4-3 15,8 4-4-15,0 0-1 0,0 0 1 0,0 0 0 16,0 0 10-16,0 0-7 0,0 0 1 0,0 0-2 15,0 0 5-15,27 2-2 0,-13-2-2 0,-1 2 5 16,6-2-3-16,-2 2 13 0,2 1-8 0,-6-2-4 16,1 2 1-16,-3 2 4 0,3-2-3 0,3 1 8 0,-6 3-4 15,1-1-4-15,-2 1 3 0,-1 0 0 16,1 1 0-16,-3 1 0 0,1 0 2 0,2 6 0 16,-4-5 2-16,-1 1 5 0,-1 3-5 0,0 0 9 15,-1-2-11-15,-1 1 3 0,3-3-1 0,-3-1-2 0,1 1-2 16,-3-3 1-16,2-1 1 0,-2-6 2 0,0 10 0 15,0-10 7-15,2 6 2 0,-2-6 7 0,0 8 9 16,0-8 8-16,0 0 7 0,0 0 1 16,0 0-6-16,0 0-3 0,0 0-5 0,0 0 0 0,0 0-5 15,0 0-3-15,-17-19 4 0,15 10-14 0,0-4 3 16,0 3-1-16,2-4-3 0,0-1-5 16,0-1-2-16,4 1-3 0,-4-2 1 0,5 2-5 0,0-1 9 15,0 3-11-15,1-2-1 0,1 2-9 0,1 3 13 16,0 2-3-16,0-1 1 0,1 2-2 0,1 0-5 15,-1 2 1-15,1 0 5 0,4 4-4 0,2 0 1 16,-2 0-5-16,-3 4 2 0,1 0 6 0,3 2-3 16,-5 4-1-16,1-2-2 0,-3 3 1 0,1-2 4 15,1 8 1-15,0-2 1 0,-8-5-4 0,3 2 2 16,-1 1 1-16,3-1 1 0,-5 1 1 0,0 3 1 16,0-3 2-16,-2-1-4 0,5-1 1 0,-5 0-2 15,0 0 4-15,3-1 0 0,-3 1-3 0,0-3-11 16,2-1-21-16,-2-6-17 0,0 10-23 0,0-10-30 15,0 12-21-15,0-12-28 0,-2 8-28 0,2-8-31 16,0 0-7-16,0 8-27 0,0-8-165 0,0 0-445 0,0 0 198 16</inkml:trace>
  <inkml:trace contextRef="#ctx0" brushRef="#br0" timeOffset="145440.81">27275 11210 132 0,'0'-13'250'0,"0"2"-6"0,2 0 0 0,-2 1-11 0,0 10-2 16,0-12-5-16,0 6-30 0,0 6-23 0,0 0-10 15,0-8-23-15,0 8-7 0,0 0-3 0,0 0 4 16,0 0-6-16,-4 36-7 0,0-17 7 0,4-1-1 16,-2 0-20-16,2 7-7 0,-2-5-5 0,0-1-6 15,2 1-8-15,0-1-10 0,0 2 5 0,0 3-10 16,0-5-4-16,0 1-8 0,2-1-5 0,0-2 2 15,-4 1-14-15,4-2 2 0,0 0-15 16,-2-1 5-16,0-2 5 0,4-1-6 0,-3-1 2 0,-1 0-11 16,1-1-16-16,-1-3-20 0,2 3-19 0,-2-1-25 15,0-9-28-15,0 13-27 0,0-13-27 0,0 9-39 16,0-9-38-16,0 9-29 0,0-9-33 0,-3 8-199 16,3-8-520-16,0 0 231 0</inkml:trace>
  <inkml:trace contextRef="#ctx0" brushRef="#br0" timeOffset="146073.19">27275 11409 138 0,'2'-12'221'0,"0"6"-12"0,2 0-9 16,0 1-9-16,3-2-10 0,5 3-9 0,-1 2-11 15,0-1-5-15,7 2-16 0,2 0-11 0,-2 3-3 16,2 5-8-16,-2-3 2 0,2 2-18 0,-3 0-11 15,-4 2-10-15,0 2-1 0,-1-1-7 0,-6 0-4 0,1 1-5 16,-1 0-6-16,0 1 3 0,-2-3-9 16,-4 3 1-16,2-2 0 0,-2 2-1 0,0-4-2 15,-2 3-4-15,2-2 0 0,-4-2-1 0,3 1-2 16,-4-1-2-16,5-6 0 0,-7 9-7 0,5-6 0 0,2-3-2 16,-8 7-6-16,3-3 5 0,5-4-6 0,-9 4-3 15,9-4 2-15,-6 1-1 0,6-1 0 16,0 0-4-16,0 0-5 0,-14-9-3 0,14 9 3 15,-4-10 1-15,4 4-2 0,0 6-2 0,2-17-3 0,0 4 0 16,3 3 1-16,1-1-7 0,3-3 3 0,1 1-4 16,-2 3 3-16,-1 1 1 0,4-1-1 15,-2 1-2-15,0 1 1 0,1 1 3 0,-4-1-2 16,1 2 1-16,-1 2-7 0,-1 0 1 0,-1 0 4 0,-4 4-2 16,10-7-3-16,-10 7-2 0,4-3-1 0,-4 3 2 15,0 0 1-15,9 0-6 0,-9 0 6 0,0 0-1 16,13 5 3-16,-10-1-4 0,1 1 0 0,-4-5 0 15,7 10 3-15,-3-4-7 0,0 0 7 0,-1-1 3 16,4 4-6-16,-2-2 4 0,1 4 1 0,-1-3-2 16,1-2 0-16,2-2 0 0,0 2 4 0,1-2-8 15,-1 0 5-15,2 0 4 0,-1 0 1 0,2-3-7 16,1-1 8-16,-2 1 2 0,-1-2-10 0,3 0 10 16,-4-2-1-16,2-3 1 0,-3 3-1 0,2-6 4 15,-1 2 1-15,-4 1-1 0,-1-1-5 0,2-3 1 16,-2 1 1-16,-1-2-1 0,0 1 5 0,-2 0-4 15,0-2 9-15,-4 1-11 0,3 0-6 0,-4 0 2 16,1 2-1-16,0 0 3 0,-1 3-6 0,1 2-3 16,-3-3 4-16,0 4-7 0,0 0-11 0,7 3-14 15,-13-3-13-15,13 3-15 0,-16 2-19 0,5 0-23 0,2 2-26 16,-3 2-36-16,3 0-39 0,1-1-34 16,1 2-44-16,-2-1-157 0,5-1-474 0,4-5 210 0</inkml:trace>
  <inkml:trace contextRef="#ctx0" brushRef="#br0" timeOffset="146353.56">27930 11232 172 0,'2'-8'249'0,"3"-1"-9"0,-1 1-11 0,-2 2-4 15,0-1-8-15,1 0-4 0,-3 7-17 0,3-10-14 16,-3 10-16-16,4-6-18 0,-4 6-17 0,0 0-13 15,0 0-12-15,0 0-10 0,0 0 0 0,4 20-2 16,-4-7 1-16,-1 3-3 0,-2 3-12 0,3 0 2 16,-2 1-7-16,0 6 0 0,-1-7-17 0,0 1 2 15,1 4-3-15,0-6-7 0,2 2-5 0,-2-2-1 16,2 2-12-16,-2-3 1 0,4 0-2 0,-2-1-12 16,-2-2-7-16,4 1-32 0,-2-4-26 0,4 1-34 15,-4-3-34-15,3 2-34 0,-1-3-33 0,1-2-39 16,-3-6-38-16,2 10-201 0,-2-10-496 0,0 5 219 15</inkml:trace>
  <inkml:trace contextRef="#ctx0" brushRef="#br0" timeOffset="146595.94">28175 11177 73 0,'3'-19'239'0,"-2"1"-1"0,-1 6 2 16,1-3-3-16,-1 3-9 0,-1 5-12 0,1-1-24 0,0 8-18 15,0 0-23-15,0 0-12 0,0 0-8 16,0 0-5-16,0 0 1 0,-4 30-1 0,4-5-10 16,-3 2-7-16,0 0-1 0,-3 2-15 0,2-2-8 0,1 1-4 15,-1-2-10-15,2-1 6 0,-2 3-20 0,4-4-2 16,-4 1-7-16,2-4-7 0,2 3-26 16,0-7-20-16,0 2-37 0,2 0-36 0,-2-4-40 15,-2-2-56-15,4-2-40 0,-1-1-50 0,-1 2-186 0,1-3-487 16,-1-2 215-16</inkml:trace>
  <inkml:trace contextRef="#ctx0" brushRef="#br0" timeOffset="146923.76">28211 11603 33 0,'8'-6'197'0,"-5"3"-4"0,-3 3-8 16,12-10-3-16,-4 4-1 0,1 0-8 0,2-1-13 15,0 1-6-15,2-3-13 0,3 0-11 0,1 0-9 16,0 1-12-16,1-2-8 0,-2-1-8 0,7-4-5 15,-8 3-7-15,1 0 0 0,-3-1-5 0,1 1-10 16,-5-4-5-16,2 0-5 0,-2 3-4 0,-4 1 5 16,-3 2-10-16,3-1-8 0,-4 3 5 0,1 0 0 15,-2 2-4-15,0 6-1 0,-3-14-6 0,0 8-7 16,3 6 2-16,-9-6-3 0,0 4-5 0,9 2-3 16,-17 3 2-16,5 2-4 0,-3 3 0 0,1 4 3 15,2-5 10-15,1 5-8 0,0-2 2 0,4 3 2 16,1 3-3-16,2-4-1 0,1-2 0 0,3 1-4 15,1 0-3-15,3 1 3 0,2 2 0 0,6 0-2 16,1-2-3-16,6-1-19 0,0-3-18 0,8 1-29 16,0-1-30-16,0 2-38 0,-8-6-29 0,1 1-27 15,8-2-19-15,-7-1-21 0,-6 1-17 0,1-1-131 16,-4-2-397-16,2 0 175 0</inkml:trace>
  <inkml:trace contextRef="#ctx0" brushRef="#br0" timeOffset="147407.26">28852 11451 13 0,'7'-10'203'0,"-4"2"-5"0,3-2-2 0,-4 1-1 0,2 0-2 16,-4 3-9-16,0 6-4 0,-1-12-4 0,1 12-13 16,-6-11-6-16,1 6-11 0,-5 2-14 0,3 2-5 15,-5-2-3-15,3 3-14 0,-5 3 7 16,4 2-16-16,-2 1-8 0,-3 2-1 0,1-2-11 16,5 1-9-16,-6 3-11 0,6-3 0 0,-1 1-12 0,3 1-2 15,1 1-2-15,1 0-9 0,1-4 0 0,2 4 2 16,1-4-10-16,1-6 1 0,1 12-2 0,3-6-5 15,3 1-2-15,-3-2 4 0,3-2-4 0,6 2-5 16,-1-3-5-16,0-2 7 0,0 2 2 0,0-5-4 16,1-1-4-16,-1 4 1 0,-2-5-2 0,0 0 1 15,2-1 3-15,-3-1-8 0,2-3 2 0,-3 1-1 16,1-5-1-16,1 0-4 0,-2 1 14 0,1-3-11 16,-3-1 1-16,1 1 1 0,-2-4-11 0,-1-3 8 15,-1-3-2-15,0 7 15 0,0-9-14 0,-2 2-5 16,-1 0 6-16,-1 1 1 0,1 7-4 0,0-3 1 15,-2 4 9-15,1-1 10 0,0 4 1 0,-1 4 8 16,0-2 5-16,1 2 3 0,1 3-2 0,0 7-6 16,-4-11 0-16,4 11-8 0,-2-5-6 0,2 5-1 15,0 0 15-15,0 0-17 0,-6 27 3 0,5-9-2 16,-4 2 5-16,5 6 4 0,-4 3 9 0,4-3-1 0,-1 1-2 16,1 1 5-16,-2-3-3 0,2 1-6 15,0 0-2-15,3-2-2 0,-3-5 1 0,3 6-2 16,-2-6 2-16,1 1-3 0,2-1 1 0,0-1 5 0,-3 0-13 15,2-4-38-15,1 2-11 0,-2-5-19 0,-1-1-28 16,2 2-29-16,-3-4-36 0,0-1-32 0,0 4-49 16,0-11-43-16,1 11-59 0,-2-3-191 15,1-8-564-15,-5 11 250 0</inkml:trace>
  <inkml:trace contextRef="#ctx0" brushRef="#br0" timeOffset="150773.37">29686 11129 53 0,'-7'-3'165'0,"0"0"-4"15,-2 2-10-15,1-2-14 0,-2 3-2 0,-2 0-11 16,-1 2-4-16,1 0-2 0,-4 4-11 0,0 2 4 16,2 4-2-16,-3-1-8 0,-1 7-10 0,-2 1-4 15,4 2-7-15,-1 0 1 0,2 0-12 0,3-4-2 16,3 0-4-16,1 2-3 0,-2 5-4 0,6-5 7 16,4 0-8-16,1-2-4 0,2 1-2 0,2 2-5 15,4-5-5-15,0 2-2 0,2-1-6 0,6-3 0 16,-2-3-1-16,4-1-1 0,1-2-4 0,-2-1-12 15,3-3-14-15,-3 2-10 0,0-3-14 0,1 0-14 16,-1-4-13-16,0 0-9 0,-1 1-7 0,1-3-22 16,-6-3 1-16,2 2-6 0,1-2-2 0,0-2 12 15,-5 2-3-15,1-2 10 0,1-4 7 0,-2 4 4 16,-1-4 5-16,1-1 9 0,-1-1-3 0,-1 1 20 16,0-2 3-16,-1 3 19 0,-2 0 12 0,-1 2 18 15,1 0 12-15,-2 1 7 0,1 1 12 0,-3 3 3 16,2 0 6-16,-3 6 4 0,2-9 6 0,-2 9-10 0,3-9-5 15,-3 9-7-15,0 0-7 0,0 0 0 16,0 0-4-16,0 0 12 0,0 0 11 0,0 0-5 16,-5 24-3-16,3-12-6 0,-2 4 0 0,-1-4-2 15,3 4-3-15,1 0-1 0,-1 1-2 0,1 0 4 16,1-2-1-16,1 1-2 0,3 1-10 0,-1-3 10 16,6 0-7-16,-2-1 0 0,4 0-3 0,4-1 0 15,-2-2-4-15,3-4 0 0,0 2-1 0,0-2 0 16,-3-3-4-16,1 0-3 0,0-2 2 0,0 0 1 15,0-3-6-15,-2 0 1 0,6-2 1 0,-6 1 0 0,1-4-5 16,0-2 1-16,1-4 3 0,-3 1-4 0,1-2-3 16,-2-2-3-16,-2 1 1 0,-2-2-1 0,2 1-5 15,-2 0 5-15,-2 0-3 0,0 0 2 0,-1 4-2 16,-2 4 1-16,0-3 3 0,-1 2 4 0,0 1-5 16,0 8 10-16,1-11 2 0,-1 11-3 15,0-9-1-15,0 9 1 0,0 0-5 0,0-8-1 16,0 8-2-16,0 0 3 0,0 0-4 0,0 0 2 0,0 0 1 15,-5 31-3-15,4-20-1 0,0 1 5 0,-1 1-2 16,2 1 1-16,-1 2 1 0,2 1-2 0,1 0 3 16,0 0 2-16,0-6-3 0,1 6 1 0,1-5 1 15,1-1 0-15,2 0 4 0,-1 0 0 0,2-2 4 16,0-2-2-16,2 1 0 0,0-4 3 0,0 0-2 16,3 1-3-16,-2-1-3 0,3-3 4 0,-1 2-1 15,0-4-3-15,0-1-2 0,-2-1 3 0,3-1-1 0,-2-2 1 16,-1 1-2-16,3-6-1 0,-1 1 0 15,-4 0 1-15,1-6 1 0,-2 0-3 0,0 1 0 16,-2-3-3-16,-2 0-4 0,-2 0-1 16,1 0 1-16,-3-1 1 0,-3 2 0 0,1 2-1 0,-1 3 0 0,-2 1-3 15,0 1 4-15,-1-1-3 0,1 1 0 16,-2 2-1-16,1 1 3 0,0 2-1 0,-1 0 5 16,2 0-8-16,5 5 3 0,-9-6 0 0,9 6-3 15,-8-4-1-15,8 4 1 0,-5-4 1 0,5 4-4 0,0 0 1 16,-7-1-1-16,7 1 5 0,0 0-6 0,0 0 5 15,0 0-1-15,0 0 8 0,0 0-2 16,0 0-2-16,22 11 1 0,-11-11 1 0,-1 2-2 16,5-1 0-16,-2-4 4 0,1 3-1 0,4 0 0 15,-4 0 0-15,0-2-4 0,0 2 5 0,-3-1-3 16,-1 0 2-16,-1 1 2 0,-9 0 0 0,11-2 5 16,-11 2-2-16,9 2-3 0,-9-2 4 0,0 0-5 15,13-2-3-15,-13 2-2 0,0 0 1 0,8 4 0 0,-8-4-1 16,3 6-1-16,-3 1 6 0,3-1-3 0,-2 3-1 15,-1 3 0-15,0 0 4 0,0 0-2 0,-1 4 4 16,2 0-2-16,1 0 0 0,-2-4 0 0,0 0 0 16,1 3 1-16,1 1 3 0,0-4 0 0,3 5-4 15,1-3 5-15,-3-2 3 0,2 0 0 0,0-4-2 16,0 1 6-16,4-1 2 0,-1-1-4 0,1-1 1 16,3-2-1-16,-1 2 1 0,-1-3-3 0,2-1 3 15,-1 0 0-15,0-2-3 0,1 0 1 0,-1-2 2 16,2-3-6-16,-3 3 1 0,1-5 1 0,0 0-6 15,3-1 11-15,-5-1-9 0,4-5-1 0,-3 0-2 16,-2-2 7-16,1 0-11 0,-4 1-8 0,-1 0 17 16,-4-3-15-16,0 1 4 0,0 6-4 0,-2-4 20 15,-2 3-4-15,1 2 0 0,-1 0-3 0,-4 1 3 16,2 1-2-16,-1 0-1 0,0 1-2 0,-2 0 2 16,0 1-3-16,1 3 2 0,3-1 1 0,-1 1-4 15,6 3-2-15,-8-5 0 0,8 5-1 0,-8-4 0 16,8 4-1-16,0 0-6 0,-4-4 7 0,4 4-3 15,0 0 2-15,0 0-1 0,0 0 2 0,0 0 0 16,0 0 2-16,31 2 0 0,-18-2 4 0,6 2-5 16,-1-2 3-16,1 0-5 0,-1-2 3 0,-5 1-1 15,-2 1 2-15,2 0-2 0,-3 0 3 0,2 0-2 16,-12 0 1-16,13 1-4 0,-8-1-3 0,-5 0 3 16,9 2-1-16,-9-2 2 0,9 2-1 0,-9-2 0 15,5 7 0-15,-3-2-3 0,-2-5-1 0,3 12 5 16,-2-2-3-16,-1 0 3 0,0 1 0 0,-1 1 3 15,1-1-9-15,-1 5 8 0,1-5 0 0,0 2 3 16,0-1-4-16,1 4 2 0,1-6-1 0,1 2 11 16,1-3-10-16,2 1 6 0,0-1-2 0,1 0 7 15,1-2 3-15,2 0-1 0,-1-2 2 0,0 1 3 16,5-1-3-16,-1-4 6 0,-1 1-6 0,4 0-8 0,-3-2 7 16,0-3 0-16,2 2-4 0,1-4 0 15,1 1 1-15,-4-2 0 0,-4 1 0 0,5-3-4 16,-3-1-2-16,1-2 3 0,-1-1-3 0,-1-1-3 15,-5 3 2-15,1-6 1 0,-1-1-5 0,0 1-2 0,-3 4 5 16,1 1-3-16,-3-2 0 0,-1 3-2 16,-1-2-4-16,0 2 5 0,-3 0-2 0,2 4-1 0,-1 1 0 15,4 5-2-15,-10-8-5 0,4 8 2 16,6 0 0-16,-14 2 7 0,3 4-4 0,-1 2-1 0,-2 1-1 16,-1 4 0-16,1 1 4 0,3-3 0 0,0 3-2 15,4-3 1-15,-1 3 1 0,3-3-2 0,1 1 1 16,3 3 1-16,2-2 1 0,2 0 1 15,3 2-14-15,1-4-24 0,3 1-32 0,1 1-24 16,-2-4-34-16,5 2-40 0,1-1-26 0,-4-4-30 0,4 3-32 16,-6-4-161-16,4 2-454 0,-3-3 201 0</inkml:trace>
  <inkml:trace contextRef="#ctx0" brushRef="#br0" timeOffset="151193.81">31410 11372 164 0,'0'0'182'0,"0"0"-20"0,4-7-6 16,-4 7 2-16,0 0-9 0,0 0-8 0,6 20 10 15,-3-11-3-15,-2 4-14 0,0 2-13 0,0 0-7 16,1 1 3-16,-2-5-5 0,2 6-7 0,-2-5-13 16,1 0-1-16,1-2-10 0,-1 1-6 0,0-1-3 15,-2-1-6-15,1-9 1 0,0 10 1 16,0-10 4-16,1 9 8 0,-1-9 9 0,1 5 1 0,-1-5-9 15,0 0-4-15,0 0-7 0,0 0-6 0,0 0-5 16,0 0-10-16,0 0-1 0,-2-26 0 0,2 26-6 16,1-17-7-16,2 6-1 0,-2 3-5 0,3-3-3 15,4-3 1-15,-3 1-9 0,4-3 5 0,1-1-3 16,0 4-6-16,4 1 0 0,-1 0-9 0,1 1-1 16,1 1 2-16,-3 5-5 0,2-4 6 0,-4 4-5 15,2 4 1-15,-3-3-2 0,0 3-2 0,-1 1-2 16,-8 0 0-16,17 5-2 0,-12-1 2 0,0 3 0 15,2 2 0-15,-5-2 9 0,1 2-10 0,1 4-1 16,-4-2 0-16,1 1 7 0,-2 1-3 0,-1 1 0 16,1-2 6-16,0 1-5 0,-1 0-1 0,2-1-23 15,-1-1-22-15,0-2-21 0,0 3-25 0,-1-3-35 16,1 1-46-16,0-1-37 0,1-9-33 0,0 12-42 16,-3-6-144-16,3-6-465 0,0 0 206 0</inkml:trace>
  <inkml:trace contextRef="#ctx0" brushRef="#br0" timeOffset="151482.94">31840 11226 220 0,'6'-16'255'0,"-4"4"-7"0,2 1-6 16,-1 1-14-16,0 1-15 0,1 3-10 0,-3-1-18 15,-1 7-25-15,3-8-19 0,-3 8-12 0,0 0-12 16,0 0 0-16,0 0 4 0,2 25-7 0,-3-9-7 15,1 3 3-15,-1 1-5 0,0 4-2 0,-1 2-3 16,0-2 1-16,2-3-6 0,-4-3-10 0,3 0-6 16,0 0-3-16,-2-2-13 0,2 1-2 0,-1 0-11 15,2-2-6-15,0 1 2 0,0-4-10 0,2 1 4 16,-4 2-9-16,4-2-4 0,-1-2 1 0,2-1-30 16,-3-1-19-16,1-3-18 0,-1 2-29 0,0-8-23 15,0 13-32-15,0-13-29 0,0 10-37 0,0-10-35 16,0 0-24-16,0 8-31 0,0-8-162 0,0 0-478 15,0 0 212-15</inkml:trace>
  <inkml:trace contextRef="#ctx0" brushRef="#br0" timeOffset="151654.57">31743 11339 48 0,'0'0'201'0,"0"0"-17"0,5-9-17 15,-5 9-4-15,13-4-14 0,0 1-19 0,6 3-7 16,0-1-16-16,4 2-19 0,-5-1-37 0,4 3-37 16,-2-2-46-16,2 0-55 0,-3 1-131 15,-6 3-236-15,5-3 104 0</inkml:trace>
  <inkml:trace contextRef="#ctx0" brushRef="#br0" timeOffset="152136.17">31985 11718 188 0,'0'0'224'15,"16"-7"-9"-15,-8 3-23 0,5-2-11 0,2-3-15 16,3-2-11-16,5-2-17 0,0-4-10 0,1 2-10 16,-5 2-6-16,1-3-9 0,-4 3-1 0,7-13-13 15,-1 12-4-15,0-8-12 0,-4 2 0 0,-3-2-2 16,-1 0-7-16,-4-1-5 0,2 1-2 0,-2 4-8 15,-5-1-5-15,0 0-2 0,0 1-5 0,-1 2 5 16,-1 4-2-16,-1 0 1 0,-2 4 1 0,2 1-8 16,0 2 1-16,-2 5-9 0,-2-10-4 0,2 10-2 15,-5-6-5-15,5 6 1 0,-9-2 5 0,9 2-7 16,-22 4-5-16,12 2 1 0,-8-1 0 0,5 0-3 16,-1 2 0-16,2-1-4 0,3 1 1 0,0 1-2 15,2-2-1-15,3-1 1 0,-1 4-6 0,2-2 1 16,1 0 0-16,2-7-1 0,5 19-1 0,-1-10-1 15,3 4 2-15,7-2 1 0,-1 3 0 0,2-1-2 16,1-2-2-16,0 4 0 0,-1-4 1 0,-1 5-5 16,-2-4 5-16,4 3 0 0,-4-1-3 0,-1 0-1 15,0-1 4-15,-4-2 0 0,-1-2-2 0,0 0 2 16,-1-1-1-16,-2-2 0 0,0-2 4 0,-3-4-2 16,2 11 5-16,-2-11-3 0,-5 8 3 0,5-8 2 15,-9 9 0-15,3-7 2 0,-1 1-4 0,-4 0-2 16,1 0-3-16,-1-3-21 0,-1 0-20 0,1 1-15 15,1-1-29-15,-1 2-17 0,11-2-33 0,-20-2-31 16,14 1-31-16,6 1-164 0,-17-4-396 0,17 4 176 16</inkml:trace>
  <inkml:trace contextRef="#ctx0" brushRef="#br0" timeOffset="152471.24">32464 11488 149 0,'5'-10'211'15,"-5"10"-9"-15,4-3-15 0,-4 3-21 0,0 0-17 16,0 0-11-16,0 0-8 0,0 0-11 0,0 0-4 16,0 0-9-16,0 20-10 0,0-20-5 0,-2 19-8 15,0-9-1-15,1 2-6 0,1-2-6 0,0 0-7 16,1-1-5-16,-1 3-6 0,5-3 2 16,-1-1 4-16,2-1-5 0,0 0 3 0,0-2-1 0,3-3 3 15,2 2 1-15,1-2-4 0,-1-1-7 0,1-3-1 16,0 0-4-16,0-1-3 0,-2-2 4 0,1 0-5 15,0 0 0-15,-2-3-1 0,-1-2-5 0,2 1-2 16,-5-2-3-16,3-2-1 0,-3 3-4 0,-1-5-2 16,0-1-3-16,-2 2-1 0,-2 1-2 0,0 1-6 15,-2-2 1-15,-3-1-8 0,2 5-8 0,-2-1-8 16,-2 1-9-16,-2 2-11 0,1 2-9 0,-3 2-15 16,0 0-16-16,-1 3-24 0,-1 1-29 0,1 1-20 15,0 2-33-15,2 1-15 0,0-3-28 0,1 5-135 16,5-2-386-16,0 2 171 0</inkml:trace>
  <inkml:trace contextRef="#ctx0" brushRef="#br0" timeOffset="153307.01">32703 11385 56 0,'0'0'231'15,"0"0"-6"-15,0 0-5 0,0 0-20 0,0 0-23 16,0 0-17-16,27-29-22 0,-27 29-12 0,0 0-7 15,0 0-9-15,0 0 5 0,0 0 8 0,0 0-19 16,0 0-7-16,-1 77-9 0,1-77-7 0,0 0-7 16,-8 54-1-16,8-54 5 0,0 34-4 0,0-34-2 15,0 0-12-15,4 37-5 0,-4-37-4 0,0 0-5 16,9 27 2-16,-9-27-3 0,0 0-3 0,0 0-4 16,25 19-5-16,-25-19-4 0,0 0 1 0,0 0-4 15,31 5 0-15,-31-5-2 0,0 0-1 0,0 0-4 16,0 0 0-16,0 0-7 0,0 0 1 0,51-30-1 15,-51 30 1-15,14-19-5 0,-14 19-2 0,12-25 3 16,-12 25-4-16,12-27 1 0,-12 27 1 0,0 0-1 16,12-33-4-16,-12 33 1 0,0 0-5 0,0 0 4 15,9-28 1-15,-9 28-2 0,0 0-2 0,0 0-1 16,0 0-4-16,0 0-2 0,0 0 0 0,0 0 0 16,0 0 4-16,0 0-4 0,0 0 3 0,0 0-2 15,0 0 6-15,0 0 2 0,0 0 0 0,0 0 3 16,0 0 2-16,0 0 6 0,0 0-2 15,0 0-1-15,-28 89 10 0,28-89-7 0,0 0 8 0,0 0-6 16,0 0 8-16,14 42 9 0,-14-42-10 0,0 0 3 16,0 0-1-16,24 18-1 0,-24-18 1 0,0 0-1 15,29 7-1-15,-29-7 2 0,0 0-7 0,0 0-3 16,0 0 7-16,0 0-6 0,57-16 2 16,-57 16-5-16,0 0-5 0,27-20 1 0,-27 20 0 0,15-19-2 15,-15 19-12-15,17-30-2 0,-17 30-5 0,12-35-2 16,-12 35 2-16,9-33-6 0,-9 33 3 0,9-32-3 15,-9 32 5-15,0 0-2 0,0 0 5 0,-4-42-3 16,4 42 1-16,0 0-2 0,0 0 7 0,0 0-1 16,-19-29-4-16,19 29 2 0,0 0 6 0,0 0-7 15,-27-8 6-15,27 8 1 0,0 0 0 0,0 0-4 16,0 0 4-16,0 0-2 0,0 0 1 0,0 0 0 16,0 0-2-16,-39 0 12 0,39 0-6 0,0 0-1 15,0 0 1-15,0 0 0 0,0 0-1 0,0 0 1 16,0 0 1-16,0 0 3 0,0 0-7 0,0 0 3 15,0 0 1-15,0 0-1 0,0 0 3 0,0 0 1 16,0 0-1-16,0 0 1 0,0 0 1 0,104 6-1 16,-104-6 0-16,0 0 0 0,0 0 1 0,0 0 3 15,0 0-9-15,0 0 1 0,0 0 2 0,0 0-2 16,43 1 0-16,-43-1 0 0,0 0-1 0,0 0-5 16,0 0 5-16,0 0-2 0,0 0-1 0,19 22 0 15,-19-22 3-15,0 0 1 0,0 0 1 0,0 0 0 16,1 41 5-16,-1-41 1 0,0 0 7 0,-5 40-3 15,5-40 5-15,0 0 0 0,-3 39 1 0,3-39 0 16,0 0-3-16,0 0-8 0,-3 42 10 0,3-42-3 16,0 0-2-16,0 0 6 0,-4 35-33 0,4-35-19 15,0 0-29-15,0 0-37 0,0 0-44 0,0 0-48 16,0 0-51-16,0 0-214 0,0 0-497 0,0 0 221 16</inkml:trace>
  <inkml:trace contextRef="#ctx0" brushRef="#br0" timeOffset="153770.04">33374 11369 101 0,'0'0'243'0,"0"0"-11"0,0 0-14 16,0 0-19-16,0 0-20 0,0 0-15 0,0 0-16 15,0 0-9-15,0 0-6 0,0 0-4 0,0 0-12 16,0 0 5-16,0 0 0 0,-73 32-3 0,73-32-20 15,-19 27-7-15,19-27-3 0,-15 31-6 0,15-31-4 16,-12 27-3-16,12-27-1 0,0 0 5 0,-6 32-5 16,6-32-7-16,0 0 1 0,0 0-5 0,0 0-14 15,14 42 12-15,-14-42-2 0,0 0-10 0,29 18 0 16,-29-18-10-16,33 9 0 0,-33-9-4 16,36 5 4-16,-36-5-12 0,0 0 2 0,53 2-6 0,-53-2-2 15,0 0-4-15,48-7 6 0,-48 7-7 0,28-9-3 16,-28 9 0-16,0 0-2 0,32-20 0 15,-32 20 4-15,21-28-2 0,-21 28-2 0,12-20 2 16,-12 20-1-16,11-28-5 0,-11 28 7 0,0 0-6 0,9-35 2 16,-9 35 2-16,0 0 3 0,0 0-7 15,1-36 6-15,-1 36-1 0,0 0-10 0,0 0 0 0,0 0-1 16,0 0 4-16,0 0-5 0,-36-17 0 0,36 17 0 16,0 0 5-16,0 0 0 0,0 0-3 0,0 0 4 15,-62 42-5-15,62-42-4 0,-15 24 1 16,15-24 2-16,0 0 2 0,-7 35-2 0,7-35 5 15,0 0-3-15,10 41-14 0,-10-41-28 0,0 0-34 0,19 29-44 16,-19-29-46-16,21 19-49 0,-21-19-76 0,0 0-266 16,28 19-597-16,-28-19 265 0</inkml:trace>
  <inkml:trace contextRef="#ctx0" brushRef="#br0" timeOffset="153960.09">33632 11667 2658 0,'0'0'165'0,"0"0"-52"0,0 0-10 0,0 0 14 16,0 0 32-16,0 0 3 0,0 0 0 0,0 0-9 16,0 0-16-16,0 0-10 0,0 0-11 0,0 0-8 15,0 0-16-15,0 0-7 0,0 0-11 16,0 0-43-16,0 0-18 0,0 0-44 0,0 0-33 16,0 0-44-16,0 0-52 0,0 0-66 0,0 0-77 15,0 0-270-15,0 0-630 0,0 0 279 0</inkml:trace>
  <inkml:trace contextRef="#ctx0" brushRef="#br0" timeOffset="155833.96">23342 11904 99 0,'-14'-1'86'0,"14"1"13"16,-9 1-14-16,9-1-1 0,-10 1-10 0,10-1 1 15,-9 2-6-15,9-2 3 0,0 0-5 0,-12 1-9 16,12-1-1-16,0 0 5 0,0 0-8 0,-10 0 3 16,10 0-1-16,0 0-3 0,0 0-1 0,0 0-1 15,0 0 5-15,0 0-6 0,0 0 0 0,0 0-10 0,0 0-1 16,-9 0-2-16,9 0 0 0,0 0-2 0,0 0-7 16,0 0-3-16,0 0-1 0,0 0 0 15,0 0-3-15,0 0 2 0,0 0-11 0,0 0 4 16,0 0-5-16,0 0-3 0,0 0 5 0,0 0-5 0,0 0 3 15,0 0 0-15,0 0-5 0,0 0-1 0,0 0 2 16,0 0-3-16,0 0 2 0,0 0 0 0,0 0-1 16,0 0 4-16,0 0-5 0,0 0 0 0,0 0-4 15,0 0-3-15,0 0 3 0,0 0 2 0,0 0-6 16,0 0 9-16,0 0-1 0,0 0-2 0,0 0 2 16,0 0-3-16,0 0-1 0,0 0 4 0,0 0-11 15,0 0 8-15,0 0 1 0,0 0 1 0,0 0 1 16,-9 3-7-16,9-3 5 0,-8 2 4 0,8-2 0 15,-10 4-4-15,10-4-1 0,-10 0 7 0,10 0 3 16,-8 1 3-16,8-1 8 0,0 0-5 0,-9 0-5 16,9 0 7-16,0 0 2 0,0 0 6 0,0 0-1 15,0 0 2-15,0 0 3 0,-10 2-4 0,10-2 3 16,0 0 1-16,0 0-5 0,0 0 4 0,0 0-1 16,0 0 0-16,0 0 2 0,0 0-3 0,0 0-1 0,0 0-3 15,0 0-1-15,0 0 1 0,0 0-3 16,0 0 2-16,0 0-2 0,35 0 0 0,-23-1 3 15,4 1-2-15,0 1 0 0,5-1-4 0,-1 0 5 16,7 0-2-16,1 1-1 0,0 0-1 0,4-1 0 16,0 1 1-16,3 2 0 0,-2-1-2 0,3-2-4 15,2 2-1-15,2 0 0 0,12 2 1 0,-2 0-4 0,1-3-2 16,0 2 6-16,-12-1-5 0,12 2-1 16,-12-1 0-16,15 1 0 0,-1 1 0 0,-14-3-6 15,12 2 1-15,0-1 2 0,0 1-3 0,-11-3 1 16,12 1 0-16,2 0 2 0,0-4-3 0,-1 4 9 0,3-2-10 15,-3-2 2-15,-1 5-3 0,2-4-1 16,-14-1 3-16,17 2 5 0,-3 0-9 0,-3-2 5 0,0 1-3 16,-12 1 3-16,15 0-6 0,-5 0 3 0,-12 0 2 15,0 0 1-15,2 0 1 0,12 0-5 0,-12 0 1 16,0 0 2-16,1 0-1 0,-2 0 2 16,1 0-2-16,14 0 5 0,-16 0 0 0,1 1-2 0,1-2-1 15,-3 1 2-15,4 1 4 0,-4-2-2 0,-3 1-1 16,4 1 2-16,-3 1-6 0,-2-2 7 0,1 2-2 15,0-1 2-15,-3 0-4 0,3-1 5 0,-3 0-2 16,3 0 4-16,1 0-2 0,-3 1 5 0,1 2 3 16,-1-4-11-16,0 2 3 0,1-1 3 0,-3 0 3 15,3 2 0-15,-3 0-3 0,2-4 9 0,1 4-4 16,-5-1 1-16,4-2-3 0,-2 3 1 0,1-3-2 16,-3 2 1-16,2-1-5 0,0-1 3 0,0 1 0 15,-1-1 3-15,3 1-3 0,-3 0 17 0,2-2-11 16,-1 1-7-16,2 1-2 0,-1-1 7 0,3 1-4 15,-1-3-1-15,2 2-2 0,0 1 4 0,-5-2 2 16,2 0-3-16,-2 2-5 0,-2-2 1 0,0 2 5 16,-7-1-8-16,1 1-2 0,1-2 7 0,-2 1-6 15,1 0 4-15,-2-1-3 0,0 1-2 0,1 1-1 16,-3-2-6-16,-3 2-15 0,-4 0-22 0,0-1-27 16,-3 1-25-16,-7 0-34 0,14-1-45 0,-6 0-65 15,-8 1-273-15,9-4-549 0,-9 4 242 0</inkml:trace>
  <inkml:trace contextRef="#ctx0" brushRef="#br0" timeOffset="157750.28">26841 11961 108 0,'-10'-2'128'16,"4"-1"-2"-16,6 3-4 0,-13-5-4 0,8 4-2 16,5 1-5-16,-7-4-14 0,7 4 1 0,-9-2-7 0,9 2-3 15,0 0-10-15,0 0-2 0,0 0-7 0,0 0-4 16,0 0-2-16,0 0 0 0,25-4 0 0,-12 5-1 16,4-1-2-16,4 2 0 0,6-1-2 0,-4 1 0 15,9-1 2-15,-1 2 2 0,5 0-2 0,2 0 0 16,3-1-3-16,13 1-1 0,1 1-4 0,-3 0 6 15,7-4-11-15,-3 4-1 0,3-1-3 0,-1-1-3 16,3 2-4-16,-6 0-4 0,2 0 0 0,-1-2-2 16,-2 0 2-16,-1-1-7 0,3 3-2 0,-6-2 3 15,7 0-4-15,-2 2 5 0,-3-2-6 0,4 2 3 16,0-3-1-16,-3 2-3 0,1-2 0 0,0 3-2 16,-16-3 7-16,15 3-9 0,-1-1 4 0,-15-3 0 15,1 0-2-15,2 3 6 0,-1-3-1 0,14 2-1 16,-2-1 3-16,-12-1-1 0,14 0 0 0,-13 1 1 15,11 1-2-15,-13-1 0 0,2 0 8 0,-3 1-12 0,14-2 1 16,-13 0 0-16,-1 0 4 0,2 0-1 16,-1 0-5-16,0 0 2 0,-1 2-1 0,-2-1-3 15,-2-2 0-15,-1 1 3 0,0-2 1 0,-3 4 4 16,2-2-6-16,-9-2 8 0,7 2 0 0,3-2-3 0,-2 2 6 16,-2-1-4-16,1 0 3 0,-1 1-4 0,0 0 0 15,1 0-5-15,-1-3 2 0,-7 4 4 16,7-1-9-16,-6 0-1 0,-1-1 5 0,0 1-5 15,9-1 3-15,-9-1-1 0,6 2-6 0,-5-1 1 0,6-1-2 16,-6-1 6-16,1 2-3 0,-3-2-11 0,8-1 5 16,-5 3 3-16,4-1-1 0,-7 0-3 15,1 1 6-15,0-1-5 0,-2-2-1 0,3 1-1 16,-1 2-3-16,0-2 2 0,8 1-5 0,-10 1 8 0,2-1-4 16,-2 1 6-16,1-2-4 0,1 2-5 0,-2 1 5 15,0-2-7-15,-1 1 14 0,4-1-7 0,-3 0-2 16,1 0 0-16,0 2-2 0,0-3 1 0,-1 3 1 15,2-3 0-15,-1 3-2 0,1 0 3 0,0-3-2 16,0 2 1-16,-2-1 2 0,1 1-4 16,1-1-3-16,-2 0 40 0,1 1 1 0,-3-3 2 0,1 3 0 15,1-1-10-15,0 1-3 0,2-1 4 0,-5 0-8 16,3 0 0-16,0 0 3 0,-2 1 2 0,2-1-4 16,-2 1-11-16,1-2 4 0,0 2 0 0,0-2-2 15,-1 3-6-15,0-1 0 0,0-1 4 0,-3 1-1 16,5-1 3-16,-6-1-5 0,5 2 1 0,1 0 1 15,-3-1-3-15,2 0 7 0,0 1-6 0,1-1 0 16,-2 1 0-16,-2-1-15 0,3 1-6 0,3-2 23 16,-1 1 0-16,-3 1 1 0,2-3 1 0,-1 3 1 15,0-2-1-15,1 1-8 0,-2 0 10 0,-4 0-4 0,2 2 6 16,-1-3-13-16,2-1 29 0,1 2-15 16,-3 1-22-16,1-1 20 0,2 1-5 0,2-1 12 15,-2 0-17-15,1 0 6 0,-1 0 0 0,1 2-1 16,0-1-3-16,-5 1-1 0,5-3 1 0,-5 1 1 0,1 0 1 15,-1 2 1-15,-1 0 2 0,2 0 0 16,-1-3-2-16,5 3-4 0,-6-2 2 0,2 0 1 16,-3-1 0-16,4 2-13 0,-2 0 12 0,-1-1 2 15,2 0 3-15,3 1-8 0,0-1 7 0,0 2-5 0,2 0 0 16,-2-1-3-16,2 1-5 0,0 0 5 0,-2-2-5 16,-5 2 4-16,3 0 7 0,-2-2 0 15,-1 2-1-15,2-1 0 0,5 1 0 0,-5-1 0 16,-1-1-2-16,5 0 0 0,-8 0 0 0,9 1 1 0,-6 0-5 15,0 1 1-15,1 0 0 0,-2-2-24 16,2 0-5-16,4 1 4 0,-6 2-3 0,1-2 12 16,0 1-3-16,0 0 4 0,4-2-1 0,-4 2 4 0,1 0-1 15,3 2 0-15,-3-1 2 0,5-2-1 0,-7 1-2 16,3 0-1-16,-3 0 4 0,0 1 6 0,-1-1-3 16,-1 3 2-16,2-2 3 0,-1-1 0 0,-1 1-1 15,1 0 1-15,0-2 0 0,-11 1 2 0,0 0-2 16,0 0 1-16,0 0 1 0,66 1 0 0,-66-1-4 15,0 0-1-15,0 0 2 0,49 2 0 0,-49-2-1 16,0 0 2-16,43 1-2 0,-43-1-6 16,0 0 5-16,40 4 2 0,-40-4-1 0,0 0 2 0,0 0-3 15,46 1 3-15,-46-1 2 0,0 0-1 0,37 2 5 16,-37-2-5-16,0 0-5 0,43 3 5 0,-43-3 0 16,0 0-4-16,33 0 2 0,-33 0 2 0,0 0 0 15,0 0-4-15,39 3 0 0,-39-3 1 0,0 0-1 16,37 1-1-16,-37-1-1 0,0 0 1 0,42 4 3 15,-42-4-1-15,0 0-4 0,38 4 5 0,-38-4-2 16,0 0 3-16,38 2 22 0,-38-2-4 0,0 0-2 16,35 2-1-16,-35-2 1 0,0 0-8 0,0 0 2 15,44 3 0-15,-44-3 0 0,0 0-4 0,33 3-1 16,-33-3-2-16,0 0 2 0,0 0-2 0,36 4 0 16,-36-4-4-16,0 0 5 0,0 0-1 0,0 0-3 15,38 1 6-15,-38-1 1 0,0 0-4 0,0 0-2 16,0 0 7-16,0 0-2 0,42 0 1 0,-42 0-4 0,0 0 0 15,0 0-5-15,42-2 3 0,-42 2-3 16,0 0 4-16,0 0-1 0,0 0-2 0,44 1 0 16,-44-1 0-16,0 0 2 0,0 0-3 0,37 3-1 15,-37-3-5-15,0 0 5 0,0 0 1 0,42 4-1 16,-42-4-2-16,0 0 1 0,0 0 1 0,0 0-1 16,36 3 3-16,-36-3-6 0,0 0 3 0,0 0 3 15,0 0-6-15,41 2 3 0,-41-2 3 0,0 0 0 0,0 0 6 16,0 0-2-16,0 0 0 0,34 2 1 0,-34-2-1 15,0 0 1-15,0 0 1 0,0 0-4 16,0 0 8-16,0 0-5 0,0 0 4 0,0 0-4 16,0 0 5-16,0 0-3 0,0 0-1 0,0 0-1 15,0 0-4-15,0 0-3 0,0 0 6 0,0 0 0 16,42-2 1-16,-42 2-5 0,0 0-2 0,0 0 4 16,0 0-8-16,0 0 8 0,0 0-3 0,0 0-3 15,0 0-13-15,0 0-13 0,0 0-9 0,0 0-22 0,0 0-23 16,0 0-49-16,0 0-56 0,0 0-51 15,0 0-54-15,0 0-55 0,0 0-76 0,0 0-278 16,0 0-759-16,0 0 336 0</inkml:trace>
  <inkml:trace contextRef="#ctx0" brushRef="#br0" timeOffset="159360.67">23226 12163 40 0,'0'0'106'0,"-11"2"-2"0,11-2-5 16,-14-2-6-16,14 2-3 0,-12 0-3 0,12 0-3 15,-12 0-8-15,12 0-18 0,-14-1 10 0,8 2-2 16,6-1-2-16,-16 0-12 0,10 2 0 0,6-2-5 16,-16 0 0-16,9 0-9 0,-1 0 8 0,8 0-2 15,-13 3 0-15,7-3-5 0,6 0-3 0,-11 0 0 16,11 0 2-16,-8 3-8 0,8-3 3 0,-8 1 0 15,8-1-6-15,0 0-1 0,0 0 1 0,-9 1 0 16,9-1-10-16,0 0 7 0,0 0-4 0,0 0 1 16,0 0-2-16,0 0-2 0,0 0 3 0,0 0-6 15,0 0 0-15,-5 4 6 0,5-4 12 0,0 0 4 0,0 0 1 16,0 0 4-16,30 5 4 0,-16-3-3 16,4-1-5-16,2 1-1 0,9 2 3 0,2-1 0 15,0-1-1-15,1 0 2 0,2-2-2 0,2 0 3 16,-1 3-11-16,3-3 3 0,-1 2-7 0,0 0 0 0,3 0 1 15,-2-2-6-15,1 2 0 0,1 0 0 0,14 1-2 16,-15 1-2-16,12-2-3 0,1 1-4 16,3-1 3-16,-2 0-3 0,3 1 0 0,3 2 1 0,0-3 0 15,1 0-4-15,-2-1 1 0,1-2 1 0,4 2-3 16,-3 3 9-16,-2-3-10 0,-1 0 0 0,0-1 1 16,-4 4 0-16,-3 1 1 0,-13-5-3 0,3 0 1 15,10 3 0-15,-11 0 2 0,12-1-3 0,-12-2 4 16,12 3 3-16,-13-1-3 0,0-1 4 0,0 2-4 15,-3 0 3-15,0-3 1 0,-6 0 5 0,2 1 4 16,-1-2-5-16,-9 1 0 0,-2 0 1 0,0 3 0 16,3-3 4-16,-4 0 1 0,2-2-5 0,-3 1 2 15,2 1 3-15,-1 0-5 0,-5 0-2 0,1 0 1 16,-1-2 0-16,-2 2 0 0,5 2-1 0,-3-2-3 16,0 0 3-16,-1-3-5 0,2 6-1 0,-4-5-23 15,0 0-14-15,-3 2-20 0,-7 0-23 0,13 0-20 16,-13 0-31-16,0 0-36 0,13-3-58 0,-13 3-213 15,3-4-464-15,-3 4 205 0</inkml:trace>
  <inkml:trace contextRef="#ctx0" brushRef="#br0" timeOffset="160024.77">25493 12283 129 0,'0'0'162'0,"0"0"-9"16,-4-5-8-16,4 5-9 0,0 0-11 0,0 0-3 0,0 0-12 15,0 0-4-15,0 0-5 0,0 0-7 16,0 0-4-16,0 0-4 0,0 0 5 0,21-3-3 16,-4 3-2-16,12 1-1 0,2 1-7 0,6-2-6 15,18 0-4-15,2 0-13 0,4 4 2 0,2-4-6 0,2 3 1 16,31-1 2-16,-6 1-6 0,0-1 0 16,0-2-1-16,4 5 1 0,-4-2-5 0,0 2-1 15,-1-1-3-15,1-2 0 0,2 3 0 0,-29-2-1 0,31 1 1 16,-4-4 2-16,-24 3-3 0,26-1-2 0,-27-3 2 15,31 7 0-15,-33-4-4 0,2 2 0 0,-2 2-2 16,-2-6-2-16,-1 2-1 0,-5 1-2 16,-18-4 4-16,1 2-4 0,1-2-4 0,-3 2 3 0,3-4 2 15,-6 2-2-15,-1 2 7 0,-3-2-4 0,-7 0 4 16,-4 1 2-16,0-2 5 0,1 2-3 0,-6-2 4 16,-2 2-3-16,-1 0 4 0,2-1-4 0,-12 1-2 15,13 0-7-15,-7-1-1 0,-6 1 4 0,14-2-14 16,-9 0 5-16,-5 2-12 0,9 0 15 0,-9 0-15 15,0 0-11-15,13 0-21 0,-13 0-22 16,8-2-22-16,-8 2-26 0,0 0-34 0,0 0-49 0,0 0-45 16,0 0-61-16,0 0-215 0,0 0-536 0,0 0 239 15</inkml:trace>
  <inkml:trace contextRef="#ctx0" brushRef="#br0" timeOffset="160659.99">27766 12321 50 0,'0'0'195'0,"0"0"-5"0,-7-4-4 0,7 4-10 16,0 0-6-16,0 0-14 0,0 0-15 0,0 0-13 0,0 0-10 16,0 0-10-16,10-13-9 0,-10 13-6 15,12-6-6-15,0 2-7 0,6 1 4 0,5-1-11 0,8 3-3 16,7-2 1-16,14 0-4 0,4 1-5 16,4 4-2-16,8-2-4 0,28 1-4 0,-4-1-4 0,-1 9-2 15,-26-4-8-15,26 0-1 0,-1 2-2 16,-27-3 1-16,29 1-5 0,-28 2-1 0,25-2-5 15,-22-1 4-15,22 0-4 0,-29 3 5 0,2 0-1 16,-1-4-1-16,0 4-1 0,0-3-4 0,-4 1 5 0,-6-5-3 16,2 2-2-16,-15-1 2 0,0-1 8 0,1 0-4 15,-2 0-3-15,-4 1 1 0,1-2 5 0,0 2 0 16,-1-2-4-16,-4-2 6 0,-1 3-2 0,-5 0 2 16,-1 0 2-16,-4-1 2 0,-4-1 4 0,-1 1-6 15,-1 0 6-15,-2 1-2 0,-3 0-6 0,-7 0-3 16,12-2 2-16,-12 2-7 0,11 0-4 0,-11 0 0 15,8 0-8-15,-8 0 1 0,6-2-18 0,-6 2-17 16,0 0-17-16,9-1-22 0,-9 1-32 0,0 0-32 16,0 0-43-16,7 6-44 0,-7-6-58 0,0 0-225 15,0 0-532-15,0 0 236 0</inkml:trace>
  <inkml:trace contextRef="#ctx0" brushRef="#br0" timeOffset="161272.01">29507 12345 121 0,'9'-4'166'0,"5"2"2"0,5-2-10 0,1 1-3 16,11 1-6-16,4-4-1 0,5 3-12 16,12-1-8-16,1 0-4 0,5-2-1 0,4 3-7 0,0 3-5 15,0-1-4-15,4 1-7 0,24 0-7 16,-30 0-4-16,0-2-6 0,4 2-7 0,-5 0-3 16,0 2-4-16,5-1-4 0,-3 0-4 0,-2-1-8 15,0 2 0-15,2-1-4 0,0 0 3 0,2 1-7 0,-3 0-1 16,1-2 2-16,-6 1-4 0,4 3 0 0,-3-3-2 15,-2-1-2-15,-2 0 5 0,-2 0-2 16,1 0-1-16,-12 0 25 0,-1 0-8 0,15-1 0 0,-16 1-9 16,2-4-1-16,-1 4-6 0,-2-3 3 0,1 3-7 15,-2-2 5-15,-2 1-10 0,-1-2 12 0,0 1-12 16,-2 0-4-16,0 2-6 0,1 2 6 0,-2-4 1 16,-1-1-9-16,-6 2-4 0,-3-2-2 0,-1 1 3 15,1 4 8-15,-6-4-14 0,-2 2 1 0,-3-1-7 16,0 0 1-16,-8 1-12 0,11-1-16 0,-11 1-16 15,10 0-23-15,-10 0-19 0,7-4-20 0,-7 4-27 16,0 0-46-16,0 0-45 0,0 0-35 0,0 0-35 16,0 0-156-16,0 0-480 0,-31-10 213 0</inkml:trace>
  <inkml:trace contextRef="#ctx0" brushRef="#br0" timeOffset="161959.54">31765 12283 166 0,'0'0'204'0,"0"0"-5"16,0 0-9-16,27-8-6 0,-5 6-11 0,7-3-8 0,4 3-13 15,3-1 0-15,1 1-12 0,1 2-3 16,1-3-9-16,14 1-5 0,-14 0-6 0,12-3-3 16,-12 5-1-16,11-3-3 0,-13 0-3 0,-1 0 0 15,2 0-5-15,1 2-9 0,-1-2-23 0,-2 0 1 0,2 1-8 16,-38 2-5-16,75-2-2 0,-39 2 0 15,-2-5-4-15,-34 5-5 0,66 1-2 0,-35-3 2 16,-31 2 1-16,62 0-10 0,-35-3-7 0,-27 3 4 16,55 2-13-16,-55-2 6 0,41-2-4 0,-41 2 0 15,40-2-1-15,-40 2-5 0,41 3 2 0,-41-3-3 0,0 0-6 16,47 1 0-16,-47-1-2 0,0 0 4 16,36 0-3-16,-36 0-2 0,0 0 1 0,0 0-1 15,43 0-4-15,-43 0 8 0,0 0-9 0,0 0 4 0,0 0 0 16,41-2-4-16,-41 2 0 0,0 0-19 15,0 0-11-15,0 0-1 0,32-6-14 0,-32 6-8 16,0 0-10-16,0 0-2 0,0 0-8 0,0 0-3 16,0 0-4-16,26-13-7 0,-26 13-6 0,0 0-3 0,0 0-4 15,0 0 0-15,0 0 12 0,0 0-4 0,0 0 9 16,0 0 8-16,0 0 5 0,0 0 9 0,0 0 6 16,0 0 11-16,0 0 21 0,0 0 27 0,0 0 18 15,0 0 14-15,0 0 9 0,0 0 8 16,0 0-1-16,0 0 34 0,46-4-2 0,-46 4-1 0,0 0 0 15,49-2 2-15,-49 2 0 0,43 0 1 0,-43 0 1 16,55 2 5-16,-55-2-4 0,54 0-12 0,-54 0 2 16,43-2-23-16,-43 2 16 0,43 2-9 0,-43-2 8 15,42 4-9-15,-42-4 0 0,44-2-3 0,-44 2-24 16,39 2 19-16,-39-2-8 0,0 0-2 0,46 5 3 16,-46-5-6-16,0 0-1 0,38 4-2 0,-38-4 0 15,0 0-8-15,0 0-2 0,30 4 4 0,-30-4 3 16,0 0 3-16,0 0 3 0,0 0-7 0,0 0 4 15,0 0-6-15,0 0-6 0,0 0-3 0,0 0-3 16,0 0-2-16,0 0 5 0,0 0-10 0,0 0 0 16,0 0-4-16,0 0-1 0,0 0 1 0,0 0-5 15,0 0 0-15,0 0 1 0,0 0-5 0,0 0-1 16,0 0-2-16,0 0-12 0,0 0-11 0,0 0-31 16,0 0-3-16,0 0-32 0,0 0-28 0,0 0-54 15,0 0-51-15,0 0-60 0,0 0-59 0</inkml:trace>
  <inkml:trace contextRef="#ctx0" brushRef="#br0" timeOffset="174825.98">18990 6551 17 0,'0'0'59'0,"0"0"-6"0,0 0-5 15,0 0-3-15,0 0-6 0,0 0-5 0,0 0-4 16,0 0-9-16,0 0-7 0,0 0-6 0,0 0-10 16,0 0-13-16,0 0-8 0,0 0-32 0,0 0-59 15,0 0 25-15</inkml:trace>
  <inkml:trace contextRef="#ctx0" brushRef="#br0" timeOffset="184899.08">24062 6405 22 0,'0'0'22'0,"0"0"0"0,0 0-4 0,0 0 7 15,0 0-1-15,0 0-5 0,0 0-1 0,0 0-4 16,0 0 2-16,0 0 4 0,0 0-10 0,0 0 1 15,0 0 3-15,0 0-5 0,0 0 4 0,0 0-6 16,0 0 4-16,0 0-5 0,0 0 2 16,0 0-3-16,0 0-1 0,0 0 4 0,0 0 3 15,0 0-6-15,0 0-1 0,0 0 4 0,0 0 3 0,0 0 1 16,0 0-3-16,0 0 2 0,0 0-2 0,0 0 0 16,0 0 1-16,0 0-9 0,0 0 8 0,0 0-1 15,0 0-1-15,0 0-1 0,0 0-4 0,0 0 5 16,0 0 1-16,0 0 2 0,0 0-3 0,0 0 3 15,0 0-4-15,0 0 2 0,0 0-2 0,0 0-3 16,0 0 1-16,0 0-1 0,0 0 2 0,0 0 0 16,0 0-2-16,0 0-2 0,0 0-3 0,0 0 2 15,0 0-1-15,0 0 5 0,0 0-8 0,0 0 6 16,0 0-4-16,0 0 5 0,0 0-3 0,0 0 0 16,0 0-1-16,0 0 4 0,0 0 0 0,0 0-1 15,0 0 3-15,0 0-5 0,0 0 3 0,0 0-4 16,0 0-4-16,0 0 6 0,0 0-1 0,0 0-7 15,0 0-6-15,0 0-6 0,0 0-1 0,0 0-2 16,0 0-12-16,0 0 7 0,0 0 1 0,0 0-8 16,0 0-25-16,0 0-64 0,0 0 29 0</inkml:trace>
  <inkml:trace contextRef="#ctx0" brushRef="#br0" timeOffset="-137891.38">23249 11896 30 0,'0'0'31'15,"0"0"-6"-15,-8-2-1 0,8 2-4 0,0 0 4 16,0 0 2-16,-11-2-5 0,11 2-5 0,0 0 7 0,0 0-9 15,-9-1-4-15,9 1-2 0,0 0-3 0,0 0 5 16,-11 0-4-16,11 0 5 0,0 0-1 0,-12 3-5 16,12-3 1-16,-8 0-2 0,8 0 4 15,-8 2-8-15,8-2 3 0,-9 2 2 0,9-2 0 0,-9 2 1 16,9-2-1-16,-6 1 2 0,6-1-2 0,-8 3-2 16,8-3 2-16,0 0-1 0,-14 3 5 15,14-3-4-15,-6 1 4 0,6-1-1 0,0 0-1 16,-9 1 3-16,9-1 2 0,0 0 2 0,-10 2-3 0,10-2 1 15,0 0-1-15,0 0 5 0,-11 0 1 0,11 0-2 16,0 0-2-16,-10-2 3 0,10 2 5 0,0 0-5 16,0 0 2-16,-11 0 2 0,11 0-7 0,0 0-2 15,-8-2-2-15,8 2 9 0,0 0-5 16,-8-3-3-16,8 3 1 0,0 0 7 0,0 0 2 0,-12-1-6 16,12 1-5-16,0 0-1 0,0 0 5 0,-9-2 7 15,9 2-11-15,0 0 4 0,0 0-8 0,0 0 4 16,0 0-1-16,0 0-4 0,0 0 0 0,0 0 5 15,0 0-1-15,0 0 0 0,0 0-5 0,0 0 15 16,0 0 11-16,0 0-15 0,36 6 1 0,-17-6 0 16,1 0 4-16,1 1-5 0,8 0 1 0,2 1 3 15,1-2 4-15,-2 0-1 0,2 0-2 0,0 0-2 16,-1 0-6-16,-2 0 1 0,-1 0 2 0,-1 0 3 16,-5-2 1-16,-2 2 1 0,1 0-8 0,-1-1-7 15,-2 0 5-15,0 1-5 0,-5-3 5 0,1 2-2 16,-4-1 8-16,-1 2-9 0,1-1 15 0,-3-1-2 15,-1 0 6-15,-6 2 0 0,15-2-5 0,-15 2-4 16,11-3-2-16,-6 1 3 0,-5 2-1 0,7-3-2 16,-7 3 1-16,8-4-1 0,-8 4-1 0,0 0-7 15,6-3-1-15,-6 3 2 0,0 0 0 0,0 0-6 16,0 0-10-16,0 0-16 0,0 0-9 0,0 0-19 16,0 0 3-16,0 0-24 0,9 7-13 0,-9-7-3 15,0 0-17-15,-4 12-65 0,4-12-186 0,-6 10 83 16</inkml:trace>
  <inkml:trace contextRef="#ctx0" brushRef="#br0" timeOffset="-136854.07">23154 12192 5 0,'0'0'32'0,"0"0"7"0,0 0-12 15,4-7 4-15,-4 7-4 0,0 0-10 0,0 0 10 16,0 0-8-16,0 0-2 0,0 0-1 0,0 0 2 16,0 0-1-16,0 0-4 0,0 0 2 0,0 0 1 15,0 0-3-15,0 0 4 0,-17-3 2 0,17 3 3 16,0 0-4-16,0 0-1 0,0 0 1 0,-9-1-2 15,9 1-1-15,0 0 3 0,0 0-13 0,0 0 10 16,0 0-1-16,0 0-5 0,0 0-7 0,0 0 6 16,-11 1 4-16,11-1-2 0,0 0-12 15,0 0 5-15,0 0 0 0,0 0 7 0,0 0-8 0,0 0-2 16,0 0-4-16,0 0 15 0,0 0-1 0,0 0 3 16,0 0 2-16,24 12 1 0,-14-12-1 0,2 1 1 15,3 0-3-15,-2-1-2 0,6 2 1 0,-2-2 1 16,2 0-1-16,1 0 3 0,-2-2-11 0,3 4 16 15,-2-2-7-15,0-2 4 0,-1 1-5 0,-5 1 2 16,-2 0 8-16,2-1-13 0,-3-1 1 0,3 1 5 16,-3 0 2-16,1 0 2 0,-4-1-2 0,-7 2 5 15,13-1 1-15,-13 1 2 0,9-2 0 0,-9 2 3 0,6-2 1 16,-6 2-2-16,8-3 5 0,-8 3 2 16,0 0-7-16,0 0 5 0,9-4-15 0,-9 4 0 15,0 0 0-15,0 0 1 0,0 0-8 0,4-3 1 16,-4 3-6-16,0 0-9 0,0 0-11 0,0 0-2 0,0 0-17 15,0 0-22-15,9 9-14 0,-9-9-25 16,5 6-83-16,-5-6-193 0,6 8 87 0</inkml:trace>
  <inkml:trace contextRef="#ctx0" brushRef="#br0" timeOffset="-135918.65">33209 11637 14 0,'0'0'100'0,"0"0"-17"0,0 0 4 16,0 0-14-16,0 0-5 0,0 0-9 0,0 0-6 15,0 0 12-15,0 0-25 0,0 0-12 0,0 0-25 16,0 0-23-16,0 0-19 0,0 0-11 0,0 0-44 0,0 0-103 16,0 0 46-16</inkml:trace>
  <inkml:trace contextRef="#ctx0" brushRef="#br0" timeOffset="120396.04">27509 6641 23 0,'0'0'30'0,"0"0"-7"16,0 0-1-16,0 0 3 0,0 0-16 0,0 0 8 15,0 0 2-15,0 0-1 0,0 0-2 0,0 0-7 0,0 0 7 16,0 0-6-16,0 0 3 0,0 0-2 0,0 0-3 16,0 0 4-16,0 0-3 0,0 0-2 0,0 0-1 15,0 0 1-15,0 0-2 0,0 0-2 0,0 0 3 16,0 0 0-16,0 0-2 0,0 0-1 0,0 0 1 15,0 0 1-15,0 0-5 0,0 0 2 0,0 0 4 16,0 0-8-16,0 0 4 0,0 0-3 0,0 0 1 16,0 0 2-16,0 0 0 0,0 0 3 0,0 0-1 15,0 0-4-15,0 0 0 0,0 0 0 16,0 0-10-16,0 0 5 0,0 0 5 0,0 0 1 0,0 0-1 16,0 0-3-16,0 0 4 0,0 0 3 0,0 0-5 15,0 0-2-15,0 0 5 0,0 0-3 0,0 0-5 16,0 0 8-16,0 0 0 0,0 0-5 15,0 0 6-15,0 0-9 0,0 0 3 0,0 0 7 0,0 0 1 16,0 0-10-16,0 0 2 0,0 0-2 0,0 0 4 16,0 0 3-16,0 0-3 0,0 0 3 0,0 0-5 15,0 0 2-15,0 0 2 0,0 0-4 0,0 0-5 16,0 0 4-16,0 0 3 0,0 0-3 16,0 0-2-16,0 0-2 0,0 0 5 0,0 0 0 0,0 0 0 15,0 0-2-15,0 0-1 0,0 0 3 0,0 0 1 16,0 0 1-16,-4 5-7 0,4-5 5 0,0 0 3 15,0 0 5-15,0 0-10 0,0 0 6 0,0 0-5 16,0 0 6-16,0 0-3 0,0 0 0 0,0 0 4 16,0 0-2-16,0 0 1 0,0 0-3 0,-6 4 2 15,6-4-4-15,0 0 7 0,0 0-5 0,0 0 0 16,0 0-2-16,0 0-1 0,0 0 4 0,0 0-2 16,0 0 1-16,0 0-2 0,0 0 3 0,0 0-3 15,0 0 3-15,0 0-6 0,-3 7-1 0,3-7-2 16,0 0 6-16,0 0-5 0,0 0-2 0,0 0-3 15,0 0-1-15,-2 6 1 0,2-6 3 0,0 0-17 16,0 0-28-16,0 0 13 0</inkml:trace>
  <inkml:trace contextRef="#ctx0" brushRef="#br0" timeOffset="167641.81">26102 6111 54 0,'0'0'64'0,"0"0"6"15,0 0-10-15,3-9 1 0,-3 9-2 0,0 0-7 16,0 0 6-16,1-7-6 0,-1 7 0 0,0 0-6 16,0 0 7-16,0 0-4 0,0 0-5 0,0 0 1 15,-1-10 0-15,1 10-4 0,0 0 5 0,0 0 0 16,0 0-8-16,0 0-15 0,0 0 2 0,0 0 2 16,0 0-3-16,0 0-2 0,0 0 6 0,0 0-6 15,0 0 2-15,0 0-11 0,0 0-1 0,0 0-6 0,0 0 11 16,0 0-10-16,-1-10 4 0,1 10-6 15,0 0 0-15,0 0-2 0,0 0-3 0,0 0 3 16,0 0-2-16,0 0 0 0,0 0 2 0,-14 14-6 16,14-14 5-16,-8 10-4 0,1-4 9 0,-3 2-2 0,4-2-2 15,-3 3 5-15,-1-2 0 0,-5 3-9 0,0-1 2 16,-1 3 2-16,1-3 5 0,-2 3-2 16,-3-2 4-16,3 3-8 0,-6-1 3 0,5-3-1 15,0 2 1-15,2-2 3 0,0 1 3 0,0-1-10 16,1 4 3-16,1-5-3 0,3 1-9 0,-2-1 13 15,1-1-5-15,1 2 7 0,1-4 0 0,0 2-7 0,4-2 7 16,1-1-8-16,-1 1 6 0,0-1-2 0,6-4 6 16,-7 5-4-16,7-5 9 0,-4 4-8 0,4-4-2 15,0 0-2-15,-6 5-3 0,6-5 0 0,0 0 7 16,0 0-1-16,-7 4-4 0,7-4 8 0,0 0-9 16,0 0 5-16,0 0 5 0,0 0 1 0,0 0-3 15,0 0-2-15,0 0 5 0,0 0-8 0,0 0 9 16,-4 3-9-16,4-3-1 0,0 0-4 0,0 0 1 15,0 0 4-15,0 0 0 0,0 0 0 0,0 0-4 16,0 0 4-16,0 0-3 0,0 0 9 0,0 0-9 16,0 0-1-16,0 0 2 0,0 0-1 0,0 0-1 15,0 0-2-15,0 0 3 0,11 9 1 0,-11-9 2 16,6 7 2-16,-3-5 0 0,3 2 7 0,2 1 0 16,0 1-3-16,3-1-2 0,-1 0 4 0,7 4-4 15,0 1 14-15,2-2-12 0,10 3 1 0,0 1-2 16,3-1-5-16,3 3 7 0,13 3-8 0,-1 1-37 15,0-1-16-15,-9-3-42 0,12 1-34 0,-14 0-108 16,12 1-256-16,-13-3 114 0</inkml:trace>
  <inkml:trace contextRef="#ctx0" brushRef="#br0" timeOffset="169611.77">25549 6892 30 0,'0'0'112'0,"0"0"-15"16,0 0-7-16,-9-3-10 0,9 3-8 0,0 0-6 16,0 0-7-16,0 0-4 0,0 0 4 0,0 0-19 15,0 0-4-15,0 0-1 0,0 0 4 0,0 0-16 0,27-4-1 16,-13 2-1-16,4 0-2 0,6 2 0 16,3-2-9-16,1 4-12 0,1-5-17 0,0 4-7 15,-9 1-19-15,2-1-12 0,-6 0-2 0,2 2-71 16,-6-1-140-16,-2-1 63 0</inkml:trace>
  <inkml:trace contextRef="#ctx0" brushRef="#br0" timeOffset="170056.12">25747 6850 96 0,'0'0'135'0,"-6"-4"-19"0,6 4-13 0,0 0-10 15,0 0-6-15,0 0-25 0,0 0-3 0,0 0 6 0,-3 13-4 16,3-13-6-16,0 20-2 0,0-3 4 0,-2 1 0 16,0 0-7-16,2 3 1 0,-2-2-4 0,-2 6-4 15,3-7 1-15,1 2-7 0,-1-1-5 0,1-3-2 16,-2 1-2-16,2 1-2 0,0-2-4 0,-2-3 0 16,2-1-1-16,0 1-5 0,0-1 1 0,0-1-4 15,0 0-1-15,-2-1 1 0,2-3-1 0,0 1-6 16,0-8 5-16,-2 14-4 0,2-14 10 0,-2 10-4 15,2-10-15-15,-1 8 14 0,1-8-8 0,0 0 1 16,-2 5 4-16,2-5-1 0,0 0 1 0,-6 5-6 16,6-5 2-16,-8 1-4 0,8-1-2 0,-13 3-7 15,13-3 6-15,-11 1 3 0,11-1 2 0,-11 0-6 16,11 0 13-16,-10 2-8 0,10-2-2 0,0 0-1 16,-12 0 4-16,12 0-1 0,0 0-11 0,-10 0 10 15,10 0-4-15,0 0 2 0,0 0-6 0,-6 1 0 16,6-1 14-16,0 0-10 0,0 0-3 0,0 0-1 15,0 0 7-15,0 0-5 0,0 0 1 0,0 0 4 16,20 6-3-16,-11-6-14 0,4 3 3 0,5-2-8 16,0-1-20-16,2 1-14 0,3-1-16 0,6 1-17 15,-2 1-20-15,-4-1-105 0,-4 2-232 0,2-3 104 0</inkml:trace>
  <inkml:trace contextRef="#ctx0" brushRef="#br0" timeOffset="170507.18">26138 7196 109 0,'0'-7'155'0,"0"7"-3"16,0 0-6-16,0-9-15 0,0 9-5 0,0 0-15 16,-6-9-16-16,6 9-8 0,-8-2-11 0,8 2-9 15,-13 1-3-15,13-1-7 0,-19 7-10 0,8-3-6 16,1 1 4-16,-2 2-13 0,3 0 8 0,0-1-14 15,0 2 1-15,4 0-7 0,-3-1-1 0,4 0 1 16,3 2-4-16,-3-2 1 0,4 1-3 0,-5-1-9 16,5-7 14-16,5 16-4 0,-1-8-2 0,1 0-1 15,3-3 0-15,1 2 0 0,5-1-5 0,-5-3 2 16,5 2 2-16,-1-3-4 0,-4 0 4 0,3 2-5 16,-2-2-2-16,-3-1 7 0,1 1-2 0,-8-2-2 15,10 1 0-15,-10-1 2 0,5 3 2 0,-5-3 5 16,0 0-4-16,0 0 0 0,0 0 1 0,0 0-2 15,0 0-2-15,0 0-3 0,0 0 8 0,0 0-6 16,0 0-1-16,0 0-5 0,0 0 3 0,-30-4 6 16,19 8-10-16,0 0 3 0,-2 1 2 0,4-1 0 15,-3 2-6-15,1 3 4 0,-1-5 2 0,4 4 1 16,1-1-6-16,-2-1 1 0,5 2 3 0,-3 0 1 16,4 0-6-16,3-3 0 0,0 4 7 0,0-9-3 0,7 15 0 15,3-8-11-15,5 3-17 0,6-2-26 16,5 1-31-16,10-3-27 0,0-3-31 0,18 5-26 15,-16-6-94-15,18 1-280 0,-6-3 123 0</inkml:trace>
  <inkml:trace contextRef="#ctx0" brushRef="#br0" timeOffset="171606.72">28846 7799 71 0,'0'0'81'0,"0"0"-6"15,3-9-4-15,-3 9-4 0,3-4 1 16,-3 4-6-16,0 0-5 0,4-6 6 0,-4 6 2 0,0 0-2 15,0 0-4-15,4-5-6 0,-4 5 16 0,0 0-19 16,0 0 3-16,0 0-2 0,0 0-3 0,1-10 0 16,-1 10-6-16,0 0 3 0,0 0-11 15,0 0-7-15,0 0-6 0,0 0 3 0,0 0-6 0,0 0-2 16,0 0 1-16,0 0-6 0,0 0-4 0,0 0 1 16,0 0 0-16,0 0 7 0,-18 25 7 15,8-16-4-15,-1 3 10 0,-4-1 5 0,2 2-1 0,-3 2-6 16,-3 2 3-16,3-5 0 0,0 2 0 15,1-1-6-15,1 0-2 0,-1-3 1 0,3 3-7 0,-3-1 1 16,6-3 6-16,-3-2-7 0,4 1-4 0,-2-2-1 16,1 0-4-16,2 0 9 0,0 0-9 0,1-2 3 15,2-1 1-15,4-3-5 0,-7 6 4 0,7-6-8 16,-5 5-7-16,5-5-20 0,-5 2 2 0,5-2-16 16,0 0-12-16,-6 5-6 0,6-5-29 0,0 0-12 15,0 0-12-15,0 0-127 0,0 0-257 0,0 0 113 16</inkml:trace>
  <inkml:trace contextRef="#ctx0" brushRef="#br0" timeOffset="172017.1">28874 7780 59 0,'0'0'152'0,"4"-5"-11"0,-4 5-9 16,0 0-11-16,0 0-12 0,0 0-10 0,0 0-17 15,4-6-2-15,-4 6-11 0,0 0-13 0,0 0-1 16,0 0-7-16,0 0-1 0,0 0-7 0,0 0-7 16,13 13 9-16,-8-7 3 0,-3 2-2 0,3-2 5 15,2 3 2-15,-1 1-3 0,1 0-9 0,-1-1 2 16,4 5 0-16,-1-1 3 0,0-1 0 0,2 2 2 0,-4-4-5 15,5 5-2-15,-4-5 5 0,5 3-6 16,-1-2-6-16,-1 2 1 0,-2-4-3 0,-1-1-5 16,1 1-1-16,-2-1-2 0,0-1 4 0,-3-3-9 15,0 1 2-15,2 2-4 0,-2-5 0 0,-1 3 0 0,-3-5 0 16,4 6-1-16,-4-6 0 0,0 0-1 0,5 6 1 16,-5-6-2-16,0 0-1 0,0 0 0 15,6 1 0-15,-6-1 1 0,0 0-2 0,0 0-7 16,0 0-20-16,0 0-23 0,0 0-27 0,0 0-32 0,0 0-18 15,0 0-11-15,0 0-23 0,0 0-143 16,0 0-319-16,0 0 140 0</inkml:trace>
  <inkml:trace contextRef="#ctx0" brushRef="#br0" timeOffset="172431.76">29232 8061 107 0,'-18'-10'159'0,"18"10"-6"15,0 0-10-15,0 0-13 0,-7-4-7 0,7 4-5 16,0 0-10-16,0 0-7 0,0 0-9 0,0 0-6 16,0 0-6-16,0 0-11 0,0 0 2 0,0 0-8 15,0 0-5-15,0 0 1 0,0 0-9 0,0 0-7 16,0 0-8-16,0 0-1 0,0 0 1 0,25-5-7 15,-14 5-1-15,4 0-2 0,2 0-6 0,-4 0 3 0,0 0-15 16,1 0-18-16,-1 0-20 0,0 0-7 0,-3 0-33 16,-10 0-30-16,13 0-17 0,-6 0-20 15,-7 0-7-15,8 3-87 0,-8-3-252 0,0 0 112 16</inkml:trace>
  <inkml:trace contextRef="#ctx0" brushRef="#br0" timeOffset="172901.83">29293 8061 83 0,'0'0'160'0,"0"0"-5"0,0 0-10 15,0 0-16-15,0 0-13 0,0 0-10 16,0 0-12-16,0 0-6 0,0 0-12 0,0 0-6 16,0 0-8-16,0 0-7 0,0 0 2 0,7 16-1 0,-6-8-6 15,-1-2 7-15,1 4-2 0,2 2 6 0,-2-2-7 16,-1 2 4-16,1-1-11 0,-1 1-3 15,0-2 2-15,0 1-2 0,-1 1 3 0,1 0-6 0,0-2 4 16,-1 2-4-16,1-2-4 0,-3 1-4 0,3-2-3 16,0-1-3-16,-1-1-2 0,1 1-2 0,0-8-2 15,-1 14-3-15,1-3 2 0,-1-7-1 16,1-4-2-16,0 15-2 0,0-15 2 0,0 7-6 16,0-7 2-16,-2 9-5 0,2-9 1 0,0 0-4 0,-1 12 1 15,1-12-2-15,0 0 1 0,-3 6-7 0,3-6-4 16,-6 4-8-16,6-4-5 0,-8 4 2 0,8-4-6 15,-12 1-11-15,12-1 6 0,-15 2 6 0,15-2 2 16,-15-2-3-16,9 4 6 0,6-2 0 0,-13 1 1 16,13-1 7-16,-10 0-5 0,10 0 2 0,-8 1 4 15,8-1-1-15,0 0 0 0,0 0 1 0,-10 0-2 16,10 0 4-16,0 0 5 0,0 0-7 0,0 0 0 16,0 0 1-16,0 0-1 0,0 0 5 0,0 0-4 15,0 0 4-15,0 0 0 0,0 0-2 0,0 0-7 16,30 8-2-16,-17-7-13 0,5 0-11 0,-1 1-29 15,1-1-4-15,-2 0-20 0,-2 2-15 0,0-2-15 16,-2 2-8-16,-2-1-111 0,0-1-258 0,-1-1 115 16</inkml:trace>
  <inkml:trace contextRef="#ctx0" brushRef="#br0" timeOffset="173186.86">29484 8346 109 0,'0'0'183'15,"0"0"15"-15,5-8-8 0,-5 8-7 0,4-5-15 16,-4 5-11-16,0 0-14 0,2-6-14 0,-2 6-15 0,0 0-14 16,0 0-8-16,0 0-17 0,0 0-5 15,0 0-9-15,0 0-4 0,0 0-6 0,0 0-1 16,5 18-9-16,-5-12-2 0,0-6 0 0,-2 22-2 16,-1-12-7-16,3 3 2 0,-1 0-4 0,0-1 4 0,-1 3-11 15,1-2 5-15,-3-2-4 0,3 0-2 0,0 1 0 16,0 0-5-16,1-1 1 0,-2 0-6 0,1-2 2 15,0 0 0-15,-1 2-1 0,1-2-12 16,0-3-21-16,-2 1-24 0,3 3-22 0,-2-2-10 0,2-8-20 16,-3 13-22-16,2-8-16 0,1-5-16 0,-4 10-11 15,1-5-123-15,3-5-308 0,-5 6 137 16</inkml:trace>
  <inkml:trace contextRef="#ctx0" brushRef="#br0" timeOffset="173721.92">29494 8414 57 0,'0'0'159'0,"1"-10"-2"0,-1 10-11 0,0 0-6 15,0 0-8-15,1-7-19 0,-1 7-9 0,0 0-9 16,7-5-19-16,-7 5 3 0,8-4-10 0,-8 4 0 15,11 0-7-15,-11 0 0 0,8-1-14 0,-8 1-6 16,9 3-4-16,-9-3-1 0,10 2-7 0,-4 1 4 16,-6-3-7-16,8 5 2 0,-3-1-1 0,0 1-1 15,0 1 1-15,2-2 0 0,-4 2-3 0,1 0-9 16,-2 1 4-16,2-3-7 0,-1 3 7 0,-3-7-7 16,3 11-4-16,-2-3 0 0,-1-8-2 0,-1 10 3 15,-3-4-1-15,2 0-6 0,-2 0 4 0,-2 1 2 16,1-1 3-16,-2 2-4 0,0-4 1 0,2 1-3 15,-2 0 2-15,-1-1-3 0,0 2 0 0,3-1 1 16,5-5-1-16,-8 5 3 0,5-2-7 0,3-3 3 16,-8 4-1-16,8-4-3 0,0 0-4 0,-5 3 4 15,5-3 1-15,0 0 4 0,0 0-4 0,0 0 2 16,0 0-4-16,11 13 3 0,-6-12 0 0,1 3 5 16,0 0-8-16,2-1 4 0,1-2-4 0,0 2 0 15,-3 0 1-15,5 3-3 0,-2-5 3 0,-2 5-2 0,-1-2 5 16,-1-1 1-16,3-1-4 0,-8-2-3 0,8 8-2 15,-6-3 5-15,-2-5-3 0,3 9-2 16,-3-9 2-16,0 6-1 0,0-6 6 0,0 0 4 16,-8 9 0-16,8-9 1 0,-10 6 3 0,2-3-2 0,-1-1 2 15,1 0-4-15,0 0 0 0,-3 0 2 16,2 0 0-16,-2-2-11 0,1 0-8 0,2 0-23 16,8 0-23-16,-18 0-35 0,18 0-36 0,-13 0-62 15,7-3-98-15,1-1-311 0,5 4 139 0</inkml:trace>
  <inkml:trace contextRef="#ctx0" brushRef="#br0" timeOffset="175311.17">31585 6089 81 0,'0'0'134'0,"0"0"-21"0,0 0-2 0,0 0-1 16,0 0-6-16,-4-9-11 0,4 9-10 0,0 0-6 16,0 0-4-16,0 0-14 0,0 0-2 0,0 0-9 15,0 0-10-15,0 0-1 0,-8-2-7 0,8 2-5 0,0 0-3 16,-11 14 3-16,6-6 0 0,-7 6 0 15,1 0-8-15,-3 0 9 0,0 7-1 0,-3 2-5 16,-1 0 4-16,0-1-3 0,0-3 0 0,-1 1 3 16,6-6-5-16,-5 4 4 0,7-2-3 0,-3-3 5 0,2-2 3 15,1 0-2-15,1-3-4 0,2 1 7 0,0-4-4 16,3 2-4-16,-1-4 2 0,6-3-2 0,-8 6 2 16,6-2 0-16,2-4 0 0,-7 4 3 15,7-4-3-15,-5 7 2 0,5-7-2 0,0 0-1 16,-5 4-5-16,5-4-1 0,0 0-1 0,0 0-3 0,-5 4-4 15,5-4 4-15,0 0-5 0,0 0 0 0,0 0-2 16,0 0 6-16,13 11-5 0,-7-8-5 16,6 4-7-16,5-1-15 0,10 4-21 0,1-2-27 15,0 1-21-15,1-1-31 0,0 4-25 0,-1-1-128 0,-7-4-296 16,4 2 132-16</inkml:trace>
  <inkml:trace contextRef="#ctx0" brushRef="#br0" timeOffset="175724.58">31421 6731 78 0,'-5'-3'126'0,"5"3"-8"16,0 0-7-16,0 0-11 0,0 0-1 0,0 0 4 16,0 0-23-16,-8-1-3 0,8 1-1 0,0 0-10 15,0 0-8-15,0 0-2 0,26-2-13 0,-13 2-1 16,6-2-3-16,9 2-9 0,1 2-20 0,-2-2-17 16,0 0-15-16,1-2-39 0,-6 4-15 0,-2 0-31 15,-6-2-67-15,-2-2-187 0,-1 0 83 0</inkml:trace>
  <inkml:trace contextRef="#ctx0" brushRef="#br0" timeOffset="176213.76">31610 6742 160 0,'0'0'157'0,"0"0"-14"0,0 0-14 0,0 0-18 0,0 0-15 15,0 0-7-15,0 0-9 0,-6 6-14 0,6-6-7 16,-1 9 0-16,1-9-4 0,-3 14-6 16,2-3 11-16,0 0-1 0,-1 5 0 0,0-1-7 15,0 1-7-15,0 1 3 0,-1 3 0 0,1-2 8 16,-1-3-10-16,1 0-5 0,2 3-1 0,-3 0 0 0,2-2-9 16,-2-2-2-16,3-2 0 0,0 0-6 15,0-2 1-15,0 3 2 0,-1 0-6 0,0-1-1 16,1-2-3-16,0 1 0 0,0-2 0 0,-2-2-5 15,4 2 4-15,-2-3-4 0,0-6 1 0,-2 14-13 0,2-14 8 16,-2 11-2-16,2-11 1 0,-3 9 2 0,3-9-2 16,-4 8 5-16,4-8-6 0,-6 7-1 15,1-4 4-15,5-3-5 0,-11 3 5 0,4-3-8 16,7 0 4-16,-16 1-1 0,8-1 2 0,8 0-6 0,-18-1 4 16,10 1-3-16,8 0 0 0,-11-1 0 0,11 1 2 15,-9-2-1-15,9 2 1 0,-12 0 4 16,12 0-4-16,0 0 5 0,0 0-1 0,-9 0 0 0,9 0-6 15,0 0 0-15,0 0-1 0,0 0-1 0,-9-2 5 16,9 2-1-16,0 0-7 0,0 0 3 0,0 0-3 16,0 0 2-16,0 0 4 0,0 0-4 0,0 0 5 15,35 2-1-15,-22 0-13 0,7-1-18 16,-1 2-20-16,10-2-24 0,-1 4-8 0,0-4-30 0,-1 1-26 16,-6 0-27-16,0 0-100 0,0 1-286 0,0 0 127 15</inkml:trace>
  <inkml:trace contextRef="#ctx0" brushRef="#br0" timeOffset="176465.76">31992 7123 152 0,'0'0'199'0,"-1"-10"-18"0,1 10-16 0,-5-5-21 16,5 5-11-16,-11-2-9 0,11 2-13 0,-21 5-3 15,7-1-4-15,-3 3-3 0,-2 2-4 0,2 0-8 16,1 2-6-16,1-1-10 0,1 2-7 0,2-1-3 16,2-2-10-16,4 1-2 0,-1 1-2 0,5 0-8 15,0 2-1-15,4 1-3 0,4-1-1 0,6 1-6 16,11 0-21-16,5 3-29 0,2-5-41 0,6 2-41 16,19-4-47-16,-4-1-47 0,-14-3-107 0,19 3-326 15,-3-5 144-15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3T06:45:44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19459 7917 51 0,'0'0'72'16,"0"0"-10"-16,4-9-3 0,-4 9-4 0,3-5-11 16,-3 5-6-16,0 0 3 0,1-7 5 0,-1 7-8 15,0 0-3-15,0 0-11 0,0 0 5 0,0 0-12 16,3-9-8-16,-3 9-21 0,0 0-9 0,0 0-12 16,0 0-8-16,0 0-45 0,0 0-93 0,0 0 42 15</inkml:trace>
  <inkml:trace contextRef="#ctx0" brushRef="#br0" timeOffset="504.06">20011 7345 34 0,'0'0'30'0,"0"0"-15"0,0 0-15 0,0 0-14 15,0 0-14-15,0 0 7 0</inkml:trace>
  <inkml:trace contextRef="#ctx0" brushRef="#br0" timeOffset="9000.18">20226 5602 5 0,'0'0'-2'0,"0"0"0"15</inkml:trace>
  <inkml:trace contextRef="#ctx0" brushRef="#br0" timeOffset="9117.27">20231 5691 2 0,'0'7'-1'0,"0"-7"3"0,2 7-3 16,-2-7 1-16,0 0-1 0</inkml:trace>
  <inkml:trace contextRef="#ctx0" brushRef="#br0" timeOffset="9365.1">20233 5715 1 0,'0'10'1'0,"0"-10"1"0,1 6-1 16,-1-6-1-16,0 0 0 0,4 10 4 0,-4-10-6 15,1 6 1-15,-1-6 0 0,0 0 7 0,0 12-6 16,0-12-3-16,1 7-1 0,-1-7 8 0,3 7-4 16,-3-7 0-16,0 7 3 0,0-7-2 0,0 0 6 15,1 9-4-15,-1-9-1 0,0 10-3 0,0-10 1 16,1 7-2-16,-1-7-2 0,3 9-4 0,-3-9 15 16,0 8-1-16,0-8-2 0,-3 11-4 0,3-11-5 15,0 8 8-15,0-8-1 0,-1 10 0 0,1-10-4 16,-1 9 2-16,1-9 0 0,0 10 2 15,0-10 1-15,0 10-3 0,-3-3 2 0,3-7-3 0,-2 12 2 16,2-12-1-16,-2 10-1 0,2-5 0 0,0-5 1 16,-2 12 3-16,1-7-4 0,1-5-1 0,0 11 1 15,0-11 1-15,-2 11-1 0,1-5-1 0,1-6 0 16,-1 13-1-16,-1-7 2 0,2-6-3 0,0 12-4 16,0-12 2-16</inkml:trace>
  <inkml:trace contextRef="#ctx0" brushRef="#br0" timeOffset="17270.91">20323 6761 60 0,'0'0'58'0,"0"0"-10"15,0 0 1-15,0 0-1 0,0 0-7 0,0 0-10 16,0 0-2-16,0 0-1 0,0 0 0 0,0 0-15 16,0 0-7-16,0 0-14 0,0 0-6 0,0 0-7 15,0 0-5-15,0 0-6 0,0 0-25 0,3 9-61 16,-3-9 27-16</inkml:trace>
  <inkml:trace contextRef="#ctx0" brushRef="#br0" timeOffset="18019.75">21408 6669 13 0,'0'0'26'0,"0"0"-1"0,0 0-2 0,0 0 1 16,0 0-4-16,0 0-4 0,0 0 0 15,0 0 1-15,0 0-6 0,0 0 4 0,0 0-8 16,0 0-1-16,0 0 5 0,0 0-3 0,0 0-4 16,0 0-2-16,0 0 3 0,0 0 2 0,0 0-3 15,0 0 0-15,0 0 1 0,0 0-4 0,0 0 2 0,0 0 0 16,0 0-4-16,0 0 0 0,0 0 3 16,0 0-8-16,0 0-2 0,0 0 1 0,0 0-8 15,0 0 0-15,0 0-2 0,0 0-18 0,0 0-38 16,0 0 18-16</inkml:trace>
  <inkml:trace contextRef="#ctx0" brushRef="#br0" timeOffset="25900.1">3906 13376 24 0,'-9'-4'52'0,"9"4"-8"0,-8-3 15 16,2 0-8-16,6 3-2 0,0 0-8 0,-11-4 6 15,11 4-12-15,-8-3 1 0,8 3-10 0,-6-2-1 16,6 2 9-16,0 0-2 0,-9-4-7 0,9 4 0 16,0 0-2-16,0 0-1 0,0 0 1 0,-7-3-4 15,7 3 2-15,0 0-5 0,0 0 1 0,0 0-7 16,0 0-2-16,0 0 2 0,0 0-5 0,0 0-1 15,0 0 7-15,0 0-5 0,0 0-2 16,0 0-5-16,0 0 4 0,0 0 5 0,0 0-11 0,22-2 9 16,-10 1-1-16,4 0 3 0,5-2-1 15,0 3 0-15,9-3-9 0,2-3 4 0,0 2 9 0,4-1-2 16,1-1-3-16,2 1-9 0,15-4 7 0,-2 0-3 16,-1 1 1-16,-1 1 3 0,-11 3 0 15,12-4-4-15,-13 5 0 0,2-1-1 0,-1 1-4 16,0-1 6-16,-3 4 0 0,-1 3-2 0,2-3-11 15,-4 4 14-15,1 0 0 0,-1-1-5 0,0 3 21 16,0-2-16-16,2 4 3 0,0-4-2 0,0 1 0 0,3-1 1 16,2 0-3-16,-1 0-2 0,13 1-1 15,-14-4 3-15,1 2 1 0,-1-3 5 0,2 0-9 16,-5 0 5-16,0-2 2 0,-2 0-2 0,-1-3-3 16,-1 2-1-16,-3 1 6 0,-1-3 2 0,-7 1-5 15,-3 0-5-15,-1 2 1 0,1-1 7 0,-4 1-4 16,-2 0-5-16,-2 0 7 0,3 0 6 0,-6 1 1 0,-6 1 7 15,14-1 2-15,-14 1 4 0,9-2 5 16,-9 2-3-16,6-1 9 0,-6 1 4 0,0 0 7 0,8-3-2 16,-8 3 3-16,0 0-3 0,0 0 3 15,0 0-3-15,0 0-3 0,9 0-3 0,-9 0-6 16,0 0-5-16,0 0 1 0,0 0-7 0,0 0 1 0,0 0 3 16,0 0-14-16,0 0-10 0,0 0-27 15,0 0-14-15,0 0-26 0,0 0-31 0,0 0-28 16,0 0-100-16,0 0-243 0,0 0 107 0</inkml:trace>
  <inkml:trace contextRef="#ctx0" brushRef="#br0" timeOffset="27667.1">11240 13418 12 0,'-7'-1'91'0,"7"1"-11"0,0 0 6 0,0 0-18 0,-6-6-6 16,6 6 0-16,0 0 2 0,0 0-15 15,-7-3-1-15,7 3 0 0,0 0 0 0,0 0-13 16,0 0 0-16,0 0-1 0,0 0 1 0,0 0-6 15,0 0-2-15,0 0-8 0,0 0 3 0,0 0 3 16,0 0 10-16,0 0-10 0,-6-4 1 0,6 4-6 16,0 0-2-16,0 0 1 0,0 0-7 0,0 0 4 15,0 0-6-15,0 0-3 0,0 0 3 0,0 0 1 16,30 1-6-16,-19 1 2 0,3-4 1 0,6 4-5 16,6-4 11-16,3 2-2 0,3 0-1 0,5 0 5 15,-1 0-4-15,2 0 4 0,18 2-7 0,-2-2 4 16,4 0 1-16,1 0-8 0,3 1 1 0,1 0 0 15,-3 3 2-15,9-3-1 0,-4 3-8 0,0 3 3 16,0-2 4-16,-2 6-2 0,4-3-5 0,0-1 2 16,25 8 3-16,-29-7-4 0,29 4 14 0,-29-3-13 15,27 3 0-15,-25-6 10 0,25 3-5 0,-29-3-7 16,1-2 3-16,3 3 1 0,-4-1-5 0,5-3 2 16,-3 2 4-16,-4 0-7 0,3 0 3 0,-4 0 4 15,-2-2-11-15,-2 3-3 0,-2-2 0 0,-14-1 4 16,0 2-5-16,2-3-1 0,-1 0 2 0,-3 0 11 15,-2-1-10-15,-3-1-1 0,0 1 4 0,-10-1 4 0,-1 0-10 16,2-1 8-16,-4 0-6 0,-6-1 12 0,1 2-7 16,-1 0 8-16,-4 0-4 0,1-2 15 15,-9 2 4-15,18-1 5 0,-13 1 5 0,3-1 3 16,-8 1 2-16,12-1 0 0,-12 1-6 0,9-2 3 0,-9 2 11 16,9-2-13-16,-9 2 4 0,7-3-2 15,-7 3 5-15,0 0-7 0,9-1 1 0,-9 1 1 16,0 0-4-16,0 0-2 0,0 0-1 0,0 0-5 0,6-3-1 15,-6 3-4-15,0 0 0 0,0 0 5 0,0 0-7 16,0 0-1-16,0 0 1 0,0 0 0 16,0 0-5-16,7-3-2 0,-7 3 2 0,0 0 1 15,0 0-5-15,0 0 3 0,0 0 1 0,0 0-3 0,0 0-7 16,0 0 9-16,0 0 0 0,0 0-1 16,0 0-5-16,0 0 3 0,0 0 0 0,0 0-1 0,0 0 3 15,0-10-4-15,0 10 3 0,0 0-6 0,0 0 5 16,0 0-3-16,0 0 4 0,0 0-2 0,0 0-1 15,0 0 1-15,0 0-6 0,0 0 5 16,0 0-1-16,-2-10 3 0,2 10-3 0,0 0-3 16,0 0 1-16,0 0 1 0,0 0 1 0,0 0 0 0,0 0 2 15,0 0 0-15,0 0-1 0,0 0 6 0,0 0-7 16,0 0-2-16,0 0 3 0,0 0-5 0,0 0 4 16,0 0-2-16,0 0 4 0,0 0-1 15,0 0-3-15,0 0 4 0,0 0-1 0,0 0 1 16,0 0 0-16,0 0 0 0,0 0-2 0,0 0 2 0,0 0 1 15,0 0 2-15,0 0-10 0,0 0 4 0,0 0 1 16,0 0 1-16,0 0-2 0,0 0 8 0,0 0-2 16,0 0 0-16,0 0-1 0,0 0 1 15,0 0-4-15,0 0 5 0,0 0-6 0,0 0 4 0,0 0-9 16,0 0 8-16,0 0 1 0,0 0 4 0,0 0-3 16,0 0-5-16,0 0 6 0,0 0-5 0,0 0 0 15,0 0 0-15,0 0 1 0,0 0 0 0,0 0-1 16,0 0-2-16,0 0-2 0,0 0 3 15,0 0 4-15,0 0-4 0,0-9 2 0,0 9-2 0,0 0-2 16,0 0 3-16,0 0 0 0,0 0 0 0,0 0 4 16,0 0-4-16,0 0-2 0,0 0 3 0,0 0 0 15,0 0 0-15,0 0-5 0,0 0 5 0,0 0-1 16,0 0-4-16,0 0 3 0,0 0 0 0,0 0-1 16,0 0-3-16,0 0 4 0,0 0-9 0,0 0-2 15,0 0-15-15,0 0-20 0,0 0-8 0,0 0-25 16,0 0-9-16,0 0-17 0,0 0-21 0,0 0-21 15,0 0-110-15,0-9-278 0,0 9 123 0</inkml:trace>
  <inkml:trace contextRef="#ctx0" brushRef="#br0" timeOffset="57530.1">21991 6286 25 0,'0'0'36'0,"0"0"-10"0,0 0 0 0,0 0-6 15,0 0-2-15,0 0-7 0,0 0-8 0,0 0-5 16,0 0-11-16,0 0-12 0,0 0-28 0,0 0 13 15</inkml:trace>
  <inkml:trace contextRef="#ctx0" brushRef="#br0" timeOffset="68285.78">29852 6645 22 0,'0'0'23'0,"0"0"-22"0,0 0-9 0,0 0-9 15,0 0 5-15</inkml:trace>
  <inkml:trace contextRef="#ctx0" brushRef="#br0" timeOffset="88421.78">17250 6257 33 0,'-2'-11'45'0,"2"11"-8"15,0 0-2-15,0 0-3 0,0 0-6 0,0 0-2 16,-1-8-2-16,1 8-6 0,0 0-10 0,0 0-12 15,0 0-10-15,0 0-27 0,0 0-46 0,0 0 21 16</inkml:trace>
  <inkml:trace contextRef="#ctx0" brushRef="#br0" timeOffset="109880.24">20313 6545 6 0,'0'0'9'0,"0"0"1"0,0 0-3 16,0 0 0-16,0 0-1 0,0 0-3 0,0 0 2 16,0 0-1-16,0 0-5 0,0 0-2 0,0 0-7 0,0 0-9 15,0 0 5-15</inkml:trace>
  <inkml:trace contextRef="#ctx0" brushRef="#br0" timeOffset="117208.2">10638 14292 10 0,'0'0'29'16,"0"0"-4"-16,0 0 1 0,0 0-3 0,0 0-8 16,0 0 10-16,0 0-1 0,0 0-9 0,0 0 7 15,0 0-13-15,0 0 3 0,0 0 0 0,0 0-6 16,0 0 5-16,0 0-2 0,0 0 1 0,0 0-1 16,0 0-6-16,0 0 3 0,0 0 2 0,0 0-3 15,0 0-4-15,0 0 5 0,0 0-1 0,0 0 2 16,0 0-2-16,0 0 1 0,0 0-7 0,0 0 8 15,0 0-5-15,0 0 3 0,0 0-4 0,0 0 4 16,0 0-10-16,0 0 7 0,0 0 5 0,0 0 0 16,0 0 4-16,0 0 9 0,0 0-20 0,0 0 4 15,0 0 9-15,0 0-6 0,0 0 3 0,0 0-5 16,0 0 7-16,0 0 1 0,0 0-8 0,0 0 3 16,0 0-1-16,0 0 3 0,0 0 3 0,0 0 5 15,0 0-6-15,0 0-4 0,0 0 3 0,0 0 2 16,0 0 1-16,0 0-3 0,0 0 6 0,0 0-6 15,0 0 3-15,0 0 1 0,0 0 0 0,0 0 14 16,0 0-16-16,0 0-3 0,0 0 1 0,0 0 6 16,0 0-4-16,0 0 0 0,0 0 0 0,0 0 4 15,0 0 3-15,0 0 1 0,0 0-11 0,0 0 8 16,0 0-2-16,0 0 9 0,0 0-6 0,0 0 5 16,0 0-10-16,0 0 4 0,0 0 1 0,0 0-14 15,0 0 15-15,0 0-4 0,0 0-8 0,0 0 6 16,0 0 0-16,0 0 15 0,0 0-7 0,0 0-4 15,0 0-11-15,0 0-6 0,0 0 8 0,0 0-4 16,0 0 6-16,0 0 1 0,0 0-5 0,0 0 2 16,0 0-6-16,0 0 10 0,0 0-4 0,0 0-2 15,0 0-1-15,0 0-3 0,0 0 1 0,0 0 5 16,0 0-3-16,-14-8-1 0,14 8-3 0,0 0 0 16,0 0-6-16,0 0 5 0,0 0 1 0,0 0-2 15,0 0-1-15,0 0 7 0,0 0-12 0,0 0 4 16,0 0 8-16,0 0-9 0,-12 2-2 0,12-2 7 15,0 0-2-15,0 0 4 0,0 0-2 0,-11 0-6 16,11 0 4-16,0 0 1 0,0 0 2 0,0 0 1 16,0 0-1-16,-11 0-2 0,11 0 11 0,0 0-16 15,0 0 5-15,0 0-9 0,0 0 8 0,0 0 5 16,-9-2 1-16,9 2-3 0,0 0-2 0,0 0-2 16,0 0 8-16,0 0-3 0,0 0 7 0,0 0-8 15,0 0-9-15,0 0 4 0,0 0 7 0,0 0-13 16,0 0 11-16,0 0 1 0,0 0-3 0,0 0-4 15,0 0 5-15,0 0 1 0,0 0-6 0,0 0 6 16,0 0-3-16,0 0-2 0,32-2 9 0,-23 2-5 16,3-2 7-16,0 1-10 0,0-2-2 0,2 0 6 15,3-3-2-15,-3 5 4 0,1-4-8 0,-1 2 9 16,4-1-8-16,-1-2 5 0,-5 3-1 0,1-1 7 16,5-1 0-16,-6 1-3 0,2-1-11 0,-3 1 6 15,3 0 1-15,-1 1-2 0,-3 1 1 0,0-1-1 16,-4 0 4-16,1 0-9 0,-7 3-9 0,8 0-9 15,-8 0-11-15,9-4-1 0,-9 4-7 0,8 0-4 16,-8 0-5-16,0 0-14 0,0 0-2 16,0 0-9-16,6 4 2 0,-6-4-10 0,0 0-45 15,0 0-140-15,0 0 62 0</inkml:trace>
  <inkml:trace contextRef="#ctx0" brushRef="#br0" timeOffset="117662.13">10796 14239 87 0,'0'0'81'0,"0"0"-4"0,-11-3-4 15,11 3-6-15,0 0-8 0,0 0 1 0,0 0-6 0,0 0-10 16,0 0-5-16,0 0-5 0,0 0 3 0,0 0-6 16,0 0 2-16,2 15 18 0,-2-15-7 15,5 16 8-15,-1-4 6 0,0 0-1 0,-2 5-3 16,1 1 8-16,1 1 0 0,0 0-6 0,1 6-2 0,-1-5-10 15,1 5-2-15,1-2-3 0,-3-4 2 16,-1 7-8-16,2-6 1 0,0 3 1 0,-1-3-2 0,-2-3-5 16,4-1-3-16,-5-2 3 0,4-1-4 0,-3-2-5 15,0 0-2-15,2-1-1 0,-2-1-4 16,0-2 4-16,1-1-4 0,-1 0 0 0,-1-6 17 16,1 10 3-16,-1-10 12 0,0 0 9 0,-2 9 1 15,2-9-5-15,-8 7-9 0,0-6 0 0,1 1-4 0,7-2 0 16,-17 0 7-16,6 0-7 0,0-2-2 0,1 1-3 15,-1-1-3-15,-1 0-7 0,-1-3 2 16,2 3 1-16,0-3-3 0,0 1-5 0,1-1 1 16,0 0-7-16,-1-1 1 0,4 1-2 0,-1 2 3 15,2-2-4-15,-1 1 0 0,1-1 0 0,6 5 3 16,-10-8-8-16,7 3 3 0,-2 2-3 0,5 3 1 16,-8-4-8-16,8 4-16 0,-5-7-10 0,5 7-13 15,-5-4-19-15,5 4-24 0,0 0-20 0,0 0-20 16,0 0-6-16,0 0-16 0,0 0-20 0,0 0-118 15,0 0-308-15,0 0 136 0</inkml:trace>
  <inkml:trace contextRef="#ctx0" brushRef="#br0" timeOffset="118265.01">11173 14439 79 0,'0'0'210'0,"0"0"-17"16,-14-5-3-16,14 5-11 0,-11 0-17 16,11 0-15-16,-13 0-12 0,13 0-8 0,-17 5-11 15,8-1-9-15,0 0-10 0,3 1-7 0,-3 0-12 16,0 3-6-16,1 2-4 0,2-1-4 0,1-2-8 15,0 2-3-15,-1 0-3 0,0 1-9 0,1-1-2 16,4 0-7-16,1-9 5 0,1 21-11 0,1-12-3 16,0 1-1-16,3-1 1 0,0 0-3 0,-1-4-3 15,5 3 3-15,-3-1-7 0,4-1 2 0,1-3 0 16,0 0-1-16,1 1-2 0,-1-2 1 0,1-4-4 16,-1 2-1-16,0 0 1 0,0 0 1 0,-2-1-2 15,-9 1 0-15,13 1-1 0,-13-1 2 0,11-3 1 16,-11 3 4-16,7-1 9 0,-7 1 13 0,0 0 1 15,0 0 4-15,0 0-1 0,11-2 0 0,-11 2-9 16,0 0-1-16,0 0-5 0,0 0-5 0,0 0 1 16,0 0-3-16,-38 3 1 0,26 2-5 0,0-2-3 15,-1 1 0-15,-4 3 1 0,2 0 1 0,-1 2-2 16,2 1 1-16,-2-1 0 0,2 4 2 0,0-1 2 16,1-1-2-16,1 4 2 0,2-1 0 0,1 0 2 15,0-2 0-15,4 0 2 0,0-2-7 0,2 0 4 16,-2 2 4-16,3-3-3 0,-1 0 1 0,4 1 3 15,-1-10-8-15,0 14 3 0,0-7-3 0,3-3 0 16,-2 5 1-16,5-6-5 0,-1 1 9 0,2 0-7 16,2 1 1-16,3-2 6 0,0 0-8 15,0-1 0-15,6-3-3 0,-4 0 0 0,5-1-7 0,-2-1-16 16,3 2-18-16,-2-5-22 0,0 3-28 0,-2-4-35 16,-3 4-38-16,1-3-40 0,2 2-50 0,-2 0-213 15,-4-3-497-15,2 1 221 0</inkml:trace>
  <inkml:trace contextRef="#ctx0" brushRef="#br0" timeOffset="121447.46">11615 14521 109 0,'0'0'103'0,"0"9"3"15,0-9 3-15,0 0-6 0,0 0-4 0,0 0 5 16,0 0-3-16,0 0-1 0,0 0-6 0,0 0-13 16,0 0-5-16,0 0-4 0,13-18-1 0,-8 13-14 0,2-5-4 15,1-1-10-15,4-3 6 0,-3 2-4 0,3-1-4 16,-2-2-3-16,-1 1-4 0,0-1-1 15,2 2 2-15,-1-1-4 0,1 0-2 0,0 1-2 16,-2 0 3-16,-3 2 0 0,1 2 12 0,-5-2-1 16,5 5 0-16,-4-2-4 0,1 3 3 0,-4 5 1 15,3-10-4-15,-3 10 5 0,4-10 0 0,-2 6-5 16,-2 4-6-16,4-5 0 0,-4 5 0 0,0 0-3 0,0 0-6 16,2-9-2-16,-2 9-1 0,0 0-5 15,0 0-4-15,0 0 0 0,0 0 1 0,1-5-8 16,-1 5 2-16,0 0-2 0,0 0 0 0,0 0-2 15,0 0 2-15,0 0-2 0,-5 23-2 0,3-17 4 0,4 4-3 16,-2 2-1-16,-2-1 0 0,2 2 5 16,-2-1-3-16,2-1-3 0,-2 2 3 0,1-1-2 15,0-1 2-15,1 0-3 0,1-1 1 0,0 0 2 16,3-2 1-16,-2-1 0 0,0 0-2 0,0 0 1 16,0 0-4-16,-2-7 7 0,6 10-4 0,-1-7 1 0,-5-3 0 15,8 6 2-15,-8-6-3 0,10 3 5 16,-2-3 1-16,-8 0 0 0,15-3-1 0,-6 0-1 15,3-1 0-15,-1-2-1 0,-2-1 0 0,4-1 2 16,-3 0-2-16,0-1 4 0,2 0-6 0,-6-1 3 16,1 1 0-16,-1-2-2 0,2 1 2 0,-3-3 0 15,1-2 0-15,-2 6-2 0,-1-3-4 0,-1 3 4 0,3-4 3 16,-3 4-2-16,-1-1-1 0,-2-2 1 16,1 3 1-16,0 1-2 0,2 3-2 0,-2 5 8 15,-1-13-11-15,1 13 4 0,1-7 1 0,-1 7-4 16,0 0 2-16,0-8-3 0,0 8-2 0,0 0-1 15,0 0-1-15,0 0 2 0,0 0-3 0,0 0 5 16,0 0-4-16,0 0 7 0,4 24-5 0,-3-12 4 0,1 3 1 16,-2 3-3-16,0-2 1 0,0 3 3 15,0 0-1-15,-2 0 1 0,2-3-1 0,0 2 2 16,0 1 0-16,0-3 0 0,-1 3 2 0,0-1-1 16,-1-2 1-16,1 0-1 0,0-4 2 0,1 0 1 15,-1-1-1-15,-1 0-1 0,-1-1 0 0,6-1-3 16,-6-2-4-16,3 4 0 0,0-11 9 0,-2 13-3 15,2-7-1-15,-1 0 1 0,-1 2-16 0,2-8-16 16,-6 10-30-16,6-10-34 0,-6 8-42 0,6-8-34 16,-7 6-193-16,7-6-390 0,-14 2 173 0</inkml:trace>
  <inkml:trace contextRef="#ctx0" brushRef="#br0" timeOffset="121643.24">11779 14094 104 0,'0'0'145'0,"-1"-11"-7"0,1 11-15 0,0 0-19 16,0 0-9-16,0 0-10 0,0 0 2 0,0 0-22 16,12-3-13-16,-12 3-30 0,0 0-47 0,20 10-49 15,-12-2-80-15,2-4-167 0,-3 5 75 0</inkml:trace>
  <inkml:trace contextRef="#ctx0" brushRef="#br0" timeOffset="122435.58">12567 14292 25 0,'-4'-2'196'15,"-1"-2"-19"-15,-1 0-7 0,6 4-12 0,-14-6-3 16,5 5-12-16,0-1-6 0,-2 1-16 0,0 2-13 16,2 3-13-16,-1 3-1 0,-3 0 0 0,2 5-7 15,2 2-6-15,-5 0-5 0,5 2-5 0,-4 6-7 16,0 1-6-16,5-6-6 0,2 8-2 0,4-9-7 16,-1 0-11-16,3 3 3 0,2-2-2 15,1-1-5-15,-1-3-1 0,2-1-2 0,-1-1-2 16,6-3-2-16,-2 1-3 0,0-1 0 0,6-3-2 0,-4 2-3 15,4-3-1-15,-1-1 3 0,1-3-2 0,1 0 1 16,-3-3-4-16,6-1 0 0,-1-2 1 16,-5 0-2-16,1-1-1 0,3-5 2 0,-3 2-3 0,-1-3-1 15,-2-1-1-15,-2 0 2 0,0 3-2 0,-3-3 0 16,1 1 1-16,-1 1-3 0,-2-3 2 16,0-1 1-16,-2 4 0 0,0-1-1 0,0 1-2 0,0 1 0 15,0 1 1-15,0 10 6 0,-2-13 7 0,0 7 0 16,2 6 2-16,0-10-4 0,0 10-4 0,0 0 0 15,-2-9-7-15,2 9-2 0,0 0 0 16,0 0-4-16,0 0 0 0,0 0 7 0,0 0-3 16,8 27 2-16,-8-16 4 0,0 8-4 0,3-1 0 15,-1 1 1-15,1-2-1 0,-3 0 1 0,4 2-1 16,-3-1 2-16,2-2-2 0,0 2 1 0,-1 1 3 16,-2-4-6-16,4 1 3 0,-4-4-2 0,2-1 9 0,1 0-10 15,-1-1-7-15,2-1-13 0,-1 2-20 16,-3-11-23-16,5 16-23 0,-3-9-34 0,-2-7-20 15,8 9-29-15,-8-9-18 0,9 5-23 0,-9-5-110 16,10 0-344-16,-10 0 152 0</inkml:trace>
  <inkml:trace contextRef="#ctx0" brushRef="#br0" timeOffset="122686.15">12881 14120 39 0,'0'0'198'0,"0"-9"-10"0,0 9-13 16,0 0-18-16,-2-7-11 0,2 7-15 0,0 0-1 0,0 0-1 16,0 0 7-16,9 21-3 0,-4-11-15 15,-1 9-4-15,1 8-12 0,-1-1-10 0,1 2-7 16,1 1-6-16,0-2-10 0,-2 0-9 0,-2 0-4 16,2 1-3-16,-4 1-7 0,2-3-2 0,-2 0-6 15,3-1-3-15,-1 1-6 0,0-7-21 0,0 7-23 16,-2-10-23-16,2 0-29 0,0 4-37 0,-2-4-30 15,4 0-26-15,-2-5-29 0,0 0-126 0,0 0-339 16,-2-11 150-16</inkml:trace>
  <inkml:trace contextRef="#ctx0" brushRef="#br0" timeOffset="123201.34">13097 14430 67 0,'0'0'179'0,"0"0"-13"15,0 0-9-15,0 0 3 0,0 0 0 0,0 0-10 16,0 0-4-16,0 0-15 0,0 0-7 0,12 22-10 16,-12-15-10-16,4 3-11 0,-2 0-11 0,1 0-6 15,1 1-8-15,0-3-7 0,0 2-5 0,-1-4-5 16,2 4-7-16,2-5-1 0,-3-3-2 0,2 1-4 16,-1 3 1-16,7-2-2 0,-6-1 2 0,-1-1-2 15,-5-2 0-15,16-2-4 0,-8 2-2 0,1-4 0 16,3-2-1-16,-6 2 4 0,1-5-9 0,2 2 5 15,0-1-2-15,-2-2-2 0,-3 3-2 0,1-2 1 16,-1 0-1-16,0-2-3 0,-2 3-4 0,1-3 1 16,0 4-2-16,-1 1-2 0,-2 6 0 0,2-9-2 15,-2 9-2-15,0 0-4 0,2-9-1 0,-2 9-4 16,0 0 0-16,0 0-1 0,0 0 3 0,0 0-3 16,0 0 5-16,5 24-5 0,-3-15 5 0,0 1-6 15,-2-3 6-15,4 4-6 0,-2-4 4 0,1 2-1 16,-3-9-1-16,9 15 1 0,-4-4 1 0,1-7-2 15,1 0 6-15,-7-4-2 0,14 5-2 0,-5-4 6 16,-9-1-1-16,20-1 3 0,-11-2 1 0,-9 3 4 16,20-6 1-16,-11-2 1 0,2 1 2 0,-5-3 1 15,4 2 1-15,-3-3 3 0,-1 1 1 0,-1 0-7 16,2-2 3-16,-3 1-2 0,-2-2-3 16,-2 0 0-16,-2-2-4 0,-2-2 0 0,1 5 2 15,-1-5-7-15,4 5 3 0,-5-1-5 0,3 3 3 0,0 1-2 16,0 2-1-16,-1 0-7 0,3 7-7 0,-4-9-20 15,4 9-21-15,0-7-16 0,0 7-17 0,0 0-18 16,0 0-25-16,0 0-48 0,0 0-28 0,-12 25-26 16,12-25-150-16,0 0-408 0,8 24 180 15</inkml:trace>
  <inkml:trace contextRef="#ctx0" brushRef="#br0" timeOffset="124381.4">13685 14284 177 0,'0'0'204'0,"-8"-4"-5"0,8 4-8 0,-11 2-8 16,11-2-11-16,-12 4-13 0,8-1-8 0,-3 3 1 15,3 3-9-15,-3 2-8 0,-3 1-16 0,2 2-8 0,1 2-12 16,1-1-9-16,0 1-12 0,4-5 2 0,0 6-15 16,0 1-4-16,2-7-6 0,2 0-10 0,-2-1-2 15,4 0 1-15,-1 0-7 0,-3-10-4 16,11 13-2-16,-8-7-2 0,3-2-3 0,-6-4 2 15,14 9-4-15,-5-6 0 0,-9-3 0 0,13 2-1 16,-3-3-4-16,-4 0-1 0,-6 1 1 0,15-8-1 0,-5 3-3 16,-3-1-1-16,3-1 1 0,0-2 0 0,-3 2 5 15,-1 0 1-15,-2 0 3 0,-1-4-11 16,1 1 1-16,-2 0 2 0,3 1 3 0,-4 1-5 0,1 0 0 16,-2-2 2-16,2 4-2 0,-2 6 3 15,-2-11-2-15,2 11-1 0,0 0-3 0,2-10-5 16,-2 10 1-16,0 0-2 0,0 0-4 0,0 0 1 0,0 0-1 15,0 0-1-15,0 0 6 0,0 0-4 16,9 20 3-16,-3-14-3 0,0-1 10 0,-2 1-8 16,2 0 1-16,-1 1 5 0,1-2 0 0,1 2 3 15,2-4-3-15,-2 1 9 0,1-2-2 0,-1 0 0 16,3 0 3-16,-10-2 0 0,17 0-1 0,-10 0 1 16,5-2-3-16,-1 0 3 0,0-4-3 0,0 3-3 15,-4-4 0-15,1 1 0 0,0-2-3 0,1 0-2 16,-3-2 1-16,1 3-3 0,-3-2 4 0,1-1 0 15,-1-2-3-15,-1 2-5 0,1 2 3 0,-4 0 3 16,2 2-6-16,-2 6 4 0,3-9-4 0,-3 9-2 16,2-9-2-16,-2 9-6 0,0 0 7 0,0 0-1 15,0 0-2-15,0 0 2 0,0 0-1 0,0 0 4 16,2 29-4-16,-2-18 4 0,0-4-1 0,2 5-2 16,-2-2-2-16,2 0 5 0,1-2 0 15,-1 0-4-15,1 1 10 0,1-5-7 0,0 0 5 0,-4-4-4 16,9 8 4-16,-4-5-1 0,-5-3 3 0,11 4 0 15,-6-4-3-15,-5 0 4 0,13-6-3 0,-6 3 8 16,-2-1-2-16,1-1 7 0,1 0-6 0,-3-1 8 16,2 1-7-16,0-4 3 0,-2 3 0 0,0-3-7 15,-2 2 1-15,-1-2 0 0,3 0-1 0,-4 3 8 16,0 6-13-16,5-9 4 0,-5 9 1 0,2-8-10 16,-2 8 2-16,0 0-3 0,0 0-6 0,0 0 0 15,0 0 8-15,0 0 0 0,5 31 7 0,-1-8 4 16,-4 6 10-16,-2 4 4 0,2 2 2 0,-2 14 3 15,2 2 4-15,-3-5-3 0,1 1-4 0,2 2-5 16,-2-1-3-16,3-12 2 0,-1 9 1 0,0-9-8 16,3-2-2-16,-5-1-2 0,1-3 3 0,0-1 2 15,-2-3-11-15,1 0 10 0,2-7-10 0,0-4 6 16,-4-4 8-16,3 1-9 0,-1-1-2 0,0-3 1 16,-2-5-7-16,4-3 2 0,-8 7-1 0,8-7-14 15,-6 2-3-15,6-2-9 0,0 0-5 0,-13-15-8 16,9 7-1-16,2-9 6 0,-1-1-8 0,3-1-3 15,3-12-4-15,-1 0 4 0,6 0-2 0,-1-3 1 16,5-12-1-16,-2 11 5 0,3-9-3 0,4 0-2 16,-4 10 4-16,5-13 1 0,3 3 2 0,-2-1 5 15,-5 12 1-15,-1-2 5 0,1 5 0 0,0-2 1 16,0 0 2-16,0-2 5 0,-1 3-2 0,0 3 6 16,0 0-2-16,-2 4 4 0,-2 8 2 0,0 0-1 15,-5 6 2-15,0-1 4 0,-2 2 7 0,2 3 4 16,-4 6 8-16,5-12-5 0,-5 12-1 0,4-6-2 15,-4 6-3-15,0 0 2 0,0 0-4 0,0 0 2 16,0 0 2-16,0 0 0 0,0 0-2 0,-21 25 2 16,14-15-2-16,-1 0-3 0,6 1 2 0,-6-1-3 15,6 3 0-15,-2-1 1 0,0-1-4 0,1 1 5 16,3-2-3-16,0-10 3 0,4 21-2 0,-1-12 2 16,3 1-7-16,2-1 6 0,1-1-5 0,-1-1 12 15,4 4-15-15,-1-5 5 0,0 1-3 0,2-1 1 16,-3 0 0-16,0-1 2 0,0 0-4 15,-2-1 7-15,-3 0-2 0,-5-4 2 0,11 8-3 0,-4-5 1 16,-7-3 3-16,5 10-4 0,-5-10 4 0,0 0 2 16,-4 15 0-16,4-15-1 0,-12 17-3 0,3-11 2 15,0 3 2-15,-2-1 0 0,-3 2-3 16,4-2 1-16,-3 1-17 0,3-1-25 0,-4 0-29 0,5-1-30 16,-2 2-48-16,-1-4-54 0,6 1-50 0,-5-1-210 15,11-5-500-15,-12 6 221 0</inkml:trace>
  <inkml:trace contextRef="#ctx0" brushRef="#br0" timeOffset="124823.03">15286 14098 115 0,'-13'-4'241'16,"13"4"-4"-16,-10-3-8 0,10 3-12 0,-8-4-18 16,8 4-16-16,0 0-18 0,-8-2-14 0,8 2-16 15,0 0-17-15,0 0-6 0,0 0-7 0,0 0-1 16,20-6-8-16,-7 4-1 0,1-2-7 0,4 0-7 16,3-1-10-16,4-2-1 0,-4 3-11 0,6-2-5 15,-6 0-7-15,1 1-2 0,-1 2-5 0,-1-2-5 16,-1 1-22-16,-6 0-16 0,-2 2-22 0,-1-1-23 15,-2 1-28-15,-1 0-19 0,-7 2-19 0,9-2-26 16,-9 2-9-16,0 0-32 0,0 0-24 16,0 0-141-16,0 0-373 0,0 0 166 0</inkml:trace>
  <inkml:trace contextRef="#ctx0" brushRef="#br0" timeOffset="125081.63">15316 14071 152 0,'-5'1'166'0,"5"-1"1"15,-12 3-7-15,7-1-6 0,5-2-10 0,-11 5-3 16,6 0 2-16,2 2-3 0,-1 3 10 0,2 2-9 0,-2 3-6 16,2 4-4-16,1 1-1 0,1-1 1 0,-1 1-5 15,1 6-12-15,0 0 0 0,-2 1-4 0,2-10 0 16,0 9-9-16,2-7-1 0,-2 1-8 16,-2-1-11-16,4-3-1 0,-1 2-8 0,-1-1-13 15,0-5-2-15,-1 2-6 0,-1-4-5 0,0 2-8 16,4-1 1-16,-4-1-6 0,2 0-4 0,0-2-9 15,-1 1-20-15,1-1-22 0,0-8-23 0,-1 12-23 0,0-6-22 16,1-6-28-16,0 10-40 0,0-10-30 0,0 0-35 16,-3 8-27-16,3-8-167 0,0 0-450 15,0 0 200-15</inkml:trace>
  <inkml:trace contextRef="#ctx0" brushRef="#br0" timeOffset="125248.16">15282 14382 39 0,'11'-3'153'16,"-6"1"-13"-16,-5 2-4 0,14 0-19 0,-2-1-9 15,-1-2-9-15,0 3-7 0,2 0-10 0,0-1-20 0,3 1-23 16,-4 0-35-16,1-3-28 0,5 0-38 16,1 3-30-16,1-2-58 0,-7 1-161 0,5-2 73 15</inkml:trace>
  <inkml:trace contextRef="#ctx0" brushRef="#br0" timeOffset="125405.53">15655 14350 163 0,'0'0'184'0,"0"0"-3"0,0 0-5 0,0 0-3 15,0 0-6-15,0 0-12 0,7 3-9 0,-7-3-13 16,0 0-10-16,0 0-14 0,0 0-12 0,0 0-8 16,0 0-7-16,7 3-12 0,-7-3-18 0,5 4-28 15,-5-4-37-15,0 0-36 0,0 0-47 0,13 3-32 16,-6-3-52-16,-7 0-97 0,0 0-299 0,22-2 133 15</inkml:trace>
  <inkml:trace contextRef="#ctx0" brushRef="#br0" timeOffset="125715.23">16111 14028 94 0,'-1'-13'272'0,"1"13"-7"16,0 0-14-16,0 0-15 0,0 0-14 0,0 0-19 16,0 0-12-16,0 0-7 0,0 0-16 0,0 0-5 15,0 0-6-15,-7 46-2 0,6-28-5 0,1 1-20 16,-1-1-3-16,2 2 1 0,-1 6-14 0,0-7-5 16,0 5-17-16,1 2-1 0,-2-7-8 0,2 0-11 15,-2 1-3-15,2-1-5 0,-1-1-11 0,2 0-2 16,-4 0-6-16,4-3-3 0,-2-1-3 0,1-2-8 15,0 0 3-15,-1-1-22 0,1-1-19 0,-1-10-26 16,0 18-31-16,0-18-30 0,0 12-24 0,0-12-26 16,0 10-28-16,0-10-27 0,0 0-38 0,0 10-24 15,0-10-201-15,0 0-500 0,0 0 222 0</inkml:trace>
  <inkml:trace contextRef="#ctx0" brushRef="#br0" timeOffset="126181.26">16099 14118 191 0,'0'0'208'0,"6"-18"-6"15,-4 9 2-15,5-2-13 0,-2 2-8 0,5-3-12 0,1 2-10 16,5-2-8-16,-2 1-11 0,1 3-9 0,-1 1-10 16,-1 1-13-16,1 3-6 0,-2-1 0 0,1 2-9 15,-2 0-5-15,0 4-6 0,1 0-7 16,-2-1-5-16,0 4-3 0,-2-1-11 0,-2 3-4 15,-1-1-4-15,2 3-5 0,-3 1-1 0,-3-1-10 16,-2 3 3-16,1-1-2 0,-5 4-2 0,1-1-9 0,-3 1 0 16,2-3-4-16,1-1 0 0,-3 0 0 0,3-1-1 15,-1 0-7-15,1-1 0 0,1-3 0 0,1 1-1 16,0-1-2-16,2-6 1 0,2 11-1 0,-2-11-4 16,-2 12-3-16,5-8 3 0,0 2-1 15,0 0 1-15,4 1-4 0,3 0 0 0,-1 0 2 16,0 1 0-16,-1-1-4 0,3-1 3 0,-1 1-1 0,-1-1 1 15,3 0-1-15,-4 1 9 0,-2-1-14 0,0 1 3 16,1-3 3-16,-4 2 1 0,3 2-4 16,-5-1 3-16,0-1 2 0,-1-6-1 0,-2 14 0 15,-4-5 2-15,0-1 1 0,-1 1 5 0,-2-3 4 16,-1 2 2-16,2-2 2 0,-1 1 2 0,-2 0 0 16,0 0-4-16,2-2 0 0,-1 0-2 0,-3 0 1 15,1-2-7-15,0 3 0 0,-1-2-18 0,1 0-22 0,0-3-35 16,0 2-43-16,1-2-54 0,11-1-59 15,-20 2-74-15,20-2-174 0,-17-2-508 0,17 2 225 16</inkml:trace>
  <inkml:trace contextRef="#ctx0" brushRef="#br0" timeOffset="126343.99">16583 14307 276 0,'5'-3'295'0,"-5"3"16"0,0 0 3 0,0 0-12 15,12-6-10-15,-12 6-45 0,0 0-28 0,0 0-29 16,11-3-28-16,-11 3-33 0,0 0-35 0,0 0-37 16,0 0-45-16,0 0-57 0,0 0-70 0,0 0-77 15,0 0-233-15,-26 20-461 0,13-17 205 0</inkml:trace>
  <inkml:trace contextRef="#ctx0" brushRef="#br0" timeOffset="127847.49">10879 15516 64 0,'-5'-3'178'15,"5"3"-8"-15,-9-5-13 0,9 5 4 0,-10-5-1 16,10 5 1-16,-9-1-7 0,9 1-8 0,-6-3-13 16,6 3-4-16,0 0-14 0,-8-1-5 0,8 1-11 15,0 0-10-15,0 0-10 0,0 0-10 0,0 0-6 16,0 0-11-16,0 0-3 0,0 0-4 0,0 0-6 16,0 0-1-16,0 0-1 0,27-9-4 0,-15 8-2 15,9-2 0-15,-1-2-6 0,2 1-3 16,6-2 2-16,-6 4-4 0,-2-2 0 0,2 1-1 0,-2 0-6 15,-1-1 0-15,-2 1-1 0,-3 1-10 0,0 2-20 16,-3-1-16-16,-1 0-19 0,0 2-23 0,-3-1-17 16,-7 0-11-16,12-1-23 0,-12 1-16 0,13 0-3 15,-13 0-3-15,6 1 5 0,-6-1 9 0,0 0 2 16,0 0 16-16,0 0 2 0,0 0 12 0,0 0 5 16,0 0 10-16,-19 10 14 0,19-10 5 0,-11 4 12 15,3-3 12-15,-3 2 17 0,3-3 16 0,-2 1 11 16,-2 0 9-16,5-1 6 0,7 0 11 15,-16-1 16-15,6 1 10 0,2 1 9 0,8-1 9 0,-9 2 3 16,9-2 7-16,-7 0-16 0,7 0-2 0,0 0-9 16,-10 3-5-16,10-3-6 0,0 0 22 0,-2 10 16 15,2-10-13-15,2 16-6 0,-1-3-4 0,3 4-1 16,2 7 36-16,-2 2 4 0,0 2-9 0,-2-1-8 16,2 1-4-16,0-1-2 0,-1 1-4 15,-1 0-9-15,1-9-3 0,3 9-1 0,-5-3-1 0,0-4-3 16,-1-3-1-16,2 2-5 0,0-2-7 0,0-1 2 15,-1-6 0-15,-2 1-3 0,1-2-3 0,-2-3 3 16,1 3 4-16,0-3 8 0,1-7 3 0,-4 12-1 16,1-7 2-16,3-5-1 0,-7 8 1 0,0-6-5 15,0 1-2-15,-1-2-6 0,-3 2-2 16,-1-5-6-16,-1 1 1 0,2-4-8 0,-2 3 3 16,-4-4-3-16,1 0-2 0,0-3-3 0,5 4-1 0,-2-3-2 15,2 3 1-15,2-3-8 0,-1 2 10 16,2-1-9-16,1 2-2 0,2-1-2 0,5 6 0 15,-9-6 1-15,6 2-9 0,3 4-12 0,-4-6-22 16,4 6-26-16,0 0-7 0,0 0-6 0,0 0-23 16,0 0-27-16,0 0-50 0,0 0-36 0,24 10-24 15,-16-7-194-15,1 4-464 0,2-3 206 0</inkml:trace>
  <inkml:trace contextRef="#ctx0" brushRef="#br0" timeOffset="128198.33">11440 15838 140 0,'0'0'283'0,"0"0"-5"16,0-11-10-16,0 11-8 0,0 0-20 0,0 0-13 15,0 0-14-15,-14-3-16 0,14 3-10 0,0 0-13 16,-15 6-17-16,7-2 0 0,-1 2-10 0,1 2-15 15,0 2 0-15,0-2-10 0,-1 3-13 0,-1 3-19 16,1 0 0-16,4-1-1 0,2-3-11 0,-3 3 10 16,3 0-21-16,2-2-8 0,0 0 3 0,1-1-22 15,0-1 10-15,1 2-6 0,1-2-3 0,2 2-2 16,0-3 5-16,1 1-8 0,0-2 1 0,4-1-10 16,-4-1-4-16,1-2 3 0,0 0-3 0,-1 0-8 15,-5-3 1-15,14 2 0 0,-4 1 4 0,-3-3-5 16,3 0-12-16,-10 0-30 0,19-3-16 0,-9 0-31 15,-2 1-29-15,1-1-41 0,2 1-36 0,-2-2-37 16,0 0-44-16,0-2-39 0,1 1-236 0,2-1-579 16,-3-2 256-16</inkml:trace>
  <inkml:trace contextRef="#ctx0" brushRef="#br0" timeOffset="129181.15">11898 15725 136 0,'0'0'218'16,"0"0"-18"-16,0 0-12 0,-11-7-18 0,11 7-5 16,-7-1-6-16,7 1-6 0,0 0-1 0,-9-2-5 15,9 2-2-15,0 0-8 0,0 0-8 0,-10-2-4 16,10 2-9-16,0 0-9 0,0 0-5 0,0 0-8 15,-8-1-2-15,8 1-7 0,0 0-22 0,0 0 8 16,0 0-10-16,0 0-3 0,0 0-4 0,0 0-8 16,0 0-4-16,0 0 0 0,0 0-7 0,0 0-2 15,0 0-2-15,0 0 0 0,-9-3 0 0,9 3-2 16,0 0 1-16,0 0 1 0,0 0 0 0,0 0-3 16,0 0 2-16,0 0-3 0,0 0-16 0,0 0 17 15,0 0-1-15,0 0 0 0,0 0-2 0,0 0 3 16,0 0-3-16,0 0 6 0,0 0 10 0,0 0-12 15,0 0-1-15,0 0-4 0,0 0-1 0,0 0 0 16,0 0-3-16,0 0 3 0,0 0 8 16,0 0-11-16,0 0 1 0,0 0 1 0,0 0-10 0,0 0 9 15,0 0-3-15,0 0 3 0,0 0-19 0,0 0 10 16,0 0 2-16,0 0 1 0,0 0 0 0,0 0-9 16,0 0 1-16,0 0-2 0,0 0-14 0,13-11 21 15,-8 6 2-15,3-2 3 0,2 0-8 0,1 0 1 16,-3-2 0-16,5-3-5 0,-5 4 1 15,3-5 8-15,-2 4-5 0,0 0-4 0,0-5-2 16,-3 4-15-16,2-1 16 0,-3 0 8 0,1 2-5 0,-3-1-2 16,1 0 6-16,-2 0-8 0,3 1-2 0,-5 2 7 15,2-1-24-15,-2 8 20 0,0-10-1 0,0 10-9 16,-2-12 8-16,2 12-19 0,0 0 25 0,0-9-2 16,0 9 1-16,0 0-6 0,0 0 3 15,0 0 3-15,0 0-10 0,0 0 7 0,0 0-8 16,0 0 12-16,-11 19-13 0,8-8-1 0,3 2-2 15,-2-1 5-15,-1 4-5 0,3-4 5 0,0-1 4 16,3 0-5-16,-1 0 8 0,0-1-2 0,0-1 6 0,3-1-14 16,2-1 4-16,-1 1 14 0,1-4-13 0,-2-2-2 15,3 1-14-15,4-2 27 0,-3-4-6 16,5 1-1-16,-3-3 6 0,0 0-2 0,0-2-3 0,3-3 0 16,-3 3 3-16,0-2 4 0,-6 0-16 15,3-1 7-15,2 1-1 0,-6 0 5 0,1-2-5 16,-1 1 5-16,0 0-3 0,-2 1 3 0,1-1-2 15,-3-1 3-15,0 3-4 0,0 2 5 0,0 6-4 0,0-13-2 16,0 13 2-16,-3-9-8 0,3 9 4 16,0 0-13-16,3-7 6 0,-3 7 2 0,0 0-1 15,0 0-1-15,0 0-2 0,-7 29 8 0,5-18-6 16,0 6 9-16,0 1-4 0,-1-1-3 0,2 0-1 16,-2 2 7-16,3-1-6 0,2 1-1 0,-4-1 3 15,2 1-1-15,0-2 0 0,0-2-15 0,0-2-18 16,0-2-20-16,-2 1-33 0,2 4-28 0,0-6-31 15,0-3-26-15,-2 0-37 0,-1 1-49 0,3-8-50 16,-5 12-187-16,1-7-538 0,-1-2 238 0</inkml:trace>
  <inkml:trace contextRef="#ctx0" brushRef="#br0" timeOffset="129360.15">11950 15328 1797 0,'-5'-10'30'0,"0"5"-17"16,5 5-21-16,-7-11 4 0,7 11-4 0,0 0 1 16,-6-4 1-16,6 4 6 0,0 0-3 0,0 0 3 15,0 0-7-15,0 0-13 0,0 0-31 0,0 0-48 16,14 28-48-16,-7-17-100 0,1-3-267 0,6 4 117 16</inkml:trace>
  <inkml:trace contextRef="#ctx0" brushRef="#br0" timeOffset="129983.6">13007 15464 161 0,'-9'-6'250'15,"1"-1"-8"-15,3 3-5 0,-4 1-11 0,2 0-14 0,-2 1-16 16,1 0-9-16,-6 2-5 0,1 3-14 15,1 1-16-15,-4 3-13 0,2 4-18 0,-1 0 0 16,-1 4-9-16,-3 5-6 0,4 2-10 0,3-4-17 16,0 4-2-16,3-6-8 0,2 3-4 0,3-3-6 15,4-3-5-15,-4 0-9 0,6-2-4 0,0 1 0 16,0-2-9-16,3-2 0 0,1-2 0 0,-1 1-2 16,6-3-8-16,-2-1 1 0,2-2 2 0,1-1-7 15,1-1 10-15,1-2-6 0,1-3-8 0,3-2 0 16,-4 0 0-16,2-2-4 0,-6 3 1 0,-3-1 5 15,3-1-5-15,-4 0 5 0,-2 0-9 0,1-1 1 16,-1 0-5-16,-2-2 7 0,1 1-5 0,-3 0 2 16,0-2-15-16,0 3 14 0,-2 0-1 0,1 1 1 15,1 9-5-15,-4-11 4 0,2 5 3 0,2 6-2 16,0-9-9-16,0 9 6 0,0 0-1 0,0 0-3 16,0 0-1-16,0 0 0 0,0 0 1 0,0 0 0 15,0 0 1-15,-2 32 1 0,-1-13-2 0,3-2 3 16,0 2 4-16,0 0-5 0,0 0 1 0,3 6 2 15,-1-5 0-15,0-4 0 0,0 1-4 0,3 0-3 16,-1 1-17-16,1-4-24 0,-3-2-26 0,1-2-22 16,1 0-24-16,2 0-25 0,-3-1-28 0,-3-9-36 15,8 10-32-15,-4-6-23 0,0-1-163 0,-4-3-459 16,0 0 203-16</inkml:trace>
  <inkml:trace contextRef="#ctx0" brushRef="#br0" timeOffset="130215.16">13212 15256 65 0,'0'0'246'0,"0"0"-14"0,-2-15-21 0,2 15-20 16,0 0-20-16,0 0-10 0,0 0-5 0,0 0 0 0,0 0-10 16,4 35-4-16,-4-9-8 0,4 2-8 0,-2 3-14 15,-1-1-10-15,1 1-7 0,-2 2-12 0,2-2-5 16,-2 0-8-16,3-3-8 0,-3 4-3 15,0-4-5-15,4-1-12 0,-2-2-21 0,-4-1-28 16,4-4-37-16,-2-3-36 0,0 2-44 0,0-4-45 16,5 0-49-16,-5-2-162 0,0-4-409 0,0-9 181 15</inkml:trace>
  <inkml:trace contextRef="#ctx0" brushRef="#br0" timeOffset="130695.04">13385 15596 148 0,'0'0'222'16,"0"0"0"-16,0 0-12 0,0 0-16 0,0 0-9 15,9 22-19-15,-5-13-8 0,-4-9-20 0,4 13-13 16,-1-5-11-16,-1-2-12 0,-2-6-8 0,9 12-7 16,-2-5-8-16,-3-1-6 0,-4-6-6 0,11 7-7 15,-3 0-9-15,-8-7-1 0,13 4-2 0,-5-4-3 16,-8 0-4-16,17-4-8 0,-6 2 2 0,-5-3-3 15,4 2-3-15,-2-4-2 0,-1 1-2 0,-1-1-1 16,2-2-3-16,-6 4-2 0,-2 5-1 16,7-15 3-16,-5 8-3 0,-2 7-5 0,4-14 6 0,-2 8 0 15,-2 6 1-15,0 0 2 0,0-13-2 0,0 13-6 16,0 0-5-16,0 0-1 0,0 0-2 16,0 0-4-16,0 0 3 0,0 0-4 0,0 0 3 0,0 0-1 15,12 17 1-15,-9-10-1 0,-1 1-3 16,2 0 3-16,0-1-1 0,-1 1-2 0,1-1 4 0,0-1-2 15,4-2-2-15,-4 0 2 0,2-1 2 0,1-1 2 16,2-1-4-16,-9-1 5 0,18-3 1 16,-9 2-7-16,1-5 6 0,0-1-1 0,-1 1 2 15,1-2 1-15,-1 0 7 0,-1 1 0 0,-3-2 6 16,2 1 2-16,-5 0 5 0,3-3-1 0,-3 2-3 0,0-3 0 16,-2 12-6-16,-2-18-4 0,2 18 3 15,-2-18-9-15,-3 10 2 0,5 8 2 0,-5-12-6 16,5 12-8-16,-4-10-6 0,4 10-16 0,-5-9-11 15,5 9-25-15,0 0-34 0,-6-8-27 0,6 8-20 16,0 0-22-16,0 0-25 0,0 0-31 0,0 0-192 16,0 0-444-16,0 0 197 0</inkml:trace>
  <inkml:trace contextRef="#ctx0" brushRef="#br0" timeOffset="131468.81">13879 15470 200 0,'0'0'216'15,"0"0"-5"-15,0 0-10 0,0 0-17 0,0 0-11 16,0 0-10-16,-25 13-5 0,21-7-6 0,-2 1-10 16,-2 2-11-16,3 1-9 0,1-1-9 0,2 2-7 15,-2-1-2-15,1 2-13 0,1 0-5 0,2-2-9 16,-2 2-8-16,4-4-8 0,0 2-7 0,1-1-3 16,-1-4-2-16,2 2-7 0,3-1-2 0,-1-2-7 15,2 0-7-15,-2-1 8 0,5-2-1 0,1-2-1 16,-3-2-6-16,2 0-6 0,0-2 1 0,-2 1 4 15,0-3-14-15,2 0 9 0,-2 1-4 0,-2-1 0 16,2-1 2-16,-2 0-3 0,0-1 7 0,-3 2-4 16,0-3 0-16,-4 10 3 0,7-12 4 0,-7 5 3 15,0 7-3-15,2-11 7 0,-2 11 1 0,0 0 1 16,2-13 3-16,-2 13-8 0,0 0-4 16,0 0 1-16,0 0-11 0,0 0 1 0,0 0-7 0,5-4 5 15,-5 4 1-15,0 0 0 0,0 0-12 0,5 18 7 16,-5-18 1-16,4 10-9 0,0-3 12 0,-3-3 0 15,3 2 0-15,0-1-4 0,-1-1 0 0,4 2 4 16,-5-3 1-16,-2-3 2 0,9 6-8 16,-9-6 6-16,11 3-2 0,-11-3 2 0,14 1-5 15,-14-1 5-15,0 0-4 0,19-6-17 0,-9 3 21 16,-1-4-6-16,-1 3 1 0,-8 4 1 0,12-11-2 0,-5 1 2 16,-3 2-5-16,1 1-2 0,1-4 4 15,-1 2-3-15,-1 1 0 0,-4 8-13 0,5-11 13 16,-5 11-2-16,4-8 2 0,-4 8-1 0,0 0 0 15,4-7-2-15,-4 7-5 0,0 0 4 0,0 0 1 16,0 0 5-16,0 0-1 0,0 0 2 0,5 23-7 16,-5-23 1-16,6 14 2 0,-2-8 1 0,0 3-5 15,0-3 2-15,1 1 1 0,-1 0 7 0,-4-7-3 16,12 9 3-16,-12-9-3 0,11 3 10 0,-11-3-12 16,13 0 1-16,-13 0 0 0,0 0-1 0,21-8 1 15,-15 4 7-15,-6 4-13 0,9-11-1 0,-9 11 9 16,14-11-7-16,-14 11 14 0,6-11-13 15,-6 11 4-15,5-9-5 0,-5 9-1 0,0 0 0 0,4-14 0 16,-4 14-3-16,0 0 4 0,0 0-2 0,0 0-2 16,3-12-1-16,-3 12 3 0,0 0 4 0,0 0 10 15,0 0 5-15,2 33 1 0,-2-15 5 0,3 6 17 16,-4 1 1-16,-1 5-2 0,4 2-9 0,-1 0-8 16,-2 3-8-16,1 0 16 0,-2-1-4 0,5 2 3 15,-1-3-14-15,2-2 4 0,0 0-2 0,-4-4 4 16,3 0-6-16,-4 1-1 0,4-2-1 0,-5-8 6 15,1 1-20-15,-1-1 6 0,-2-3-11 0,0-3-16 16,2 2-18-16,1-6-30 0,-6 1-33 0,0-3-34 16,7-6-38-16,-9 6-40 0,9-6-55 0,-10 3-60 15,10-3-241-15,0 0-618 0,-16-14 273 0</inkml:trace>
  <inkml:trace contextRef="#ctx0" brushRef="#br0" timeOffset="131872.04">14294 15766 16 0,'7'-19'206'0,"2"1"2"0,-2-2 1 15,2-3-4-15,5-2-5 0,-2 3-15 0,0 1-15 0,2-3-10 16,-1 2-13-16,1 1-12 0,-1-1-7 0,-3 5-9 16,4-5-10-16,-5 4-9 0,1 1-1 15,-1 1-8-15,-3-1-2 0,1 3-3 0,-1 4 4 16,-1-1 6-16,-5 11 2 0,3-14-5 0,-3 14-9 0,0 0-6 15,4-14-7-15,-4 14-13 0,0 0-1 16,0 0-10-16,0 0-7 0,0 0-2 0,-31 13-5 16,22-4-3-16,-1 0-5 0,2-1 6 0,-1 2-10 15,0 0 1-15,4-2-10 0,1 0-9 0,2 1 2 16,2-9-9-16,1 15 1 0,-1-15-7 0,7 12-1 16,-7-12-1-16,10 10 0 0,-4-7-3 0,3 0 3 15,0 2-2-15,-9-5-4 0,14 7 10 0,-4-6 1 16,-1 5 0-16,-1-3 1 0,-8-3-4 0,13 8 4 15,-6-4 0-15,-2 1-5 0,-5-5 11 0,8 11-1 16,-5-4 0-16,-2-1 6 0,-1-6-8 0,0 13 1 16,-1-5-2-16,1-8 9 0,-4 12-4 0,4-12 0 15,-7 15-5-15,2-5-21 0,2-4-28 0,-1 2-30 16,0 1-45-16,4-9-64 0,-13 11-70 0,5-3-201 16,8-8-501-16,-13 10 221 0</inkml:trace>
  <inkml:trace contextRef="#ctx0" brushRef="#br0" timeOffset="134902.03">15769 15354 38 0,'0'0'88'15,"0"0"-5"-15,0 0-5 0,0 0-5 0,0 0-4 0,0 0 0 16,0 0-16-16,0 0-1 0,0 0-2 0,0 0-2 16,0 0-18-16,0 0 3 0,0 0-7 0,0 0 6 15,0 0-6-15,0 0-2 0,0 0-4 0,0 0-2 16,0 0 3-16,0 0 1 0,0 0-9 16,0 0 6-16,0 0-5 0,0 0 3 0,0 0-8 15,0 0-2-15,0 0 13 0,0 0-7 0,0 0 3 0,0 0-6 16,0 0 9-16,0 0-21 0,0 0 9 0,0 0-11 15,0 0 2-15,0 0-5 0,0 0 8 0,0 0-3 16,0 0 5-16,0 0-6 0,0 0 1 16,0 0 2-16,0 0 2 0,0 0-3 0,-4 8 5 15,4-8-8-15,0 0-5 0,0 0 7 0,0 0-5 16,0 0-3-16,5 8-1 0,-5-8 8 0,0 0-8 0,0 0 3 16,0 0-9-16,0 0 1 0,0 0-4 0,0 0-3 15,0 0-11-15,0 0-28 0,0 0-20 16,0 0-50-16,0 0-141 0,0 0 64 0</inkml:trace>
  <inkml:trace contextRef="#ctx0" brushRef="#br0" timeOffset="141115.23">15457 15337 6 0,'0'0'103'16,"-4"-6"1"-16,4 6-8 0,0 0-13 0,-4-5 3 15,4 5-17-15,0 0 0 0,0 0 11 0,-5-8-2 16,5 8-2-16,0 0-8 0,0 0-1 0,0 0-5 16,-1-6-4-16,1 6-12 0,0 0 0 0,0 0-16 15,0 0 4-15,0 0-2 0,0 0-4 0,0 0-2 16,0 0 2-16,-8 18 1 0,4-8 0 0,4 0-1 15,-2 2 2-15,0-1-16 0,0 6 16 0,-1-6-3 16,1 3-2-16,0-1-2 0,1 3 1 0,0-6-9 16,1 2 6-16,-3 1 29 0,1-2-2 0,2 1-6 15,-2-3-3-15,-1 0-1 0,3-2-5 0,0 1-4 16,-3-2-1-16,3-6-3 0,0 12-2 0,0-12 1 16,-1 8-5-16,1-8 2 0,0 0-3 0,0 0 5 15,0 9 4-15,0-9 3 0,0 0 5 0,0 0 0 16,0 0 0-16,0 0 4 0,0 9-5 0,0-9 3 15,0 0-5-15,0 0-2 0,0 0-4 0,0 0 2 16,0 0-5-16,0 0-2 0,0 0-6 0,0 0 1 16,0 0 0-16,0 0-4 0,0 0 1 0,0 0-2 15,0 0-3-15,0 0-1 0,0 0 0 0,0 0 0 16,0 0-3-16,0 0 2 0,-4-24-1 0,4 24-1 16,0 0-2-16,0 0 0 0,0 0-2 0,0 0 3 15,0 0 0-15,0 0-1 0,0 0-4 0,0 0 4 16,0 0 1-16,0 0-2 0,0 0-2 0,0 0 2 15,0 0 2-15,0 0-3 0,0 0-1 0,0 0 1 16,2-10-6-16,-2 10 4 0,0 0-1 0,0 0-1 16,0 0-1-16,0 0 3 0,0 0-2 0,0 0 0 15,0 0 0-15,0 0 2 0,0 0-1 0,0 0 1 16,0 0 1-16,0 0 1 0,0 0-2 0,0 0 2 16,0 0-1-16,0 0 1 0,0 0-1 0,0 0-1 15,0 0 0-15,0 0 4 0,0 0-3 0,0 0 0 16,0 0 4-16,0 0 0 0,0 0 0 0,0 0 1 15,0 0-1-15,0 0 1 0,0 0-1 0,0 0 2 16,0 0-4-16,0 0 3 0,0 0-1 0,0 0 1 16,2-9-2-16,-2 9-1 0,-2-10 0 0,2 10 5 15,0-10-3-15,0 10-1 0,0-18-4 0,0 8 3 16,0-8 0-16,0 7 0 0,4-14-4 0,-4 9 0 16,2-3 3-16,0 3 1 0,1-2-1 0,2 1 2 15,-1-1-1-15,-1 3 1 0,0 2 0 16,1 2-2-16,-3-1 3 0,4 0-5 0,-1 2 3 0,0 0-2 15,0 0 5-15,-1 1-6 0,0 3 2 0,0-1-2 16,-2 0 4-16,-1 7-1 0,3-9-2 0,-1 4 4 16,-2 5-5-16,3-8 0 0,-3 8 0 0,0 0-2 15,0 0 1-15,4-7 1 0,-4 7 5 16,0 0-8-16,1-6 1 0,-1 6-2 0,0 0 2 16,0 0 0-16,0 0-2 0,0 0 3 0,0 0-1 15,0 0-1-15,7-3-4 0,-7 3 2 0,0 0 3 0,0 0-2 16,0 0 1-16,0 0 0 0,12 10-1 0,-12-10-2 15,4 4 4-15,-4-4 1 0,5 4-1 0,-5-4-1 16,4 5 3-16,-4-5-2 0,5 5 4 0,-5-5-2 16,4 4 2-16,-4-4-5 0,2 6 6 15,-2-6-2-15,0 0 0 0,0 0 0 0,4 7 2 16,-4-7-6-16,0 0 6 0,0 0-4 0,0 0 2 16,0 0-1-16,4 4 1 0,-4-4-1 0,0 0 3 15,0 0-1-15,0 0 1 0,0 0-2 0,0 0 0 16,0 0 2-16,0 0-2 0,0 0 1 0,0 0 5 15,0 0-7-15,4 5 2 0,-4-5 0 0,0 0 0 16,0 0-1-16,0 0-1 0,0 0 2 0,0 0 3 16,0 0-4-16,0 0 0 0,0 0 0 0,0 0 0 15,0 0 1-15,0 0 1 0,0 0-2 0,0 0 0 16,0 0 2-16,0 0-1 0,0 0 1 0,0 0-3 0,0 0 3 16,0 0 0-16,0 0 1 0,0 0 2 15,0 0-4-15,0 0 0 0,0 0 2 0,0 0-1 16,0 0 0-16,0 0-2 0,0 0 2 0,0 0 0 15,0 0 2-15,0 0 0 0,0 0-6 0,0 0 3 16,0 0-2-16,0 0 2 0,0 0 2 0,0 0-1 16,0 0 5-16,0 0-7 0,0 0 1 0,0 0 3 15,0 0-1-15,0 0 3 0,0 0-3 0,0 0-3 16,0 0 5-16,0 0 3 0,0 0 0 0,0 0 4 16,0 0-3-16,0 0 1 0,0 0-4 0,0 0 8 15,0 0-10-15,0 0 3 0,0 0 1 0,0 0-1 16,0 0-3-16,0 0 0 0,0 0 1 0,0 0 1 15,0 0-2-15,0 0 0 0,0 0-1 0,0 0 1 16,0 0-1-16,0 0-1 0,0 0 2 0,0 0-1 16,0 0 1-16,0 0-2 0,0 0 4 0,0 0-2 15,0 0-2-15,0 0 4 0,0 0 0 0,0 0 1 16,0 0-1-16,0 0 0 0,0 0 1 0,0 0 0 16,0 0 3-16,0 0-1 0,0 0 2 0,0 0 2 15,0 0 1-15,0 0-3 0,0 0 0 16,0 0 0-16,0 0-1 0,0 0 0 0,0 0-4 0,0 0 0 15,0 0 0-15,0 0-1 0,0 0 1 0,0 0 2 16,0 0-2-16,0 0-3 0,0 0 4 0,0 0 0 16,0 0 1-16,0 0 1 0,0 0 3 0,0 0-1 15,0 0-6-15,0 0 5 0,0 0-2 0,0 0-1 16,0 0-1-16,0 0 2 0,0 0-1 0,0 0-4 16,0 0 5-16,0 0-1 0,0 0-2 0,0 0 0 15,0 0 0-15,0 0-6 0,0 0 5 0,0 0-4 16,0 0 2-16,0 0-1 0,0 0 2 0,0 0 0 15,0 0-2-15,0 0 1 0,0 0-2 0,0 0 1 16,-21-9 0-16,21 9-1 0,0 0 1 0,0 0-1 16,-9-2 2-16,9 2-1 0,0 0 2 15,0 0-3-15,0 0 7 0,-9-2-4 0,9 2-3 16,0 0 2-16,0 0 3 0,-5-6-4 0,5 6 0 16,0 0 2-16,0 0 2 0,-5-3-2 0,5 3-5 0,0 0 4 15,-6-7 1-15,6 7 0 0,0 0-4 0,0 0 3 16,0 0 1-16,0 0-2 0,0 0-3 15,0-9 2-15,0 9 1 0,0 0 1 0,0 0-3 16,14-3-2-16,-14 3 0 0,13 2 0 0,-13-2 2 16,19 5 3-16,-10 0-5 0,1 0 1 0,-1-1 2 15,1 4-1-15,-2-2 2 0,2 1 0 0,-4 2 0 16,1-2-1-16,-2 4 2 0,1-1-4 0,-1 0 2 0,-1 2 0 16,-3-2 1-16,-1 1 3 0,-1 2-2 15,-1 2 3-15,-6 0-1 0,-2-2-2 0,1 2 3 0,-5-2-2 16,2 0-1-16,-4-3 1 0,0 2-1 15,1-2 3-15,0-1-4 0,-3-3 4 0,8 0-2 16,-2-2 2-16,2 1-2 0,0-3 2 0,1-2 1 16,1 0-5-16,8 0 5 0,-15 0-2 0,8-3 0 15,2-1-1-15,5 4-2 0,-10-2-1 0,10 2-4 0,-4-6 1 16,4 6 3-16,0 0-1 0,0 0 1 0,0 0-1 16,13-14 4-16,-7 11-7 0,-6 3-3 15,13 0 5-15,-4 1-2 0,1 1 2 0,-1 0 1 16,4-1 1-16,-2 3 1 0,2 0-2 0,0 1 2 15,0 0 3-15,1-1-1 0,-3 1-2 0,1-2 2 16,4 4-2-16,-4-1-2 0,1-1 4 0,-2-2 2 16,1 2 0-16,0 1-2 0,-1-1 2 0,-1-1-28 15,1 1-28-15,0-1-26 0,-2 2-35 0,1-2-42 16,-1 0-33-16,0-1-38 0,0 0-147 0,-3-2-404 16,2 1 180-16</inkml:trace>
  <inkml:trace contextRef="#ctx0" brushRef="#br0" timeOffset="141284.13">15818 15509 78 0,'0'0'189'0,"0"0"-10"0,0 0-15 16,2-7-16-16,-2 7-15 0,0 0-13 0,0 0-11 16,0 0-12-16,6-4-11 0,-6 4-8 0,0 0-12 15,0 0-38-15,0 0-37 0,13 4-36 0,-13-4-53 16,10 3-123-16,-10-3-239 0,4 6 106 15</inkml:trace>
  <inkml:trace contextRef="#ctx0" brushRef="#br0" timeOffset="141564.93">16038 15205 91 0,'0'0'225'0,"1"-7"-7"15,-1 7-19-15,0 0-20 0,0 0-16 16,0 0-22-16,2-8 0 0,-2 8 8 0,0 0-8 16,0 0-3-16,7 22-8 0,-4-12-8 0,1 5-8 0,-2 2-7 15,1 0-5-15,3-2-7 0,-2 3-8 0,0-1-8 16,-3 2-3-16,2-2-11 0,-3 2-9 16,1-2-2-16,0-1-5 0,1 0-7 0,-1 0-1 15,0-5-2-15,1 3-10 0,-2-3-15 0,1 0-20 16,-1-1-23-16,1 0-27 0,-1-2-26 0,1 0-35 15,-1-8-38-15,0 12-22 0,2-8-29 0,-2-4-171 16,2 9-407-16,-2-9 180 0</inkml:trace>
  <inkml:trace contextRef="#ctx0" brushRef="#br0" timeOffset="141937.26">16082 15190 140 0,'9'-14'170'15,"2"0"-5"-15,1 2-5 0,-1 3-10 0,-1 2-2 16,2 1-15-16,-1 3-4 0,0-1-5 0,0 1-9 16,0 1-2-16,0 2-11 0,-3 1-4 0,2 3-4 15,-4-2-10-15,3 4-3 0,-4-1-12 0,-1 2-5 16,1 0-10-16,-3 2-1 0,-2-3-7 0,-1 4-2 16,1 0-3-16,-1 1-4 0,0-2-5 0,-3 0-5 15,3 0 1-15,-2 1-4 0,1-1-3 0,-1-2-5 16,2 0-2-16,-2-2-8 0,3-5-11 15,-1 12 1-15,1-12-4 0,2 9 0 0,1-4 1 0,1 0 2 16,0 0-2-16,3-1 4 0,-2 1-1 0,3 0 2 16,0 1-2-16,2-1 3 0,-1 0-3 0,-1 0 3 15,2 2-3-15,-4 1 0 0,-1-4 1 16,0 0-2-16,2 4 12 0,-3-2-2 0,1-1 4 0,-3 2 1 16,0 1 4-16,-2 1-3 0,-4 3 4 15,0-5-2-15,-1 3-2 0,-3 2 1 0,-1 0-1 16,-1 1-4-16,0 0-1 0,-1 0-20 0,3-3-31 0,-4 3-44 15,4-4-63-15,-2 1-66 0,-3 0-135 0,4-2-383 16,2-1 170-16</inkml:trace>
  <inkml:trace contextRef="#ctx0" brushRef="#br0" timeOffset="142104.75">16410 15433 2180 0,'10'-9'71'16,"-2"3"-55"-16,0-1 13 0,-3 4-12 0,0-1 18 15,-5 4 34-15,8-6 11 0,-6 2-4 0,-2 4-11 16,0 0-6-16,8-5-10 0,-8 5-6 0,0 0-8 0,6-2-8 16,-6 2-22-16,0 0-37 0,0 0-37 15,0 0-61-15,0 0-64 0,0 0-212 0,0 0-438 16,-5 25 194-16</inkml:trace>
  <inkml:trace contextRef="#ctx0" brushRef="#br0" timeOffset="91398.72">17848 6437 4 0,'0'0'15'0,"0"0"-7"0,0 0-13 0,0 0-5 16,0 0 3-16</inkml:trace>
  <inkml:trace contextRef="#ctx0" brushRef="#br0" timeOffset="93788.13">20043 6367 3 0,'0'0'5'0,"0"0"-7"15,-24 11-1-15</inkml:trace>
  <inkml:trace contextRef="#ctx0" brushRef="#br0" timeOffset="118020.58">21940 6551 7 0,'0'0'48'16,"0"0"6"-16,0 0-9 0,0 0-4 0,0 0 3 15,0 0-3-15,0 0-2 0,0 0-7 0,0 0-2 16,0 0 2-16,0 0-4 0,0 0-1 0,0 0-1 16,0 0-5-16,0 0-1 0,0 0-1 0,0 0-5 15,0 0 0-15,0 0 0 0,0 0-2 0,0 0 2 16,0 0 4-16,0 0-8 0,0 0 0 0,0 0-4 15,0 0-2-15,0 0 2 0,0 0 3 0,0 0-2 16,0 0-1-16,0 0-2 0,0 0 6 0,0 0-10 16,0 0 8-16,0 0-5 0,0 0 5 0,0 0-10 15,0 0 7-15,0 0 1 0,0 0-4 0,0 0-1 16,0 0 4-16,0 0 7 0,0 0 0 0,0 0-5 16,0 0 6-16,0 0-3 0,0 0-4 0,0 0 3 15,0 0-2-15,0 0-1 0,0 0 4 0,0 0 0 16,0 0-7-16,0 0 2 0,0 0 2 0,0 0-3 15,14-8-1-15,-14 8-1 0,0 0 1 0,8-2 1 16,-8 2 2-16,6-3-1 0,-6 3 6 0,10-3-8 16,-10 3 8-16,8-3-4 0,-8 3 3 0,5-1 2 15,-5 1-1-15,7-3 6 0,-7 3-1 0,8-3 3 16,-8 3-3-16,0 0 7 0,8-2-11 0,-8 2 8 16,0 0-5-16,7-2 0 0,-7 2 7 0,0 0-11 15,0 0 1-15,0 0-2 0,6-4-1 0,-6 4 2 16,0 0 0-16,0 0 3 0,0 0 0 0,0 0 3 15,0 0 0-15,0 0-7 0,0 0 3 0,0 0-4 16,4-5 2-16,-4 5-2 0,0 0 1 0,0 0 1 16,0 0 2-16,0 0-5 0,0 0-2 0,0 0 5 15,0 0-4-15,0 0-7 0,0 0 5 0,0 0-2 16,0 0 1-16,0 0 1 0,0 0-2 0,0 0 0 16,0 0-3-16,0 0-25 0,5-4-23 0,-5 4-26 15,0 0-16-15,0 0-4 0,0 0-84 0,0 0-194 16,0 0 86-16</inkml:trace>
  <inkml:trace contextRef="#ctx0" brushRef="#br0" timeOffset="129452.98">18409 6670 11 0,'0'0'31'0,"0"0"-3"0,0 0-3 15,0 0-2-15,0 0-4 0,0 0 2 16,0 0 1-16,0 0-3 0,0 0-3 0,0 0 5 15,0 0-4-15,0 0 0 0,0 0 1 0,0 0-4 0,0 0 2 16,0 0 2-16,0 0 1 0,0 0-8 0,0 0 6 16,0 0-1-16,0 0 1 0,0 0-1 15,0 0-4-15,0 0 2 0,0 0 0 0,0 0-2 16,0 0-2-16,0 0 0 0,0 0-1 0,0 0-2 16,0 0-4-16,0 0 3 0,0 0 0 0,14-14-4 15,-14 14 3-15,8-2-4 0,-8 2 1 0,14-5 2 16,-8 3 0-16,2-2-5 0,3 2-2 0,-1-1 2 15,1 0-5-15,0 0-10 0,-1 0-6 0,2 2-5 16,1 0-6-16,-3-1-6 0,1 1-29 0,-2 0-73 0,2 0 33 16</inkml:trace>
  <inkml:trace contextRef="#ctx0" brushRef="#br0" timeOffset="130920.57">18454 6513 6 0,'0'0'44'0,"0"0"-2"15,0 0-4-15,0 0-1 0,0 0-5 0,0 0-3 16,0 0-4-16,0 0-1 0,0 0-6 0,0 0 3 15,0 0-6-15,0 0 1 0,0 0-2 0,0 0-3 16,0 0 2-16,0 0-8 0,0 0 3 0,0 0 7 16,0 0-10-16,0 0 1 0,0 0-2 0,0 0-2 15,0 0 1-15,0 0 0 0,4 15 0 0,-4-15-4 16,0 0 6-16,2 10-7 0,-1-5 8 16,-1-5-4-16,3 12-4 0,-2-4 2 0,-1-1 6 0,1 4-4 15,1-1 3-15,0 1-10 0,1 0 11 0,-3 1-5 16,2 5-2-16,2 0-2 0,0 7-18 0,-1 1-53 15,-2 2-78-15,1 1 35 0</inkml:trace>
  <inkml:trace contextRef="#ctx0" brushRef="#br0" timeOffset="165318.67">19337 6093 33 0,'0'0'26'0,"0"0"-7"0,0 0-1 16,0 0 2-16,0 0-8 0,0 0-2 0,0 0-2 15,0 0-1-15,0 0 3 0,0 0-2 0,0 0-3 16,0 0 1-16,0 0-3 0,0 0-2 16,0 0 1-16,0 0 5 0,0 0 2 0,0 0-13 0,0 0 4 15,0 0 2-15,0 0 0 0,0 0 3 16,-6-4-3-16,6 4 0 0,0 0 10 0,0 0-6 16,0 0 3-16,0 0-2 0,0 0-1 0,0 0-1 15,0 0 3-15,0 0 0 0,0 0-4 0,0 0 0 16,-7-4 6-16,7 4-4 0,0 0 0 0,0 0 4 0,0 0 5 15,0 0-2-15,0 0-3 0,0 0 1 0,0 0-3 16,0 0 3-16,0 0-5 0,0 0 2 16,0 0 2-16,0 0-2 0,0 0 0 0,0 0 0 15,0 0-6-15,0 0 2 0,26-3-4 0,-14 3 3 0,1-2 3 16,7 1-1-16,0-3 1 0,8 2 1 0,1-1-6 16,-1 3 1-16,2-4-5 0,-1 2 1 15,0-1 11-15,1-1-9 0,1-2-3 0,-2 1-3 0,0 1 1 16,2 0 0-16,-2 0-6 0,1 1-6 0,-10 0 0 15,8 2-10-15,-6-1 0 0,-3-1-4 0,-2 2 0 16,-3 0-18-16,-1 0-52 0,-4 1 24 0</inkml:trace>
  <inkml:trace contextRef="#ctx0" brushRef="#br0" timeOffset="165702.04">19687 5919 28 0,'13'0'45'15,"-1"2"-4"-15,8-2-1 0,0 2-7 0,2-1-6 16,7 2 2-16,-6 1-3 0,5-3-3 0,-1 3 0 16,-6 0-7-16,0 1 1 0,-2 0-2 0,-2-1-4 15,-5-1 0-15,2 4 3 0,-4-1-2 0,1 2-8 16,-3 0 1-16,-2 2 5 0,-3 2-6 0,-2 2 1 15,-5 5 6-15,-2 0-7 0,-9 8-3 0,-2 0-7 16,-7 0-13-16,0 0-18 0,-12 10-29 16,-3-4-71-16,1-2 32 0</inkml:trace>
  <inkml:trace contextRef="#ctx0" brushRef="#br0" timeOffset="166463.43">20163 6020 45 0,'0'0'33'0,"0"0"-17"0,0 0-22 0,0 0-9 15,7 2-16-15,-7-2 7 0</inkml:trace>
  <inkml:trace contextRef="#ctx0" brushRef="#br0" timeOffset="169381.01">19907 6078 20 0,'0'0'35'0,"0"0"-6"0,0 0-7 0,0 0 3 15,0 0-5-15,0 0-6 0,0 0 0 0,0 0-4 16,0 0 0-16,0 0-11 0,0 0-12 0,0 0-4 16,0 0-11-16,0 0-31 0,0 0 14 0</inkml:trace>
  <inkml:trace contextRef="#ctx0" brushRef="#br0" timeOffset="171779.73">20148 7784 21 0,'0'0'43'0,"0"0"-19"0,0 0-19 16,0 0-21-16,-16 6-17 0,16-6 8 0</inkml:trace>
  <inkml:trace contextRef="#ctx0" brushRef="#br0" timeOffset="178236.06">19551 6073 28 0,'0'0'10'0,"0"0"-6"0,0 0-11 0,0 0-9 0,0 0 4 16</inkml:trace>
  <inkml:trace contextRef="#ctx0" brushRef="#br0" timeOffset="180818.7">20068 6015 5 0,'0'0'11'0,"0"0"3"0,0 0 2 16,9-2-6-16,-9 2 1 0,0 0-2 0,9 0-2 16,-9 0 7-16,0 0-5 0,0 0-1 0,11-2 0 15,-11 2 2-15,6-2 0 0,-6 2-5 0,0 0 5 16,11 0-4-16,-11 0 2 0,0 0-6 0,7-3 5 16,-7 3-4-16,0 0 4 0,0 0-1 0,0 0-8 15,0 0 5-15,12 0 4 0,-12 0-2 0,0 0-4 16,5-3 4-16,-5 3 2 0,0 0 0 0,0 0 0 15,0 0-2-15,0 0 10 0,0 0-7 0,0 0 6 16,12 2-7-16,-12-2 3 0,0 0-4 0,0 0 2 16,0 0 6-16,0 0-5 0,0 0-4 0,8-2-4 15,-8 2 3-15,0 0 5 0,0 0-7 0,0 0-2 16,0 0 7-16,9-1-2 0,-9 1-1 0,0 0-1 16,0 0 3-16,11-1-5 0,-11 1-2 0,0 0 3 15,0 0-1-15,11-1 0 0,-11 1 0 0,0 0-1 16,0 0 3-16,0 0-5 0,9 0 4 15,-9 0-3-15,0 0 1 0,0 0 4 0,9-1 4 0,-9 1-3 16,0 0-2-16,0 0-8 0,0 0 5 0,9-2-2 0,-9 2-2 16,9-1 4-16,-9 1-3 0,0 0 4 15,0 0 3-15,0 0-3 0,0 0 1 0,0 0-2 16,0 0 0-16,10 0-2 0,-10 0 1 16,0 0 7-16,0 0 0 0,0 0-6 0,9 1 0 0,-9-1-2 0,0 0 7 15,0 0-7-15,0 0-2 0,9-4-2 0,-9 4 7 16,0 0 0-16,0 0-1 0,0 0-2 15,0 0 0-15,0 0 2 0,0 0 0 0,0 0-1 16,0 0 4-16,0 0-5 0,0 0 2 0,0 0 3 0,9 0 0 16,-9 0-1-16,0 0-4 0,0 0 0 0,0 0 1 15,0 0-2-15,0 0 4 0,0 0-5 0,0 0 7 16,0 0-2-16,0 0-2 0,0 0 0 16,0 0 0-16,0 0-2 0,0 0 11 0,6 4-8 15,-6-4 1-15,0 0-2 0,0 0-3 0,0 0 2 0,0 0-1 16,0 0 6-16,0 0-8 0,0 0 8 0,0 0-7 15,6 4 1-15,-6-4-2 0,0 0-9 0,0 0-6 16,0 0 0-16,0 0-9 0,0 0-21 16,0 0-54-16,0 0 24 0</inkml:trace>
  <inkml:trace contextRef="#ctx0" brushRef="#br0" timeOffset="181824.21">20011 6063 11 0,'0'0'14'0,"0"0"5"0,0 0-6 0,0 0 4 16,0 0-6-16,0 0-3 0,15-14-2 0,-15 14 4 15,6-3 2-15,-6 3 2 0,9-2-4 0,-9 2 2 16,10-2-6-16,-10 2 3 0,10-3-2 0,-2 2 0 15,-8 1-6-15,14-2-3 0,-7 0 2 0,3 0 3 16,-4-1 3-16,-6 3-1 0,14-2-2 0,-5 0-5 16,1 1 9-16,-2-2-2 0,0 2-3 15,3 0-5-15,1 1 3 0,-6-1 0 0,-6 1 0 0,15 0-3 16,-15 0 2-16,13-1 1 0,-8-1 4 0,-5 2-5 16,13 0 0-16,-13 0-3 0,0 0-4 0,10 0 5 15,-10 0 6-15,0 0-2 0,0 0 3 0,10 0-5 16,-10 0 3-16,0 0 3 0,0 0 2 0,0 0 1 15,0 0 2-15,0 0-4 0,0 0 7 0,0 0-8 16,0 0-1-16,0 0 5 0,0 0-2 0,8-1-2 16,-8 1-3-16,0 0-2 0,0 0 0 0,0 0-2 15,0 0 10-15,0 0-6 0,0 0-3 0,0 0 6 16,0 0-5-16,0 0 1 0,0 0 2 0,0 0-3 16,0 0 3-16,0 0 0 0,0 0-2 0,0 0-1 15,0 0-1-15,0 0 4 0,0 0 2 0,0 0-10 16,0 0 3-16,0 0 10 0,0 0-8 0,0 0-2 15,0 0 0-15,9 1 6 0,-9-1-6 0,0 0 9 16,0 0-17-16,8 2 8 0,-8-2 6 0,0 0-3 16,0 0 5-16,0 0-5 0,10 1-1 0,-10-1 2 15,0 0-1-15,0 0-1 0,0 0 0 0,11 0 8 16,-11 0-10-16,0 0 3 0,0 0 2 0,0 0-6 16,0 0 4-16,0 0-3 0,0 0 1 0,7 1 4 15,-7-1-2-15,0 0 1 0,0 0 1 0,0 0 0 16,0 0 0-16,0 0 0 0,0 0 1 0,0 0-9 15,0 0 9-15,0 0-2 0,0 0 7 0,6 2-10 16,-6-2 4-16,0 0 0 0,0 0 0 0,0 0 3 16,0 0-8-16,0 0 7 0,0 0 2 0,0 0 0 15,0 0 4-15,0 0 0 0,0 0 1 0,0 0 1 16,0 0 4-16,0 0-10 0,0 0 2 0,0 0 6 16,0 0-3-16,0 0-5 0,0 0-3 0,0 0-1 15,0 0 5-15,0 0-4 0,0 0-1 0,0 0 5 16,0 0-5-16,0 0 3 0,0 0-1 0,0 0-2 15,0 0 3-15,0 0-7 0,0 0-11 0,0 0-4 16,0 0-15-16,0 0 3 0,0 0-13 0,0 0 0 16,0 0-24-16,-19 4-71 0,19-4 32 0</inkml:trace>
  <inkml:trace contextRef="#ctx0" brushRef="#br0" timeOffset="190584.7">22063 6538 28 0,'0'0'41'0,"0"0"-3"15,0 0-5-15,0 0 0 0,0 0-9 0,0 0-2 0,0 0 2 16,0 0-3-16,0 0-1 0,0 0-2 0,0 0-8 16,0 0 3-16,0 0-5 0,0 0 8 15,0 0-5-15,0 0-1 0,0 0-4 0,0 0 7 16,0 0-8-16,0 0 6 0,0 0-8 0,0 0 3 0,0 0 2 15,0 0-3-15,0 0 4 0,0 0-4 16,0 0 2-16,0 0 2 0,0 0-3 0,0 0-1 16,0 0-1-16,0 0-5 0,0 0 5 0,0 0 2 15,0 0-7-15,0 0 2 0,0 0 0 0,0 0 0 16,0 0 2-16,0 0 3 0,0 0-10 0,0 0 8 0,0 0 5 16,0 0-13-16,0 0 6 0,0 0 0 0,0 0 2 15,0 0-3-15,0 0 2 0,0 0-4 0,0 0-3 16,0 0 5-16,0 0-4 0,0 0 5 15,0 0 1-15,0 0-9 0,0 0 8 0,0 0-3 0,0 0 2 16,0 0 0-16,0 0-10 0,0 0 10 0,0 0-2 16,0 0 4-16,0 0-5 0,0 0 6 0,0 0-3 15,0 0 2-15,0 0-5 0,0 0 4 0,0 0-14 16,0 0 12-16,0 0 9 0,0 0-10 0,0 0 5 16,0 0-2-16,0 0 2 0,0 0 1 0,0 0-8 15,0 0 11-15,0 0-11 0,0 0 5 0,0 0 6 16,0 0-10-16,0 0 2 0,0 0 7 0,0 0-9 15,0 0 6-15,0 0 0 0,0 0-6 0,0 0 7 16,0 0-3-16,0 0-2 0,0 0 6 0,0 0-8 16,0 0-2-16,0 0 4 0,0 0 1 0,-20 5-2 15,20-5 4-15,0 0-2 0,0 0-5 0,0 0 1 16,-7 5-1-16,7-5 5 0,0 0-2 0,-8 4 2 16,8-4 1-16,0 0-1 0,-7 2 2 0,7-2 3 15,0 0 2-15,-7 5-14 0,7-5 9 0,0 0-6 16,0 0 4-16,-8 2 3 0,8-2 0 0,0 0-4 15,0 0 1-15,0 0-3 0,-7 3 5 0,7-3-1 16,0 0-3-16,0 0 4 0,0 0-3 0,0 0 5 16,0 0-4-16,0 0-13 0,0 0 15 0,0 0 2 15,0 0 0-15,0 0-1 0,0 0 3 0,0 0-3 16,0 0-10-16,0 0 9 0,0 0 4 0,0 0-3 16,0 0-1-16,0 0 3 0,0 0-4 0,0 0-1 15,0 0 7-15,0 0-4 0,0 0-3 0,29-7 0 16,-20 3-2-16,0 1 5 0,1-1-3 0,2 0 6 15,-3 0-1-15,1 0-5 0,3 1-2 0,-3-3-2 16,0 2-1-16,2 0 2 0,-2 0 11 0,0 1-5 16,0-2 0-16,1 2-4 0,-2-2 1 0,-3 1-2 15,3 3 1-15,-3-2 8 0,-6 3-4 0,9-3-8 16,-9 3 2-16,9-3 5 0,-9 3-6 0,0 0 10 16,8-4-4-16,-8 4 1 0,0 0 2 0,0 0-7 15,0 0 4-15,6 0-4 0,-6 0 0 0,0 0 1 0,0 0-1 16,0 0 5-16,0 0-5 0,0 0-2 15,0 0 9-15,0 0-9 0,-18 11 5 0,18-11-2 16,-11 5 0-16,7-3 2 0,4-2-3 0,-12 5 4 16,4-1-3-16,1 0 3 0,-1 1-5 0,-2 1 0 15,0 0 8-15,-2-2-5 0,-1 3-4 0,1-2 2 16,-3 3 4-16,2-2-9 0,3-2 4 0,-3 2 7 16,3-3-7-16,1 1 8 0,1 1-6 0,2-3 0 15,6-2 2-15,-11 3 1 0,11-3-1 0,-7 3-9 0,7-3 9 16,-7 2 0-16,7-2 0 0,0 0 2 0,0 0-7 15,0 0 3-15,0 0-1 0,0 0 1 16,0 0 0-16,0 0-2 0,0 0 0 0,0 0-1 16,0 0 7-16,0 0-5 0,27-8-1 0,-18 6 14 0,-3-1-12 15,5 1 3-15,-5-2-2 0,6 1 6 0,-5 1-12 16,2-2 5-16,-1 2 3 0,-1 0 1 0,0-1-7 16,-1 1 4-16,-6 2-2 0,9-4-6 15,-9 4 6-15,10-2-2 0,-10 2-3 0,0 0 4 16,6-3-9-16,-6 3 9 0,0 0 3 0,0 0-1 0,0 0-2 15,0 0 2-15,0 0 2 0,0 0 1 0,0 0-4 16,0 0 2-16,0 0-3 0,0 0-2 0,0 0-1 16,-22 12 12-16,22-12-9 0,-9 4 5 0,5-2-3 15,4-2-3-15,-10 3 8 0,10-3-4 0,-8 3-1 16,8-3 7-16,0 0-11 0,-7 3 6 0,7-3-1 16,0 0 5-16,0 0-3 0,0 0-1 0,0 0 0 15,-8 3 1-15,8-3 1 0,0 0-1 0,0 0-1 16,0 0 6-16,0 0-5 0,0 0 1 0,0 0 2 15,0 0 2-15,0 0-3 0,0 0-9 0,0 0-3 16,27-12-7-16,-20 10-16 0,4-2-22 0,0 2-55 16,-1-1-115-16,1-1 51 0</inkml:trace>
  <inkml:trace contextRef="#ctx0" brushRef="#br0" timeOffset="204787.61">20339 6022 28 0,'0'0'42'0,"0"0"2"0,0 0-7 0,0 0-5 15,0 0-7-15,0 0 0 0,0 0-1 0,0 0-4 16,0 0-2-16,0 0 2 0,2-5-4 16,-2 5-3-16,0 0 0 0,0 0-2 0,0 0-2 15,0 0-4-15,0 0 7 0,0 0-11 0,0 0 7 0,0 0 0 16,0 0-4-16,0 0-3 0,0 0 2 0,0 0 0 16,0 0 0-16,0 0-3 0,0 0 1 15,0 0 4-15,0 0-6 0,0 0-1 0,0 0 6 0,0 0 1 16,0 0 1-16,0 0-1 0,0 0 3 0,0 0 1 15,0 0-6-15,0 0 9 0,0 0-3 0,0 0 0 16,0 0 4-16,0 0-6 0,0 0 7 0,0 0-7 16,0 0 0-16,0 0 1 0,0 0-1 0,0 0-6 15,0 0 6-15,0 0-2 0,0 0 3 0,0 0-6 16,0 0 2-16,0 0-3 0,0 0 2 0,0 0-9 16,0 0 10-16,0 0-4 0,0 0-1 0,0 0-3 15,0 0-8-15,0 0-8 0,13 8-1 0,-13-8-8 16,3 9-7-16,-3-9-4 0,3 9-32 0,-3-9-77 15,2 10 35-15</inkml:trace>
  <inkml:trace contextRef="#ctx0" brushRef="#br0" timeOffset="205349.59">22611 6629 56 0,'0'0'73'16,"0"0"-10"-16,0 0-5 0,0 0-21 0,0 0-1 15,0 0-30-15,0 0-31 0,0 0-26 0,0 0-55 16,0 0 24-16</inkml:trace>
  <inkml:trace contextRef="#ctx0" brushRef="#br0" timeOffset="209007.31">22464 6311 2 0,'0'0'20'0,"0"0"-3"0,0 0-1 0,0 0-4 16,-10 0-3-16,10 0 0 0,0 0-1 0,0 0-2 15,0 0 1-15,-11 8-9 0,11-8 9 0,-5 5-6 16,5-5 0-16,-6 4 1 0,6-4-22 0,-5 6 19 0,5-6-15 16,-3 6 10-16,3-6-6 0,-3 5-13 15,3-5 5-15</inkml:trace>
  <inkml:trace contextRef="#ctx0" brushRef="#br0" timeOffset="209184.58">22451 6346 11 0,'0'0'17'0,"0"0"-9"0,0 0 4 16,0 0-4-16,0 0-2 0,0 0-1 0,0 0-3 15,-4-11 0-15,4 11-3 0,0 0-2 0,0 0 0 0,0 0-2 16,0 0 1-16,0 0 1 0,0 0-2 15,0 0 0-15,0 0-2 0,0 0-9 0,-14 15 4 16</inkml:trace>
  <inkml:trace contextRef="#ctx0" brushRef="#br0" timeOffset="209594.61">22449 6378 4 0,'0'0'8'0,"1"-6"3"0,-1 6 8 15,2-6-11-15,-2 6 4 0,0 0-7 0,0 0 3 16,0 0-1-16,0-11 6 0,0 11-1 0,0 0 2 16,0 0 2-16,0 0 0 0,0 0-3 15,0 0-3-15,0 0-3 0,0 0 0 0,0 0-1 0,-5-9-1 16,5 9-3-16,0 0-1 0,0 0 6 0,0 0-6 16,0 0 0-16,0 0 2 0,0 0-4 0,0 0 5 15,0 0-4-15,0 0 0 0,0 0 0 0,-12 15 1 16,12-15 2-16,0 0-2 0,0 0-3 15,0 0 2-15,0 0 2 0,0 0-4 0,0 0 5 0,0 9-2 16,0-9 3-16,0 0-1 0,0 0 0 0,0 0 3 16,0 0-5-16,0 0 5 0,0 0 6 15,0 0 0-15,0 0 2 0,0 0 2 0,0 0-7 16,0 0 0-16,0 0 2 0,0 0-3 0,0 0 5 16,0 0-6-16,0 0 1 0,0 0 0 0,0 0-2 0,0 0 1 15,0 0-3-15,0 0-3 0,0 0 2 16,0 0 1-16,0 0 0 0,-5-19-1 0,5 19-3 15,0 0 0-15,0 0-4 0,0 0 4 0,0 0 1 16,0 0-2-16,0 0-4 0,0 0 5 0,0 0 3 0,0 0-4 16,0 0-5-16,0 0 0 0,-7 15-9 0,7-15-21 15,-1 7-21-15,1-7-61 0,0 0 27 0</inkml:trace>
  <inkml:trace contextRef="#ctx0" brushRef="#br0" timeOffset="-208293.97">20355 6768 2 0,'0'0'24'0,"0"0"-1"0,0 0-3 16,0 0-3-16,0 0 3 0,0 0-6 0,0 0-6 15,3 6 5-15,-3-6-2 0,0 0 1 16,0 0-5-16,0 0 2 0,0 0-4 0,0 0-2 16,0 0 5-16,0 0 0 0,0 0 3 0,0 0-1 0,0 0-7 15,0 0 4-15,0 0 6 0,0 0-5 0,0 0 0 16,0 0 1-16,0 0 2 0,0 0-6 0,0 0-2 16,0 0 5-16,0 0-2 0,0 0 1 0,0 0-3 15,-24-1 3-15,24 1-7 0,-12 0 1 0,12 0-3 16,-19 0 7-16,9 0-4 0,-2 1-3 0,-2-1 1 15,-3 0-4-15,-2 2-3 0,-1 0-9 0,-1 1-5 16,-8 2-24-16,7-2-49 0,-5 1 21 0</inkml:trace>
  <inkml:trace contextRef="#ctx0" brushRef="#br0" timeOffset="-207809.64">20070 6657 14 0,'0'0'53'0,"-14"3"1"15,14-3-7-15,-13 3 2 0,2-1-12 0,-1 3-5 16,-3 2 5-16,-2 1-8 0,-2-1-4 0,1 0 0 16,-7 4 0-16,-2 0-8 0,2 0 0 0,4-4-3 0,-3 4 1 15,-2 2-1-15,7-6-1 0,1 2-7 16,0-1-4-16,4-2 5 0,0 2-18 0,3-3 5 16,3 4-11-16,-2-4-2 0,3 0-7 0,2 1 2 0,1 0-9 15,2 1 4-15,2-7-5 0,0 12 2 0,0-12-19 16,6 14-54-16,1-8 25 0</inkml:trace>
  <inkml:trace contextRef="#ctx0" brushRef="#br0" timeOffset="-207051.95">19803 6797 93 0,'0'0'91'0,"0"0"-9"0,0 0-15 0,0 0 6 15,0 0-17-15,0 0-4 0,0 0-9 0,0 0-10 0,0 0 12 16,0 0-17-16,0 0-16 0,18 13-12 0,-10-6-6 15,-1-1-2-15,1 2-14 0,1-2-9 16,-1 0-3-16,1 1-8 0,-2 0-4 0,1 1-35 16,0-3-88-16,-3 4 39 0</inkml:trace>
  <inkml:trace contextRef="#ctx0" brushRef="#br0" timeOffset="-206708.37">19811 6786 48 0,'0'0'53'0,"0"0"4"0,0 0-8 15,0 0 2-15,0 0-11 0,0 0-6 0,0 0-1 16,0 0-4-16,0 0-8 0,-9-1 3 0,9 1-5 16,0 0-6-16,0 0 3 0,0 0-2 0,-17 7 0 15,17-7 0-15,-10 4 0 0,4-1-11 16,-1 0 3-16,-2 0-5 0,9-3-5 0,-10 5 1 0,6-1-6 16,4-4-8-16,0 0-7 0,-7 1-2 0,7-1 0 15,0 0-4-15,-3 7-2 0,3-7-32 0,0 0-69 16,0 0 31-16</inkml:trace>
  <inkml:trace contextRef="#ctx0" brushRef="#br0" timeOffset="-206408.87">19703 6838 15 0,'0'16'41'0,"0"-6"-6"15,3-6-1-15,-3-4-7 0,4 14 6 0,-2-7-14 16,4 0 2-16,0 0-2 0,3 0-9 0,0 1-9 16,-1-2-10-16,3 1-32 0,0-3-45 0,0-1 19 15</inkml:trace>
  <inkml:trace contextRef="#ctx0" brushRef="#br0" timeOffset="-68570.26">27457 6493 26 0,'0'0'48'0,"0"0"-6"16,0 0-4-16,0 0-3 0,0 0-5 0,0 0 1 15,0 0-8-15,0 0-5 0,0 0 4 0,0 0-5 16,0 0-14-16,0 0-11 0,0 0-3 0,0 0-12 15,0 0-6-15,0 0-15 0,0 0-48 0,0 0 22 16</inkml:trace>
  <inkml:trace contextRef="#ctx0" brushRef="#br0" timeOffset="-67955.03">27522 6506 15 0,'0'0'64'0,"0"0"-12"0,0 0 0 0,0 0-5 16,0 0-7-16,0 0 2 0,0 0-4 16,0 0 6-16,-6 4-15 0,6-4 8 0,0 0-1 0,0 0 0 15,0 0-3-15,0 0-4 0,0 0 2 0,0 0 3 16,0 0-8-16,0 0 7 0,0 0-7 0,0 0 9 15,0 0-7-15,0 0-2 0,0 0 7 0,0 0-10 16,0 0 3-16,0 0-11 0,0 0 4 0,0 0 2 16,0 0-5-16,0 0 0 0,0 0-4 15,0 0-1-15,0 0 3 0,0 0 0 0,0 0 2 0,0 0-9 16,0 0 3-16,0 0-4 0,0 0 2 0,0 0-3 16,0 0-1-16,0 0 5 0,0 0 1 0,0 0-9 15,0 0-3-15,0 0-10 0,0 0-21 0,0 0-8 16,0 0-17-16,0 0-16 0,0 0-13 0,0 0-50 15,0 0-149-15,0 0 65 0</inkml:trace>
  <inkml:trace contextRef="#ctx0" brushRef="#br0" timeOffset="-66841.56">28800 6438 27 0,'0'0'37'0,"0"0"0"0,0 0 1 0,0 0-6 0,0 0-2 16,0 0 2-16,0 0 2 0,0 0-6 0,0 0 0 15,0 0 1-15,0 0-6 0,0 0-1 0,0 0 0 16,0 0-2-16,0 0-1 0,0 0-2 0,0 0 0 16,-5 4 3-16,5-4 2 0,0 0-7 0,0 0-1 15,0 0-6-15,0 0 3 0,0 0 0 0,0 0-4 0,0 0 5 16,0 0-5-16,0 0-4 0,0 0 3 15,0 0-1-15,0 0 1 0,0 0-2 0,0 0 3 16,0 0 4-16,0 0-2 0,0 0 0 0,0 0-3 16,0 0 4-16,0 0 4 0,0 0 0 0,0 0-1 15,0 0 2-15,0 0-6 0,0 0 8 0,0 0-13 16,0 0 6-16,0 0 0 0,0 0-9 0,0 0 7 16,0 0 4-16,0 0-7 0,0 0 4 0,0 0 2 15,0 0-5-15,0 0-4 0,0 0-6 0,0 0 11 16,0 0-7-16,0 0 3 0,0 0-1 0,0 0-3 15,0 0 4-15,0 0 0 0,0 0 7 0,0 0-6 16,0 0-8-16,0 0 3 0,0 0 3 0,0 0 0 16,0 0-5-16,0 0 2 0,0 0 4 0,0 0-8 15,0 0 7-15,0 0 2 0,0 0-5 0,0 0 6 16,0 0-7-16,0 0 3 0,0 0-3 0,0 0-1 16,0 0 0-16,0 0-6 0,0 0-5 0,0 0-16 15,0 0-3-15,0 0-9 0,0 0-11 0,0 0-13 16,0 0-40-16,0 0-113 0,0 0 51 0</inkml:trace>
  <inkml:trace contextRef="#ctx0" brushRef="#br0" timeOffset="-22691.83">28460 7105 13 0,'-2'4'-3'0,"0"2"-2"0,-2 4 2 16</inkml:trace>
  <inkml:trace contextRef="#ctx0" brushRef="#br0" timeOffset="142836.1">19388 8000 3 0,'0'0'3'0,"0"0"5"0,0 0 0 16,0 0-2-16,0 0-4 0,0 0 5 0,0 0-2 15,0 0-2-15,0 0-1 0,0 0 3 0,0 0-3 16,0 0 0-16,0 0 3 0,0 0-4 0,0 0 2 16,0 0-4-16,0 0 5 0,0 0 0 0,0 0-6 15,0 0 4-15,0 0-1 0,0 0-1 0,0 0-1 16,0 0 1-16,0 0 0 0,0 0 0 0,0 0-5 0,0 0 5 15,0 0 0-15,0 0 0 0,0 0 0 16,0 0 0-16,0 0-7 0,0 0 7 0,0 0-4 16,0 0-6-16,0 0-10 0,0 0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1T10:14:54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6550 3666 94 0,'-2'-6'106'0,"2"6"11"16,0 0-6-16,0 0 1 0,0 0-2 0,0 0-9 15,-1-9-6-15,1 9-9 0,0 0-4 0,0 0-1 16,0 0-5-16,0 0-2 0,0 0-16 0,-4-8-2 16,4 8-3-16,0 0 0 0,0 0 2 0,0 0 3 15,-1-11-9-15,1 11 0 0,0 0-2 0,-3-7-1 16,3 7-7-16,0 0-2 0,-1-10-3 0,1 10-1 16,-1-7 0-16,1 7 0 0,0 0-4 0,-3-10-3 15,3 10 1-15,0 0-7 0,-1-7 0 0,1 7-1 16,0 0-3-16,0 0-2 0,0 0-6 0,0 0-2 15,0 0-3-15,0 0-1 0,0 0 3 0,0 0-1 16,0 0 1-16,0 0 0 0,2 36-1 0,0-17 0 16,0 7 0-16,-1 3 1 0,1 0-10 0,-2 4 8 15,1 0-1-15,-2 2 0 0,2 0 4 0,-2 12-3 16,2-14 1-16,-1 0 2 0,0 1 0 0,2 0-3 16,0 1 4-16,1 12-2 0,-3-12 0 0,0-1 2 15,3-4-2-15,-2 2 1 0,1-1-6 0,-2-1 8 16,3 1-1-16,0 0-1 0,-2 0 2 0,-1-3-5 15,4 0 2-15,-2 0 0 0,-1 1-1 0,0-1 1 16,0-4-1-16,1 1 2 0,-2-6 2 0,2 7-1 16,-4-9 1-16,0 2-2 0,1-2-2 0,1-1 1 15,-1-3 0-15,2 3 0 0,-1-6 1 0,1 2 1 16,-1-3-1-16,2 2-11 0,-4-4-11 0,2-7-24 16,0 12-31-16,0-12-8 0,0 11-21 0,0-11-20 15,0 0-30-15,0 8-153 0,0-8-328 0,0 0 145 16</inkml:trace>
  <inkml:trace contextRef="#ctx0" brushRef="#br0" timeOffset="906.24">6488 3559 90 0,'0'-10'101'0,"0"10"8"0,0 0-30 0,2-13 3 16,-2 13-6-16,2-7-12 0,-2 7-6 0,5-9 1 15,-1 6-6-15,-4 3-13 0,7-5 0 0,2 3-8 16,-2-2 3-16,4 3-2 0,1-2-8 0,6 1 8 16,1 0-6-16,0 1 4 0,9-1-4 0,0 2 8 15,3 0-7-15,5-2 2 0,2 4 0 16,0-5-9-16,13 2 2 0,-14 1 3 0,16 1-7 0,-1-1 4 15,-1 0 5-15,-11 3-4 0,14-5-5 0,-4 6 0 16,-10-3-5-16,13-1 4 0,-12 3-2 0,15 1-2 16,-2 0 0-16,2-3-3 0,1 1 5 0,2 1 3 15,6-1-4-15,26 0 5 0,-27 0 3 0,29 2-7 16,-29-1 0-16,27-1 0 0,-32 2-6 0,31-2-2 16,-28 0 7-16,3 2-9 0,26 1 3 0,-29-3 2 15,4 2-5-15,24 3-4 0,-28-4 1 0,0 0 8 16,1 0-8-16,-2 1-1 0,3-2 0 0,0 2 3 15,0 0 2-15,1-3 1 0,0 2 2 0,25-3-6 16,-29 2 4-16,0 0-1 0,2-2-1 0,2 4 5 16,0-1-8-16,1-1 3 0,-1 1 1 0,0 0-6 15,-2 0 5-15,1-1 4 0,-1 2 3 0,1-2-2 16,-1 0-6-16,2 0 1 0,-4 1-9 16,4-2 5-16,2 1 1 0,-3-1 2 0,2-1-5 0,26 0 4 15,-33 0 0-15,5 0-6 0,0-1 6 0,0 1-1 16,0 0-5-16,1-2 4 0,4 0 1 0,-4-1-6 15,0 0 3-15,25 3-3 0,-32-2 6 0,1-2 0 16,-1 2-3-16,6 2 0 0,-2-2 0 0,-1 1 3 16,1-4 0-16,-4 2 2 0,-1-2-6 0,1 3 4 15,-2-2-6-15,-3 2 4 0,1-1-1 0,1 2-2 16,-1-3 1-16,-2 4-3 0,-1-3 1 0,-1 2 7 16,2-1-6-16,-12 2 4 0,0-2-1 0,10 0 2 15,2 0 0-15,-1 1 2 0,-1-3-8 0,-10 4 6 16,12-3-7-16,-14 3 6 0,2-1-3 0,12-2-1 15,-12 3 4-15,1 0-2 0,8-3 5 0,-10 2-2 16,-1 1 0-16,-3 0 3 0,1-1-6 0,0 0 0 16,-2 1-1-16,-1-2 1 0,-4 2-1 0,1-2 3 15,-10 0 1-15,1 0 0 0,0 2-5 0,2-2 5 16,-6 2-4-16,0-1 6 0,-3-1-5 16,-3 2-2-16,-5 0 4 0,1-1 1 0,3 1-3 0,-10 0 2 15,12 0 0-15,-12 0-7 0,0 0-13 16,0 0-3-16,0 0-25 0,12-4-27 0,-12 4-21 0,0 0-19 15,0 0-22-15,0 0-105 0,-45 4-259 0,14-3 115 16</inkml:trace>
  <inkml:trace contextRef="#ctx0" brushRef="#br0" timeOffset="1554.73">6464 4479 36 0,'0'0'28'0,"1"-9"-2"16,-1 9-18-16,0 0-1 0,0 0-10 0,8-4-14 16,-8 4-19-16,0 0 8 0</inkml:trace>
  <inkml:trace contextRef="#ctx0" brushRef="#br0" timeOffset="2489.87">6542 4457 37 0,'0'0'49'0,"5"-4"1"15,-5 4 0-15,0 0 5 0,6-6-9 16,-6 6 5-16,4-6-12 0,-4 6-5 0,6-7-2 0,-6 7 6 16,4-6-2-16,-4 6 27 0,0 0-27 0,7-5 6 15,-7 5 4-15,0 0-8 0,5-5 4 16,-5 5-3-16,0 0-3 0,0 0 9 0,0 0-20 16,0 0-8-16,0 0 11 0,0 0-14 0,0 0 4 15,0 0-5-15,0 0 4 0,0 0-5 0,0 0-9 0,10 11 10 16,-10-11 1-16,1 12-10 0,-1-12-5 0,-1 22 6 15,1-12-2-15,0 6 6 0,-3 2-5 0,2-2 3 16,0 4 5-16,-1 6 4 0,0-7-5 0,-2 8 12 16,2-2-3-16,-1 3 14 0,2-1-1 0,-3-1-1 15,3 3-8-15,-2-4 0 0,3 3 6 16,0 0-5-16,0 2 8 0,0-3 1 0,0 3-2 0,0-3-2 16,1 3-1-16,1-3 4 0,-2-1-10 0,1 1 6 15,0 0 1-15,-1-1-1 0,0-2-2 0,0-5 0 16,2 5-1-16,-1-6-2 0,0 2 6 0,0-2 1 15,1 7 3-15,0-8 0 0,-1-2-6 0,1 1 1 16,-4-1-5-16,4 2 2 0,-1-2-8 0,0-1 2 16,0-2-1-16,1 0-1 0,-2 0-3 0,2 1-2 15,0-3 3-15,-1 0-7 0,-1 1 1 0,0 1-1 16,1-1-1-16,-1 0 3 0,0-1-2 16,0 2 1-16,1-3-6 0,1 0 4 0,-2-1 1 15,1 0-6-15,-1-1 2 0,0-7-3 0,0 15 4 16,0-8-2-16,1-1-2 0,-1-6 1 0,0 9-4 0,0-9 8 15,0 10-2-15,2-4-2 0,-2-6 0 0,1 10-3 16,-1-10 6-16,2 9 3 0,-2-9-4 16,3 9-5-16,-3-9 4 0,4 8 0 0,-4-8 1 0,2 7-3 15,-2-7 1-15,5 7 1 0,1-4 2 16,-3 0-5-16,3 1 3 0,-1 0-1 0,3-3 4 16,2 3-1-16,-1-1-7 0,3-3 3 0,0 0 1 0,3 3-1 15,0-1 4-15,6 0 1 0,-3 1-1 16,3-2 1-16,8 3-1 0,-1 0-3 0,-2-2 4 15,4 2-3-15,-1-3-1 0,2 4 1 0,0-3 0 16,1 3 1-16,1-1-7 0,0 1 5 0,3-1 1 16,1-1 0-16,1 1 3 0,3-1 1 0,13 3-3 0,2-1-1 15,-4-1 4-15,2 0 4 0,-1 0-2 16,0 2 0-16,1 0-6 0,3-1 2 0,1 1 4 16,1-2 7-16,1 0-2 0,1-1 2 0,-1 1-1 0,2 2 4 15,4-2-1-15,22 1-1 0,-25-3 5 16,26 2-1-16,-26-1-2 0,5-1 2 0,29-2-2 0,-3 4 0 15,-3-4 2-15,-26 2 1 0,30 0-6 0,2-1-2 16,-2 0 1-16,2-1 5 0,2-2-9 0,-2 2 7 16,3 0-2-16,5 0-3 0,0 4 0 0,-2-6-3 15,-3 1 1-15,5 0 3 0,0 1-4 16,0 0 3-16,6-2-4 0,0 0 0 0,2 2 4 0,-3-1-3 16,3 1-2-16,-1-2 5 0,1 0 0 0,7 2-3 15,-4 0-2-15,-2-3-1 0,5-2 5 16,-2 5-8-16,-6-4 5 0,2 4-5 0,1-3-1 15,2 3-2-15,-7 0 5 0,-2-2-2 0,-4 2-3 16,-7-2 0-16,-2 0 2 0,1 1 2 0,0-2 1 16,-1 1-3-16,-28 1-3 0,26-2 3 0,-28 2-11 0,-1-1-8 15,0 2-12-15,0-3-13 0,-7 0-17 0,-5-1-16 16,-14 1-17-16,3-3-23 0,-6 0-22 16,-3 0-32-16,-2-4-31 0,-2 2-29 0,-11 2-117 15,0-4-370-15,-3 0 163 0</inkml:trace>
  <inkml:trace contextRef="#ctx0" brushRef="#br0" timeOffset="4010.1">13193 3520 45 0,'0'0'50'0,"-10"0"-13"0,10 0 0 0,0 0-1 16,0 0-7-16,0 0-3 0,-9 1 4 0,9-1-2 0,0 0 3 16,0 0 7-16,0 0 15 0,0 0-14 0,17 13 3 15,-7-10 13-15,3-2-9 0,7-1-4 16,10 1 9-16,1 1-6 0,3-2 4 0,4-4-14 15,12 1 9-15,3-2 0 0,1 3-5 0,0-4-8 16,0 2 0-16,-3 1-3 0,1-1 9 0,2 1-15 16,-16 0-4-16,-2-1-5 0,0 1 1 0,0-1-6 0,-5 2 7 15,-2-2-2-15,-6 2 8 0,-5 0-11 16,0 1-4-16,-2 0 0 0,-7-1 11 0,5 1-8 16,-8 1-9-16,1 0 5 0,-7 0 3 0,10-2 2 15,-10 2 15-15,0 0-9 0,13-1 1 0,-13 1-6 0,0 0 3 16,0 0 5-16,10-1-2 0,-10 1-5 15,0 0-4-15,0 0-2 0,0 0 0 0,0 0-4 0,0 0 4 16,9 1-3-16,-9-1-3 0,0 0 4 0,0 0-7 16,2 6 7-16,-2-6 1 0,0 0 9 0,6 8-12 15,-6-8 3-15,4 8 1 0,-2-4 3 16,0 2 6-16,1 1-1 0,0 0 1 0,-2 3-4 16,3-2 1-16,0 1 5 0,1 2-9 0,-5 1 1 15,1-1-4-15,1 2 1 0,0 1 10 0,2 4 9 0,-3-1 0 16,-1 2-2-16,1 5-5 0,0 2 3 0,-2 0-1 15,0 3 1-15,-2-2-1 0,1 5 1 16,-2-3 0-16,-1 3-4 0,4 0 2 0,-3 1 0 16,-1 2-1-16,-1 11 5 0,2-10-6 0,-2 11-1 15,-2-1-6-15,-1-11 10 0,2-1 0 0,-4 13-5 16,2-2 1-16,4-10 2 0,-3-1-1 0,-2 13 2 16,2-1-3-16,1 0 3 0,0-14-1 0,-2 5-6 15,4-4 0-15,-3 1-1 0,6-2 3 0,-5 1-3 16,3-3 1-16,1 0 5 0,0 0-8 0,-1-4 1 15,2 3 1-15,0-3-3 0,0 1 3 0,-1-2-2 16,1-5-3-16,2-1 3 0,-4 7-4 0,2-1 1 0,1-7 0 16,0 0-2-16,0 0 3 0,-4 0-1 0,5 1 3 15,-4-3-4-15,1 3 1 0,1-2-2 16,-2-2 1-16,4 2-2 0,-2 0 4 0,0-1-4 16,0 1 1-16,1 3 0 0,0-4 1 0,0 2 0 15,-1 2-2-15,0-2-3 0,-1-2 7 0,1 1-5 16,0 0 7-16,2-2-6 0,-2 2-2 0,-1 1-2 15,1-3 9-15,0 0-5 0,0-3-2 0,0 1 0 16,2-2 4-16,-3 1-4 0,-1-1 5 0,2 0-6 16,2-1 1-16,-2-1 4 0,1-2-2 0,-4 2-3 15,5-2 1-15,0-7 3 0,-2 10-4 0,2-4-2 16,0-6 4-16,-4 10-2 0,4-10-2 0,0 10 6 0,0-10-3 16,-2 6 5-16,2-6-5 0,-2 6 1 15,2-6 0-15,-3 7 1 0,3-7-3 0,0 0 1 16,-4 7 7-16,4-7-6 0,-5 6 1 0,5-6-3 15,-7 5 2-15,7-5 1 0,-8 5-4 0,3-2 3 16,5-3 0-16,-9 3-3 0,0 0 2 0,4 1-3 16,-4 0 7-16,1-1-6 0,3 0 2 0,-2 0 5 0,0-1-8 15,1 1 4-15,-1 0 0 0,0-1 0 16,7-2-1-16,-15 2 2 0,8-1-3 0,7-1 2 16,-14 3-1-16,6-1-3 0,8-2 3 0,-19 2-2 15,8 0 4-15,0 1-3 0,-3 0 2 0,1-3-5 16,-1 0 6-16,-3 1-2 0,-1 0 1 0,0-1-2 15,0 2 1-15,2-2 3 0,-4 1-5 0,2-1-2 16,-2 1 1-16,-9 0 1 0,0-1 0 0,-1-1-1 16,-1 1-3-16,-1-1-2 0,1 2 3 0,-3-3-1 15,1 0 0-15,-2 4-1 0,0-4 3 0,-1 2-1 16,0 0 0-16,-4 2 0 0,-1 0-3 0,3 0 0 16,-2-1-12-16,2-1-10 0,-1 0-10 0,5 1-16 15,-2 1-24-15,5-1-23 0,2 0-54 0,4-1-34 16,-4 0-112-16,9-4-327 0,0 1 144 0</inkml:trace>
  <inkml:trace contextRef="#ctx0" brushRef="#br0" timeOffset="4957.04">11698 3666 73 0,'3'-5'83'0,"-3"5"-2"16,0 0-9-16,2-8 12 0,-2 8 2 0,0 0-9 16,0 0 6-16,0 0-9 0,0 0-10 0,2-7-2 15,-2 7-3-15,0 0-6 0,0 0-12 0,0 0 0 16,0 0-6-16,0 0-3 0,0 0-5 0,0 0-6 15,0 0-1-15,0 0 0 0,0 0-7 0,0 0 4 16,0 0-7-16,0 0 3 0,0 0-6 0,0 0-2 16,0 0 6-16,0 0 4 0,4 24-4 0,-4-14-1 15,2 2 9-15,-2 9 10 0,2 4 8 0,-2 1 14 16,0 6-7-16,0 2 4 0,-2 2-5 0,2 11-1 16,-5 3-3-16,4-3 4 0,-3 2-9 0,1-1 1 15,-2 2 2-15,3 1-3 0,0 1 1 0,0 1-2 16,-1 0-2-16,3 2-6 0,3 1 6 0,-3 1-4 15,2-2-3-15,-2 1 2 0,3 0 1 0,-2-1-5 16,4-2-4-16,-2 1 0 0,-2-1 0 0,2-5 3 16,1 0-5-16,3-3 1 0,-3-9 1 0,-3 0-1 15,3 10 0-15,-4-11-4 0,1 1 2 0,-1-1 3 16,3-2-5-16,-3-1-3 0,-1 1 4 0,-1-1-3 16,2-1 1-16,-1-1 4 0,1-3-10 0,-4-5 4 15,4-3-1-15,-2-2 1 0,-1-1 1 0,2-4-5 16,1-1 3-16,0-1 0 0,0-1-5 0,-1 1 1 15,1-1 3-15,0-9-2 0,-1 12-1 0,1-12 1 16,0 10-11-16,0-10-12 0,-2 9-16 0,2-9-12 16,-2 7-10-16,2-7-23 0,0 0-24 0,-11 7-20 15,6-3-31-15,-2-3-22 0,-2 1-112 0,-3 0-310 16,1-4 138-16</inkml:trace>
  <inkml:trace contextRef="#ctx0" brushRef="#br0" timeOffset="5774.04">11761 5311 76 0,'0'0'90'15,"0"0"8"-15,0 0-3 0,0 0 1 0,0 0-4 16,0 0-3-16,0 0-4 0,0 0-5 0,0 0-11 0,0 0-8 16,0 0-4-16,0 0-8 0,-9 1-9 15,9-1-10-15,0 0-8 0,0 0-2 0,-9 3-7 16,9-3-8-16,0 0-1 0,-4 8-4 0,4-8-5 15,-3 6 4-15,3-6 6 0,-3 8-1 0,3-8-7 0,-3 11 4 16,2-6 6-16,1-5 0 0,-3 11-11 16,3-11 3-16,-1 10-4 0,-1-5 5 0,2-5 6 0,0 9-11 15,0-9-1-15,2 8 9 0,-2-8-1 16,0 10 10-16,0-10-4 0,0 13 3 0,1-7 2 0,1 1 11 16,-2-7-7-16,1 13 7 0,0-5 2 0,-1 3 12 15,2 0 3-15,-2 1 6 0,0-2-4 16,1 1-9-16,0 0 6 0,-2 4 7 0,2 1-1 15,-1 1 13-15,0-1 1 0,-2 3 1 0,0-2-7 0,0 1-1 16,-1 1-2-16,1-2-4 0,-1-1-3 0,-1 3-5 16,1-2-2-16,-1 0 4 0,0 0-4 0,2-6-4 15,0 2-3-15,1 0 3 0,1-3-4 0,0 2-3 16,0-3-3-16,-2-2-3 0,2 2-3 0,-2 0-1 16,2-9-4-16,0 12-1 0,0-12-4 0,-2 10-19 15,2-10-17-15,2 8-17 0,-2-8-22 0,0 0-12 16,-2 9-19-16,2-9-27 0,0 0-64 0,0 0-117 15,0 0-331-15,0 0 147 0</inkml:trace>
  <inkml:trace contextRef="#ctx0" brushRef="#br0" timeOffset="6543.81">12230 4836 56 0,'-2'-9'176'0,"2"9"-8"16,0 0-5-16,-2-9-10 0,2 9-6 0,0 0-12 15,0 0-16-15,2-8-10 0,-2 8-10 0,0 0-18 16,0 0-7-16,0 0-5 0,0 0-14 0,0 0-2 15,0 0-4-15,0 0-4 0,0 0-2 0,6 22-10 16,-5-13-3-16,3 1-4 0,-4-1 3 0,2 0-6 16,1 2-2-16,-3-2-1 0,3 3 1 0,-2-3-2 15,0 1-2-15,0-3 2 0,-1 3-7 0,0-1 2 16,0 1 2-16,0 0-4 0,0-3 0 0,-1 2 4 16,1 0-2-16,0-1-5 0,0-8 6 0,0 13-3 15,-1-6 3-15,1-7 1 0,-1 12-4 0,1-12-1 16,-3 10 4-16,3-10-5 0,2 7 6 0,-2-7-6 15,0 0 4-15,0 0 5 0,-2 8 7 0,2-8 3 16,0 0 5-16,0 0 4 0,0 0 4 0,0 0 6 16,0 0-2-16,0 0-2 0,0 0 1 0,0 0-8 15,0 0 3-15,0 0-5 0,0 0-3 0,0 0-1 16,0 0 0-16,0 0-4 0,0 0-3 0,0 0-2 16,-3-28-2-16,1 21-3 0,2 7 3 0,0 0-4 15,2-15 4-15,-2 8-7 0,0 7 2 0,3-11-3 16,-3 5 1-16,0 6-4 0,2-9 2 0,-2 9-2 15,1-10 0-15,-1 10-2 0,0-9-1 0,0 9-1 16,2-8 2-16,-2 8-1 0,0 0-1 0,4-7-2 16,-4 7 2-16,0 0-4 0,0 0 0 0,0 0-2 15,0 0 0-15,2-8-3 0,-2 8 0 0,0 0 4 16,0 0-10-16,0 0 3 0,0 0 1 0,0 0 3 16,0 0-3-16,0 0 1 0,0 0 2 0,0 0 0 15,0 0-3-15,0 0 6 0,0 0 7 0,0 0-12 16,0 0 2-16,0 0 0 0,0 0 2 0,0 0-2 15,0 0 1-15,0 0-1 0,0 0 0 0,0 0 0 16,0 0 4-16,0 0-2 0,0 0 2 0,0 0-1 16,0 0 0-16,0 0 3 0,0 0-3 0,0 0 3 15,0 0-2-15,0 0-1 0,0 0 0 0,0 0 0 16,0 0 2-16,0 0-2 0,0 0 4 0,0 0-6 16,0 0 2-16,0 0-3 0,0 0-6 0,0 0-8 15,0 0-4-15,0 0-13 0,0 0-5 0,0 0-7 16,0 0-12-16,0 0-13 0,0 0-17 0,0 0-19 15,0 0-30-15,0 0-19 0,0 0-26 0,0 0-33 16,0 0-108-16,0 0-349 0,0-13 154 0</inkml:trace>
  <inkml:trace contextRef="#ctx0" brushRef="#br0" timeOffset="6940.33">12300 4479 152 0,'2'-10'172'0,"-2"10"-3"16,-2-9-9-16,2 9-3 0,0 0-7 0,0-10-12 15,0 10-7-15,0 0-16 0,0 0-7 0,2-8-12 16,-2 8-13-16,0 0-11 0,0 0-13 0,0 0-5 16,0 0-5-16,0 0-1 0,0 0-2 0,0 30 4 15,-2-13-1-15,2 8 2 0,-1 4 0 0,-1 1-1 16,-2-1-5-16,2 3 1 0,0 2-2 0,-1-1-5 15,1-3 4-15,0 3 2 0,0 1 1 0,0 0 5 16,0 0 0-16,-2 2-8 0,2-3 1 0,2 1-4 16,-2-3-3-16,2 0-1 0,0-1 0 0,0 1 1 15,-2 1 10-15,-1-3-3 0,1-3-3 0,0-1-8 16,0-6 1-16,2-1-5 0,0 2-1 0,-2 5-1 16,0-9-1-16,2-4-4 0,0 1-6 0,-3 2-1 15,3-6 4-15,0 1-4 0,-1-1-1 0,1-2-2 16,0-7 4-16,-1 14-5 0,1-14-4 0,0 10-8 15,0-10-8-15,0 7-3 0,0-7-9 0,0 0-5 16,-4 7-28-16,4-7-31 0,0 0-30 0,0 0-30 16,0 0-42-16,-20-16-35 0,16 6-190 0,-1 0-447 15,-2-6 198-15</inkml:trace>
  <inkml:trace contextRef="#ctx0" brushRef="#br0" timeOffset="7258.35">12311 4755 87 0,'3'-12'184'16,"1"3"-11"-16,0-1-9 0,1 3-8 0,4-3-11 15,0 3-7-15,2 2-12 0,7-2-10 0,-1 2-5 16,4 1-9-16,0 4-9 0,10 3-2 0,-4 0-12 15,-11 3 1-15,6 1-12 0,-4 1-7 0,-2 1-7 16,-1 1-5-16,-3 2-3 0,-4-2-7 0,-1 0 0 16,-5 2 0-16,4-2-6 0,-4 2-2 0,-2 0-4 15,-3-1 1-15,-2 2-6 0,-4 2 0 0,-3-2 2 16,0 0-6-16,-2-1 0 0,0-1-3 0,-1 0 2 16,-3-4-16-16,3 2-13 0,-4-4-25 0,2 0-31 15,1-1-35-15,-2-1-40 0,0 0-44 0,-2-2-138 16,0 0-351-16,-1-2 156 0</inkml:trace>
  <inkml:trace contextRef="#ctx0" brushRef="#br0" timeOffset="8074.42">9792 4541 36 0,'2'-7'195'0,"-2"7"-8"0,0 0-14 0,4-4-21 16,-4 4-12-16,0 0-24 0,0 0-6 0,0 0-11 15,0 0-4-15,15 11-5 0,-11-2-8 0,3 7-6 16,-1 0-3-16,0 1 6 0,1 2-9 0,2 8-3 16,-3-2-3-16,1 0-5 0,-4-1-4 0,-1-5-4 15,5 0-4-15,-4-1-2 0,-1 0-19 0,0 0-1 16,0-2 1-16,-2-4 0 0,1 0-4 0,1-2-3 16,0-2 1-16,-2 1 0 0,0-9-1 0,0 10 6 15,0-10 1-15,3 9 14 0,-3-9 13 0,1 5 14 16,-1-5 7-16,0 0-6 0,0 0-4 0,0 0-7 15,0 0-4-15,0 0-3 0,0 0-9 0,-13-25-2 16,15 9-6-16,-2-1-3 0,3 0-4 0,4-12-1 16,4 3-8-16,1-3-2 0,2 0-6 15,4-2-1-15,1 1-1 0,-1 2 6 0,4 1-13 0,0 3 3 16,0 3-2-16,1 2-2 0,-1 0-1 0,-5 9-3 16,-1 3 2-16,0 0-2 0,-2 5 0 0,-3 2-5 15,2 2 4-15,-2 3-1 0,2 5-3 0,0 2 1 16,-1 2 3-16,0 9-2 0,-3 0 3 0,-5 1 2 15,3 2 0-15,-6 1 0 0,1-1 3 0,-2-1-3 16,2 0-12-16,0-1-19 0,-2-4-16 0,0 5-27 16,-2-6-31-16,2 0-31 0,0-1-24 0,-2 0-59 15,0 0-163-15,-2 0-416 0,-1-3 185 0</inkml:trace>
  <inkml:trace contextRef="#ctx0" brushRef="#br0" timeOffset="8922.44">8905 3515 126 0,'0'0'140'16,"-3"-8"-1"-16,3 8 1 0,-1-9 2 0,1 9-3 15,-1-7-4-15,1 7-5 0,0 0-11 0,0 0-14 16,-2-10-9-16,2 10-12 0,0 0-11 0,0 0-7 16,0 0-11-16,0 0-6 0,0 0-2 0,0 0-8 15,0 0-8-15,5 23 4 0,-5-10-5 0,3 11 2 16,-3 2-4-16,1 5 4 0,-1 1-2 0,-1 15 4 15,-2-1 1-15,0 2-4 0,0 2 5 0,-1-1 0 16,1 0-3-16,1-2 3 0,1 4-2 0,-2 0 2 16,3 0 1-16,0-1 0 0,3 0-1 0,-2-3-2 15,-1 3 3-15,1 3 6 0,2-1-8 0,-2 4 4 16,-1-1-4-16,0 0 4 0,0 0-5 0,3-2 1 16,-3 0-7-16,2-1 3 0,-2-2-3 0,0-1-4 15,-1-3 1-15,0-10 1 0,1 11-2 0,0-12 0 16,0 1-4-16,1 8 2 0,0-9-1 0,-1 0 0 15,-1 15 0-15,1-2 0 0,-3-16-6 0,2 3 2 16,1 0 4-16,-3-1-5 0,2 1 0 0,0-2 2 16,-3 2-2-16,-1-3 1 0,3 1-3 0,-4 2 6 15,1-2-4-15,-1-3-2 0,-2 0-7 0,2-1 1 16,-1 0 1-16,4-2 7 0,-4-3-9 0,2 1 4 16,0-7-4-16,3 0 8 0,-2 0-8 0,0-1-3 15,3-4-2-15,-2-1 6 0,3-12-5 0,-1 23-9 16,-1-14-11-16,2-9-16 0,0 15-9 0,0-15-25 15,0 0-29-15,0 18-34 0,0-18-39 0,0 0-38 16,0 13-45-16,0-13-151 0,0 0-436 0,0 0 193 16</inkml:trace>
  <inkml:trace contextRef="#ctx0" brushRef="#br0" timeOffset="9734.4">7657 4237 16 0,'-1'-9'182'0,"-3"0"-8"0,3-1 5 16,1 10-2-16,-3-13-2 0,2 8-9 0,1 5-16 15,-2-8-21-15,2 8-13 0,0 0-14 0,-3-8-12 16,3 8-7-16,0 0-8 0,0 0-5 0,0 0-9 16,4 30 0-16,-4-11 1 0,1 7-2 0,2 3 8 15,-1 2-3-15,1 4-1 0,-6 12-2 0,2-12-5 16,1 8-3-16,-1 4 1 0,2-11 1 0,-1-2-2 16,-3 0 0-16,2 1-3 0,0-3-3 0,0 1-2 15,-1-4-3-15,2-4-5 0,0 1-5 0,0 0 3 16,-1-7-7-16,2-1-7 0,-1 0-1 0,0-5 0 15,0-3 2-15,0 3-5 0,0-4 2 0,-1 2 4 16,1-3-5-16,0-8-5 0,0 13 6 0,-1-6-1 16,1-7-13-16,0 8-2 0,0-8-8 0,-2 8-11 15,2-8-10-15,-3 7-17 0,3-7-25 0,0 0-32 16,-11 4-24-16,11-4-32 0,-11 0-35 0,11 0-25 16,-13-8-175-16,3 4-422 0,2-2 187 0</inkml:trace>
  <inkml:trace contextRef="#ctx0" brushRef="#br0" timeOffset="10093.62">7656 4412 62 0,'1'-14'156'0,"-1"5"-8"16,1 3 9-16,-1 6 1 0,2-12-7 0,-1 7-5 16,-1 5-18-16,5-11-8 0,2 3-9 0,3 2-15 15,3 0-6-15,3-1-5 0,6-1-7 0,5 3-2 16,0-1-4-16,-9 3-9 0,2 2-8 0,-2 1-3 16,-1 4-8-16,-4-2 0 0,0 4-5 0,0 0-1 15,-3 3-3-15,-1-1-2 0,-2 4-4 0,-2-1-3 16,-4 1-4-16,0 4 9 0,-7-1-8 0,-2 0 2 15,1 2 0-15,-5-2-2 0,-1 2-1 0,-2-3 4 16,0 2-6-16,-1-6-4 0,-7 4 1 16,7-4-1-16,-1 0 1 0,1-3-1 0,-1-1-3 0,-2 0-29 15,2-1-31-15,0 0-34 0,0-1-31 0,4-3-40 16,2 0-54-16,-4 0-126 0,15-1-360 0,-14-3 160 16</inkml:trace>
  <inkml:trace contextRef="#ctx0" brushRef="#br0" timeOffset="10247.89">7835 4421 2321 0,'9'-3'27'0,"-3"-1"71"0,1 1-45 0,-7 3-27 15,9-5-11-15,-3 4 0 0,-6 1-12 0,5-4 3 16,-5 4-5-16,0 0-4 0,9-3-20 16,-9 3-12-16,0 0-11 0,0 0-27 0,0 0-43 15,14 8-36-15,-14-8-202 0,4 8-382 0,-4-8 170 0</inkml:trace>
  <inkml:trace contextRef="#ctx0" brushRef="#br0" timeOffset="11820.73">8678 3527 23 0,'0'0'69'0,"0"0"-2"0,0 0-6 15,0 0 5-15,-5-13-7 0,5 13 1 0,0 0-10 16,0 0 6-16,-2-7 4 0,2 7 9 0,0 0-8 15,-5-7 6-15,5 7-26 0,-3-5 5 16,3 5 0-16,0 0 9 0,-2-8 4 0,2 8 8 16,0 0 6-16,-3-8 0 0,3 8-5 0,0 0 1 15,0 0-7-15,0 0-7 0,0 0-17 0,-1-8 8 0,1 8-1 16,0 0-9-16,0 0-4 0,0 0 5 0,0 0-13 16,0 0-1-16,0 0-4 0,0 0-2 0,0 0-3 15,0 0 0-15,0 0-6 0,0 0-5 16,0 0 5-16,0 0-5 0,0 0 1 0,0 0 3 15,0 0-2-15,0 0-1 0,0 0 0 0,0 0 1 0,4 27-1 16,-3-19 1-16,0 0-3 0,2 1 3 0,-1 1-2 16,1 0 3-16,-2 2 5 0,1 4-4 0,0 0 5 15,-1-1 0-15,0 0 8 0,1 2-6 16,-2 0 4-16,1 0 3 0,-1 3 1 0,0-1-1 16,1 8 3-16,-1-2-6 0,0 1 1 0,0 1 0 15,0-2 5-15,0-6-4 0,2 7-4 0,-2-7 1 0,-2 7-2 16,2-2 4-16,2-5 3 0,-2 0-4 0,0 6 1 15,1-7 3-15,-1 1-8 0,-1 0 1 0,1-1-1 16,0 3 2-16,0-2 6 0,-2 5 5 16,0 1 0-16,0-6-3 0,1 2 7 0,1-4-5 0,-4 2-1 15,-1 7-1-15,3-7-4 0,0 0 0 16,-1-1-4-16,1 3 2 0,0-2-2 0,-2 4-3 0,3-3 3 16,-2-1-5-16,2 9 5 0,-2-1-5 0,1-1 3 15,-3 2-3-15,2-2 4 0,1-2-2 0,0-4-1 16,0-2-3-16,0 3 0 0,1-2 0 15,-3-1-1-15,2 0 2 0,0 0 0 0,0 0-2 16,0-1 6-16,-1 1-6 0,1-3 0 0,-1 2-2 16,1 0 4-16,0-1-3 0,1-1 2 0,-1 1-4 0,1-1 1 15,-2-3 3-15,3 0-6 0,-1 2 2 16,-1 1-2-16,-1-3 0 0,3 1 3 0,-1-1-1 16,1 5 3-16,-3-2-4 0,2-1 3 0,-1-2-2 15,1 4 0-15,0-2 3 0,-3 1-3 0,3 2-1 16,-2-1 0-16,1 0 0 0,1-4 0 0,-1 3 0 15,0-2-1-15,0-1-1 0,1 6 2 0,-1-4-4 0,0 0 5 16,0-3-4-16,-1 5 4 0,2 0-3 0,0 2 0 16,-2-4-2-16,3 0 4 0,-4 1-4 0,3 2 6 15,1 0-4-15,-3-1 1 0,2 0-1 16,0 2 8-16,0 0-8 0,-1-3-1 0,2 2 0 16,-1 0 0-16,0 1 8 0,1-2-8 0,-2 3-2 0,4-2 3 15,-1 0-2-15,0-2 3 0,-1 2 0 16,2-2 3-16,-1 4-4 0,1-4 5 0,0-3-6 15,-2 5 5-15,0-5 3 0,1 0 0 0,0 0 2 16,2 0 3-16,-3-1-1 0,0 2 4 0,1-2-2 16,0 0 2-16,1-2-2 0,-2-9 0 0,-2 19 1 15,2-10-3-15,0-9 6 0,3 19-3 0,-2-11 0 0,0 2 0 16,-1-10-2-16,0 14-1 0,0-14 0 16,2 12 2-16,-2-12-5 0,-2 15-1 0,2-15-1 15,0 13 0-15,0-13 3 0,0 11-3 0,0-11 7 16,-1 14-7-16,1-14-2 0,0 0 1 0,1 14 0 15,-1-14 0-15,0 0-2 0,-1 10-7 0,1-10-4 16,0 0-17-16,0 0-17 0,0 0-29 0,0 0-34 0,0 0-51 16,0 0-31-16,0 0-51 0,0 0-218 0,-9-45-493 15,7 20 218-15</inkml:trace>
  <inkml:trace contextRef="#ctx0" brushRef="#br0" timeOffset="12332.03">8808 3592 36 0,'-2'8'65'16,"2"-8"-3"-16,-2 19 5 0,-1-4-1 0,-2 4 6 15,-1-2-4-15,-6 11 2 0,1-3 6 0,-1 4-9 16,-1 0-5-16,-1 1-2 0,1-1-6 0,1 1-3 16,-4-2-1-16,3-1-14 0,0-2-23 0,-2 0-37 15,7-5-30-15,0-4-96 0,-1 3-162 0,1-7 72 16</inkml:trace>
  <inkml:trace contextRef="#ctx0" brushRef="#br0" timeOffset="12566.69">8877 3738 32 0,'0'0'101'0,"0"0"8"0,7 13 7 15,-7-13 10-15,-2 24-11 0,-5-6-12 0,0 8-3 0,-5 1-11 16,-1-1-12-16,-2 0-4 0,0 3-7 0,0-3-6 15,-1 3-5-15,-1-5-9 0,-2 0-18 0,5 2-19 16,-3-3-22-16,3-1-18 0,4-6-23 0,0 1-22 16,3-1-14-16,-1 0-84 0,3-5-188 15,-1-1 84-15</inkml:trace>
  <inkml:trace contextRef="#ctx0" brushRef="#br0" timeOffset="12755.62">8862 4150 96 0,'-7'17'145'0,"-2"-2"-6"0,-1 3-14 15,-4 5-5-15,-3 0-11 0,-1 4-10 0,-2-1-9 16,0 3-5-16,-1 0-9 0,1 1-14 0,-1-2 2 16,0 2-9-16,-3 9-17 0,4-10-23 0,1 0-34 15,6-3-24-15,-3 2-41 0,2-3-21 0,5-3-74 16,-1-4-191-16,5-2 84 0</inkml:trace>
  <inkml:trace contextRef="#ctx0" brushRef="#br0" timeOffset="12948.84">8792 4620 64 0,'0'0'144'0,"0"0"-8"0,0 0-10 16,0 0-21-16,0 0-6 0,-5 30-5 0,-1-16-12 15,-3 3-9-15,-4 4 1 0,0 1-10 16,0 4-10-16,-3-4-2 0,2-1-15 0,0 3-14 0,-1-2-30 16,2 0-19-16,2-6-22 0,4-1-26 0,-2-1-7 15,2-2-85-15,2 0-178 0,1-4 79 0</inkml:trace>
  <inkml:trace contextRef="#ctx0" brushRef="#br0" timeOffset="13138.29">8857 4837 27 0,'0'0'156'0,"7"-5"-13"0,-7 5-15 0,0 0-8 0,0 0-5 15,0 0-9-15,-4 31-3 0,-4-15-12 0,-1 2-4 16,-4 5-6-16,0 2-8 0,-4 0-4 0,-1 0-8 16,3 1-8-16,-3-2-12 0,-1-2-20 0,2 0-24 15,-3 0-30-15,4 1-25 0,3-8-37 16,2 0-16-16,1 0-86 0,1-5-211 0,2-2 94 15</inkml:trace>
  <inkml:trace contextRef="#ctx0" brushRef="#br0" timeOffset="13321.8">8882 5127 108 0,'0'0'135'0,"0"0"7"16,0 0-3-16,0 0-7 0,0 0-11 0,-14 30-7 15,2-17-18-15,-2 2-8 0,-4 2-1 0,-1 5-14 16,0 1-7-16,1-1-9 0,-1 2-2 0,2-3-18 16,0 1-28-16,0-2-28 0,6-2-33 0,1-3-44 15,0 3-120-15,1-2-233 0,0-3 103 0</inkml:trace>
  <inkml:trace contextRef="#ctx0" brushRef="#br0" timeOffset="13515.34">8898 5463 3 0,'0'0'227'15,"0"0"-25"-15,0 0-15 0,0 0-20 0,-19 29-16 16,9-16-15-16,-2 3-17 0,-4 3-7 0,-3 0-14 16,3 3-8-16,-2-1-7 0,2 1-8 0,0 0-23 15,1-1-28-15,2-5-33 0,-1 6-37 0,5-7-43 16,0-1-46-16,2-3-107 0,0-3-261 0,7-8 116 15</inkml:trace>
  <inkml:trace contextRef="#ctx0" brushRef="#br0" timeOffset="13683.41">8877 5615 72 0,'0'0'216'0,"0"0"-26"16,-26 32-19-16,12-20-14 0,-1 2-20 15,-7 2-13-15,0 1-7 0,2-2-18 0,-1 2-8 0,3-4-27 16,3-1-33-16,0 0-48 0,2 2-59 0,-2-4-59 16,0 1-73-16,3-5-223 0,1-1 99 0</inkml:trace>
  <inkml:trace contextRef="#ctx0" brushRef="#br0" timeOffset="15143.21">11456 3660 32 0,'0'0'47'0,"2"-5"0"0,-2 5-7 0,0 0-4 15,4-6 2-15,-4 6 3 0,0 0 4 0,0 0-3 16,0 0-2-16,0 0-8 0,0 0-4 0,0-11-1 16,0 11-1-16,0 0-3 0,0 0 4 0,0 0-12 15,-9-8 4-15,9 8 6 0,-8-3-10 0,8 3-2 16,-6-3-1-16,6 3-4 0,0 0 6 0,-9-4-4 15,9 4 0-15,0 0 0 0,0 0-3 0,-8-1-4 16,8 1 5-16,0 0-2 0,0 0 8 0,-6-4-6 16,6 4 3-16,0 0 2 0,0 0-3 0,-13-1-2 15,13 1 3-15,-8-3 7 0,8 3 7 0,0 0-2 16,0 0 10-16,-9-1 0 0,9 1 5 16,0 0 5-16,0 0-4 0,0 0 0 0,0 0-3 0,-10-1-2 15,10 1 7-15,0 0-6 0,0 0 5 16,0 0-3-16,0 0 1 0,0 0-3 0,0 0 6 15,0 0-5-15,0 0-14 0,0 0-9 0,0 0 7 16,0 0-9-16,0 0 5 0,0 0-7 0,0 0-3 0,0 0 5 16,-6 8-2-16,6-8 3 0,-3 13 5 0,0-5 7 15,3 4 10-15,-3 1 7 0,-1 6-6 0,0 5 2 16,1-5 0-16,-3 9-4 0,3 1 9 0,-1-1-1 16,1 0 0-16,-2 3-5 0,2-2 1 0,2-3-3 15,1 1-6-15,-1 1 5 0,1-2-1 16,0-1-4-16,0 4 5 0,0-3-2 0,2 3 2 15,0-3-1-15,-1 1-2 0,-1-1 0 0,3 2-3 0,-1-2-1 16,-2 1 1-16,3 1 0 0,-3-2-2 0,1 2 1 16,0-2 1-16,-1 4-4 0,2-2 1 0,-1 4-2 15,-1-3 1-15,1 2-6 0,3-3 1 16,-4-3-1-16,0 1 2 0,3 0-3 0,-2 0 6 16,-1-1-4-16,-1-6 3 0,2 1-7 0,-2-2 0 15,2 1 1-15,0 0-2 0,-1 0 2 0,0 0 0 0,-1 1-1 16,1-2 0-16,0 1-1 0,0 0 1 0,0 0-4 15,0-1 2-15,-1 1-5 0,-2-1 6 0,6 2-2 16,-6-2-4-16,3 0-3 0,0-2 4 16,0 2-2-16,0-2 1 0,0 0 2 0,0 1-1 15,0 0-1-15,0-3-4 0,-3 2 0 0,2-4 3 16,2 5 1-16,-2-4-2 0,1-2-1 0,0 2 0 0,-1 2 0 16,0 1 3-16,-1-4-2 0,1 0-3 0,0 1-1 15,0 2 10-15,-1-3-8 0,0 4 1 0,0-4-5 16,1 3 4-16,0-2 0 0,-1-1-3 0,0 1 0 15,1 2 6-15,-1 0-4 0,0-3 1 16,-2 0-3-16,1-2 4 0,2 2-2 0,0-1 1 16,0 2-1-16,-1-1 3 0,0 1-4 0,-1 0-2 0,1-1 2 15,0 3-1-15,1-3 0 0,0 0 3 0,-3 0-2 16,5 3 0-16,-2 1 0 0,0-2 2 16,1-3-1-16,-2 2-2 0,2-1 0 0,0 3 0 15,0-3 2-15,0 1 7 0,-1 0-8 0,1-3-1 16,-2 1-1-16,2-11 4 0,0 20-3 0,2-9 3 0,-4-1-4 15,2-10 2-15,0 19 0 0,-2-10 0 16,2-9-3-16,2 17 7 0,-2-9-6 0,0-8 3 16,3 11 3-16,-3-11-4 0,0 13 1 0,0-13-5 15,0 0 6-15,-1 15 2 0,1-15-4 0,0 0 0 16,0 0 1-16,0 12 1 0,0-12-9 0,0 0 0 16,0 0-2-16,0 0-12 0,-2 10-11 0,2-10-17 0,0 0-8 15,0 0-26-15,0 0-19 0,0 0-31 16,0 0-59-16,0 0-39 0,0 0-160 0,0 0-421 15,0 0 188-15</inkml:trace>
  <inkml:trace contextRef="#ctx0" brushRef="#br0" timeOffset="15687.31">11601 3589 26 0,'3'-4'59'16,"2"1"4"-16,-5 3-3 0,6-5-4 0,-6 5 13 15,4-5-18-15,-4 5 0 0,0 0 0 0,0 0-8 16,0 0-3-16,0 0 14 0,0 0-10 0,0 0 4 16,10 10 12-16,-11-1-7 0,-3 5 2 0,-1 4 15 0,-6 5 1 15,-5 8-9-15,1 1 0 0,-11 9 6 0,0 1-12 16,-2-3 0-16,9-8-10 0,-2-4-3 15,1 4-2-15,1-5-4 0,2 1-1 0,4-2-23 16,-1-2-16-16,1-2-18 0,3-3-21 0,0-2-25 16,3 1-30-16,1-6-25 0,1 0-77 0,1-2-215 15,1-2 94-15</inkml:trace>
  <inkml:trace contextRef="#ctx0" brushRef="#br0" timeOffset="15892.45">11579 3806 3 0,'0'0'103'15,"0"0"-1"-15,0 0-3 0,0 0-8 0,-9 24 17 16,2-8-6-16,-2 2-10 0,-2 6-13 0,-3 1-3 16,-1-1-8-16,0 4-8 0,2-2-2 0,-3-1-14 15,2 2-15-15,-2-1-27 0,3-2-9 0,1-3-24 16,-2 2-23-16,2-7-20 0,1 0-85 0,2-2-172 0,2-5 78 15</inkml:trace>
  <inkml:trace contextRef="#ctx0" brushRef="#br0" timeOffset="16098.03">11628 4009 69 0,'5'-7'113'0,"-5"7"3"0,0 0-4 15,0 0-4-15,0 0-9 0,-12 33 0 0,5-16-14 16,-6 7-6-16,-1 0-5 0,-1 1-1 0,-3 3 2 16,-1-2-16-16,2 1-7 0,-2 1-5 0,2-2-2 15,1-3-13-15,-1 0-32 0,3 2-18 0,3-10-18 16,0 2-25-16,-1 1-21 0,1-3-108 0,4 3-207 16,-1-8 92-16</inkml:trace>
  <inkml:trace contextRef="#ctx0" brushRef="#br0" timeOffset="16284.24">11619 4295 114 0,'0'0'133'0,"0"0"-17"0,0 0-9 0,0 0-10 16,-22 23 0-16,8-9-9 0,-1 6-23 0,-4-1-5 15,1 2 2-15,0 1-11 0,0 2 2 0,1 3-16 16,-4-3-21-16,3 2-24 0,0-2-21 0,0 0-24 15,1-2-16-15,0 1-24 0,0-1-48 0,3-6-153 16,2-2 68-16</inkml:trace>
  <inkml:trace contextRef="#ctx0" brushRef="#br0" timeOffset="16475.77">11585 4569 47 0,'0'0'121'0,"0"0"-2"16,-15 30 3-16,1-8-16 0,-1 2-2 0,-3 1-13 16,2 3-8-16,-5 1-9 0,1 0 9 0,-7 11-29 15,8-12-3-15,-2 1-19 0,3 0-23 16,-2-2-20-16,0-2-31 0,3-2-13 0,0-1-21 16,8-5-76-16,0 1-165 0,4-8 72 0</inkml:trace>
  <inkml:trace contextRef="#ctx0" brushRef="#br0" timeOffset="16665.3">11633 4806 123 0,'0'0'120'0,"0"0"-19"16,0 0-3-16,0 0 1 0,0 0-13 0,-14 32 2 15,1-10-3-15,-3 1-17 0,0-1-5 0,0 1-3 16,-1 0-8-16,-3 0-2 0,-1-1-18 15,1-1-23-15,2-4-36 0,5-1-25 0,-1-2-31 16,3-3-79-16,0 2-176 0,2-3 78 0</inkml:trace>
  <inkml:trace contextRef="#ctx0" brushRef="#br0" timeOffset="16854.34">11684 4957 66 0,'0'0'153'0,"0"0"-13"0,0 0-13 16,-22 24-9-16,10-10-5 0,-1 0-16 16,-2 0-9-16,-6 5-11 0,3 2 0 0,-5-2-9 0,4 1-8 15,-1 2-3-15,1-4-15 0,3-4-26 16,-2 5-27-16,6-5-27 0,-4-1-33 0,5 1-31 16,-1-2-78-16,-1 1-194 0,8-4 85 0</inkml:trace>
  <inkml:trace contextRef="#ctx0" brushRef="#br0" timeOffset="17048.16">11600 5245 33 0,'-10'9'157'0,"-2"5"-18"0,-6 5-12 0,6-4-15 0,-5 2-7 15,-2 5-2-15,0 0-22 0,4-1 0 16,-4 0-9-16,4-1-12 0,-2 1-26 0,7-4-14 15,-4-2-24-15,4 2-28 0,0-2-16 0,1 0-23 16,-1-2-19-16,4-1-57 0,0-3-158 0,5-1 69 16</inkml:trace>
  <inkml:trace contextRef="#ctx0" brushRef="#br0" timeOffset="17230.32">11556 5545 115 0,'0'0'149'0,"-17"18"-4"16,3-6-5-16,-1 1-9 0,-6 6-9 0,2-1-13 16,2 0-10-16,-3 0-6 0,4-6-17 0,-2 7 0 15,5-4-14-15,1-1-10 0,-1 1-33 0,2-2-23 16,0 1-26-16,1-2-34 0,4-4-10 0,-2 2-40 16,2-2-70-16,0-3-199 0,6-5 88 0</inkml:trace>
  <inkml:trace contextRef="#ctx0" brushRef="#br0" timeOffset="17373.46">11521 5767 83 0,'-11'6'136'0,"-1"1"-21"0,-4 0-5 16,-2 2-19-16,2 0-15 0,-3 0-34 0,3 0-48 15,-5 1-53-15,-6 0-39 0,3 0-107 0,4-4 48 16</inkml:trace>
  <inkml:trace contextRef="#ctx0" brushRef="#br0" timeOffset="19038.39">4962 4450 38 0,'0'0'67'0,"0"0"-10"15,0 0 0-15,0 0 1 0,-27 6-14 0,18-3 3 16,-1 1-7-16,-1-2-12 0,3-1 4 0,-3 0-5 16,-1 2-8-16,4-3 0 0,-2 4-3 0,-3-3 2 15,0-1 0-15,-1 3-2 0,2-2-3 0,-8 2-3 16,2-1-1-16,-2 2-6 0,0-3 4 0,2 1 3 15,-1 2 9-15,2-4 5 0,2 1 2 0,-2 1 8 16,0 2-2-16,1-4 0 0,0 0 10 0,5 0 4 16,-1 1 11-16,2-2 6 0,10 1 8 0,-11 3-1 15,11-3 1-15,-12 0-5 0,12 0 1 0,0 0-13 16,-9 0-2-16,9 0 0 0,0 0-14 0,0 0-5 16,0 0 0-16,-8 1-5 0,8-1-12 0,0 0 8 15,0 0-7-15,0 0 3 0,0 0 0 0,30 5 5 16,-16-2-6-16,4 0 7 0,2 0 0 0,10 1-4 15,0-1 3-15,1 0-5 0,4 1 2 0,-1-1-2 16,3 2-2-16,3-1 0 0,-3-3 0 0,16 5 0 16,-14-4 3-16,13 2 1 0,-15-3-4 0,2 0 3 15,-2 1-4-15,0-2 2 0,1 1-2 0,-1 1 7 16,0-4-1-16,0 2-5 0,-2-1 3 0,-2 1 2 16,3-2-4-16,-3 1 2 0,0-3-3 0,2 1-2 15,-2 0 1-15,-1 0-5 0,-1 0 5 0,-1-2-6 16,2 2 1-16,-1-1-2 0,-2-1 1 0,1 5-2 15,-1-3 0-15,2 2-3 0,-2-2 2 0,1 1-1 16,-2-1-1-16,2 1 0 0,-2-2-1 0,-1 2-4 16,3 2 5-16,-2-2-2 0,1-1 0 0,-1 2-2 15,0 0 3-15,-7 1-5 0,-1-2 2 0,-2 2 1 16,1 0-3-16,-5 0 3 0,-1 0 0 0,-1-2-2 16,-1 2-1-16,-3 0-1 0,-8 0 0 0,14 0 1 15,-8-1 0-15,-6 1-2 0,11 1-1 0,-11-1 3 16,10 0 2-16,-10 0 1 0,14 0 6 0,-14 0 0 15,13 0 4-15,-7 2-1 0,4-2 0 0,-2 2 7 16,-8-2-3-16,19 1-1 0,-10-1 2 16,1-1 0-16,2 1 0 0,-1-2-1 0,1 2 2 0,2-2-3 15,-1-1 2-15,-1 3-2 0,0-2-3 0,-1 2 0 16,-2-2 0-16,-1 4-3 0,-8-2-5 0,13-2-9 16,-13 2-1-16,10 0-9 0,-10 0-4 0,0 0-8 15,0 0-3-15,0 0-16 0,0 0-18 0,0 0-16 16,-18 13-23-16,8-7-15 0,-2-3-16 0,0 4-7 15,0-2-4-15,-1 0-12 0,0 1-9 0,2-2-95 16,1 2-282-16,2-1 124 0</inkml:trace>
  <inkml:trace contextRef="#ctx0" brushRef="#br0" timeOffset="20473.45">4571 4477 94 0,'0'0'131'16,"1"-8"-8"-16,-1 8 9 0,0 0-6 0,0 0-3 15,0 0-7-15,0 0-2 0,0 0-8 0,0 0-2 16,0 0-6-16,0 0-11 0,0 0-10 0,0 0-1 15,0 0-14-15,0 0 0 0,0 0-7 0,0 0-10 16,0 0-9-16,0 0-2 0,0 0-2 0,0 0-4 16,0 0-6-16,-19 13 1 0,14-7-4 0,-1 4 1 15,-1-1-2-15,-1-1-4 0,3 1-1 16,-2 1 2-16,-2 3 2 0,1 3-1 0,2-5 2 0,0 0-2 16,0 1-7-16,2-3 6 0,1 3-8 0,0-3 5 15,0 2 1-15,2-3-2 0,-1-1 1 0,2 3-5 16,1-2 3-16,1-1 5 0,0 0 1 0,0-1 2 15,-2-6 0-15,12 9-1 0,-6-5 6 0,2 2 0 16,1-2 4-16,3-3-2 0,0 1 1 0,3-1-6 16,2-2 2-16,1-1 3 0,-1 1 1 0,0-3-1 15,-1 0 2-15,-2 0-1 0,1-2-11 0,-2 2 4 16,4-6-1-16,-2 3-4 0,-5 1 3 0,0-2-4 16,2 0 2-16,-1-4 4 0,-4 4-7 0,0-4 4 15,0 2-1-15,-3 0 4 0,-2-3-7 0,1 2 2 16,-3-2 1-16,-2 2-2 0,-1 1-2 0,-1-1-3 15,-3 0 2-15,1 1-5 0,-2 1 2 0,-1-1-2 16,0 2-1-16,-1 2-4 0,0 0-2 0,0 1 0 16,-3 2-2-16,1-1-7 0,0 3-7 0,-1 2-12 15,0 0-15-15,-1 3-19 0,-1 1-17 0,-2 0-33 16,5 1-35-16,0-1-35 0,3 1-173 0,1 0-386 16,1 1 170-16</inkml:trace>
  <inkml:trace contextRef="#ctx0" brushRef="#br0" timeOffset="21389.87">5619 4441 15 0,'-6'-7'27'15,"6"7"0"-15,0 0 8 0,0 0 0 0,-6-3-3 16,6 3 0-16,0 0-2 0,0 0-3 0,-6-3 6 15,6 3-1-15,0 0-3 0,0 0 11 0,-6-5-10 16,6 5 10-16,0 0 8 0,0 0-3 0,0 0-8 16,0 0 5-16,-12-2-4 0,12 2-3 0,0 0 2 15,0 0 5-15,0 0-1 0,-9 0 0 0,9 0 5 16,0 0 0-16,0 0-1 0,0 0-13 0,0 0 2 16,-13 0 13-16,13 0 8 0,0 0-12 0,-10 0 4 15,10 0 0-15,0 0-1 0,0 0 2 0,0 0-9 16,-10 0-3-16,10 0 9 0,0 0-6 0,0 0 3 15,0 0-6-15,0 0-4 0,0 0 0 0,-4 7 1 16,4-7-17-16,0 0 8 0,0 0 2 0,0 0-8 16,0 0 5-16,0 0-10 0,0 0 1 0,0 0-2 15,0 0 1-15,0 0-3 0,0 0-2 0,0 0-3 16,0 0 2-16,0 0 1 0,0 0 3 0,0 0 0 16,0 0-2-16,12 13 5 0,-8-9-8 0,1-1 6 15,1 2-1-15,0-1 11 0,2 3-3 0,2-1 2 16,2 2-2-16,1-2 1 0,3 2 1 0,-6 0-3 15,6 2-2-15,-1-1-3 0,3 0 4 0,-8-1-9 16,0-1 8-16,6 3-5 0,-6-2-2 0,3 4 5 16,-4-3-2-16,0 0 0 0,1 5-5 0,-4-3 0 15,-2 5 0-15,-4 1 1 0,-3 2 2 0,-2 0 3 16,-3 4-4-16,-4 1 4 0,-3-3-4 0,1 3 2 16,-4-1-2-16,4-1 2 0,-3 0-3 0,3-2-19 15,4-3-29-15,-4-1-28 0,1-1-33 0,1-1-43 16,1 1-41-16,-3-1-124 0,6-2-335 0,2-4 148 15</inkml:trace>
  <inkml:trace contextRef="#ctx0" brushRef="#br0" timeOffset="22120.23">5173 3743 91 0,'-1'-5'193'0,"1"5"-23"0,0 0-11 16,5-8-14-16,-5 8-14 0,9-9-12 0,-2 8-15 16,6-5-6-16,4 1-10 0,1-2-9 0,2 4-9 15,-1-1-5-15,2 1-9 0,-1-1-8 0,-2 4-24 16,-1-3-27-16,-5 3-19 0,1 0-15 0,-3 0-8 16,-2 0-19-16,1 0-20 0,-9 0-3 0,12 2-1 15,-12-2 4-15,10 1 0 0,-10-1 11 0,5 3 12 16,-5-3 5-16,0 0 15 0,0 0 16 0,0 0-11 15,7 2 21-15,-7-2 9 0,0 0 10 0,0 0 15 16,0 0 4-16,0 0 21 0,0 0 9 0,0 0-7 16,0 0 11-16,0 0 3 0,0 0 10 0,0 0 5 15,-24-8 0-15,24 8-4 0,0 0 0 0,0 0-9 16,0 0-3-16,0 0-15 0,0 0-4 0,0 0-5 16,0 0-9-16,-9 11 11 0,8-1 7 0,1 2 4 15,0 7-3-15,0 0-1 0,0 7 3 0,0-2 6 16,0 4-3-16,0-3-5 0,2-1-6 0,-2-5 0 15,2-2-3-15,0 1-8 0,0 0 0 0,-1-1-1 16,2-6-4-16,-2 2-4 0,1 2 3 0,-2-5-3 16,3 3-2-16,-2-5-1 0,1 2 3 0,-2-3-10 15,0-7-11-15,1 11-7 0,-1-11-8 0,-3 11 0 16,3-11-11-16,-6 8-5 0,1-2-6 0,-4-5-12 16,-3 4-6-16,3-4-6 0,-2 1 3 15,-3-1-2-15,-3 0 11 0,2-3-9 0,-2-1 15 0,4 3 1 16,1-1 6-16,-1-1 2 0,4 0 1 0,1 1 15 15,8 1 8-15,-11 0-7 0,11 0 17 0,-9-2-1 16,9 2 2-16,0 0-4 0,0 0 3 0,0 0 11 16,0 0 3-16,0 0 5 0,0 0-1 0,25-6 6 15,-12 2-8-15,8 0 1 0,-1 1 1 0,1 1 2 16,7-1-2-16,-2 0-11 0,-4-1-9 0,-1 0-17 16,2 1-37-16,3-1-32 0,4-2-31 0,-3-1-20 15,-9 2-82-15,1 2-239 0,1-2 106 0</inkml:trace>
  <inkml:trace contextRef="#ctx0" brushRef="#br0" timeOffset="22551.99">5770 3870 107 0,'0'0'160'0,"-4"-8"-21"0,4 8-8 0,0 0-10 0,-8-6-9 15,8 6-11-15,0 0-6 0,-19 7-13 0,10-1-4 16,-5 3 0-16,0 0-7 0,1 2 3 0,0-1-13 15,2 2-4-15,1-2-8 0,-2 4 0 0,4-5-7 16,3 3-2-16,0-2-3 0,4 0-6 0,-4 0-2 16,4-3-5-16,1-7 3 0,5 13 1 0,-2-7-4 15,6 3-3-15,1-5 0 0,3 0-2 0,4-2-4 16,1-1 0-16,-1 1 1 0,1-2 3 0,-1 2-7 16,-4-4-3-16,-1 1-3 0,0-1 4 0,-1 2 1 15,-4-2 9-15,1-2 5 0,-3 2 1 16,-5 2 4-16,8-5 5 0,-8 5 1 0,6-4 2 0,-6 4-8 15,4-5 1-15,-4 5-3 0,0 0-6 0,0 0-1 16,0 0-2-16,-17-8-2 0,6 9-3 0,11-1 2 16,-23 6 2-16,5 0 2 0,-1 3 1 15,2-1 4-15,-1 1-3 0,2 1 2 0,0 0-1 16,2-1 0-16,4 0-2 0,-3 2-1 0,4-2-3 16,3 1 0-16,-3 0-1 0,5-3-1 0,0 4-4 0,3-3 2 15,1-1 0-15,0-7-2 0,8 14 3 0,-2-6-1 16,6-1 0-16,-1-3-5 0,6 1-3 0,6 0-24 15,-3-1-24-15,12-1-27 0,0-2-35 0,0 1-24 16,1-4-43-16,3 5-52 0,-10-3-118 0,3 0-370 16,-7-1 164-16</inkml:trace>
  <inkml:trace contextRef="#ctx0" brushRef="#br0" timeOffset="24093.86">10077 5906 67 0,'1'-9'118'0,"-1"9"0"0,2-5 0 0,-2 5 1 15,0 0-9-15,2-9 0 0,-2 9 7 0,0 0 0 16,0-8-6-16,0 8 4 0,0 0-6 0,0 0-9 16,0 0-5-16,0 0-9 0,1-11-4 0,-1 11-12 15,0 0-5-15,0 0-8 0,0 0-7 0,0 0-5 16,0 0-8-16,0 0-5 0,0 0-4 0,0 0-7 16,0 0 3-16,0 0-2 0,0 0-5 0,0 0 1 15,1 35-1-15,2-20-5 0,1 3-1 0,-2 0 6 16,1 2-8-16,-2 6 2 0,3-1-1 0,-3 1 6 15,-1 4-5-15,1-3 0 0,2 2 0 0,-2 1 3 16,1-1 1-16,-1 1-1 0,0-2 5 0,0 3-5 16,2-1 3-16,-3 0 0 0,4 1 3 0,-3 2-5 15,-1-3 4-15,2 2-4 0,0-2 1 0,-1 0-2 16,-1-2 0-16,0 3 0 0,0-4 2 0,0 2 4 16,0-1-3-16,1 2-2 0,-2-2 1 0,1 1-2 15,0 1 4-15,0 0-3 0,0 0-3 0,3 0 0 16,-3 0-2-16,1-2-2 0,0 1 2 0,2-2-2 15,-2 0 3-15,-1 2-3 0,-1-2 1 0,2-1-4 16,0-1 6-16,1 1-5 0,-2-7-2 0,0 6 1 0,-2-5-2 16,2 1-2-16,0-2 2 0,-1 0 1 0,1 0-1 15,-1-1-2-15,0 2 6 0,1-2-3 16,0 0-2-16,-2 0 1 0,1 0 3 0,-3 1-6 16,3 0 4-16,-1 5-3 0,0-4-2 0,-2 0 0 0,3-1 1 15,-3 6 0-15,2-6 2 0,0 1-3 0,-2 5 5 16,2-6-4-16,-1 6 0 0,2 2 2 15,-2-6 1-15,0 2-2 0,3 2-1 0,-4 0-1 16,1 0 2-16,1-1 2 0,0-4 0 0,2 7-2 0,2-2 2 16,-2 1-1-16,0-2 0 0,0-5 1 15,-3 2 0-15,2-4 0 0,1 2 0 0,0 0-4 0,1-2 4 16,-1 1-1-16,0-1-1 0,1 2 1 0,-2-1 3 16,4-2-4-16,-3 2-1 0,-2-3 0 0,4 0 3 15,-5 1-1-15,3-4 0 0,-1-2 3 16,1 2-3-16,-1-4-2 0,-1 2 3 0,2 0-2 0,-1-2 0 15,1-8 0-15,0 12 1 0,-1-4-1 0,1-8 1 16,0 8 1-16,0-8-4 0,0 9-3 0,0-9-11 16,0 0-7-16,0 9-9 0,0-9-15 0,0 0-15 15,1 7-23-15,-1-7-23 0,0 0-28 0,0 0-27 16,0 0-29-16,0 0-153 0,0 0-371 0,0 0 164 16</inkml:trace>
  <inkml:trace contextRef="#ctx0" brushRef="#br0" timeOffset="24803.86">10174 8145 38 0,'-5'-4'148'16,"5"4"-6"-16,0 0-11 0,0 0-7 0,0 0-12 16,0 0-12-16,0 0-10 0,0 0-13 0,-12 1 3 15,12-1-7-15,-6 10-5 0,-1-4-3 0,2 0 1 16,0 6-1-16,-3 2-4 0,2-4-3 0,-2 4-10 16,3 1 6-16,-1 0-4 0,1-3-3 0,2 0-2 15,1-2-5-15,0 2 2 0,1-1-6 0,2-3-4 16,1 2 3-16,0-4-3 0,-1 0-2 0,2 1-3 15,2-3-5-15,0 1 2 0,2-1-4 0,-1-2 8 16,2 1 0-16,-1-1-5 0,-7-2 1 0,17-7-3 16,-8 6 7-16,1-2-7 0,-1 1 5 0,-1-2-1 15,1-2-1-15,-2 0 0 0,2-1-2 0,-2 0 1 0,-2-1 1 16,-3 2-4-16,2-4 11 0,-2 2-9 16,-4-3-5-16,1 0 3 0,-2 1 0 0,0 0-6 15,-1 0-1-15,-2 1-3 0,-1 1-2 0,-1 1-4 16,-1 0 2-16,3 2-3 0,-4 0-1 0,2 3-13 0,0 2-12 15,8 0-15-15,-15 0-18 0,7 2-25 0,-1 0-36 16,2 1-31-16,-3 2-28 0,-1 1-152 16,4 0-354-16,-2-4 157 0</inkml:trace>
  <inkml:trace contextRef="#ctx0" brushRef="#br0" timeOffset="25432.26">10059 7323 113 0,'-2'-9'202'0,"-1"-1"-9"0,0 1-5 0,1 0-9 16,0 0-10-16,0 2-10 0,2 7-9 16,-4-13-9-16,1 8-14 0,3 5-8 0,-2-9-15 0,2 9-11 15,-3-6-12-15,3 6-5 0,0 0-8 16,0 0-13-16,-3-9-5 0,3 9-6 0,0 0-5 15,0 0-5-15,0 0-5 0,0 0 1 0,0 0-6 16,0 0 0-16,0 0-6 0,19 18-2 0,-16-14-5 0,2 0 4 16,0-1 2-16,-5-3-6 0,7 8 3 0,-3-6-6 15,-4-2-2-15,5 9 4 0,-5-9-4 0,4 4-1 16,-4-4 2-16,0 0-1 0,5 3 2 16,-5-3-4-16,0 0 1 0,0 0-4 0,0 0 0 0,5 6 1 15,-5-6 0-15,4 4 3 0,-4-4-4 0,5 6 0 16,-1-2 3-16,1 1-1 0,-5-5-2 0,9 10 0 15,-6-5 0-15,3 1 0 0,-1 0 1 0,0 0-1 16,-1-1-2-16,1 0 3 0,0 1 3 0,-1 0-2 16,1-1-3-16,-1 0 3 0,0 0-5 0,-4-5 4 15,6 8 0-15,-6-8-2 0,5 5 5 0,-5-5-1 16,5 2 9-16,-5-2 8 0,0 0 2 0,0 0 0 16,0 0 2-16,13-6-3 0,-8-1-5 0,6-5 0 15,-1-2-2-15,-1-3-2 0,4-6 1 0,-5 5-1 16,4-5 1-16,-1-3-9 0,-1 3 0 0,-3 5-8 15,3-1-11-15,-2-4-13 0,-3 6-12 0,1 1-20 16,1 2-43-16,-4 3-29 0,2 1-41 0,1 0-39 16,-4 2-154-16,2 1-396 0,-1 1 175 0</inkml:trace>
  <inkml:trace contextRef="#ctx0" brushRef="#br0" timeOffset="25762.46">10645 7035 98 0,'1'-7'242'0,"-1"7"-4"0,3-10-11 16,-3 10-9-16,1-7-15 0,-1 7-16 0,2-6-17 0,-2 6-13 15,0 0-22-15,0 0-17 0,0 0-13 0,0 0-4 16,0 0-16-16,0 0-8 0,0 0-10 15,0 35-6-15,-3-16-5 0,2 6-4 0,-2 1-4 16,1-1 1-16,-2 3-10 0,1-2-5 16,1-7-4-16,-2 0-2 0,3 1-1 0,-1 0-2 0,1-4-4 15,0 1-1-15,1 0-1 0,-1-5-2 0,2 5-5 0,0-6-19 16,2 5-19-16,-3-6-19 0,1 0-25 16,2 0-23-16,-3-3-8 0,1 0-28 0,-1-7-12 0,2 12-3 15,-2-12-5-15,2 8-1 0,-2-8 1 0,0 0-9 16,0 0-110-16,0 0-289 0,0 0 127 0</inkml:trace>
  <inkml:trace contextRef="#ctx0" brushRef="#br0" timeOffset="26278.84">10653 7138 49 0,'1'-10'128'0,"-1"4"-4"0,0 6 0 15,3-13-7-15,-3 7 3 0,0 6 0 0,0 0-9 16,0-13-12-16,0 13-5 0,1-4-13 0,-1 4-1 15,0 0-12-15,0 0-3 0,0 0-8 0,0 0-4 16,0-11-7-16,0 11-7 0,0 0-4 0,0 0 1 16,0 0-7-16,0 0-3 0,0 0-4 0,0 0 4 15,0 0-6-15,0 0-6 0,0 0 3 0,0 0-11 16,0 0 7-16,0 0 3 0,0 0-5 0,0 0 1 16,0 0 7-16,0 0-7 0,0 0 0 0,0 0 1 15,0 0-5-15,0 0 4 0,0 0-1 0,0 0-2 16,0 0 2-16,0 0-8 0,0 0-2 0,0 0 6 15,0 0-7-15,0 0 5 0,0 0-3 0,0 0-5 16,0 0 2-16,0 0 4 0,0 0-2 0,0 0 5 16,0 0-2-16,0 0 2 0,0 0-5 0,0 0 0 15,0 0 2-15,0 0-1 0,0 0 0 0,0 0-3 16,0 0 5-16,0 0-1 0,0 0-1 0,0 0-1 16,0 0 2-16,0 0 1 0,0 0 0 0,0 0-3 15,0 0 2-15,0 0 2 0,0 0-4 0,0 0-2 0,0 0 3 16,0 0 0-16,0 0-2 0,0 0-3 15,0 0 3-15,0 0 0 0,0 0 3 0,0 0-4 16,0 0-3-16,0 0 8 0,0 0-7 0,0 0 2 16,0 0-2-16,0 0 3 0,0 0-1 0,0 0 4 0,0 0-5 15,0 0-1-15,0 0 5 0,0 0 0 16,0 0-3-16,0 0-5 0,0 0 0 0,0 0-6 16,0 0-7-16,0 0-3 0,0 0-11 0,0 0-15 0,0 0-13 15,0 0-3-15,0 0-2 0,0 0-3 0,0 0-1 16,0 0-17-16,10 17-12 0,-10-17-15 15,0 0-2-15,0 0-75 0,-1 8-206 0,1-8 92 0</inkml:trace>
  <inkml:trace contextRef="#ctx0" brushRef="#br0" timeOffset="26648.64">10462 7090 34 0,'0'0'143'0,"11"-8"-12"0,-4 1-15 16,4 2-8-16,0-1-4 0,7-2-11 0,-1 1-6 16,2-1-5-16,-1 4-15 0,1-2-7 0,0 0-7 15,-2 3-14-15,-3 0-19 0,-3 2-14 0,2-1-15 16,1 1-28-16,-1-1-27 0,0 1-17 0,-1 2-78 15,-1-1-172-15,0-1 76 0</inkml:trace>
  <inkml:trace contextRef="#ctx0" brushRef="#br0" timeOffset="26892.5">10543 7536 37 0,'0'0'171'0,"-5"5"-3"15,5-5-5-15,0 0-4 0,-6 3-20 16,6-3-8-16,0 0-11 0,0 0-15 0,0 0-13 16,0 0-12-16,22 0-1 0,-10-2-6 0,7-1-15 15,2 0-13-15,0 0-24 0,1-1-28 0,6 0-28 0,0-1-44 16,-2 0-44-16,-4 0-111 0,-2 1-252 0,8-3 113 15</inkml:trace>
  <inkml:trace contextRef="#ctx0" brushRef="#br0" timeOffset="27175.35">11015 7274 153 0,'-3'-7'216'0,"3"7"-14"0,0 0-15 16,-5-7-17-16,5 7-20 0,0 0-14 16,0 0-15-16,0 0-9 0,0 0 0 0,-6 21-6 15,3-9-5-15,-1 3-9 0,3 4-8 0,-3-1-7 0,1 0-8 16,1-1-4-16,-1 0-8 0,0 1-4 0,-1-1-2 16,4 0-9-16,-1 1-3 0,1-3-3 15,-1-2-1-15,-1 2-4 0,1-3-3 0,1-3-11 16,0 1-14-16,0-1-22 0,-2 1-30 0,4 0-15 0,-4-3-18 15,1-1-5-15,1-6-34 0,0 16-10 0,0-10-16 16,0-6-1-16,1 9-4 0,-1-9-106 0,0 0-279 16,0 0 124-16</inkml:trace>
  <inkml:trace contextRef="#ctx0" brushRef="#br0" timeOffset="27552.2">11054 7271 141 0,'9'-7'144'16,"1"0"-4"-16,-1 4-5 0,-1 1-13 0,-2 0-5 16,-6 2 1-16,16 0-13 0,-10 2-7 0,-6-2-6 15,12 4-5-15,-4 1-4 0,-2 1-1 0,-1 1-3 16,-3-2-6-16,4 3-9 0,-5-2-4 0,0 1-3 16,-1 3 0-16,0-10-4 0,-1 17-7 0,-2-8 2 15,2 0-7-15,-7-2 0 0,3 2-11 0,1-3-1 16,-2 1 0-16,-2 0-2 0,4-1-3 0,1 0-2 15,-3-2-7-15,3 2 3 0,3-6-10 0,-7 6-7 16,7-6-4-16,-2 8-5 0,2-8 2 0,1 10 3 16,-1-10-2-16,9 10-2 0,-3-5 0 0,-1 1 6 15,1 3-1-15,0-1-4 0,4 0 2 0,-5 0 3 16,3 0-2-16,-3 2 5 0,3-2-8 0,-2 3 4 16,0-2 2-16,-4-1 0 0,2-1-1 0,-3-1-1 15,0 1 3-15,-1-7-4 0,2 12 5 0,-4-5 2 16,-2 1 0-16,2-2 0 0,-6-1 0 0,3 1 0 15,-5 0-2-15,0 0-7 0,-1-2-15 0,-4-1-25 0,0 3-25 16,-3-1-32-16,5-2-38 0,-5 3-171 0,0 1-336 16,-6-1 149-16</inkml:trace>
  <inkml:trace contextRef="#ctx0" brushRef="#br0" timeOffset="28034.33">10305 8567 46 0,'0'-11'254'0,"0"11"-12"0,0 0-9 0,-1-9-19 15,1 9-22-15,0 0-22 0,0 0-18 0,0 0-19 16,0 0-16-16,0 0-4 0,0 0-10 0,4 24 3 16,-5-9-9-16,2 10-3 0,-4 3-10 0,3-3-5 15,-2 4-10-15,-2-4-6 0,4 3-4 0,-1-3-6 16,-1-6-7-16,4 1-3 0,-4-1-7 0,1 1 3 16,1-2-5-16,0-7-4 0,0 5-26 0,0-4-10 15,-1 0-27-15,1-3-23 0,-1 1-23 0,-2-3-25 16,3-7-17-16,1 11-20 0,-1-11-3 0,0 8-2 15,0-8-10-15,0 0-29 0,0 0-104 0,0 0-314 16,0 0 139-16</inkml:trace>
  <inkml:trace contextRef="#ctx0" brushRef="#br0" timeOffset="28446.36">10293 8589 84 0,'3'-19'155'0,"5"2"-5"0,0-1-10 0,1 2 4 16,0 1-4-16,5 4-10 0,-5 1-4 0,0 2-7 15,3 2-6-15,0 0 2 0,1 1-7 0,-1 1-8 16,4 4-7-16,0 0-8 0,-2 3-11 0,-2 0 0 16,-1 0-9-16,3 2-3 0,-5 2-8 0,2 0-3 15,-1 3-11-15,-4-3 5 0,1 3-3 0,-2 0 0 16,-4 0-3-16,2 2 2 0,-3 0 0 0,-2 0-5 16,-3 4 0-16,1-6 2 0,-1 2-7 0,0-2-5 15,0-1 1-15,-3 1-4 0,2-1-4 0,1-3 4 16,1 2-8-16,1-3 1 0,3-5-5 0,-3 8 0 15,-1-5-1-15,4-3-2 0,-4 8-1 0,4-8-1 0,0 8 0 16,0-8 0-16,8 10 0 0,-1-4 2 16,4 0 0-16,0 2-4 0,3-1 2 0,3 2-3 0,-2 0-2 15,2 1 1-15,-5 1-1 0,4-1-1 16,-7-4-2-16,0 5 0 0,0-2 0 0,-1-1 0 0,-1 2 1 16,-2-2 0-16,-1 0 0 0,-1 2 2 0,-3-2-2 15,-2-1 1-15,0 2 1 0,-2-1 0 16,-3 1 2-16,-2-2 0 0,-3 3 0 0,-2-2 1 0,-4-2-4 15,1 1 2-15,-1-3-5 0,-1 1-4 0,1-3-9 16,-4 1-16-16,3 0-12 0,3-3-27 0,-2 2-24 16,4-2-29-16,1 0-43 0,3-2-38 0,-2 2-147 15,3-2-380-15,2-2 168 0</inkml:trace>
  <inkml:trace contextRef="#ctx0" brushRef="#br0" timeOffset="30045.43">3472 5179 69 0,'0'0'170'0,"-3"-11"-4"0,3 11-5 16,-2-8-14-16,-3 3-19 0,5 5-7 0,-9-8-16 16,2 6-10-16,-3 0-7 0,1 1 1 0,-1 0-15 15,-2 2 3-15,-2 2-5 0,-1 2-11 0,-3 0-2 16,3 3-4-16,3-1-10 0,2 2-2 0,-5 4-1 15,3 1-6-15,2 1-1 0,-1-2-1 0,2 2-5 16,2 2-5-16,3-7 0 0,3 2 1 0,1 5-4 16,2-5-3-16,4 0 2 0,-2-1-5 0,3-1-1 15,5-3 4-15,-1 3-4 0,1-3 1 0,2-2-3 16,1 0-1-16,-2-1 1 0,0-3-1 0,-3 3 3 16,0-1-6-16,-2-1 1 0,0-1 2 0,-8-1 0 15,11-1-1-15,-11 1 2 0,8-3-3 0,-8 3 0 16,0 0 1-16,3-7-3 0,-3 7-5 0,0 0 1 15,-10-11-2-15,5 6 1 0,-4 2 0 0,-1-1-8 16,2 4 7-16,-4-2-3 0,0 3 2 0,-6 2-1 16,1 3 1-16,0 3 0 0,-1 0-1 0,0 1 5 15,1 2-6-15,1 0 5 0,3 1 0 0,-1 2 2 16,5-2 1-16,-3 3-3 0,6 1-1 0,2-2 1 16,3 2 2-16,1-6-1 0,0 3 1 0,5 1 1 15,0-4-1-15,1 0 6 0,7 2-3 0,1-2-7 16,5 0-17-16,2-5-16 0,6 1-16 0,2-3-25 15,-2-2-33-15,4-1-13 0,-2-1-21 0,-2-1-7 16,-4 0-10-16,-2-2-110 0,-1-2-289 0,0 1 128 16</inkml:trace>
  <inkml:trace contextRef="#ctx0" brushRef="#br0" timeOffset="30554.44">3593 5588 114 0,'8'-10'43'0,"-3"0"22"16,0-1 16-16,-2 1 9 0,-2-2 15 0,0 1 10 16,-1 3 6-16,0 8 18 0,-1-14 2 0,1 14 0 15,0-10-1-15,0 10-16 0,0-10-12 0,0 10-10 16,0 0-10-16,-1-8-15 0,1 8-10 0,0 0-10 15,0 0-4-15,0 0-5 0,0 0 1 0,0 0-9 16,0 0-3-16,0 0-4 0,-5 28-2 0,5-20-2 16,0 0-3-16,0-8-5 0,-3 11 0 0,2-6-1 15,1-5 2-15,-2 7 9 0,2-7 11 0,0 0 7 16,-1 8 19-16,1-8 0 0,0 0-2 0,-8 3-7 16,8-3-1-16,0 0 0 0,0 0-9 0,-19-10 4 15,14 6 0-15,3-2 2 0,2 6-5 0,-7-11-5 16,6 4-1-16,0-3-7 0,-2-1-5 0,7-4-3 15,0 0-4-15,4-1-6 0,1 1-6 0,3 2-5 16,-3 3 1-16,5 0-4 0,0-1-1 0,3 6-2 16,1 3-2-16,-5-1-5 0,4 2 0 0,1 3 0 15,-2 5-2-15,0-1 1 0,-2 4 0 0,-3-2-1 16,4 5 0-16,-2-2 2 0,-4-2 3 0,-3 1 0 16,0 1-3-16,0-1 3 0,-1 1 1 0,1-3 5 15,-3-2-5-15,-2-1 0 0,0 1 2 0,-1-6 1 16,3 8 0-16,-3-8 0 0,0 0 5 0,0 0 0 15,0 0 2-15,0 0-3 0,-8 5 4 0,8-5-4 16,0 0-1-16,0 0-2 0,-8-17 0 0,8 17-3 16,3-17 0-16,2 8 0 0,0-1 0 0,3-4 2 15,2 1-4-15,3-2 0 0,1 0-5 0,6 0 4 16,-7 3 0-16,4 3-2 0,-3 2-3 0,4 0 2 16,-7 4 0-16,2 4-1 0,0 2-2 0,0-1 2 15,-1 1 0-15,0 4 0 0,2 3 0 0,-6 0-1 16,-2 4 1-16,-1 1-10 0,0 1-16 0,1 0-21 15,-6 0-22-15,-1 2-20 0,2 0-20 0,-3-2-34 16,-2 1-34-16,0-2-22 0,-1 3-28 0,0-2-120 16,-1-5-383-16,2-2 169 0</inkml:trace>
  <inkml:trace contextRef="#ctx0" brushRef="#br0" timeOffset="30736.65">4145 5438 150 0,'0'-11'238'0,"0"2"-2"0,0 2-7 0,0-3-15 16,0 10-17-16,-1-12-26 0,1 12-16 0,0 0-23 16,0 0-13-16,0 0-11 0,0 0-2 0,0 0-13 15,0 0-15-15,0 0-6 0,0 0-17 0,1 35-20 16,-1-25-33-16,0 6-35 0,0 0-41 0,0 1-43 16,0-1-44-16,0 1-174 0,-5 0-362 15,4-5 161-15</inkml:trace>
  <inkml:trace contextRef="#ctx0" brushRef="#br0" timeOffset="30893.51">4026 5187 28 0,'0'0'5'0,"7"-4"-11"0,-7 4-6 0,10-1 3 15</inkml:trace>
  <inkml:trace contextRef="#ctx0" brushRef="#br0" timeOffset="31106.04">4285 5153 119 0,'0'0'232'0,"0"0"-21"0,1-7-22 0,-1 7-14 16,0 0-23-16,0 0-16 0,0 0-17 0,0 0 6 0,0 0 4 15,5 23-9-15,-2-6-1 0,0 7-1 0,0 3-14 16,-1 2 5-16,1 0-14 0,-3 4-12 16,1-6-8-16,1 4-5 0,-1 1-7 0,-2-3-6 15,1 1-8-15,-3-5-4 0,2 2-20 0,-2-2-29 16,3-6-25-16,-1-1-37 0,0 0-43 0,1-6-57 0,-2 1-61 16,-1-5-126-16,-1 1-383 0,4-9 169 0</inkml:trace>
  <inkml:trace contextRef="#ctx0" brushRef="#br0" timeOffset="31276.37">4152 5455 92 0,'2'-8'178'0,"-2"8"-36"0,5-8-2 0,1 5-19 16,0 1-9-16,7-3-13 0,-2 1-9 15,7 2-9-15,1-3-5 0,8-3-17 0,1 4-22 16,-6-1-33-16,6 0-35 0,0-2-35 0,-9 6-28 15,1-1-80-15,-3-1-188 0,-5-1 84 0</inkml:trace>
  <inkml:trace contextRef="#ctx0" brushRef="#br0" timeOffset="31465.1">4496 5221 116 0,'-2'-11'167'0,"1"2"-2"16,0 1 10-16,-1-2-4 0,2 10-5 0,-2-9-13 15,2 9-22-15,-2-8-13 0,2 8-22 0,0 0-6 16,0 0-9-16,0 0 7 0,0 0 2 0,4 33 0 0,0-9-5 15,-2 3-2-15,-1-1-9 0,0 3-5 16,-2-2-8-16,2 1 0 0,-3 1-6 0,2 0-5 16,-4-1-19-16,2-2-31 0,1-7-39 0,0 1-27 15,-2 1-37-15,1-4-53 0,-1-2-40 0,-1 0-122 16,2-3-344-16,-2-3 152 0</inkml:trace>
  <inkml:trace contextRef="#ctx0" brushRef="#br0" timeOffset="31609.46">4381 5364 87 0,'3'-7'146'0,"-3"7"-33"0,0 0-34 0,0 0-24 0,18 0-35 16,-7 4-38-16,0 4-63 0,-1-1-87 0,0-1 39 15</inkml:trace>
  <inkml:trace contextRef="#ctx0" brushRef="#br0" timeOffset="32098.78">4549 5606 98 0,'0'0'178'0,"0"0"-7"0,9 0-7 16,-9 0-12-16,12-6-16 0,-2 1-2 0,-1-2-6 16,1 0-8-16,0-1-6 0,3-5-8 0,-4 5-6 15,4-6-6-15,-2 3-4 0,1-2-7 0,-1-2 0 16,0 1-9-16,-4-3-10 0,3 2-5 0,-3-4-5 15,1 2-7-15,-1-8 5 0,-3 9-1 0,1-1-6 16,-4 1-2-16,1 4 3 0,-2 2 4 0,0 0 8 16,1 3-3-16,-1 7-3 0,-3-12-6 0,3 12-6 15,-1-10-7-15,1 10 0 0,-4-5-9 0,4 5 2 16,0 0-10-16,-18 9 3 0,9 0-4 0,-3 2-4 16,0 4 1-16,2 1-2 0,-2-2-1 0,5 2-3 15,0 0-4-15,2 1 2 0,3-3-1 0,-1-3-1 16,3 1-2-16,1-2 4 0,1-1 1 0,1 1-1 15,4-2-2-15,1 0 3 0,-1-3-3 0,3 0 4 16,1-1-3-16,-1-1-1 0,3-3 0 0,-3 0-3 16,0 0 4-16,0 0 0 0,-2-2-2 0,-8 2 0 15,14-4 0-15,-6-2 2 0,-2 1 6 0,-1 1-7 16,2-2 0-16,1-3-2 0,0 1-2 0,-1-2 2 16,0-1-2-16,2-2 1 0,-1 3 5 0,2-2-9 15,-1 2 0-15,-1 2 3 0,-2 1-1 0,2 2-5 16,1-1 2-16,-9 6 9 0,13-7-14 0,-4 4 3 15,-9 3-3-15,15 0 0 0,-9 3 3 0,3 1 0 16,-2 1 0-16,0 0 4 0,-2 3 2 0,2 0 2 16,-2 2 0-16,1 1 2 0,-2 1-2 0,0 0 1 15,2 2 0-15,-3-2-8 0,-2 0-40 0,2 5-41 16,-1-1-65-16,1-4-66 0,-4-1-192 0,1 2-444 16,0-13 196-16</inkml:trace>
  <inkml:trace contextRef="#ctx0" brushRef="#br0" timeOffset="33420.46">11043 8791 9 0,'-8'-7'210'16,"0"2"-13"-16,-1 0-11 0,-2 4-20 0,1-1-9 16,10 2-15-16,-22 5-12 0,10 1-10 0,0 3-12 15,-4 3-1-15,4 3-8 0,-1 0-10 0,-1 6-9 16,2-4-2-16,6 1-14 0,1-1-9 0,2-1-3 15,3-2-1-15,1 1-3 0,2-3-1 0,2 3-8 16,2-6-2-16,1 1 0 0,1-1-4 0,0-1-5 16,4-5 2-16,-3 1-5 0,4-3 0 0,-1-2-2 15,-1-2 1-15,0 1-6 0,0-3 2 0,2-1-3 16,-4-2 3-16,1-1-4 0,-1 1-3 0,-4-1 0 16,4-4 3-16,-3 1-2 0,0-2 6 0,0 4 3 15,-5-4-4-15,2 2-1 0,-1 0 1 0,-1 0-2 16,1 3 4-16,-1 1 3 0,0-1 0 0,-2 9-2 15,2-10-5-15,-2 10-2 0,3-7-6 0,-3 7 0 16,0 0-4-16,0 0 1 0,0 0-4 0,0 0 2 16,0 0-2-16,2 21 4 0,-2-8-5 0,2-2 1 0,-1 1 2 15,0 2-1-15,-1-4-1 0,3 2 0 0,-1-2 2 16,0-3-2-16,0 4 1 0,2-3 2 0,1 1 4 16,0-3-4-16,-1-1 1 0,2-2 2 15,1-1-2-15,2 1 0 0,1-3 0 0,1 0-1 0,0-1 4 16,3-3-3-16,-1 0-5 0,2-4 1 0,-5 0 5 15,6-2-1-15,-5 1-3 0,-2-4 0 16,1 0 2-16,-4 3 1 0,1-6-3 0,-1-1-1 16,-2-1 2-16,-1 2-5 0,-1-1-1 0,3 1 0 0,-5 3 1 15,0 1-2-15,-2 2-1 0,-1 0 1 0,3 1 3 16,-2 3-4-16,2 6 1 0,-2-10-7 0,2 10 4 16,-1-7-4-16,1 7 0 0,0 0 3 0,0 0 2 15,0 0-1-15,-1 32 1 0,2-15 2 0,0 0-2 16,3 1 2-16,1 1 2 0,-1 0-2 0,5-2 3 15,-5 2-1-15,5 0 0 0,0-2-2 0,-1 1 5 16,-2-4 1-16,0 2-3 0,1-1 0 0,-2-5 3 16,-1-1-2-16,-1 1 1 0,1-4-1 0,-4-1 1 15,0-5 0-15,2 12 1 0,-2-12 2 0,1 8 1 16,-1-8-1-16,0 0 4 0,-5 8-3 0,5-8 7 16,0 0-6-16,0 0 1 0,0 0-7 0,0 0-5 15,0 0-1-15,14-37-4 0,-4 25 0 0,6-8 0 16,1 0 0-16,4-1 4 0,-1-1-3 0,3-4 0 15,0 2 1-15,-4 0 1 0,2 1-3 0,-2-1 5 16,-4 2-1-16,-1 1 1 0,-5 5 5 0,-1 2 3 16,-6-1 1-16,0 3 4 0,-1-2-2 0,-2 5 4 0,0-1 3 15,0 3 6-15,1 7-6 0,-7-11-2 16,-1 8-1-16,8 3-3 0,-14 2-2 0,1 1-4 16,-1 6 5-16,0 1-4 0,4 2-2 0,-4 4 2 15,4-2 1-15,1 1 3 0,3 2-8 0,3-1 5 16,3 2-2-16,3-1 2 0,3-1-14 0,3 1-13 0,5-1-30 15,2-3-34-15,11 0-42 0,5-1-57 16,6-5-45-16,-3-3-165 0,6 1-429 0,11-5 189 16</inkml:trace>
  <inkml:trace contextRef="#ctx0" brushRef="#br0" timeOffset="34691.18">14240 4599 64 0,'0'0'89'15,"0"0"6"-15,0 0 3 0,-8 3 7 0,8-3-2 0,-5 2-3 16,5-2 3-16,0 0-16 0,-11 1 0 0,11-1-10 16,-9 0 0-16,9 0-13 0,-9 1 9 15,9-1-1-15,0 0 2 0,-13 3-6 0,13-3-8 16,-8 0-5-16,8 0-4 0,0 0-8 0,0 0 3 15,-13-1-6-15,13 1-2 0,0 0-1 0,-6 3-2 16,6-3-1-16,0 0-5 0,0 0 1 0,-8 3-6 0,8-3-2 16,0 0-2-16,-6 4-2 0,6-4 0 0,-7 2 0 15,7-2-3-15,-8 1-3 0,8-1-1 16,-14 0-3-16,5 0 3 0,4 3-1 0,5-3-1 16,-14 4 3-16,14-4 7 0,-9 2 2 0,9-2 2 15,0 0 1-15,-12 0 6 0,12 0-1 0,0 0-3 0,-10-3-2 16,10 3-3-16,0 0 2 0,0 0-2 15,-6 4 3-15,6-4-6 0,0 0-2 0,0 0-2 16,0 0 4-16,0 0-8 0,0 0-4 0,0 0-1 16,0 0 3-16,0 0-2 0,0 0 1 0,0 0 2 15,37-1-1-15,-8 1-1 0,8-3 1 0,12-4 0 16,5 5-3-16,3-5 6 0,5 4-1 0,-1 3-4 16,2-6 3-16,0 0-2 0,4-1 2 0,-2 3-2 15,-2 1 3-15,0 0-2 0,-4-1 3 0,1 1 4 16,1 3-2-16,-1-4 3 0,1-1 0 0,-7 5 1 15,1-6-2-15,-15 4-1 0,10-3 5 0,-11 1 3 16,-1 1 6-16,-2-1-2 0,-2-1 2 0,-1 2 0 16,-1-1 0-16,-3 0 0 0,-7 0-6 0,0 2 4 15,-3 0-3-15,-1-2 1 0,-4 2-2 0,0 2 10 16,-1-2-13-16,-2 1-1 0,1-2 2 0,-1 2-8 16,1-3 0-16,-2 2-3 0,0 4 3 0,2-5-2 15,-4 3-3-15,-8 0-3 0,14-2 3 0,-7 4-1 16,-7-2-12-16,10 1-15 0,-10-1-12 0,8 0-14 15,-8 0-10-15,0 0-16 0,9 2-14 0,-9-2-13 16,0 0-20-16,0 0-13 0,0 0-19 0,0 0-19 16,0 0-12-16,0 0-12 0,0 0-120 0,0 0-341 15,0 0 151-15</inkml:trace>
  <inkml:trace contextRef="#ctx0" brushRef="#br0" timeOffset="35034.98">15808 4415 92 0,'0'0'187'16,"0"0"-5"-16,0 0-21 0,0 0-6 0,0 0-11 16,0 0-14-16,0 0-13 0,0 0-16 0,0 0-8 15,0 0-7-15,0 0 0 0,0 0-8 0,-15 16-3 16,11-9-7-16,-2 3 7 0,3-2-15 0,-2 1-2 16,4-2-7-16,1 2-3 0,-2-1-4 0,2 3 0 15,3-2-2-15,1 1-2 0,0-2 0 0,4 1-3 16,1-4-1-16,2 0 0 0,3 2 1 0,2-3-2 15,2 0-1-15,1-2 1 0,-1 1-2 0,1-3 0 16,-3-3 1-16,3 0 2 0,1-2-2 0,-4 0 0 16,-2 1 13-16,-3 1-2 0,-2-3-2 0,4-3-1 15,-4 2 4-15,-1-3 5 0,-2 1-8 0,-2-2-5 16,1 1 0-16,-5-2-6 0,-1-2-5 0,-1 1 8 16,-3-1-7-16,0 1-14 0,-2 3 1 0,-1 0-4 15,-2 0-4-15,-1 3-1 0,0 2-14 0,-3 0-21 16,-4 3-20-16,-4 2-27 0,-8 2-32 0,-2 5-30 15,2 1-50-15,-2 4-46 0,0 0-175 0,3-2-441 16,-2 2 195-16</inkml:trace>
  <inkml:trace contextRef="#ctx0" brushRef="#br0" timeOffset="35581.32">14939 4381 162 0,'0'0'160'0,"0"0"-1"16,0 0-1-16,0 0-2 0,-2-7-14 0,2 7-6 15,0 0-13-15,0 0-13 0,0 0-8 16,0 0-13-16,0 0-10 0,0 0-9 0,0 0-8 16,0 0-8-16,0 0-6 0,0 0-5 0,0 0-4 15,0 0-2-15,0 0-3 0,21 13-2 0,-13-8-3 16,3 1-4-16,5 1-1 0,0-1-3 0,1 0-4 16,-2 0 3-16,-2 0 0 0,0-1-5 0,3 2 1 15,-5-2-5-15,3 1 0 0,-3-1 0 0,1 3-1 16,-1-3-6-16,-2 4 5 0,-1 0-1 0,2-2-2 15,-4 1-1-15,0 4 1 0,-3 0-2 0,-1 4 6 0,2 2-1 16,-8 0 2-16,0 7-1 0,-5 3 3 0,-3 0 4 16,-1 1-25-16,-3 3-27 0,1-2-47 0,-2 1-54 15,0 0-57-15,-12 9-122 0,11-10-339 16,-2 0 150-16</inkml:trace>
  <inkml:trace contextRef="#ctx0" brushRef="#br0" timeOffset="36408.33">14882 5114 115 0,'0'0'159'0,"0"0"-12"16,42-5-19-16,-25 3-10 0,3 1-11 0,-2 0-24 16,3 1-28-16,0-3-21 0,-1 2-20 0,-1 0-18 15,1 0-13-15,-8 0-10 0,4-1-13 0,-6-1-10 16,2 2 5-16,-2-2 5 0,-4 2 9 0,-6 1 9 15,12-3 13-15,-12 3 11 0,6-4 3 0,-6 4 15 16,0 0 8-16,0-9 10 0,0 9 12 0,0 0 10 16,0 0 22-16,-8-12 9 0,8 12 1 15,0 0-2-15,0 0-10 0,-5-4-7 0,5 4-12 0,0 0-9 16,0 0-3-16,0 0-1 0,0 0 17 0,0 0-4 16,-5 27-3-16,5-14 16 0,0 4 3 0,-1 1 7 15,2 1-8-15,1 0-2 0,-2 1-5 0,2 5 8 16,-4-1-10-16,2-8-3 0,5 9-7 0,-4-6-4 15,0-2-6-15,-2-1 1 0,2-4-10 0,-1-2 4 16,1 2-8-16,-1-3-2 0,3 1-6 16,-3-1-2-16,0-2 1 0,0-7-9 0,0 13-5 0,0-13-6 15,-1 7-1-15,1-7-5 0,-3 7 1 0,3-7-14 16,-9 5-6-16,3-3-4 0,-3 0-3 0,9-2 0 16,-17-2 1-16,6 0-6 0,0-1 4 0,-1-1 3 15,-1 2 5-15,4-2 0 0,0 0 1 0,0 2 3 16,9 2 8-16,-11-4 4 0,11 4 2 15,-8-1-1-15,8 1 2 0,0 0-3 0,-10-3-1 0,10 3 1 16,0 0-4-16,0 0 5 0,0 0 1 0,0 0 3 16,0 0 0-16,0 0-2 0,0 0 3 0,40 5-10 15,-24-2-3-15,15-1-14 0,-3 0-12 0,4-4-20 16,1 1-24-16,-1 0-18 0,1-1-21 0,-2 0-16 16,-2 0-8-16,-1 0 1 0,-1-3 8 0,-5 4 6 15,-3-2 10-15,0-2 9 0,3 0 18 0,-5 2 9 16,0-3 16-16,-1-1 16 0,-4 2 34 0,0-1 25 15,-4-2 27-15,-1 2 25 0,-1-1 15 0,-1 1 21 16,-2 1 16-16,-1-1 13 0,-2 6 7 0,2-12-5 16,-2 12 2-16,-4-10 0 0,4 10 1 0,-6-7-9 0,6 7-9 15,-10-4-9-15,10 4-10 0,-17 3-8 16,4 1 3-16,1 1-9 0,-3 5-1 0,0 3-3 16,-2 5-8-16,5-4-7 0,3 1-5 0,1 1-8 15,2-4-3-15,1-1-5 0,3 1 2 0,4 1-26 0,3-2-26 16,2 0-34-16,5 2-42 0,2-3-58 15,10 2-52-15,4-2-72 0,1-6-149 0,4-1-452 16,4-2 199-16</inkml:trace>
  <inkml:trace contextRef="#ctx0" brushRef="#br0" timeOffset="37133.5">16355 5040 11 0,'0'0'233'0,"-6"-9"-7"16,2 5-15-16,4 4-11 0,-9-6-16 16,3 2-11-16,6 4-15 0,-12 0-6 0,12 0-15 15,-23 10-10-15,9-3-7 0,-3 6-6 0,2 0-11 16,-5 5-11-16,7-3-9 0,-1 2-8 0,3 0-5 0,1-1-8 15,4 0-7-15,2 0 0 0,2 1-10 0,0-1 2 16,5 0-7-16,1-3-1 0,1 2-8 16,5-1-3-16,1-2-10 0,5 1-16 0,-1-5-9 15,3 0-8-15,0-1-12 0,0-2-12 0,-1-1-1 16,2-2 1-16,-3 1-1 0,2-2 1 0,0-2 4 0,-3-2-2 16,3-1 3-16,-5 1 8 0,4-3 3 0,-2-2-3 15,-4 0 6-15,2-2 3 0,-5 0-3 16,2 0 10-16,-2 0 6 0,1-4 18 0,-4 5 7 15,-1-3 15-15,2 5 5 0,-3 1 5 0,0 0 1 16,-3 6 1-16,4-9-11 0,-4 9 1 0,2-6-9 0,-2 6-1 16,0 0-12-16,0 0 0 0,0 0-7 0,0 0 6 15,0 0-3-15,0 0 0 0,-13 26-1 0,8-18 3 16,1 3-5-16,1-2 0 0,2 1 0 16,1 0 1-16,0-2-8 0,3-1 10 0,2 3-1 15,1-1 0-15,2-2-2 0,1-2 2 0,0 0 4 0,3 0 3 16,1-4-3-16,5 0 4 0,-1-2 4 0,-2 0-1 15,3-4 1-15,-5 3 11 0,-2-3-5 0,1-2-1 16,-2 0 0-16,0-1 0 0,-2-1-2 16,-2-1-3-16,-1-4-3 0,-2 2-2 0,-2-5 4 15,-2 1-10-15,0 4-1 0,-5-4-4 0,-1 0-9 16,-2 2-1-16,1 1-11 0,-1 3-7 0,-1 1-17 0,1 1-20 16,-1 3-20-16,-4 3-14 0,2 0-23 0,-3 3-19 15,-2 2-29-15,3 1-25 0,2 0-26 16,-1 5-166-16,1-1-411 0,3-3 182 0</inkml:trace>
  <inkml:trace contextRef="#ctx0" brushRef="#br0" timeOffset="37376.14">16852 5007 164 0,'0'-11'266'0,"0"2"-11"0,0 9-4 16,-1-13-7-16,0 7-11 0,1 6-21 0,1-9-20 15,-1 9-22-15,0 0-22 0,0 0-20 0,0 0-12 16,0 0-12-16,0 0 2 0,0 0-17 16,1 36-11-16,2-16-4 0,-3-1-9 0,1-2-7 15,2 9 1-15,-2-2-9 0,1-4-7 16,-2 0-1-16,0-2-3 0,3 1-22 0,-3 0-22 0,4-1-29 0,0-1-42 16,-4 0-35-16,0 0-50 0,1-7-40 0,0 1-55 15,2 0-138-15,-3-11-425 0,0 0 188 16</inkml:trace>
  <inkml:trace contextRef="#ctx0" brushRef="#br0" timeOffset="37577.64">17048 4981 275 0,'1'-7'260'0,"2"1"-17"0,-3 6-25 0,2-11-23 15,-2 11-22-15,0 0-20 0,0 0-8 0,0 0-5 16,0 0-7-16,0 0-7 0,1 38-16 0,-4-21-7 0,3 7-9 15,-3 1-10-15,-1-1-8 0,3 1-6 16,0-6-19-16,1 2-13 0,0-1-37 0,-2 6-34 0,2-7-33 16,0-1-34-16,0-1-41 0,2 1-34 15,-1-1-18-15,0-2-137 0,-2-3-358 0,2-3 158 16</inkml:trace>
  <inkml:trace contextRef="#ctx0" brushRef="#br0" timeOffset="37809.51">17100 5321 140 0,'7'-7'155'0,"0"-2"2"16,0-1 6-16,2-3-10 0,2 1-8 15,-3 2-1-15,2-3 3 0,1-1-11 0,1-1-12 16,0-1-6-16,0 3-8 0,-2-2 0 0,0 2-3 16,0-2-3-16,-4 5-8 0,2-5-10 0,-3 4-6 0,-1 1-1 15,-2-1 7-15,1 5-9 0,-2-2 4 0,-1 8 5 16,-1-12-8-16,1 12-7 0,0-10-8 16,0 10-9-16,0 0-6 0,-14-2-6 0,14 2-5 15,-21 10-8-15,10-2 1 0,-3 2-5 0,0 0-4 16,1 3 11-16,1-1-11 0,5-1-17 0,2 1-9 0,1-2-14 15,1 2-20-15,3-2-19 0,1 3-19 0,6-3-29 16,1 0-33-16,8 2-37 0,2-6-40 16,10 1-20-16,0-2-126 0,-6-2-391 0,9-1 173 15</inkml:trace>
  <inkml:trace contextRef="#ctx0" brushRef="#br0" timeOffset="38016.41">17573 5109 148 0,'1'-10'219'0,"-1"-1"-15"0,-1 0 0 0,0 1-2 15,-3 0-10-15,1 4 2 0,3 6-12 16,-6-10-7-16,1 6-15 0,-2 1-16 0,7 3-14 16,-15 0-12-16,5 6-13 0,0-1-1 0,-2 0-12 0,2 4-4 15,-4 2-6-15,5-2-10 0,0 3-6 0,0 2-10 16,2-4-2-16,5 2-9 0,2 0 1 0,3 0-9 16,2 0-20-16,2-1-20 0,6 2-28 15,2-3-29-15,2-1-31 0,2 1-40 0,2-5-40 16,8 2-31-16,-2-6-19 0,-6-1-150 0,-2 0-403 0,0-1 179 15</inkml:trace>
  <inkml:trace contextRef="#ctx0" brushRef="#br0" timeOffset="38228.41">17793 4982 88 0,'1'-19'207'16,"3"-6"7"-16,-4 8-3 0,4 5 1 0,-3 0 5 0,-1 2 5 15,-1 1-5-15,3 3-6 0,-2 6-30 0,2-9-10 16,-2 9-33-16,0 0-17 0,0 0-15 0,0 0-6 15,0 0-8-15,-5 30 7 0,5-12-8 16,-3 8-5-16,-1-2-13 0,1 3 1 0,1 0-10 16,2 0-10-16,-1 0-4 0,-3-1 6 0,0-7-16 0,3 6-6 15,1-5-28-15,-1-2-32 0,-1 1-38 16,2-1-38-16,-1-7-54 0,2 2-54 0,-1-2-44 16,2 0-184-16,-2-11-473 0,-3 13 209 0</inkml:trace>
  <inkml:trace contextRef="#ctx0" brushRef="#br0" timeOffset="38548.82">17774 5069 101 0,'4'-6'172'0,"2"-1"-15"0,0 4-10 16,-1 0-12-16,2 0-9 0,1 1-7 0,-8 2-17 0,15 0-14 15,-6 1-5-15,0 3-6 0,1-1-10 16,-1 3-11-16,-1 0 0 0,2 2-8 0,-4 0-1 15,1 0 4-15,0 1-9 0,-2-2 7 0,3 1-8 16,-4-2-6-16,2-2 0 0,-1 0 1 0,1 1 3 16,1-1 5-16,-1-2 9 0,2-1 9 0,0 2 8 0,3-3-7 15,-11 0 8-15,18-3 2 0,-6 1 0 0,-2-1 1 16,-1-3-2-16,1 2-4 0,-1-2-1 16,-3-3 1-16,0 5-3 0,-1-6-1 0,1 1-4 15,-2 0-6-15,-2-2-7 0,1 1-7 0,-3 1-14 16,0-1-14-16,-3 1-22 0,1-1-29 0,-2 3-22 15,-1-2-25-15,0 3-33 0,-2 5-34 0,1-2-25 16,-5 3-17-16,11 0-7 0,-24 7-147 0,9 3-378 16,2 0 168-16</inkml:trace>
  <inkml:trace contextRef="#ctx0" brushRef="#br0" timeOffset="38875.11">18078 5169 164 0,'13'-1'194'0,"2"-1"6"16,0-3-4-16,2 0-2 0,-5 0-10 0,0 1-7 15,-3 0-5-15,0-2-6 0,1 0-6 16,-2-1-13-16,-3-2-18 0,0 0-6 0,0-1-16 16,-2-2-5-16,-1 1-14 0,-2-5-6 0,-2 5-2 15,-1-1-8-15,0-1-4 0,-1 2-5 0,0 0-6 16,-1 0-3-16,0 0-7 0,1 3-2 0,-1 2-4 16,1 0-11-16,4 6 2 0,-5-8-2 0,5 8-8 15,-4-8-4-15,4 8-6 0,-4-6-3 0,4 6-12 16,0 0-6-16,0 0 5 0,0 0 1 0,0 0 1 15,15-3 8-15,-3 4 1 0,2 3 1 0,0-2-14 16,3 0 3-16,0 4-4 0,-4-1 1 0,-1 0-2 16,-1 1 0-16,-2 1 2 0,-1 0-4 0,2 3 0 15,-3-2 4-15,-4 2 1 0,3 0 6 0,-4 2 1 16,3-1-2-16,-5 1 4 0,4 3 0 0,-4-3-1 16,1 0-16-16,0-1-30 0,-1-1-28 0,0 3-40 15,3-2-54-15,0-3-50 0,0 1-216 0,4-1-468 0,2-3 208 16</inkml:trace>
  <inkml:trace contextRef="#ctx0" brushRef="#br0" timeOffset="39006.83">18562 5132 185 0,'0'0'268'0,"0"-7"-27"0,0 7-23 0,0 0-19 0,-4-11-21 16,4 11-21-16,0 0-27 0,-2-8-39 15,2 8-51-15,0 0-81 0,-5-6-80 0,5 6-137 16,0 0-279-16,-12-9 124 0</inkml:trace>
  <inkml:trace contextRef="#ctx0" brushRef="#br0" timeOffset="42873.7">7498 4989 49 0,'0'0'94'16,"-5"-7"-16"-16,5 7-4 0,-4-5-4 0,4 5-7 16,0 0-11-16,0 0-28 0,-6-4-22 0,6 4-30 0,0 0-14 15,0 0-31-15,0 0-79 0,0 0 35 0</inkml:trace>
  <inkml:trace contextRef="#ctx0" brushRef="#br0" timeOffset="43392.56">9776 5060 45 0,'0'0'128'0,"0"0"-8"0,0 0-8 0,0 0 1 16,0 0-11-16,0 0-11 0,0 0-1 0,0 0-10 16,0 0-5-16,0 0-9 0,0 0-7 15,0 0-1-15,0 0-9 0,0 0-7 0,0 0-1 16,0 0-4-16,0 0-3 0,0 0-11 0,0 0 6 16,0 0-10-16,0 0-2 0,0 0 4 0,0 0-25 0,0 0-5 15,0 0-22-15,0 0-24 0,0 0-27 16,0 0-30-16,0 0-81 0,0 0-210 0,0 0 93 15</inkml:trace>
  <inkml:trace contextRef="#ctx0" brushRef="#br0" timeOffset="44807.64">12670 5060 30 0,'0'0'46'0,"0"0"-12"16,0 0-12-16,0 0-17 0,0 0-11 0,0 0-17 16,-21 6-22-16,13-3 9 0</inkml:trace>
  <inkml:trace contextRef="#ctx0" brushRef="#br0" timeOffset="75803.64">6331 5482 11 0,'0'0'33'0,"0"0"-2"15,0 0-4-15,0 0 0 0,0 0-1 0,0 0-5 16,0 0-3-16,0 0-1 0,0 0-3 0,0 0-1 15,0 0-1-15,0 0 2 0,0 0-6 0,0 0-6 16,0 0-5-16,0 0-12 0,0 0-5 0,0 0-20 16,6 5-42-16,-6-5 18 0</inkml:trace>
  <inkml:trace contextRef="#ctx0" brushRef="#br0" timeOffset="76557.57">10360 8960 28 0,'0'0'149'0,"0"0"-6"15,0 0-10-15,0 0-3 0,0 0-8 0,0 0-6 16,0 0-9-16,0 0-2 0,-1 5-15 0,1-5-6 15,0 0-13-15,0 0-9 0,0 0-22 0,0 0-24 16,0 0-25-16,0 0-35 0,0 0-44 0,0 0-31 16,-13 0-71-16,13 0-205 0,-16-2 91 0</inkml:trace>
  <inkml:trace contextRef="#ctx0" brushRef="#br0" timeOffset="83650.35">7506 10257 107 0,'0'0'160'0,"0"0"-3"0,2-7-4 0,-2 7-7 0,0 0-1 15,0 0-8-15,0 0-6 0,-2-10-2 0,2 10-6 16,0 0-10-16,0 0-5 0,0 0-9 0,0 0-8 16,0 0-10-16,0 0-4 0,0 0-9 0,-1-8-4 15,1 8-6-15,0 0-4 0,0 0 1 0,0 0-14 16,0 0-1-16,0 0-4 0,1-9-5 0,-1 9-3 15,0 0-3-15,-3-7-2 0,3 7-3 0,-13-3-2 16,6 1-2-16,7 2-1 0,-12-4 1 0,0 1-5 16,-1 2-4-16,-2 1 1 0,-2 2-3 0,-2 0 4 15,-1 1-4-15,2 2 0 0,-2 2-3 0,-1-3 2 16,2 3-6-16,-1 2 4 0,3 0-1 0,-2 1 0 16,-3 5-3-16,5-3 3 0,3 1-4 0,3-1 0 15,2 1 2-15,-1 2 0 0,5-5-2 0,2 4-1 16,3 2 1-16,1-5-5 0,3 6 9 0,5-3-3 15,1 2 1-15,1-1-2 0,4-4 8 0,1 2-5 0,9-1 0 16,0-2 1-16,-1 1-2 0,-3-5 1 16,-1-1 0-16,9-1-8 0,-7-2 4 0,7-1-1 15,-9-2-1-15,2-1 2 0,-1-1-3 0,-1-1 2 16,-1 1-2-16,-6 0 5 0,1-3-5 0,-4 4 8 16,-1-3-3-16,-2 2 0 0,-1 0 0 0,-2-1 1 15,-4 4 0-15,2-8 0 0,-2 8-1 0,0 0 0 16,0 0 1-16,-14-11 0 0,3 9-3 0,-1 2 3 15,-6 0 0-15,0 4 0 0,-4 1-2 0,-4 2 0 16,4 0 3-16,-2 2 0 0,-2 1 0 0,6-2-2 0,2 3 2 16,0 0 1-16,0 1 1 0,4 0 0 15,0 1-1-15,4 0 1 0,3 3-1 0,-1-1 1 16,5-4 0-16,-1 5-2 0,3 0 1 0,-1 0 0 16,5-6 3-16,2 0-1 0,3 6 1 0,1-8 0 0,6 2-3 15,2-3-16-15,2 1-17 0,0-3-32 0,9 2-31 16,2-2-38-16,0-3-12 0,1 1-31 15,-3-3-139-15,-6-1-339 0,-1-2 150 0</inkml:trace>
  <inkml:trace contextRef="#ctx0" brushRef="#br0" timeOffset="84398.69">7722 10639 98 0,'-1'-12'173'0,"1"12"-15"0,0 0-11 0,0 0-14 16,0 0-14-16,0 0 4 0,0 0-5 0,0 0 2 15,0 0 1-15,0 0-4 0,0 0-11 0,-9 32-10 16,8-24-2-16,1 3-10 0,-2-2-5 0,0 1-11 16,1-2-7-16,0 2-6 0,1-10 0 0,-3 15-4 15,3-9-2-15,0-6 5 0,-3 8 8 0,3-8 12 16,-2 9 8-16,2-9-4 0,0 0-6 0,-7 2-5 16,7-2-10-16,0 0-7 0,0 0-5 15,-13-13-5-15,9 6-2 0,0-2-3 0,0 1-4 16,1-5-4-16,2 2-5 0,1-1-1 0,0-1-1 0,3-3 4 15,-1 0-11-15,2-2 2 0,0 4-5 0,2-1-1 16,1 2-5-16,-1 3 2 0,2 0 0 0,0 2-5 16,0 0 1-16,3 2 5 0,-2 1-9 0,2 4 1 15,1 1 2-15,-1 3-3 0,0 0 1 0,0 2-1 16,4 4 1-16,-3 1-3 0,-1 2 9 0,1 0-4 16,-2 0 3-16,0 1-3 0,-2 1 3 0,-2-4-1 15,1 0-1-15,-4 1 2 0,1 4 0 0,-1-4 1 16,-2-1-4-16,0-2 1 0,1-2 1 0,-2-6 0 15,2 7 2-15,-2-7 1 0,0 8 1 0,0-8 2 16,0 0 1-16,0 0-3 0,0 0 5 0,0 0-4 16,0 0 1-16,0 0-1 0,0 0-5 0,-10-24-1 15,10 14 2-15,0-1-1 0,3 0-3 0,-1-5 2 16,4-1-1-16,1 3-2 0,-1-1 0 0,2 2 0 16,1-2-4-16,-2 5 1 0,5-1-4 0,1-3-1 15,-2 7-4-15,3 0-1 0,3 2 2 0,0 1 0 16,-3 4-4-16,-3 2 0 0,3 3-2 0,-2 0 3 15,3 2 2-15,-5 2-1 0,2 2 1 0,-2 3 0 16,-1-3 5-16,-1 4-2 0,-3-1 3 0,0-2-1 16,-1 0-1-16,1 3 0 0,-1-2 4 0,-1-3 0 15,3 2 0-15,-3-4 0 0,1 2 0 0,2-4 3 16,-2 4-1-16,0-4 0 0,3 0 3 0,-1-4 1 0,4-1 0 16,0-1 2-16,3-1 3 0,0-2-1 15,4-3 2-15,-1 0-2 0,1-3 0 0,-3 0 4 16,-5 0 1-16,-3 0-3 0,6-4 1 0,-5-1-2 0,-1 2 3 15,0-3-1-15,-1-1 4 0,-4 4-2 0,-2-5 0 16,1 7-2-16,-1-1 8 0,-2 2-1 16,3 9 0-16,-5-13 2 0,3 9-4 0,2 4-1 15,-3-10-7-15,3 10 1 0,0 0-1 0,0 0 1 16,-15 13-6-16,6-5 2 0,4 4 0 0,1 4 4 0,0-4-4 16,0 4 0-16,1-1 8 0,2 0-11 0,0 2 3 15,2-1-20-15,3-1-21 0,-1-5-27 0,0 3-34 16,3-3-42-16,0 1-41 0,0-3-39 15,3 2-201-15,-2-5-458 0,2-2 203 0</inkml:trace>
  <inkml:trace contextRef="#ctx0" brushRef="#br0" timeOffset="84563.51">8231 10320 131 0,'0'0'130'0,"-4"-6"-21"16,4 6-23-16,0 0-24 0,0 0-38 0,0 0-23 16,0 0-38-16,12 28-48 0,-7-19-91 0,3 0 41 15</inkml:trace>
  <inkml:trace contextRef="#ctx0" brushRef="#br0" timeOffset="84794.38">8579 10341 178 0,'0'-10'184'0,"0"-1"-8"0,0 1 9 16,1 3 8-16,-1-3-6 0,1 3-3 0,-1 7-9 16,-1-12-12-16,1 12-20 0,0-10-19 0,0 10-12 15,0 0-16-15,0 0-9 0,0 0-8 0,0 0-6 16,5 43-6-16,-2-18 0 0,-2 4-6 0,-1 1-4 16,1-1-6-16,-1 2-4 0,0-1-3 15,-1-1-3-15,-2 2-4 0,2-1-2 0,-2-2-4 0,2 0-2 16,1 0-13-16,-1-4-14 0,2-6-26 0,-1 2-27 15,0-4-42-15,1 0-25 0,-1-4-42 0,0 0-30 16,-1 0-192-16,-1-6-413 0,-3 0 183 0</inkml:trace>
  <inkml:trace contextRef="#ctx0" brushRef="#br0" timeOffset="84949.26">8429 10543 122 0,'0'0'164'0,"8"-6"-16"0,0 4-10 16,-1 2-18-16,5-2-11 0,2 2-15 0,5 0-12 16,1 0-33-16,2 2-32 0,5-1-27 0,4-1-34 15,-3 0-25-15,0 0-85 0,-8-1-166 0,1-2 74 16</inkml:trace>
  <inkml:trace contextRef="#ctx0" brushRef="#br0" timeOffset="85144.1">8832 10401 39 0,'-2'-17'158'0,"4"4"-11"15,-4-2-1-15,1 4 0 0,1 1 7 0,-1 2 3 0,1 8-11 16,0-10-19-16,0 10-23 0,0 0 0 16,0 0-11-16,0 0 2 0,0 0 4 0,-1 26-2 15,1-5-1-15,0 5 0 0,-2 3-10 0,-1 1-8 16,-1 1-4-16,3-1-5 0,-3 2-7 0,-1 1-4 16,2-1-4-16,2 0-7 0,-2-6-9 0,2 1-24 0,-1 0-13 15,-1-1-33-15,0-7-36 0,2 0-37 16,0-2-37-16,-1-1-41 0,1-4-155 0,0-3-365 15,-3 1 162-15</inkml:trace>
  <inkml:trace contextRef="#ctx0" brushRef="#br0" timeOffset="85299.46">8680 10537 13 0,'10'-1'127'15,"-10"1"-23"-15,14 5-25 0,-4 0-34 0,2 2-22 16,3 4-40-16,-1-1-46 0,0 2-68 16,-1 1 32-16</inkml:trace>
  <inkml:trace contextRef="#ctx0" brushRef="#br0" timeOffset="85825.75">8951 10843 112 0,'0'0'195'0,"9"0"-19"15,-9 0 0-15,11-1-13 0,-1-4-11 0,-2 3-11 16,1-4-9-16,4 0-8 0,-2-1-10 0,5-2-6 16,-1-1-9-16,-2-1-3 0,2-3-7 0,-1-2-9 15,0 2 0-15,3-6-8 0,-6 5-10 0,-2-3-2 16,0 0-6-16,1 0-3 0,-3 1-1 0,-1 0-2 16,-3 2-4-16,-3 1 0 0,1 2 0 0,-2 1-2 15,-1 1 2-15,0 0-7 0,-1 3-3 16,-2 0-6-16,0 0 0 0,-1 4-6 0,6 3-5 0,-17-2-3 15,6 3 0-15,-1 3-3 0,0 3-4 0,0 3 1 16,0 4 0-16,1 0-2 0,-3 8-1 0,3-5 0 16,-1 4 1-16,7-2 2 0,-2-1-5 0,2-1 1 15,4-1 1-15,1 2-2 0,0-7 5 0,1 3-4 16,3-2 0-16,1-1-1 0,2-1-1 0,1-2 5 16,0-1 0-16,2-2-1 0,3-1-3 0,-1 0 2 15,0-2 1-15,2-2-1 0,-1 0 3 0,2 0-4 16,2-4-1-16,-4 0 0 0,-2 1 5 0,0-3-2 15,0-1-1-15,-1-1 0 0,-1-2 0 0,4-1 1 16,-4-3-3-16,0 1 1 0,-1-1 3 0,-1 0-4 16,1-2 8-16,-3 0-10 0,4 0 4 0,-1 4-3 15,-1-1 0-15,2-1-1 0,1 5 3 0,-4-1-5 16,0 2 2-16,2 0-5 0,-1 2 1 0,0 2-3 16,-1-1 1-16,-1 2 2 0,-5 3-4 0,13-1 3 15,-13 1 0-15,12 4-2 0,-3 2 2 0,-4 1 4 16,3 0 4-16,-1 1-2 0,-1-1-2 0,0 3 5 15,-1 0-2-15,1-1 2 0,-2 4 0 0,1-2-1 0,-1 1 2 16,0 3-3-16,-1-3 1 0,-1-1-14 16,-1-1-26-16,-1 1-35 0,4 0-43 0,-3-1-53 15,2 1-32-15,-2-1-215 0,-1-4-447 0,1 2 198 16</inkml:trace>
  <inkml:trace contextRef="#ctx0" brushRef="#br0" timeOffset="86236.09">9870 10444 5 0,'-5'-9'217'16,"-2"-3"-11"-16,2 2-1 0,1 4-8 0,0 0-9 0,2-1-24 15,2 7-12-15,-7-8-17 0,7 8-14 0,0 0-13 16,0 0-8-16,0 0 1 0,-14 23-4 15,9-5-2-15,0 0-11 0,-4 10-1 0,1 0-10 16,1 3-9-16,-1-4-2 0,-1 1-5 0,4 0-9 0,0-2-1 16,0 0-3-16,2-1-4 0,2-6-4 0,0 0-8 15,1 0-5-15,0 0-17 0,0-1-17 16,1-1-16-16,-1-6-29 0,0 4-28 0,1-4-36 16,-1-1-49-16,3-2-34 0,-3-1-150 0,0-7-383 0,0 11 170 15</inkml:trace>
  <inkml:trace contextRef="#ctx0" brushRef="#br0" timeOffset="86644.76">9827 10381 132 0,'14'-16'153'16,"4"7"-3"-16,1-1 7 0,7 1-5 0,-7 4-9 15,4 2-2-15,4 3-7 0,-4 3-5 0,-2 2-14 16,-1 4-16-16,-1-1-7 0,3 7-7 0,-7 0-12 15,3 4-2-15,-5-3-8 0,-5 0-4 0,-3 1-6 16,-1 3-6-16,-3-2-1 0,-4 6-3 0,-6 1-5 16,0-6 0-16,-6 0-5 0,0-6-2 0,-2 2-6 15,2-2-1-15,-3-2-2 0,5-1-2 0,2-3-4 16,4 0 2-16,-1 0-4 0,2-3 0 0,1-1-3 0,5-3-1 16,-8 5 0-16,8-5 2 0,-5 3-2 15,5-3-4-15,0 0-2 0,0 0-1 0,0 0 3 16,22 0-5-16,-11 2-1 0,8-2 3 0,-6 1-3 15,1 3 2-15,3-2 1 0,2 4-3 0,-3 1 1 0,-5-3 0 16,1 3 0-16,-3-1 1 0,1 1-2 16,-4 0 0-16,0 1 1 0,0 0-1 0,-5-1-1 0,-1 1 2 15,-3 2 8-15,-2-1 5 0,-3 0-1 16,-2 0-1-16,-4 0 0 0,-4 2-2 0,2-3 1 0,-3 0 0 16,2-3 1-16,0 0-3 0,4 0-3 0,1-1 2 15,2-1-17-15,-1 0-21 0,0-1-32 0,6 1-37 16,5-3-50-16,-11-2-46 0,11 2-155 15,0 0-380-15,-10-6 169 0</inkml:trace>
  <inkml:trace contextRef="#ctx0" brushRef="#br0" timeOffset="87496.79">10501 10549 166 0,'0'0'194'0,"-8"-16"-11"16,-1 11-6-16,-1 1-6 0,-2-1-7 0,-3 3-9 15,-2 3-12-15,-2 3 4 0,-2 3-11 0,-1 4-13 16,3 0-6-16,-3 7-11 0,2 3-2 0,0-1-7 16,5 5-8-16,1-2-7 0,5 0-7 0,3-5-6 15,1 6-11-15,2-7-2 0,3 2-5 0,4-1-1 16,3-4-4-16,2 0-9 0,2-2-2 0,3 0 0 16,0-5-5-16,0-2-3 0,3-1 2 0,2-2-2 15,-1-4-6-15,2 2 0 0,-1-5 8 0,-1-2-10 16,0 2-5-16,-1-6 1 0,-1 1-2 0,-3-1 1 15,0-2 1-15,-2 1-7 0,-3-3 3 0,1-1 0 16,-5 1-3-16,1-2 0 0,-3 1-1 0,1 5 1 16,-2-6-2-16,-1 4 0 0,0 4-1 0,2-4 0 15,-4 3-1-15,2 3 6 0,0 7-5 0,0-12-1 16,0 12-1-16,0-10 0 0,0 10-1 0,0 0-4 16,0 0-1-16,0 0 0 0,0 0 4 0,-9 27 0 15,5-12 11-15,-1 3-10 0,3 0 2 0,-5-1 0 16,5 3 0-16,1-2 3 0,-1-1-2 0,4-1 10 0,-2 3-10 15,2-4 3-15,2-5-2 0,1 1 2 0,1-3-1 16,1-1 4-16,3 0-4 0,0-3 1 16,0 1 0-16,2-4-1 0,2 1 4 0,3-6-4 15,2-1 3-15,0-1-2 0,0 0-5 0,-1-4 6 0,-1 1 0 16,-2-2-2-16,4-6 10 0,-6 2-3 0,-3 0-12 16,-3-2 6-16,0 1-6 0,-3 1 3 0,0-3-2 15,-2-1 3-15,-3 2-6 0,1 1-3 16,-1 4 1-16,0 2 1 0,-1 2-1 0,0 0 8 0,2 8-9 15,-2-12-8-15,2 12-2 0,0 0 5 0,0 0-1 16,0 0 4-16,-12 17-1 0,5-3 0 0,5 5-1 16,-1-2-1-16,2 2 7 0,1 7 5 0,3 0-8 15,0-1 0-15,1 1 0 0,3 0 4 0,-1-9-3 16,0 1 1-16,2 0 2 0,-2-1-4 0,1-3 4 16,-3-1 0-16,-1 0-2 0,1-4 1 0,-1 4 2 15,-2-3 0-15,0 0-1 0,1-2-3 0,-4 0 1 16,2-8-1-16,-1 10 0 0,1-10 1 0,-4 9 2 15,4-9 2-15,0 0-7 0,-2 5-6 0,2-5-5 16,0 0 1-16,0 0-3 0,0 0-6 0,0 0 1 16,9-24 2-16,-2 16-3 0,3-1-10 0,2-4 4 0,1-1-4 15,7-4 0-15,-1-1 0 0,1 0 2 16,3-2-4-16,-1 1 2 0,-1-2 9 0,2 1-2 16,-2 1 8-16,-1 1 0 0,-7 3 3 0,-2 0 4 15,1 1 10-15,-3 2 4 0,-5 2 4 0,1 1 8 0,-4 0 2 16,0 1 22-16,-1 2-3 0,0 7-10 15,-5-6 2-15,5 6-5 0,-13-6-1 0,2 8 7 16,-2 2-1-16,-5 2 1 0,-4 8 10 0,-1 2 0 0,2-1-1 16,7-1 1-16,-1-2-7 0,2 4-1 15,1-2-8-15,4 4 0 0,3-2-4 0,5-1 2 0,0 0-3 16,7 2-9-16,0-7-28 0,6 2-22 16,6 1-36-16,6-3-41 0,8 0-49 0,2-4-43 0,4-3-59 15,-3 1-154-15,0-1-460 0,1-2 204 0</inkml:trace>
  <inkml:trace contextRef="#ctx0" brushRef="#br0" timeOffset="88109.64">11585 10442 45 0,'-9'-3'242'0,"3"1"-9"16,-2 0-12-16,8 2-13 0,-11-5-19 0,11 5-22 15,-5-3-13-15,5 3-20 0,0 0-10 0,0 0-13 16,28-9-9-16,-8 4-15 0,8 0-4 0,4 0-6 16,3 1-13-16,1-3-5 0,-3 2-15 0,-1 1-14 15,-4 2-16-15,-7-2-16 0,-1 2-14 16,1 0-9-16,-8 0-5 0,-1 0-14 0,1 0 5 0,-5 2-2 16,1-2 1-16,-9 2 0 0,12-1 6 0,-12 1 6 15,7-3-4-15,-7 3 3 0,0 0 3 0,4-5-1 16,-4 5 2-16,0 0 7 0,0 0-2 0,0 0 4 15,-21-6-1-15,21 6 6 0,-11-2 7 0,11 2 4 16,-8-2 3-16,8 2 0 0,0 0 9 0,-11 0-8 16,11 0-3-16,-8 5 5 0,8-5-1 0,-6 11 14 15,4 0 7-15,0 1 5 0,0 7 6 0,1 0 0 16,2 9 15-16,-1-1-4 0,0 2-1 0,2-3-1 16,0 3 2-16,0-1-8 0,0 0-1 0,-2-1 0 15,-2-3 4-15,0-6-1 0,0 0-6 0,-1 2-2 16,1-3 9-16,-4 0-4 0,-2-1 6 0,-1-1 1 15,-2-1 0-15,-3-1 0 0,-2 0-1 0,-7 0-4 0,0-2-6 16,2-3 3-16,1-1-3 0,0-1-4 16,0-2-1-16,1-2-3 0,3-1-2 0,0 0 2 15,3-2-10-15,-1 1-12 0,1-3-12 0,3 1-24 16,-1 0-26-16,3-2-35 0,3 1-32 0,-4-3-40 0,9 6-39 16,-1-13-30-16,1 13-139 0,10-16-403 0,-4 6 178 15</inkml:trace>
  <inkml:trace contextRef="#ctx0" brushRef="#br0" timeOffset="88478.67">12048 10593 9 0,'7'-3'199'0,"-2"0"-10"0,1 2-13 0,-6 1-16 0,9-4-17 16,-9 4-13-16,0 0-13 0,0 0-1 0,0 0 7 16,9 8-4-16,-9-1 2 0,0 3-4 0,0 3-9 15,0-1-4-15,0 5-9 0,-2-4-5 0,4 4-8 16,-2 0-10-16,2-4-5 0,1 3-6 15,1-1-4-15,1-4-4 0,2 0-1 0,-1-1-6 0,6-2-3 16,-2-2-3-16,3 0-4 0,-1-1-4 0,6-2 0 16,0-3-3-16,0-1-2 0,0-1-5 0,-1-1 1 15,-5-1-5-15,4-4 2 0,0 1 0 0,-8 0-3 16,2-3-3-16,-1 1 1 0,0-4-5 0,0-1-1 16,-4 2 0-16,-1 1-2 0,0-7 1 0,-3 1-2 15,0 1 1-15,-1 0-2 0,-1 4-3 0,1 0 1 16,-1 1 0-16,1 5 4 0,0 6-4 0,0-12-2 15,0 12-4-15,0 0 0 0,0 0 0 0,0 0 5 16,0 0-4-16,0 0 2 0,-13 33 1 0,5-10 2 16,5-4 2-16,0 0 1 0,-1 8-4 0,0-2 2 15,1-1-6-15,1 0-25 0,2 0-27 0,-2-5-43 16,4-2-30-16,-2 0-34 0,0-5-39 0,3 1-39 16,-3-3-125-16,2-2-393 0,2-1 174 0</inkml:trace>
  <inkml:trace contextRef="#ctx0" brushRef="#br0" timeOffset="88819.1">12493 10753 82 0,'0'0'183'0,"1"-6"-2"0,-1 6 0 16,0 0-4-16,0 0-4 0,0 0-2 0,8 17-7 16,-8-9-9-16,0 1-12 0,0 2-6 0,0-2-4 15,0 0-9-15,0 2-15 0,0-6-9 0,0 4-10 16,0-9-5-16,0 12-10 0,0-12-2 0,0 8 4 15,0-8 9-15,0 0 11 0,0 9 10 0,0-9-9 16,0 0-3-16,0 0-16 0,0 0-1 0,0 0-17 16,0 0-1-16,11-27-5 0,-4 18-12 0,-2-3 1 15,3-3-9-15,1 0-2 0,5-8-2 0,-5 6-5 16,6-2 1-16,4-1-6 0,1 2-7 0,-3 4 1 16,0 4-3-16,-2-1-5 0,3 2 2 0,-2 3-4 15,-4 3-3-15,1 0 1 0,1 5-4 0,-2 2 2 16,-1 2 2-16,-1 2-1 0,3 4-3 0,-6-2 2 15,2 5-3-15,-4-1 2 0,1 2-14 0,-2 1-27 16,-4 0-17-16,1 0-42 0,-2 0-41 0,-3 2-23 16,4-3-43-16,-4-4-30 0,4 0-40 0,-2-1-143 15,4-1-455-15,0-3 201 0</inkml:trace>
  <inkml:trace contextRef="#ctx0" brushRef="#br0" timeOffset="89043.64">13109 10618 225 0,'-6'-10'243'0,"-2"2"-2"0,3 1-15 0,-5 2-18 15,-2 2-11-15,1 3-13 0,0 2-11 0,-3 2-4 0,-1 6-10 16,-1 3-5-16,2 2-13 0,-4 5-3 0,5 3-7 16,-1-1-3-16,5 2-24 0,3 0-12 15,2-7-10-15,3 1-2 0,2 1-10 0,3-2-6 16,2-1-8-16,3 1-10 0,5-3-34 0,-1 0-36 0,5-6-40 15,6 4-55-15,3-6-53 0,1-2-43 0,-1-4-52 16,-7 0-144-16,7-5-445 0,-7 0 198 16</inkml:trace>
  <inkml:trace contextRef="#ctx0" brushRef="#br0" timeOffset="89300.95">13377 10435 183 0,'1'-13'282'15,"1"2"-4"-15,-2 3-8 0,0 1-14 0,0 7-24 16,0-11-21-16,0 11-23 0,0-6-19 0,0 6 5 16,0 0 9-16,5 29-12 0,-1-10 2 0,-4 9-11 15,0 2 1-15,0 1-6 0,-2 0-14 0,0 0-11 16,2 1-4-16,0 0-2 0,-2-1-13 0,-1 0-11 16,0-2-7-16,1 0-15 0,-2-1 0 0,4-4-7 15,-2 1-13-15,0-6-4 0,0 5-11 0,-1-6-23 16,3-3-36-16,-2-3-31 0,2 0-51 0,-2-5-27 15,2 3-37-15,0-10-32 0,-2 12-14 0,2-7-27 16,0-5-21-16,0 0-33 0,0 0-197 0,0 0-522 16,0 0 231-16</inkml:trace>
  <inkml:trace contextRef="#ctx0" brushRef="#br0" timeOffset="89578.28">13169 10707 81 0,'-9'-7'217'0,"4"1"-11"0,1 1-15 16,4 5-16-16,-6-7-12 0,6 7-22 15,-3-7-12-15,3 7-6 0,0 0-5 0,13-4-2 16,-1 2-12-16,8 1-9 0,11 1-9 0,3-1-1 16,2-2-12-16,3 1-5 0,-1 2-7 0,0-4-3 0,3 2-6 15,-8 0-4-15,1-2-7 0,-5 2-1 0,-9 0-2 16,-2 2 0-16,-1 0-3 0,-3-1 0 16,-5 1-5-16,3 1 0 0,-5-1-4 0,-7 0 2 15,13 4-3-15,-9-1 4 0,3 3 4 0,-2 0 8 0,-1 4 10 16,1-1-2-16,-3 3-1 0,0 1 3 0,2 3-4 15,-4-4-5-15,0 4 6 0,0 0-14 0,0-5-4 16,2 3-4-16,-4 2 0 0,2-3-15 0,0-3-28 16,-2 3-21-16,0-1-36 0,0 4-37 0,1-4-61 15,0-5-64-15,1 4-210 0,-3-3-483 0,1-2 213 16</inkml:trace>
  <inkml:trace contextRef="#ctx0" brushRef="#br0" timeOffset="89746.81">13664 10422 69 0,'0'0'181'0,"-3"-5"-23"0,3 5-29 16,0 0-40-16,0 0-43 0,0 0-53 0,0 0-45 15,3 33-51-15,-1-22-110 0,4 1 49 0</inkml:trace>
  <inkml:trace contextRef="#ctx0" brushRef="#br0" timeOffset="90331.15">13852 10631 112 0,'-4'4'221'16,"-4"0"5"-16,2 3-17 0,-1 0-2 0,-1 2-5 15,-2 4-16-15,1 1-10 0,2 0-19 0,-1 2-11 0,2 2-15 16,0-1-10-16,4-2-16 0,0 2-7 15,4-2-8-15,2 0-7 0,0-3-11 0,2-3-7 16,3 3-4-16,3-1-7 0,1 0 3 0,2-4-12 16,1 1-5-16,-3-4-1 0,5 0-5 0,-5-1-3 0,1-3-4 15,-5-1 1-15,2 1-2 0,-4-2-4 0,0-2 4 16,0-1-9-16,-1-5 4 0,-2 0-10 16,-1 0 5-16,-3-2-3 0,0-3-4 0,0 0 4 0,-3-4-2 15,1 2-4-15,-2-2 0 0,0-6 0 0,1 9-3 16,-1-4-2-16,2 2 3 0,2 1-4 0,0 4 2 15,0 3-2-15,2 0-1 0,0 3-2 0,3 2-1 16,-1 0-3-16,-4 5 4 0,16-4-3 0,-3 6 4 16,0 5 1-16,3 2 6 0,-2 2-3 0,4 7 6 15,4 0 8-15,-8 1-2 0,0-2-2 0,-4-1 1 16,-1-1-4-16,1 3 5 0,-3-4-4 0,-3 0 7 16,2-1-2-16,-2-2-1 0,-1-2-2 0,-3 2 4 15,0-5-2-15,0 1 6 0,0-7 5 0,-7 12-4 16,1-9-3-16,-1 1 3 0,0-2-1 0,7-2-2 15,-13 3-2-15,13-3 0 0,-11-5-4 0,5 2-1 16,6 3-1-16,-6-7 2 0,6 7-3 0,0-13 2 16,4 2-2-16,2-3-3 0,3 0-1 0,1-3 2 15,9-4 0-15,-2 3-2 0,8 0-3 0,-5 1-1 16,-4 5-4-16,7-1 10 0,-5 4 2 0,9-1 6 0,-12 4-1 16,3 2-2-16,-5 3-5 0,1 1 5 15,-2 4-3-15,-2 0 7 0,5 7 1 0,-7-2 3 16,1-1 0-16,0 6 0 0,-4-1-1 0,-1-2 0 15,-4 5-3-15,0-1 9 0,0 3-14 0,-4-1 3 0,1 0-12 16,-4 0 13-16,3-2-7 0,-3 1-22 0,1-1-33 16,1-1-45-16,-3-3-58 0,0 2-64 15,3-3-63-15,-1-3-271 0,4 1-591 0,2-2 262 16</inkml:trace>
  <inkml:trace contextRef="#ctx0" brushRef="#br0" timeOffset="90634.32">14654 10733 264 0,'0'0'276'0,"0"0"-6"0,5-4-7 0,-5 4-7 0,0 0-13 16,0 0-13-16,0 0-19 0,0 0-6 0,13 1-5 15,-2 1-5-15,0-2 9 0,7 0-6 0,0-3-6 16,3 2-12-16,7 1 0 0,-5-1-5 0,5 0-16 15,-7 1-5-15,6-1-7 0,-6-1-12 0,-3 2-1 16,-4 0-9-16,-1 2 3 0,-1-1-1 0,-5-1-3 16,-7 0-2-16,14-4-3 0,-7 2-5 0,-7 2-8 15,0 0-7-15,13 2-6 0,-13-2-10 0,5 1-7 16,-5-1-9-16,0 0-8 0,0 0-8 0,0 0-15 16,0 0-20-16,7-3-32 0,-7 3-48 0,0 0-47 15,0 0-85-15,0 0-87 0,0 0-92 0,0 0-87 0,-28-2-290 16,13 2-814-16,-3 2 360 0</inkml:trace>
  <inkml:trace contextRef="#ctx0" brushRef="#br0" timeOffset="92020.42">7577 11821 126 0,'-4'-8'192'0,"-3"2"-9"0,0-1-8 15,1 0-12-15,-5 0-6 0,2 0-12 0,-3 3-9 16,1 0-5-16,-5-2-8 0,3 3-10 16,-5 1 0-16,5 0-12 0,-5 6-3 0,2 1-6 0,-2 4-8 15,1 1-6-15,-7 5-4 0,2 5-1 0,3 2-8 16,-1 0-8-16,1 2-1 0,3 2-8 0,2 2 2 16,3 0-2-16,-1-2-3 0,3 0-2 0,1 1-3 15,5-4-4-15,0 2-2 0,2-6-3 0,3 7-3 16,2-9-1-16,1 2 1 0,3 0-3 0,5-4-2 15,-2 0-4-15,4-2 1 0,1 1-3 0,3-5-12 16,-1-1-11-16,2 0-13 0,1-5-16 0,-1 0-18 16,9-2-16-16,-9-1-6 0,9-2-12 0,-8-3-7 15,-1-2-3-15,1-1 12 0,-1 1 7 0,-2-2-4 16,5-5 12-16,-8 1 10 0,2-1 6 0,-2 2 2 16,-1-2 2-16,-2 1 10 0,0-1 3 0,-4 2 8 15,-3-1 10-15,-1 0 0 0,0 3 26 0,-3-1 12 16,1 1 6-16,-1 0 5 0,-1 3 9 0,0 7 7 15,0-12 6-15,0 12-1 0,2-8-7 0,-2 8-5 16,0 0-7-16,0 0-6 0,0 0 5 0,0 0 14 16,0 0-2-16,0 0 1 0,-10 26-4 0,9-13 0 15,0-1-4-15,-1 3-4 0,4 2-1 0,-1-1-3 16,2-2 0-16,-1-1-2 0,4 2 4 0,-1-4-7 16,2-1-2-16,-1-2 4 0,3-1 2 0,4-1 5 15,-1-2 14-15,5-1-9 0,3-5 2 0,0 1-5 16,0-5-5-16,1-1-1 0,6-2-3 0,-3-4-2 0,0 1 0 15,-7 1 0-15,-3-2-2 0,0-1-1 16,-3 3 0-16,-1-3 0 0,-4-1-6 0,-3-1 4 16,-1 0-2-16,-4 1-5 0,-4 1 2 0,-3-3-6 15,-5 2 9-15,-1 2-10 0,-8 0-3 0,6 3-3 16,-3 3-3-16,0 3 3 0,-1 2-5 0,-1 2-3 0,2 3-14 16,-7 3-10-16,9 1-25 0,0 2-18 15,4 0-16-15,0 2-20 0,6-2-24 0,1 1-23 16,3 0-19-16,3 0-21 0,3-1-22 0,2 0-128 15,5-3-376-15,9 0 167 0</inkml:trace>
  <inkml:trace contextRef="#ctx0" brushRef="#br0" timeOffset="92258.46">8143 11815 121 0,'0'-17'219'0,"1"2"-2"0,-2 4-3 16,1 1-5-16,0 10 1 0,-1-12-14 15,2 7-20-15,-1 5-15 0,0 0-24 0,0 0-10 16,0 0-14-16,0 0-9 0,0 0 3 0,4 24-6 0,-2 2 1 16,-3 1-4-16,2 1-12 0,-1 3-5 0,-1-1-9 15,0-1-6-15,-2-1-7 0,2 1-5 0,0-3-5 16,1 1-6-16,-2-8-7 0,4 7-7 0,-2-7-28 16,0-1-16-16,2 1-23 0,1-1-36 0,-2-2-46 15,2-3-50-15,-2-2-39 0,0-1-38 0,-1-1-140 16,3-1-417-16,-3-8 185 0</inkml:trace>
  <inkml:trace contextRef="#ctx0" brushRef="#br0" timeOffset="92459.42">8271 11778 243 0,'-3'-10'251'0,"3"2"-14"0,-1 1-23 0,1 7-27 0,0 0-18 16,0 0-2-16,0 0 9 0,0 0-3 0,-1 43-5 15,1-13-12-15,0 0-10 0,-3 4-20 0,2 2-14 16,-3 10-9-16,1-14-11 0,1 1-8 0,-1-2-11 16,2 2-21-16,0-2-38 0,-1-1-43 0,2-3-45 15,0 1-52-15,0-5-38 0,2-6-58 0,0 1-166 16,0-7-421-16,0 0 186 0</inkml:trace>
  <inkml:trace contextRef="#ctx0" brushRef="#br0" timeOffset="92768.07">8344 12294 95 0,'3'-4'214'0,"3"-1"-4"0,1-2 1 16,7-5 1-16,-5 4-6 0,4-3-3 0,0 0-10 15,3-2-18-15,-2 1-13 0,3-1-16 0,-2 0-9 16,2 1 1-16,-2 1-19 0,2-3-10 0,-4-2-2 16,1 1-11-16,-1-2-14 0,-4 2 7 0,-2-2-17 15,-1-1-11-15,-2 3-2 0,-2 3-5 0,-1 0-9 16,-2-1-2-16,-1 3-7 0,-2 3-3 0,-2 1-4 15,2-1 2-15,4 7-9 0,-14-4-6 0,4 6 3 16,-5 7-4-16,1-1-4 0,-4 4 2 0,-4 7-5 16,4 0-1-16,2 2 3 0,0 2-1 0,6-6-4 15,4 0-5-15,0 2 8 0,4-3-3 0,3 0-8 16,0-3-15-16,6 2-20 0,3 0-20 0,4-2-27 16,0-4-21-16,5 1-24 0,0-4-19 0,2-3-19 15,8 0-17-15,0-3-7 0,0-3-1 0,0 1 4 16,1-2 3-16,-2-3 6 0,-1-1-93 0,-7 1-295 15,4-4 130-15</inkml:trace>
  <inkml:trace contextRef="#ctx0" brushRef="#br0" timeOffset="92970.1">8830 12160 563 0,'15'-14'-23'0,"2"-6"24"0,-1 1 22 16,-6 0 12-16,-2 0 19 0,-2 2 18 0,-1-2 13 15,-1 0 4-15,-4 4 19 0,0 3 17 0,-2 0 3 16,-1 0 1-16,-2 3 6 0,-2 0-2 0,0 3-6 16,-1 2-12-16,0 1-1 0,-3 3 0 0,-2 5 0 0,-2 4 1 15,-4 3-3-15,-3 8 2 0,0 0-11 0,0 3-6 16,3-1-7-16,3 3-13 0,2-4 7 15,2 4-21-15,3-2-5 0,4-6-6 0,0 0-7 16,4 1-1-16,3-2-4 0,6 0-2 0,2-1-5 0,3-4-14 16,3-2-18-16,6-4-23 0,5 0-32 0,-1-5-26 15,3 2-34-15,-1-6-38 0,0 1-31 0,0-3-24 16,-1-3-32-16,-6 2-158 0,-5-2-428 0,3-1 190 16</inkml:trace>
  <inkml:trace contextRef="#ctx0" brushRef="#br0" timeOffset="93199.38">9183 11762 253 0,'-4'-17'258'0,"2"5"-5"0,1 0-7 0,-2 5-5 15,3 7-19-15,-1-13-23 0,1 13-22 0,-2-4-11 16,2 4-8-16,0 0 11 0,-5 33-8 0,5-5 7 16,-5 4-8-16,5 2-5 0,-2 1-16 15,0 0-6-15,-1-2-1 0,0 2-11 0,2-2-7 0,-2 2-14 16,1-3-9-16,-2-1-11 0,0 0-10 0,1-1-11 15,-2 1 0-15,4-3-30 0,-1-2-26 0,-1-7-25 16,2-4-39-16,-1-2-31 0,2-2-32 16,-2 0-32-16,2-2-36 0,-2-4-28 0,2-5-19 0,0 0-39 15,0 0-178-15,0 0-493 0,0 0 218 0</inkml:trace>
  <inkml:trace contextRef="#ctx0" brushRef="#br0" timeOffset="93556.52">9025 12046 165 0,'0'0'176'16,"4"-11"-11"-16,-2 6-6 0,5 2-4 0,3-2-9 16,0 1-9-16,0 2-9 0,8 0-11 0,1 1-9 15,2-1-5-15,0 2-9 0,6 0-4 0,-6 2-6 16,-2-1-8-16,0 2-6 0,-1 1 6 0,0 2-4 16,-3 0 0-16,-2 1-3 0,-4-1-5 0,0 2 9 15,0 0 0-15,-2 1-1 0,0 1-8 0,-1-1-3 16,2 2-9-16,-6-2-1 0,5 0-3 0,-2 1 0 15,1-3-1-15,2 1 1 0,-2-1-7 0,2 1-1 16,0-4-4-16,3 0 0 0,-3-4-2 0,2 1 0 16,2 0-4-16,-1-2-1 0,2 0-2 0,-2-3-3 15,1-1 5-15,1 0 7 0,-6-2 3 0,2-2 3 16,0 2-5-16,-1-4 5 0,-2 0 4 0,-2 1-5 16,-1-2-1-16,-1-2 0 0,-3-1-7 0,-2-1-8 15,-2 1 4-15,-2 0-7 0,-5 2-8 0,3 3-9 16,-2 0-1-16,-3 0-10 0,2 3-12 0,-2 3-15 15,-3 2-19-15,0 2-19 0,1 3-23 0,-2 3-32 0,2 5-32 16,-1-1-33-16,3 4-36 0,1 1-28 16,-1 6-177-16,5-6-467 0,4 3 208 0</inkml:trace>
  <inkml:trace contextRef="#ctx0" brushRef="#br0" timeOffset="93955.09">9505 12275 97 0,'14'-2'214'0,"0"-2"4"0,2-2 3 0,-1-1-3 16,0-2-5-16,-3 5-9 0,2-7-10 0,-4 4-6 0,3-5-17 16,-2 0-12-16,0 0-4 0,0-2-16 0,-2 1-9 15,-2-3-5-15,-1 1-13 0,0-2-7 0,-1 1-9 16,-3 1-14-16,-2-2-2 0,-3 1-11 16,1 2-4-16,-2 0-13 0,-4 0 1 0,2 3-4 15,-2 0-2-15,-1 3-4 0,0 1-6 0,0-1-5 0,0 3-8 16,-2 1 2-16,4 3-9 0,0-2 0 0,7 3-3 15,-12-4-3-15,12 4-4 0,-7 0 11 0,7 0-12 16,0 0 1-16,0 0-1 0,0 0 14 16,0 0-12-16,26 11-2 0,-5-9 0 0,-1 1-1 0,3-2 0 15,7 0 5-15,-10-1-7 0,-1 2 1 0,-1 1-4 16,1 0-4-16,-7 0 7 0,-1 0-4 0,2 2-3 16,-4 0 9-16,-1 2 0 0,-3 1 7 0,2 0 2 15,-3 0 8-15,1 3 8 0,-3-2 12 0,-1 2-3 16,0 1-6-16,-2-1 2 0,0 5 0 0,-2-4-4 15,2 0 14-15,0-1-13 0,-1-2-7 0,1 4-4 16,1-3-6-16,-1 1 0 0,-1 1-39 0,2 0-29 16,0-2-40-16,0 0-40 0,0-2-57 0,0 1-60 15,2 0-43-15,0 0-241 0,6-1-578 0,0-3 256 16</inkml:trace>
  <inkml:trace contextRef="#ctx0" brushRef="#br0" timeOffset="94349.61">10255 11865 192 0,'-1'-10'243'0,"1"0"-18"0,-1 0-12 16,0 2-17-16,1 8-18 0,0 0-18 15,0-13-19-15,0 13-17 0,0 0-15 0,0 0-7 16,0 0-6-16,0 0 8 0,2 44-8 0,-2-16-6 15,0 3-7-15,1-1-6 0,1 1-5 0,-4 2-8 0,1-3-5 16,0-2-8-16,-2 3-4 0,2-5-3 0,-3-1-4 16,3 1 1-16,-2-7-13 0,3 0-17 0,-3-2-27 15,0 0-30-15,2-5-33 0,1-1-40 16,0 0-24-16,1-3-18 0,-1-1-27 0,0-7-168 0,0 10-386 16,0-10 172-16</inkml:trace>
  <inkml:trace contextRef="#ctx0" brushRef="#br0" timeOffset="94740.31">10270 11871 165 0,'10'-16'172'0,"8"-2"-8"0,3 3 5 16,4 0-9-16,0 5-4 0,1 2-7 0,1 4-3 16,1 0-11-16,-7 5-9 0,2 3-7 0,-3 1-10 15,-2 1-12-15,-1 4-8 0,-1-2-10 0,-3 3-6 16,-2 0-5-16,-5 0-6 0,2 4-6 0,-7-3-2 15,-3 2-6-15,-2 0-4 0,-2 1-7 0,-2 0 1 16,-3-2-3-16,-1 3-6 0,0-3-3 0,2-6 5 16,1 3-9-16,0-3-3 0,-1-1 7 0,2 0-11 15,2 0 1-15,1-2-5 0,1 1-2 0,4-5-3 16,-6 9 4-16,6-9-4 0,1 8 3 0,-1-8-1 16,9 14-4-16,-3-7-2 0,2 2 3 0,2 0-3 15,4 3 0-15,-3-3-2 0,1 1 3 0,1 3-3 16,-3-2 1-16,0-2 0 0,-2-1 1 0,0 3-1 15,-3-3-1-15,3 1 0 0,-5 0 0 0,0-2 8 16,-2-1 3-16,1 1 3 0,-2-7 4 0,-8 12 3 16,-2-5 4-16,-1 0 2 0,-1 1-5 0,-5 2-5 15,2-4-1-15,-3-1-2 0,0 0 3 0,1 0-8 16,-1 0-18-16,0-1-33 0,5-2-21 0,0 1-28 16,0-1-36-16,3 0-42 0,3-2-39 0,7 0-180 15,-11 0-420-15,11 0 186 0</inkml:trace>
  <inkml:trace contextRef="#ctx0" brushRef="#br0" timeOffset="95580.43">10849 12043 1583 0,'10'-13'112'0,"-3"-1"-36"0,-2 6 15 16,-3-3-28-16,-5 1-14 0,2 1-5 0,-7 3 10 16,2-1 7-16,-3 5-1 0,-1-2 7 0,-2 3 1 15,1 2 0-15,-1 1 2 0,-1 3-2 16,2 5-1-16,-3 4-3 0,1 1-4 0,-1 7 2 15,1-6-5-15,6 3-4 0,-1-3-6 0,0 1-3 0,3-1-9 16,4 0-1-16,1 0-5 0,2 0 0 0,1-6-3 16,2 0 1-16,3 5-5 0,-2-8 0 15,2-1-1-15,2 0 2 0,0-5-4 0,-3 2-3 16,3-3 2-16,1 0-1 0,0-4-3 0,-1 0 1 0,-3 2-2 16,4-4-1-16,-4-1 0 0,2-2-5 0,-2-1 6 15,-1-2-7-15,-1 2 2 0,-1-4 1 0,2-1-1 16,1-2-2-16,-5 5-6 0,3-5 3 0,-2 1 0 15,1 6-1-15,-3 1 4 0,1-1 1 0,-1 4 0 16,1 0 4-16,-2 6-1 0,2-10-8 0,-2 10-1 16,0 0-1-16,0 0-2 0,0 0 3 0,0 0-2 15,0 0 2-15,0 25 7 0,0-8 1 0,-2-1-5 16,1 2 8-16,-1 0-4 0,3-1-1 0,-1-2-2 16,2-3 3-16,-2 4 1 0,5-3-1 0,0-4 1 15,1 2-1-15,1-2 2 0,1-3 11 0,3 0 0 16,1-4 1-16,2 2-3 0,0-4-2 0,4-3 3 15,-1 1-5-15,2-5-1 0,0-1-1 0,0 1 2 16,-1-2-3-16,-3-1-4 0,1-2 0 0,-4 1 3 16,-1-2-4-16,-3-1 3 0,-1 3 5 0,-2 0-2 15,-1-6-5-15,-3 5-7 0,-1-4 3 0,-1 4-1 16,-2-1 3-16,2 3-2 0,-1 1 0 0,0 2-7 16,0 1 1-16,2 6-4 0,-3-7 1 0,3 7-4 15,0 0 1-15,0 0 2 0,-20 13-2 0,13-5 2 16,2 6 5-16,1 0 2 0,3 4-7 0,0 2 0 15,2-1 15-15,3 0-12 0,2 1 1 0,1 2-2 0,0-2 9 16,6 3-10-16,-4-6 3 0,1-1-2 16,2 0 0-16,-3-1 3 0,0-2 1 0,0 0-5 15,-2-2 2-15,-3-2 0 0,-1 3 3 0,-1-3 1 0,0 1 1 16,-4-2 0-16,2-8-4 0,-5 15 7 0,1-9-6 16,0 2 0-16,-1-3 1 0,0 0 2 0,5-5-2 15,-7 7 6-15,3-3-3 0,4-4 3 0,0 0-1 16,-7 5-3-16,7-5-7 0,0 0-6 0,0 0-5 15,0 0-5-15,0 0-5 0,11-22 4 0,-2 13-6 16,5-4 4-16,0-1-1 0,9-4 1 0,1-2-6 16,1-1-1-16,0-1 1 0,-2-4-1 0,1 1 7 15,-2 1-1-15,-6 1 11 0,2 2-6 0,-7 4 4 16,-1 2 1-16,-2-2 9 0,-5 5 15 0,1 2 3 16,-3-2 1-16,-2 3 12 0,0 1-5 0,1 8-2 15,-6-9-7-15,0 5 0 0,-2 3 1 0,8 1-2 16,-20 9 12-16,4 0 1 0,1 2 3 0,1 1 6 15,-2 2-7-15,2 2 2 0,-2 3-1 0,9-6-2 16,-2 3-5-16,4 2-1 0,3 0 1 0,1-6-21 16,4 7-33-16,2-2-39 0,4-3-48 0,0 1-48 15,4-2-54-15,4-3-54 0,1-2-204 0,13 0-523 16,2-3 232-16</inkml:trace>
  <inkml:trace contextRef="#ctx0" brushRef="#br0" timeOffset="96138.26">12084 11904 87 0,'0'0'200'0,"-6"-7"-20"0,6 7-12 16,0 0-12-16,0 0-12 0,25-10-6 0,-3 8-14 15,10-1-11-15,1 0-11 0,1 2-11 0,1-2-11 16,-1 1-5-16,-1 1-10 0,-1 0-16 0,-13-2-16 16,1 0-25-16,-7 3-12 0,0 0-16 0,-1-2-20 15,-6 2 4-15,-6 0-31 0,7-4-1 0,-7 4-7 16,0 0 6-16,0 0 11 0,0 0 9 0,-25-13-1 15,14 10 9-15,-4 1 4 0,-1 0 7 0,3-1 11 16,-1 2 3-16,1-1 8 0,0 1 8 0,3 0 5 16,1 2-2-16,9-1-1 0,-14 0 11 0,7 1 9 15,7-1 22-15,-8 7-6 0,3-2 9 0,2 1 10 16,-1 3 19-16,4 8 3 0,-2 0 8 0,4 3 2 0,-2 5 9 16,2 4 0-16,0-3 2 0,-2 4-2 15,4-1 2-15,-3-1-15 0,0 1 0 0,3-2 0 16,-4 1 5-16,0-1-6 0,0 0-3 0,-2-2-4 15,0-6 0-15,0-2-3 0,-4 0-4 0,2-3-2 0,-1-2 6 16,-1 0 1-16,-5 0 5 0,-3-1 0 0,-1 0-1 16,-2-2-7-16,0-2-3 0,-3-2-2 15,1-1-5-15,2-3 0 0,-5-1-5 0,5-2-5 16,-1-2 11-16,0 0-21 0,1-2-8 0,3 0-9 0,-3-2-17 16,4-2-24-16,2 2-26 0,1-4-46 15,-4 0-44-15,5 3-59 0,1-6-33 0,2 3-33 0,6 0-44 16,-2 0-167-16,6 0-507 0,4 2 224 15</inkml:trace>
  <inkml:trace contextRef="#ctx0" brushRef="#br0" timeOffset="96497.4">12397 12104 5 0,'0'0'225'0,"8"-3"-13"0,-8 3-10 0,7-1-19 15,-7 1-14-15,0 0-11 0,0 0 10 0,7 11 11 16,-7-1-11-16,-1-1-11 0,1 2-10 0,-3 1 3 15,2 6-10-15,-3-3-13 0,4 2-13 0,-2 0-11 16,2 0-8-16,2-1-13 0,0-1-3 0,0-5-5 16,3 3-7-16,1-3-7 0,4 0-7 0,-2-3 0 15,3-1-7-15,5 0-6 0,3-3-6 0,-2-1 4 16,4-2 4-16,1-3-13 0,-4-2-2 0,5-3 0 16,-6 0-5-16,2-2-2 0,-4 3-2 0,1-9-1 15,-1 3-1-15,-5-2-2 0,1 0-5 0,-3-1 2 16,-2-2-4-16,0 2-2 0,-5-4 4 0,3 3-8 0,-2 1 3 15,0-1 1-15,-2 7-1 0,0-1 6 16,-2 5-9-16,2 6-6 0,0-13 5 0,0 13-6 16,-2-7 2-16,2 7 2 0,0 0-4 0,0 0 2 15,0 0 1-15,-5 28 2 0,1-13 1 0,0 4 3 0,-2-1-6 16,0 6 6-16,2-4-2 0,1 6-22 16,-1-7-30-16,2 1-54 0,-3-2-52 0,5 1-65 15,-5 0-59-15,1-8-180 0,1 1-498 0,3-1 220 16</inkml:trace>
  <inkml:trace contextRef="#ctx0" brushRef="#br0" timeOffset="96836.6">12799 12301 1 0,'11'7'255'0,"-11"-7"-15"15,4 6-2-15,-2-1-8 0,-2-5-3 0,2 13-11 16,-1-8-22-16,-1-5-13 0,2 12-4 0,-2-12-20 15,2 5-6-15,-2-5-7 0,0 0 9 0,0 8 3 16,0-8 7-16,0 0 14 0,0 0 10 0,0 0-9 16,0 0-13-16,0 0-22 0,0 0-18 0,0 0-4 15,5-21-16-15,-5 21-8 0,3-15-12 0,1 5-10 16,2-5-12-16,1 1-4 0,-1-1-11 0,6 0-12 16,-3-1-18-16,2 1-4 0,3 0-14 0,1 2-1 15,1 0-6-15,-1 5 1 0,0-1-1 0,0 3-1 16,-1 3-1-16,-4 2 2 0,1 2-3 0,-1 2 0 15,1 3 2-15,-2 1 2 0,0 3 14 0,-2 5-13 16,-3 0-2-16,0 0 3 0,-3 2-11 0,1 0-28 16,-2 0-36-16,0 0-42 0,-3-1-36 0,1 0-41 0,0-6-44 15,2 0-28-15,0 0-48 0,0-2-191 16,2-3-550-16,5-1 244 0</inkml:trace>
  <inkml:trace contextRef="#ctx0" brushRef="#br0" timeOffset="97052.87">13331 12135 64 0,'-2'-11'252'0,"0"0"-5"0,-1 5-8 15,-2-3-8-15,-1 1-14 0,1 4-15 0,5 4-13 0,-11-1-17 16,11 1-10-16,-18 6-9 0,9 3-1 0,-2 3-3 16,-3 3-13-16,3 1-8 0,-2 6-14 15,2 0-12-15,4-2-10 0,-1-2-7 0,2 1-12 16,2-1 2-16,4 0-17 0,2 0-17 0,0-2-20 0,4-2-22 15,4-3-37-15,-3-3-32 0,4-1-42 0,0 1-46 16,3-5-44-16,4-2-42 0,-1-1-178 0,-3 0-457 16,-1-2 203-16</inkml:trace>
  <inkml:trace contextRef="#ctx0" brushRef="#br0" timeOffset="97300.27">13542 11991 91 0,'2'-13'289'0,"0"3"-7"0,-2 3 4 16,1 1-25-16,-1 6-18 0,0 0-26 0,0-11-20 16,0 11-7-16,0 0-5 0,0 0 3 0,0 36 1 15,-3-17-3-15,1 9-17 0,0-2 4 16,0 3-10-16,4-1-7 0,-4-2-7 0,0 1-10 16,-1 1-15-16,0 1-8 0,3-4-16 0,-2 1 0 0,0-7-18 15,2-1-6-15,-2 1-4 0,4 0-16 0,-4-3-25 16,4 0-39-16,-2-5-37 0,-2 1-37 0,2-2-38 15,0-2-33-15,-2-1-30 0,2-7-25 0,0 10-10 16,0-10-44-16,0 0-36 0,-5 5-192 0,5-5-529 16,0 0 235-16</inkml:trace>
  <inkml:trace contextRef="#ctx0" brushRef="#br0" timeOffset="97576.57">13421 12215 151 0,'0'-6'232'16,"0"6"-17"-16,-4-8-16 0,4 8-11 0,-1-7-7 15,1 7-12-15,0 0-9 0,9-7-14 0,2 5-7 16,5-1-8-16,2 3-11 0,4-4-13 0,5 3-9 16,0-1-3-16,-1 2-11 0,3-3-10 0,-3 2-4 15,3-2-3-15,-2 0-6 0,-4 1-7 0,-2 1 1 16,-2 1-13-16,-7 0-1 0,1 0-9 0,1 0 0 16,-3 3 1-16,0-1 1 0,-4 0-1 0,0 2 4 15,-1 2 9-15,-1-1 7 0,1 1-1 0,-4 4-2 16,3-1-3-16,-2 1 2 0,-3 1 0 0,0 2 1 15,0 1-9-15,-2 2 1 0,0-3-6 0,-2 2-4 0,2 1 1 16,-2-3-8-16,2-2-25 0,-1 1-30 16,1-1-36-16,0-3-40 0,-2 2-63 0,4-4-62 15,-2 1-75-15,2-7-158 0,-3 9-500 0,3-9 221 16</inkml:trace>
  <inkml:trace contextRef="#ctx0" brushRef="#br0" timeOffset="97757.7">13780 11966 133 0,'-5'-4'208'0,"5"4"-17"0,0 0-18 0,0 0-25 16,0 0-37-16,2 23-42 0,1-14-48 0,6 4-54 15,0-1-50-15,2 1-74 0,7-2-169 0,7 5 75 16</inkml:trace>
  <inkml:trace contextRef="#ctx0" brushRef="#br0" timeOffset="98333.48">14162 12137 43 0,'0'0'222'0,"0"0"11"0,0 0 2 16,-6 14-2-16,-2-5-7 0,3-2-13 0,-1 3-11 15,-1 5-9-15,-1 1-10 0,-2-1-11 0,1 2-10 16,-1 1-15-16,0-1-11 0,1-2-16 0,1-1-7 15,3-4-14-15,2 2-10 0,1-2-9 0,0 0-5 16,2-3-7-16,0 2-5 0,4-2-6 0,2 0-4 16,0-4-2-16,2 3-7 0,-1-4 0 0,1-1-7 15,2-1-1-15,-3 0-6 0,5-1-4 0,-1-3 0 16,-2 0-4-16,2-2 0 0,-4-1-1 0,1-1-8 16,-1-1 4-16,-1-1-2 0,0-1-5 0,-4-3-2 15,2 3-2-15,-2-2-2 0,-3-4 7 0,1 1-13 16,0 0 4-16,0 3-8 0,0-4 4 0,0 7 4 15,-1-1-8-15,-1 2 6 0,2 9-4 0,-2-13 1 16,2 13-3-16,0-9-2 0,0 9 5 0,0 0 0 16,7-3-1-16,-7 3 2 0,15 13 0 0,-7-4 3 15,0 0-5-15,-1 2 0 0,1 5 10 0,0-7-2 0,2 9 5 16,-3-2 11-16,-2-7 2 0,2 7 0 0,-5-4 0 16,3-2 10-16,-4 0-13 0,2 0 0 0,-1-2 4 15,-2-3 16-15,0-5 20 0,-2 13-15 16,-2-10 6-16,4-3-3 0,-7 9-6 0,1-7-5 0,6-2-3 15,-10 1 0-15,10-1 2 0,0 0-9 0,-13-3-2 16,13 3 2-16,0 0-11 0,-4-12-3 0,4 5-7 16,4-3 0-16,0-2-3 0,5-4-2 0,9-6-6 15,-1 3 5-15,2-2 0 0,1 0 5 0,0 3-7 16,3 1-4-16,-8 5 1 0,8-1-7 0,-5 2 6 16,-3 4 0-16,-5 4 4 0,1 1 5 0,0 0 0 15,-1 5 1-15,0 0-7 0,-3 3 7 0,-3 0-3 16,4 2 0-16,-4 4 4 0,-1 5 5 0,-1 0 9 15,-2 4 4-15,-2-2-9 0,-1-3 3 0,1 4 2 16,0 0-1-16,-3-2-1 0,2 2-2 0,-1-3-7 16,4 0-11-16,-2-5-31 0,2-3-40 0,-1 3-50 15,1-3-46-15,1-2-59 0,-1-7-88 0,8 5-297 16,0-5-666-16,3-1 295 0</inkml:trace>
  <inkml:trace contextRef="#ctx0" brushRef="#br0" timeOffset="98648.38">14878 12258 155 0,'0'0'258'0,"0"0"1"16,0 0-3-16,0 0-11 0,0 0-16 16,0 0-16-16,0 0-16 0,0 0-19 0,0 0 8 15,0 0 4-15,0 0 6 0,0 0 7 0,4 17-16 0,7-16-10 16,2 1-12-16,5 0-1 0,-3-1-7 0,8-4-12 15,-1 6-16-15,-4-4-6 0,5 1-7 0,6-2-5 16,-11 2 1-16,-3-2 2 0,-2 1-1 0,1 1 3 16,-5 0-1-16,0 0-4 0,-9 0 2 0,13 0-2 15,-13 0-2-15,9 0 0 0,-9 0-2 0,0 0-5 16,10 0-5-16,-10 0-8 0,0 0-7 0,9-2-9 16,-9 2-6-16,0 0-9 0,0 0-22 0,0 0-16 15,0 0-31-15,0 0-32 0,0 0-50 0,-23-7-58 16,23 7-64-16,-19-2-72 0,7 0-93 0,1-1-440 15,-8-2-886-15,-1-3 392 0</inkml:trace>
  <inkml:trace contextRef="#ctx0" brushRef="#br0" timeOffset="100481.84">15574 10403 123 0,'-7'-9'231'0,"4"5"-7"0,3 4-11 0,-6-7-11 0,6 7-6 16,-4-8-5-16,4 8-6 0,-6-4-9 0,6 4-11 15,0 0-11-15,0 0-13 0,-3-7-12 0,3 7-10 16,0 0-12-16,0 0-7 0,0 0-14 0,11-13-7 15,0 10-7-15,8-2 6 0,1-1-21 0,8-2 0 16,4 3 2-16,0-4-16 0,0 1-8 0,1 2-1 16,-5 0-5-16,4 1-1 0,-14 3-5 15,1-3-15-15,-7 3-25 0,-2 0-25 0,-3 1-37 0,-7 1-38 16,10 0-38-16,-10 0-34 0,9 3-5 0,-9-3-15 16,0 0-182-16,0 0-423 0,0 0 188 0</inkml:trace>
  <inkml:trace contextRef="#ctx0" brushRef="#br0" timeOffset="100749.38">15645 10341 62 0,'0'0'212'15,"-6"-6"2"-15,6 6-13 0,0 0 8 16,-3-6-9-16,3 6-12 0,0 0-19 0,0 0-20 16,0 0-13-16,-8-3-17 0,8 3-12 0,0 0-10 15,0 0-4-15,-2 16 6 0,2-3 2 0,-1 5 2 0,-1 6-4 16,-2 1-6-16,0 0-5 0,0 1 3 0,0-2-4 15,2 2-10-15,-2 0 1 0,0 0-4 16,3-1-8-16,-1-6-3 0,2 1-2 0,-2 0-5 16,1 5-9-16,1-8-6 0,-1 1-5 0,1-2-1 0,0-1 3 15,0-3-12-15,1 1-4 0,-1-5 1 16,1 3-20-16,1-1-15 0,-2-1-24 0,1-3-24 16,-1-6-29-16,0 13-23 0,0-8-32 0,0-5-34 15,0 0-25-15,-1 10-40 0,1-10-188 0,0 0-468 0,0 0 208 16</inkml:trace>
  <inkml:trace contextRef="#ctx0" brushRef="#br0" timeOffset="100905.5">15535 10646 93 0,'0'0'171'16,"1"-5"-13"-16,-1 5-6 0,12-5-5 0,-2 1-13 15,1 3-12-15,2-1-10 0,6-1-10 0,-1 1-13 16,3 0-24-16,3 0-30 0,4 2-51 0,-1 0-34 15,-6-1-51-15,-2 2-102 0,1-2-219 0,-2 1 98 16</inkml:trace>
  <inkml:trace contextRef="#ctx0" brushRef="#br0" timeOffset="101418.29">15928 10623 123 0,'0'0'240'0,"-6"-8"-15"0,1 6-12 0,5 2-18 16,-12 0-14-16,12 0-8 0,-11 9-15 16,3-2-4-16,0 3-20 0,0 0-10 0,0 6-12 15,1-2-7-15,2 1-15 0,3-1-5 0,-2-2-11 16,4 5-4-16,0-5-5 0,4 0-5 0,-1 0-6 0,4-3 0 15,-1 3-9-15,3-6 2 0,3 3-9 0,-2-4 4 16,0-1-9-16,4-1-1 0,-3-5-3 16,1 2 7-16,0-3-3 0,1 1-5 0,-1-3 9 15,0-1-3-15,-1-3-7 0,2-3 2 0,-4 3-5 0,0-2 8 16,-3 0-12-16,1-1 5 0,-2-4-5 0,-2-2-3 16,-2 0-3-16,-4 0 0 0,-1 2-2 0,-3 0 1 15,0 2-7-15,-3-1 0 0,0 3-15 0,-3 2-16 16,0 3-15-16,-1 0-26 0,-5 4-22 0,1 3-25 15,-1 2-24-15,-1 4-30 0,3 2-31 0,0 1-39 16,-1 2-147-16,4 1-416 0,2 2 184 0</inkml:trace>
  <inkml:trace contextRef="#ctx0" brushRef="#br0" timeOffset="101803.67">16078 10868 63 0,'8'-6'229'0,"-3"1"-9"0,5-2-1 0,-1-1-10 16,-3-1-16-16,3 0-9 0,0-4-11 0,-1 5-8 16,-1-3-17-16,1 0-9 0,0-2-9 0,-1-1-13 15,2-1-12-15,-2-2-8 0,-1 0-8 0,-2 1-8 16,-2-1-8-16,0-1-6 0,-2 0-5 0,-2 1-5 16,-1 2-11-16,0-1 6 0,-1 5-6 0,2 1-5 15,-3 0-2-15,0 2-4 0,1-1-2 0,0 4-2 16,0-1-4-16,0 1 0 0,4 5-3 0,-4-7 1 0,4 7-11 15,-4-7-3-15,4 7-4 0,0 0-4 16,0 0 0-16,0 0 5 0,0 0 1 0,0 0-6 16,20 0 2-16,-8 1 3 0,1 1-3 0,4-1-1 0,-1 1 0 15,2 0 0-15,-1-1-2 0,-3 3-2 0,-1-1 0 16,-2 0-1-16,-1 1 0 0,-1 0 0 16,0 2-1-16,0 3 2 0,-2-2-5 0,-2 2 7 15,-1 0-4-15,-2 2 3 0,0 0 2 0,-1 2-2 0,0-1 0 16,-2 3 1-16,0 1 1 0,-2 2 0 0,3 0-13 15,-1-1-19-15,-2-2-20 0,2 1-36 0,0 0-35 16,-1-4-40-16,2 1-50 0,0-1-39 0,-2 0-156 16,2-2-439-16,0 0 194 0</inkml:trace>
  <inkml:trace contextRef="#ctx0" brushRef="#br0" timeOffset="102309.43">16487 10632 188 0,'0'0'232'0,"-1"-12"-22"0,1 12-18 16,0 0-6-16,0 0-1 0,0 0 0 0,0 0-15 15,0 0-3-15,-11 21-13 0,10-11-5 0,-2 1-9 16,5 5-12-16,-2 0-13 0,2-3-9 0,3 1-11 16,1-2-8-16,-1-1-6 0,2 1-5 0,1-1-10 15,0-1-4-15,3-4-7 0,-1 1-2 0,2-1-4 16,2-3-5-16,-3-1-6 0,3 0 8 0,-1-2-11 15,0 0-2-15,1-3-5 0,-2-1 1 0,3-6-1 16,-5 5-5-16,-1-1-1 0,-1-4-2 0,-1 1-6 0,0-1 6 16,-3 1-6-16,0-5 1 0,-2 4-5 15,2-2 1-15,-4-2-2 0,1 2 2 0,-1 2-4 16,1 4-1-16,-1 6 1 0,-1-13-2 0,1 13-3 16,1-11 10-16,-1 11-19 0,-2-8 0 0,2 8 0 15,0 0 3-15,0 0 1 0,0 0 2 0,-17 23-1 0,13-17 2 16,2 6-4-16,-1 1 2 0,2-3-3 0,1 2 2 15,1 2 2-15,3-4-3 0,-1 2 4 16,2-2-2-16,1-1 0 0,-1-2 0 0,4 0 2 0,-2-2 3 16,2-4 0-16,5 3 2 0,-4-4-2 0,1-1-2 15,2 0 0-15,-4-2 4 0,3-2 0 16,-1-2-6-16,-1 0 4 0,-3 0 0 0,0-2 0 16,0-1 3-16,-1-2-3 0,-3 1-2 0,1-4 2 0,-4-2 0 15,0 5 0-15,-3 0 3 0,-1-4-4 0,0 5-5 16,0-2-10-16,-1 1-11 0,-1 2-11 0,1 1-10 15,1 3-19-15,-2 1-24 0,2 1-29 0,4 4-25 16,-13-5-19-16,13 5-44 0,0 0-23 0,-13 9-189 16,9-5-452-16,4-4 200 0</inkml:trace>
  <inkml:trace contextRef="#ctx0" brushRef="#br0" timeOffset="103022.01">16984 10571 49 0,'-5'-6'219'0,"0"-1"1"0,0 2-3 0,1 1 3 0,4 4-13 16,-8-7-18-16,8 7-20 0,-9-3-18 0,9 3-10 15,0 0-12-15,-13 10-10 0,9-2 0 0,-2 2-9 16,-5 4-8-16,5-2-7 0,3 2-12 0,-3 3-7 0,4 0-6 16,1 0-7-16,-1-2-9 0,5 2-2 0,-1-6-5 15,2-1-5-15,1 1-4 0,1-3-1 16,0 1-7-16,2-1-3 0,-3-4 2 0,2 0-1 15,0-1-3-15,2-2 0 0,0-1-4 0,1-1-1 0,1-1-1 16,-2-1-1-16,0-4-2 0,0 0 2 16,-1 0-6-16,0 0 3 0,-2-1-5 0,0-1 1 0,5-5-5 15,-8 4 2-15,3-2-5 0,-1 2 6 16,-1-6-7-16,-2 2 4 0,1 5-1 0,0-2 1 0,0 3-2 16,-2 1-4-16,-1 7 4 0,3-11 1 0,-3 11-10 15,1-8 5-15,-1 8-6 0,0 0 2 0,0 0 3 16,0 0 1-16,0 0-2 0,0 0 4 0,-1 27 3 15,1-18 1-15,0 3-5 0,0-3 1 0,1 1 1 16,0-1 5-16,3 2 4 0,-1 1 1 0,2-2 3 16,1-1 2-16,2 0-1 0,-2-1-1 0,3-2 3 15,0-2-2-15,3-1 2 0,-1 0-5 0,1-3 5 16,-1 3-1-16,0-3-7 0,0 0 2 0,-2-3 0 16,0 0-1-16,2-1 2 0,-3 0 3 0,-3-1-7 15,2-3 4-15,-2 2-4 0,0-3-4 0,-1 0 12 16,-3-1-10-16,1-1-5 0,-2-3-1 0,-1 4-1 15,-1-2-3-15,-5-5 1 0,2 5-5 0,-3-1 4 16,-3-1-1-16,0 0 0 0,0 6 0 0,1-2 0 16,0 2 2-16,-2 2-1 0,2-2-1 0,-3 4 1 15,6 1-1-15,0 0-2 0,1-1-2 0,-2 1 3 16,8 3 6-16,0 0-8 0,0 0 0 0,0 0-2 16,0 0 8-16,0 0 1 0,0 0 1 0,36 13-3 15,-16-9 1-15,10-2-2 0,-2 0 4 0,-1 1-1 16,1-5-1-16,-8 2 3 0,1 0-2 0,-3 0-2 0,-4 2 2 15,-2-4-3-15,-1 4-5 0,-4 0 0 16,2 1 3-16,-2-1-2 0,-1 3 8 0,-2-1 3 16,0 4 6-16,0 1 6 0,0-1 4 0,-3 2 0 0,0 0-1 15,0 1-1-15,2 1-3 0,-3 0-1 16,-3 0 0-16,3 0 2 0,0 1-2 0,3-2-4 16,-2 3-9-16,-1-2-26 0,1 0-27 0,1-2-34 15,0-1-25-15,1 1-31 0,1 0-32 0,1-2-27 0,1 0-26 16,2-5-22-16,-2 0-10 0,2 1-137 0,-2-1-425 15,7-2 188-15</inkml:trace>
  <inkml:trace contextRef="#ctx0" brushRef="#br0" timeOffset="103431.45">17656 10671 92 0,'3'-16'185'0,"-1"0"7"16,1 4 8-16,-6 0-3 0,3 1-10 0,-4 0 4 16,2 3-5-16,-2-2-3 0,0 2-13 0,-2 0-9 15,2 4-16-15,4 4-4 0,-13-5-4 0,4 2-13 16,9 3-5-16,-21 10-1 0,6-3-12 0,1 1-3 15,2 3-4-15,-4 3-11 0,5 1-10 0,0-1-4 16,0 2-11-16,3-2-5 0,3 1-7 0,3 0 0 16,-1-4-8-16,4 1-2 0,2-1-5 0,1-1-2 15,1 0-2-15,5-3-3 0,4 2 0 0,3-2-1 16,-6-5-5-16,2 0-6 0,5-2-7 0,-1-3-11 16,-3 0 13-16,-1 0-18 0,-1-2 0 0,0-3 3 15,-2 0-5-15,1-1-6 0,2-2 5 0,1-3 0 16,-2-2 2-16,-3 1-3 0,-2-2 1 0,-2-2 1 15,1 0 1-15,-6-2 4 0,0-3-4 0,-3-2 2 16,2 2 3-16,-3-1-4 0,3 1 6 0,-2 0-4 16,-2 4 3-16,5 1-2 0,-1 3 17 0,-3 0 7 15,1 5 12-15,3 2 0 0,-1 2 13 0,1 7-6 16,-2-12-5-16,2 12-5 0,0 0-5 0,0 0-2 16,0 0 4-16,0 0 3 0,-2 26-12 0,2-7 24 0,-2 5-24 15,0 3-6-15,1-1 11 0,-2 0 1 16,3 0-9-16,-1 0 3 0,-1-7-8 0,2 8 6 15,-4 0-12-15,4 0-22 0,0-8-30 0,0 5-32 0,-1-6-50 16,1 1-48-16,0-2-50 0,1-4-64 0,-1 2-256 16,0-4-594-16,2-1 262 0</inkml:trace>
  <inkml:trace contextRef="#ctx0" brushRef="#br0" timeOffset="103866.29">18080 10420 35 0,'-1'-16'298'0,"0"-2"-15"0,-2 7-9 0,3 5-12 15,-1-1-22-15,1 7-30 0,-1-9-22 0,1 9-16 16,0 0-17-16,0 0-10 0,0 0-11 0,0 36-8 16,1-17-10-16,0 10-12 0,1-2-6 0,0 1-8 15,-1-1-5-15,1 1-7 0,-2-1-4 0,2-4-15 16,-2 3 6-16,2-7-11 0,-2-3 2 0,0-2-10 15,0-1-2-15,-2-2-5 0,1-2 0 0,1 0-4 16,0-2-7-16,0-7 3 0,0 11-6 0,0-11 9 16,-1 8 9-16,1-8 1 0,0 0 7 0,0 0-13 15,0 0-3-15,0 0-6 0,0 0-9 0,0 0 1 16,0 0-6-16,12-20-1 0,-4 10-12 0,4-1-4 16,3-2 4-16,-2 0-10 0,3 4-3 0,0 1 6 15,-1 1-4-15,-2 3-3 0,-4 0-1 0,2 2 4 16,-1 0-1-16,0 2-1 0,-10 0 0 0,16 4 2 15,-11 1-4-15,2-1 4 0,-5 1-1 0,-2-5 1 16,4 10 4-16,-4-2 5 0,-1 3 8 0,-3-1 0 16,-1-1 0-16,-2-1 2 0,0 2-1 0,-2-3 4 15,-2 2-2-15,1-2-3 0,0-1-1 0,1-1-14 16,0-1-22-16,0 1-31 0,3-1-27 0,-1-3-31 0,7-1-39 16,-10 6-42-16,10-6-56 0,-5 2-254 15,5-2-550-15,0 0 243 0</inkml:trace>
  <inkml:trace contextRef="#ctx0" brushRef="#br0" timeOffset="104046.16">18392 10601 171 0,'4'-6'269'0,"0"1"-17"0,1 1-18 16,-5 4-13-16,5-8-25 0,-5 8-13 0,0 0 9 0,0 0 0 16,0 0-13-16,12 12 4 0,-11-5-33 0,0 4-14 15,1-1-9-15,-1 1-11 0,-1 2-7 0,1-2-12 16,-1 4-7-16,1 1-15 0,-2-3-29 0,1-3-33 15,-1 2-46-15,0-2-34 0,-2 3-59 0,0-1-50 16,2-4-47-16,-1 2-212 0,0-4-471 0,-2-1 210 16</inkml:trace>
  <inkml:trace contextRef="#ctx0" brushRef="#br0" timeOffset="104208.28">18414 10415 67 0,'0'0'138'0,"-1"-8"-28"16,1 8-17-16,0 0-25 0,0 0-7 0,0 0-54 15,6 21-47-15,-2-10-44 0,1 0-91 0,6 3 40 16</inkml:trace>
  <inkml:trace contextRef="#ctx0" brushRef="#br0" timeOffset="104985.56">18654 10545 65 0,'0'0'241'0,"0"0"-7"0,0 0-14 16,-11-15-13-16,11 15-17 0,-12-2-13 16,4 2-10-16,8 0-11 0,-19 4-11 0,10 0 4 0,-1 2-10 15,-1 3-6-15,-2 2-10 0,2 2-16 0,3-5 0 16,0 10-7-16,2-5-6 0,-3 2-7 0,5-3-10 16,0-2-7-16,2 1-5 0,2-1-6 0,0 1-6 15,2-2-4-15,2 0-3 0,-1-5-9 0,2 2 2 16,1-3-3-16,0 0-3 0,6-3-9 0,1-2 2 15,-1-2-1-15,5 0-5 0,-7-2-5 0,1-1 3 16,-1 0-4-16,0 1-2 0,-2-3 2 0,1 2-6 16,-1-4 1-16,0 0 1 0,-1 1-1 0,-3 1-2 15,2-3-1-15,-2 1-1 0,-2 0 3 0,-2 0 0 16,1 0-4-16,2 1-7 0,-3 1 2 0,0 9 2 16,1-13 3-16,-1 13-7 0,-2-8 2 0,2 8-3 15,0 0-7-15,0 0 4 0,0 0 3 0,0 0 13 16,0 0-4-16,0 0 5 0,-7 23 4 0,6-12 2 15,0-2-3-15,-2 2-1 0,2 0 9 0,1 0 5 16,1-2-13-16,3-2 3 0,0 2 9 0,0-2-6 16,2 2 0-16,-1-5 3 0,5 1-1 0,-3-1-2 15,1-2 2-15,-1 0-1 0,5-2 0 0,-1 0-1 16,0-2-3-16,-3 1-2 0,-8 1-2 0,16-8 3 16,-9 3-4-16,2-2-1 0,-2-1-3 0,-2 1 3 15,0 0-2-15,0-3 0 0,-1 2-1 0,0-1-2 0,-3-2-6 16,0 1 0-16,-1 1-3 0,0 0-2 15,0 9 2-15,1-14-2 0,-1 14-2 0,-2-11 1 16,2 11-6-16,0 0-5 0,1-5 1 0,-1 5 6 16,0 0 1-16,0 0 2 0,0 0 3 0,-2 30-6 0,0-19 0 15,2 2 6-15,-2-1-3 0,1 5 7 0,1 1-3 16,0-5 0-16,1 3 2 0,-1 2 2 16,-1-5-1-16,2 1-4 0,1 1 4 0,-2-3 1 0,0 0 0 15,-3-7-4-15,3-5 5 0,0 15 3 0,-2-9 0 16,2-6 0-16,-1 8 6 0,1-8 0 0,0 0-1 15,-2 6-5-15,2-6 3 0,0 0-1 0,0 0-4 16,0 0-10-16,0 0-3 0,0 0-7 0,0 0-4 16,0 0-6-16,11-26 2 0,-2 19-1 0,0 0 1 15,6-7 1-15,-1 2 3 0,3 2 8 0,-2-2-7 16,3 0 1-16,-2-1 0 0,0 0 6 0,-2 3 8 16,0-3-11-16,-1 0 6 0,0 0 1 0,-6 3 0 15,-1 2 3-15,-1-3 6 0,-1 2-1 0,-2 0 5 16,-1 3 3-16,-1 6 4 0,-1-11-1 0,1 11 0 15,0 0-3-15,-6-8 1 0,6 8-1 0,-12 0-1 0,12 0 4 16,-16 9 0-16,7-1 14 0,0-2-10 16,-1 2-1-16,2 4 1 0,1-5-5 0,0 2 2 15,0 1-1-15,4 0 0 0,-1 0-23 0,4 0-18 16,1-2-26-16,3 3-39 0,3-3-36 0,1 0-48 16,5-5-34-16,6 3-39 0,-1-2-215 0,1-1-508 15,4-2 225-15</inkml:trace>
  <inkml:trace contextRef="#ctx0" brushRef="#br0" timeOffset="105370.98">19242 10607 117 0,'3'-7'207'0,"-2"0"9"16,0 0 5-16,-1 7-7 0,-1-12 3 15,1 12-9-15,-4-9-12 0,4 9-11 0,-10-7-12 16,4 7-7-16,6 0-4 0,-15 2-7 0,3 5-6 0,0-2-1 16,1 5-6-16,-3-1-6 0,1 4-27 0,3-2-11 15,2 0-6-15,2-2-8 0,2 2-10 0,2-1 10 16,2 1-25-16,3 0-7 0,1-3 3 15,2 2-6-15,2-3-2 0,3-1-1 0,0-2-10 0,3 1 0 16,-2-3-11-16,4-1-17 0,-5-3 4 0,1 1-1 16,-1-4-5-16,1 0-3 0,-2-2 0 0,1 2 4 15,-3-4-8-15,0 0 4 0,1-2-3 16,-2-2 3-16,-1-2-1 0,-3 0-2 0,0-1 3 0,0-1-3 16,0 1-2-16,0-4-2 0,-1 1 5 0,0 0 2 15,1-7-1-15,0 7 1 0,0-2-5 0,-2 3 1 16,0 3 15-16,1 1 11 0,-1 4 12 0,-1 0 25 15,0 4 3-15,0 6-2 0,0-11-11 0,0 11-7 16,0 0-5-16,0 0 13 0,0 0-12 0,0 0 6 16,-12 32-7-16,5-14-5 0,-1 4 4 0,0 1-10 15,1 2-1-15,0 1 2 0,1 0-6 0,1-3 0 16,0 5-7-16,1-3-31 0,2-7-36 0,1 9-49 16,0-1-50-16,-3-1-63 0,-2 1-70 0,5-7-83 15,-5 5-245-15,0-7-661 0,-6 0 294 0</inkml:trace>
  <inkml:trace contextRef="#ctx0" brushRef="#br0" timeOffset="106143.69">15733 11955 27 0,'0'0'209'0,"-7"-6"-1"16,7 6-3-16,-5-8 1 0,5 8-6 15,-4-4-8-15,4 4-9 0,0 0-17 0,0 0-20 0,0 0-10 16,0 0-17-16,-5-7-12 0,5 7-5 15,0 0-15-15,0 0-7 0,0 0 4 0,0 0-1 16,-4 27 12-16,1-15-2 0,0 5-7 0,-1 8-4 0,-2-6-3 16,1 5 3-16,-4 7 1 0,2-6-11 0,1 1-7 15,0 0-3-15,-1-1-3 0,2 2-6 0,1-8-6 16,1 2-3-16,2 3 1 0,1-5-10 0,1-2 0 16,2 2-6-16,1 1-12 0,0-2-20 0,0-1-29 15,2 0-26-15,-2-5-36 0,0 0-39 0,0 0-51 16,-1-3-43-16,-1 0-42 0,2-3-182 0,-4 0-488 15,0-6 216-15</inkml:trace>
  <inkml:trace contextRef="#ctx0" brushRef="#br0" timeOffset="106546.34">15678 11911 80 0,'24'-17'205'0,"2"5"-6"0,0 3-11 0,-1 1-16 16,-6 8-15-16,0 0-5 0,-1 6-4 0,-2 1-5 16,-1 1-11-16,0 3-11 0,-6 3-13 0,-1 1-9 0,-3 3-7 15,-3 0-3-15,-3 0-9 0,-3-1-5 16,-2 2-9-16,-2-2-6 0,-6 4-4 0,-4 0-3 16,3-7-5-16,-6 4-6 0,3-7-3 0,-4 0-3 15,3-1-2-15,0-3-1 0,0-2-2 0,3 0-2 0,3-3-2 16,-1-2 6-16,3-2 0 0,0 1 3 15,2 0-3-15,1-2-3 0,8 3-2 0,-14-5 2 16,9 3-3-16,5 2 9 0,-7-3-11 0,7 3 0 16,-6-4-8-16,6 4-2 0,0 0-3 0,0 0-1 0,0 0 1 15,0 0 0-15,29 7-1 0,-18-2-3 16,7 2 4-16,-3 2-3 0,3 1 3 0,0-3 1 16,3 3-2-16,1 5-3 0,2-3 4 0,-7-1 2 15,3 0-8-15,0 4 3 0,-1-5-7 0,4 4-16 0,-10-3-28 16,5-2-19-16,-4 2-35 0,1-3-38 0,-1 3-29 15,-3-8-19-15,-1 5-8 0,0-3-6 0,3-1-6 16,-3-1-3-16,-1 1-104 0,-1-2-334 16,-1 1 147-16</inkml:trace>
  <inkml:trace contextRef="#ctx0" brushRef="#br0" timeOffset="106846.34">16066 12373 456 0,'0'0'9'0,"5"3"21"0,-5-3 18 16,0 0 8-16,0 0 13 0,0 0 3 0,0 0 13 16,0 0 9-16,0 0 14 0,0 0 11 0,0 0-2 15,0 0-4-15,0 0 0 0,0 0-6 0,0 0-6 16,2-19 1-16,3 12-3 0,1 0 0 0,4 0-2 15,1-1 5-15,0-4 2 0,2 0-3 0,0-2-2 16,2-1-1-16,-1-1 0 0,0 2-8 16,-2 1-7-16,1-4-7 0,-3 0 3 0,0 0-5 0,-4-2-1 15,1 3-6-15,-2-1 14 0,-5 1-22 0,1 3 1 16,-1 2-5-16,-1 0-3 0,-3-1-7 0,0 4 1 16,0 2-5-16,0 0-5 0,4 6-7 0,-11-5-3 15,-2 7-1-15,2 5-2 0,-6 3-5 0,2 2 0 16,-6 9-3-16,1-1-1 0,3 2-1 0,6 1-2 15,2-6-3-15,4 0 4 0,2 2-4 0,3 0-2 16,1-3-3-16,6 2-14 0,2-2-15 0,1 1-9 16,1-5-17-16,6 0-22 0,-2-3-22 0,3 0-30 15,1-3-26-15,-1 1-23 0,3-2-26 0,-3 0-17 16,1-2-9-16,0-2-5 0,-1 1-155 0,-4-4-418 16,3 0 186-16</inkml:trace>
  <inkml:trace contextRef="#ctx0" brushRef="#br0" timeOffset="107149.03">16420 12241 64 0,'0'-11'157'16,"2"0"11"-16,-4 3 20 0,2-2 5 0,2 1 4 16,-2 9 4-16,-2-11-2 0,2 11-11 0,-1-10-17 0,1 10-22 15,0 0-15-15,1-8-20 0,-1 8-5 0,0 0-4 16,0 0-7-16,16 24-8 0,-13-13-1 16,4 4-2-16,-3-3-12 0,2 2-3 0,0 3-6 15,1 0-5-15,-1-3-4 0,2 0-6 0,0 1 1 0,2-1-5 16,-1-5 5-16,-4 2-13 0,1-4-4 0,2 0-1 15,-2-2-3-15,-1 2 7 0,1-4 7 0,0 0-1 16,1-2 2-16,-7-1 0 0,13-5 2 16,-5 3-2-16,1-3 6 0,-1-4 5 0,1 1-20 0,-2-1-1 15,2-3 0-15,0-3 0 0,-1 0-9 0,2-2 4 16,-2-3-11-16,-1 3 6 0,2-7-4 0,0-1-1 16,0-2-14-16,2 2-11 0,-3 0-26 0,0 0-16 15,-4 8-15-15,1 0-16 0,-4 6-28 0,1 4-51 16,-1 0-54-16,-1 7-59 0,-1-12-37 0,1 12-166 15,0 0-511-15,0 0 226 0</inkml:trace>
  <inkml:trace contextRef="#ctx0" brushRef="#br0" timeOffset="108275.97">16782 12299 70 0,'14'-4'217'0,"-8"3"-5"0,2-2-3 0,-8 3-6 15,14-6-12-15,-6 2-5 0,1-2-4 0,0 2 0 16,0-4-16-16,1 1-4 0,-2 0-6 0,-2-1-12 16,0-1-5-16,-1 0-3 0,0 1-8 0,1-2-7 15,-6 1-11-15,1-1-11 0,0 1-3 0,0 0-14 16,-1 9-4-16,-2-13-11 0,-2 7-2 0,4 6-10 16,-9-9-5-16,2 6-3 0,0 1-11 0,7 2-4 15,-14 1-2-15,3 3-8 0,2 2 3 0,-4 3-7 16,0 1-1-16,0 3 0 0,6-2-4 0,-2 1-6 15,4 5 4-15,-2-3-4 0,3 3 1 0,2-5-7 16,2 2 8-16,0-2 2 0,3 0 0 0,1 0-6 16,3-2 11-16,2-1-3 0,3 1-1 0,-1-1 5 15,4-1-6-15,-3-3 0 0,5-1 3 0,-4-1 3 0,5-1-2 16,-1-1 0-16,2-1-9 0,0-1 1 0,3-1 0 16,-3-3 4-16,-1 3-2 0,1-3 0 15,-2-2 1-15,1 0 1 0,-1-3-4 0,-4 1 0 16,-4 2-2-16,4-5-3 0,-3 1 4 0,1-3-3 0,-4-1-1 15,1 0-3-15,-7 4-1 0,3-6-3 0,-4 2-3 16,-3-2 2-16,-1-1-2 0,-1 2-2 0,-2 3 3 16,0-3-5-16,-2 3 1 0,2 4 6 15,-2-1 2-15,0 3 2 0,0 0 6 0,-1 1-10 0,2 0 1 16,2 5 0-16,-1-3-3 0,7 4 2 0,-10-5-2 16,10 5-1-16,-8-2 2 0,8 2-3 0,0 0 7 15,0 0 1-15,0 0 3 0,0 0 0 0,0 0-2 16,34 3 5-16,-13-1-11 0,1-4 7 0,-1 1 1 15,7 1 3-15,-8-1-10 0,-1 0 5 0,-5 1-2 16,-1 1 0-16,1-1 12 0,-4 4-13 0,2-4 0 16,-6 3 1-16,1 1 1 0,0 2 10 0,0 2 2 15,-1-1-3-15,-5 3 9 0,2 1 2 0,-3 1 4 16,-2-2-6-16,2 3 1 0,-2 4-2 0,-3 1 1 16,2-1-4-16,1-4-2 0,1 1-1 0,-1-2-1 15,0 0 4-15,0 0-5 0,2-1-1 0,0-2 2 16,2-1 4-16,0 1-6 0,0-2 0 0,3-1-1 15,1-1-1-15,-1 0 10 0,3 0-7 0,0-3-3 16,2 2 2-16,0-3 1 0,1 1 1 0,2-4-2 16,-1 1-1-16,-2-3 3 0,1 0-11 0,0-3 4 15,1 1-15-15,-1-2 4 0,-1-4 1 0,3-1-1 16,-4-2-12-16,0 1-1 0,1-5-3 0,-3 3-1 16,0 0-4-16,-1-3 9 0,-1 2 1 0,2-1 4 15,-5 6-4-15,-1 1 3 0,1 1-2 0,-2 0-1 16,0 0 6-16,0 10-1 0,-2-10 1 0,2 10 1 15,-1-10-2-15,1 10 3 0,0 0-4 0,-11 1 2 16,11-1 2-16,-12 11 2 0,6-3 1 0,1 2-3 16,-2 2 7-16,2 4-3 0,3 1-1 0,-1-5 4 15,1 5 1-15,3-1 7 0,-1 2-13 0,1-2 10 0,3 0-6 16,1 0 3-16,-1 0 8 0,1-6-11 0,-1 1 0 16,1 2 6-16,-1-3 7 0,1 1-13 15,-1-2 1-15,-2-1 7 0,0-1 4 0,3-2-11 16,-5-5 7-16,1 11 8 0,-1-11-17 0,1 5-2 15,-1-5 0-15,0 0-6 0,0 0-8 0,-7 9-1 0,7-9 0 16,0 0-5-16,-11 1 4 0,11-1 3 0,0 0 0 16,0 0 3-16,0 0-5 0,0 0-11 0,0 0-3 15,-10-10-2-15,10 10 1 0,0 0 1 0,7-15 7 16,-1 10 2-16,0-1 3 0,3-2 1 0,0 1 5 16,2-2-1-16,1-3 0 0,2 0 3 0,2 0 6 15,-5 0 0-15,4-1 1 0,-3 2-1 16,-2-3 12-16,3-1-1 0,-3 4 2 0,2-5-3 0,-3 6 7 15,-2-6 9-15,-2 7 9 0,1-2 5 0,-4 2 0 16,2 0 2-16,-2 4 5 0,0-3 2 0,-2 8 6 16,1-8-1-16,-1 8-5 0,0 0-5 0,-11-7-1 15,11 7 5-15,-17 4 0 0,5 1 5 0,-2 4 1 16,0 1 1-16,0 2-7 0,3-1-4 0,-2 2 0 16,5 2-3-16,2-5 0 0,1 6-6 0,0-5-6 15,3 0-15-15,1 0-14 0,2 1-28 0,3-3-24 16,3-2-37-16,2-1-49 0,3 0-61 0,6-2-59 15,0 2-239-15,3-3-552 0,0 2 245 0</inkml:trace>
  <inkml:trace contextRef="#ctx0" brushRef="#br0" timeOffset="108923.68">18240 11911 146 0,'2'-10'272'16,"-1"3"-12"-16,0-1-13 0,-1 8-14 0,4-11-24 15,-4 11-17-15,0-7-23 0,0 7-20 0,0 0-19 0,0 0-4 16,0 0-2-16,-6 37-11 0,-1-10-4 15,3 2-6-15,-2 2-9 0,1 1-11 0,-2-2-4 16,4 1-11-16,1-1-1 0,0 1-8 0,2-4-7 16,0 1-1-16,0-4-7 0,0-6-3 0,1-2-3 0,-1-3-5 15,1-2-5-15,-1-2-3 0,0-3-2 16,0-6 4-16,0 10 6 0,0-10 13 0,2 6 7 16,-2-6 4-16,0 0 12 0,0 0-11 0,0 0-4 15,0 0-9-15,0 0 1 0,0 0-4 0,0 0 6 0,11-19-21 16,-6 11 2-16,5-4 4 0,3-2-14 15,-1 0-4-15,2 0-6 0,1 3-4 0,0 0-4 0,1 1-1 16,-2 1-4-16,2 3-2 0,-5 2-5 0,1 1 4 16,-1 1 1-16,-4 0 0 0,1 5-2 0,1 0-1 15,-1 0 1-15,-3 3-2 0,-1-2 3 0,-2 3 1 16,-2 3 3-16,0-2 0 0,-4 3 5 0,-3-1 1 16,0 0 3-16,-7 2 1 0,0 1 4 0,-2-5 0 15,-1 1 0-15,0-2-5 0,6-1 3 0,-6 0-3 16,6-1 2-16,0-3-2 0,-1 2-13 0,1-3-14 15,1 0-28-15,1-1-33 0,9 0-41 0,-14-1-53 16,8-1-49-16,6 2-43 0,-5-7-253 0,5 7-565 16,3-11 251-16</inkml:trace>
  <inkml:trace contextRef="#ctx0" brushRef="#br0" timeOffset="109122.57">18510 12121 132 0,'4'-7'255'0,"0"1"-3"0,-2 2-5 0,-2 4-6 15,6-10-13-15,-6 10-15 0,5-5-22 0,-5 5-19 16,0 0-20-16,6-2-8 0,-6 2-1 0,0 0-6 0,3 13-12 16,-1-6-4-16,0 3-17 0,0 0-12 15,0 2 7-15,0 0-20 0,0 4-8 0,-1 2-4 16,2-5-12-16,-2 2-18 0,2 2-38 0,-3-4-33 16,0-1-31-16,-2-1-41 0,0 3-40 0,-1-4-48 0,2 0-46 15,-3-1-189-15,-1 0-464 0,-1 0 205 16</inkml:trace>
  <inkml:trace contextRef="#ctx0" brushRef="#br0" timeOffset="109287.38">18506 11918 32 0,'0'0'171'16,"0"0"-32"-16,0 0-15 0,0 0-40 0,0 0-35 15,0 0-34-15,0 0-36 0,10 27-79 0,-3-13-106 16,5-1 47-16</inkml:trace>
  <inkml:trace contextRef="#ctx0" brushRef="#br0" timeOffset="110579">18958 12049 160 0,'2'-9'215'0,"-2"9"-2"0,0 0-16 16,-10-14 3-16,3 7-12 0,-2 2-8 0,-2 2-12 15,-2 1-13-15,1 2-8 0,-2 0 2 0,-2 5-7 16,-1 0-1-16,0 3-10 0,1 0-11 0,2 3-5 16,-2 3-12-16,6-1-7 0,-2 3-8 0,5-1-4 15,3 0-10-15,0 1-9 0,3-5 1 0,0 2-8 16,2-3-8-16,4 2 8 0,0-2-17 0,2-1-4 16,3 0-2-16,-1 0 0 0,2-5-5 0,2 0-1 15,0 0 2-15,1-4-3 0,4 0-7 0,-5-2 3 16,-1-1-2-16,0-2-5 0,1-1 0 0,1-3-2 15,-4 2 3-15,-1 0-6 0,-1-2 10 0,-1-1-11 16,1-2 0-16,-2 1-2 0,-2-1 0 0,1-2 0 16,-1-2-4-16,0-1 3 0,0 6-1 0,-3-2-4 15,-1 1 1-15,0 1 2 0,1 1 3 0,-1 1-1 16,0 9-4-16,0-11 0 0,0 11 0 0,-1-9-6 0,1 9-4 16,0 0 5-16,0 0 1 0,0 0 5 0,0 0-4 15,-14 26 6-15,6-10 7 0,1 2 0 16,-1-1 12-16,3 0-17 0,-1 3 6 0,2-1-2 0,0 0 2 15,1 0-1-15,3-2-6 0,-1-5 1 0,3 2 1 16,1-4-4-16,0 1 11 0,1 0-5 0,2-4 8 16,2 0-5-16,2-2-4 0,1-2 12 0,3 0-11 15,3-3-2-15,3-3-5 0,-3-1 0 0,2-1 3 16,-1-2 2-16,-1 0-2 0,-1-2 0 0,-2-1 3 16,2 0-3-16,-5-2 3 0,2 2-9 0,-2-6 7 15,-2 3-4-15,0-2-14 0,0-2 0 0,-2 2-2 16,-1-2 2-16,-2 1-8 0,0-1 3 0,-3 5-3 15,-1 1 8-15,0-1-1 0,-1 3-2 0,1 9 2 16,-1-14-2-16,1 14-5 0,-4-9 3 0,4 9-1 16,-7-2 3-16,7 2 2 0,0 0-3 0,-20 11 6 15,13-3-5-15,1 0 3 0,1 3 1 0,1 1-2 16,-2 4 11-16,2 0-6 0,3-1-3 0,1 0-1 16,1 2 2-16,2-3 15 0,3 2-11 0,0 1-6 15,2-1 7-15,1 0 2 0,1-1-5 0,-1 0 5 16,0-2-6-16,-3-3-2 0,1 1-9 0,-2-3-9 15,-3 0 1-15,2-2 2 0,-2 1-2 0,-1-2 0 16,-1-5-1-16,0 0-2 0,-9 13-5 0,5-11 7 16,4-2-2-16,-11 4-2 0,11-4 3 0,-9 2 3 15,9-2 0-15,-7 0-1 0,7 0-1 0,0 0-7 16,0 0 0-16,-5-9 1 0,5 9 0 0,0 0 3 0,13-16 2 16,-4 9 2-16,2 0 5 0,0 1-1 15,6-4 3-15,-3-2 3 0,9-4 2 0,-6 5 1 16,1 0 1-16,5-5-1 0,-8 5 8 0,3 0 1 0,-5-1 3 15,2-1 3-15,-2 1 3 0,-1-2 2 0,-4 4 1 16,0 1 4-16,-3-1-1 0,-1 1 1 0,1-1 5 16,-2 1-4-16,-3 2 6 0,0 7 0 15,0 0-1-15,-5-15 4 0,5 15 5 0,-7-8-9 0,2 6 0 16,5 2-3-16,-18 3 1 0,9 0 4 0,-1 4-3 16,-3-1 2-16,1 4-1 0,0 1-7 15,3-2 0-15,0 6 5 0,0 0-4 0,0-2 0 0,4-3 0 16,1 1-12-16,3 2-17 0,1-1-27 0,3-2-30 15,3 2-29-15,2-1-29 0,2-4-33 0,5 0-24 16,6 0-12-16,0-1-1 0,7-2-1 0,2 0 7 16,-2-2 16-16,1-2 8 0,-8-1 18 0,2-2 12 15,-3-1 17-15,-2 1 23 0,-1-4 26 0,-2 0 19 16,-2 2 25-16,-3-1 27 0,-2 0 28 0,1-3 14 16,-3 1 16-16,-2-2 17 0,-1 2 9 0,-2-2 8 15,-1 1 3-15,0 9 3 0,-4-13 3 0,0 10-2 16,-1-4 6-16,-2 3-4 0,-1-2-1 0,-3 4-4 15,0 1 9-15,1 2-4 0,-2 1-4 0,0 2-1 16,0 1 3-16,-1 3-5 0,2-2 4 0,2 1-5 16,1 2-12-16,-1 1-7 0,2-1-4 0,1 1-5 15,2-1-5-15,1 2 4 0,1-4-13 0,2 4-2 16,0-4-3-16,4-2-1 0,1 2-8 0,2 0-5 16,-1-3 1-16,6-2-2 0,-1 2 6 0,2-4-10 15,1 1-8-15,-1-4 2 0,-1 0 0 0,1-1-2 0,4-2 12 16,-8-1-16-16,3 1 0 0,-1-6-1 0,-2 3-1 15,0-6 0-15,0 1 2 0,-4-1-1 16,1 0-6-16,-1-1 0 0,-1-2 1 0,-1-1 0 0,-2-6 7 16,0 5-7-16,3-5-1 0,-4-1 1 0,1 1-1 15,-1 0 0-15,0 5-6 0,0 1 5 0,0 2 7 16,0 4 20-16,2 3 13 0,-2 1 4 0,0 3-12 16,0 6 0-16,1-8-8 0,-1 8-2 0,0 0 4 15,0 0-1-15,-3 27 1 0,0-8 2 0,0 6 5 16,-1 1-7-16,-1 3-2 0,1 0 7 15,0 0-6-15,1 0 2 0,-1 0-9 0,1 1-3 0,1-3 3 16,0-1-6-16,1 1 12 0,2-2-43 0,1-6-31 16,-2-1-50-16,-2 1-45 0,1-3-41 0,1 0-61 15,-1-5-51-15,1 0-292 0,0 0-635 0,-1-6 282 16</inkml:trace>
  <inkml:trace contextRef="#ctx0" brushRef="#br0" timeOffset="110755.71">19896 12353 61 0,'6'-6'328'0,"-6"6"-12"0,0 0-18 15,2-6-16-15,-2 6-28 0,0 0-23 0,0 0-30 16,3-8-18-16,-3 8-36 0,0 0-37 0,0 0-34 16,0 0-41-16,0 0-56 0,0 0-60 0,0 0-59 15,0 0-59-15,0 0-149 0,-13-6-375 0,13 6 167 16</inkml:trace>
  <inkml:trace contextRef="#ctx0" brushRef="#br0" timeOffset="113218.89">5991 5192 8 0,'0'0'145'0,"0"0"0"15,0 0-12-15,0 0-1 0,7-1-4 0,-7 1-2 16,0 0-5-16,0 0-4 0,0 0-7 0,0 0-5 16,0 0-3-16,0 0-7 0,0 0-11 0,0 0 0 15,0 0-7-15,0 0-6 0,0 0-3 0,0 0-9 16,0 0-8-16,0 0 0 0,0 0-6 0,0 0-4 16,0 0-6-16,-24 6-5 0,24-6 1 0,-9 2-5 15,9-2 0-15,-12 3-3 0,6-3-4 0,6 0 1 16,-9 3 2-16,9-3-4 0,-11 1 3 15,11-1-3-15,-9 2-1 0,9-2-2 0,-9 1 1 16,9-1-5-16,-8 1 7 0,8-1-1 0,-9 1-1 0,9-1 1 16,0 0 5-16,-9 3-4 0,9-3 5 0,0 0-3 15,0 0 0-15,0 0-1 0,0 0 0 0,0 0-2 16,0 0 0-16,-9 0-3 0,9 0-1 0,0 0-3 16,0 0 0-16,0 0 2 0,0 0 3 0,0 0 2 15,0 0 5-15,26 1-1 0,-14-1 2 0,5-1-5 16,-1 0 2-16,3 1 1 0,-1-2-8 0,0 2 0 15,-2-2 1-15,4 3-3 0,-8-2 0 0,4 1-1 16,-5-1-3-16,2 1-2 0,-2-2-2 0,-2 2-11 16,0-1-11-16,-9 1-13 0,11-1-23 0,-11 1-25 15,9 1-29-15,-9-1-26 0,0 0-23 0,8 3-19 16,-8-3-29-16,0 0-130 0,0 0-363 0,0 0 160 16</inkml:trace>
  <inkml:trace contextRef="#ctx0" brushRef="#br0" timeOffset="113510.68">5991 5106 205 0,'-5'-6'236'0,"5"6"-5"0,-4-7-3 0,4 7-10 15,0 0-33-15,-5-5-12 0,5 5-16 0,0 0-19 16,0 0-12-16,0 0-17 0,0 0-9 0,0 0-11 15,0 0-7-15,0 0-6 0,0 0 7 0,-4 17-4 16,5-5-2-16,2-1-2 0,-3 2 6 0,0 2-11 16,-2 2-2-16,2-1-10 0,2 0-3 0,-1 0 3 15,0 1-1-15,-2-4-4 0,0 0-2 0,1 2-5 16,-2-2-5-16,2-1 0 0,0-1-10 0,-2 3 2 16,-1-2-7-16,1 3-3 0,0-2-28 0,0-3-31 15,-1 2-36-15,-3 0-50 0,1 3-56 0,-2-1-72 16,1 3-216-16,-2-3-506 0,-3 2 224 0</inkml:trace>
  <inkml:trace contextRef="#ctx0" brushRef="#br0" timeOffset="115984.22">9337 6156 30 0,'0'0'147'0,"0"0"-12"0,0 0-5 16,0 0-11-16,0 0-16 0,0 0-5 0,6-2-4 16,-6 2-8-16,0 0-1 0,0 0-1 0,0 0 0 15,0 0-5-15,0 0 6 0,0 0-4 16,0 0-1-16,0 0-7 0,0 0 1 0,0 0-8 0,0 0-8 15,0 0 1-15,0 0-8 0,0 0-3 0,0 0-7 16,0 0-4-16,0 0-3 0,0 0-3 0,0 0-3 16,0 0-3-16,0 0-2 0,0 0-4 0,-17-12 1 15,17 12-6-15,0 0-3 0,-11-1 1 0,11 1-2 16,-9-1-3-16,9 1 4 0,-10 0-3 0,10 0-4 16,-12-2 4-16,12 2-3 0,-13 0 3 0,13 0 6 15,-11 0 0-15,11 0 2 0,-13 2 3 16,5-1 6-16,8-1 2 0,-17-1-3 0,17 1 1 0,-12 1 5 15,7 0 0-15,5-1 3 0,0 0-3 0,-13-1 2 16,13 1-2-16,0 0-1 0,0 0-1 0,-11 1-3 16,11-1-5-16,0 0 1 0,0 0-2 0,0 0 0 15,0 0-1-15,0 0 4 0,0 0 3 0,0 0 0 16,34-4-3-16,-20 3 3 0,3-3-1 0,2 3-3 16,-1 1 0-16,1 0-2 0,0 0-1 0,-2-3-1 15,2 2-3-15,-2-2 4 0,-5 3-5 0,0-2 1 16,1 0 0-16,-2 2 0 0,0 0-6 0,-4-2 0 0,-7 2-2 15,13-1 4-15,-7 1 0 0,-6 0-2 16,8-3 3-16,-8 3-4 0,0 0 2 0,10-1 1 16,-10 1 1-16,0 0 6 0,0 0 0 0,0 0-4 15,0 0 3-15,9 2 3 0,-9-2-2 0,0 0 1 0,0 0-5 16,0 0-4-16,0 0 4 0,0 0-4 16,0 0 0-16,0 0 7 0,0 0-13 0,-28-6 0 15,28 6-2-15,-14 3-2 0,5-2-1 0,0 1 0 16,-1 0-4-16,-4-2-1 0,4 0-1 0,-2 3 3 0,1-3 2 15,0 0-4-15,2 2 3 0,-3-1 0 0,1 3-2 16,2-4 3-16,-2 0 1 0,2 0-1 0,-1 1-1 16,10-1 4-16,-13 0-4 0,13 0 3 15,-13 2 1-15,13-2-2 0,-7 1-1 0,7-1 10 0,0 0-9 16,0 0-1-16,-8 1 0 0,8-1 1 0,0 0 0 16,0 0 1-16,0 0-1 0,0 0 11 0,25-4-7 15,-12 3 4-15,0 1-4 0,0-3 4 16,2 1 0-16,-3 0 0 0,2 2 0 0,-3 0-3 0,1 0 4 15,0-2-2-15,-1 1-2 0,-4 1 0 0,3-2 0 16,-3 0 3-16,-7 2-7 0,10 0 10 0,-10 0-6 16,10-1-2-16,-10 1 1 0,0 0-1 0,9 1-6 15,-9-1-11-15,0 0-12 0,8 1-15 0,-8-1-30 16,0 0-32-16,0 0-31 0,8 3-47 0,-8-3-26 16,5 3-49-16,-5-3-142 0,0 0-433 0,0 0 192 15</inkml:trace>
  <inkml:trace contextRef="#ctx0" brushRef="#br0" timeOffset="117895.79">6292 5366 43 0,'0'0'92'16,"0"0"-9"-16,0 0-2 0,0 0-16 0,0 0-6 15,0 0-7-15,0 0-20 0,0 0-12 0,0 0-13 16,0 0-20-16,0 0-17 0,0 0-53 0,-2 12-87 15,2-12 38-15</inkml:trace>
  <inkml:trace contextRef="#ctx0" brushRef="#br0" timeOffset="126570.21">10519 6083 3 0,'-13'2'115'0,"7"-1"-8"16,6-1 2-16,-12-3-4 0,12 3 5 0,-11 0 0 15,11 0 2-15,0 0-5 0,-13-1 1 0,13 1-14 16,0 0 0-16,-12 0-4 0,12 0-17 0,0 0 3 16,0 0-6-16,-10 0-4 0,10 0-8 0,0 0-1 15,-8-2-10-15,8 2-2 0,0 0-5 0,0 0-1 0,-10-1 1 16,10 1 5-16,0 0-15 0,0 0 3 0,0 0-3 15,0 0-2-15,0 0-1 0,0 0-1 16,0 0-4-16,0 0-3 0,0 0-1 0,0 0 0 16,0 0-1-16,0 0-5 0,0 0 1 0,0 0 1 15,0 0 3-15,0 0 5 0,26 4 0 0,-14-4-4 16,0 2-2-16,1-1-1 0,0-2-1 0,-1 2-5 0,2-2 1 16,1 1 1-16,-2 0-3 0,0-3 3 15,1 3-1-15,-2 0-2 0,-1 0 1 0,2 0-1 16,-3 0-7-16,1 0 5 0,0 0-1 0,-5-2 1 0,-6 2-1 15,15 0 0-15,-8 2-6 0,-7-2-9 0,12-3-13 16,-12 3-9-16,10 0-23 0,-10 0-18 0,0 0-19 16,10-2-24-16,-10 2-25 0,0 0-25 0,0 0-127 15,0 0-316-15,0 0 140 0</inkml:trace>
  <inkml:trace contextRef="#ctx0" brushRef="#br0" timeOffset="126972.97">10569 5961 124 0,'0'0'168'0,"0"0"-2"0,0 0-11 16,-2-10 12-16,2 10-7 0,0 0-9 0,0 0-6 15,-1-10-5-15,1 10-10 0,0 0 15 0,0 0-12 16,0 0-7-16,-1-9-12 0,1 9-12 0,0 0-6 16,0 0-9-16,0 0-9 0,0 0-6 0,0 0-8 15,0 0-5-15,0 0-8 0,0 0-6 0,0 0-7 16,0 0-2-16,0 0-7 0,0 0-6 16,0 0 0-16,0 0-1 0,0 0-2 0,0 0-3 0,0 0 0 15,0 29 0-15,-2-20-1 0,2 2 1 0,-1 0-3 16,0 0 1-16,1 3-1 0,-1 0 4 0,-1-1-3 15,1 3 2-15,1 1 0 0,-1-5 2 0,2 4-5 16,0-5 1-16,1 1-2 0,-1-2 4 0,0 3-2 16,-1-3 0-16,1 2-2 0,1 0-7 0,-1-2-20 15,0 2-19-15,1 0-26 0,-1 0-35 0,0-1-49 16,-1 0-46-16,0 1-41 0,-2 0-175 0,-2-3-439 16,-1 1 194-16</inkml:trace>
  <inkml:trace contextRef="#ctx0" brushRef="#br0" timeOffset="128781.2">13302 5993 114 0,'0'0'117'0,"0"0"-16"0,0 0-4 0,0 0-14 0,0 0-4 16,0 0 5-16,0 0-8 0,0 0-2 0,0 0-4 16,0 0-3-16,0 0 1 0,0 0-2 15,0 0-1-15,0 0-3 0,0 0-4 0,0 0-2 16,0 0-4-16,0 0 0 0,0 0 0 0,0 0-4 16,0 0-6-16,0 0 0 0,0 0-1 0,0 0 2 15,0 0-3-15,0 0 6 0,0 0-3 0,0 0-1 16,0 0-1-16,0 0 0 0,0 0-2 0,0 0-2 15,0 0 2-15,0 0-1 0,0 0-4 0,0 0 1 0,0 0-4 16,0 0 3-16,0 0-3 0,0 0-3 0,0 0 1 16,0 0-4-16,0 0-2 0,0 0 5 0,0 0-5 15,0 0-1-15,0 0 0 0,0 0 5 0,-19-7 2 16,19 7-5-16,0 0 0 0,0 0 4 0,0 0-3 16,0 0-5-16,0 0 5 0,0 0 0 0,0 0-3 15,-10 0 5-15,10 0-5 0,0 0-2 0,0 0 0 16,0 0 2-16,0 0-6 0,0 0 3 0,0 0-3 15,0 0-3-15,0 0 1 0,0 0 0 0,0 0-3 16,0 0-3-16,0 0 4 0,0 0-4 0,0 0 0 16,0 0-1-16,0 0 5 0,0 0 4 0,0 0 1 15,29 3 0-15,-19-1 1 0,3-2 1 0,0 0-2 16,1-2-1-16,-1 2-2 0,0 0 14 0,1 0-8 16,1 0 1-16,1 0-1 0,-3-1 1 0,1-1-3 15,-3 2 1-15,0 0 7 0,-1-2-12 0,2 1-2 16,-5 1 6-16,1 1-6 0,-8-1 1 0,13-2 2 15,-13 2-2-15,8 0 6 0,-8 0 1 0,0 0-1 16,10-1 3-16,-10 1-5 0,0 0 1 0,0 0 10 16,11 0-14-16,-11 0 0 0,0 0 0 0,0 0 0 15,0 0 1-15,0 0 0 0,0 0 0 0,0 0-1 16,0 0-1-16,0 0-2 0,8-2 2 0,-8 2-6 16,0 0 0-16,0 0 1 0,0 0-4 0,0 0 3 15,0 0-18-15,0 0-22 0,0 0-16 0,0 0-31 16,0 0-36-16,0 0-38 0,0 0-33 0,0 0-33 15,0 0-35-15,0 0-183 0,0 0-474 0,0 0 210 16</inkml:trace>
  <inkml:trace contextRef="#ctx0" brushRef="#br0" timeOffset="158477.44">8695 5602 5 0,'0'0'42'15,"0"0"2"-15,0 0-2 0,0 0-2 0,0 0-9 0,0 0 4 16,0 0-6-16,0 0-3 0,0 0-6 0,0 0 3 16,0 0-2-16,0 0-4 0,0 0-1 0,0 0 3 15,0 0-8-15,0 0-4 0,0 0-8 0,0 0-10 16,0 0-3-16,0 0-3 0,0 0-7 0,0 0-37 16,3 5-64-16,-3-5 28 0</inkml:trace>
  <inkml:trace contextRef="#ctx0" brushRef="#br0" timeOffset="160109.91">11606 5628 24 0,'0'0'40'0,"0"0"-3"0,0 0-1 15,0 0-1-15,0 0-2 0,0 0-5 0,0 0-2 16,0 0-4-16,0 0-2 0,0 0 0 0,0 0-6 15,0 0 5-15,0 0 1 0,0 0-9 0,0 0 2 16,0 0 0-16,0 0-4 0,0 0 2 0,0 0-6 16,0 0 2-16,0 0-2 0,0 0 4 0,0 0 3 15,0 0-7-15,0 0 1 0,0 0-2 0,0 0-4 16,0 0 3-16,0 0-3 0,0 0 3 0,0 0-3 16,0 0 7-16,0 0-5 0,0 0-3 0,0 0 3 15,0 0 7-15,0 0-6 0,0 0-6 0,0 0 0 16,0 0 1-16,0 0 4 0,0 0-4 0,0 0 2 15,0 0-1-15,0 0 4 0,0 0 0 0,0 0-6 16,0 0 3-16,0 0-1 0,0 0-2 0,0 0 2 16,0 0-2-16,0 0 3 0,0 0 8 0,0 0-7 0,0 0-2 15,0 0 5-15,0 0-5 0,0 0-3 16,0 0 0-16,0 0 5 0,0 0 0 0,0 0-3 16,0 0 2-16,0 0 0 0,0 0 0 0,0 0 5 15,0 0 4-15,0 0-13 0,0 0 4 0,0 0-4 16,0 0 4-16,0 0-1 0,0 0 1 0,0 0 1 15,0 0-1-15,0 0 2 0,0 0-5 0,0 0 6 16,0 0 1-16,0 0-10 0,0 0 8 0,0 0-1 16,0 0-2-16,0 0 1 0,0 0 0 0,0 0 0 15,0 0 4-15,4 4-8 0,-4-4 4 0,0 0-2 16,0 0-1-16,0 0 3 0,0 0-3 0,0 0 6 0,0 0-1 16,0 0-2-16,0 0 0 0,0 0-2 15,0 0 4-15,0 0-1 0,0 0 0 0,0 0-1 16,0 0-2-16,0 0-1 0,0 0 5 0,0 0-6 15,0 0 4-15,0 0-3 0,0 0 0 0,0 0-1 16,0 0 6-16,0 0-3 0,0 0 0 0,0 0 1 0,0 0-1 16,0 0 0-16,0 0 1 0,0 0-1 15,0 0-3-15,0 0-2 0,0 0-4 0,0 0-1 16,0 0-4-16,0 0-2 0,0 0-3 0,0 0-6 16,0 0-5-16,0 0-4 0,0 0-18 0,0 0-56 15,0 0 25-15</inkml:trace>
  <inkml:trace contextRef="#ctx0" brushRef="#br0" timeOffset="168564.52">8667 5678 24 0,'0'0'12'0,"0"0"-3"16,0 0-6-16,0 0-11 0,0 0-9 0,0 0 3 15</inkml:trace>
  <inkml:trace contextRef="#ctx0" brushRef="#br0" timeOffset="183211.2">7158 5002 33 0,'0'0'45'16,"0"0"-8"-16,0 0 4 0,0 0-11 0,0 0 2 16,-5-4-14-16,5 4-12 0,0 0-10 0,0 0-15 15,0 0-18-15,0 0-40 0,0 0 19 0</inkml:trace>
  <inkml:trace contextRef="#ctx0" brushRef="#br0" timeOffset="-177680.77">7637 4052 51 0,'0'0'72'15,"0"0"-9"-15,0 0 3 0,0 0-3 0,0 0-5 16,0 0-7-16,0 0-1 0,0 0-4 0,0 0-6 15,-4-11 12-15,4 11-14 0,0 0-1 0,0 0-3 0,0 0 2 16,0 0-6-16,-3-7-3 0,3 7 3 16,0 0 1-16,0 0-6 0,0 0-2 0,0 0-4 0,0 0-7 15,0 0 16-15,0 0-3 0,0-10-6 16,0 10-12-16,0 0 7 0,0 0 0 0,0 0-4 16,-1-8 14-16,1 8-2 0,0 0-1 0,0 0-2 15,0 0-2-15,0 0 2 0,0 0 1 0,1-9 0 0,-1 9-5 16,0 0 5-16,0 0-2 0,0 0 2 15,0 0-2-15,0 0 5 0,0 0-10 0,0 0 5 16,0 0-3-16,0 0-2 0,0 0-9 0,-3-8 7 16,3 8-5-16,0 0 0 0,0 0 4 0,0 0-9 15,0 0 4-15,0 0 1 0,0 0-7 0,0 0 7 16,0 0-1-16,0 0 3 0,0 0-12 0,0 0 7 16,0 0-4-16,0 0 2 0,0 0-2 0,0 0-7 15,0 0 9-15,0 0-2 0,0 0-5 0,0 0-4 16,0 0 5-16,0 0 2 0,0 0-1 0,0 0 2 15,0 0 0-15,0 0 2 0,0 0-4 0,0 0 2 0,2 28-2 16,-2-28 16-16,0 10-15 0,3-4 0 16,-1 1 1-16,0 0 3 0,-2-7-7 0,2 13 5 15,-1-5 2-15,1-3-1 0,0 5-5 0,0-3 6 16,-2-7 2-16,0 14-6 0,0-7-6 0,0 3 9 16,1-3 1-16,0 1-2 0,0-1-3 0,-1-7-3 15,7 14 7-15,-6-8-2 0,0 0-4 0,0 2-1 0,2-2 1 16,-2 2 9-16,-1-8-6 0,3 12-2 15,-2-5 0-15,-2 0 5 0,1-7-3 0,0 15-1 16,0-10-4-16,0-5 1 0,-4 14 3 0,3-9 3 16,-2 3 1-16,3-8-1 0,-2 11-4 0,-2-4 6 15,4-7-3-15,-4 10-3 0,2-5 5 0,2-5 2 16,-2 10-4-16,2-10 5 0,-4 10-6 0,4-10 4 0,0 7-10 16,0-7 9-16,0 0 5 0,-1 9-10 15,1-9-6-15,-1 7-13 0,1-7 14 0,0 0 0 16,0 0 1-16,0 0 0 0,0 9 2 0,0-9-2 15,0 0 0-15,0 0 6 0,0 0 0 0,0 0-1 0,0 0 10 16,0 0-11-16,0 0 4 0,0 0 1 0,0 0 2 16,0 0 9-16,0 0 4 0,0 0 0 15,0 0-1-15,0 0 0 0,0 0 0 0,0 0-2 16,0 0 0-16,0 0 9 0,0 0-18 0,1-32 6 16,0 26-6-16,-1 6 6 0,2-12-6 0,-1 5 5 15,-1 7 5-15,1-14-8 0,-1 14 5 0,-1-13-6 16,1 7-3-16,0 6 4 0,0-13-8 0,-1 6-7 15,1 7 2-15,0-15 1 0,0 8 7 0,0 7-1 16,1-17 6-16,-1 12-12 0,0 5 10 0,1-14-1 16,-2 5-11-16,2-1 3 0,-1 10 0 0,0-10 7 15,0 10-3-15,-2-12 0 0,3 5-4 0,-1 7 10 0,0-9 3 16,0 9-2-16,0 0-6 0,0-11-3 16,0 11 1-16,0 0-3 0,0 0 0 0,-1-9 5 15,1 9 0-15,0 0-6 0,0 0 0 0,0 0 1 16,0 0 5-16,0 0-3 0,0 0-5 0,0 0-5 15,0 0 6-15,0 0-5 0,0 0 0 0,0 0-2 16,2 26-7-16,0-19-22 0,-1-1-15 0,-1-6 5 16,0 16-23-16,0-8-5 0,0 0-71 0,0 2-166 15,0 0 74-15</inkml:trace>
  <inkml:trace contextRef="#ctx0" brushRef="#br0" timeOffset="-175116.41">7188 2882 60 0,'0'0'72'0,"0"0"-11"0,0 0-5 16,0 0 10-16,0 0-20 0,0 0 1 0,0 0 14 15,0 0-15-15,0 0 2 0,0 0-12 0,-6-13 3 16,6 13 4-16,0 0-5 0,0 0 0 0,-4-9-1 16,4 9-13-16,0 0-6 0,0 0 10 0,0 0-8 15,-4-5 5-15,4 5-4 0,0 0-7 0,0 0 0 16,0 0-1-16,0 0 9 0,0 0-6 0,0 0 4 16,-4-6-8-16,4 6 6 0,0 0 16 0,0 0-26 15,0 0 3-15,0 0-11 0,0 0 7 0,0 0 5 16,0 0-11-16,0 0 7 0,0 0-8 0,0 0 4 15,0 0-8-15,0 0-4 0,0 0 6 0,0 0 0 16,0 0 5-16,-5 24-1 0,4-19-3 0,-2 5 5 16,0 0 0-16,1 1 3 0,1-1-4 0,-1 1-3 15,0 0 8-15,1 0-10 0,1-1 9 0,-1 3-2 16,1 0 4-16,-2-1-5 0,2-2-6 0,0 3-3 16,-2-3 18-16,3 0-9 0,-2-1-6 0,2 1 0 15,-1-3-1-15,0 2-3 0,0-9-10 0,0 10 25 16,0-10-13-16,0 8 9 0,0-8-2 0,0 0 10 15,0 7 7-15,0-7 8 0,0 0-10 0,0 0 3 16,0 0-1-16,0 0-3 0,0 0 0 0,0 0-5 16,-4-24 9-16,2 15-1 0,2 0-3 0,-2-1 0 15,2 0 1-15,0-1 9 0,2-4-7 0,-2 3-9 16,0 0 6-16,2 3-3 0,-3-2 0 0,1 0 4 16,0 0-9-16,0 0-11 0,3 1 8 0,-2 1 2 15,0 0-4-15,0 1-3 0,1 1 3 0,-2 7 1 16,1-8-1-16,-1 8-9 0,3-9 6 0,-3 9-4 15,2-7 2-15,-2 7 0 0,0 0 21 0,4-6 4 16,-4 6-9-16,9-1 8 0,-9 1-9 0,10 1 0 16,-10-1-3-16,12 5-5 0,-5-2 4 0,0 0-6 15,-1 0 2-15,2 3-1 0,2 0-4 0,-4 0 13 16,1-3-11-16,-1 6 1 0,-1-1-2 0,1 0 2 16,-2-2 0-16,0 0-1 0,-1-1-4 0,1 1 0 15,-4-6-8-15,5 11 2 0,-4-6 1 0,2 1 3 16,-3-6-5-16,1 9 2 0,-1-9 4 0,-1 12-11 15,1-12 3-15,1 7 5 0,-1-7 0 0,0 0 0 16,0 0 0-16,0 9 3 0,0-9-1 0,0 0 5 16,0 0 4-16,0 0-6 0,0 0 6 0,0 0-4 15,0 0 6-15,0 0-7 0,-9-25-1 16,9 15 0-16,0 0 2 0,-1-3-1 0,2 2 2 16,0 2 0-16,1-3 1 0,0 2-3 0,-1 1-3 0,2 0 1 15,1 2-2-15,-2 1-2 0,-2 6 6 0,7-12 1 16,-4 7-4-16,-3 5-6 0,9-7 4 0,-2 4-5 15,-7 3 0-15,13 0 0 0,-13 0 7 16,14 4-6-16,-7-1 4 0,0 1-4 0,-2 1 6 16,3 4-6-16,-3 0 7 0,2 3-3 0,-2-7 14 15,-1 6-13-15,1-2 2 0,-1 4 2 0,0-4-1 0,-1 2 11 16,-1 2-14-16,-1-1-2 0,2-1-7 0,-4 0-2 16,1-1-17-16,0 1-7 0,1-2-27 0,-2 3-7 15,1-3-22-15,0-1-18 0,0-1-89 16,-2 4-218-16,2-11 96 0</inkml:trace>
  <inkml:trace contextRef="#ctx0" brushRef="#br0" timeOffset="-174671.88">7587 2895 13 0,'0'0'134'0,"-6"-6"-8"0,6 6-8 0,-7-8-5 16,5 5-17-16,2 3-8 0,-9-2-11 0,9 2-6 16,0 0-7-16,-17 6-8 0,13-1-7 0,-2 3 1 15,-2 1-16-15,2-1 3 0,-1 1-7 0,2 3 1 16,0-2-6-16,3 0 4 0,-1 2-9 0,-1-2 12 16,2 0-15-16,2 1 3 0,0-11-7 0,0 14 0 15,0-14-7-15,1 10 3 0,-1-10-6 0,6 10 8 16,-6-10-4-16,7 4 0 0,-7-4-1 0,0 0-4 15,0 0 4-15,14 0-3 0,-14 0 0 0,11-7 7 16,-11 7-2-16,8-10-1 0,-4 6-4 0,-2-2 0 16,-2 6 2-16,7-15-1 0,-3 6 1 0,-3 0-1 15,0 2 3-15,3-1 4 0,-4 8 4 0,2-12-2 16,0 7-1-16,-2 5 0 0,1-8-6 0,-1 8 1 16,0 0-8-16,4-7 4 0,-4 7-2 0,0 0 3 15,0 0 0-15,0 0 0 0,5 23 2 0,-5-16-5 16,0-7 16-16,3 28-9 0,-3-12 0 0,0 0 4 15,1 0-3-15,-1 0-3 0,0 1-2 0,1 2 6 16,1-3-5-16,-1-1-1 0,0-3-22 0,-1 0-13 16,3-1-25-16,-2 0-23 0,3 0-31 0,1-2-22 15,-3-2-73-15,1-1-223 0,-1-3 99 0</inkml:trace>
  <inkml:trace contextRef="#ctx0" brushRef="#br0" timeOffset="-174355.12">7685 2947 84 0,'4'-5'113'16,"3"0"-4"-16,0-2 1 0,-1 2-4 0,1 0-2 16,-2-1-2-16,0 2-14 0,0-2-2 0,2 0-3 15,-2 3 15-15,0-3-21 0,-5 6-4 0,9-6-5 16,-6 2-6-16,-3 4-9 0,0 0-5 0,7-4-9 15,-7 4-5-15,0 0-7 0,0 0 0 0,0 0-2 16,5 10-5-16,-5-10-1 0,2 17-2 16,-1-3 6-16,1 1-9 0,-2 10 1 0,0-6 0 15,-2 9 3-15,1-1-4 0,-1 0-2 0,-3 0-1 0,5-2-1 16,-2 1 0-16,-1-5 3 0,-1 2-5 0,2-2 1 16,0 3 1-16,0-5-2 0,-1 0-3 0,1-3-23 15,-2 1-17-15,3 1-16 0,-2-1-22 0,1-5-25 16,-1 3-29-16,0-3-118 0,0-1-264 15,-1-2 117-15</inkml:trace>
  <inkml:trace contextRef="#ctx0" brushRef="#br0" timeOffset="-173851.08">7818 3061 119 0,'-1'5'119'0,"1"-5"-17"16,1 13-9-16,1-7-4 0,0 0-10 0,3 1-12 15,2 1 5-15,3-1-6 0,-2 0-5 0,2-2-2 16,0 0-6-16,3-3-1 0,0-2 0 0,1 1-6 15,-2-2 0-15,2-1 0 0,-3 0 0 0,0-2-3 16,2 1 11-16,-3-2-5 0,2-2 7 0,-3-1-2 16,-2-1 8-16,0-1 2 0,-1 1-1 0,-2-3-7 15,-2 0-6-15,0 1-5 0,-4 0-2 0,1-6-4 16,-1 7-1-16,-3-2-4 0,1 2-2 0,0 1-4 16,-1 2-5-16,0-2-5 0,-1 3-1 0,3 1-13 15,3 5-11-15,-12-5-28 0,12 5-25 16,0 0-23-16,-14 5-34 0,9 1-34 0,-1-1-130 15,1 4-305-15,-1 2 134 0</inkml:trace>
  <inkml:trace contextRef="#ctx0" brushRef="#br0" timeOffset="-173339.85">8144 2936 121 0,'0'0'204'16,"4"-7"-18"-16,-4 7-17 0,0 0-19 0,0 0-19 16,0 0-9-16,0 0-18 0,5-5-9 15,-5 5-12-15,0 0-11 0,14 9-7 0,-9-4-5 16,4 3-1-16,-1 1-11 0,0 1 0 0,-2-2-12 16,2 2 2-16,-3-2-5 0,0 2 0 0,-3 0 0 15,2 0-6-15,0-1-2 0,-4 0-3 0,1-2-1 16,2 3-5-16,-4-3 4 0,1-7-1 0,-3 11 1 15,3-11-8-15,-5 10-8 0,2-7 14 0,3-3-11 16,-9 4 3-16,9-4 1 0,-13 0-8 0,13 0 2 16,-9-2 8-16,9 2-8 0,-8-4 1 0,8 4-1 15,-8-7-4-15,8 7 1 0,-2-10-3 0,2 10-4 16,0-13-4-16,2 4-7 0,3 0 0 0,2-1-4 16,0 2 0-16,4-4-2 0,-1 3 1 0,3-2 0 15,2-1-7-15,-5 4 3 0,-1 0 1 0,5-3 7 16,-1 0-1-16,0 1 1 0,-3 3-1 0,4-1 6 15,-5 0-1-15,-1-1 2 0,-1 1-1 0,1-1 7 16,-1 5 4-16,0-4 6 0,-4 2 7 0,2 5 9 16,-5 1 1-16,5-7 0 0,-5 7-5 0,7-6 1 15,-7 6-8-15,0 0-2 0,3-5 2 0,-3 5-11 16,0 0 4-16,0 0-2 0,0 0 3 0,0 0-1 16,8 16 2-16,-7-9-1 0,1 3-4 0,-2-2-1 15,0 5 1-15,0 2 3 0,0-4 2 0,-1 2-1 16,0 5-13-16,0-6-28 0,-2 3-25 0,3 1-40 15,0-1-30-15,0-2-143 0,-4 0-295 0,3-3 130 16</inkml:trace>
  <inkml:trace contextRef="#ctx0" brushRef="#br0" timeOffset="-173158.9">8319 2755 14 0,'14'1'2'0,"-14"-1"-5"16,0 0-3-16,13 9 1 0</inkml:trace>
  <inkml:trace contextRef="#ctx0" brushRef="#br0" timeOffset="-172929.07">8592 2737 69 0,'0'0'123'0,"0"0"-13"0,0 0-16 0,0 0 8 16,5 14 11-16,-5-4-7 0,-2 6 0 16,0 3 0-16,1 0-8 0,-3 7 0 0,0-1-10 15,1 2-2-15,-3-9-12 0,3 9 0 0,0-1-12 16,0-7-5-16,0 0-6 0,0-2-3 0,0 1-1 15,0-2-8-15,1-3-5 0,1-1-1 0,-1-1-14 0,1 1-28 16,0-6-23-16,-2 6-25 0,6-4-27 16,-3-8-22-16,-4 11-24 0,4-11-107 0,-1 9-256 15,1-9 113-15</inkml:trace>
  <inkml:trace contextRef="#ctx0" brushRef="#br0" timeOffset="-172355.77">8494 2943 87 0,'0'0'87'0,"12"-2"11"0,-2-1-24 0,-1 2-5 15,-9 1-3-15,18 0-3 0,-9-1 3 0,-9 1-9 16,14 1-4-16,-6-1-4 0,-8 0 0 0,14 1-13 16,-9 3 6-16,0-1-5 0,0 0 4 0,1 1-15 15,-6-4 10-15,8 5 3 0,-4 0-14 16,0 0 0-16,0 0-5 0,0 0-3 0,-4-5-3 0,10 8 4 15,-8-4-5-15,2-1 7 0,-4-3-9 0,6 3-2 16,-6-3 5-16,8 5-3 0,-8-5 8 0,9 1 7 16,-9-1 5-16,0 0 0 0,15-6 3 0,-7 0-2 15,0 1 6-15,-3 0 1 0,1-2 5 0,-1 2-7 16,1-3 9-16,-1 2-1 0,-2 0 6 0,0 0-6 16,2 1 2-16,-5 5-4 0,5-11 11 0,-2 7-9 15,-3 4 0-15,0 0-8 0,5-7-6 0,-5 7-5 16,0 0-2-16,2-4-9 0,-2 4 1 0,0 0-10 15,0 0 8-15,4 15-7 0,-1-4 2 0,-2 1 0 16,-1 5-3-16,1 0 1 0,-1 9 0 0,0-1 4 16,0 2-8-16,0 0 6 0,-5 0-7 15,1 0 4-15,2-2 0 0,-3 4-1 0,2-3 4 0,-1-1-4 16,3 1 0-16,0-6-1 0,-3-2 9 0,4 0-7 16,-1 1 1-16,1-1-3 0,-3-1 0 0,1-5-1 15,0 0 2-15,1 1-3 0,0-4 3 0,0-2-5 16,-2 0 5-16,3-7-1 0,-1 11 3 0,1-11 2 15,-2 9-3-15,2-9 2 0,-7 4 0 0,7-4 0 16,-14-3-5-16,14 3-10 0,-21-7-1 0,8 0 2 16,-1-2-4-16,0-1 7 0,1-4-3 0,3-3 1 15,0 2-2-15,2-3 1 0,2-7 1 0,5 1-7 16,-1-4 2-16,8-1-1 0,4 0-5 0,2 0 2 16,5 1-4-16,2-1-3 0,3 1-4 15,2 3-12-15,3 1-10 0,3 3-20 0,-1 4-14 0,2 0-36 16,1-1-38-16,0 2-131 0,-3 2-311 0,3 2 138 15</inkml:trace>
  <inkml:trace contextRef="#ctx0" brushRef="#br0" timeOffset="-120158.85">7918 4772 47 0,'0'0'127'0,"0"0"-17"0,0 0-14 0,0 0-11 16,0 0-2-16,0 0-5 0,0 0-10 0,0 0-5 15,0 0-10-15,0 0-7 0,0 0 7 0,0 0-20 16,0 0-4-16,0 0 0 0,0 0-2 0,0 0-5 15,0 0 2-15,0 0-7 0,0 0-1 0,0 0-5 16,0 0-8-16,0 0 1 0,0 0 9 0,0 0-5 16,0 0-7-16,0 0-5 0,0 0 8 0,0 0-6 15,0 0 14-15,0 0 2 0,0 0 4 16,0 0-13-16,0 0-2 0,0 0-7 0,0 0 5 0,0 0 5 16,0 0-5-16,0 0-2 0,0 0 3 0,0 0 6 15,0 0-11-15,0 0 4 0,0 0-6 0,0 0 10 16,0 0-3-16,0 0 0 0,0 0 6 15,0 0-3-15,-13 6 20 0,13-6-10 0,0 0-1 0,0 0 3 16,0 0 0-16,0 0 1 0,0 0 2 0,0 0 1 16,0 0 6-16,0 0 2 0,0 0-1 0,0 0 0 15,0 0-11-15,0 0 14 0,0 0-1 0,0 0 1 16,0 0 1-16,0 0-6 0,0 0 3 0,0 0-5 16,0 0 1-16,0 0-7 0,0 0-3 0,0 0-3 15,0 0-3-15,0 0 1 0,0 0-1 16,0 0-1-16,0 0-3 0,0 0-6 0,0 0 1 0,0 0-8 15,0 0 1-15,21-3 6 0,-12 5 0 0,1-4-8 16,1 2 7-16,3-1-3 0,-1 0 3 0,2 1 0 16,2-3 2-16,1 3-3 0,-1-1 6 15,1-1-7-15,-6 1 6 0,2-1-2 0,3 2-1 16,-4-1-2-16,-2-2 6 0,1 0-3 0,-3 1-6 0,-2 0 7 16,-7 2 0-16,13-2 1 0,-7 1 3 0,-6 1-5 15,11 0 0-15,-11 0 0 0,9 0 3 0,-9 0-3 16,10-3-1-16,-10 3 1 0,8-2-1 0,-8 2 7 15,10 0-3-15,-10 0 1 0,0 0-7 0,0 0-13 16,9-4-6-16,-9 4-13 0,0 0-7 0,0 0-16 16,0 0-16-16,9-1-8 0,-9 1-12 15,0 0-1-15,0 0 0 0,0 0-7 0,0 0 0 16,11 1-60-16,-11-1-175 0,0 0 77 0</inkml:trace>
  <inkml:trace contextRef="#ctx0" brushRef="#br0" timeOffset="-119578.65">8052 4641 50 0,'0'0'115'0,"0"-8"-5"0,0 8 6 16,3-9-6-16,-3 9-9 0,0 0 1 16,-3-10-6-16,3 10-8 0,0 0-6 0,0 0 2 15,0 0 0-15,0 0-3 0,0 0-5 0,3-8-4 0,-3 8-5 16,0 0-3-16,0 0-5 0,0 0-4 0,0 0 5 16,0 0-2-16,0 0-1 0,0 0-7 0,0 0-2 15,0 0-5-15,0 0 0 0,5-4-14 16,-5 4 4-16,0 0-6 0,0 0-5 0,0 0-1 15,0 0-5-15,0 0-3 0,0 0 3 0,0 0-8 0,0 0 3 16,0 0-10-16,0 0 4 0,0 0 0 0,0 0-1 16,0 0-5-16,0 0 0 0,0 0-2 0,0 0 3 15,-2 28-1-15,1-21 1 0,2 3 2 16,-1 2-6-16,0-1 5 0,-1 1 0 0,0 1-2 16,0-1 7-16,-2 5-6 0,3-1 0 0,-2 0-1 0,0-3 1 15,2-1 4-15,-1 3 0 0,0-3-5 0,1 4-2 16,1-4 3-16,-1-1 1 0,0 1 4 0,0-2-5 15,0 1-5-15,1-2 5 0,-1 1 2 16,0-3 5-16,0 1-4 0,2-1 0 0,-2-7-2 0,-2 10 2 16,2-10-4-16,2 8 3 0,-2-8-3 0,0 8-2 15,0-8 7-15,0 0 1 0,0 0-2 0,0 9 1 16,0-9 1-16,0 0-1 0,0 0 0 0,0 0 1 16,1 5 0-16,-1-5-3 0,0 0 3 0,0 0 0 15,0 0-3-15,0 0 1 0,0 0 1 0,0 0-2 16,0 0 7-16,0 0-15 0,0 0-15 0,0 0-20 15,0 0-21-15,0 0-28 0,0 0-34 0,0 0-34 16,0 0-137-16,0 0-321 0,0 0 142 0</inkml:trace>
  <inkml:trace contextRef="#ctx0" brushRef="#br0" timeOffset="-107418.63">5840 2842 40 0,'-11'-1'82'0,"11"1"-6"0,-8-1 6 16,8 1-14-16,-9-2 8 0,9 2-5 0,-9-1-12 15,9 1 12-15,0 0 1 0,-9-4-2 0,9 4 2 16,0 0-5-16,0 0-6 0,0 0-1 0,-8-1-9 16,8 1-6-16,0 0-5 0,0 0 2 0,0 0-14 15,0 0 5-15,0 0-7 0,0 0-11 0,0 0 0 16,0 0 4-16,0 0-6 0,0 0 3 0,0 0-5 15,0 0-2-15,30 1 8 0,-16-1-5 0,2-3-10 16,4 1-8-16,-1-1-16 0,1 1-9 0,8-1-18 16,-8 0-10-16,2 0-8 0,-1 2-16 0,-2-2-6 15,2-1-5-15,-6 0-60 0,3 1-167 0,-7 1 75 16</inkml:trace>
  <inkml:trace contextRef="#ctx0" brushRef="#br0" timeOffset="-106913.77">5958 2794 90 0,'0'0'107'0,"0"0"-6"15,0 0-14-15,0 0-7 0,0 0-8 0,-8 2-6 16,8-2-11-16,0 0-4 0,0 0-3 0,0 0-14 15,0 0-3-15,0 0-4 0,0 0 1 0,0 11-8 16,0-1 7-16,0 1 2 0,1 2-7 0,-1 5 9 16,2 1-7-16,-4-2-9 0,4 7 6 15,-4-5-8-15,2 5 6 0,2-3-2 0,-2-4-2 0,2 3 2 16,-2-2-2-16,1 1 4 0,-1 2-10 0,5-5 1 16,-3 1 4-16,-1-3-5 0,0 0 4 0,-1-2-8 15,1-1 7-15,-1 0-9 0,0-5 8 0,2 4 4 16,-2-10-13-16,0 11-10 0,0-11 2 0,0 10-6 15,0-10 1-15,-3 5 1 0,3-5-11 0,0 0-5 16,0 0-3-16,-14 6 3 0,14-6 0 0,0 0-7 16,-20-4 4-16,20 4 5 0,-18-6-1 0,10 2 4 15,8 4 6-15,-15-6 1 0,8 3-6 0,7 3 11 16,-10-3-1-16,10 3 2 0,-11-6 10 0,11 6-5 16,0 0 3-16,-9-4 1 0,9 4-2 0,0 0 2 15,0 0-5-15,-9-6-4 0,9 6 5 0,0 0-1 16,0 0 7-16,0 0-14 0,0 0 7 0,0 0 3 15,0 0 2-15,0 0-1 0,0 0-4 16,0 0 5-16,38-1 2 0,-25 1-8 0,1-3-7 16,4-1-14-16,0 1-6 0,0 0-10 0,-2 0-8 15,2-2-3-15,-5 3 0 0,0-4-2 0,-2 3-36 0,0-1-98 16,0-1 44-16</inkml:trace>
  <inkml:trace contextRef="#ctx0" brushRef="#br0" timeOffset="-106547.23">6090 3110 154 0,'6'-14'-26'0,"-6"10"24"0,0 4 9 16,0 0 12-16,0 0 15 0,-3-20 5 0,3 20 9 15,0 0-7-15,0 0-1 0,3-10-12 0,-3 10-1 16,0 0-6-16,0 0-3 0,0 0-2 0,0 0 4 0,0 0 3 16,0 0 2-16,0 0-2 0,0 0 4 0,7 32 6 15,-7-23-4-15,0-1-6 0,2 2-1 16,-6 1-3-16,5-2-2 0,-2-1 9 0,1-8-2 16,-2 13-5-16,2-5 2 0,0-8 14 0,-1 8 2 15,1-8 26-15,-2 9 13 0,2-9 21 0,0 0 10 16,0 0-6-16,-3 5-8 0,3-5-14 0,0 0-5 15,0 0-9-15,0 0-5 0,-8-17-9 0,8 17-5 16,-1-11-7-16,1 11-4 0,0-15-3 0,1 4-15 0,2 1 4 16,-1-5-8-16,2 4-1 0,0 0 0 15,3-1 1-15,-4 2-9 0,4 3-6 0,-4 1-6 16,3-1 2-16,-1 4-9 0,0 0 5 0,-5 3-14 16,11-5-3-16,-11 5 3 0,13 4 1 0,-6 0 3 15,-2-1 3-15,2 1 0 0,0 5 3 0,-1-1 0 16,-1 4 6-16,2-5-4 0,-1 5 3 0,-3-2 0 15,0 2 8-15,1 0-1 0,-1-1-13 0,-2 2 10 16,3 2-13-16,-4-4-16 0,0 1-19 0,0-2-9 16,0 0-28-16,-1-2-19 0,1 1-4 0,0-9-3 15,-3 12-71-15,3-12-202 0,0 0 89 0</inkml:trace>
  <inkml:trace contextRef="#ctx0" brushRef="#br0" timeOffset="-106218.83">6281 3070 92 0,'8'-7'141'0,"2"0"-3"16,-3-2-6-16,0 3 6 0,1-3-10 0,-1 4-2 16,-1-5-2-16,1 3-3 0,-3 2 2 0,0-2-3 15,0 3-3-15,-2-5-9 0,-2 9-7 0,3-10-2 16,-3 10-9-16,3-5-9 0,-3 5-6 0,3-6-9 15,-3 6-8-15,0 0-14 0,0 0-5 0,4-5-11 16,-4 5-6-16,0 0 1 0,0 0-5 0,0 0-3 16,2 32-2-16,-3-15 3 0,0 3 3 0,1 1-7 15,-3 3 0-15,2 2-2 0,0 0 1 0,-1-6-2 16,0 6 2-16,1-9-2 0,1 1-4 0,-2 1-12 16,2 6-1-16,-1-8-10 0,1 1-8 0,-1-2-23 15,0 2-9-15,-2-3-24 0,2 0-21 0,-2-1-29 16,-1-3-12-16,0 0-10 0,-1 1-1 0,-4-3-105 15,3 0-282-15,-3-3 126 0</inkml:trace>
  <inkml:trace contextRef="#ctx0" brushRef="#br0" timeOffset="-106052.84">6278 2898 35 0,'0'0'66'0,"0"0"-14"0,11 3-23 16,-11-3-20-16,12 11-15 0,-5-3-26 0,-2 3-32 15,0 1 14-15</inkml:trace>
  <inkml:trace contextRef="#ctx0" brushRef="#br0" timeOffset="-105747.58">6473 3143 48 0,'4'-3'140'0,"1"-3"1"0,-5 6-10 15,14-13-9-15,-9 3-15 0,0 2-19 0,4-3-3 16,-4 1-2-16,0-2-11 0,-2 3-2 0,0-3 2 0,0 4-4 16,1-3 6-16,-3 2-2 0,-1 3 1 0,0 6-3 15,0-10-1-15,0 10-7 0,3-9-6 16,-3 9-5-16,0 0-4 0,-3-9-7 0,3 9-8 15,0 0-8-15,0 0-2 0,0 0-3 0,0 0-1 16,0 0-3-16,-18 16-7 0,14-6 2 0,-2 1 2 16,1-2-6-16,1 2 3 0,1 0-4 0,1 0-4 15,1 0 2-15,2-1-3 0,-1 0-12 0,1-1-6 16,2 2-8-16,1-1-13 0,2 0-22 0,3-4-28 16,-1 0-9-16,2 1-23 0,2-4-7 0,-1 0-1 15,2 0 4-15,1-2-72 0,-2-1-213 0,2-1 95 16</inkml:trace>
  <inkml:trace contextRef="#ctx0" brushRef="#br0" timeOffset="-105540.45">6722 2971 124 0,'0'0'127'0,"-4"-9"-6"0,4 9-4 0,-3-7-4 16,3 7-23-16,0 0-9 0,0 0-10 0,0 0 2 15,0 0-15-15,-26 10-3 0,18-2-4 0,-2 6-4 16,-3 1-8-16,3-2-3 0,2 4-3 0,2-2 3 0,2-2-16 15,-3 2 10-15,4-1 0 0,0-1-4 16,3-1-16-16,0-1 1 0,1 2-16 0,1-2-10 16,3-1-9-16,0-1-10 0,0-2-31 0,2 0-11 15,3-1-16-15,-3-2-7 0,5-1-67 0,-5-3-178 16,0 2 79-16</inkml:trace>
  <inkml:trace contextRef="#ctx0" brushRef="#br0" timeOffset="-105321.71">6800 2882 100 0,'0'-9'178'0,"-2"1"6"0,2 8-13 0,-1-10-16 15,1 10-17-15,-1-8-10 0,1 8-28 0,0 0-9 16,0 0-12-16,0 0-5 0,0 0-9 0,-1 28-11 16,1-12 3-16,0 9-3 0,-3 2-10 0,-1-8-2 15,4 8-5-15,-2-3 0 0,2 2-1 0,-3-2-6 16,2-3-1-16,-2 4-1 0,3 0-9 0,-2-7-6 15,0-2-17-15,1-3-31 0,0 3-40 0,1-4-29 16,-1-4-29-16,-1 2-21 0,2-3-86 0,-2 1-260 16,2-8 115-16</inkml:trace>
  <inkml:trace contextRef="#ctx0" brushRef="#br0" timeOffset="-105066.27">6786 3049 70 0,'21'-2'82'0,"-10"2"8"0,-11 0-18 0,20-1-5 16,-10 1-6-16,-10 0-3 0,16 0-6 0,-16 0-9 16,13 1-7-16,-13-1 12 0,11 6-12 0,-11-6-7 15,9 7-5-15,-4-4 7 0,-1 3-12 16,-2-1 10-16,2 3-11 0,0-1 3 0,-1 3 2 15,-1-2-4-15,-1 2-1 0,-2 0-1 0,1 0 1 0,0 0-30 16,-1 0-17-16,0-1-14 0,-1 1-24 16,1-4-72-16,-3 1-150 0,2-1 67 0</inkml:trace>
  <inkml:trace contextRef="#ctx0" brushRef="#br0" timeOffset="-104481.24">6967 3109 116 0,'5'-20'159'15,"-5"20"6"-15,2-7-18 0,-2-1-6 0,1 0-15 16,-1 8-14-16,4-10-10 0,-4 10-11 0,2-7-11 16,-2 7-12-16,3-5-3 0,-3 5-9 0,0 0-9 15,7-3-1-15,-7 3-10 0,0 0 2 0,20 10-8 16,-13-6-3-16,1 2-2 0,1 1-7 0,1 7 1 15,-2-5-6-15,0 2-8 0,0-3 0 0,-3 2-16 16,2-2-9-16,-2 1-3 0,0-1-4 0,-1-2-9 16,1-1 2-16,-5-5-8 0,5 6 14 0,-2-3 0 15,-3-3 10-15,5 5 6 0,-5-5 3 0,0 0 2 16,0 0 5-16,0 0 6 0,0 0 4 0,10-11 15 16,-10 11-6-16,1-10 3 0,-1 10 2 0,-1-8 6 15,1 8 6-15,0-11 3 0,0 11-1 0,-2-9 9 16,2 9-3-16,0 0-11 0,0 0 0 0,-3-8-11 15,3 8 0-15,0 0-5 0,0 0-3 0,0 0-1 16,0 0-2-16,0 0 0 0,0 0 2 0,-5 26-5 16,4-16-2-16,2 0 3 0,-2 1-4 0,-2 1 3 15,2 4-8-15,1-4 5 0,-2 3 0 0,2 1-2 16,-2-1-3-16,2-1 2 0,0 1-3 0,-1-2 3 16,-2-1 1-16,1 3-8 0,2-2-4 0,-7 1-15 15,3 2-17-15,-1-2-19 0,1-1-26 0,-2-3-29 16,0 1-16-16,-1 0-112 0,1-1-264 0,-1-4 117 15</inkml:trace>
  <inkml:trace contextRef="#ctx0" brushRef="#br0" timeOffset="-104323.58">7071 3405 59 0,'0'0'185'0,"2"-7"-17"0,-2 7-23 15,0 0-25-15,0 0-36 0,0 0-45 0,1-7-51 16,-1 7-46-16,0 0-64 0,0 0-132 0,0 0 58 16</inkml:trace>
  <inkml:trace contextRef="#ctx0" brushRef="#br0" timeOffset="-99117.16">4662 4474 2 0,'0'0'27'0,"0"0"-3"0,0 0 4 0,0 0-1 15,0 0 5-15,0 0-12 0,-12 1-2 16,12-1 2-16,0 0-6 0,0 0 4 0,0 0-3 0,0 0-3 16,-13 2 2-16,13-2-7 0,0 0 7 0,-11 0-8 15,11 0 8-15,-7 2-3 0,7-2-2 16,0 0 1-16,0 0 4 0,-10 4-7 0,10-4 7 0,0 0-11 16,-10 2 3-16,10-2-3 0,-8 4 6 15,8-4-4-15,-5 3 2 0,5-3-2 0,-8 3-8 0,8-3 4 16,-8 3-1-16,8-3 3 0,-7 8 3 0,3-4-8 15,1 1-1-15,-1 0 3 0,0 0 5 0,0 0-4 16,4-5 3-16,-7 11-2 0,3-3 4 0,0-2-8 16,1 2 3-16,-2-1-2 0,2 0 5 0,1-1 1 15,2-6-8-15,-6 14 4 0,4-7 1 0,1-2-2 16,0 4 5-16,-2-2-6 0,3-7-1 16,-2 13 8-16,0-6-6 0,1 0 0 0,1-7-3 0,-1 14 6 15,1-14 4-15,-1 9-6 0,1-3-3 0,0-6 2 16,-2 10 0-16,2-10 2 0,0 7-2 0,0-7 3 15,2 9 0-15,-2-9 1 0,3 7 1 16,-3-7-3-16,6 7 5 0,-6-7 0 0,8 4 4 0,-3-1-4 16,2-2 6-16,1 1-10 0,1-2 8 0,-1 2-10 15,0-1 7-15,0-1-3 0,2 0 6 0,-10 0-5 16,18-1 0-16,-12-1-4 0,4 0 6 0,-3 1-1 16,1-2-1-16,3-1 5 0,-5 2-5 0,2-2 2 15,0 1 4-15,3-2-4 0,-3 2 0 0,-2-1 2 16,1 0-6-16,-3 0 8 0,-4 4 3 0,8-7-3 15,-4 3 0-15,1-1-4 0,-2-1-2 0,0 0 7 16,-3 6-6-16,5-14 0 0,-4 6 1 0,-1 1-7 16,0 7 8-16,1-14-1 0,1 8-5 0,-2-1 6 15,2-3 1-15,-1 3 1 0,-1 7-4 0,-1-13-5 16,-3 5 4-16,2 1 13 0,2 7-10 0,-4-13 0 16,1 9-2-16,3 4-13 0,-5-12 3 15,3 8 8-15,2 4-8 0,-8-11 4 0,3 6 4 16,5 5-5-16,-8-7-3 0,4 3 5 0,4 4-3 0,-9-7-1 15,4 3-3-15,5 4 5 0,-9-3 0 0,3 0 12 16,6 3-8-16,-12-2-5 0,12 2-3 0,-12 0 7 16,12 0-3-16,-12-2-6 0,12 2 5 0,-13 1-8 15,6 1 5-15,0 1 2 0,7-3 1 0,-11 4-1 16,2 2-1-16,0-2 5 0,1 0 0 0,1 1-3 16,-2 3-5-16,1 0 8 0,2-1-5 15,-1 1-2-15,1 0 6 0,0 1-2 0,0 0-2 0,3 1-7 16,-3-3 15-16,2 5-5 0,-2-3 0 0,5 1-3 15,-3-1 6-15,-1 3-3 0,4-3-5 0,-2 2 2 16,2-2 1-16,0-1 4 0,-1 1-5 0,2-1 3 16,0-8-3-16,2 15-4 0,0-7 6 15,1-1-4-15,-2 0 14 0,3-1-8 0,0-2 5 0,-2 3 0 16,3-2-8-16,0-2 6 0,1 1-11 0,0 2 11 16,3-4-4-16,2 2 0 0,0-3 0 0,3-1 9 15,2 0-6-15,3-1 10 0,1-3-15 0,0 0 10 16,-1 0-2-16,-1-2 4 0,1 1 13 0,-3-1-19 15,0 0-1-15,0-1 11 0,-5 1 4 0,-1 0-8 16,-1 0 12-16,0-3 0 0,-1 1 1 0,-2-1 1 16,-1 1-3-16,2-1 7 0,-4-1-3 15,1 0-7-15,-2-1-6 0,-1-3 4 0,-1 1 1 16,-1 1 0-16,1-1-1 0,-3 2-7 0,-1-1 3 0,-1 1-8 16,0 0-3-16,1 0 7 0,-1 2-6 0,0-2 4 15,0 2 0-15,0 2 10 0,-2-2-15 0,0 1 2 16,2 3-1-16,-2-1-6 0,2 0 4 0,-2 2 3 15,7 4-7-15,-11-6-4 0,6 4 8 0,5 2 1 16,-14-3-7-16,6 2 5 0,8 1-7 0,-16 1 5 16,6 2-4-16,-1 2 8 0,-1-2-1 0,0 4-5 15,-1-1 2-15,-2 2 2 0,2 3 0 0,0-4-4 16,1 6 6-16,-2-3-9 0,2 2 3 0,3-2 0 16,1 0-6-16,0 2 6 0,1-2-6 0,1 1 24 15,-1-3-20-15,2 3-2 0,3 0-2 0,-3-1 7 16,2 1 3-16,0-2-6 0,5 0-4 0,-4-1 10 15,2-8-1-15,0 12-3 0,0-12 2 0,3 12-5 16,0-6-1-16,0 0 21 0,1-3-15 0,1 2 5 16,2-1-6-16,-7-4 17 0,10 6-18 0,-2-3 5 15,-2-2-2-15,-6-1 5 0,14 3-4 0,-5-2 1 16,1-1 3-16,0 0-4 0,2-1-1 0,-1 0 0 16,0-2 4-16,-1 1 0 0,3-3-4 0,-7 2 2 15,3-3 3-15,1 0 7 0,-1-1-9 0,-1-2 9 16,1 1-2-16,-2 0 6 0,-1-1-9 0,-1-1 3 15,0-1 5-15,0-1 5 0,0 2-11 0,-3-1 1 16,1-1 3-16,-2 1 3 0,-1 0 2 0,-2 1-4 16,2-2 1-16,-2-1-2 0,0 3-5 0,-2-1 7 15,2 2-4-15,-2 0-2 0,-1 1-5 0,2 0 8 16,-1 2-2-16,4 6 2 0,-6-11-4 0,3 8-4 16,3 3 3-16,-10-8-5 0,10 8-7 0,-6-5 2 15,6 5-6-15,-12-2-2 0,12 2 8 0,-18 4-9 16,9 0 4-16,-2 2-8 0,-1 1 7 0,1-2 2 15,-2 5-8-15,2 2 3 0,2-2-3 0,-4 2 8 16,5-2-5-16,-1 4 10 0,0-3 0 0,3-1-5 16,-2 0-1-16,4 2 4 0,0 0-5 0,2-1 1 15,1 1 6-15,-2-2-14 0,3 0 6 0,3 0 6 16,-1 0-3-16,1-3 9 0,1 4 1 0,0-3 2 16,2 1-6-16,5-2-7 0,-4-1 10 0,3 1-4 15,0-2 1-15,3-1-1 0,-1 1-4 0,1-3 3 16,0 1 4-16,-1 0 10 0,1-2-10 0,-2 0-1 15,3 1 6-15,-2-2 3 0,2 0-5 0,-3-3 0 16,0 2 5-16,1-3-6 0,-3 0 7 0,2 0 10 16,-3-2-5-16,1 1 6 0,-1-3-3 0,0-1 13 15,-1 1-3-15,-3-1 5 0,0-1-3 0,-1 0-3 16,-2-6 2-16,0 3-3 0,-1 2 1 0,-2-1-3 16,-1-4-4-16,0 6 2 0,0-6-3 0,-4 4-4 15,1 2 0-15,-1-1-7 0,2-1 4 0,0 4 1 16,-4-2-7-16,3 1 3 0,-2 2-5 0,2 0 2 15,-3 2-5-15,3 0 0 0,-1 1-7 0,-1 1-2 16,8 3-15-16,-15-3 13 0,5 5-2 0,1-2-6 16,-1 1 8-16,1 2-7 0,-2 2 3 0,-1 0 0 15,2 1-7-15,-1 1 11 0,1 2 0 0,0-1 1 16,-2 5-4-16,1 1 5 0,1 1-6 0,1-2 4 16,0 2-7-16,0-1 15 0,4 1-7 0,-3 0-1 15,3 0 4-15,1-1-4 0,0-2-5 0,3 0 1 16,-2 0 5-16,2 0-2 0,1-1-8 0,0-2 5 15,3 1 9-15,-1 0 5 0,2-3-12 0,1 1 6 16,1 0-5-16,1-3 3 0,-1 0 4 0,3-1 10 16,3 2-16-16,-1-4 6 0,2-1 4 0,0 1 1 15,0-2-1-15,2-2 8 0,-2 1 8 0,1-1-12 16,-1 2-10-16,4-6 8 0,-5 1-1 0,-2-1 7 16,3 0-3-16,-4-1 15 0,0-2-5 0,0-1 4 15,-3 1-6-15,-1-3 2 0,-1-3 5 0,1-1 6 16,-3 0-7-16,1 1 0 0,-4-2-4 0,1 2 6 15,-4 0-10-15,1-1 2 0,-1 5-3 0,-2-4 1 16,1 4-3-16,-5-3 0 0,4 4-4 0,-2 1 3 16,0 0-3-16,-2 4-1 0,3 0-1 0,-4 1-2 15,1 0-1-15,-1 1-1 0,0 3-4 0,0 2 2 16,1 0-4-16,-1 4 4 0,1 0-27 0,1 1 4 16,0 2-16-16,-1 2-13 0,0 2-10 0,2-2-8 15,0 3-6-15,3 0-63 0,-1 1-158 0,1-3 70 16</inkml:trace>
  <inkml:trace contextRef="#ctx0" brushRef="#br0" timeOffset="-94734.64">5625 4599 30 0,'0'0'37'0,"0"0"-3"0,0 0-12 15,0 0 3-15,0 0 3 0,0 0-4 0,0 0-2 16,0 0-59-16,39-20-41 0,-24 15 18 0</inkml:trace>
  <inkml:trace contextRef="#ctx0" brushRef="#br0" timeOffset="-26363.52">7946 3788 22 0,'0'0'20'0,"0"0"-5"0,0 0 1 0,0 0 6 16,0 0-2-16,0 0 0 0,0 0-12 0,0 0 4 0,0 0 1 16,0 0-4-16,0 0 4 0,0 0-6 0,0 0 2 15,0 0-1-15,0 0 3 0,0 0-4 16,0 0 3-16,0 0-4 0,0 0-1 0,0 0-1 16,0 0 1-16,0 0 1 0,0 0 1 0,0 0-8 15,0 0 8-15,0 0 4 0,27-6-10 0,-27 6 2 16,0 0-1-16,0 0 0 0,8-1-1 0,-8 1-3 0,0 0 4 15,0 0 3-15,0 0-7 0,0 0 6 16,0 0-5-16,7-2 0 0,-7 2 3 0,0 0-6 16,0 0 5-16,0 0 2 0,0 0 0 0,0 0-2 15,0 0-1-15,0 0-1 0,0 0 5 0,0 0-5 16,0 0 3-16,0 0-1 0,0 0-1 0,0 0 5 0,0 0-7 16,0 0 8-16,0 0-6 0,0 0 0 15,0 0-2-15,0 0-4 0,0 0 4 0,0 0 6 16,0 0-2-16,0 0 0 0,0 0 2 0,-23 8 2 15,23-8-11-15,0 0 7 0,-10 2 1 0,10-2-2 16,0 0-4-16,0 0 6 0,-8 0-3 0,8 0 13 16,0 0-10-16,0 0-1 0,0 0-1 0,0 0 0 15,0 0 4-15,-7 2-5 0,7-2 5 0,0 0-5 16,0 0 6-16,0 0-5 0,0 0 4 0,0 0-4 16,0 0 2-16,0 0 3 0,0 0-5 0,0 0 0 15,0 0 1-15,0 0-4 0,0 0-2 0,0 0 6 16,0 0-5-16,0 0 2 0,0 0 6 0,0 0-2 0,0 0-4 15,28 4 4-15,-19-4-4 0,2-2 3 0,2 4-15 16,0-2 15-16,5 0-2 0,-2 1-1 16,4-2 4-16,0 4-5 0,-1-1 7 0,3 2-3 15,0-2 0-15,-2-1-5 0,8 1 7 0,0 0-2 16,-7 1 5-16,7-2-10 0,-1 4 1 0,-2 0-1 16,-3-3 0-16,0-1-14 0,6 1 6 0,0 1 1 15,-1-3-1-15,-7 1-5 0,2-1-4 0,0 0-31 0,-2 2-56 16,2-2 25-16</inkml:trace>
  <inkml:trace contextRef="#ctx0" brushRef="#br0" timeOffset="-25654.27">8824 3853 27 0,'13'2'43'0,"0"0"-9"0,6 0 1 0,1-1-6 0,-2 2 0 16,3-1-7-16,-3 2-2 0,2-4 0 0,-1 2-3 16,0 1 0-16,3-2 1 0,-3 2-12 15,0 0-3-15,1-3 4 0,-5 1-12 0,0 1-14 16,-3-1-7-16,-1 3-21 0,1-4-50 0,-6 3 23 16</inkml:trace>
  <inkml:trace contextRef="#ctx0" brushRef="#br0" timeOffset="-25392.65">8668 3864 39 0,'16'-1'51'0,"4"0"1"0,6-1-3 0,-3 2-7 16,5 2-13-16,-1-2 6 0,-6 0-8 0,1 0-5 15,-2 0-3-15,2 1-1 0,-1-1-5 0,2-1 2 16,-3 2-16-16,-2-1-10 0,2 0-3 0,2-1-18 16,-3 2-28-16,0-2-63 0,-6 2 29 0</inkml:trace>
  <inkml:trace contextRef="#ctx0" brushRef="#br0" timeOffset="-25110.15">8910 3793 40 0,'14'0'39'0,"3"2"-5"0,2 1-1 16,-7-3-8-16,4 0 0 0,-2 0-5 0,0 2-10 15,3 0-6-15,-4-2-9 0,4 2-12 0,-3-1 3 16,0 0-19-16,1 0-35 0,-3 1 16 0</inkml:trace>
  <inkml:trace contextRef="#ctx0" brushRef="#br0" timeOffset="-24740.82">9036 3707 39 0,'0'0'62'16,"0"0"-6"-16,0 0-8 0,0 0 3 0,0 0-10 0,0 0-1 16,0 0-7-16,0 0-1 0,0 0-3 0,0 0 10 15,0 0-15-15,23 10-6 0,-16-7 2 16,0-2 3-16,0 1-6 0,-1 0 2 0,-6-2-8 15,14 5-5-15,-6-2 6 0,-2-1 7 0,1 0-10 16,-2 1 0-16,-5-3-4 0,12 6 3 0,-12-6-1 16,11 9 4-16,-6-5-10 0,-5-4 3 0,9 9 9 15,-9-9-9-15,6 10 6 0,-3-3-5 0,-3-7 1 0,2 13 3 16,-4-1 4-16,2-12-6 0,-5 21-2 16,-3-5 1-16,0 0 1 0,-1-1 0 0,-1 2 2 15,-4 5-12-15,0 3-25 0,-3-1-31 0,-2 5-59 16,-1-3-127-16,-1-1 57 0</inkml:trace>
  <inkml:trace contextRef="#ctx0" brushRef="#br0" timeOffset="-24053.87">7993 4002 14 0,'0'0'38'0,"0"0"-1"0,0 0-2 0,0 0 0 16,0 0-10-16,0 0-1 0,0 0-3 0,0 0-3 0,0 0-1 16,18-1 3-16,-7 2 0 0,8-1-8 0,2 0 4 15,6 3-8-15,1-3 3 0,3 1 4 16,1 0-4-16,1 1-2 0,2-4-2 0,-1 5-2 15,1 0 5-15,4-3-2 0,1 1-2 0,11 0-6 16,0 1 3-16,0 1-1 0,-12-2-4 0,13 2-4 16,-14 0-14-16,14 0-5 0,-14-1-1 0,2 1-32 15,-5 2-64-15,2-5 29 0</inkml:trace>
  <inkml:trace contextRef="#ctx0" brushRef="#br0" timeOffset="-23484.99">8847 3974 8 0,'13'5'38'0,"-3"1"-2"16,0 0-3-16,2-1-1 0,-1 0-8 0,-2 1-2 16,0 1 1-16,0 0-4 0,-2 0 0 0,-2-2-3 15,2 3 8-15,-3 0-2 0,-1-1-15 0,-1 1 7 16,0 2 1-16,-2 1 9 0,-2-1-1 0,0 1-5 16,-5 3-4-16,-1 0-6 0,0 2 12 0,-3-3-6 15,4-2 0-15,-2 2-14 0,0 1-23 0,1-4-14 16,-1 4-35-16,-1-1-77 0,5-4 35 0</inkml:trace>
  <inkml:trace contextRef="#ctx0" brushRef="#br0" timeOffset="7177.99">9775 4568 13 0,'0'0'17'0,"1"11"3"15,2-5 1-15,-2 1 5 0,-1 0-4 0,0 2-3 16,3 1 1-16,-3-4 1 0,1 4-6 0,-2-1 2 16,2 1 5-16,-1-3 1 0,0 3-13 0,0-3 3 15,1 3-1-15,0-2 8 0,-1 2 1 0,2-1-6 16,-1-2 0-16,0 0-1 0,1-1 0 0,-2-6-3 15,1 14 2-15,0-7-1 0,0 1-4 0,-1-8 0 16,2 11 6-16,-2-11 0 0,0 11-7 0,0-11 5 16,0 10-7-16,0-4 3 0,0-6 0 0,0 9 5 15,0-9-9-15,-2 9 4 0,2-9-4 0,0 9 0 16,0-9 3-16,0 9 1 0,0-9-1 0,0 0-1 16,0 10-3-16,0-10 0 0,-1 8 0 15,1-8-1-15,0 0 1 0,0 8-3 0,0-8 3 0,0 0-3 16,0 0 3-16,-2 9 1 0,2-9 0 0,0 0-1 15,-3 6 2-15,3-6-1 0,0 0 2 0,0 0-4 16,0 9 2-16,0-9-1 0,0 0-1 0,0 0 2 16,0 0 3-16,-1 9-7 0,1-9 3 15,0 0 1-15,0 0-3 0,0 0 6 0,0 0-6 0,0 0 1 16,0 0 5-16,0 0 5 0,0 0 1 0,0 0 1 16,0 0 1-16,0 0-4 0,0 0-6 0,0 0-1 15,0 0 1-15,0 0-3 0,0 0-2 0,0 0 2 16,0 0-4-16,0 0-2 0,0 0-3 0,0 0 2 15,0 0-5-15,0 0-3 0,-9-21-3 0,9 21-10 16,0 0-6-16,0 0-21 0,0 0-44 0,0 0-105 16,0 0 48-16</inkml:trace>
  <inkml:trace contextRef="#ctx0" brushRef="#br0" timeOffset="8306.27">9821 4500 11 0,'0'0'24'0,"0"0"0"15,0 0-4-15,12 2 2 0,-12-2-5 0,0 0 2 0,5 8 2 16,-5-8-6-16,3 5 3 0,-3-5-3 0,4 9-2 16,-4-9 4-16,3 7-6 0,-3 0 7 0,1 1 4 15,0-1 0-15,2 3 1 0,-2-1-4 0,2 1 3 16,-2 0-2-16,0 0-1 0,3 2-9 0,-1-2-2 15,1 3 6-15,1-1-5 0,-3-4 6 0,3 9-3 16,-1-6 1-16,0 4 0 0,0 0-3 0,-2-2 6 16,0-3-11-16,-1 2 16 0,0 1-1 0,-1-2-5 15,0 0 0-15,3-1-3 0,-3 1 0 0,-3-2 4 16,2-1-3-16,2 1 1 0,-1-9 1 0,-1 14-5 16,2-9 2-16,-1-5 8 0,-2 12 12 15,2-12-17-15,-2 9-1 0,2-9 3 0,-1 7-3 0,1-7 1 16,0 0-1-16,-2 6-3 0,2-6 3 0,0 0-1 15,0 0-10-15,-3 7 9 0,3-7-7 0,0 0 4 16,0 0-5-16,0 0-2 0,0 0 12 0,0 0-3 16,0 0 3-16,0 0-3 0,0 0 0 15,0 0 7-15,0 0-10 0,0 0-1 0,0 0 5 16,0 0-1-16,0 0-5 0,0 0 7 0,0 0 9 0,0 0-22 16,0 0 6-16,0 0-1 0,0 0 2 0,0 0-6 15,0 0 5-15,0 0 0 0,0 0-1 0,0 0-5 16,0 0-4-16,0 0 5 0,0 0-6 0,-14-10-1 15,14 10-1-15,0 0-5 0,0 0 0 0,-1-9 6 16,1 9 3-16,0 0-7 0,0 0 9 0,-2-10-1 16,2 10-5-16,-1-10 0 0,1 10-9 0,0 0 6 15,1-15 5-15,-1 15 11 0,2-11-17 0,-2 5 4 16,1-1-4-16,-1 7-3 0,2-13 6 16,0 7 3-16,0-1 5 0,-2 7 7 0,4-16-16 15,-1 9-4-15,1-1 4 0,-1 1-9 0,1-1-2 0,4-1 4 16,-3 0 4-16,1 2 2 0,0 0-1 0,0-1 4 15,3 1-2-15,-4-1-4 0,0 2 0 0,4 0 7 16,0 1-1-16,-9 5-6 0,10-11 0 0,-3 7 4 16,-7 4 0-16,14-10-3 0,-5 5 7 15,1 0-1-15,1 0-2 0,-2 0 0 0,3 1 5 16,-12 4 0-16,18-6 3 0,-9 2-3 0,2 2-4 0,1-3 8 16,-3 3-4-16,-9 2-4 0,19-5 1 0,-12 4-5 15,2 1 4-15,0-1-3 0,-9 1-2 0,13-4 1 16,-6 1 3-16,0 0 0 0,-7 3-4 0,13-2 8 15,-9 1-3-15,-4 1 2 0,10-4-1 16,-10 4 4-16,9-3-6 0,-4 1 2 0,-5 2 2 16,0 0 2-16,8-3-3 0,-8 3 6 0,0 0 2 0,5-4-1 15,-5 4 5-15,0 0 0 0,4-5-6 0,-4 5 2 16,0 0-1-16,0 0-2 0,0 0 2 0,0 0 4 16,0 0 12-16,1-8-4 0,-1 8 0 0,0 0-2 15,0 0-1-15,0 0 3 0,0 0-2 16,0 0 1-16,0 0-10 0,0 0 3 0,0 0-1 0,4-7-3 15,-4 7 2-15,0 0 4 0,0 0 0 0,0 0-2 16,0 0-11-16,0 0 4 0,0 0-5 0,0 0 7 16,0 0 0-16,0 0 0 0,0 0-6 0,0 0 5 15,0 0 2-15,0 0 2 0,0 0-6 16,0 0 1-16,-5 27 3 0,3-21-4 0,2-6 1 16,0 13-3-16,-1-6 12 0,0 4-15 0,-2 0 11 0,1 5-6 15,-1 2 5-15,-1-2 2 0,-1 4-1 0,1-1 4 16,-3 5-13-16,3 3 6 0,-3 0 0 0,2-1 5 15,1 2-10-15,-1-2-4 0,-1 1-11 16,0-1-17-16,-1-2-11 0,5-3-9 0,-2 4-40 0,0-6-104 16,1-2 46-16</inkml:trace>
  <inkml:trace contextRef="#ctx0" brushRef="#br0" timeOffset="43088.38">8593 5495 15 0,'0'0'55'0,"0"0"-19"0,0 0-3 0,0 0-15 15,0 0-11-15,0 0-8 0,0 0-14 0,0 0-10 16,0 0-27-16,-7 13 12 0</inkml:trace>
  <inkml:trace contextRef="#ctx0" brushRef="#br0" timeOffset="43776.37">11549 5614 41 0,'0'0'67'0,"0"0"-4"0,0 0 7 15,0 0-6-15,0 0-20 0,0 0-10 0,0 0-7 16,0 0-18-16,0 0-21 0,0 0-24 15,0 0-27-15,0 0-66 0,0 0 29 0</inkml:trace>
  <inkml:trace contextRef="#ctx0" brushRef="#br0" timeOffset="106438.13">10406 5881 24 0,'0'0'21'0,"0"0"-2"0,0 0-3 0,0 0 2 16,0 0-6-16,0 0 1 0,0 0 2 0,0 0-6 15,0 0 1-15,0 0-4 0,0 0-3 0,0 0-9 16,0 0 2-16,0 0-1 0,0 0-6 0,0 0-3 16,0 0-7-16,0 0-23 0,0 0 10 0</inkml:trace>
  <inkml:trace contextRef="#ctx0" brushRef="#br0" timeOffset="123161.83">6447 15198 13 0,'22'-28'107'0,"1"-1"6"15,7-9-1-15,-2-2-12 0,1-1 1 0,0 4-1 16,-2-3-2-16,-7 11-7 0,7-12-7 0,-10 11-5 15,-4 0-8-15,-3-2-3 0,0 4 2 0,-2-1 1 16,-2 1-14-16,-2-1-4 0,-4 4-4 0,-1-1-1 16,-2 10-5-16,-2-2-3 0,-2 1-1 0,-1 3-9 15,0 4 0-15,-5-2-2 0,2 5-6 0,-1 0-1 16,1 2-2-16,-3 1-3 0,1 3 1 0,-4-1-2 16,3 5-4-16,-1-2 3 0,-1 3 1 0,3 0-7 15,-2 5 4-15,4-5 0 0,1 5-3 0,3-4-3 16,0 3 2-16,0 0-2 0,5-2 4 0,0 3-3 0,2-9-2 15,3 11 4-15,3-4-1 0,1-1-2 0,4-3 2 16,10 2-4-16,0-3 9 0,6-2-5 16,3 2 5-16,-1-2-2 0,2 0 0 0,-1 1 9 15,-1 2-12-15,-9-1-3 0,-1-2 3 0,-2 5-5 16,1 0 4-16,-6 2-5 0,-1-1 1 0,0 4 2 0,-1 1 1 16,-1 4 3-16,1-1-4 0,-2 1 2 15,0 5 1-15,-3-2-3 0,4 7 3 0,-3-7-16 16,1 8 2-16,-2-7-3 0,1 0 3 0,2-1 2 15,-2 0 3-15,2-1-1 0,1 0 0 0,6 4 1 0,-3-7-2 16,3-3 1-16,0 2-1 0,5-6 3 0,0-1 1 16,-1-3 3-16,9 1-4 0,-6-2-1 0,6-4 4 15,-9 0 1-15,8-4-4 0,-6 0 5 16,0 0-7-16,5-7 7 0,-2 0-3 0,-1-3-3 16,-1-3 3-16,-2 0 1 0,-2-1-3 0,-6 4 6 15,2-6-3-15,-5 4-2 0,-3 0 0 0,2-1 5 0,-3 2-4 16,-5-2 4-16,0 8 0 0,-3-1-5 0,1 2 3 15,-5 0 2-15,1 1-1 0,0 5 1 0,-3-3-4 16,-1 5 2-16,2 0-1 0,-4 5-3 16,1 2 5-16,-1 2-2 0,-2 2 3 0,1 2 13 15,1 5-6-15,-5 4 5 0,3 2-4 0,4-4-4 0,2 6 0 16,4-3-3-16,0 3 0 0,4-1 2 16,3-4-4-16,1-1 4 0,1-1-3 0,4 2 2 15,4-5-10-15,-1 2-17 0,5-2-19 0,-2-4-24 16,3 0-20-16,1-2-23 0,2-3-18 0,1-1-9 15,6-1-12-15,-10-3-3 0,3-2-98 0,1-1-263 16,0-1 117-16</inkml:trace>
  <inkml:trace contextRef="#ctx0" brushRef="#br0" timeOffset="124072.2">7802 14730 126 0,'1'-5'126'0,"-1"-2"-7"0,0 7-3 0,0 0-12 16,-2-13-3-16,2 13-5 0,0 0 5 0,0 0-16 0,0 0 16 15,-22 17-6-15,12 0-9 0,-1-2 4 16,3 3-9-16,-2 8-2 0,1 0-12 0,2-1-3 16,0 1-7-16,2-2-11 0,3-5 1 0,2 4-5 15,2-3-4-15,2-4-2 0,0 0-5 0,5 0 0 16,-3-6-8-16,3 0-9 0,4-3-11 0,-1 0-1 16,1-3-8-16,0-1-4 0,8-2-2 0,-2-1-2 0,1-3-3 15,-1-1 1-15,0-4 4 0,5-5 1 16,-6 1-1-16,-3-2 1 0,3-4 4 0,-5 1-3 15,2-5 4-15,-6 5 9 0,0-1 10 0,-3-5 2 16,1 5 0-16,-4-1 1 0,0 1 7 0,-2 2 8 16,1 6-5-16,-2-1-2 0,0 4 14 0,0 7-2 15,-2-13-4-15,2 13-7 0,-1-8 1 0,1 8-2 16,0 0-3-16,0 0 4 0,0 0-1 0,-13 29-6 16,7-15 4-16,2 5-2 0,-1 0-5 0,5-1 2 15,-1 0-7-15,-1-1 4 0,5 2-1 0,-1 0 1 16,2-3-5-16,3 0 0 0,3 0-4 0,-4-6 1 15,1 0 3-15,4 1 1 0,1-2-6 0,-1-2 4 16,1-2-2-16,-2-2 0 0,2 0-4 0,0-2-1 16,0-1-5-16,-1-1-1 0,2-4-2 0,-3 0-3 15,3-3 0-15,-7-1 0 0,1 1 6 0,2-6-4 16,-3 2 3-16,-2-3-3 0,-3-1 2 0,0-2 5 16,1 0-6-16,-2 0 1 0,0 0 0 0,0 0-1 15,1 3 6-15,-1 3-2 0,1 2-2 0,1 4 2 16,-2 6-3-16,-2-13 3 0,2 13 0 0,4-7-4 15,-4 7 2-15,7-2-6 0,-7 2 2 0,0 0 2 16,21 12-2-16,-12-3 1 0,5 3 0 0,-2 1 6 16,-1 1-3-16,1 1 4 0,-2 2-2 0,-1-4 5 15,1 1-5-15,-3 0 5 0,-1 0-3 0,-1-1 1 16,0-3 4-16,0 0-2 0,-2-3 2 0,1-1-3 16,-3-1 3-16,-1-5-1 0,0 10 11 0,0-10 0 15,0 0 4-15,0 0-4 0,0 0-3 0,0 0 2 16,0 0 1-16,0 0-1 0,0 0-2 0,-17-22-4 15,16 9 3-15,-1 2-7 0,4-4 3 0,-2-5 2 16,4 1-8-16,2 0-2 0,1-4 2 0,-1 7-1 16,3-2-2-16,4 5 0 0,-6 3-3 0,3 1 1 15,2 2 0-15,-3 2 1 0,1 3-2 0,3 0 0 16,-3 6 2-16,1 1-5 0,0 0 3 0,2 5 1 16,-5 0 0-16,2 4 2 0,-3-4 0 0,2 3 0 15,-1 3 0-15,-3-1 0 0,-1-4 3 0,-1 0-2 0,0 0 2 16,0-3 0-16,0-1-1 0,-2 0 1 15,1-3 3-15,-2-4-1 0,0 0 8 0,3 7-2 16,-3-7 0-16,0 0-3 0,0 0 0 0,14-20 0 16,-6 6-3-16,-2-1 6 0,2-1-2 0,-2-1-1 15,4-9-2-15,4 5-10 0,-3-2-1 0,0-1-4 16,-1 7 1-16,4-5-1 0,2 3 2 0,-5 6 5 16,-2 5 3-16,3-1 2 0,-3 5-3 0,0 0 1 15,2 4-7-15,-1 2 10 0,-2 0-4 0,2 6 5 16,-1 1-4-16,-1 1 5 0,0 4-4 0,0-1-1 15,0 4 4-15,-3-2 3 0,0 1-5 0,0 3 2 16,-1-3-1-16,1 4 4 0,0-5-19 0,-3 2-31 16,2-1-40-16,-3-4-51 0,1 1-33 0,2-2-154 15,-4-2-349-15,4 1 154 0</inkml:trace>
  <inkml:trace contextRef="#ctx0" brushRef="#br0" timeOffset="124475.67">9004 14484 209 0,'0'0'196'0,"-2"-9"-21"0,2 9-14 0,0 0 3 16,0 0-4-16,0 0-3 0,-1 25-4 0,-1-1 0 16,2 4-19-16,-1-1-8 0,0 1-16 0,1 1-12 15,0 0-8-15,0 0-8 0,1-3-6 0,2-1-7 16,-2 0-7-16,-2-5-6 0,2-2-6 0,0-1 4 15,-1-5-13-15,0 0-2 0,-1 0-7 0,2-5 0 16,-1 1-1-16,0-8-2 0,1 10-2 0,-1-10 0 16,2 7-4-16,-2-7 1 0,0 0-8 0,0 0 2 15,0 0-8-15,17-21-7 0,-9 12-7 0,2-7-3 16,1 4-3-16,1-2-3 0,4 0-1 0,-2 3-1 16,1 1 3-16,-1 3 4 0,-1 1-6 0,-3 5 2 15,3 1 1-15,-2 1-5 0,-2 5 3 0,-1 1 0 16,1 1 6-16,-3 3 4 0,-3 1 3 0,-2 0 5 15,-5 6-2-15,0-3 5 0,-2 0-2 0,0-1 2 16,-2 0-2-16,0 1-2 0,-2-1 2 0,3-5 0 16,-1-1 0-16,1-1-2 0,-1-1-14 0,0 0-15 15,-1 1-26-15,4-5-32 0,0 1-28 0,5-3-43 16,0 0-41-16,0 0-163 0,0 0-389 0,0 0 172 16</inkml:trace>
  <inkml:trace contextRef="#ctx0" brushRef="#br0" timeOffset="124627.5">9234 14750 142 0,'2'-5'200'0,"1"0"-24"0,-3 5-21 0,4-6-12 16,-4 6-5-16,0 0-7 0,0 0 2 0,7 14-6 15,-6-7-11-15,2 5-7 0,-3 4-16 0,-2-1-6 16,2 4-10-16,0-2-6 0,2 0-7 16,-2 2-6-16,0 0-31 0,0-1-33 0,2-2-48 0,-2-2-49 15,-2 3-50-15,-2-1-136 0,1-3-313 0,-1-2 140 16</inkml:trace>
  <inkml:trace contextRef="#ctx0" brushRef="#br0" timeOffset="125056.31">9550 14893 115 0,'-5'-13'205'16,"0"-4"-5"-16,0-1-14 0,-3 2 0 0,2-1-18 0,1-1 2 16,-2 0-15-16,3-1-12 0,-1 2-14 15,4 0-6-15,1 2-12 0,1 3-14 0,3-1-10 16,0 5-8-16,5-4-6 0,-1 5-8 0,4 3-10 16,0 2-6-16,1 2-7 0,3 0 3 0,1 7-11 15,-3 2-3-15,2 2-6 0,-2 3 3 0,4 4-8 0,-6-1 2 16,1 6-5-16,-4-4-1 0,-2-1-5 0,-2 1-14 15,2 3-23-15,-3-4-26 0,-2 1-32 16,2-3-51-16,-4 0-33 0,1-3-38 0,-1 3-130 16,3-5-363-16,-1-2 160 0</inkml:trace>
  <inkml:trace contextRef="#ctx0" brushRef="#br0" timeOffset="125436.14">10014 14731 154 0,'-10'-4'186'16,"-2"4"-10"-16,-1 1-5 0,3 4-7 0,-4 1 0 15,-4 4-11-15,-2 7-15 0,-2 0-11 0,5 2-16 16,4-4-12-16,-2 7-10 0,6-8-7 0,2 1-10 16,2 3-7-16,1-3-6 0,4 1-4 0,0-6-6 15,1 3-5-15,3-4-7 0,2 0-4 0,2-5-9 16,1-2 1-16,1-2-2 0,3-1-3 0,-2-1-3 15,5-1 4-15,-1-7-5 0,-5 2-2 0,4-5-1 16,-1 1 4-16,2-4 0 0,-3 2 6 0,-2-3-2 16,-1 0 5-16,-2-1-6 0,-2 1 3 0,0-1-2 15,-3 1-3-15,1 5 2 0,-3 1 8 0,0 3-2 16,0 1-1-16,0 7-5 0,0-12-5 0,0 12-3 16,0 0-2-16,0 0 0 0,0 0 2 0,0 0 3 15,-13 35 3-15,4-11-5 0,4 0 3 0,-4 1-4 16,5 0 1-16,2-1-2 0,-1-5 0 0,4 1-2 15,1 4-18-15,-1-5-19 0,2-1-24 0,2-4-39 16,4 0-33-16,-3-3-34 0,2-2-33 0,2 0-28 16,-1-4-117-16,1-1-363 0,2-4 162 0</inkml:trace>
  <inkml:trace contextRef="#ctx0" brushRef="#br0" timeOffset="125666.74">10325 14466 133 0,'-3'-26'221'0,"3"8"-2"16,-3 3-4-16,2 2 7 0,0 1-1 0,1 3-16 16,-1 5-22-16,1 4-20 0,-2-9-19 0,2 9-13 15,0 0 6-15,0 0-4 0,4 49-1 0,-4-21-4 16,0 6-10-16,3 12-7 0,-2 0-13 16,0 3-9-16,-1-14-9 0,0 0-8 0,2 13-4 0,-2-15-4 15,2 12-11-15,-1-13-1 0,1-3-17 0,-2 1-24 16,1-2-28-16,-1-11-28 0,2 8-43 0,-5-6-42 15,3-3-41-15,-2-4-43 0,1-1-45 0,-1-1-160 16,-1-4-455-16,3-6 202 0</inkml:trace>
  <inkml:trace contextRef="#ctx0" brushRef="#br0" timeOffset="125927.33">10195 14795 40 0,'0'0'163'0,"-2"-6"-12"0,2 6-1 0,0 0-11 15,4-12 2-15,2 8-3 0,5 0-3 0,5-1-8 16,-2 0-8-16,5 3-5 0,2-1-8 0,7-2-5 16,-2 0-7-16,1 4-7 0,-6-2-3 0,1 2-5 15,-2-1-4-15,-3-1 0 0,-3 3-6 16,-3-1-12-16,-1 2 3 0,2 2-8 0,-3-1 6 0,-1 3-8 16,-1 1-1-16,1 3-2 0,-4 0 3 0,2 6 0 15,-2 0-2-15,-4 2-3 0,1 1-5 0,-2-1 5 16,0 1-6-16,-2 2-8 0,2-1-8 0,-3-1-21 15,1 0-23-15,-1 0-26 0,1 0-38 16,-1-4-44-16,3-3-56 0,1 0-52 0,-4-1-135 0,4-4-402 16,0-6 177-16</inkml:trace>
  <inkml:trace contextRef="#ctx0" brushRef="#br0" timeOffset="126604.33">10763 14802 129 0,'-5'3'156'0,"2"3"-7"0,-2 0-3 0,0 1-3 0,-2 2-7 15,1 2-2-15,1-2-8 0,0 2-7 16,1 1-7-16,-1 0-11 0,4-1-5 0,1 1-13 16,0-2-13-16,-2 0-3 0,5-3-6 0,1 3-2 15,1-1-1-15,1-4-2 0,3 2-5 0,-2-3-3 0,2 2-3 16,0-5-3-16,1 3 1 0,0-4-1 0,-2-1-3 15,-8 1 1-15,18-6-7 0,-9 1 0 0,1-1-6 16,-3 0-2-16,1-3 0 0,-1-2-3 16,-1 0 0-16,0-5-1 0,1 1-5 0,-4 0-2 15,-1-2-2-15,0-1-6 0,0-1-3 0,2 1-2 0,-1-1 1 16,1 2-7-16,0 0 8 0,0 7 2 0,0 1 1 16,1 3-1-16,-1 1-1 0,3 3-3 0,-7 2 2 15,18 4 5-15,-9 1 2 0,5 7 7 16,-2 3 0-16,-3 0 1 0,2 2-3 0,-5 3 1 15,0-4-3-15,0 1-1 0,-1 2-3 0,-1 0 2 16,0-5-2-16,-2 3 1 0,0-7-3 0,-1 0 1 16,0-3 1-16,0 0-5 0,-1-7 8 0,2 11 4 15,-2-11 5-15,0 0 2 0,0 0-6 0,4 2 2 16,-4-2-5-16,0 0 1 0,7-14-2 0,-2 5-1 16,3-2-1-16,1-2-2 0,2-1-3 0,1-2-1 15,3-4-2-15,-1 3-5 0,-1 3 2 0,2 1-2 0,-2 2 1 16,0-2 1-16,-5 4-6 0,-1 3 2 0,0 2-3 15,-1 4 7-15,-6 0 2 0,0 0 3 0,13 7 8 16,-11 3-8-16,0 1-3 0,-4 3 2 16,-1 1-2-16,-1 3 4 0,-3-2-9 0,0 3-14 15,-1 0-17-15,5 0-11 0,1-1-28 0,4 3-35 0,1-3-38 16,5 0-45-16,6 3-48 0,-1-6-126 0,10 5-394 16,3-5 175-16</inkml:trace>
  <inkml:trace contextRef="#ctx0" brushRef="#br0" timeOffset="126955.93">12005 14618 1940 0,'-5'-46'25'0,"2"15"26"0,-4 1 2 0,2 0-15 16,1 3 18-16,-3 7 9 0,3 1-4 0,-2 3 1 15,2 5 3-15,2-1 1 0,0 2 3 0,-1 4-6 16,0 0-8-16,3 6-6 0,-3-5-8 0,3 5-4 16,0 0 4-16,-16 30 15 0,3 0 11 0,-5 19-7 15,3 4 5-15,-9 25 0 0,9-20-4 0,-7 25-4 16,11-24-2-16,-8 20-2 0,11-25-6 0,0-1-1 16,-1 1-7-16,3-3-5 0,-1-1-1 0,4-4-6 15,2-10 0-15,2-1-3 0,-1 1 0 0,0-1-8 16,1-6 5-16,-2 0-5 0,1-3-3 0,-1-7-9 15,1 0-11-15,0-7-15 0,-5 0-18 0,5-3-12 16,0-1-19-16,-6-3-21 0,1-1-31 0,5-4-28 16,-11 0-39-16,11 0-16 0,-14-11-22 0,5 0-20 15,-2-4-139-15,-6-8-418 0,5-5 186 0</inkml:trace>
  <inkml:trace contextRef="#ctx0" brushRef="#br0" timeOffset="127387.66">11497 14922 136 0,'0'0'127'0,"8"-7"-11"0,1 1 1 16,2 4-5-16,9 0-6 0,9-1 2 0,3 2-18 16,4-1-5-16,16 6-4 0,1-4-10 0,1-2-3 15,1-1-3-15,-2 3-3 0,-2 0-9 0,-14-2-3 16,3-3 0-16,-6 4 0 0,-3-1 12 0,-3-4-5 16,-8 4 6-16,-5-1 4 0,-4 3 11 0,3-2 8 15,-9-1-5-15,3-1-11 0,-8 4-4 0,5-4-2 16,-5 4-12-16,0 0-1 0,0 0-13 0,0 0-4 15,-24-6-1-15,11 10-9 0,-2 0 0 0,-3 6-1 16,1 0-1-16,1 2-2 0,-5 8 5 0,1-1-5 16,2 3 7-16,1-2-8 0,5-5-2 0,3 4 3 15,2-2-5-15,3 0 2 0,-1-5-3 0,5 4 0 16,0-5-4-16,2 2 2 0,3-4 0 0,-2 0-2 16,3-3 3-16,-1 0-4 0,1-4-2 0,6 1 0 15,0-3 6-15,0-3-9 0,6 0-2 0,1-3-3 16,-4-1 5-16,3-3-2 0,-1-1 1 0,-2 0-3 15,-1-3 1-15,0 1-4 0,-2-2 5 0,-2 3-1 16,2-2 0-16,-6 6-1 0,1 0 5 16,-4 2-2-16,1 3-1 0,-4 3-9 0,7-6-4 0,-7 6 1 15,0 0 3-15,0 0 2 0,7 17 3 0,-7-6-2 16,2-1-2-16,0 5 4 0,-2-1-2 0,0 2-15 16,2 1-17-16,1-2-21 0,1-5-38 0,-2 7-44 15,2-6-46-15,1-1-29 0,0-5-131 0,-2 1-373 16,3-3 165-16</inkml:trace>
  <inkml:trace contextRef="#ctx0" brushRef="#br0" timeOffset="127591.46">12538 14862 99 0,'-7'-4'203'15,"1"0"-11"-15,6 4-10 0,-14 3-5 0,3 4 1 16,-3 4-5-16,3 3-8 0,2 2-10 0,-3 1-15 15,4 1-10-15,3 5-15 0,1-3-9 0,2-2-11 16,2-1-9-16,2 2-7 0,2 1-9 0,1-4-18 16,1 2-25-16,4-1-22 0,1-4-38 0,-1-2-33 15,1-3-32-15,6-1-28 0,-1-1-26 16,1-3-9-16,4-2-139 0,-2-1-323 0,2-4 144 0</inkml:trace>
  <inkml:trace contextRef="#ctx0" brushRef="#br0" timeOffset="127812.87">12883 14608 45 0,'-2'-12'238'0,"2"0"0"15,0 3-6-15,0 1-21 0,0 8-20 0,0-9-23 16,0 9-16-16,0 0 11 0,0 0 8 0,-4 35-13 16,0-6-11-16,1 2-9 0,-3 15-8 0,-4 0-11 15,8 0-13-15,-4-12-6 0,3 3-12 0,1-3-9 16,-2 0-5-16,2-1-10 0,2-2-8 0,-3-2-24 15,3-2-32-15,0-7-34 0,0-1-25 0,0 0-32 16,0-6-46-16,0 3-42 0,-1-6-27 0,1 0-23 16,-3-4-133-16,3-6-390 0,0 0 173 0</inkml:trace>
  <inkml:trace contextRef="#ctx0" brushRef="#br0" timeOffset="128118.53">12841 14909 61 0,'9'-7'161'16,"3"3"-7"-16,-1 1 2 0,-1 2-7 0,0 2 2 16,3 2-8-16,-2 2-1 0,1 3-7 0,-1-1-13 15,1 6-1-15,-4 1-6 0,-1 1-12 16,-3 0-4-16,3 2-13 0,0-1-5 0,0-1-7 0,-3-3-7 16,3 3-6-16,-3-7-12 0,3 0 4 0,0-1-5 15,-1 0-1-15,5-2-8 0,1-2 0 0,-3-2 2 16,4-2 1-16,1-1-2 0,-1-1 7 15,3-5 4-15,-1-1-10 0,0-3 0 0,0 2 0 0,-3-5-1 16,-1-1 1-16,-1 0-5 0,0-8-3 0,-5 8-3 16,-1-4-2-16,-2-6-6 0,-2 1-11 0,-4 7-13 15,1 1-16-15,-3 1-12 0,1 6-16 0,-4 0-17 16,2 3-21-16,-1 3-22 0,-4 2-21 0,3 2-30 16,0 3-22-16,-3 3-18 0,-1 6-142 15,1 2-367-15,0 4 162 0</inkml:trace>
  <inkml:trace contextRef="#ctx0" brushRef="#br0" timeOffset="128475.96">13169 15111 188 0,'9'-3'216'0,"2"0"-4"0,1-1-12 16,-1-3-5-16,2-3-11 0,-1 1-14 0,-4 0-9 16,-1-1-19-16,5-5-4 0,-3 0-7 0,1-3-12 0,0-7-8 15,-3 1-11-15,-1-3 1 0,-2 0-17 16,-2 1-1-16,-4 8 3 0,0-3-9 0,-2 3 0 15,0 1-2-15,1 1 6 0,-1 3-14 0,-1 5-8 16,2-1-3-16,1 2-5 0,0 2-8 0,2 5-6 16,-2-8-4-16,2 8-6 0,-4-8-5 0,4 8-4 0,0 0-1 15,0 0 0-15,16-1-3 0,-5 1 3 0,11 0-8 16,6 3 3-16,5-2-7 0,-1 0 5 0,3 1 0 16,-3 1-1-16,-5 1-4 0,2 0-1 0,-12 1-5 15,0 0 3-15,-6 1 1 0,3 3 2 16,-4 1 7-16,-3 1 8 0,0 3 11 0,-3 3 3 15,-1 1-6-15,-6 0 5 0,1 0-1 0,-3 1-1 0,-1 0-6 16,1 0 2-16,-3-1-7 0,-2-2-1 0,6 0-1 16,-3 0-1-16,3-3-26 0,0 2-18 0,4-5-22 15,0 0-29-15,2 2-32 0,4-1-21 16,9-2-57-16,14-1-60 0,11 1-251 0,11-1-539 16,13-3 239-16</inkml:trace>
  <inkml:trace contextRef="#ctx0" brushRef="#br0" timeOffset="129308.16">14801 14737 195 0,'6'-7'236'0,"0"2"-6"16,-3 0-9-16,1 2-9 0,-4 3-17 0,8-6-18 15,-8 6-21-15,0 0-17 0,6-3-13 0,-6 3 5 16,0 0-1-16,0 23-1 0,0-4-3 0,-2 1-9 16,-6 8-29-16,6 0-7 0,-4 3-5 15,1-2-9-15,3 0-8 0,-1-3-2 0,4 2-5 0,1-4-8 16,0-5 0-16,3-2-7 0,-1-2 0 0,4-1-8 16,0 0 2-16,2-4-4 0,-2-4 1 0,4 0-6 15,-2-1 4-15,1-2-5 0,1-2 0 0,0-3-3 16,1-1 2-16,-2-4-3 0,3 1-1 0,3-6 0 15,-4-1 7-15,1 0-10 0,1-8-1 0,0 0-5 16,0-2 5-16,-3-1-5 0,0-3 11 0,-2 1-13 16,1 0 1-16,-2-3-3 0,0 4 2 0,-2 2-1 15,3 0-1-15,-5 7 3 0,-2 3 3 0,1 4 2 16,-2 3 2-16,-2 6-8 0,6-10-4 0,-6 10 0 16,0 0 8-16,0 0-5 0,0 0-3 0,4 25 6 15,-5-7 0-15,0 0-4 0,1 1 5 0,-2 7-5 16,-2 0 1-16,4-7 6 0,0 0-5 0,6-1 1 15,-3 0 2-15,0-2-4 0,7-1 1 0,1-4 4 16,-1 0 1-16,3-1-2 0,3-3 2 0,0-3-4 16,-3-1 2-16,6-3 2 0,0-3-1 15,-3 1 0-15,2-7 2 0,1 1 1 0,-4-1 2 16,1-4-2-16,-3-1 3 0,1-1 2 0,1-8-9 0,-2-1 8 16,-3 0-5-16,-1 0 0 0,-4 0-3 0,0-1 1 15,-2 6-1-15,1 0-7 0,-3 7 1 0,-1 1 2 16,1 1 2-16,-2 2-7 0,1 8 3 0,1-12-6 15,-1 12 1-15,0 0 6 0,0 0-6 0,0 0 0 16,-19 17-6-16,13-4 6 0,-2 4-6 0,0 2 3 16,2 4 2-16,2-4-6 0,3 0 2 0,1 2-3 15,2 4 0-15,1 0 3 0,0-5-1 0,4 3 0 16,0-5 3-16,2 2-5 0,0-5 6 16,1 3-1-16,0-1 1 0,-2-2-1 0,-1 0-3 0,1-1 8 15,-4-3-1-15,0-1-3 0,-3 1 5 0,-1-1 0 16,-1 1-6-16,-3-3-16 0,0-1-16 15,-2 0-14-15,-2-1-22 0,2-2-19 0,-1-1-22 0,7-3-29 16,-14 2-41-16,14-2-25 0,-11-3-49 0,11 3-172 16,-11-7-468-16,9 1 208 0</inkml:trace>
  <inkml:trace contextRef="#ctx0" brushRef="#br0" timeOffset="130964.2">15664 14812 154 0,'2'-10'223'0,"-1"0"-5"0,2 3-10 15,-3 1-15-15,1-1-20 0,-1 7-21 0,0 0-10 16,0 0 0-16,0 0 14 0,0 0 20 0,0 0-11 16,-2 35-9-16,-1-17-20 0,2 2-8 15,0-1-8-15,2-1-10 0,0 2-15 0,2-2-3 0,-1-2-11 16,3-1-6-16,-1-3-6 0,0-2-7 0,1 2-5 16,0-4-7-16,2 0-2 0,-3-4-4 0,1 2 2 15,1-5-2-15,-6-1-11 0,18-1-4 16,-9-2 2-16,4-6-4 0,-3 2-4 0,3-3-1 15,-2-3 0-15,1-1-4 0,-1-3-1 0,5-4-2 16,-5-2-3-16,3-1-1 0,-1-1-5 0,0 5 7 0,-4 3-1 16,-3 1-4-16,4 3 2 0,-2 0-4 0,-3 2-2 15,-1 6-2-15,-2-1-1 0,1 2-9 0,-3 4 2 16,0 0 3-16,0 0 1 0,0 0 2 0,8 22 3 16,-8-7 2-16,-2 3-2 0,1 1 5 0,2 0 0 15,-3-2-6-15,1 9 5 0,1-8-2 0,1-1-1 16,1 1-3-16,5-3-5 0,-3-2-7 0,5-1-4 15,0-2-10-15,2-3 3 0,4-1 8 0,2-1-14 16,1-1 0-16,4-3 5 0,7-4 0 0,2-2-1 16,-5 1 6-16,2-4 0 0,1-4-1 15,-6 2 9-15,0-6 0 0,-7 3 2 0,-2-1 9 16,-1-4 0-16,1-5-11 0,-3 0 2 0,-4 4 0 0,-2 0 4 16,-2 2 3-16,-2 0 7 0,-4 5 4 0,-2-4 4 15,-1 7 5-15,-2 2-2 0,-1 3 3 0,-5 2 0 16,2 5 1-16,-8 3-2 0,-3 6-2 15,-2 3 4-15,2 4 2 0,0 0-5 0,5 0-3 0,0 2 5 16,6-5-6-16,6 0 0 0,-3 0-1 0,5 0 0 16,-1 0-4-16,5-4 1 0,3-1 2 15,-2-1-5-15,4-2-3 0,0-1 5 0,3-1-1 0,2-2 3 16,0-2-4-16,4-1 5 0,1-1-4 0,-2-2-1 16,4-2-1-16,-3 1-2 0,2-5 18 15,-1 0-10-15,-2-2-10 0,-4 2 6 0,1-1-3 16,-2-2 0-16,-1 3-4 0,0-2 2 0,0-1 1 0,-2 3 0 15,-1 1-4-15,-1 3-1 0,1-2-7 0,-4 6 4 16,0 0-3-16,4-5-2 0,-4 5-1 0,0 0 4 16,0 0 0-16,2 21 6 0,-3-11-5 15,-2 0 9-15,2 2-6 0,1 0-4 0,-1-1 1 16,1 6 4-16,1-5 1 0,0-2-3 0,3 0 4 0,0-1 3 16,1 0-1-16,0-3 2 0,1-1-1 0,3 0 4 15,3-2-4-15,5-3-1 0,3-3 5 16,2 1-5-16,-3-4 5 0,3-1-4 0,-3-2 11 0,-3-1-16 15,1-4 4-15,2-6 8 0,-6 5-6 0,0-7 1 16,-1-5 3-16,-1 0-1 0,-2-1-6 0,-3-3 4 16,2 1-5-16,-2-5 7 0,-1 2 8 0,2-15-12 15,-3 16 1-15,-2-2 1 0,-1-1-12 0,2 4 11 16,-2-1-5-16,-5 4 4 0,3 9 4 0,-1 1 9 16,0 6-8-16,1-1 12 0,0 5-5 15,-2 1 0-15,3 7 1 0,0 0-3 0,0 0-9 16,0 0 4-16,0 0 2 0,-8 49-8 0,4-21 3 0,2 7 0 15,-2 11-1-15,0-12 11 0,3 14 10 0,-1-13-8 16,0-1 9-16,2 1-19 0,3-1 13 0,1 0-6 16,1-2 0-16,0-3-2 0,2-4 2 15,3 0 0-15,-3-7 2 0,1-4 0 0,2 1-5 16,-4-6 1-16,5 1 1 0,-1-3 6 0,0-1-7 16,3-4 5-16,-2-1-1 0,3-2-3 0,2-3-3 0,0-3 2 15,-2-3-7-15,2-3 3 0,3-7 3 16,1 0 0-16,-4-2-2 0,0-1 6 0,1-4-15 15,1-3-4-15,-3-2 4 0,-2-1 0 0,5-9-17 16,-8 8 16-16,0-2-7 0,-1 7 8 0,1 2-12 16,-3 9 14-16,-2 3-10 0,-1 3 3 0,-3 2 5 0,3 2 0 15,-4 8-12-15,6-13 4 0,-6 13-9 0,0 0-8 16,0 0 6-16,0 0 12 0,3 32 2 0,-8-7 1 16,1 0 0-16,1 2 8 0,1 2-4 15,-1 0 3-15,2-3 11 0,1 0-11 0,1-6 8 16,2 4-1-16,-1-5-2 0,3-2 0 0,2 0 3 0,1-1-4 15,-2-2 7-15,4-1-1 0,-2-4-4 0,1 0-2 16,1-4 1-16,7 0 0 0,2-2 4 0,-3-1-10 16,3-4 8-16,0 1 1 0,2-3-4 15,-3-2 2-15,0-3-1 0,5-7 0 0,-8 3-3 16,6-4-5-16,-1 0 1 0,-7 3-2 0,2-2 0 0,-1 3-5 16,-2 2 6-16,-3 1-5 0,-2 5-2 0,-1-2-3 15,-1 4 2-15,0-1-6 0,-5 4-3 16,0 0 6-16,0 0-1 0,13 6 1 0,-12 2 9 0,-1-8 2 15,1 12-5-15,0-4-3 0,2 1 4 0,-3 1 7 16,3-1-1-16,-2 1 2 0,3 0-3 0,1-3 14 16,0 0-13-16,0-2 5 0,4 0 1 0,-1-3-2 15,2 2-9-15,-3-4 7 0,3 0 2 0,-10 0 3 16,19-5 0-16,-10 1 10 0,-1 2-1 16,1-7 2-16,-2 6-3 0,1-4-1 0,-1-3-4 15,-1 4 3-15,0-3 1 0,-3-2-5 0,3 2 5 0,-2 0-1 16,-2 2-7-16,3 1-7 0,-5 6 8 0,4-9 2 15,-4 9-5-15,2-8-5 0,-2 8-5 0,0 0 5 16,0 0-5-16,0 0 11 0,-6 26-2 0,-1-7 10 16,-3 6 1-16,1 3 6 0,-2 5 7 15,-3 10 5-15,4 1-2 0,1 1 6 0,4-9-7 0,2 14-2 16,-1 4-3-16,3-3 4 0,0-1-6 0,1 0 1 16,2-1 0-16,1 0-6 0,1-4 1 0,0 2-3 15,1-13-2-15,5 12 0 0,-6-13-4 0,2 0-1 16,-2-1 1-16,0-4-5 0,-3-1 3 0,0-8-1 15,3-2-4-15,-3-5 2 0,-1-2 2 0,3-4 6 16,-4 1 1-16,1-7-1 0,-8 5-1 0,8-5-2 16,-18-3 2-16,0-5-11 0,-5-6-9 0,-2-2-6 15,-1-5-11-15,-1-2-7 0,0-4 4 0,-3-11-7 16,8 7-1-16,5-2-5 0,0-10-5 0,5-1-9 16,7 9 0-16,4-11-3 0,4 10 0 0,13-10 0 15,2-2-12-15,6 1 6 0,4 4 5 0,4-1 9 16,4 3 1-16,1 3 5 0,1 1 5 0,3 4 6 15,0 4-4-15,1 3 8 0,-10 7 0 0,0 2 3 16,0 2-6-16,-1 0-4 0,0 4-12 0,0-1-20 16,-1 2-19-16,-2 0-29 0,0 5-27 15,-1-1-43-15,-6 0-54 0,8 2-54 0,1-1-43 16,-4 0-183-16,7 1-562 0,0-3 249 0</inkml:trace>
  <inkml:trace contextRef="#ctx0" brushRef="#br0" timeOffset="131103.37">18317 14754 5 0,'0'0'180'0,"0"0"-19"0,0 0-6 16,0 0 4-16,0 0 2 0,-37-1-13 0,37 1-11 15,-14 0-15-15,14 0-12 0,0 0-41 0,-14 0-35 0,14 0-44 16,0 0-46-16,0 0-41 0,0 0-116 0,0 0-231 16,0 0 102-16</inkml:trace>
  <inkml:trace contextRef="#ctx0" brushRef="#br0" timeOffset="131684.34">18560 14762 73 0,'0'0'234'0,"0"0"-2"16,0 0-4-16,0 0-14 0,0 0-12 0,21-8-20 16,-7 3-2-16,3 0-8 0,4-4-14 0,7-1-3 15,2-3-9-15,-4 1-10 0,4-1 2 0,-3-2 0 0,-2 0-5 16,-2-1-6-16,0 0-9 0,-3-1-4 16,-1-4-8-16,-6 6-2 0,-1-1 1 0,-3-3-3 15,-3 4-4-15,-1 2-5 0,-3 2-5 0,0-1-3 16,-2 2-13-16,-2 0 4 0,-3 2-10 0,-1 2-8 0,0 1 16 15,-5 1-28-15,-1 2-7 0,-5 6-6 0,-7 8-3 16,0-3-1-16,-3 7 5 0,2 4-15 16,5 6 0-16,-2-4 2 0,0 3-2 0,5-1 5 15,4-1-11-15,0-1 5 0,7-3-1 0,0-2-3 0,4 1-3 16,2 1 1-16,5-3 0 0,3 0 5 16,6-1-5-16,4 4 4 0,5-7-4 0,3 1-1 15,4-3-7-15,1-2 11 0,2-1-42 0,1-3-18 16,3 0-29-16,-1-2-27 0,-1-1-24 0,2-1-27 15,-3-3-22-15,1-1-19 0,-5 0-10 0,2-2-22 16,-2 2-8-16,-2-2-10 0,-10 3-3 0,2-4-4 16,-4 2-153-16,-4 1-435 0,4-3 193 0</inkml:trace>
  <inkml:trace contextRef="#ctx0" brushRef="#br0" timeOffset="133209.94">19453 14526 223 0,'0'0'214'16,"-6"-11"-11"-16,1 4-8 0,-2 1-8 0,2 2-7 0,-4 0-6 15,-2 1-10-15,2 1-7 0,-2 2-13 0,-3 1-12 16,1 3-4-16,-3 4-5 0,-2 1-5 0,-4 8-5 15,6-4-15-15,-2 4-2 0,3-3-8 16,3 0-8-16,0 2-9 0,2 0-6 0,4 0-6 16,1-5-5-16,1 0-4 0,3 1-6 0,1 0-5 0,3-2 2 15,1 0-5-15,3-2-2 0,3-1-4 0,3-1 1 16,0-2-2-16,4-1-6 0,1-1-3 0,0-4 0 16,1 0-2-16,1-2-2 0,-5-1-2 15,2-3 0-15,-2-1-3 0,0 0 1 0,-1-1-3 0,-1-1-2 16,-2-2 2-16,-2 6-4 0,-1-6 2 0,-1 3 9 15,-1-2-11-15,-2 1 5 0,-1 1 0 0,1 1-4 16,-1 4 1-16,-2-2 0 0,-1 7 1 16,5-10-4-16,-5 10-6 0,0 0 7 0,0 0-3 15,0 0 11-15,3 23 5 0,-6-4 7 0,-4 7 2 0,1-1 1 16,0 2 4-16,-4 4-2 0,1-1 3 0,0-1-2 16,0 2 8-16,3-2-11 0,1-1 3 0,-1-3-2 15,3-2-4-15,0-2 4 0,-1-3-5 0,0-2-6 16,2 0 2-16,2-4-1 0,-1 0 2 0,-1-3-7 15,4 0-2-15,-2-1-4 0,0-8 15 0,1 8-10 16,-1-8 6-16,0 0-6 0,2 9 12 0,-2-9-1 16,0 0 7-16,0 0-12 0,25-18 7 0,-14 5-5 15,2-1 8-15,5-6-12 0,-3-3-3 0,2-1-6 16,2-3 3-16,0 1-3 0,-1-3 2 0,2-2 3 16,3 2-9-16,-3-2 1 0,-1 0 1 0,1 2-8 15,-6 3 2-15,4-3 4 0,-4 3-1 0,0 1-1 16,-5 11 2-16,-2-1-7 0,-1 6 6 0,-1 1-7 15,-1 2 4-15,-2 1 3 0,-2 5-5 0,4-9-8 16,-4 9 5-16,0 0-7 0,0 0 2 0,0 0 2 16,0 0 1-16,-5 32 0 0,0-13 0 0,-1-1 1 15,1-2-1-15,0 3 2 0,1-1-5 0,2-1 11 16,1 1-5-16,1-1 2 0,3-1-1 0,-2-1 10 16,3-1-2-16,0-4-8 0,1 3-6 0,2-6 21 15,0 0-7-15,3 0 1 0,-1-2 5 0,4-1-2 16,-2-2-1-16,2-1-4 0,0-2 13 0,0-1-9 15,5-4 3-15,-2 2-9 0,-2-3 10 0,0-3-3 16,0-2-4-16,-2-1 0 0,2 0 1 0,-5-1-7 16,0-4 0-16,1 0 6 0,-1 1-11 0,0 3 3 15,-3-2 9-15,-1 1-4 0,-1 5 2 0,-1-1-7 16,-1 2-2-16,0 3 2 0,-1-1-3 0,-1 7-4 16,5-6-4-16,-5 6-6 0,0 0 11 0,0 0 2 15,1 23 5-15,-1-11-6 0,0 3-1 0,-1 0 8 16,1-2-8-16,0 2 3 0,0 1-12 0,3-3 21 15,-1 0-4-15,2-2 2 0,4 0 2 0,-2-1-3 16,3-1 5-16,7 1 5 0,1-4-6 0,2 1 6 16,2-3-5-16,1-2 16 0,7 0-17 0,-1-4-8 15,-6 0 1-15,-3-1 3 0,3-1 1 0,-3-2 0 16,-1-3-3-16,-2 2 0 0,-3-4 4 0,1 0-1 16,-4-2-10-16,-2-2 10 0,0 2-1 0,-3-2-9 15,-1-1 5-15,-2-3-5 0,-1 4 3 0,-2 1 1 16,-1 4-3-16,0 2 1 0,-2-2 5 0,-1 5-10 0,-2 1-1 15,-5-1 0-15,1 6 4 0,-1 3 2 16,-3 2-5-16,-4 2 8 0,5 2-2 0,0 2 0 16,2-1-3-16,2-3 8 0,1 2-4 0,0 1 0 15,1-1 2-15,3 0-2 0,1-1 1 0,3 0-2 0,0-2-1 16,1-7-6-16,1 12 5 0,3-7-3 0,1-2-2 16,1 2 10-16,1-4-6 0,2 2-2 0,0-3-7 15,-9 0 5-15,14-1 2 0,-4-1-1 16,-4 1 4-16,2-1 12 0,-8 2-3 0,9-6-12 15,-2 2 0-15,0 1 8 0,-7 3-5 0,4-4-5 0,-4 4 2 16,6-2-5-16,-6 2 3 0,0 0-3 16,0 0 3-16,0 0 12 0,13 6-6 0,-10 1-3 15,-1-1-2-15,3 1 8 0,0 1-2 0,1 3 1 16,0-2 2-16,0 2 0 0,4-2 1 0,-1 0 4 0,3-2 0 16,-1 1-3-16,4 0 8 0,-3-5-3 0,9 0 0 15,-2 0 3-15,3-3 1 0,-4-4-1 16,2 2-2-16,-3-2-3 0,1-3 9 0,-1-1-1 0,-4-2-5 15,1 0 10-15,-2-6-4 0,-2 3 1 16,0-1-2-16,4-9-2 0,-6 6 1 0,0 0-6 0,-1-9 11 16,1 3-1-16,-2-5-12 0,0 1-7 0,1 2 11 15,-2 0 0-15,2 1-1 0,-5 5 1 0,-2 0-2 16,1 3 9-16,1 3 14 0,-1 4 7 0,0-1-1 16,1 2 1-16,-2 8-2 0,1-6-16 0,-1 6 11 15,0 0-6-15,0 0 6 0,0 0 3 0,4 28-8 16,-7-10 2-16,-1 2-2 0,-1 5 0 0,-1 3 0 15,1-1 0-15,-3 0-1 0,2 2-6 0,-1 2 0 16,2-5 8-16,-1-3-7 0,4-3-28 0,-3 4-44 16,4-7-27-16,0 0-49 0,0-6-45 0,2 2-50 15,5-2-69-15,2-2-56 0,-4-3-212 0,7-2-612 16,2-1 272-16</inkml:trace>
  <inkml:trace contextRef="#ctx0" brushRef="#br0" timeOffset="133449.57">21406 14327 124 0,'2'-6'273'0,"1"1"-18"0,-3 5-12 16,0 0-7-16,0 0 15 0,0 0 5 0,0 0-22 16,-5 37-9-16,0-20-16 0,-1 8-15 0,1 3-8 15,-1-1-14-15,2 2-15 0,-2-1-6 0,1-1-14 16,-2 1-15-16,5-1-12 0,-3-3-19 0,2-3-5 15,1-3-23-15,0-1-14 0,1-5-30 0,0 2-36 16,1 2-39-16,-2-7-38 0,1 1-44 0,1-1-48 16,0-1-44-16,0-8-43 0,1 12-203 0,-1-12-513 15,-1 7 227-15</inkml:trace>
  <inkml:trace contextRef="#ctx0" brushRef="#br0" timeOffset="133771.46">21332 14582 87 0,'0'-6'239'0,"0"6"2"0,-2-13-4 16,0 8-6-16,2 5-14 0,0 0-22 0,2-13-20 16,-2 13-19-16,0 0-17 0,5-4-10 0,-5 4-11 15,15 3-13-15,-4 0-14 0,-2 3-6 0,1 1-8 16,3 0-6-16,1 3-7 0,0 0-6 0,-2 3-8 16,0-2 2-16,-1-4-9 0,-1 2 0 0,0 0 3 15,0-1 3-15,1-2-4 0,-1 0 6 0,2 1-3 16,-3-1 11-16,2-5-3 0,-2 1 1 0,0-1 8 15,-9-1 3-15,20-6-8 0,-11 1-1 16,1 1-6-16,0-4-2 0,-2 1 0 0,2-2-3 0,-1 0 0 16,-2-1 9-16,-2-1-2 0,-1-2-21 0,-3 1 10 15,-1-1-5-15,-1 1 3 0,-2-1-1 0,-5 2-8 16,-2 0-3-16,-1 0-5 0,-5 1-6 0,1 2-2 16,-3 4-3-16,5 4-14 0,-7-1-19 15,3 2-23-15,-1 1-25 0,2 3-35 0,2 0-36 0,1 1-47 16,0 3-69-16,5 0-48 0,3 1-225 0,4 6-570 15,7-5 252-15</inkml:trace>
  <inkml:trace contextRef="#ctx0" brushRef="#br0" timeOffset="134370.28">22330 14460 301 0,'-4'-10'299'0,"4"10"-11"0,-1-10-20 0,1 10-27 16,2-10-13-16,-2 10-20 0,5-13-22 0,2 5-15 15,4-1-17-15,-1 3-13 0,8-3-7 0,-2 0-11 16,3 2-5-16,-4-2-2 0,3 0-4 0,-2 1 13 15,0-1-25-15,-4 3 6 0,0-1-2 0,-3 2 6 0,-1-2 3 16,-2 3 1-16,1 1-8 0,-2-1-1 16,-5 4-28-16,7-4 4 0,-7 4-10 0,7-3-8 15,-7 3-12-15,0 0-10 0,0 0-4 0,0 0-10 16,9 8 7-16,-9-8-5 0,-4 26-2 0,2-8-5 16,2 8-1-16,-6 2 6 0,1 2 4 0,-1 0-3 15,-1 4-1-15,-1 1-31 0,4-3 26 0,-3 0 0 0,2 0-1 16,1-2-2-16,2-1-5 0,0-2 5 15,-1-2-13-15,3-6 9 0,-2-1-4 0,2 2 0 16,0-5 1-16,-1-2-1 0,1-1-3 0,0 1-2 0,0-5 8 16,0 3-11-16,-1-5 1 0,1-6-2 15,0 11 3-15,0-11 2 0,2 7 0 0,-2-7 4 16,0 0-2-16,-6 7-1 0,6-7 0 0,-12-4-2 16,12 4-1-16,-21-7-1 0,9 1-3 0,-4-3 0 0,4 4 0 15,-3-6 0-15,2 4-3 0,0 0 11 0,3 1-9 16,0 0 3-16,1 2-5 0,1 0-1 15,3-1 3-15,5 5 3 0,-9-5-4 0,9 5-2 0,-5-5 5 16,5 5-3-16,-6-3 1 0,6 3-15 0,0 0 10 16,0 0 4-16,0 0-2 0,0 0 1 0,28-1 11 15,-8 4-12-15,11-2-1 0,-2 2 3 0,2-1-11 16,0-2-28-16,3 1-36 0,2-1-42 16,0-3-45-16,2 3-54 0,-2-3-65 0,2-4-67 15,-3 5-281-15,1-5-682 0,-3 0 302 0</inkml:trace>
  <inkml:trace contextRef="#ctx0" brushRef="#br0" timeOffset="134536.2">23027 14753 2351 0,'10'0'271'0,"-10"0"-97"16,0 0-67-16,0 0-3 0,6 1 22 0,-6-1 36 15,0 0 37-15,0 0-8 0,0 0-4 0,0 0 12 16,0 0 7-16,0 0 0 0,0 0-15 0,0 0-11 16,0 0-17-16,0 0-14 0,0 0-13 0,0 0-10 15,0 0-16-15,0 0-30 0,0 0-34 0,0 0-71 16,-19-9-59-16,19 9-74 0,0 0-60 0,0 0-71 15,7-15-97-15,-7 15-365 0,0 0-813 0,0 0 359 16</inkml:trace>
  <inkml:trace contextRef="#ctx0" brushRef="#br0" timeOffset="151142.87">10576 6232 54 0,'0'0'102'0,"-3"-4"-14"16,3 4-3-16,0 0-12 0,0 0-3 0,0 0-8 16,0 0-7-16,0 0-6 0,0 0-1 0,0 0-4 15,0 0-2-15,0 0-9 0,0 0-5 0,0 0 7 16,0 0-8-16,0 0-10 0,0 0 5 0,0 0 3 16,0 0-13-16,0 0-6 0,0 0-4 0,0 0-13 15,0 0-4-15,0 0-13 0,0 0-17 0,0 0-20 16,0 0-14-16,0 0-44 0,0 0-133 0,0 0 59 15</inkml:trace>
  <inkml:trace contextRef="#ctx0" brushRef="#br0" timeOffset="152685.77">10413 6479 16 0,'0'0'40'16,"0"0"-20"-16,0 0-2 0,7 3-9 0,-7-3-17 16,0 0-9-16,0 0-16 0,0 0 8 0</inkml:trace>
  <inkml:trace contextRef="#ctx0" brushRef="#br0" timeOffset="153671.7">14097 5763 50 0,'0'0'47'0,"0"0"-1"0,0 0-12 16,0 0 11-16,0 0-12 0,0 0-5 0,0 0-18 15,0 0-7-15,0 0-16 0,0 0-7 0,0 0-3 16,0 0-17-16,0 0-44 0,-16 7 20 0</inkml:trace>
  <inkml:trace contextRef="#ctx0" brushRef="#br0" timeOffset="154267.51">10850 6489 15 0,'0'0'27'0,"0"0"-16"16,0 0-12-16,0 0-8 0,0 0-10 0,0 0 5 0</inkml:trace>
  <inkml:trace contextRef="#ctx0" brushRef="#br0" timeOffset="181102.33">12828 4175 1 0,'0'0'20'0,"0"0"1"0,0 0 1 0,0 0 0 0,0 0 5 15,0 0-3-15,0 0 5 0,0 0-3 0,0 0 3 16,0 0-2-16,0 0 8 0,0 0-3 0,0 0-3 16,0 0 4-16,0 0-5 0,0 0 0 0,0 0 8 15,0 0-3-15,0 0-6 0,0 0 4 16,0 0 5-16,0 0-8 0,0 0-9 0,0 0 8 15,0 0 4-15,0 0 3 0,0 0-1 0,0 0 1 0,0 0-3 16,0 0 0-16,0 0 3 0,0 0-9 0,0 0 10 16,0 0-14-16,0 0-2 0,0 0 2 0,0 0-4 15,0 0-12-15,0 0-10 0,0 0-19 0,0 0-8 16,0 0-27-16,0 0-10 0,-20-10-73 0,20 10-155 16,-16 1 69-16</inkml:trace>
  <inkml:trace contextRef="#ctx0" brushRef="#br0" timeOffset="181459.28">10351 4272 37 0,'0'0'85'0,"0"0"-9"0,0 0-11 16,0 0-10-16,0 0 7 0,0 0-29 0,0 0-8 16,0 0-17-16,0 0-10 0,0 0-15 15,0 0-12-15,0 0-11 0,4 5-20 0,-4-5-65 16,0 0 29-16</inkml:trace>
  <inkml:trace contextRef="#ctx0" brushRef="#br0" timeOffset="191745.69">10618 4547 34 0,'0'0'34'16,"0"0"-1"-16,0 0-25 0,-1 10-16 0,1-10-10 15,0 9-18-15,0-9 9 0</inkml:trace>
  <inkml:trace contextRef="#ctx0" brushRef="#br0" timeOffset="191915.69">10638 4624 37 0,'0'0'114'0,"0"0"-10"16,0 0-21-16,0 0-24 0,0 0-19 0,0 0-28 15,0 0-28-15,0 0-21 0,0 0-29 0,0 0-72 16,0 0 32-16</inkml:trace>
  <inkml:trace contextRef="#ctx0" brushRef="#br0" timeOffset="192059.4">10645 4681 33 0,'0'0'80'16,"0"0"-19"-16,0 0-27 0,0 0-29 0,0 0-41 16,0 0-38-16,-2 4 16 0</inkml:trace>
  <inkml:trace contextRef="#ctx0" brushRef="#br0" timeOffset="193416.31">10552 5098 59 0,'0'0'97'0,"0"0"-26"0,0 0-25 0,0 0-21 15,0 0-19-15,0 0-21 0,0 0-34 0,5 5-51 16,-5-5 23-16</inkml:trace>
  <inkml:trace contextRef="#ctx0" brushRef="#br0" timeOffset="194808.68">9436 5218 81 0,'0'-12'128'0,"0"12"-8"0,0-9-2 16,0 9 0-16,0-8-2 0,0 8-5 0,0 0-9 16,0 0-8-16,0-10-9 0,0 10-12 0,0 0-12 15,0 0-12-15,0 0-5 0,0 0-6 0,0 0-3 16,0 0-6-16,0 0-7 0,0 0 3 0,0 0-2 15,12 27-12-15,-10-17 7 0,1 6 9 0,-1 1-14 16,1 0 0-16,0 0-2 0,-1 2 3 0,-1-7-7 16,1 3 4-16,-2 1 2 0,1-6-3 0,-1 1 0 15,1-3-4-15,-1 2 1 0,0-5-3 0,0-5 0 16,3 13-3-16,-2-8 5 0,-1-5 1 0,0 8-6 16,0-8 11-16,0 0-11 0,0 0 6 0,0 9 6 15,0-9-23-15,0 0 15 0,0 0-1 0,0 0 4 16,0 0 0-16,0 0-2 0,0 8-7 0,0-8 12 15,0 0 9-15,0 0 3 0,0 0 3 0,0 0 5 16,0 0 6-16,0 0-12 0,0 0-7 0,0 0 3 16,0 0-4-16,0 0-7 0,12-18-1 0,-10 13 3 15,3 1-4-15,-5 4-3 0,7-7 2 0,-2 2-1 16,-5 5-3-16,3-4 1 0,-3 4-6 0,0 0-1 16,6-3 2-16,-6 3-2 0,0 0 0 0,0 0 0 15,0 0-2-15,0 0-3 0,0 0 8 0,0 0-5 16,0 0 5-16,13 6 1 0,-13-6-5 0,6 8 0 15,-2-3-7-15,-1-1-10 0,1 2-16 0,1 0-25 16,1 2-28-16,0 1-24 0,2 2-28 0,-1 0-108 16,-2-3-269-16,1-1 119 0</inkml:trace>
  <inkml:trace contextRef="#ctx0" brushRef="#br0" timeOffset="195141.43">9754 5389 163 0,'0'0'149'0,"0"0"-12"15,0 0-21-15,0 0-14 0,0 0-8 0,0 0-12 16,0 0-7-16,0 0-2 0,0 0-6 0,0 0-9 16,-2 21-6-16,4-16-1 0,0 3-4 0,0-2-7 15,2 2-6-15,0-2-3 0,0 0-2 0,0-2-5 16,2 2 4-16,-2-2-9 0,-4-4 0 0,6 6-1 15,-6-6 4-15,4 5 2 0,-4-5 15 0,0 0 1 16,0 0 0-16,0 0-8 0,0 0 6 0,0 0-9 16,0 0-4-16,5-17 0 0,-5 17 5 0,-1-13-13 15,0 3 3-15,-1 1-2 0,0-3-2 16,-1 4-5-16,2-2 2 0,1 10-3 0,-3-13-2 0,2 7-3 16,1 6-13-16,-4-9-18 0,4 9-17 0,-2-7-9 15,2 7-41-15,0 0-19 0,-3-7-10 0,3 7 3 16,0 0-11-16,0 0-82 0,0 0-227 0,0 0 100 15</inkml:trace>
  <inkml:trace contextRef="#ctx0" brushRef="#br0" timeOffset="195355.95">9858 5240 37 0,'0'0'115'0,"0"0"-14"0,0 0-11 16,0 0-11-16,0 0-6 0,0 0-5 0,0 29-7 16,1-19-7-16,-1 7-9 0,-1 1 8 0,4 0-5 15,-3 1-8-15,1 7-3 0,2-1-13 0,-2-6-16 16,1 5-23-16,-2-3-19 0,0-2-19 0,0 7-21 16,2-2-53-16,-4-6-136 0,1-1 60 0</inkml:trace>
  <inkml:trace contextRef="#ctx0" brushRef="#br0" timeOffset="195813.4">9977 5567 11 0,'9'-10'100'0,"0"3"-6"16,-2-3-14-16,1 1-11 0,0-3-4 0,2 3 2 15,-2 0-8-15,-1-1-10 0,-1 1-2 0,1-1-12 16,-2 1 1-16,-1 1-5 0,-4 8-1 0,4-12 4 15,-4 12-2-15,4-9-6 0,-4 9 4 16,1-9-10-16,-1 9-3 0,0 0-3 0,0 0-3 0,0 0 2 16,0 0-4-16,0 0-5 0,0 0-2 0,0 0 5 15,-28 14-6-15,19-6 0 0,2 1 4 0,0 1-2 16,1-1 6-16,2 2-3 0,0-4 1 0,0 2-6 16,1-1 4-16,2-2-6 0,1-6 9 0,3 13-5 15,-1-7-3-15,2-1 6 0,-4-5-7 0,9 6 3 16,-1-3 3-16,1-1-4 0,-2-1-5 0,-7-1-12 15,19-2 5-15,-11 1 1 0,2-2 9 0,1-1 0 16,-2-3-3-16,-2 0 3 0,1 0 4 0,-2-1 0 16,2-3-9-16,-3 2 11 0,-1-1-3 0,0 0 6 15,-3 0-1-15,2-4 7 0,-3 4 3 0,0 0 12 16,0 2 12-16,1 0 5 0,-1 8 9 0,0-13-1 16,2 8-6-16,-2 5-8 0,0 0-6 0,0-9-9 15,0 9 0-15,0 0-6 0,0 0 4 0,0 0-10 16,0 0 2-16,0 0-6 0,0 0 5 0,0 0 2 15,0 24-4-15,0-13-1 0,2 0-12 0,-2 1-26 16,0-1-16-16,0 2-23 0,1-1-19 0,0 0-13 16,0 1-18-16,1-2-77 0,-1-2-207 0,-1-9 92 15</inkml:trace>
  <inkml:trace contextRef="#ctx0" brushRef="#br0" timeOffset="196549.57">10427 5302 124 0,'-5'-4'132'0,"5"4"-17"15,0 0-14-15,-11 0-13 0,11 0-15 0,0 0 9 16,-16 7-21-16,9-5-7 0,1 5-3 0,2 0-10 15,-1 3 0-15,1-3 1 0,2 3-4 0,-1-3-7 0,1 2-3 16,0 1-12-16,2-10 2 0,2 14 4 16,0-7-15-16,1 0-15 0,-1-1-2 0,-2-6-5 15,5 11 1-15,-2-6-12 0,-3-5 6 0,5 7 2 16,-5-7 7-16,4 5-2 0,-4-5 0 0,4 5 5 16,-4-5 11-16,0 0 3 0,0 0 1 0,0 0-8 15,0 0-7-15,0 0 5 0,10-16 0 0,-9 10-2 16,0-2 12-16,2 3-14 0,-3 5 5 0,3-14 2 15,-2 8 2-15,-1 6 0 0,2-12 1 0,0 8 4 16,-2 4-5-16,1-7-2 0,-1 7-5 0,0 0-1 16,3-7 0-16,-3 7 5 0,0 0-2 0,0 0 3 0,0 0-4 15,0 0 13-15,7 16-10 0,-3-10-2 0,-2 0 3 16,1-1 6-16,0 2-6 0,1-2 4 16,-1 3-19-16,1-3 17 0,0 0 4 0,0 0-2 15,-4-5-1-15,9 5-13 0,-7 0 16 0,-2-5-1 16,7 4 1-16,-7-4 2 0,6 1 1 0,-6-1-6 15,0 0 3-15,0 0 7 0,0 0-12 0,15-8-1 16,-12 4 3-16,-3 4-2 0,8-8 3 0,-6 3-1 16,-2 5-3-16,5-9 4 0,-2 2-3 0,2-3-6 15,-3 4 22-15,2-3-23 0,-1 5 9 0,1-1-9 16,-4 5 9-16,4-8-11 0,-4 8 13 0,2-6-16 16,-2 6 5-16,4-4 9 0,-4 4-7 0,0 0-5 15,0 0 9-15,0 0-7 0,0 0 6 0,15 7 5 16,-15-7-4-16,9 3-3 0,-1 0 7 0,0-1-3 15,-2 1 3-15,-6-3-8 0,12 2 7 0,-6-1-5 16,3 1 1-16,-9-2 1 0,11 0 5 0,-11 0 12 16,9 0-6-16,-9 0 5 0,12-4-4 0,-8 0-3 15,1-1-1-15,0 2-6 0,1-4 3 0,1-1-5 16,-4 2 11-16,1 1-6 0,-2-5 3 0,-1 4-1 16,1-3-6-16,1 2 8 0,-3 7 4 0,3-14-1 15,-3 14 5-15,1-10 2 0,-1 10-8 0,-1-8 1 16,1 8-11-16,0 0-14 0,0 0-7 0,0 0-14 15,0 0-3-15,0 0-5 0,0 0-21 0,-13 15-13 16,5-1-18-16,-5 1-53 0,2-1-159 0,-2-1 72 16</inkml:trace>
  <inkml:trace contextRef="#ctx0" brushRef="#br0" timeOffset="197044.67">10216 5847 25 0,'0'0'70'0,"0"0"1"0,0 0 7 15,0 0 0-15,0 0-2 0,0 0 1 16,0 0-3-16,0 0-9 0,0 0-10 0,0 0 5 0,0 0-5 16,0 0 0-16,0 0-5 0,0 0-6 15,0 0 5-15,0 0-8 0,-9-19 5 0,9 19-14 16,0 0 7-16,-3-7-4 0,3 7-3 0,-2-6-3 0,2 6-2 16,0 0 6-16,0 0-4 0,0 0-6 0,0 0 2 15,0-10 2-15,0 10 0 0,0 0-2 0,0 0-1 16,0 0-7-16,1-10-1 0,-1 10 0 15,0 0 3-15,0 0-3 0,1-9 2 0,-1 9 0 16,0 0 0-16,0 0-2 0,0 0-2 0,0 0 0 16,0 0 0-16,0 0-13 0,2-7 10 0,-2 7-2 15,0 0 0-15,0 0-1 0,0 0-9 0,0 0 6 16,0 0-4-16,0 0-2 0,0 0-3 0,0 0-3 16,0 0-1-16,0 0-7 0,0 0 4 0,0 0-5 15,0 0 1-15,0 0-5 0,0 0 6 0,0 0-11 0,0 0-12 16,0 0-15-16,0 0-11 0,0 0-4 0,0 0-24 15,0 0-7-15,0 0 0 0,8-2-6 16,-8 2-58-16,0 0-175 0,7-3 78 0</inkml:trace>
  <inkml:trace contextRef="#ctx0" brushRef="#br0" timeOffset="197501.53">10300 5651 80 0,'0'0'114'0,"5"-4"-20"0,-5 4-8 0,8-1-16 16,-8 1 8-16,8-1-20 0,-8 1 1 0,10 1 0 16,-10-1-11-16,11 4 5 0,-4-3-12 0,-2 3-8 15,1 0-6-15,1 0 1 0,-2 0-5 0,-5-4 3 0,9 10 4 16,-5-5-19-16,-1-1 10 0,1 2 7 0,-4-6-16 15,5 10 7-15,-2-6-5 0,-3-4-3 16,4 5 8-16,-4-5-12 0,4 7 13 0,-4-7 4 16,0 0 7-16,3 4-8 0,-3-4 8 0,0 0 6 15,0 0-2-15,0 0-1 0,0 0-3 0,0 0-7 0,0 0-2 16,0 0-12-16,0 0 13 0,0 0-1 0,0 0-15 16,-2-23-5-16,2 23 8 0,0-13-12 0,1 4 0 15,2-1-7-15,1-1-2 0,1 2-17 16,1-2 12-16,0 2 3 0,1 0 7 0,1 2-2 15,-2 0 4-15,0 2-7 0,-2 1 0 0,1 1 3 0,-5 3 0 16,10-3 8-16,-10 3-12 0,12-1 2 0,-12 1 11 16,10 5-14-16,-5-2 3 0,-1 3 10 0,0-2-6 15,0 2 6-15,-1 1-3 0,0 2 2 16,-2-3 2-16,2 3-4 0,0 1 8 0,-2 1-9 16,1-2-20-16,0 1-19 0,-1-1-22 0,-1 0-15 0,0 0-24 15,0-1-68-15,0-8-185 0,-3 9 82 0</inkml:trace>
  <inkml:trace contextRef="#ctx0" brushRef="#br0" timeOffset="197679.39">10565 5578 66 0,'0'0'106'0,"0"0"-11"0,0 0-7 16,0 0 1-16,0 0-25 0,0 0-1 0,-2 32-6 15,2-21 4-15,-1-1-18 0,1 2-15 0,3 1-23 0,-3 1-20 16,0 0-29-16,0-2-22 0,-3-1-41 0,1-1-116 16,0-2 52-16</inkml:trace>
  <inkml:trace contextRef="#ctx0" brushRef="#br0" timeOffset="198039.12">10657 5702 44 0,'2'-7'85'0,"2"-2"-9"15,1-1-7-15,2 1-11 0,-1-1-9 0,-1 6 0 0,-1-2 2 16,1 2-11-16,-1-1 2 0,-4 5-17 16,10-4 7-16,-10 4-11 0,9 0 8 0,-9 0-7 15,9 6 0-15,-4 0-1 0,0-1-4 0,-2 5-6 0,-1-1-11 16,1 2-8-16,-2-3-11 0,-1 4-23 0,0-3-6 15,-2 2-15-15,2-1-35 0,-3 0-105 0,2-6 47 16</inkml:trace>
  <inkml:trace contextRef="#ctx0" brushRef="#br0" timeOffset="198858.3">10864 5578 90 0,'0'0'84'16,"0"0"-7"-16,0 0-11 0,0 0-9 0,0 0-3 15,0 0 0-15,0 0-7 0,-2 17-7 0,2-17-5 16,0 0-4-16,2 10 1 0,-2-10-10 0,4 6-7 16,-4-6 24-16,2 4-33 0,-2-4 2 0,0 0-3 15,4 9-3-15,-4-9-9 0,4 4 8 0,-4-4-1 16,0 0 0-16,0 0-1 0,0 0 2 0,4 4 4 15,-4-4-2-15,0 0-9 0,0 0 0 0,0 0 0 16,0 0-3-16,0 0 1 0,0 0 6 0,4-17-3 16,-4 17 3-16,0 0 3 0,-2-10 3 0,2 10 7 15,0 0-3-15,0 0-4 0,-2-12 3 0,2 12-4 16,0 0-1-16,0 0 2 0,1-7 3 0,-1 7-3 16,0 0 0-16,0 0-1 0,0 0-3 0,0 0 4 15,0 0-1-15,8-3-1 0,-8 3-4 0,0 0 2 16,14 3 5-16,-14-3-8 0,10 5 6 0,-2-4-2 15,-2 2-6-15,-6-3 3 0,8 4-6 0,-8-4-3 16,6 3 14-16,-6-3-3 0,6 4-3 0,-6-4 0 16,0 0-3-16,7 4 1 0,-7-4-1 0,0 0 1 15,0 0-1-15,5 4 3 0,-5-4 2 0,0 0 11 16,0 0-5-16,0 0-4 0,0 0-4 0,0 0 1 16,0 0 8-16,0 0-2 0,0 0-7 0,0 0 0 15,5-12-2-15,-5 12 2 0,4-6 6 0,-4 6-10 16,3-8 9-16,-3 8-7 0,2-6 7 0,-2 6 10 15,0 0-2-15,5-7 8 0,-5 7 0 0,0 0 5 16,4-5-6-16,-4 5-5 0,0 0-2 0,0 0-1 16,0 0 4-16,0 0-4 0,0 0-1 0,0 0 0 15,0 0-1-15,0 0-15 0,0 0-6 0,0 0-5 16,13 9-8-16,-13-9-11 0,0 0-14 0,4 8-21 16,-4-8-41-16,0 0-123 0,1 8 55 0</inkml:trace>
  <inkml:trace contextRef="#ctx0" brushRef="#br0" timeOffset="205972.58">14703 5125 41 0,'0'0'146'0,"0"0"-7"0,0 0-6 16,0 0-15-16,0 0-8 0,0 0-15 0,0 0-9 15,0 0-17-15,0 0-34 0,0 0-39 0,0 0-35 16,0 0-35-16,0 0-69 0,-11 4-154 0,2 1 68 16</inkml:trace>
  <inkml:trace contextRef="#ctx0" brushRef="#br0" timeOffset="206482.13">10607 6157 2 0,'0'0'48'0,"0"0"-6"0,0 0 3 16,0 0-16-16,0 0-15 0,0 0-16 0,0 0-12 0,6 6-14 16,-6-6-29-16,0 0 12 0</inkml:trace>
  <inkml:trace contextRef="#ctx0" brushRef="#br0" timeOffset="207040.34">14550 5245 36 0,'0'0'111'15,"0"0"-12"-15,0 0-22 0,6-7-16 0,-6 7 0 16,0 0-31-16,0 0-17 0,0 0-22 0,0 0-27 15,0 0-39-15,-23 0-79 0,9-1 35 0</inkml:trace>
  <inkml:trace contextRef="#ctx0" brushRef="#br0" timeOffset="-213751.4">12948 4075 5 0,'4'7'3'15,"-4"-7"-5"-15,0 0-1 0</inkml:trace>
  <inkml:trace contextRef="#ctx0" brushRef="#br0" timeOffset="-213399.6">10492 4379 30 0,'4'-5'14'16,"-4"5"-11"-16,4-8-12 0,-4 8-8 0,5-9 5 16</inkml:trace>
  <inkml:trace contextRef="#ctx0" brushRef="#br0" timeOffset="-213022.97">13275 4117 63 0,'0'0'67'15,"0"0"-5"-15,0 0-24 0,0 0-18 0,0 0-20 16,0 0-16-16,0 0-23 0,0 0-43 0,0 0 19 16</inkml:trace>
  <inkml:trace contextRef="#ctx0" brushRef="#br0" timeOffset="-212689.72">10767 4337 25 0,'0'0'47'0,"0"0"-1"0,0 0-15 16,0 0-6-16,0 0-16 0,0 0-21 0,0 0-17 16,0 0-31-16,0 0 14 0</inkml:trace>
  <inkml:trace contextRef="#ctx0" brushRef="#br0" timeOffset="-212301.75">13107 4041 39 0,'0'0'71'0,"0"0"-4"15,0 0-2-15,0 0-10 0,0 0-6 0,0 0-9 16,0 0-4-16,6 2 3 0,-6-2-21 0,0 0 7 15,0 0-4-15,0 0-9 0,0 8-9 0,0-8-5 16,0 0 8-16,0 0-21 0,0 0-2 0,0 0-3 16,-2 11-9-16,2-11-9 0,0 0-34 0,-10 9-76 15,4-5 35-15</inkml:trace>
  <inkml:trace contextRef="#ctx0" brushRef="#br0" timeOffset="-211047.34">12814 4146 24 0,'0'0'59'0,"0"0"-6"0,0 0-8 0,0 0 5 16,0 0-13-16,0 0-4 0,0 0-2 0,0 0 5 15,0 0-11-15,0 0-2 0,0 0 0 0,0 0-2 16,0 0-2-16,0 0-13 0,0 0 7 0,0 0-3 15,0 0 12-15,0 0-13 0,0 0 4 0,0 0-3 16,0 0-3-16,0 0 2 0,0 0-7 16,0 0-5-16,0 0 3 0,4 4 14 0,-4-4-1 15,0 0-13-15,0 0-1 0,0 0 4 0,0 0-1 0,0 0 0 16,0 0 1-16,0 0 2 0,0 0-5 0,0 0 7 16,0 0 1-16,0 0-8 0,0 0 0 0,0 0 0 15,0 0 3-15,0 0-2 0,0 0-3 0,0 0 9 16,0 0-7-16,0 0-1 0,0 0-1 0,0 0-1 15,0 0 9-15,0 0-7 0,0 0 1 0,0 0 2 16,0 0-1-16,0 0 8 0,0 0-4 0,0 0-8 16,0 0 9-16,0 0-11 0,0 0 10 0,0 0 6 15,0 0-1-15,0 0-1 0,0 0 6 0,0 0-2 16,0 0 2-16,0 0-2 0,0 0 6 0,0 0 1 16,0 0-15-16,0 0 13 0,0 0-2 15,0 0 0-15,0 0 3 0,0 0-1 0,0 0-1 0,0 0 1 16,0 0 0-16,0 0-4 0,0 0-5 0,0 0 1 15,0 0 2-15,0 0 0 0,0 0-7 0,0 0 7 16,0 0-6-16,0 0 6 0,0 0-12 0,0 0 15 16,0 0-3-16,0 0 6 0,0 0 8 15,0 0-13-15,0 0 0 0,0 0 7 0,0 0 2 0,0 0-6 16,0 0 3-16,0 0-9 0,0 0 5 0,0 0-4 16,0 0 0-16,0 0 5 0,0 0-10 0,0 0-9 15,0 0 12-15,0 0 4 0,0 0 1 16,0 0-14-16,0 0 4 0,0 0-1 0,0 0 0 0,0 0 2 15,0 0-5-15,0 0 6 0,0 0 10 0,0 0-7 16,0 0 0-16,0 0-1 0,0 0 3 0,0 0-8 16,0 0 9-16,0 0-4 0,0 0-16 0,0 0 15 15,0 0-3-15,0 0 7 0,0 0-3 0,0 0-5 16,0 0 10-16,0 0-7 0,0 0-2 0,0 0 1 16,0 0 0-16,0 0-1 0,0 0 1 0,0 0-5 15,0 0-5-15,0 0 5 0,0 0 3 0,0 0 0 16,0 0-6-16,0 0 7 0,0 0 6 0,0 0-14 15,0 0 2-15,0 0-4 0,0 0-12 0,0 0-22 16,0 0 7-16,0 0-11 0,0 0-21 16,1 7-15-16,-1-7-26 0,0 0-74 0,0 10-194 0,0-10 85 15</inkml:trace>
  <inkml:trace contextRef="#ctx0" brushRef="#br0" timeOffset="-163508.25">7688 4596 25 0,'0'0'127'0,"0"0"4"16,0 6 2-16,0-6-14 0,0 0-12 0,0 0-5 15,0 0-7-15,0 0-8 0,0 0-5 0,0 0-8 16,0 0-6-16,0 0-6 0,0 0-7 0,0 0 2 16,0 0-2-16,0 0-5 0,0 0-3 0,0 0-4 15,0 0-2-15,0 0-5 0,0 0-8 0,0 0 3 16,0 0-3-16,0 0-5 0,0 0-2 0,0 0-3 15,0 0 2-15,0 0-4 0,0 0 0 0,0 0 0 16,0 0-2-16,0 0-4 0,0 0-5 0,0 0 2 16,0 0-7-16,0 0 3 0,0 0-1 0,0 0 2 15,0 0-1-15,0 0 1 0,0 0-2 16,0 0-2-16,0 0-1 0,0 0 3 0,0 0-2 0,0 0 2 16,0 0 2-16,0 0-2 0,0 0-4 0,0 0 5 15,0 0 3-15,0 0-1 0,0 0-2 0,0 0-3 16,0 0 3-16,0 0-3 0,0 0-1 15,0 0 5-15,0 0-4 0,0 0-1 0,0 0 2 0,0 0-5 16,0 0 2-16,0 0 5 0,0 0-2 16,0 0 3-16,0 0-7 0,0 0 0 0,0 0 4 15,0 0 1-15,0 0-13 0,0 0-17 0,4 6-18 0,-4-6-21 16,0 0-11-16,0 0-14 0,0 0-25 0,2 6-9 16,-2-6-97-16,0 0-239 0,-7 14 106 0</inkml:trace>
  <inkml:trace contextRef="#ctx0" brushRef="#br0" timeOffset="-163016.62">5420 4675 23 0,'0'0'23'0,"0"0"-3"0,0 0-12 16,0 0 2-16,0 0-10 0,0 0-7 0,0 0-7 16,0 0-13-16,0 0 7 0</inkml:trace>
  <inkml:trace contextRef="#ctx0" brushRef="#br0" timeOffset="-162710.32">7710 4527 5 0,'-11'0'72'0,"0"0"-17"0,-3 1-15 0,1 1-19 15,-6-1-25-15,2 0-28 0,-3 3-34 0,0-1 15 16</inkml:trace>
  <inkml:trace contextRef="#ctx0" brushRef="#br0" timeOffset="-162469.35">5964 4656 11 0,'0'0'22'0,"23"13"-15"0,-10-9-14 15,1 1-7-15,0 2 2 0</inkml:trace>
  <inkml:trace contextRef="#ctx0" brushRef="#br0" timeOffset="-157977.04">7315 4734 8 0,'0'0'8'0,"0"0"4"0,0 0-3 15,0 0-1-15,0 0-3 0,0 0 2 0,0 0 0 16,0 0-3-16,0 0 0 0,0 0 0 0,0 0-3 15,0 0-3-15,0 0 5 0,0 0 3 0,0 0-3 16,0 0-3-16,0 0 3 0,0 0 2 0,0 0-4 16,0 0-2-16,0 0 3 0,0 0-8 0,0 0 6 15,0 0-7-15,0 0 5 0,0 0-3 0,0 0 0 16,0 0 3-16,0 0-1 0,0 0 2 0,0 0 0 16,0 0-1-16,0 0 0 0,0 0-2 0,0 0-1 15,0 0-4-15,0 0-10 0,0 0 5 0,0 0 39 16,0 0-32-16,2 6-5 0,-2-6 3 0</inkml:trace>
  <inkml:trace contextRef="#ctx0" brushRef="#br0" timeOffset="-157944.5">7317 4740 20 0,'0'0'0'0,"0"0"-4"0,0 0-3 16,0 0 1-16,0 0 12 0,0 0-8 0,0 0-2 16</inkml:trace>
  <inkml:trace contextRef="#ctx0" brushRef="#br0" timeOffset="-146072.33">12812 4024 17 0,'0'0'30'0,"0"0"1"0,0 0-4 0,0 0-3 15,-9 1-4-15,9-1-2 0,0 0-2 0,0 0 0 16,0 0-9-16,-11 2 9 0,11-2 0 0,0 0-6 15,0 0 1-15,0 0 10 0,0 0-17 0,0 0 5 16,0 0-2-16,0 0 7 0,0 0-9 0,0 0 4 16,0 0 0-16,-9-2 5 0,9 2-8 0,0 0-2 15,0 0 3-15,0 0 2 0,0 0-6 0,0 0-2 16,0 0 6-16,0 0 2 0,0 0-1 0,0 0 0 16,0 0-5-16,-7 3 3 0,7-3-1 0,0 0-5 15,0 0 6-15,0 0-3 0,0 0 5 0,0 0-3 16,0 0-1-16,0 0-1 0,0 0-2 0,0 0 3 15,0 0-4-15,0 0 1 0,0 0 0 0,0 0-3 16,0 0 5-16,0 0 0 0,0 0-3 0,0 0-2 16,0 0-2-16,0 0 2 0,0 0 3 0,0 0 2 15,0 0 1-15,0 0-8 0,0 0 3 0,0 0 4 16,0 0-7-16,0 0 5 0,0 0 1 0,0 0 2 16,0 0-4-16,0 0 1 0,0 0 0 0,0 9-3 15,0-9 4-15,0 0-5 0,0 0 9 0,0 0-14 16,0 0 2-16,0 0-6 0,0 0-8 0,2 9-2 15,-2-9-3-15,0 0-12 0,0 0 12 0,0 0-1 16,-2 7 1-16,2-7-20 0,0 0-48 0,0 0 21 16</inkml:trace>
  <inkml:trace contextRef="#ctx0" brushRef="#br0" timeOffset="-83750.03">14395 8463 36 0,'-166'19'29'0,"7"17"-25"0,15 13-9 15,11 9-6-15,16 0-12 0,15 1 6 0</inkml:trace>
  <inkml:trace contextRef="#ctx0" brushRef="#br0" timeOffset="-73006.06">13005 4005 8 0,'-5'-9'8'0,"5"9"-2"0,-10-7 6 0,5 6-6 16,-4 0-1-16,9 1-3 0,-20-2 1 0,8 5-6 15,1 1 3-15,-2-1-2 0,-1 0 8 0,3 1-4 16,-1 1 2-16,-1 1-8 0,3-2 6 16,2 2-1-16,-1 1 0 0,3-3 0 0,2 1 0 15,2 1-6-15,2-6 4 0,0 11 1 0,0-11 3 16,10 10 1-16,-1-5-5 0,5-1 2 0,1 0 6 15,8 0-4-15,4-2-1 0,0 0 2 0,4-2-5 0,-3-2 2 16,1 2 1-16,-10-2 4 0,2 0-2 0,-2-1-3 16,-2 0-2-16,-4 1 3 0,-1-2 3 0,-2 1-8 15,-5 0 9-15,4-1-5 0,-9 4 6 16,9-7-4-16,-7 4 1 0,-2 3 1 0,0-9-5 16,0 9 0-16,-8-8 5 0,0 4-4 0,-1 1 1 15,-6-1 2-15,-5 1-2 0,-1 0-3 0,-10 3 4 16,-1-1 4-16,-1 2-3 0,-1 0 1 0,-2 4 2 15,1-1 7-15,3 1-5 0,1-1 1 0,2 1-2 16,10-1 6-16,0-1 1 0,6 0-4 0,3-1 0 16,3 0-1-16,0 0 0 0,7-2-3 0,0 0 7 15,0 0-1-15,0 0 2 0,24 11 4 0,-1-9-5 16,11-1 1-16,18-1-1 0,1-1 3 0,4-1-6 0,-5-1 4 16,2-1-11-16,-16 2 2 0,2 0 8 15,-2-1-4-15,-2 1 0 0,-4-2-2 0,-5 4-4 16,-10-3-2-16,2 1 6 0,-6 1-6 0,-1-1 5 15,-4-1-3-15,-1 1 2 0,-7 2-1 0,8-6 0 16,-8 6 1-16,0-9-5 0,0 9 4 0,0 0-4 16,-19-11 4-16,3 6-4 0,-5 2-3 0,-5-1 5 15,-3 1-6-15,-3 0-2 0,-1 2-3 0,-2-2 4 16,2 3-4-16,3 0 4 0,1 2-8 0,9-2-6 16,2-2-2-16,5 2-9 0,3 2-43 0,2-1-77 15,8-1 35-15</inkml:trace>
  <inkml:trace contextRef="#ctx0" brushRef="#br0" timeOffset="8241.12">10107 5240 18 0,'0'0'46'0,"0"0"-13"0,0 0-12 0,0 0-18 16,0 0-12-16,0 0-10 0,0 0-20 0,0 0 8 15</inkml:trace>
  <inkml:trace contextRef="#ctx0" brushRef="#br0" timeOffset="107458.24">6935 10094 87 0,'-2'-10'90'0,"2"10"0"0,-3-6-1 15,3 6-9-15,-2-9-12 0,2 9-1 0,0 0-1 16,-3-7-2-16,3 7 0 0,0 0-7 15,0 0-6-15,0 0 2 0,-4-6-8 0,4 6-2 0,0 0-10 16,0 0-5-16,0 0 0 0,0 0-2 0,0 0 2 16,-9-2-3-16,9 2 0 0,0 0-7 15,0 0-4-15,0 0 0 0,-14 2-3 0,14-2 1 0,-9 4-2 16,4-2-3-16,-2 1-2 0,-1 1-2 0,0 2 2 16,2-2 7-16,-4 3-10 0,1 1 1 0,-2-1 4 15,0-1-9-15,1 2 9 0,1-1-3 0,-1 0-3 16,2 0 4-16,1-1 0 0,-2 1-14 0,3-4 4 15,2 3-4-15,-1-3-8 0,5-3-11 0,-5 10 0 16,5-4-12-16,0-6-5 0,1 14-8 0,2-8-3 0,-1 1-11 16,5-1-3-16,0 1 2 0,2-2-9 15,2-1-53-15,3 1-140 0,2-4 61 0</inkml:trace>
  <inkml:trace contextRef="#ctx0" brushRef="#br0" timeOffset="108203.69">6950 10290 30 0,'-21'4'55'0,"2"-1"0"16,1 0 2-16,0 1-7 0,5-3-1 0,-5 1-5 15,7 1-5-15,-2 0 6 0,3-1-11 0,-1 1-5 16,0 1-2-16,5 0 4 0,-3-1-8 0,0 3-3 16,-1-2-3-16,2 5 7 0,0-1-10 0,-1 1 12 15,2 1 2-15,-1 0 1 0,-2 4 6 0,2-4-3 16,-1 4 3-16,0 3-5 0,-2-1-7 0,0 1 5 0,2 1-7 15,-2 5 3-15,2-5-2 0,3 5 0 16,-2-4-12-16,0 0 10 0,1 5-7 0,1-6-4 16,1 0 8-16,1 0-6 0,-1-2 0 0,5 1-1 0,-1 0-6 15,1-3-10-15,3 1 17 0,0 0-4 0,4 1 4 16,2 0 3-16,0 1-3 0,4-2-17 0,7 3 25 16,-1-3-16-16,2 4 3 0,2-3 6 0,-7-3-5 15,9 3 4-15,-5-1-9 0,2 2 8 0,-4-6-1 16,-3 2 9-16,2 1-10 0,-3 1-5 0,-2 0-9 15,-3-1 12-15,-1 1-2 0,0 2 7 0,-6 1 7 16,1-1-1-16,-5 2-11 0,-1 1 14 0,-7 5 8 16,-2-2-1-16,-2 2-2 0,0 1 8 0,-4-4-3 15,0 2-4-15,-2 0-4 0,2 1 3 0,-3 2 1 16,1 0 1-16,-2 3 10 0,0-2-9 0,3 2 12 16,-1 1-2-16,2-1-6 0,4 2 2 0,-3-4-7 15,4 2-5-15,1 2 3 0,-1-2-5 0,4 1-1 16,1 0-2-16,2 0 1 0,-1-1-9 0,2 1 7 15,3-2-3-15,-3 4-5 0,3-5-2 0,2 1 0 16,-1 1 2-16,4-2 1 0,-2-1-4 0,0-3 1 16,3 4-1-16,-1 0 0 0,0 1 0 0,0-2 2 15,-2 2-3-15,-1-1-2 0,0 1 4 0,-1 1-2 16,-2-2-1-16,5 4 8 0,-5-3-11 0,1 1 4 16,-2-1-1-16,-3 0 2 0,4 0-1 0,-3 0-1 15,3-1 2-15,0-1-7 0,0-3 4 0,2-4-2 16,-1-1 2-16,2-1-1 0,0-1-5 0,1-3 2 15,4 0 5-15,0-3-6 0,5 3 0 0,3-6-2 16,5 0-15-16,13-4-17 0,3-7-13 0,6-1-17 0,16-9-12 16,2-6-19-16,3-3-22 0,22-15-23 15,-27 9-106-15,21-17-270 0,-22 12 120 0</inkml:trace>
  <inkml:trace contextRef="#ctx0" brushRef="#br0" timeOffset="110225.22">15625 11017 18 0,'-18'-3'69'0,"-1"2"-3"0,0-1 1 0,-3 0-4 15,1 1 1-15,0 0-2 0,1-1-3 0,-1 2 6 16,5-2-7-16,-1 2 1 0,6 0-5 0,-5-2-2 0,5 2 2 15,3 0-5-15,8 0-7 0,-13 0 0 16,13 0 2-16,-9 0-12 0,9 0-1 0,0 0-2 16,0 0 2-16,0 0-7 0,0 0 2 0,0 0-1 0,30 7 1 15,-3-5-4-15,6 1-3 0,6 2 4 0,20-3 4 16,3 0-10-16,3 1 5 0,28-3-5 0,4 0 4 16,-6-2-4-16,7 2 4 0,2-1-3 0,1 0-3 15,4-1 2-15,1 2-3 0,0-2-6 0,-3 0 9 16,4 2-6-16,-3 0 0 0,2-1-4 0,1 0 3 15,0-3-5-15,-2 3 8 0,-1-2-5 0,-1-1 9 16,-7 3-9-16,-2-3 14 0,1-1-6 0,-5 5 1 16,-26 0-3-16,3 0 4 0,24-1 0 0,-28 0 2 15,29-1-4-15,-34 0 2 0,-1 1-1 0,2-1 0 16,-5 3 1-16,-16-2 1 0,1-2-9 0,-4-1 3 0,-1 4 2 16,-4-2 4-16,-2 4-5 0,-7-2 3 15,-8-2 3-15,-1 2 10 0,-1-1 6 0,-5 2 10 16,-6-1 5-16,13-4 3 0,-13 4-9 0,7-4-2 0,-7 4-6 15,3-5-5-15,-3 5-1 0,0 0-5 16,0 0-3-16,-9-15-3 0,3 11-10 0,-7 0-10 16,0 2-14-16,-5-2-13 0,0 2-21 0,-3 0-10 15,-1 1-26-15,-6 2-17 0,7-1-26 0,-6 4-16 0,-1 0-24 16,-1 4-109-16,0-3-297 0,-2 2 133 0</inkml:trace>
  <inkml:trace contextRef="#ctx0" brushRef="#br0" timeOffset="111158.45">15831 12708 19 0,'-10'0'65'0,"-3"0"-9"0,3 1-2 16,0-1-9-16,-2 2-7 0,1-1 1 0,0 0-4 15,-1-1 0-15,0 1-2 0,2 0 7 16,0 2-3-16,-1-2-4 0,1 2 7 0,-1-2-6 0,4 0-7 15,-3 0-1-15,-1 0 1 0,3-1-1 0,-1 1 3 16,9-1-4-16,-17 2 16 0,12-1-9 0,5-1 12 16,-14 1-14-16,14-1 9 0,-7 2-9 0,7-2 3 15,-7 1-1-15,7-1-1 0,0 0 6 0,0 0-6 16,0 0-5-16,0 0 3 0,0 0 3 0,24 9-5 16,-11-6 2-16,6-3-1 0,9 4 0 0,6-1 8 15,-1-1-1-15,2 2-8 0,4-1-3 0,2-2 9 16,13 4-6-16,3 0 2 0,1-1-4 0,-1 0-2 15,3-1-1-15,2 2 3 0,4-3-5 0,25 2 1 16,-26-1 2-16,32 3 5 0,-7-2-10 0,0-1 4 16,2-1 0-16,2 3 6 0,0 0-1 0,5-1-1 15,1-1 2-15,0 1 9 0,3 1 2 0,1 0-1 16,-1 1 3-16,3-1 6 0,6-3-2 0,-1 5 2 16,-1-3 0-16,0 3 1 0,-4-2-2 0,4-3-4 0,-5 5-4 15,0-5 0-15,-10 2-3 0,1 1-3 0,-4 4 1 16,-29-7-2-16,26 4 0 0,-27-2-5 15,-2 1 3-15,-3-4 1 0,-2 3-5 0,-1 0 1 0,0-2 5 16,-17 0 0-16,-1 2 0 0,-2-4-2 0,-3 0 1 16,-3 2 1-16,-8-1 4 0,-1 0 8 15,-6-2 14-15,-1 1 7 0,-3 0 7 0,-9 0 11 16,11-3-3-16,-4 1 2 0,-7 2-13 0,10-4-8 0,-10 4 2 16,5-6-12-16,-5 6-4 0,4-4-4 0,-4 4-7 15,1-8-10-15,-1 8-19 0,0 0-17 0,0-10-29 16,0 10-43-16,0 0-65 0,-5-12-68 0,5 12-70 15,-10-12-226-15,3 5-554 0,-2-2 246 0</inkml:trace>
  <inkml:trace contextRef="#ctx0" brushRef="#br0" timeOffset="141078.22">6630 10572 3 0,'0'0'70'0,"0"0"-9"15,0 0-1-15,0 0-7 0,10-20-8 0,-10 20 0 16,0 0-5-16,0 0-5 0,0 0-5 0,0 0-7 15,0 0 5-15,0 0-6 0,0 0 0 0,0 0-5 16,-5-11 1-16,5 11-2 0,0 0-1 0,0 0-5 16,0 0 2-16,0 0 2 0,-3-8-2 0,3 8 4 15,0 0-5-15,0 0-5 0,0 0-4 0,0 0-1 16,0-10 2-16,0 10 4 0,0 0-3 0,0 0-1 16,-1-9 2-16,1 9-3 0,0 0 1 0,0 0 7 15,0-10 0-15,0 10-3 0,0 0 7 0,0 0-9 16,0-12-4-16,0 12 0 0,1-7 5 0,-1 7-3 0,0-10-3 15,0 10 3-15,3-11 12 0,-2 5-16 0,-1 6 1 16,6-13 14-16,-2 5-13 0,0-1-6 16,1-1 0-16,1 0 6 0,-1 1 2 0,2-3-2 15,-3 2 0-15,1-2-2 0,-1 2 1 0,2-4 1 0,1 2-1 16,-2 0-2-16,-1 0 4 0,0-3-7 0,-1 2 7 16,1-3-1-16,0 5-2 0,0-2 4 0,1 2 3 15,-3 0-1-15,2-5-4 0,0 5-2 16,-1 0-1-16,1-5 2 0,-2 5 1 0,2 0 4 0,0-1-6 15,1 3-1-15,-1-3 4 0,1 0-3 0,0 1 2 16,0 0-4-16,0 0-1 0,0 3 6 0,-1 1 6 16,1-2-8-16,0 1 6 0,-1 2-5 0,1 1 1 15,-1-1 0-15,5 1 3 0,0-3-7 0,0 2-1 16,1 0 3-16,0 0 5 0,1 1-2 0,0 0-4 16,1-1 3-16,-2 2-2 0,1 0-3 0,0 2 5 15,-1 0-3-15,0-1 2 0,0 2 0 0,-1-3-3 16,3 2 4-16,-3 2 0 0,1-1 3 0,1 1-1 15,-3-1-10-15,-8 1 10 0,17 0-7 0,-10 1 5 16,-7-1-7-16,15 0 3 0,-10 1 1 0,-5-1 5 16,11 4-2-16,-6-1 3 0,-5-3-2 0,9 2-3 15,-9-2 4-15,9 5-1 0,-9-5-7 0,6 3 3 16,-6-3-1-16,7 4-1 0,-7-4 10 0,6 4-7 16,-6-4 3-16,5 3 0 0,-5-3-2 0,0 0-4 15,7 3 6-15,-7-3-3 0,0 0-4 0,0 0 9 16,4 5-3-16,-4-5-3 0,0 0 7 0,0 0-6 15,5 4-3-15,-5-4 9 0,0 0-17 0,2 7 0 16,-2-7-4-16,0 0-4 0,0 0-1 0,0 9-10 16,0-9-11-16,0 0-11 0,-5 8 15 0,5-8-19 0,-6 10-41 15,1-7-105-15,0 3 47 0</inkml:trace>
  <inkml:trace contextRef="#ctx0" brushRef="#br0" timeOffset="200045.87">5432 4320 5 0,'0'0'11'0,"0"0"2"0,0 0 0 15,0 0-7-15,0 0-1 0,0 0 0 0,0 0-1 16,0 0-3-16,0 0 6 0,3-7-2 0,-3 7-5 15,0 0 3-15,0 0-3 0,0 0 2 0,0 0-3 16,0 0 1-16,0 0-1 0,0 0 1 0,0 0-4 16,0 0 3-16,0 0-4 0,0 0 7 0,0 0-4 15,0 0 0-15,0 0 3 0,16 11-4 0,-16-11 0 16,8 4 6-16,-5 0-3 0,-3-4 2 0,9 5 2 16,-6-2-2-16,1 0-1 0,-4-3-2 0,9 8 0 15,-5-4 0-15,4 0 7 0,-3-2 2 0,1 3 6 16,-1-2 3-16,2 1 0 0,0-1 0 0,0 2 1 15,-1-3 1-15,3 3 5 0,1-1-6 0,-1-1 1 16,0 0-6-16,-1 1 5 0,0-1-4 0,1 1-5 16,-3-1-4-16,2-1 4 0,-2 1 0 0,4 1 1 15,-3-2-2-15,-1 0-2 0,2 2 3 0,-2-2-7 16,-6-2 2-16,10 5 6 0,-3-3-10 0,-2 2 4 16,0 0-1-16,0 0-2 0,-5-4 1 0,9 5 6 15,-4-1-7-15,-5-4 1 0,8 6-1 0,-5-2 2 16,-3-4-2-16,6 5 3 0,-6-5 1 0,5 5-5 15,-5-5 11-15,2 5-8 0,-2-5 2 0,0 0-4 16,6 5-3-16,-6-5 3 0,0 0-3 0,2 4 5 16,-2-4-5-16,0 0 2 0,0 0 3 0,0 0 0 15,0 0 1-15,3 7-3 0,-3-7 1 0,0 0-14 16,0 0 18-16,0 0 0 0,0 0-5 0,0 0-2 16,0 0 6-16,0 0-5 0,0 0 9 0,0 0 1 15,0 0-11-15,0 0 0 0,0 0 11 0,0 0-9 16,0 0 10-16,0 0-5 0,0 0 8 0,0 0-2 15,0 0-7-15,0 0 4 0,0 0-1 0,0 0 1 16,0 0-6-16,0 0 1 0,0 0-3 0,0 0 4 16,0 0-2-16,0 0-2 0,0 0 3 0,0 0 0 15,0 0 2-15,0 0 2 0,0 0-11 0,0 0 8 16,0 0 4-16,0 0-9 0,0 0 6 0,0 0-1 16,0 0-4-16,0 0-2 0,0 0 1 0,0 0-5 15,0 0 9-15,0 0-1 0,0 0 2 0,0 0-7 16,0 0 3-16,0 0-1 0,0 0-5 0,0 0-16 15,0 0-3-15,0 0-10 0,0 0-13 0,0 0-34 16,0 0-87-16,0 0 39 0</inkml:trace>
  <inkml:trace contextRef="#ctx0" brushRef="#br0" timeOffset="201351.34">5417 4340 4 0,'9'6'10'16,"-4"-2"18"-16,3-1 3 0,-2 1-6 0,6-1-2 15,2 3 5-15,-3-3 10 0,8 2-11 0,-1-2 2 0,3 1-5 16,-1-2-1-16,-2 4-9 0,-1-2 0 16,-5-1 8-16,1 1-2 0,1 0-3 0,-1-1-7 15,-2 1 2-15,0-1 0 0,-2 2-1 0,2-1-3 16,-1 2 3-16,-3-2-3 0,-1 0 0 0,0 1 3 16,0 0-6-16,-2 1 1 0,-1-2 2 0,3 5 0 15,-4-3-7-15,2 0 0 0,0 0 5 0,-4-6 0 0,5 11-5 16,-3-6 2-16,-2-5 2 0,0 0 0 15,7 13 0-15,-7-13-6 0,4 7 0 0,-4-7 0 16,2 8 4-16,-2-8 3 0,5 8 0 0,-5-8 3 16,0 0-10-16,5 7 1 0,-5-7 1 0,0 0 1 15,4 10 1-15,-4-10 4 0,3 8-6 0,-3-8 3 16,0 0-7-16,0 0 6 0,0 0-7 0,5 8 7 16,-5-8-4-16,0 0 1 0,0 0 4 0,0 0-4 15,0 0 4-15,0 0-2 0,0 0-3 0,0 0 0 16,4 8 5-16,-4-8-3 0,0 0-3 0,0 0-2 15,0 0 7-15,0 0 2 0,0 0 4 0,0 0-7 16,0 0 5-16,0 0 1 0,0 0 2 0,0 0-4 16,0 0 4-16,0 0-8 0,0 0 19 0,0 0-16 15,0 0 8-15,0 0-6 0,0 0 0 0,0 0-3 16,0 0 6-16,0 0-1 0,0 0 0 0,0 0-13 16,0 0 7-16,0 0 9 0,0 0-11 0,0 0 1 15,0 0 1-15,0 0 6 0,0 0-10 0,0 0 10 16,0 0-5-16,0 0-4 0,0 0-1 0,0 0-1 15,0 0 9-15,0 0-9 0,0 0 6 0,0 0-1 16,0 0 3-16,0 0-3 0,0 0-3 0,0 0 1 16,0 0-2-16,0 0 2 0,0 0-2 0,0 0-1 15,0 0-2-15,0 0 4 0,0 0-3 0,0 0-1 16,0 0 0-16,0 0 7 0,0 0-3 0,0 0-7 16,0 0 5-16,0 0 2 0,0 0 5 0,0 0-6 15,0 0-6-15,0 0 3 0,0 0 3 0,0 0-2 16,0 0 3-16,0 0 2 0,0 0 2 0,0 0-2 15,0 0-1-15,0 0 1 0,0 0 1 0,0 0 0 16,0 0 5-16,0 0-15 0,0 0 8 0,0 0-1 16,0 0 2-16,0 0-1 0,0 0-1 0,0 0-7 15,0 0 5-15,0 0 8 0,0 0 3 0,0 0-6 16,0 0-5-16,0 0 1 0,0 0 0 0,0 0 1 16,0 0 4-16,-2 11-10 0,2-11 5 0,0 0-3 15,0 0 4-15,0 0-3 0,0 0 14 0,0 0-22 16,0 0 11-16,0 0-3 0,0 0 0 0,0 0 9 15,0 0-8-15,0 0 7 0,-7 10-2 0,7-10-2 16,0 0 0-16,-5 6-1 0,5-6 3 0,0 0 2 16,0 0-5-16,-7 9 10 0,7-9-16 0,0 0-1 15,0 0 7-15,0 0-4 0,0 0 0 0,0 0 2 16,0 0 0-16,0 0 1 0,0 0 2 0,0 0 2 16,0 0 1-16,0 0-11 0,-3 8 3 0,3-8 4 15,0 0 0-15,0 0-5 0,0 0 18 0,0 0-18 16,0 0 7-16,1 13-3 0,-1-13 5 0,-1 5-9 15,1-5 9-15,0 0-9 0,0 8 6 0,0-8 8 16,0 0-8-16,0 0 3 0,0 10-6 0,0-10 0 16,0 0 0-16,0 9 1 0,0-9 9 0,0 0-10 15,0 9 4-15,0-9-4 0,-2 7 1 0,2-7 3 16,0 0-6-16,-2 11 1 0,2-11 4 0,0 0-2 16,1 9-9-16,-1-9 9 0,-1 9 6 0,1-9 1 15,-3 8-5-15,3-8 3 0,-1 9-4 16,1-9 5-16,-2 10-2 0,0-5 2 0,2-5-4 0,-3 13 4 15,1-3-1-15,-1-3 4 0,1 2-10 0,-2 0 0 16,0 1 2-16,-1 0-2 0,0 2 3 0,-2 3-5 16,-5 0-6-16,3 2-1 0,-3 0-8 0,-3 4-2 15,-2-2-11-15,-1 1-3 0,5-4-10 0,1-2 0 16,-1 0-8-16,0-1-34 0,6-3-94 16,-1-1 42-16</inkml:trace>
  <inkml:trace contextRef="#ctx0" brushRef="#br0" timeOffset="202336.16">5491 4405 11 0,'17'7'16'0,"-6"-1"2"0,2 0 1 0,-2 1-4 16,0-2-1-16,1 2-3 0,0 0 6 0,5 0-4 15,-6 1 1-15,1-1-2 0,3 0 1 0,-5 0-6 16,2 0 7-16,-3 1-13 0,0 0 8 0,1 1 6 15,-1-2-4-15,-2 2 0 0,1-2-6 0,1 1 7 16,-1-1-2-16,-1 0 1 0,1 0 3 0,-2 0-3 16,2-2-3-16,2 0 5 0,-2 1-2 0,3-2-1 15,0 1-2-15,-2 1 6 0,1-1-6 0,0 0 3 16,-1-2-6-16,0 1 5 0,-3-1-1 16,1 1-4-16,-1-1-1 0,-1 0 4 0,3 1 11 0,-8-4-13 15,9 5 0-15,-9-5-1 0,8 5 1 0,-8-5 1 16,5 4-7-16,-5-4 7 0,0 0-6 0,7 3 1 15,-7-3-3-15,0 0-3 0,4 4 8 0,-4-4-3 16,0 0 4-16,0 0-3 0,0 0-2 0,7 3-5 16,-7-3 11-16,0 0-8 0,0 0 2 15,0 0-1-15,0 0-2 0,0 0 0 0,0 0 5 0,0 0 2 16,2 5-4-16,-2-5-2 0,0 0 2 0,0 0 2 16,0 0-2-16,0 0 3 0,0 0 2 0,-9 11 0 15,9-11-4-15,-5 7 1 0,5-7-6 0,-8 9 9 16,5-5-5-16,-4 5 3 0,1 1-9 15,-7 0 12-15,0 4-1 0,0 0-7 0,-1 0 2 16,-6 6 5-16,1 4 4 0,0-2-6 0,-3 2-1 0,0 0 3 16,0 0-5-16,1 2-10 0,-1-3-9 0,0 0-13 15,1 1-4-15,3-2-38 0,0-1-80 0,1-2 35 16</inkml:trace>
  <inkml:trace contextRef="#ctx0" brushRef="#br0" timeOffset="203422.4">5311 4410 12 0,'0'0'24'0,"-1"-8"-7"0,1 8 3 0,0 0-1 15,0 0-6-15,0 0 2 0,0 0 0 0,0 0 0 16,0 0-2-16,0 0-5 0,0 0 4 0,0 0 0 15,0 0-2-15,0 0 1 0,0 0-10 0,0 0 7 16,0 0 0-16,0 0-5 0,0 0 10 0,0 0-2 16,0 0 4-16,0 0-9 0,0 0 8 0,0 0 3 15,0 0 0-15,0 0 3 0,-3-7 6 0,3 7-5 16,0 0-9-16,0 0-1 0,0 0 2 0,0 0-9 16,0 0 5-16,0 0-3 0,0 0 3 0,0 0-4 15,0 0 11-15,0 0-13 0,0 0-2 0,0 0 5 16,0 0-1-16,18-2-7 0,-12 1 6 0,-6 1 2 15,16 0-2-15,-6 1-11 0,-1 1 5 0,4 1 4 16,-2-1 1-16,1 0 3 0,2 2-4 0,-3 0-4 16,3 0-1-16,2 3 8 0,0 0-5 0,0-1 3 15,0 1-4-15,-3-2 3 0,3 1-3 0,-3-1 1 16,0 2-3-16,0-1 1 0,-2-2 4 16,2 3 0-16,3-2-1 0,-4 0 6 0,0 0-6 15,-2 1 0-15,3-1 3 0,-2-1 1 0,2 0-6 0,-3 0 3 16,1 1 6-16,0 1-4 0,-2-2 1 0,0-1-2 15,-3 1-6-15,4 1 0 0,-2 0 12 0,0 0-10 16,-2-1 2-16,-6-4-3 0,14 9-1 0,-7-5 1 16,-7-4 2-16,11 7 3 0,-5-4-1 15,-6-3 2-15,10 6-6 0,-10-6-1 0,7 6 0 16,-7-6 3-16,8 4 1 0,-8-4 4 0,6 5-8 0,-6-5 6 16,0 0-5-16,7 4 6 0,-7-4-7 0,0 0 4 15,3 2-2-15,-3-2 2 0,0 0-2 0,0 0 9 16,0 0-8-16,0 0-4 0,0 0 4 0,0 0 1 15,0 0-5-15,6 4 2 0,-6-4 4 16,0 0 1-16,0 0-4 0,0 7 2 0,0-7 4 16,0 0-7-16,1 9 4 0,-1-9-1 0,0 0-4 15,-1 9 4-15,1-9 2 0,1 7-6 0,-1-7 2 16,-3 11 1-16,3-11 3 0,-2 9-4 0,-1-1 1 16,-1 1-5-16,0-1 6 0,1 2 1 0,-2 0-2 15,-2 0 5-15,-2 5 4 0,1 0-6 0,-2 1-1 16,-2 6-2-16,-5-1 8 0,3 3-2 0,-3-1-10 15,1 3-16-15,-2 1-4 0,0 1-8 0,0 0-15 16,-2 1-32-16,2 3-84 0,-3-2 37 0</inkml:trace>
  <inkml:trace contextRef="#ctx0" brushRef="#br0" timeOffset="-211872.37">7825 4954 5 0,'0'0'9'0,"0"0"-4"15,0 0 7-15,0 0-2 0,0 0 1 0,0 0-1 16,0 0 3-16,0 0-1 0,0 0 1 0,0 0-5 15,0 0 0-15,0 0 2 0,0 0-7 0,0 0 13 16,0 0-12-16,0 0 1 0,0 0-7 0,0 0 5 16,0 0-1-16,0 0 0 0,0 0 0 0,0 0 4 15,0 0 1-15,0 0-1 0,0 0 2 0,0 0-6 16,0 0 7-16,0 0-3 0,0 0 6 0,0 0-3 16,0 0 1-16,0 0 7 0,0 0-5 0,0 0 8 15,0 0-11-15,0 0-1 0,0 0 17 0,0 0-20 16,0 0 2-16,0 0-2 0,0 0 5 0,0 0 2 15,0 0-2-15,0 0-4 0,0 0 0 0,0 0 3 16,0 0-4-16,0 0-1 0,0 0-5 0,0 0 1 16,0 0 5-16,0 0-2 0,0 0 0 0,0 0-5 15,0 0 4-15,5-8-2 0,-5 8 3 0,0 0 0 16,0 0-1-16,0 0-8 0,0 0 4 0,0 0 8 16,0 0-12-16,0 0 2 0,0 0 0 0,0 0 4 15,0 0 1-15,0 0 3 0,0 0-1 0,0 0 3 16,0 0-4-16,0 0-4 0,0 0 11 0,0 0-10 15,0 0 3-15,0 0-5 0,0 0 7 0,0 0-8 16,0 0 4-16,0 0-2 0,0 0-5 0,0 0 6 16,0 0-1-16,0 0 7 0,0 0-8 0,0 0 1 15,0 0-2-15,5-5 6 0,-5 5-3 0,0 0 4 16,0 0 1-16,0 0-9 0,0 0 6 0,0 0-1 16,0 0 2-16,0 0-2 0,0 0-3 0,0 0 4 15,0 0 4-15,0 0-5 0,0 0 0 0,0 0 3 16,0 0-3-16,0 0 1 0,0 0 2 0,0 0-2 15,0 0 0-15,0 0-2 0,0 0 0 0,0 0 7 16,0 0 3-16,0 0-23 0,0 0 14 0,0 0 0 16,0 0 4-16,0 0-6 0,5-4 3 0,-5 4-2 15,0 0-1-15,0 0-1 0,0 0 0 0,0 0 1 16,0 0 0-16,0 0-7 0,0 0-2 0,0 0-3 16,0 0-4-16,0 0-12 0,0 0 2 0,0 0-24 15,0 0-56-15,0 0 25 0</inkml:trace>
  <inkml:trace contextRef="#ctx0" brushRef="#br0" timeOffset="-121161.34">10018 5899 34 0,'0'0'33'0,"0"0"-1"0,0 0-16 0,0 0-7 15,0 0-12-15,0 0-18 0,0 0-21 0,0 0 9 16</inkml:trace>
  <inkml:trace contextRef="#ctx0" brushRef="#br0" timeOffset="-119189.22">9930 5857 8 0,'0'0'31'16,"1"9"0"-16,-1-9-5 0,0 0 0 0,0 0-3 15,0 0-2-15,0 0-1 0,0 0-3 0,0 0-7 16,0 0-6-16,0 0-13 0,0 0-26 0,0 0-38 16,0 0 18-16</inkml:trace>
  <inkml:trace contextRef="#ctx0" brushRef="#br0" timeOffset="-118464.9">9358 5979 22 0,'0'0'42'0,"0"0"-7"15,0 0-1-15,0 0-10 0,0 0-4 0,0 0-6 16,0 0-12-16,0 0-10 0,0 0-5 0,4-5-16 15,-4 5-32-15,0 0 15 0</inkml:trace>
  <inkml:trace contextRef="#ctx0" brushRef="#br0" timeOffset="-23148.12">24538 11968 39 0,'-9'-4'162'0,"2"-1"-9"0,-2 3-8 0,-3-2-5 16,2-2-10-16,-1 3-12 0,1-1 0 0,0 1-1 16,1 1-6-16,2 0-4 0,7 2-4 0,-16-5-15 15,10 3 2-15,-1-1-8 0,7 3-5 0,-11-1-9 16,11 1-5-16,-9-3-2 0,9 3-7 0,0 0-5 16,-7-2-7-16,7 2-3 0,0 0-4 0,0 0-3 15,-8-3-3-15,8 3-3 0,0 0-4 0,0 0 2 16,0 0-3-16,0 0-1 0,0 0-1 0,0 0-2 15,0 0 0-15,0 0 3 0,41 1-5 0,-12-2-4 16,3 1 2-16,4-1 1 0,0 1-4 0,-1-2 0 16,1 2-6-16,-3-2-7 0,-1 2-15 0,0-2-18 15,-2 0-29-15,-2 1-24 0,0 1-20 0,-8-1-45 16,-1 1-43-16,-7-2-111 0,2 2-332 0,-4-3 147 16</inkml:trace>
  <inkml:trace contextRef="#ctx0" brushRef="#br0" timeOffset="-22638.87">24782 11846 106 0,'0'0'184'0,"-3"-5"-8"0,3 5-5 0,0 0-12 15,0 0-12-15,-6-6-17 0,6 6-15 16,0 0-15-16,0 0-7 0,0 0 10 0,-7 14-2 0,4-7-12 15,1 4-7-15,-2 4 0 0,-1 3 1 0,1 1-10 16,-3 1 1-16,0 2-9 0,3-2-6 0,-1 4-3 16,1-6-4-16,0 9-6 0,0-2-2 0,-1-6-5 15,4 1-6-15,-2-2-1 0,2 0 1 0,-2 3-8 16,3-3-3-16,-2 0 0 0,2 0 0 0,-3-2-6 16,3 0-2-16,-1-4 0 0,1 0 1 0,0-1-3 15,0 0 2-15,0-1-3 0,0-1-1 0,0-1-3 16,1 1-4-16,-1-9-1 0,3 10-4 0,-3-10 0 15,0 8 3-15,0-8-3 0,0 0 2 0,0 0-5 16,-7 7-8-16,7-7-4 0,0 0 0 0,0 0-5 16,-18-12 4-16,8 6 0 0,3 0 1 0,-1 1 0 15,-5-2 0-15,3 0 7 0,-1 2-2 0,3-2 0 16,-3-1 4-16,0 2-1 0,4 2 1 0,0 0 3 16,-1-1-1-16,2 3-3 0,6 2 3 0,-10-5 0 15,10 5 2-15,-8-4 2 0,8 4-6 0,-5-6 1 16,5 6 4-16,0 0 0 0,0 0 2 0,0 0-1 15,0 0 5-15,0 0 3 0,0 0 3 0,0 0-3 16,33 10-2-16,-20-7-1 0,-1 0 3 0,7 1 1 16,1-3-2-16,-4 3 3 0,1 1-5 0,1-2-20 0,3-1-22 15,-3 1-24-15,-2-1-30 0,5 0-31 16,-1-2-32-16,-3 2-31 0,-3 0-118 0,4-2-331 16,1 0 146-16</inkml:trace>
  <inkml:trace contextRef="#ctx0" brushRef="#br0" timeOffset="-22362.5">25213 12221 43 0,'0'0'213'0,"-8"-10"-5"0,8 10-2 0,-7-7-10 16,1 3-10-16,-1 2-18 0,7 2-12 0,-18 0-15 15,8 0-10-15,-2 2-6 0,1 2-7 0,-5 3-7 16,2 2-5-16,-1-1-6 0,-3 3-7 0,4 3-7 15,0-2-7-15,1 4-3 0,1-2-7 0,0 0-5 16,3-1-4-16,-1 2-8 0,1 0-2 0,3-3-4 16,0-1-7-16,4 0-2 0,0 1-1 0,2 1-4 15,2-2-4-15,0-1-2 0,2 1 1 0,4-3-3 16,0 1-1-16,3-1-5 0,-1-1-19 0,9 0-21 16,-5-2-27-16,3-1-28 0,1 0-29 0,1-1-32 15,0-3-31-15,4 0-27 0,6-2-207 0,-2-3-436 16,2-1 193-16</inkml:trace>
  <inkml:trace contextRef="#ctx0" brushRef="#br0" timeOffset="-22180.32">25548 12213 193 0,'0'0'217'15,"0"0"-14"-15,6-6-14 0,-2 2-11 0,-4 4-15 0,13-5-16 16,-3 3-11-16,1 1-15 0,2 0-10 15,5 2-12-15,-4-1-28 0,2 0-27 0,2 1-28 16,-5 1-38-16,0-2-34 0,-1 2-34 0,-1-1-27 16,1-1-35-16,-6 3-91 0,-1 0-261 0,-5-3 116 0</inkml:trace>
  <inkml:trace contextRef="#ctx0" brushRef="#br0" timeOffset="-22022.81">25571 12326 88 0,'-6'4'184'0,"0"-1"-3"15,6-3-4-15,-7 0-8 0,7 0-17 0,-8 3-11 16,8-3-5-16,0 0-6 0,0 0-13 16,0 0-10-16,14 9-6 0,-5-9-13 0,5-2-22 15,-1 2-29-15,7 0-39 0,7 0-51 0,3-3-43 0,3-1-50 16,-1 1-118-16,4-3-284 0,1 0 127 0</inkml:trace>
  <inkml:trace contextRef="#ctx0" brushRef="#br0" timeOffset="-21570.75">26540 11991 115 0,'-6'-5'210'0,"6"5"-11"16,-8-5-9-16,8 5-15 0,-5-3-19 16,5 3-16-16,0 0-13 0,0 0-16 0,0 0-11 15,0 0-10-15,21-3-4 0,-8 3-9 0,6 0-11 0,10 3-5 16,0-1-13-16,2 0-17 0,-3-1-24 0,-1 2-35 15,-10-2-27-15,3 0-30 0,-4 1-36 0,-2-1-23 16,-5 0-116-16,-3-1-280 0,-6 0 124 16</inkml:trace>
  <inkml:trace contextRef="#ctx0" brushRef="#br0" timeOffset="-21070.73">26715 11978 4 0,'0'0'187'0,"0"0"-5"0,0 0-10 16,0 0-12-16,0 0-17 0,-5-3-9 0,5 3-17 16,0 0-11-16,0 0-12 0,0 0-11 0,0 0 2 15,-2 17-4-15,2-10 0 0,-2 3-7 0,0 2-6 16,1 4 9-16,-3 2-2 0,0 0-1 0,2 0-5 16,0 2-3-16,-1 5-8 0,-2-6-6 15,1-1-3-15,4 1-7 0,-3 0-1 0,-1-2-5 0,2 2-1 16,-2-1-3-16,1-1-3 0,3 0-3 0,-2 0 0 15,0-6-5-15,0 1 2 0,2-1-4 0,-3 1-5 16,3-1 2-16,-2-1-4 0,2 0 1 0,0-3-3 16,0-7-3-16,0 14 4 0,-2-7-1 0,2-7-2 15,-1 9-2-15,1-9 1 0,0 0-1 0,-2 11 3 16,2-11-2-16,0 0 1 0,0 0 0 0,-4 3-5 16,4-3-1-16,0 0-1 0,0 0-1 0,-13-11-2 15,13 11-2-15,-10-7 1 0,6 3 0 0,-1-3 2 16,1 3 0-16,-2 0-1 0,1-2-2 0,-2 0 2 15,2 1 1-15,1 1 0 0,-2-1-4 0,1 1 3 16,5 4-1-16,-10-8 0 0,6 5 0 0,4 3-1 16,-6-4 3-16,6 4-2 0,-7-5-1 0,7 5 3 15,0 0 0-15,-6-5-1 0,6 5 1 0,0 0-2 0,0 0-2 16,0 0 5-16,0 0-1 0,0 0 2 0,0 0 5 16,0 0 2-16,0 0-1 0,0 0 1 15,35 3-3-15,-17-1 4 0,0 0-3 0,3-1-2 16,0 1-4-16,0 0-22 0,2 0-14 0,-4 1-29 15,11-3-27-15,-8 2-29 0,5-1-31 0,-6-1-26 16,0-1-29-16,0 3-109 0,-2-4-342 0,0 3 152 16</inkml:trace>
  <inkml:trace contextRef="#ctx0" brushRef="#br0" timeOffset="-20430.95">27265 12233 180 0,'-4'-11'200'0,"-1"7"-9"0,5 4-9 0,-9-7-12 0,3 4-14 16,-2 0-13-16,0 2-13 0,-1-2-7 0,-3 5-10 15,-1 0-6-15,-1 2-6 0,1 0-8 0,-2 3-5 16,5 0-2-16,-3-1-7 0,-1 2-8 15,6 1-9-15,-1-1-4 0,-1 0-4 0,1 1-5 16,3 1-5-16,-1-1-2 0,3 1-5 0,-1 0-1 0,4-1-3 16,0 1-1-16,1 0-3 0,2-3-2 0,3 2-4 15,-1 0 1-15,3-1-2 0,2-1-1 0,0-1-2 16,0 1-3-16,2-2-2 0,1 1 0 0,0-2 3 16,0-2 0-16,0 0-8 0,-4 1 0 0,-1-2 0 15,2 1-1-15,-2-1-3 0,-7-1 8 0,11 0 0 16,-11 0-9-16,10 0 3 0,-10 0 6 0,0 0 0 15,10-1 2-15,-10 1 1 0,7-4-1 0,-7 4-2 16,0 0 2-16,4-5-4 0,-4 5 4 0,0 0-4 16,0 0 0-16,0 0 0 0,0 0 1 0,-6-14-4 15,6 14 0-15,-5-7 0 0,5 7 2 0,-6-5-3 16,6 5-4-16,-8-3 1 0,8 3 4 0,-11-1-5 16,5-2 2-16,6 3 0 0,-16-1-4 0,16 1 2 15,-15 1-2-15,15-1-1 0,-15 2 3 0,6-1-2 16,-1 0 1-16,0 2 3 0,-1-1-1 0,0-1-1 15,0 3 3-15,-1-1-2 0,-1 1 2 0,2 1-1 16,2 0 2-16,-3 0-1 0,1 3 0 0,2-1 2 16,-4 0 1-16,4 2 0 0,2-2-3 0,-1 2-2 15,2 0 3-15,2 1 0 0,0-2-1 0,-1 1 1 16,5-2 3-16,-2 1-7 0,2-8 5 0,4 17 1 16,3-10 0-16,-3 2 4 0,6 0-4 0,-1-1 5 15,2 0-2-15,3-4-5 0,3 2 1 0,1 0-1 16,3-1 1-16,-4-2-4 0,2 1 2 0,2-3-4 15,0 2-9-15,-2-2-15 0,2 0-22 0,-2 1-21 16,1-1-24-16,-1-1-28 0,-4 0-24 0,2 1-43 16,-5-2-37-16,3 1-211 0,-1-3-466 0,-3 2 207 0</inkml:trace>
  <inkml:trace contextRef="#ctx0" brushRef="#br0" timeOffset="-10900.65">24643 13004 20 0,'0'0'137'0,"-13"-4"-7"0,7 2-3 0,-3 0-7 16,9 2-2-16,-14-2-8 0,8 1-2 0,6 1-2 16,0 0 1-16,-15-2-6 0,15 2-2 15,-7-1-9-15,7 1-3 0,0 0-9 0,0 0-6 0,-8-2-9 16,8 2-5-16,0 0-7 0,0 0-8 0,0 0-2 15,0 0-2-15,32-1-3 0,-15 0-9 0,4 1 5 16,9-3-9-16,-1 1-1 0,2 3-15 0,-3-1-15 16,2-1-12-16,0-1-10 0,-1 2-22 0,-8 0-20 15,9-2-27-15,-9 2-21 0,1-1-26 16,-11 0-106-16,2-1-271 0,1 0 121 0</inkml:trace>
  <inkml:trace contextRef="#ctx0" brushRef="#br0" timeOffset="-10366.82">24823 12975 131 0,'0'0'133'0,"0"0"8"0,-6 4-14 0,4 2-5 16,2-6-10-16,-5 11 0 0,3 1 2 0,-3 5 2 15,0 1-10-15,-1 5-5 0,4-3-5 0,-5 5-7 16,4 1-9-16,0-1-3 0,-2 0-4 0,3-1-7 0,0 0-3 16,1-5-5-16,1 0-7 0,-1-1-3 0,0-1-3 15,1 1-5-15,0-1-7 0,1-6 0 16,-1 4-3-16,0-2-3 0,0 0-2 0,1-3-2 16,-2 2-4-16,1-3 0 0,0-2-6 0,0-7 2 15,0 14-2-15,0-8-1 0,0-6-4 0,0 10 5 16,0-10 0-16,-1 8-4 0,1-8 0 0,0 0 3 15,-2 8-4-15,2-8 5 0,0 0-4 0,0 0 0 0,-4 4-2 16,4-4 0-16,0 0 0 0,0 0-1 0,-11-1 0 16,11 1-2-16,0 0-3 0,-16-6 3 0,11 5-4 15,5 1 0-15,-9-7-1 0,2 3-6 0,2 1 1 16,5 3 1-16,-8-6-4 0,0 2 6 0,8 4 1 16,-11-4-5-16,5 0 0 0,0-2 4 0,6 6 1 15,-11-5 0-15,3 3-3 0,8 2 1 0,-10-5 3 16,10 5-1-16,-7-4 1 0,7 4-1 0,-6-3 2 15,6 3 5-15,0 0-6 0,-6-4 2 0,6 4-6 16,0 0 11-16,0 0-1 0,0 0 2 0,0 0 0 16,0 0 1-16,0 0 0 0,0 0 1 0,32 7-1 15,-21-6 5-15,1-1-7 0,2 1 2 0,0 1-3 16,4-2-2-16,0 2-7 0,-2-1-28 0,-2-1-14 16,0 2-23-16,-2 0-20 0,3-2-30 0,-2 0-19 15,0-2-19-15,1 2-156 0,-1-2-340 0,0 0 151 16</inkml:trace>
  <inkml:trace contextRef="#ctx0" brushRef="#br0" timeOffset="-10089.82">25134 13332 10 0,'-7'-1'181'16,"7"1"-9"-16,-19-1-1 0,11 1-13 0,8 0-12 0,-17 3-6 15,9 3-5-15,-5 1-9 0,3-2-9 16,1 4-6-16,1 0-5 0,-3 4 1 0,-1 0 10 16,3 0-8-16,3 1-4 0,-3-3-10 15,4 1-8-15,1-1-8 0,0-1-5 0,1 1 1 0,1 1-11 0,2-3-6 16,0 1-5-16,2-2-1 0,0 2 0 16,2-5-10-16,1 1-5 0,3 1-1 0,2-1-2 15,1-3-8-15,5 1-15 0,-5-2-28 0,2-1-23 16,5 1-36-16,-5-1-43 0,6-4-39 0,1 1-38 15,-2-3-184-15,-1 1-412 0,2-5 182 0</inkml:trace>
  <inkml:trace contextRef="#ctx0" brushRef="#br0" timeOffset="-9921.61">25481 13305 9 0,'0'0'191'0,"13"-4"-4"15,-3 1-16-15,-3-1-19 0,3 1-10 0,2 1-15 16,-1 0-10-16,4 1-17 0,-2 0-30 0,5-1-33 16,-6 1-37-16,3 1-41 0,-4 0-45 0,-2 1-110 0,0-1-213 15,-9 0 94-15</inkml:trace>
  <inkml:trace contextRef="#ctx0" brushRef="#br0" timeOffset="-9738.18">25466 13444 93 0,'0'0'231'0,"-9"5"-5"16,9-5-9-16,-5 6-10 0,5-6-8 0,0 0-4 15,0 0-10-15,0 0-9 0,12 11-17 0,-5-11-16 16,5 2-12-16,2-4-13 0,2 2-22 0,5-2-34 16,-1 1-32-16,-2-3-35 0,4 2-40 0,7-2-54 15,1-2-46-15,-1-2-56 0,0 1-129 0,-2-3-356 16,-2-1 159-16</inkml:trace>
  <inkml:trace contextRef="#ctx0" brushRef="#br0" timeOffset="-8986.65">26741 13158 61 0,'0'0'243'0,"3"-7"-18"15,-3 7-22-15,0 0-22 0,0 0-6 16,0 0-7-16,0 0-6 0,-26 22-12 0,11-6-4 15,-7 3-11-15,2 3-11 0,-3 1-11 0,-4 1-12 0,3 2-7 16,-1-3-5-16,1 0 7 0,1 1-8 16,-2-1-7-16,2-4-5 0,4 0-5 0,0 0-2 15,4-6-10-15,-5 3-2 0,3-4 0 0,2-1-7 16,-3 0 4-16,1-3-4 0,2-1-5 0,-2 1 3 0,3-2-5 16,1-1-1-16,-1-2-3 0,1 1-4 0,0-2 0 15,-3 1-6-15,1-3 2 0,1-2 5 16,2 2-7-16,1-2 4 0,0-2-9 0,2 0-1 15,-1-1 1-15,4-4-1 0,0 1-5 0,1-3-1 16,3-2-6-16,2 1-2 0,2-5 0 0,0-2 2 0,7 2 9 16,-3-2-14-16,6-3-1 0,-3 6-3 0,0 0 6 15,1 0-3-15,0 3 0 0,-1 2-2 16,-1 3-1-16,2-3-1 0,-1 4 17 0,3 0-23 16,-1 0 3-16,0 0-2 0,0 4-1 0,2 0 4 0,-1 3 3 15,1 2-5-15,0 0-2 0,-1 4-2 0,3 2 1 16,-2 5 1-16,2 0 0 0,-5 1-1 15,4 2 8-15,-3-1-8 0,1 2 1 0,-3-1 2 0,0 0 3 16,2 1 1-16,-4-1-3 0,2 1 2 0,-1 1-3 16,2-5 0-16,-5 2 6 0,3-1-1 0,-1-5-2 15,0 2 3-15,0 0-1 0,-3-3 0 0,3 3-1 16,-1-1-1-16,0-2-1 0,2 1-13 0,-3-2-26 16,-1 0-29-16,0-2-32 0,0 2-43 15,2-2-47-15,-2 0-45 0,-4-5-48 0,9 6-172 0,-5-5-492 16,-4-1 219-16</inkml:trace>
  <inkml:trace contextRef="#ctx0" brushRef="#br0" timeOffset="-8720.48">27040 13168 185 0,'0'0'234'0,"0"-9"-9"16,0 9-14-16,0 0-16 0,0 0-19 0,3-8-17 15,-3 8-16-15,4-5-17 0,2 2-9 0,2 0-13 16,1 0-13-16,4 0-8 0,1 1-5 0,-1 0-12 16,3 0-18-16,-3 1-23 0,-1 1-30 0,-1-2-26 15,0-1-29-15,1 3-35 0,-1-4-24 0,-1 4-14 16,-2-3-10-16,0 2-9 0,-8 1-103 0,9-5-276 15,-9 5 122-15</inkml:trace>
  <inkml:trace contextRef="#ctx0" brushRef="#br0" timeOffset="-8328.65">27195 13077 15 0,'0'0'153'0,"0"0"-4"16,0 0-11-16,0 0-8 0,0 0 3 0,-10 5 7 15,10-5 10-15,-8 10-4 0,6 1-8 0,-5 4-9 16,1 0-4-16,2 5-2 0,-5 3 1 0,1 1-12 15,0 2-10-15,1-2-9 0,3 1-4 0,-2-6-5 16,4 0-5-16,-2 0-4 0,2 0-8 0,2 2-10 16,-2-3-2-16,1 1-10 0,2-3-1 0,-3-4-3 15,3 0-5-15,0-2-5 0,1 2-1 0,-2-4-6 16,2-1-1-16,-2-7-2 0,-2 12-2 0,2-12 3 16,4 9-12-16,-4-9-7 0,0 0-2 0,-4 7-8 15,4-7-14-15,0 0-10 0,-9 3-6 0,9-3-2 16,-14-1-1-16,3-1-5 0,11 2 4 0,-17-5 0 15,5 3 2-15,5-1 6 0,-1 0 3 0,2 1 1 16,-2-2 2-16,8 4 6 0,-9-4 1 0,9 4 2 16,-9-2 0-16,9 2 3 0,-9-3 6 0,9 3 9 0,0 0 1 15,0 0 3-15,0 0 4 0,-7-3 9 0,7 3-3 16,0 0 1-16,0 0 1 0,0 0 3 16,0 0 3-16,0 0 0 0,29-1-1 0,-16 2-2 15,-1-2-1-15,6 1-4 0,0 0 0 0,3 0-1 0,-4 1 1 16,5-1-22-16,-1 2-20 0,-3-4-32 15,6 4-42-15,-5-4-40 0,0 2-51 0,-2-1-160 16,-4-1-381-16,5 1 169 0</inkml:trace>
  <inkml:trace contextRef="#ctx0" brushRef="#br0" timeOffset="-7790.19">27672 13348 208 0,'0'0'231'0,"0"0"-9"0,-5-12-14 15,5 12-10-15,-4-9-15 0,4 9-17 16,-9-3-12-16,3 2-13 0,6 1-7 0,-17 0-9 16,6 2-10-16,0 2-8 0,1 1-5 0,-4 4 3 0,0-2-6 15,-2 3-9-15,0-1-9 0,3 4-2 0,-1-1-3 16,1-2-9-16,4 0-9 0,-1-2-6 0,2 0-4 15,1 2 0-15,1 0-9 0,0-2-2 16,2 0-3-16,2-2-9 0,0-1 6 0,2-5-4 0,2 14-1 16,2-7-4-16,2-1 1 0,2-1 0 0,-1 0-3 15,6-2-1-15,1-1-2 0,-1 1-2 0,1-1-2 16,-1-2-1-16,1 2-2 0,-3-1 1 0,0-2 1 16,0 1 0-16,-11 0 2 0,14 0-6 15,-10 0-1-15,-4 0 3 0,0 0 10 0,14-2 0 0,-14 2-1 16,0 0-3-16,0 0 0 0,5-5-3 0,-5 5-4 15,0 0-3-15,0 0-2 0,0 0 2 0,-23-5-5 16,23 5 4-16,-20 5-2 0,6-2 2 0,-3 1 7 16,2 0-4-16,-7 2 1 0,5 2-3 0,-2 1-1 15,4 1 5-15,-2-2 0 0,3 0 4 0,2-1 0 16,-2 3 1-16,3-2 6 0,2 0-4 0,1-1 1 16,1 0 0-16,4 1 0 0,-2-2 3 0,3 2-2 15,2-1 10-15,0-7 7 0,6 13-3 0,-2-5 3 16,6-4-7-16,0 1-3 0,4 1 4 0,1 0 3 15,3-5-4-15,-1 2 13 0,0 0-23 0,1-2-18 16,1-1-15-16,-2 3-25 0,-4-2-39 0,-1-1-39 16,1 0-44-16,-2 0-55 0,3-1-63 0,-1 0-59 15,1-2-170-15,-4 0-549 0,2 0 243 0</inkml:trace>
  <inkml:trace contextRef="#ctx0" brushRef="#br0" timeOffset="3173.46">29278 12826 55 0,'1'-5'165'0,"-1"5"-10"15,-1-10-1-15,1 10-6 0,0 0-14 0,1-10-8 0,-1 10-10 16,0 0-16-16,0 0-14 0,0 0-6 15,0 0-9-15,0 0-1 0,0 0 1 0,-23 12-4 16,14-4-7-16,-5 3 1 0,0 1-4 0,-1 2 2 16,-6 3-8-16,2 0 0 0,-1 2-6 0,1-2-1 0,-2 1-1 15,0 0-6-15,1 0 2 0,-3 0-5 0,7-5 0 16,-1 1-3-16,-3 3-2 0,3-3-3 16,-1-3 0-16,7 2 0 0,-12 0-6 0,10-4 0 15,-5 1-4-15,5-4 2 0,3 1-2 0,-2-2-7 0,3 0 5 16,1-2 2-16,4 0-2 0,-3-1 5 15,1 0 3-15,6-2-1 0,-10 2 1 0,10-2-3 16,-11-2-1-16,11 2-1 0,-7-4 0 0,7 4-3 16,-6-10-3-16,5-1 1 0,-1 3-3 0,-1-3 1 0,6 0-4 15,-3-2 2-15,2-1 0 0,2-2 1 0,-1 0-3 16,2 1 2-16,-1 2-5 0,2-2 0 0,3 1 2 16,-3 4 0-16,1-2-2 0,-2 1-2 15,3 1 2-15,-1 0 0 0,0 1-3 0,0 3-2 0,1-2 0 16,0 2 2-16,1 2-1 0,-4 0 2 0,4-1-2 15,1 2-3-15,-4 1 1 0,-6 2 2 0,14 0-3 16,-14 0 2-16,16 3 1 0,-7 0-2 0,-2 1-1 16,3 2 0-16,0 0 3 0,-3 3-2 0,5-2-3 15,-2 6 5-15,-1-3-2 0,0 0-1 0,0 3 2 16,-3-1 5-16,1-1-5 0,-3 1-1 0,5 2 0 16,-4-2 0-16,1-1 0 0,0 0 5 0,-2-1-7 15,1 0 5-15,1 0 0 0,-2-1 2 0,3 0-4 16,-2 1-6-16,1-2-13 0,3 1-17 0,0-1-17 15,0-2-41-15,4-1-38 0,4 1-40 0,2-2-191 16,2-2-394-16,0-4 175 0</inkml:trace>
  <inkml:trace contextRef="#ctx0" brushRef="#br0" timeOffset="3598.75">29715 12880 118 0,'-18'15'180'0,"13"-13"-9"0,-1 1-4 16,-1 0-5-16,7-3-7 0,-14 6-7 0,9-4-11 16,-1 1-11-16,-2-1-3 0,8-2-8 0,-10 2-3 15,10-2 3-15,-9 4-9 0,9-4-4 0,-8 1 1 16,8-1-9-16,0 0-5 0,0 0-4 0,0 0-7 0,0 0-9 15,-11-6-9-15,11 6-4 0,0 0-7 0,0-10-4 16,0 10-7-16,0 0 2 0,6-13-7 16,-2 8-5-16,0-1-4 0,1 3 1 0,-1-2-3 15,3 2-5-15,1-1 3 0,-2 2-9 0,2-1-2 0,0 2 0 16,-8 1-4-16,16-1 4 0,-8 1-6 16,-8 0 2-16,14 2 2 0,-6-1-3 0,-1 1-4 15,-7-2 1-15,12 5 0 0,-4-4 0 0,-2 0 2 16,-6-1 1-16,14 3 0 0,-6-1-1 0,-1 0 2 0,0-1-1 15,-7-1-2-15,15 0-1 0,-7 0 2 0,-8 0-1 16,14-1-5-16,-8 1-10 0,-6 0-5 0,14-4-5 16,-6 3-20-16,-2-2-13 0,2-1-26 0,-8 4-17 15,12-5-27-15,-7 1-26 0,1 1-17 0,2 0-35 16,-8 3-150-16,7-7-383 0,-3 4 170 0</inkml:trace>
  <inkml:trace contextRef="#ctx0" brushRef="#br0" timeOffset="3959.37">29686 13051 140 0,'-4'4'182'0,"4"-4"-3"0,0 0-8 0,0 0-7 15,0 0-7-15,0 0-9 0,-3 7-11 0,3-7-8 16,0 0-18-16,0 0-1 0,0 0-12 0,0 0-6 15,0 0-7-15,0 0-6 0,0 0-9 0,-9-16-2 16,9 16-9-16,2-13-6 0,-2 13-4 0,5-10-2 16,-3 4-6-16,2 0-6 0,-4 6-6 0,7-13 1 15,-4 9-4-15,3 0-5 0,-6 4 0 0,8-5-2 16,-3 1-2-16,-5 4-3 0,8-6-2 0,-8 6-1 16,9-3 0-16,-9 3-2 0,10-3-1 0,-10 3 1 15,13 3-3-15,-6-2 2 0,-7-1-3 0,13 3 1 16,-6 0-3-16,-1-3 6 0,-6 0-4 0,14 3-2 15,-9 0 2-15,2-1-2 0,-7-2-15 0,12 1-4 16,-4 1-12-16,-1-1-12 0,0 2-28 0,-7-3-26 16,18 2-14-16,-7 0-33 0,3-2-27 0,0 0-33 15,-3 0-102-15,7-2-329 0,-5 1 145 0</inkml:trace>
  <inkml:trace contextRef="#ctx0" brushRef="#br0" timeOffset="4312.92">30217 12815 113 0,'3'-6'193'0,"1"0"-11"0,-4 6-4 0,6-9 18 0,-5 2-7 15,-1 7-9-15,3-8 1 0,-3 8-3 16,2-8-6-16,-2 8-9 0,3-8-8 0,-3 8-11 0,0 0-9 15,1-7-15-15,-1 7-16 0,0 0-11 0,0 0-15 16,0 0-8-16,0 0-1 0,0 0-14 0,0 0-2 16,0 0 4-16,0 0-7 0,-2 31-5 15,-1-20-2-15,2 2-2 0,-3 2-4 0,0-4 1 16,3 2 10-16,0 0-1 0,-2-1-12 0,3 4-2 16,-2-3-2-16,0-1-1 0,1-1-6 0,0 2 3 15,1-1-2-15,0-2-2 0,-1 3-4 0,1-3-2 16,0-1 0-16,1 1 0 0,-2-1-14 0,1 1-20 15,1-4-25-15,-1-6-29 0,0 14-17 0,-1-8-25 0,1-6-36 16,-3 11-51-16,2-5-40 0,1-6-225 0,-2 10-504 16,2-10 223-16</inkml:trace>
  <inkml:trace contextRef="#ctx0" brushRef="#br0" timeOffset="4821.26">30631 12590 20 0,'0'0'229'0,"0"-11"-8"0,2 5-19 15,-2 6-19-15,0 0-16 0,1-10-17 0,-1 10-21 16,0 0-12-16,0 0-12 0,2-7-12 0,-2 7-6 15,0 0-3-15,0 0-8 0,0 0-8 0,16 12-6 16,-11-5-7-16,1-3 0 0,1 6 3 16,-3 0-2-16,1 2 0 0,-1-4-6 0,-1 3-5 15,2 0-3-15,-3 0-5 0,-1-1-1 0,0 4 1 0,-1 1 1 16,-1-3-1-16,0-1-3 0,-2 0 5 0,-1 1-6 16,1-1 4-16,-3 0-6 0,1 1 0 0,1-1-6 15,2-1-2-15,-2-1 2 0,-2 1-5 0,1 1-1 16,3-1-3-16,-2 1-3 0,1 0 2 0,0-2-2 15,-1 3-2-15,3-4-1 0,0 3 1 0,-2-1-2 16,2 0-1-16,-2 0-1 0,2 2 1 0,2-1-2 16,-1 1 0-16,3-2-4 0,-2 7 6 0,0-2-2 15,-1-3 0-15,0 1-3 0,-1 1-1 0,2-3 1 16,1 5-1-16,-2-4 1 0,2 4-1 0,-2-3-3 16,0-3 2-16,1 4 2 0,-2-3-3 0,1 0 3 15,0 1-4-15,0-3 2 0,-4 1 3 0,4-1-8 16,-1 0-7-16,4-3-9 0,-3-6-8 0,1 12-13 15,-1-12-8-15,-1 10-11 0,1-10-14 0,0 10-14 16,0-10-22-16,-3 9-21 0,3-9-19 0,-4 4-28 16,4-4-16-16,-10 5-132 0,2-5-353 0,-1 0 156 15</inkml:trace>
  <inkml:trace contextRef="#ctx0" brushRef="#br0" timeOffset="5451.52">28666 12533 24 0,'-3'-6'178'0,"3"6"-15"0,-7-8-12 0,3 4-13 15,4 4-16-15,-10-4-13 0,10 4-1 0,-15 9 2 16,5-1-5-16,-6 5 1 0,-4 5-10 0,0 3-9 16,2 0-1-16,-2 4-8 0,4-4-7 0,-2 1-1 15,3 0-5-15,-1 2-5 0,5 0 2 0,2-1-9 16,2-3-3-16,3-2-3 0,-1-1-4 0,2 2-6 16,3 1-4-16,0 5 3 0,1-6-4 0,1-2-2 15,3 2 1-15,0 0-7 0,3 5 0 0,-1-7-1 16,4 6-3-16,-2-6-2 0,2 1-3 0,-2-1-1 15,4 4-2-15,-3-5 2 0,-1 2 0 0,0-1 8 16,0-1-11-16,-3 1-3 0,1-1-2 0,-4 3-1 16,3-4 1-16,-5 0-3 0,0 1 1 0,-1 0 1 15,-1 0 6-15,1 0 1 0,-3 0-2 0,3-5 0 16,-4 5 2-16,1-4 0 0,0 0 2 0,0 1 4 16,1-2-7-16,-1-2 2 0,1 3 0 0,2-4 0 15,0-8 2-15,0 15-2 0,2-8-3 0,-2-7 1 16,0 12-2-16,3-5 2 0,-1-1-3 0,2-1 1 15,0 1 4-15,1 0-6 0,4-1-3 0,-3-1-11 16,3 2-14-16,2-2-19 0,3-1-28 0,-1 2-29 16,3-2-50-16,2 0-43 0,0-2-197 0,-4 0-419 15,8 2 187-15</inkml:trace>
  <inkml:trace contextRef="#ctx0" brushRef="#br0" timeOffset="5873.44">28662 13668 136 0,'0'0'246'0,"0"0"-3"0,-10 1-18 16,10-1-22-16,0 0-14 0,0 0-18 15,0 0-16-15,0 0-16 0,0 0-8 0,0 0-17 16,0 0-4-16,47 2-13 0,-15-2-10 0,5 0-2 15,22-2-11-15,1 2-10 0,33-3-5 0,10 0-6 16,4-1-4-16,8 4-5 0,0-5 1 0,5 0-11 0,-4 3 1 16,-3-2-5-16,-5 0-1 0,-5-1-4 15,-8 3-1-15,-31-1-2 0,-1 0-3 0,-8-1 8 16,-1 1 13-16,-20-1 18 0,1 1-4 0,-2-1 3 16,-13 1 4-16,2 0 7 0,-4 2 14 0,-5 0 3 15,1-3 11-15,-3 3 8 0,-11 1 8 0,14-2 0 16,-8 0 2-16,-6 2-5 0,11-1-10 0,-11 1 1 15,6-1-5-15,-6 1-9 0,0 0-4 0,0 0-7 16,0 0-10-16,7-3-4 0,-7 3-6 0,0 0-8 0,0 0-6 16,0 0-16-16,0 0 9 0,0 0-7 0,0 0-21 15,0 0-4-15,0 0-33 0,0 0-24 16,0 0-32-16,0 0-33 0,12 0-30 0,-12 0-33 16,0 0-32-16,0 0-48 0,0 0-49 0,0 0-288 15,0 0-650-15,0 0 287 0</inkml:trace>
  <inkml:trace contextRef="#ctx0" brushRef="#br0" timeOffset="6784.95">23964 12971 62 0,'0'0'162'0,"-3"-13"5"0,1 5-3 16,2 8-7-16,-4-10-7 0,3 5-2 0,1 5-10 15,-3-8-8-15,3 8-15 0,-5-6-10 0,5 6-11 16,0 0-9-16,-3-7-11 0,3 7-10 0,0 0-8 16,0 0-6-16,0 0-3 0,-7 23 3 0,6-6-2 15,2 11 2-15,2 3 11 0,-1 2-3 0,1 16-8 16,3 0 1-16,-5 1-6 0,-1 1-2 0,4-1-1 15,-1 1 0-15,-3-3 23 0,1-2-10 0,-1-10 4 16,0 9-4-16,0-12-1 0,-1 2 1 0,1-1-3 16,-1-3-3-16,2 1-2 0,-1 0-5 0,0-3 0 15,1-3-5-15,-1 2-4 0,2-2-2 0,-1-8-3 16,0 2-2-16,2-4-7 0,-3-1 3 0,1-2-2 16,-1-1-5-16,0-3-7 0,0-3-16 0,1 1-15 15,-1-7-14-15,2 7-15 0,-2-7-11 0,0 9-13 16,0-9-17-16,0 0-49 0,0 0-61 0,0 0-47 15,0 0-147-15,0 0-428 0,-11-27 190 0</inkml:trace>
  <inkml:trace contextRef="#ctx0" brushRef="#br0" timeOffset="8999.42">24041 12922 129 0,'-6'-6'139'16,"1"2"-13"-16,1 0 0 0,4 4-5 0,-7-8-7 15,5 3-11-15,2 5-8 0,-4-8-13 0,4 8-8 16,-1-7-9-16,1 7-6 0,0 0-4 0,0 0-5 15,3-11 1-15,-3 11-7 0,12-3-3 0,-1-2-1 16,1 3-2-16,8 0 2 0,1-1-1 0,8-1-1 16,3-1-1-16,3 1-6 0,-1 0 0 0,7 1 3 15,-1-1-8-15,11 1 2 0,-13 2-1 0,16-2 4 0,2 2 0 16,-1 1-3-16,-1-2-1 0,5 0-3 16,1 2 0-16,1 0-6 0,4 0-1 0,0 0-1 15,1 0-1-15,-2 0-4 0,2 0 4 0,-1 3-4 16,1-2 0-16,-2 0-2 0,-1-1 2 0,2 3 0 15,0-3-3-15,27 2-2 0,-29-2 0 0,0 2 1 16,0-2 1-16,-5 0-4 0,-2 0-2 0,-1 0 1 16,-15 0 1-16,12 0 1 0,-16 2-5 0,1-1 0 15,-1-1 3-15,-2 0 0 0,3 0-3 0,-2 1 4 16,-1 1 0-16,-3-1-2 0,3-1-1 0,0 0 0 0,-1 0 4 16,-4 0-1-16,3 2-4 0,-1-4 3 0,-1 2-3 15,-1-1 3-15,0 2-3 0,2-1 4 16,-10-1-4-16,-1-1 0 0,9 1 2 0,-9 1-3 15,1-1 1-15,-1 1-4 0,-2-2 7 0,1 2-2 0,0 0-2 16,-1 0-1-16,-2 0 10 0,4-2-11 0,-9 1 3 16,1 1-1-16,-1 0-1 0,0 0 1 0,0 0-1 15,-2 0 5-15,2 3-4 0,-1-3 2 16,1 0-4-16,-1 0 1 0,2 0 4 0,-3 3-5 16,4-2 3-16,-3-1-2 0,1 2 0 0,0-1 3 0,0-1 2 15,0 2-5-15,0-1 2 0,-3-1 0 0,-8 0 2 16,15 3-2-16,-9-3-3 0,2 0 2 15,1 1-2-15,-9-1 2 0,13 2 2 0,-6-2 2 16,-7 0-5-16,11 1 5 0,-11-1-5 0,11 3 0 0,-7-2 3 16,-4-1 3-16,12 2-4 0,-12-2 1 0,11 0 2 15,-1 1 1-15,0 1 0 0,1-1 3 0,3 0 2 16,-3-1-1-16,0 1-1 0,3 1 0 0,-3-1-1 16,1-1-3-16,-1 1 1 0,-1-1-1 0,0 1 0 15,1-1 1-15,-2 2 4 0,3-2-5 0,-1 0 0 16,-1 0 1-16,2 0-1 0,-1 2-1 0,0-1 3 15,1 1 1-15,-1-1-6 0,1-1 2 0,-6 1 1 16,-6-1 0-16,13 2-3 0,-6-2 0 0,-7 0 0 16,12 0 6-16,-12 0-4 0,12 0 2 0,-7 1-2 15,-5-1 2-15,16 0-2 0,-9 0-2 16,2 2 0-16,2-4-1 0,-4 4 2 0,-7-2 1 0,15 0-1 16,-6 1-2-16,-2-1 0 0,4 1 3 0,-1 0-2 15,0-1 1-15,1 1 0 0,-1 0 2 0,1 1-4 16,0 0 1-16,0 0 1 0,-1-2-1 0,0 0 3 15,2 0 1-15,-5 1-2 0,4-1-1 0,-4 1 0 16,-7-1 2-16,13 0 0 0,-13 0-3 0,11 0 10 16,-11 0-6-16,7 0 3 0,-7 0 2 0,0 0 1 15,9 0 4-15,-9 0-1 0,0 0-3 0,0 0 6 16,0 0 0-16,0 0 1 0,0 0 4 0,9 0 2 16,-9 0 1-16,0 0 5 0,0 0-1 0,0 0 0 15,0 0 0-15,0 0 1 0,0 0-6 0,0 0 0 16,0 0-5-16,0 0 0 0,0 0-2 0,0 0-2 15,0 0-1-15,9 0-1 0,-9 0-6 0,0 0 3 16,0 0-2-16,0 0-3 0,0 0-1 0,0 0 0 16,10 0-1-16,-10 0 2 0,0 0-3 0,0 0 2 15,0 0-2-15,6 3 0 0,-6-3 0 0,0 0-3 16,7 4 1-16,-7-4 2 0,6 1-2 0,-6-1 1 16,7 4-2-16,-7-4 3 0,5 5-5 0,-5-5 4 15,6 6-4-15,-6-6 2 0,5 8 0 0,-3-2 6 16,0-1-5-16,-2-5 0 0,8 10-1 0,-7-3-1 15,2 0 3-15,-1-2 0 0,0 2 2 0,1 1-2 16,0-2 0-16,-1 2-1 0,-1-1 9 0,1 3-9 16,0-3 0-16,0 1 0 0,-1-2 1 0,1 1-1 15,-2-7 3-15,2 13-4 0,-2-7 2 0,0 1 0 0,0-7-2 16,3 13-1-16,-3-7 1 0,0-6 3 0,2 13-3 16,0-6 4-16,-2 0-2 0,0-7 1 0,0 14-1 15,0-6 2-15,0 1 5 0,0-2-7 16,0 2-1-16,0 0 0 0,0-9 2 0,-2 17 0 0,0-6 4 15,-1-2-3-15,3 2-1 0,0 0 6 0,0-1-1 16,-1 2 0-16,0-3-1 0,1 3 3 0,-2-1 1 16,-3 1 10-16,5 2-4 0,-3-3-1 0,1 1-5 15,-1 5 5-15,0-5-3 0,1 0 1 16,0 3 2-16,-5 1-5 0,4-3 1 0,1-2 1 0,0 1 0 16,-1 1-1-16,1-3-2 0,2 1 0 0,-4 1 2 15,2-1-1-15,0-2-1 0,0 2 5 0,1-1-3 16,-1-1 0-16,0 1 0 0,-1-1 3 15,3 0-3-15,-2 1 9 0,0-1 4 0,1 2 6 0,1-3-9 16,-2 3 0-16,2-4-1 0,-1 1-3 0,1 1-3 16,0 3 6-16,-1-2-4 0,2-1-4 0,-4 1 1 15,3 0-2-15,0-1-1 0,-2 1 2 16,2 0-3-16,0 0 0 0,0-3 1 0,0 2 4 0,-2 4-7 16,4-1 0-16,-2-1 2 0,-2 1-2 0,4-4-2 15,-4 1 0-15,2 3-1 0,-1-3 7 0,2 1-5 16,-2 0 0-16,1-1-4 0,-1-2 0 0,2 3 1 15,0 0 2-15,-1-1-1 0,2 1 0 0,-2-10 0 16,0 15 0-16,0-7-3 0,0 1 1 0,2-3 3 16,0 4-4-16,-2-10 3 0,0 13-5 0,1-4 2 15,-1-1-1-15,0-2 1 0,0-6 3 0,1 14 0 16,-1-8-1-16,0-6-3 0,2 13 3 0,-2-7-2 16,0-6 2-16,0 12-2 0,0-12 1 0,-2 11-1 15,2-11-3-15,0 11 3 0,0-11-3 0,0 11 2 16,2-5 2-16,-2-6-2 0,-2 9 4 0,2-9-2 15,0 9-1-15,0-9 0 0,-1 8 5 0,1-8-3 16,0 9 1-16,0-9 1 0,-5 5 1 0,5-5-5 16,-3 6 4-16,3-6-1 0,-5 8 0 0,5-8-4 15,-7 5 2-15,3-1 3 0,-2 0-4 0,6-4 0 16,-11 5 10-16,7-1-8 0,4-4 0 0,-12 4-1 16,5-2 1-16,-2 2-4 0,1-3 5 0,-4 2-1 15,1-1 1-15,-3 0 5 0,-1-2-7 0,-1 1 3 0,-3 1 6 16,0-1-8-16,-1 1-2 0,-2 1-1 15,-1-3-1-15,-2 2 2 0,2 0-1 0,3 0 0 16,-6-1 1-16,3-1 2 0,0 1-2 0,2 1-2 16,-6-1 4-16,6 1-2 0,1-1-2 0,-1 2 4 15,-6-1-3-15,7-1-1 0,0 0 1 0,-2 1-3 0,5 1 3 16,-2-2 2-16,-2 2 1 0,2-1-3 0,-4-1 2 16,-4 2 0-16,-2 0-3 0,-3-1 2 15,1-1 0-15,2-1 2 0,-5 1 1 0,3-1-6 16,-1 0 3-16,1 1-3 0,-1-1 3 0,-1 0-3 15,3 0 4-15,-3 2-5 0,1-2 4 0,3 0-2 0,0-2-1 16,0 4 1-16,0 0 0 0,8-1 2 0,-8 1-3 16,7-1 10-16,1 1-8 0,-6-1-1 15,5 1-1-15,-7-2 6 0,-1 4-4 0,11-3 2 16,-11 1 2-16,8-1-2 0,1 0-1 0,1 1-2 16,-9-1 4-16,2 0-3 0,4-1 6 0,1 2-5 0,-5 0 4 15,0-1-1-15,7 2-5 0,-11-1-2 16,10 0 4-16,-8-1-2 0,0 2 3 0,2 2 2 0,-2-5-6 15,0 2 3-15,2-1-2 0,6-1 1 16,-6 3-1-16,5-2 2 0,-5-2-1 0,-2 2 2 16,2 1 0-16,0-1-2 0,-2-1 9 0,6 0-7 0,3 0-2 15,-9-1 0-15,0 2 4 0,2-1-6 16,-2 0 4-16,8 3-2 0,-8-5 0 0,2 4 1 16,5-2 1-16,3 0 0 0,-1 3-4 0,-2-5 5 15,-5 4-1-15,7-2 2 0,-3 2-2 0,4 0 4 0,-2 0-6 16,3-4-1-16,-2 5 5 0,1-3-6 0,2 0 3 15,-5 1 1-15,10-1 1 0,-8-1 0 0,7 1 1 16,1 0 1-16,-1-1-4 0,2 1 0 16,11 0-6-16,-14-2-11 0,7-2-7 0,1 2-23 15,6 2-20-15,-14-5-18 0,9 0-17 0,-1 2-23 0,1-3-21 16,-1 2-13-16,3-2-17 0,-2 0-12 16,0 2-4-16,2-2-10 0,3 6-11 0,-10-10-116 0,2 6-356 15,-3-1 158-15</inkml:trace>
  <inkml:trace contextRef="#ctx0" brushRef="#br0" timeOffset="10513.58">23895 13632 36 0,'0'0'73'0,"-1"-10"-4"0,1 10 0 16,0 0 2-16,0 0 5 0,0 0-6 0,-4-11-2 0,4 11-1 16,0 0 1-16,-4-7 5 0,4 7 7 15,0 0 1-15,0 0-4 0,0 0-2 0,-1-6-4 16,1 6-4-16,0 0-8 0,0 0-6 0,0 0-8 16,0 0-3-16,0 0-6 0,0 0-7 0,0 0 5 15,0 0 2-15,0 0 7 0,0 0-2 0,0 0-1 0,0 25 6 16,1-18-6-16,-1-7-2 0,2 20 2 15,-2-7 0-15,1 0-4 0,0-3-4 0,0 5-2 16,-1-2-5-16,0 3 3 0,2-1 0 0,-1 2 6 16,-2-2-7-16,1 2 2 0,0 0 0 0,0 0-1 15,-2-1 3-15,2 0-4 0,-1 0-1 0,0-1-2 0,1 3-2 16,0-6-3-16,-1-1 0 0,2 5 1 0,-1-1-4 16,-1 1 5-16,1-1 1 0,0-4 1 15,0 1-3-15,0-1-4 0,1 0 2 0,-1 3-1 16,0-3-1-16,-1 2 2 0,1-3-5 0,-3 1 0 15,4 0 0-15,-1-2-5 0,0 1 0 0,0 1 1 16,0 0 0-16,0-2-2 0,0 1 0 0,-1 0 1 16,2-1 1-16,-2-2-3 0,1 3 3 0,1-1-3 15,-1-9-3-15,-1 13-1 0,2-5 0 0,-1-8 3 16,-1 13-1-16,2-7-2 0,-1-6-1 0,0 12-1 16,0-12 2-16,0 9 2 0,0-9-2 0,2 9-1 0,-2-9 3 15,0 8-4-15,0-8 2 0,1 6 1 0,-1-6-2 16,1 7-1-16,-1-7-1 0,0 0 1 15,1 10 3-15,-1-10-2 0,0 0 5 0,2 6-3 16,-2-6-2-16,0 0-1 0,0 0 1 0,1 9 1 16,-1-9 1-16,0 0-5 0,1 7 2 0,-1-7 0 0,0 0 0 15,4 4 2-15,-4-4 0 0,0 0 1 16,4 6 5-16,-4-6-6 0,0 0 0 0,9 3 4 16,-9-3-4-16,10 3 2 0,-10-3 1 0,12 1-2 15,-5-1 2-15,3 2-1 0,-2 1 2 0,3-2-1 0,1 0 0 16,0 0-1-16,2-1 0 0,-1 1 0 0,4-1-1 15,3 3 4-15,-1-3 0 0,-1 0-5 0,1 0 1 16,3 0-3-16,-2 0 1 0,2 0-1 16,-1 0-1-16,0 0 3 0,1 0-2 0,1-2 3 15,-3 1-1-15,-2 0-3 0,2 0 3 0,8-1-1 0,-9 0 1 16,-1 2-2-16,-5-1 2 0,4-1 2 16,-3 2-2-16,4 0-1 0,-1 0 2 0,2 0 0 15,0-1 2-15,0-1-2 0,0 1-1 0,2 0 1 16,-5 1 0-16,3-2-2 0,-1 2 1 0,0 0 3 15,1-2-1-15,0 2-1 0,-5-1 2 0,2 2-2 0,-2-2 1 16,-1 0 2-16,5 1 1 0,-5 0-2 0,-1 0 6 16,7-2-2-16,-2 1 1 0,0 1 0 0,-3 0 2 15,-1-1 1-15,0 1-1 0,1 0-3 0,1 1 2 16,-3-1-3-16,1 0 4 0,1 0-2 16,-1-3 1-16,0 3 0 0,5 2 1 0,1-1-2 0,-2-1 5 15,0-1 0-15,3 1 1 0,-2-2-4 0,2 1 2 16,-2-1 1-16,0 2 4 0,1-2-4 0,2 2 2 15,-4-2 1-15,0 0-4 0,3 0 1 0,-4 1-2 16,-2-1 3-16,5 0-2 0,-8 1 2 16,3-1-3-16,0 1-1 0,-1 0-3 0,-1 0 6 0,1-1-4 15,-3 0-4-15,0 2 1 0,1 0 1 0,-11 0 0 16,11-2 1-16,-11 2 0 0,12-1 0 16,-12 1 1-16,8-1-1 0,-8 1 2 0,12 0 0 15,-12 0 1-15,12-2 1 0,-12 2-1 0,10-2-2 16,-10 2-3-16,11 0-3 0,-11 0 0 0,8-1 5 0,-8 1-2 15,10 0-1-15,-10 0-3 0,9-1 6 0,-9 1-2 16,10 1 2-16,-10-1-1 0,0 0-6 0,0 0 3 16,11-1 3-16,-11 1 4 0,0 0 0 0,0 0 0 15,0 0 4-15,0 0-2 0,0 0 9 0,8 0-10 16,-8 0 6-16,0 0 2 0,0 0-11 0,0 0-1 16,0 0 4-16,0 0-3 0,0 0-6 0,0 0 3 15,0 0 9-15,0 0-11 0,0 0-3 0,0 0 1 16,0 0-3-16,0 0 8 0,8 2-6 0,-8-2 2 15,0 0-5-15,0 0 4 0,0 0-2 0,0 0-5 16,0 0 3-16,0 0 0 0,0 0 5 0,0 0-1 16,0 0-4-16,0 0 0 0,0 0 1 0,0 0 2 15,0 0-1-15,0 0-4 0,0 0-16 0,0 0-5 16,0 0-16-16,0 0-10 0,0 0-15 16,0 0-9-16,0 0-17 0,0 0-16 0,0 0-19 0,0 0-48 15,0 0-50-15,2-9-53 0,-2 9-169 0,0 0-483 16,0 0 214-16</inkml:trace>
  <inkml:trace contextRef="#ctx0" brushRef="#br0" timeOffset="34267.21">8087 5245 34 0,'0'0'70'0,"0"0"6"0,-7-7-9 16,7 7 0-16,0 0-11 0,0 0-3 0,0 0-3 15,0 0-7-15,0 0-6 0,0 0 1 0,0 0-4 16,0 0-8-16,0 0-9 0,0 0-9 0,0 0-9 16,0 0-18-16,0 0-1 0,0 0-10 0,0 0-11 15,0 0-14-15,0 0-30 0,0 0-93 0,0 0 41 16</inkml:trace>
  <inkml:trace contextRef="#ctx0" brushRef="#br0" timeOffset="34682.31">9749 5155 30 0,'0'0'76'16,"0"0"-12"-16,0 0-4 0,0 0-6 0,0 0-6 15,0 0-21-15,0 0-17 0,0 0-5 0,0 0-22 16,0 0-11-16,0 0-28 0,0 0-58 0,0 0 25 16</inkml:trace>
  <inkml:trace contextRef="#ctx0" brushRef="#br0" timeOffset="35088.5">8017 5356 33 0,'0'0'59'0,"0"0"-5"0,0 0-3 16,0 0-14-16,0 0-12 0,0 0-19 0,0 0-12 15,0 0-12-15,0 0-23 0,0 0-43 0,0 0 20 16</inkml:trace>
  <inkml:trace contextRef="#ctx0" brushRef="#br0" timeOffset="37298.48">8033 5332 5 0,'0'0'54'0,"0"0"-9"0,0 0-16 15,0 0-18-15,0 0-9 0,0 0-11 0,0 0-15 16,0 0-24-16,0 0 12 0</inkml:trace>
  <inkml:trace contextRef="#ctx0" brushRef="#br0" timeOffset="38846.75">8122 5460 37 0,'0'0'50'0,"0"0"-4"0,0 0-5 0,0 0-14 15,0 0-15-15,0 0-20 0,0 0-9 0,16 18-15 16,-12-13-33-16,1-1 14 0</inkml:trace>
  <inkml:trace contextRef="#ctx0" brushRef="#br0" timeOffset="39154.94">9420 5676 45 0,'0'0'50'0,"0"0"-8"0,0 0-18 16,0 0-20-16,0 0-20 0,0 0-10 0,0 0-26 15,0 0 12-15</inkml:trace>
  <inkml:trace contextRef="#ctx0" brushRef="#br0" timeOffset="56062.21">1782 6322 49 0,'0'0'111'0,"0"0"7"0,0 0-5 16,0 0-6-16,0 0-10 0,0 0-5 0,0 0-5 15,0 0-8-15,0 0-6 0,0 0-6 0,0 0-7 0,0 0-3 16,0 0-13-16,0 0 1 0,0 0 1 0,0 0-6 16,0 0-4-16,0 0-6 0,0 0-5 0,0 0-1 15,0 0-1-15,0 0-5 0,0 0 4 0,0 0-8 16,0 0 3-16,0 0 1 0,0 0-6 16,0 0-2-16,0 0 1 0,-27 10-2 0,16-6-4 0,-3 0 4 15,1-1-2-15,-1 1-1 0,3 0 1 16,-2 0-3-16,-1 1 0 0,3-2-2 0,-1-2-4 15,-1 2 4-15,4-2 0 0,-4 1 5 0,4 1-10 16,0-2 3-16,0 0 2 0,2 1 5 0,7-2-4 16,-11 1 8-16,11-1-3 0,-10 1 4 0,10-1-6 15,-7 0 6-15,7 0-2 0,0 0-6 0,-8 3 8 0,8-3-7 16,0 0-5-16,0 0 6 0,0 0-7 0,0 0 10 16,0 0-6-16,0 0 0 0,23-9-2 0,-6 3-1 15,2 2 4-15,9-4-1 0,-1 0 4 16,1 3-8-16,1-1 2 0,1-2-5 0,-2 2-6 15,-1 2-10-15,0-3-22 0,-5 2-12 0,0 1-5 0,-3 1-19 16,-1 0-19-16,-5-1-15 0,1 1-98 0,-5 3-226 16,-1 0 100-16</inkml:trace>
  <inkml:trace contextRef="#ctx0" brushRef="#br0" timeOffset="56824.74">1717 6361 53 0,'0'0'124'0,"-10"-1"-10"0,10 1-6 0,0 0-9 15,0 0-3-15,0 0-7 0,0 0-12 0,0 0-7 16,0 0-5-16,0 0-8 0,0 0-10 0,0 0-7 15,0 0-3-15,0 0-4 0,0 0-3 0,0 12-3 16,0-12 1-16,4 17-1 0,-2-7 7 0,-1 3-1 16,2 3 1-16,-1 2 0 0,-2 0 0 15,2-3 2-15,1 3-10 0,-3 2-2 0,2-2 4 0,-1 0-20 16,0-1 15-16,1 2 1 0,0-2 0 0,1 0-8 16,-3-1 4-16,3-1-1 0,-3-5 1 0,1 3-8 15,1-3 5-15,-1 2 0 0,-1-2-1 0,0 1-2 16,0-3 1-16,0 2 0 0,2-1-4 0,-2 0-4 15,2-2 1-15,-2-7 3 0,2 11-8 0,-2-11 3 16,0 9-3-16,0-3 4 0,0-6-2 0,-2 10 0 16,2-10 6-16,-2 8-6 0,2-8-1 0,-2 8 4 15,-1-1-2-15,3-7-4 0,0 0 3 0,-1 9-1 16,1-9-12-16,-4 6 13 0,4-6-2 0,0 0 2 16,0 0 0-16,0 0-1 0,0 8 10 0,0-8-8 15,0 0-1-15,0 0-1 0,0 0-5 0,-7 5 3 16,7-5 1-16,-8 3-8 0,8-3 1 0,-7 1-8 15,7-1 4-15,-13 3-6 0,6-3-2 0,0 3 6 16,7-3 1-16,-16 3-4 0,9-3 3 0,7 0 1 16,-19 2-8-16,11-2 12 0,2 2 3 0,-4-1-4 15,1-1-3-15,-1 2 9 0,10-2 0 0,-13 0-4 16,13 0-3-16,-14 0 4 0,14 0 7 0,-11 0-4 16,11 0-1-16,-8 0-2 0,8 0 12 0,0 0-10 15,0 0-2-15,-8 2 1 0,8-2 5 0,0 0-3 16,0 0-2-16,0 0-4 0,0 0 8 0,0 0-7 15,0 0 5-15,0 0-5 0,0 0 4 0,0 0 6 16,0 0-3-16,0 0 5 0,0 0-3 0,0 0 4 16,0 0 3-16,0 0-1 0,29-4-1 0,-24 3 5 15,-5 1-2-15,16 0 7 0,-10-2 2 0,-6 2 2 16,13-2-1-16,-1-1 1 0,-1 0-3 0,0 0 2 16,2 2-7-16,1-2-1 0,2 0-8 0,3-1 7 15,-8-1 0-15,2 2-7 0,1-1 4 0,-1-2-6 16,-2 4 0-16,0 1 1 0,0-2 0 0,-1-1-5 15,-2 4-9-15,-2-1-10 0,-6 1-13 0,15-3-9 16,-8 3-22-16,-7 0-27 0,13-2-14 0,-5-1-24 16,0 1-20-16,0 0-93 0,-1 1-259 0,4-1 115 15</inkml:trace>
  <inkml:trace contextRef="#ctx0" brushRef="#br0" timeOffset="57157.33">2165 6605 23 0,'0'0'168'0,"0"0"-5"0,-6-13-11 15,6 13-7-15,0 0-13 0,0 0-11 0,0 0-9 16,0 0-15-16,0 0-10 0,0 0-8 0,0 0-7 16,9-3-11-16,-9 3-7 0,12-2-10 0,-6 1-9 15,2-1-29-15,2 1-26 0,2-2-13 0,-1 0-44 16,0 0-27-16,0 2-25 0,-1-2-69 0,1 0-215 15,0 1 95-15</inkml:trace>
  <inkml:trace contextRef="#ctx0" brushRef="#br0" timeOffset="57341.35">2154 6702 92 0,'0'0'146'0,"0"0"-8"0,0 0-9 0,-4 7-11 0,4-7-13 16,0 0-5-16,0 0-10 0,0 0-7 0,0 0-12 16,30-7-8-16,-17 4-33 0,5-3-40 0,3 2-42 15,1-3-24-15,0 3-96 0,-2-2-185 0,4-3 82 16</inkml:trace>
  <inkml:trace contextRef="#ctx0" brushRef="#br0" timeOffset="58409.92">2751 6269 51 0,'0'0'61'0,"0"0"-11"16,0 0 7-16,0 0-12 0,0 0 2 16,0 0-2-16,0 0-7 0,0 0 5 0,0 0-5 15,0 0 0-15,0 0-4 0,-10 13 0 0,10-13-8 16,0 0 5-16,-7 4 10 0,7-4-22 0,-6 3 0 16,6-3 10-16,-9 2-6 0,9-2 2 0,-8 2-15 15,8-2 7-15,-9 3 4 0,9-3-5 0,-11 4-5 16,5-4 0-16,-1 2 4 0,-1 1 6 0,-2-2-10 15,4 1 7-15,6-2 0 0,-14 3 5 0,6-3 3 16,8 0 1-16,-9 3 3 0,9-3-2 0,-7 4-5 16,7-4 0-16,0 0 3 0,0 0-7 0,-8 1-1 0,8-1 6 15,0 0-4-15,0 0-4 0,0 0 4 0,0 0-3 16,41-8-4-16,-21 3 6 0,8 0 0 16,3-3-8-16,-2 3-2 0,5-2-9 0,-1 0-5 15,-1 2 4-15,-4-1-11 0,0 2-4 0,-7 0-22 16,-1 0-11-16,-3 3-19 0,-3-1-10 0,-3 0-10 0,2 2-83 15,-5-1-183-15,-8 1 81 0</inkml:trace>
  <inkml:trace contextRef="#ctx0" brushRef="#br0" timeOffset="59775.88">2853 6288 143 0,'0'0'152'0,"0"0"-7"16,0 0-10-16,0 0-10 0,0 0-6 0,0 0-21 15,0 0-3-15,0 0-15 0,0 0-6 0,0 0-11 16,0 0-11-16,0 0 0 0,0 0 0 0,0 0-10 15,0 0-6-15,0 0 1 0,0 0-8 0,0 0-4 16,0 0 0-16,0 0-11 0,0 0 6 0,0 8-5 16,0-8 3-16,0 0-4 0,8 15-3 0,-5-8-5 15,0 0 8-15,0 3-6 0,1-2 2 0,-2 2 1 16,5 0 2-16,-5 1-7 0,2 0 3 0,0 4 1 16,-2-3-3-16,2 0 5 0,0 4 2 0,-1-4 5 15,-2 0-1-15,4 3-2 0,-2-1-1 0,-2-2 2 0,0 0-7 16,0 0 0-16,1 0 5 0,0 4-6 15,0-6 4-15,-2 2-8 0,0-2-1 0,1-3-4 16,1 3 3-16,0-3 5 0,-2-7 0 0,2 12-1 16,-2-5-2-16,0-7 1 0,2 10-5 0,-2-10 0 15,0 8 4-15,0-8 2 0,1 9-4 0,-1-9-2 16,2 8 6-16,-2-8-3 0,2 7-1 0,0-3-1 16,-2-4 1-16,0 0 2 0,3 7-6 0,-3-7 3 15,0 0 1-15,1 10-9 0,-1-10 5 0,0 0 3 16,2 7-1-16,-2-7 2 0,0 0 2 0,2 6-4 15,-2-6 1-15,0 0 1 0,0 0-3 0,2 8 5 16,-2-8-2-16,0 0 0 0,0 0-1 0,0 0-5 16,0 0 6-16,0 0 0 0,0 0 1 0,0 0-4 15,0 0-2-15,0 0-1 0,0 0 6 0,0 0-1 16,0 0-5-16,2 7-2 0,-2-7 6 0,0 0 3 16,0 0-15-16,0 0 14 0,0 0 0 0,1 8-3 0,-1-8 2 15,0 0 2-15,0 0-8 0,3 4 4 16,-3-4 3-16,0 0-6 0,0 0 6 0,0 0-6 15,2 7 3-15,-2-7 0 0,0 0-4 0,0 0 4 16,0 0 4-16,0 0-2 0,0 0 0 0,0 0-3 16,0 0 2-16,0 0 0 0,0 0 0 0,0 0 0 15,0 0-5-15,0 0 4 0,0 0-1 0,4 5 2 16,-4-5 0-16,0 0 7 0,0 0-3 0,0 0-4 16,0 0-1-16,0 0-1 0,0 0 4 0,0 0-3 15,0 0 0-15,0 0 2 0,0 0 1 0,0 0-1 16,0 0 6-16,0 0-9 0,0 0 0 0,0 0-4 15,-12 4 3-15,12-4 2 0,-11 3-3 0,3-3 3 16,2 3 1-16,-2-1-2 0,-1 0 2 0,9-2 1 16,-13 2-2-16,7 0 1 0,6-2-5 0,-14 3 1 15,5-1-1-15,3-1 3 0,-2 1-2 0,-1-1 3 16,9-1-2-16,-11 2 2 0,11-2-2 0,-12 1 2 0,12-1 0 16,-10 1 1-16,10-1 1 0,-8 0-1 0,8 0-2 15,0 0-4-15,-8 4 8 0,8-4-1 0,0 0 1 16,-8 3-1-16,8-3 2 0,0 0-8 15,0 0 4-15,0 0 1 0,0 0-1 0,-8 1 3 16,8-1 4-16,0 0-2 0,0 0 0 0,0 0 1 0,0 0-6 16,0 0-1-16,0 0 2 0,0 0-1 0,0 0 5 15,0 0-1-15,0 0 0 0,0 0-3 0,0 0 0 16,0 0-2-16,0 0 1 0,0 0-2 16,0 0 4-16,0 0-2 0,0 0 0 0,0 0 3 15,0 0-1-15,0 0-1 0,0 0-3 0,0 0 3 16,0 0 5-16,0 0-2 0,0 0-3 0,0 0 5 15,0 0 1-15,0 0 0 0,0 0 2 0,0 0-1 16,0 0 3-16,0 0 2 0,0 0-3 0,0 0 0 16,0 0 1-16,0 0-1 0,0 0-4 0,0 0 5 15,0 0-3-15,0 0-2 0,0 0 0 0,0 0-2 0,0 0 0 16,0 0-1-16,0 0 0 0,0 0 4 16,0 0-4-16,0 0-1 0,0 0 3 0,0 0 0 15,0 0 1-15,0 0 0 0,0 0 0 0,0 0-4 16,0 0 1-16,0 0-3 0,0 0 1 0,0 0 0 15,0 0 0-15,0 0 7 0,0 0-11 0,0 0 3 16,0 0 0-16,0 0-3 0,0 0 4 0,0 0 1 0,0 0 3 16,0 0-7-16,0 0 5 0,0 0-1 0,0 0-1 15,0 0 0-15,0 0 0 0,0 0 3 0,0 0-1 16,0 0 2-16,0 0 3 0,0 0 4 16,29-10 1-16,-10 5-1 0,-2 2-2 0,10-4 3 15,4 0-3-15,-3 1 1 0,-8 0-2 0,7-1 1 0,-1 0 0 16,-6 2-2-16,0 0 3 0,0-2-2 15,-1 1 0-15,1 3 2 0,-2-2 0 0,-4 1 0 16,-2 0-2-16,-2 1-2 0,1 2 1 0,-5-2 0 16,0 1 3-16,-6 2-2 0,13-3 1 0,-8 2 4 15,-5 1-1-15,0 0 0 0,0 0-2 0,10-2-1 0,-10 2 3 16,0 0-5-16,0 0 0 0,0 0-2 0,0 0-3 16,0 0-3-16,6-2-21 0,-6 2-20 15,0 0-26-15,0 0-29 0,0 0-41 0,0 0-39 16,0 0-34-16,0 0-116 0,-21 11-352 0,11-7 156 15</inkml:trace>
  <inkml:trace contextRef="#ctx0" brushRef="#br0" timeOffset="60881.61">2138 6788 9 0,'0'0'154'0,"1"-9"-3"15,-1 9-7-15,0 0-8 0,0 0 2 0,0 0-12 16,0 0-1-16,0 0-10 0,0 0-14 0,0 0-12 16,0 0 1-16,0 0-11 0,0 0-5 0,0 0-3 15,-8-11-11-15,8 11-4 0,0 0-7 0,0 0-3 16,-10-3-8-16,10 3-1 0,-9-2-12 0,9 2 1 15,-11 1 0-15,11-1-4 0,0 0-2 0,-15 4-2 16,10-2-4-16,5-2-2 0,-12 6 1 0,6-3-2 16,1 1-3-16,-2 4 3 0,0-6-3 0,0 6-2 15,2-3 0-15,-3 3-4 0,3 0 3 0,-3-2 5 16,3 1-7-16,0 3 3 0,0-2 1 0,0 2 3 16,2-3-3-16,-1-1-2 0,3 3 0 0,-2-5-1 15,0 7 4-15,3-11-3 0,0 14 0 0,0-14-1 0,2 11 0 16,-1-5 5-16,3 0-3 0,-4-6 7 15,12 6-5-15,-7-3 1 0,3 0 3 0,-2-2-5 16,5 2 2-16,0-2-5 0,1 1 4 0,-1-2-1 16,-1 0 3-16,3-1-2 0,-4 1-2 0,1-2 6 15,0 2-10-15,-3-2 4 0,-7 2-3 0,12-1-1 16,-12 1 4-16,12-5-4 0,-12 5 3 0,6 0 5 16,-6 0 6-16,8-1 2 0,-8 1 2 0,0 0 1 15,0 0 5-15,0 0 2 0,6-2-2 0,-6 2-5 16,0 0-4-16,0 0 1 0,0 0-3 0,0 0-2 15,0 0-2-15,0 0-5 0,0 0 3 0,0 0-3 16,0 0-1-16,-27 5-1 0,21-2 0 0,0 1-1 16,-2-2-1-16,-1 3-1 0,1 1 1 0,-1 1-2 15,0 1 2-15,2-1 3 0,0-1-3 0,0 1-2 16,1 2 3-16,-1-2-1 0,0 0 1 0,4 3-3 16,0-4 1-16,2 2 1 0,1-8 1 0,-4 11 2 15,4-4 1-15,0-7 0 0,4 10 10 0,-4-10-5 16,9 7 5-16,0-5 7 0,1-2 4 0,2 1-1 15,7-2-2-15,-4-2 0 0,5-2-1 0,-1 2-2 16,-2-1-2-16,1 0-3 0,-5 0 2 0,3-2-4 16,-4 2 1-16,-2 0-2 0,2 0 0 0,-3 0-5 15,-2 1 0-15,-7 3-8 0,10-4-5 0,-6 1-12 16,-4 3-13-16,7-4-17 0,-7 4-17 0,6-3-34 16,-6 3-33-16,0 0-34 0,5-9-21 0,-5 9-37 15,0 0-123-15,0 0-373 0,0 0 166 0</inkml:trace>
  <inkml:trace contextRef="#ctx0" brushRef="#br0" timeOffset="61885.36">3399 6299 145 0,'-6'-7'136'0,"6"7"-4"0,-7-4-13 16,7 4-11-16,-9-4-11 0,9 4-1 0,-10-5-12 16,6 3-5-16,4 2-6 0,0 0-5 0,-14-1-12 15,14 1-3-15,-13 3-7 0,6 0-2 0,-2 1-4 16,-3 3 3-16,-1 3-9 0,1 1 2 0,2-3-2 15,-3 4-9-15,5-2-2 0,0 0-2 0,2-1-2 16,1 0 1-16,1 1-4 0,1 0 1 0,3-2-4 16,2 2 2-16,0-2-3 0,1-2 2 0,2 1 0 15,4-1 1-15,1 1-4 0,-1-1 1 0,4-2-4 0,0-2 1 16,1-1-2-16,0-1 6 0,2 3-9 0,-2-3 4 16,-1-1-5-16,1 1 5 0,-2 0 0 15,-2 0-3-15,-1-2-1 0,-9 2-2 0,13 0-1 16,-13 0 5-16,10 0 1 0,-10 0-5 0,0 0 2 15,10 0 0-15,-10 0 1 0,0 0 3 0,0 0-5 0,9 0 7 16,-9 0 0-16,0 0 2 0,0 0-3 16,0 0 1-16,0 0-6 0,0 0 3 0,0 0-3 15,0 0-3-15,0 0 2 0,-22 17 0 0,16-13 0 16,-4 0 2-16,0 3-1 0,-1 0 4 0,1 2-7 16,0 0 6-16,2 1 2 0,-2 2 7 0,3-2-5 0,-1-1 1 15,0 1-6-15,3-1 5 0,0 1-3 16,0-1 1-16,0 0-1 0,1-3 2 0,3 1-2 15,-1 1 15-15,2-8-13 0,-1 13 1 0,1-7 4 16,0-6 7-16,4 12 6 0,-2-9 1 0,-2-3-1 0,12 7-3 16,-6-2 4-16,3 0-6 0,4-3-2 0,-2-1-2 15,1 0 1-15,1-1-9 0,-2-1-16 0,4 1-13 16,-3 0-23-16,2 0-19 0,-2-1-28 16,0 1-10-16,1-2-13 0,-3 0-12 0,1 0-8 15,0 2-9-15,-1-3-11 0,-2 3-90 0,-8 0-262 0,15-3 116 16</inkml:trace>
  <inkml:trace contextRef="#ctx0" brushRef="#br0" timeOffset="62725.68">3722 6608 23 0,'0'0'162'0,"0"0"2"0,0 0-9 16,0 0-9-16,-6-12-6 0,6 12-6 0,0 0-5 0,0 0-8 15,0 0 0-15,0 0-17 0,0 0-8 16,-3-7-16-16,3 7-4 0,0 0-4 0,0 0-3 16,0 0-9-16,-5-7-4 0,5 7-9 0,0 0 2 15,0 0-9-15,0 0-2 0,0 0-2 0,0 0-7 16,-2-6 2-16,2 6-2 0,0 0-3 0,0 0-4 15,0 0-2-15,0 0 0 0,0 0-3 0,0 0-5 16,0 0-2-16,0 0-5 0,0 0-11 0,0 0-2 16,0 0-7-16,0 0-2 0,0 0-10 0,0 0 5 15,0 0-9-15,0 0 6 0,0 0-4 0,0 0 1 16,0 0 3-16,0 0 3 0,0 0 0 0,0 0 4 0,0 0 5 16,0 0 3-16,0 0-4 0,0 0 8 0,0 0-5 15,0 0 7-15,0 0 5 0,0 0-6 16,0 0 2-16,0 0 1 0,0 0 4 0,0 0-1 15,0 0 5-15,0 0 12 0,0 0-1 0,0 0 3 16,0 0 1-16,0 0-4 0,-7-6 1 0,7 6 1 0,0 0 2 16,0 0 4-16,0 0 1 0,0 0 0 15,0 0 2-15,-6-3-9 0,6 3 3 0,0 0 3 0,0 0-2 16,-8-3 3-16,8 3-1 0,0 0 4 16,-9-1-5-16,9 1-1 0,0 0-1 0,-9-3-1 15,9 3-5-15,-7-1 4 0,7 1-2 0,0 0-2 0,-9 0-5 16,9 0 1-16,0 0 1 0,0 0-6 0,0 0-2 15,0 0 2-15,-12 1-3 0,12-1 1 16,0 0-2-16,0 0-1 0,-5 7-3 0,5-7 3 16,-2 6 0-16,2-6-4 0,-6 8 4 0,6-8-3 15,-5 8-1-15,4-1-3 0,-3-1 6 0,4-6 0 0,-2 9-3 16,1-3 3-16,1-6 1 0,-2 11-2 0,2-11 2 16,2 13 1-16,-2-13-2 0,1 9-1 0,-1-9 0 15,2 10 2-15,-2-5-5 0,0-5 6 0,8 9 0 16,-4-5 2-16,-4-4 1 0,7 8-2 15,-3-5 0-15,1 1 3 0,3-1-2 0,-8-3 4 0,14 3 1 16,-5-2-3-16,2-1-1 0,0 0 2 0,-1 0 0 16,1-1 3-16,-2-1-3 0,-1 0 0 15,-8 2 2-15,18-6-2 0,-12 3 2 0,2-2 0 16,2 1 0-16,-5-1 2 0,4-2-3 0,-2 2 1 16,-3-1 3-16,-1-1 3 0,1-4-4 0,0 2 0 0,-3 1-1 15,-1-2 2-15,0 0-3 0,-1-2 0 0,-3 5-2 16,2-4 1-16,-3 3 4 0,0 0-4 0,-1 1-4 15,0-1 2-15,-1 1-2 0,1 4-2 0,0-2-3 16,6 5 2-16,-10-6-2 0,4 3-5 16,6 3-4-16,-14-1-18 0,14 1-13 0,-12 5-15 0,5-2-25 15,0 3-30-15,-1-1-29 0,1 3-40 0,4 0-46 16,-4 1-130-16,1-1-382 0,1 0 169 0</inkml:trace>
  <inkml:trace contextRef="#ctx0" brushRef="#br0" timeOffset="65963.31">4067 6037 46 0,'0'0'109'0,"0"0"-2"0,3-8 7 0,-3 8 2 15,0 0-11-15,1-7-15 0,-1 7-2 0,0 0-6 16,0 0 1-16,0 0-4 0,0 0 1 16,2-7-2-16,-2 7-2 0,0 0-6 0,0 0-7 0,0 0 0 15,0 0-2-15,0 0-6 0,0 0 1 0,0 0-2 16,0 0-6-16,2-6 0 0,-2 6-3 0,0 0 1 15,0 0-5-15,0 0-8 0,0 0-2 16,0 0-2-16,0 0-1 0,0 0-2 0,0 0-6 0,0 0-1 16,0 0 0-16,0 0-7 0,0 0 0 0,0 0 0 15,0 0-3-15,0 0 0 0,0 0-2 0,0 0-3 16,0 0-4-16,0 0 3 0,0 0-3 0,0 0 2 16,0 0 1-16,-13 15-2 0,9-11-2 0,4-4 0 15,-7 15 3-15,2-5 1 0,1-2-2 0,0 1 0 16,1 0 2-16,0 1-1 0,-1 0 1 0,0 1-3 15,0 0 4-15,2 0-6 0,0-2 7 0,0 4-5 16,1-3 1-16,-1 1 2 0,0 0-3 0,0 0-1 16,1 2 3-16,1-1 1 0,0 0-1 0,-1 0-1 15,1-1 4-15,0 2-1 0,0-1 3 0,-2 2-5 16,4 0-1-16,-2-2 5 0,4 1-4 16,-3-1 2-16,0 1 6 0,2-3-3 0,-2 3 3 15,2-4-4-15,2 1 2 0,-3 1 3 0,1-1 0 0,1-1-2 16,-2 0 0-16,1 0 4 0,-1-2-4 0,0 2 2 15,1-4-2-15,0 2-1 0,-3-7 3 0,5 9-1 16,-4-4-7-16,-1-5 6 0,4 8-3 0,-4-8 2 16,3 6 0-16,-3-6 1 0,4 4 11 0,-4-4 8 15,0 0 3-15,0 0 5 0,5 4 2 0,-5-4 2 16,0 0 3-16,0 0 1 0,0 0 2 0,0 0 1 16,0 0-2-16,0 0 3 0,5 3-3 0,-5-3 7 15,0 0-5-15,0 0-2 0,0 0 0 0,0 0-5 16,0 0-2-16,0 0-4 0,0 0-5 0,0 0 3 15,0 0-9-15,0 0 1 0,0 0-5 0,0 0-2 16,0 0-3-16,0 0 0 0,-8-21 1 0,8 21-3 16,0 0-5-16,-4-8-4 0,4 8-3 0,-2-6 1 15,2 6-7-15,0 0-7 0,-3-7 0 0,3 7-2 16,0 0-3-16,-5-7 6 0,5 7 0 0,0 0-2 0,-4-8 1 16,4 8 4-16,0 0-2 0,0 0 1 15,0 0 3-15,0 0 1 0,-1-10-2 0,1 10 2 16,0 0-1-16,0 0 2 0,0 0 2 0,0 0-1 15,0 0-3-15,0 0 1 0,-3-8-1 0,3 8 1 0,0 0 1 16,0 0-3-16,0 0 7 0,0 0-4 16,0 0-1-16,0 0 1 0,0 0 0 0,0 0 1 15,0 0 1-15,0 0-3 0,0 0 6 0,0 0-5 16,0 0 2-16,0 0 3 0,0 0-4 0,0 0 1 16,0 0-1-16,0 0 4 0,0 0-1 0,0 0-3 0,0 0 1 15,0 0 3-15,0 0-3 0,0 0 2 16,0 0 4-16,0 0-3 0,0 0 0 0,0 0-1 15,0 0 2-15,0 0-1 0,0 0 0 0,0 0 0 16,0 0-2-16,0 0 3 0,0 0-3 0,0 0 2 16,0 0-1-16,0 0 0 0,0 0 2 0,0 0-3 0,0 0 0 15,0 0 3-15,0 0-2 0,0 0-1 16,0 0 6-16,0 0-5 0,0 0 2 0,0 0 0 16,0 0 1-16,0 0-1 0,0 0 1 0,0 0 1 15,0 0-2-15,0 0 1 0,0 0-1 0,0 0 1 0,0 0-2 16,0 0-1-16,0 0-1 0,-1-7-5 15,1 7-3-15,0 0-4 0,0-12-3 0,0 12 2 16,-4-9-6-16,4 9 2 0,0-12 1 0,0 12 2 16,0-16 4-16,2 8-4 0,-4-2 2 0,1 3 5 15,1 7 0-15,-1-17 0 0,-1 8 1 0,2-1-3 0,-1 4 7 16,1 6 9-16,-1-16-12 0,-3 9 0 0,3 0 3 16,1 7 4-16,-3-7 1 0,3 7 0 0,-2-8 0 15,2 8 0-15,0 0-3 0,-3-7 0 16,3 7-5-16,0 0 2 0,0 0 0 0,0 0-1 15,0 0 2-15,0 0 3 0,0 0-7 0,-2 25 2 16,4-15 1-16,-1 2 4 0,3 3-2 0,0 2 1 16,-1 3 4-16,-2-1 17 0,3-2 0 0,0 4 5 0,1-3-5 15,0 0 1-15,0 2 0 0,-1-4 0 16,1 2-2-16,3 0 3 0,-1-3-1 0,1 0 0 0,-2 0-3 16,2-2 0-16,-2-2-1 0,2-1 0 15,-2 2 1-15,1-2-2 0,-1-1 0 0,2-1 0 16,1 0 0-16,-2-1-4 0,1-1-1 0,1 1 3 0,-4-2-4 15,0-1 3-15,0-1-2 0,2 1-2 16,-7-4-6-16,10 6-20 0,-6-3-16 0,-4-3-25 0,5 4-22 16,-5-4-23-16,5 3-21 0,-5-3-16 0,0 0-17 15,0 0-44-15,0 0-198 0,0 0-432 0,0 0 191 16</inkml:trace>
  <inkml:trace contextRef="#ctx0" brushRef="#br0" timeOffset="66683.23">4360 6486 19 0,'0'0'213'0,"0"0"-8"0,0 0-5 0,0 0-11 0,6-7-13 15,-6 7-9-15,0 0-15 0,0 0-12 0,3-8-16 16,-3 8-12-16,3-7-12 0,-3 7-11 0,5-8-8 16,-1 3-10-16,1-4-6 0,0 5-6 15,0-2-8-15,0-2-3 0,0 2-3 0,-1 1-2 0,0-2-5 16,0 1-6-16,-1 1 0 0,0-1-4 0,1-1-5 15,-4 7-3-15,5-12 0 0,-4 6-3 0,2 2 3 16,-3 4-3-16,4-11-5 0,-4 11 1 0,1-8-5 16,0 2 2-16,-1 6 0 0,0-11-3 0,0 11 1 15,0 0-3-15,-4-11 1 0,4 11 2 0,-4-7-3 16,1 3-1-16,3 4 1 0,-4-6 0 0,4 6-4 16,-5-5 1-16,5 5-2 0,-8-3 0 0,8 3 3 15,0 0-2-15,-8-5 1 0,8 5-2 0,0 0-2 16,-10-1 3-16,10 1-1 0,0 0 0 0,0 0 1 15,-15 4-3-15,15-4 1 0,-8 6-2 0,6-1-2 16,-2 1 5-16,-3 2-2 0,2 2-1 0,-1-2 3 16,2 5-2-16,0 0-1 0,0-2 3 0,2 1-1 15,0 1 1-15,0-2-2 0,1 2 4 0,-1 0 0 16,1-1 7-16,2 5-2 0,-1-4 3 0,3-1 4 16,-2-1-5-16,2 0 1 0,1-2 1 0,-2 2 1 15,2-3 2-15,-1 2 2 0,0-2-5 0,5 1 7 16,-4-4-4-16,1 0 1 0,0 0 9 0,0 1 0 15,2-3 7-15,0 1 1 0,4 0-3 0,-4 1-4 16,5-2 8-16,-1 0-5 0,2-3 5 0,0 0-4 16,-2 0-7-16,2 0 2 0,-3 0 0 0,-2-2 0 15,5 1-4-15,-3-1-3 0,-1 0 0 0,2-1-1 16,-3 2-1-16,0-1-2 0,-2-1-2 0,3 0-2 16,-1 1 0-16,-2-2 5 0,1 1-6 0,-2-1 1 15,-5 4-1-15,10-3 2 0,-10 3-1 0,6-4-3 16,-6 4-5-16,4-4-15 0,-4 4-12 0,4-5-12 15,-4 5-18-15,0 0-27 0,1-9-34 0,-1 9-37 16,0 0-43-16,0 0-59 0,-6-11-160 0,6 11-451 16,-9-6 200-16</inkml:trace>
  <inkml:trace contextRef="#ctx0" brushRef="#br0" timeOffset="67855.17">4424 5906 86 0,'-9'-6'175'0,"9"6"4"0,-5-5 3 0,5 5-8 16,-5-6-5-16,5 6-5 0,-5-4-4 0,5 4-5 15,0 0-10-15,-4-6-28 0,4 6-7 0,0 0-9 0,0 0-11 16,0 0-9-16,0 0-7 0,0 0-10 0,0 0-10 16,0 0-5-16,0 0-6 0,0 0-5 0,0 0-7 15,0 0 2-15,0 0-7 0,0 0 5 16,19 13-6-16,-10-6-4 0,0-1-1 0,1 0-3 0,0 1-2 15,1 0 5-15,0 2-2 0,0-1-4 0,0 0-1 16,-1-3 1-16,0 3-5 0,0-1 4 0,0-1-2 16,1 0-1-16,-2 1-1 0,0-3 1 15,-3 0-2-15,3 1 0 0,-2-1 0 0,-2-2-1 16,0 1-1-16,-5-3 3 0,9 6-4 0,-4-4 2 16,-5-2 0-16,5 3-2 0,-5-3 0 0,0 0 1 15,6 6 3-15,-6-6 10 0,0 0 10 0,0 0 8 0,0 0 8 16,0 0 8-16,0 0-3 0,0 0-3 15,0 0-4-15,0 0-5 0,9-13 2 0,-7 7-13 16,-2 6 2-16,5-17-1 0,-3 8-6 0,2-2-3 16,-1 0-4-16,0 0 1 0,1-5-5 0,-1 1 1 15,2 0-3-15,0-2 1 0,-1 6-1 0,0-2-1 0,-2 3-3 16,1-2-3-16,-1 3 6 0,1-2-2 0,-2 6-1 16,1-5-1-16,-1 3-3 0,-1 7 2 0,2-10 8 15,-2 10-1-15,3-9-8 0,-3 9 1 16,0 0-4-16,4-8-1 0,-4 8 1 0,0 0-1 15,1-6 0-15,-1 6-2 0,0 0 1 0,0 0-4 16,0 0-1-16,0 0-5 0,0 0-11 0,0 0-15 16,1-7-12-16,-1 7-15 0,0 0-23 0,0 0-21 15,0 0-13-15,0 0-21 0,0 0-6 0,0 0-32 16,0 0-16-16,0 0-13 0,0 0-140 0,13 15-381 0,-13-15 168 16</inkml:trace>
  <inkml:trace contextRef="#ctx0" brushRef="#br0" timeOffset="68259.14">4824 5976 110 0,'0'0'174'0,"0"0"0"0,0 0-2 0,-11-26-2 15,8 22-13-15,3 4-9 0,-4-10-8 0,2 5-14 16,2 5-7-16,-4-10-1 0,4 10 1 0,-3-11-4 16,3 11-5-16,-3-8-8 0,3 8 3 0,-2-7-14 15,2 7-9-15,0 0-7 0,-1-7-11 0,1 7-6 16,0 0-8-16,0 0-11 0,0 0-5 0,0 0 1 16,0 0-5-16,0 0-5 0,0 0-3 0,0 0-4 15,0 0-3-15,0 0 0 0,10 24-3 0,-7-18 1 16,-1 0-1-16,1 1-1 0,-1-2 0 0,2 1-1 15,-1 2-3-15,0-1 3 0,0 0-2 0,-1-1-1 16,0 1 2-16,2-1-4 0,-2 0-3 0,-2-6 2 16,4 8-4-16,-3-3 7 0,-1-5-3 0,4 9 5 15,-1-5-8-15,-3-4 4 0,0 0-5 0,6 10-11 16,-6-10-18-16,0 0-18 0,0 0-21 0,4 11-21 16,-4-11-18-16,0 0-21 0,1 8-18 0,-1-8-18 15,0 0-24-15,0 0-143 0,0 0-358 0,0 0 159 16</inkml:trace>
  <inkml:trace contextRef="#ctx0" brushRef="#br0" timeOffset="68681.7">4814 5878 7 0,'0'0'151'16,"1"-9"-10"-16,-1 9 2 0,4-10-5 0,0 5-7 15,-4 5-7-15,6-8-5 0,-2 4-1 0,-4 4-11 16,12-4-2-16,-5 3-8 0,1-2-8 0,-2 1-6 15,-6 2-9-15,17 1-5 0,-11 0-8 0,2 0-1 16,-2 2-11-16,2-1-4 0,-1 1 1 0,-7-3-5 16,9 7-6-16,-3-4-2 0,-2 1-2 0,-1 0-5 15,-3-4-3-15,4 10-1 0,-4-10 0 0,0 8-4 16,0-8 4-16,-5 13-4 0,5-13 0 0,-4 10-7 16,0-6 4-16,4-4-2 0,-4 8 0 0,2-3-1 15,2-5 0-15,-3 9-15 0,3-9 6 0,-4 4 2 16,4-4-4-16,0 0 3 0,0 0-5 0,0 0 1 15,2 14-3-15,-2-14 2 0,0 0-1 0,11 9 2 16,-11-9-2-16,8 5 3 0,-8-5 0 0,10 5-1 16,-3-3 0-16,-2 0-2 0,-5-2 3 0,11 3-3 15,-4-2 6-15,-7-1-3 0,9 5-6 0,-6-2 3 16,-3-3 0-16,9 2-1 0,-9-2-4 0,0 0-3 16,0 0 5-16,4 9-1 0,-4-9 3 0,0 0-1 15,0 0-4-15,0 0-1 0,-6 17-8 0,6-17-5 16,-12 9-7-16,6-7-11 0,6-2-10 0,-17 5-20 15,8-1-9-15,9-4-25 0,-15 5-10 0,15-5-17 16,-12 3-28-16,12-3-86 0,0 0-266 0,-16-1 119 16</inkml:trace>
  <inkml:trace contextRef="#ctx0" brushRef="#br0" timeOffset="69194.65">5226 5743 118 0,'0'0'196'0,"0"0"-12"16,-5-12-14-16,0 8-11 0,5 4-16 0,-7-3-10 16,7 3-12-16,-9-2-13 0,9 2-10 0,0 0-5 15,-16 3-9-15,11 1-13 0,5-4-7 0,-9 9-5 16,4-3-9-16,1-1-3 0,-2 5-5 0,2-3-3 15,2-1-7-15,0 2 0 0,0-1-8 0,2-7 1 16,0 15-3-16,1-8 2 0,0-1-5 0,3 0-2 16,-4-6-1-16,9 10-1 0,-5-6 0 15,4 1-1-15,-2-3 0 0,2-1-1 0,-1 2 1 0,1-2-3 16,-8-1-2-16,13 2-2 0,-6-1 6 0,-7-1 3 16,11 0-7-16,-11 0-2 0,9 0 5 0,-9 0 8 15,0 0-6-15,0 0 4 0,11-3-2 0,-11 3 1 16,0 0-4-16,0 0 6 0,3-6 3 0,-3 6 1 15,0 0-2-15,0 0-4 0,0 0-2 0,0 0-4 16,0 0 1-16,0 0-4 0,-22-4-2 16,22 4-2-16,0 0 1 0,-14 9 1 0,8-4-3 15,0 0 0-15,0 3 0 0,-3-1-1 0,1 0 1 0,3 1-2 16,-1 1 0-16,2 0 0 0,0-3 2 0,0-1-3 16,1 1 0-16,3-6 4 0,-3 10-5 0,3-10 4 15,0 10-3-15,0-10 5 0,5 9-2 0,-1-6 4 16,2-1-2-16,-6-2 1 0,14 2 4 15,-2 0-9-15,-3-1-19 0,4-4-12 0,1 3-27 0,-3-2-24 16,3-2-26-16,-1 3-28 0,2-2-22 0,-3-1-29 16,-1 3-134-16,-1-3-347 0,1 2 154 0</inkml:trace>
  <inkml:trace contextRef="#ctx0" brushRef="#br0" timeOffset="69695.66">4662 6255 25 0,'0'0'188'0,"-9"0"-2"16,9 0-8-16,0 0-3 0,0 0-12 0,0 0-10 15,0 0-12-15,0 0-14 0,0 0-11 0,0 0-10 16,23-17-3-16,-5 7-8 0,11-4-7 0,8-1-5 0,-1 3-3 15,15-7-9-15,0 0-4 16,-1-1-3-16,-1 2-7 0,0 0-8 0,-13 5-2 0,14-4-4 16,-16 4-4-16,2 1-6 0,0-1-4 0,1 2-3 0,-4 0-2 15,-1-3 0-15,-1 3-2 0,-2 0 0 16,-2-1-3-16,-8 5 1 0,-2 0-3 0,-3 2 0 16,-2 1 6-16,-1 0-1 0,-2 1-2 0,1-1-1 15,-5 2 4-15,3-2-7 0,-8 4 1 0,10-3 1 16,-10 3-5-16,7-2 0 0,-7 2 5 0,0 0-13 15,6-3-9-15,-6 3-16 0,0 0-11 0,0 0-23 16,0 0-29-16,0 0-29 0,0 0-32 0,0 0-23 16,-22 12-27-16,10-4-156 0,-5 1-378 0,-7 2 168 15</inkml:trace>
  <inkml:trace contextRef="#ctx0" brushRef="#br0" timeOffset="70220.48">4807 6308 42 0,'0'0'242'0,"0"0"-6"0,-5-5-1 16,5 5 2-16,0 0-17 0,0 0-12 0,0 0-16 15,0 0-15-15,0 0-18 0,-5-3-18 0,5 3-17 16,0 0-12-16,0 0-16 0,0 0-8 0,0 0-9 15,0 0-8-15,0 0-11 0,16 14-4 0,-10-8-7 16,1 1-7-16,0 2 0 0,-2-2-7 0,3 3-1 16,-1-2-2-16,0-1-4 0,-1 2-4 0,1-2-2 15,-1 1 5-15,0-1-10 0,-3-1-2 0,2-2-3 16,-1 2 1-16,-2-2-2 0,-2-4 4 0,7 8-6 16,-5-4 7-16,-2-4-5 0,5 6-5 0,-5-6 6 15,0 0 1-15,5 3 14 0,-5-3 14 0,0 0 14 16,0 0 5-16,0 0 9 0,0 0-8 0,0 0-7 15,0 0-1-15,0 0-4 0,0 0-9 0,0 0-3 16,0 0-1-16,-3-30-2 0,4 19-13 0,0-1 0 16,3-3-3-16,2-1-2 0,1 0-7 0,3 0 2 15,-1 2-4-15,0 0 1 0,-3 4-3 0,3 0-1 16,-2 1 4-16,-1 1 2 0,1 3-12 0,-7 5 2 16,10-8-7-16,-10 8 3 0,10-5-4 0,-10 5 4 15,13 0 3-15,-13 0-2 0,14 4-1 0,-14-4 3 16,13 6-4-16,-7-2 1 0,0 1 0 0,1 0-3 15,-1 2 6-15,1 0-3 0,-2-2 4 0,1 0-4 16,-1 2-16-16,-1-1-16 0,0 0-13 0,1 0-18 16,-2-1-24-16,0 1-28 0,2 0-28 0,-5-6-29 15,0 0-37-15,5 16-24 0,-2-10-36 0,0-2-148 16,-3-4-456-16,0 0 203 0</inkml:trace>
  <inkml:trace contextRef="#ctx0" brushRef="#br0" timeOffset="70607.98">5155 6212 122 0,'-1'-6'231'0,"1"6"-16"0,0 0-19 16,0 0-14-16,0-10-24 0,0 10-13 0,0 0-18 16,0 0-14-16,0 0-7 0,0 0-3 0,0 0-8 15,18 11-9-15,-13-5-6 0,2-1-3 0,2 4-5 16,-2-2-6-16,0 0-9 0,1-1-1 15,-2 0-9-15,2 0-2 0,-2 2-4 0,1-3-1 0,-2 1-1 16,3 0 1-16,-3-2-2 0,0-1-1 0,-1 2 0 16,-4-5 0-16,9 6-4 0,-4-2-3 0,-5-4 2 15,6 5 0-15,-6-5-2 0,3 4 6 0,-3-4 8 16,0 0 14-16,6 5 8 0,-6-5 14 0,0 0-4 16,0 0 1-16,0 0-9 0,9-14-1 0,-5 8 0 15,2-5-6-15,-1 0-5 0,0-3-5 0,1-3-2 16,1 1-7-16,-2-1 0 0,-1 0-7 0,1-2-4 15,0 1-2-15,1 2-4 0,-1 0 0 16,0-2 3-16,-3 7-9 0,2-1-4 0,-3 4 5 0,2 1-13 16,-2 1-14-16,-1 6-24 0,4-12-23 0,-4 12-27 15,1-5-32-15,-1 5-42 0,0 0-36 0,0 0-28 16,0 0-18-16,0 0-17 0,0 0-193 0,0 0-483 16,0 0 215-16</inkml:trace>
  <inkml:trace contextRef="#ctx0" brushRef="#br0" timeOffset="70816.25">5402 6215 192 0,'0'0'226'0,"5"-6"-16"0,-5 6-7 16,7-8-11-16,1-2-22 0,0 2-11 0,2 1-16 15,1 0-12-15,2-3-17 0,1 0-9 0,-3 6-19 16,0-1-30-16,-3 0-27 0,2 1-35 0,-1 1-28 15,-9 3-33-15,13-7-26 0,-13 7-20 0,9-3-11 16,-9 3-5-16,0 0-7 0,0 0 7 0,0 0-69 16,0 0-214-16,0 0 95 0</inkml:trace>
  <inkml:trace contextRef="#ctx0" brushRef="#br0" timeOffset="71003.62">5549 6118 622 0,'0'0'-43'0,"0"0"29"0,-34 10 15 16,34-10 23-16,0 0 10 0,-7 4 19 16,7-4 16-16,0 0 13 0,0 0 10 0,0 0 0 0,0 0 8 15,0 0-6-15,0 0-8 0,0 0-7 0,-7 6-9 16,7-6-9-16,0 0 6 0,0 0 5 0,0 9-5 15,0-9 6-15,4 10-2 0,-4-10 5 0,4 12-3 16,-3-4 2-16,2 0-2 0,1 0-3 16,-2 1-8-16,1 2-1 0,-1-1-4 0,1-2-8 15,-1 3-6-15,2-3-4 0,-1 1-2 0,-1 1-2 16,1-1 0-16,-1-1-8 0,1-1-18 0,1 2-30 16,-3-1-35-16,-1-8-46 0,4 12-22 0,-4-12-56 0,5 10-185 15,-5-10-396-15,0 0 175 0</inkml:trace>
  <inkml:trace contextRef="#ctx0" brushRef="#br0" timeOffset="71218.31">5814 6070 256 0,'-7'-4'246'16,"7"4"-7"-16,0 0-12 0,-7-5-16 0,7 5-14 0,0 0-17 15,0 0-16-15,0 0-14 0,10-11-19 16,-3 7-12-16,3 0-15 0,4-1-6 0,3 0-27 16,-3 2-20-16,1-1-34 0,4 0-37 0,-6 1-35 15,1-1-42-15,0 1-41 0,-1 1-36 0,-3-1-156 16,-3 3-357-16,-1-3 159 0</inkml:trace>
  <inkml:trace contextRef="#ctx0" brushRef="#br0" timeOffset="71496.97">6010 5791 172 0,'-1'-17'198'0,"1"0"0"0,-2 2 6 0,1-2-3 16,-3 7 1-16,4-2-5 0,-2 4 1 0,0 2-9 0,2 6-3 16,-2-11-23-16,2 11-13 0,-1-8-19 15,1 8-19-15,0 0-17 0,0 0-7 0,0 0-7 16,0 0-12-16,9 25 0 0,-6-9-10 0,3 5 4 15,0 4 5-15,1 0-10 0,0 1-3 0,-3-1-10 0,0-6 1 16,0 0-6-16,-1 1-1 0,2-2-3 16,-1 0-3-16,0 6-1 0,0-8-7 0,-2-5 0 15,2 0 1-15,-1 2 0 0,-1 0-22 0,5-1-17 16,-5-1-27-16,1 5-25 0,1-7-29 0,-2 3-36 0,1-5-49 16,-2 0-56-16,2 3-237 0,-3-10-510 0,0 0 226 15</inkml:trace>
  <inkml:trace contextRef="#ctx0" brushRef="#br0" timeOffset="71757.47">6276 5625 2456 0,'2'-20'13'0,"0"4"97"15,-2 4-2-15,1 3-28 0,-1 0-20 0,0 2-16 16,0 7-11-16,1-11-10 0,-1 11-6 0,3-7-6 15,-3 7-1-15,6-2 1 0,-6 2 7 0,18 8 2 0,-3 3 21 16,7 7 0-16,0 4-1 0,2 4-1 0,-2 3-5 16,0 1-3-16,-1 1-2 0,-3 0-5 15,3 13 2-15,-9-12-3 0,0 0-1 0,-4 0-1 0,-3 3 1 16,-5 0-6-16,-4 13-10 0,-6 0-28 16,-8-3-36-16,-5-1-43 0,-2-2-53 0,-4-2-57 0,5-10-70 15,-12 4-153-15,-4-2-470 0,10-11 208 16</inkml:trace>
  <inkml:trace contextRef="#ctx0" brushRef="#br0" timeOffset="93848.78">2821 5875 33 0,'5'-18'56'0,"-5"18"-6"0,8-10-6 16,-8 10 1-16,8-10-5 0,-8 10 0 0,9-10-11 16,-9 10 2-16,0 0-6 0,11-14-1 0,-11 14 5 15,7-11-15-15,-7 11 5 0,0 0-11 0,14-11 3 16,-14 11-8-16,7-8 3 0,-7 8-4 0,0 0 3 0,17-6-4 16,-17 6 4-16,15-5-2 0,-15 5 2 0,21 0-4 15,-21 0 1-15,19 5-1 0,-19-5-4 0,20 8 3 16,-8 0-4-16,-6 1-1 0,6 3 12 0,-6-2-11 15,6 4 5-15,-4 5-3 0,4 2 2 0,1 6-2 16,1-1 0-16,-1 0 4 0,-1 5-2 0,4 2 0 16,-2-3 1-16,-1 4-4 0,6 9 5 0,-5-11-7 0,-5-1 2 15,2 3-2-15,0 1 3 0,-5 11-14 0,-7 3-30 16,-16-4-29-16,11 1-79 0,-17 1 35 0</inkml:trace>
  <inkml:trace contextRef="#ctx0" brushRef="#br0" timeOffset="98684.9">1451 7374 19 0,'0'0'109'0,"-8"-1"7"15,8 1 3-15,-9 0-16 0,9 0-1 0,0 0-1 16,-9-3-8-16,9 3-14 0,0 0-9 0,0 0-3 16,0 0-7-16,-11 0-14 0,11 0-1 0,0 0-8 15,0 0 2-15,0 0-3 0,0 0-10 0,0 0-4 16,-10 1-8-16,10-1 23 0,0 0-20 0,-11 2 5 16,11-2-5-16,-8 1-5 0,1 1-1 0,7-2 3 15,-15 1-3-15,7 0-7 0,-3-1 5 0,0 0 4 16,-5 2-7-16,0 0-1 0,-1-1 2 0,-2-1-3 15,2 3-1-15,-1-3 0 0,1 1 2 0,4 2-2 16,-3-4 3-16,5 3-6 0,-4-1 0 0,3 0 0 16,3-1 0-16,-1 2 8 0,2-2-2 0,8 0 4 15,-11 0-1-15,11 0-12 0,-8 0 20 0,8 0-13 16,0 0 5-16,-10 0-4 0,10 0-8 0,0 0 4 16,-7 2 0-16,7-2-1 0,0 0-2 0,0 0 2 15,0 0-2-15,0 0-2 0,0 0 6 16,27 12 2-16,-14-11-6 0,6 3 6 0,3-3 1 15,10 1 1-15,2-2-1 0,5 0 6 0,12-2-4 0,4 0-1 16,-1-1 1-16,4-1 0 0,1-2-2 0,1 1 3 16,1 0-5-16,4 0 0 0,-2-2 3 0,27-1 0 15,-29 3-1-15,2 0 1 0,2-4-12 0,0 4 9 16,32-3 3-16,-6-5-7 0,-26 5 4 0,37-3-2 16,-2-2 4-16,6 0 4 0,-3 0 5 15,7 0-6-15,2-5-1 0,5 4 2 0,3-2-3 0,4 0 3 16,4-1 6-16,2 3-10 0,-2-5 2 0,-1 7-5 15,-1-6 2-15,5 1 7 0,-1 2-6 16,-3 0-3-16,-5-2 1 0,-2 2-7 0,-2-1-3 16,-7 0 6-16,0 0-7 0,-5 3-2 0,-3-2-1 0,-5 5 3 15,-5-4-8-15,2 2-1 0,-7 2 2 16,-27-2-1-16,2 3 8 0,2 0-3 0,-6 0 8 0,-2-1-2 16,-4 1-2-16,-17 3-1 0,-2 1 0 0,-3 0 5 15,-11 1 4-15,-7 4 9 0,-3-3 12 0,3 0 7 16,-13 3 1-16,13-3 4 0,-13 3 0 15,0 0-17-15,11-7-18 0,-11 7-18 0,0 0-23 16,0 0-28-16,0 0-29 0,-43-11-36 0,15 11-106 16,-3-2-261-16,-2 2 116 0</inkml:trace>
  <inkml:trace contextRef="#ctx0" brushRef="#br0" timeOffset="99278.2">2311 7321 171 0,'0'0'181'0,"0"0"-10"0,0-12-13 0,0 12-12 16,0 0-18-16,0 0-13 0,0-7-12 15,0 7-11-15,0 0-11 0,0 0-6 0,0 0-11 16,0 0-1-16,3 23-8 0,-3-12-1 0,0 3-7 15,0 3-2-15,0-1 1 0,0 3 2 0,0 1-10 16,-1 0 2-16,1-1-2 0,1 6-4 0,-4-1-6 16,3-5 0-16,0-3-2 0,0 2-1 0,3 7 0 15,-3-10-4-15,0 0 2 0,0-1-6 0,0-2 1 16,0 1-1-16,3 0-5 0,-1 0 1 0,-1-4 1 16,1-1-4-16,-1-2-1 0,0 0-5 0,-1-6-16 15,3 13-20-15,-2-9-24 0,-1-4-27 0,-1 12-29 16,1-12-32-16,-7 8-37 0,1-3-97 0,0-2-300 0,-5-2 133 15</inkml:trace>
  <inkml:trace contextRef="#ctx0" brushRef="#br0" timeOffset="99570.14">2107 7647 128 0,'5'10'141'0,"-1"1"-13"0,-1 2-4 0,3-4 6 15,-2 7-9-15,1-3-2 0,0-1-10 0,1 1-10 16,2 1-2-16,-2-4-7 0,2 1-3 0,0-2-7 16,-2-1-6-16,-1-2-5 0,0-2 2 0,-1 2 1 15,4-2 0-15,-1-1 3 0,1-1-2 0,2-4-1 16,2 1-7-16,1-5-6 0,6-3-9 0,5-4-6 15,4-2-5-15,0-2-20 0,2-4-13 0,-1 2-21 16,2-3-20-16,-4 3-26 0,2-1-38 0,-2 1-31 16,-2 5-30-16,-8 2-143 0,-3 1-327 0,-2 3 146 0</inkml:trace>
  <inkml:trace contextRef="#ctx0" brushRef="#br0" timeOffset="100173.85">987 8379 11 0,'0'0'184'0,"6"-11"-17"16,4 2-14-16,3-1-10 0,0-4-10 0,12-7-10 15,-1 2-10-15,3-3 4 0,-1 4-13 0,3-4-2 16,0 1-10-16,-5-1-10 0,1 2-4 0,-2 2-5 16,-1 1-6-16,-8 4-8 0,0 0-2 0,-4-1-7 15,-1 0-1-15,-4 3-7 0,-1-5-2 0,-1 7-7 16,-1-1-2-16,-7-1-6 0,2 2 0 0,-3 0-3 15,1 3-7-15,-7-1-1 0,0 3-4 0,1 1-2 16,-5 3-3-16,0 0 1 0,-2 1 1 0,-1 4-6 16,0 3 1-16,-4 6-1 0,6-3 5 0,-2 8-4 15,-1-2-3-15,5 3 2 0,-1 2-3 0,3 0 1 16,4-4 4-16,1 7-3 0,4-8 1 0,2 1 5 16,2 1 4-16,4-2-4 0,2 1 1 0,0-2-2 15,3 2-3-15,5-3 3 0,-1 1 4 0,2-5-9 16,8 2-5-16,-3-4-19 0,1-3-29 0,-2-2-29 15,9 0-36-15,-5 0-25 0,-1-4-27 16,-4 1-115-16,-4-2-309 0,-14 1 137 0</inkml:trace>
  <inkml:trace contextRef="#ctx0" brushRef="#br0" timeOffset="100551.87">1368 8132 92 0,'0'0'151'0,"0"0"-21"15,3-14-14-15,-3 14 8 0,0 0 3 0,0 0-13 16,16 5-2-16,-16-5-15 0,0 0 4 0,20 15-2 0,-11-5-8 16,1-1-9-16,4 2-9 0,0 3-5 0,1-1-10 15,-1-1-3-15,0 0-24 0,1 0-15 0,0-2-33 16,-3-2-27-16,1 2-21 0,-1-1-13 16,-3-3-19-16,2 1-10 0,-11-7-7 0,16 7 3 15,-10-3 4-15,-6-4 9 0,14 5-53 0,-14-5 130 16,12-1-50-16,-12 1 13 0,0 0 18 0,0 0 9 0,11-15 13 15,-11 15 17-15,3-18 11 0,-3 18 13 0,0-21 7 16,-2 8 15-16,2 13 0 0,-4-23 12 16,2 7 4-16,-1 4 13 0,0 2 6 0,-2 0 5 15,5 10 6-15,-3-13-4 0,3 13-2 0,-5-9-7 16,5 9-12-16,-12-1-6 0,12 1-2 0,0 0 5 16,-20 19 3-16,8-6-2 0,-3 7-7 0,-3 0-2 15,-1 2-1-15,4-1-9 0,2 4-5 0,-3-3-3 16,4 0 0-16,-2 0-10 0,6-4-19 0,1-2-23 15,0-1-30-15,3-2-42 0,3-2-30 0,-2 0-33 16,0 0-131-16,3-11-303 0,0 0 134 0</inkml:trace>
  <inkml:trace contextRef="#ctx0" brushRef="#br0" timeOffset="100787.75">1735 7874 189 0,'0'0'171'0,"0"0"-20"0,0 0 3 16,0 0 16-16,0 0-8 0,9 23 6 0,-4 4-7 15,-4 3-2-15,1 3-16 0,-1 2-14 0,-2 13-11 16,-2-12-14-16,3-1 0 0,-1 0-17 0,2 1-9 16,-1-4-4-16,0 1-11 0,1-1-3 0,-2 1-8 15,5-7-7-15,0 2-30 0,-2-3-31 0,2-6-37 16,-2-1-42-16,0-1-42 0,1 1-35 0,-3-5-32 15,0-2-110-15,0-11-339 0,0 15 150 0</inkml:trace>
  <inkml:trace contextRef="#ctx0" brushRef="#br0" timeOffset="101011.83">1816 8091 135 0,'12'-4'155'0,"2"0"-15"0,2 2 6 0,-2 2-7 16,-1 1-15-16,-2 3-5 0,-1 0-7 0,-1 3-8 16,-1 2-2-16,-2 2-4 0,-2 0-8 0,-3 2-4 15,-1 1-6-15,-5 2-3 0,-2 0-4 0,-3 0-12 16,0 0-5-16,-2-2-2 0,0 1-6 0,-1-4-18 0,-1 2-24 16,5-3-34-16,0-4-22 0,-2 2-43 15,5-1-23-15,6-7-39 0,-12 7-111 0,12-7-288 16,-13 3 128-16</inkml:trace>
  <inkml:trace contextRef="#ctx0" brushRef="#br0" timeOffset="101710.02">1949 8167 145 0,'0'0'181'0,"0"0"-25"0,0 0-11 15,0 0-12-15,0 0-4 0,0 0-2 0,10 16-13 16,-10-16-11-16,3 12-8 0,-1-4-9 0,2-1-12 15,-4-7-4-15,7 15-6 0,-2-7-4 0,-1-2-2 16,-4-6-10-16,12 14-6 0,-6-10 2 0,-1 2-6 16,3-1-1-16,-8-5-3 0,13 5-4 0,-7-3-5 15,-6-2-5-15,10 3-5 0,-10-3 1 0,0 0-5 16,17-8 1-16,-17 8 0 0,8-9 0 0,-8 9-2 16,5-13 0-16,-3 3-4 0,2 1-3 0,-4 9-4 15,3-20-2-15,-2 8 1 0,-1 0-1 0,2 1 1 16,0-2-5-16,0 3 9 0,0-3-18 0,-1 3 6 15,4 0-4-15,1 2 4 0,-6 8 4 0,14-11-4 16,-5 7 1-16,0-1-3 0,-9 5 8 0,23 3 1 16,-12-1 9-16,3 2 2 0,-3 2 3 0,1 2-2 15,-2-2 5-15,-1 1 3 0,0 3-6 0,-2-1 3 16,0 0 2-16,1-2 8 0,-3 5-1 0,0-6 2 16,-2 2 0-16,-3-8 5 0,0 0 7 0,11 13 6 15,-11-13 12-15,0 0 2 0,2 10 8 16,-2-10 5-16,0 0 6 0,0 0 0 0,0 0-5 0,0 0-4 15,0 0-10-15,0 0-4 0,0 0-7 0,0 0-2 16,0 0-4-16,0 0-7 0,0 0-7 0,-1-37-8 16,2 25-5-16,3-3-7 0,4 1 2 0,-2-4-8 15,3 1-6-15,1 3-4 0,2 1 3 0,-3 4-1 16,0-1 2-16,1 1-2 0,0 5-1 0,-1 1-2 16,3 1 0-16,-12 2-1 0,24 4 1 0,-11 1 1 15,1 1 3-15,2 3-2 0,-3 1 1 0,1 0 2 16,0 0 1-16,2 3-1 0,-4-3 7 0,-1-2-7 15,4 3 6-15,-5-5 0 0,4 0 2 0,-2-1 0 16,4 0 2-16,-3-2-1 0,0-2 2 0,1-1-2 16,3 0 1-16,-3-3-2 0,-1-1 8 0,-2-1-6 15,0 0 5-15,-2-2-8 0,0-2 6 0,-1 1-2 16,-3-1 0-16,2-1 8 0,-5-3-11 0,-1 1 1 16,-1-4 3-16,2 0 3 0,-4 0-9 0,-1 0 1 15,-3 3 0-15,3 6 8 0,-1-1 1 0,4 8-3 16,-5-11 0-16,5 11-3 0,-11-6-2 0,11 6-4 15,0 0 5-15,-28 18-2 0,15-4-1 16,-3 7-1-16,2 0 6 0,1 1-21 0,3-3-21 16,3 0-28-16,1 0-30 0,5 0-41 0,-1 0-44 0,2-3-36 15,6 1-201-15,-3-1-450 0,4-5 200 0</inkml:trace>
  <inkml:trace contextRef="#ctx0" brushRef="#br0" timeOffset="102004.93">2856 8200 201 0,'0'0'265'0,"4"-9"-8"16,-4 9-9-16,0 0-4 0,0 0-4 0,0 0-15 0,0 0-6 15,6-13-14-15,-6 13-18 0,0 0-17 16,0 0-20-16,0 0-14 0,3-15-11 0,-3 15-10 16,0 0-11-16,2-12-7 0,-2 12-10 0,3-13-13 15,-3 13-5-15,5-18-5 0,1 8-9 0,-1-1-3 16,0-1-6-16,2 4-8 0,-1-4 2 0,3 2-8 15,-4-1-3-15,3 3-2 0,-8 8-2 0,14-15-8 16,-9 11-5-16,-5 4-3 0,0 0 0 0,17-6-3 16,-17 6-3-16,16 2-3 0,-16-2-2 0,18 12-1 15,-9-4-3-15,-2 2-10 0,0 1-14 0,0 0-8 16,1 2-10-16,-2 2-13 0,-2-4-32 0,1 5-21 16,-5-3-30-16,2 0-39 0,1-2-32 0,-3-11-31 15,5 20-202-15,-5-9-484 0,0-11 214 0</inkml:trace>
  <inkml:trace contextRef="#ctx0" brushRef="#br0" timeOffset="102260.89">3175 7990 29 0,'0'-19'228'0,"0"19"10"0,0-14-5 0,0 14-5 15,0 0-11-15,-3-12-13 0,3 12-17 0,0 0-22 16,0 0-25-16,0 0-16 0,0 0-9 0,0 0-15 15,0 0-9-15,0 0-3 0,0 0-9 0,0 0 7 16,0 0-14-16,12 34-4 0,-9-22-6 0,1-1-5 16,-2 1-6-16,-2-12-2 0,3 24-7 0,-1-12-1 15,1-1-5-15,-1 1 0 0,1 0-7 0,-3-12 1 16,4 21-6-16,-3-11-14 0,-1-10-30 0,1 19-22 16,-1-19-28-16,-1 16-30 0,1-16-37 15,0 0-49-15,4 17-28 0,-4-17-185 0,0 0-432 0,0 0 193 16</inkml:trace>
  <inkml:trace contextRef="#ctx0" brushRef="#br0" timeOffset="102669.13">3106 7733 217 0,'-1'-11'227'16,"1"11"-11"-16,-3-9-18 0,3 9-23 0,0 0-13 0,-1-10-17 15,1 10-15-15,0 0-29 0,0-7-34 0,0 7-42 16,0 0-28-16,0 0-24 0,0 0-30 0,0 0-36 15,0 0-33-15,14 15-101 0,-10-11-245 0,0 3 109 16</inkml:trace>
  <inkml:trace contextRef="#ctx0" brushRef="#br0" timeOffset="105682.65">3252 7897 59 0,'0'0'94'0,"0"-10"-10"16,0 10-7-16,0 0-7 0,0 0-14 0,0 0-12 16,0 0-4-16,0 0-11 0,0 0-7 0,-4-7-9 15,4 7-9-15,0 0-2 0,0 0-5 0,0 0-12 16,0 0 7-16,0 0-1 0,0 0 0 0,0 0-2 15,0 0-5-15,0 0-6 0,0 0-7 0,0 0-4 16,0 0-9-16,0 0-25 0,0 0-71 0,-14 4 32 16</inkml:trace>
  <inkml:trace contextRef="#ctx0" brushRef="#br0" timeOffset="106601.34">3165 7818 61 0,'0'0'100'0,"1"-12"-1"0,-1 12-8 16,0 0-6-16,3-6 8 0,-3 6-5 0,0 0-2 15,0-10 0-15,0 10-3 0,1-8 2 0,-1 8-11 16,0 0-6-16,2-12-4 0,-2 12 6 0,-3-9 7 0,3 9 0 16,0 0 4-16,1-8 4 0,-1 8-5 15,0 0-4-15,0 0-5 0,-2-9-4 0,2 9-3 16,0 0-2-16,0 0-8 0,-2-9-1 0,2 9-7 15,0 0-9-15,0 0-1 0,0 0-5 0,0 0-6 16,0 0-5-16,0 0-9 0,0 0 2 0,0 0 1 16,0 0 0-16,9 18-3 0,-5-6 2 0,1 6-1 15,3 1-2-15,0 7 3 0,-2 1 3 0,0 2 3 16,-2-1 3-16,-1-1-2 0,-1-1 2 0,2-1-5 16,-1-1 1-16,-1-5 0 0,0 0 1 0,-2-3 2 15,1 2 3-15,1-3-5 0,-4 1-2 0,2-2 4 16,2-6-7-16,0 4-1 0,-1-3 0 0,0-2-1 15,-1-7-2-15,4 11 0 0,-1-6 1 0,-1 0-2 16,-2-5 4-16,5 5-12 0,-5-5-8 0,7 7-12 16,-7-7-16-16,6 3-20 0,-6-3-16 0,10-3-21 15,-10 3-23-15,10-5-13 0,-3 0-18 0,-1-2-28 16,0-2-147-16,-1-2-347 0,2-4 153 0</inkml:trace>
  <inkml:trace contextRef="#ctx0" brushRef="#br0" timeOffset="106959.49">3109 7918 82 0,'-7'1'101'0,"7"-1"-5"0,0 0 5 15,0 0-4-15,0 0-3 0,0 0-10 0,26-4 0 16,-13 2-12-16,8-3-2 0,-1 0-10 0,7 1 3 0,1-3-8 15,-8 1-6-15,8 0-7 0,-7 0-4 0,-1 3-6 16,0-3-7-16,-3 2 9 0,-3 1-11 0,-4 0 1 16,1 2-3-16,-4-1 3 0,0 0-1 0,-7 2-4 15,9-4 1-15,-9 4 7 0,7 0 8 0,-7 0 4 16,0 0-2-16,0 0 3 0,0 0-8 0,12 0-4 16,-12 0 0-16,0 0 4 0,4 8 5 0,-4-8-3 15,4 9-1-15,-3-1 1 0,3-1 12 16,-3 2 1-16,2 1-4 0,-1 2-2 0,1-2-4 0,2 7-3 15,-4-5-3-15,1 0-2 0,0 2-2 0,0-1-1 16,1 0-5-16,-2 0-19 0,2-3-22 0,-2 2-26 16,2-1-28-16,-2 0-38 0,-1-1-18 0,3-1-33 15,-3 0-122-15,0-9-309 0,-3 11 137 0</inkml:trace>
  <inkml:trace contextRef="#ctx0" brushRef="#br0" timeOffset="107484.85">3788 7790 28 0,'-18'9'189'0,"1"-2"-2"16,0 5-11-16,3-2-5 0,-1 2-13 0,3 0-11 15,1 1-8-15,0 1-14 0,3 0-12 0,1-2-9 16,2-2-15-16,3 2-4 0,-1 2-8 0,2-3-8 15,2 0-7-15,3-1-4 0,0-1-5 0,1-1-3 16,-1-3-5-16,4 3 0 0,-2-2-11 0,3 0-5 16,-2-3-2-16,4-3-3 0,0 0 2 0,1 0-6 15,-3-4-1-15,2 0-2 0,-2 0-3 0,1-2 2 16,-1-1-2-16,0 1 0 0,-4-1 0 0,1-2-2 16,-1 1 1-16,0-3 0 0,-3 4 4 0,-1-1 6 15,1-1-2-15,-2 0 2 0,0 9 7 0,0-10 2 16,0 10 4-16,1-9-4 0,-1 9-6 0,1-7-3 15,-1 7-7-15,0 0-4 0,0 0-1 0,0 0-3 16,0 0 0-16,0 0 2 0,0 0-2 0,0 0-3 16,2 25 2-16,-2-16 0 0,0 2-2 0,0-1-1 15,1 0-17-15,1 2-11 0,0-4-23 0,-1 3-30 16,0-5-35-16,3 3-39 0,-1-2-38 0,2 0-183 16,-4-1-402-16,-1-6 179 0</inkml:trace>
  <inkml:trace contextRef="#ctx0" brushRef="#br0" timeOffset="107695.03">3931 7638 89 0,'-2'-7'228'16,"2"7"-23"-16,-1-9-24 0,1 9-21 0,0 0-15 15,0 0 4-15,0 0-12 0,0 0-2 0,6 29-3 16,-3-10-7-16,-2 10-12 0,3 1-12 0,-3 1-10 15,3 1-7-15,-1 0-8 0,-2-1-6 0,3 0-22 16,1-4-20-16,-4-2-36 0,3 0-43 0,0-1-43 16,0-5-56-16,2-2-183 0,-4 2-360 0,0-7 160 15</inkml:trace>
  <inkml:trace contextRef="#ctx0" brushRef="#br0" timeOffset="107849.21">4246 7952 13 0,'0'0'34'16,"2"-9"-43"-16,-2 9-8 0,0 0 5 0</inkml:trace>
  <inkml:trace contextRef="#ctx0" brushRef="#br0" timeOffset="118655.1">9707 15922 27 0,'0'0'163'15,"0"0"-9"-15,0 0 0 0,0 0-21 0,0 0-8 0,0 0-15 16,0 0-14-16,0 0-8 0,0 0-9 0,0 0-7 16,0 0 7-16,0 0 0 0,-14-13-4 15,14 13-6-15,-11-4-7 0,6 2-7 0,5 2 4 16,-11-4-1-16,11 4-2 0,-10-1 1 0,10 1 2 15,-11-2-6-15,11 2-5 0,-9-1-2 0,9 1-7 16,-8-2-1-16,8 2-6 0,0 0-3 0,0 0-2 0,-10-2-3 16,10 2-3-16,0 0-4 0,0 0-3 15,0 0 1-15,0 0 2 0,0 0-8 0,23-5 3 16,-5 3 0-16,3-1-3 0,10-1 2 0,1 3-4 16,4-3 1-16,-2 2-4 0,2-2-8 0,0 0-19 15,-2 2-12-15,1 0-20 0,-4-2-22 0,-2 3-22 16,-2-1-27-16,-8 2-24 0,-5-1-12 0,-1 1-117 15,-3 0-302-15,-10 0 135 0</inkml:trace>
  <inkml:trace contextRef="#ctx0" brushRef="#br0" timeOffset="119169.87">9981 15804 70 0,'0'0'138'0,"-7"4"11"0,7-4-1 0,-2 10 3 16,-1-3-10-16,1 4-6 0,-3 5-6 0,2 2-4 15,1 0-2-15,-4 7-4 0,4-1-9 0,0 2-13 16,0 0-8-16,-1 0-6 0,3 2-10 0,0-9-1 16,0 2-9-16,-1 3-7 0,0 2-4 0,2-8-5 15,-1 1-7-15,3-3-6 0,-3 0-1 0,1-3-4 16,0-2-2-16,0 1-4 0,-1 1 0 0,2-3 1 15,-2 0-6-15,0-2-2 0,0-1 28 0,0-7-7 16,0 11-3-16,0-11-3 0,-3 9-2 0,3-9-4 16,0 9-2-16,0-9-1 0,-1 7-4 0,1-7 0 15,0 0-2-15,-4 8-3 0,4-8-1 0,-4 8 0 16,4-8-2-16,-9 5-1 0,9-5-6 0,-9 4-3 16,4-3-3-16,5-1 0 0,-14 3-3 0,8-3 1 15,6 0-2-15,-14 0 7 0,6 0-9 0,8 0-3 16,-17-1 0-16,10 1 8 0,7 0-3 0,-15-3 4 15,8 3-5-15,7 0 2 0,-14-2 4 0,8 1 1 16,6 1 0-16,-11-4-2 0,11 4-1 0,-7-2 1 16,7 2 4-16,0 0 0 0,-8-1-1 0,8 1-2 15,0 0 5-15,0 0 0 0,0 0 1 0,0 0-1 16,0 0 1-16,19-9 2 0,-6 7-1 0,2-1 1 16,3 0 2-16,-1 2-5 0,1-5 3 0,-2 2-5 15,2 4 3-15,-2-5 2 0,4 4-4 0,-2-1-9 16,0-1-17-16,1 2-23 0,-2 1-38 15,0-3-40-15,-2 3-36 0,2-2-42 0,-5 0-148 0,-2-1-381 16,3 1 168-16</inkml:trace>
  <inkml:trace contextRef="#ctx0" brushRef="#br0" timeOffset="119463.72">10477 16095 62 0,'0'0'213'0,"-8"-7"-9"0,8 7-11 0,-12-4-12 16,4 4-1-16,8 0-14 0,-19 2-8 0,9 2-1 15,0 2-2-15,-3 0-7 0,-1 3-9 16,0 1-9-16,2 2 1 0,1 0-3 0,1 1-11 16,1 1-11-16,1 0-8 0,5 2-8 0,-3-6-9 15,4 3-7-15,-2-1-4 0,3-1-5 0,-2 2-10 16,3-3-5-16,3 0-6 0,-2-1-1 0,2-1 3 0,0 0-6 15,3 1-7-15,-1-2 0 0,4-1-10 16,1-1-7-16,0-3-16 0,0 2-24 0,3-3-29 16,0-1-32-16,5 0-36 0,-2-3-41 0,5-1-45 15,0 0-45-15,-3 2-170 0,11-5-455 0,-4-2 202 16</inkml:trace>
  <inkml:trace contextRef="#ctx0" brushRef="#br0" timeOffset="119761.7">10926 16127 127 0,'-14'2'185'0,"4"-4"8"0,10 2-5 15,-18 0-2-15,18 0-3 0,-11 3-2 0,11-3-5 0,-9 0-9 16,9 0-2-16,-9 1-10 0,9-1-9 0,0 0-8 16,-6 3-17-16,6-3-10 0,0 0-13 0,0 0-11 15,0 0-7-15,0 0-7 0,37-13-6 0,-20 10-6 16,-4 1-13-16,6-1-9 0,0 2-28 0,-6 0-33 16,0-2-40-16,1 0-42 0,-14 3-57 0,22 0-44 15,-12 2-26-15,-10-2-137 0,19 1-396 0,-11-1 175 16</inkml:trace>
  <inkml:trace contextRef="#ctx0" brushRef="#br0" timeOffset="119960.04">10905 16276 109 0,'0'0'191'16,"0"0"-5"-16,-2 8 6 0,2-8-14 0,0 0-11 0,0 0-14 15,13 10-15-15,-4-10-7 0,4 0-20 0,1 1-10 16,4-2-10-16,4 1-12 0,-1 0-28 16,0-2-31-16,1 0-45 0,4-2-60 0,-5 2-59 15,-8 1-130-15,8-3-298 0,-4 0 132 0</inkml:trace>
  <inkml:trace contextRef="#ctx0" brushRef="#br0" timeOffset="121244.02">15195 4569 38 0,'0'0'30'16,"0"0"-18"-16,0 0-26 0,0 0-14 0,0 0 6 15</inkml:trace>
  <inkml:trace contextRef="#ctx0" brushRef="#br0" timeOffset="121530.87">15140 4645 96 0,'-10'1'93'0,"10"-1"-12"0,0 0-30 16,0 0-26-16,0 0-39 0,-7 5-42 0,7-5-59 15,0 0 26-15</inkml:trace>
  <inkml:trace contextRef="#ctx0" brushRef="#br0" timeOffset="122944.04">11978 15971 26 0,'0'0'162'0,"-1"-12"10"0,-2 7-6 0,3 5-17 16,-2-10-17-16,2 10-10 0,-4-9-14 0,4 9-9 16,-6-4-13-16,6 4-10 0,0 0-12 0,-12 0-14 15,12 0 3-15,-13 10 4 0,5-1-5 0,-3 6 2 0,-8 7-4 16,4 0-5-16,-3 6-1 0,2-3-6 16,1 2 1-16,-2 3-6 0,2-5-7 0,2 1 2 15,-3-1-5-15,5-2 1 0,-2-1-6 0,4-4 24 16,0 5-3-16,2-5-4 0,-2-2-1 0,4-1-4 15,-3-1-3-15,-1 0-1 0,2-2-8 0,1-2 5 16,0-2-4-16,2-1-2 0,-2 0-2 0,1-2 1 16,3 0-2-16,2-5 3 0,-8 7 4 0,4-5-4 15,4-2 1-15,-10 1-2 0,10-1-3 0,-12-6 3 16,12 6-5-16,-9-9 2 0,3 1-2 0,-1-1-1 16,2-1-2-16,-2-1-1 0,2-5-1 0,-2 0 2 15,1-1-6-15,2-1 7 0,-4 0-5 0,6 0 1 16,0-3-1-16,0 2-3 0,2 4 4 0,0 1-6 15,2 3 5-15,0-6-3 0,0 6-3 0,3 0 1 16,0 2 0-16,1 0-3 0,-1 4 0 0,-5 5 4 16,16-11-8-16,-7 6 11 0,2 5-5 0,-11 0-4 15,25 3 2-15,-9-1 4 0,0 2-3 0,2 4 5 16,1-2-1-16,-2 3 0 0,-3 1 1 0,0-1-2 16,-4-1 2-16,5 4-1 0,-6-3 0 0,0-1-2 15,-1 1 4-15,0 1 3 0,-1 0-4 16,1-1 1-16,1 2 0 0,-4 0-1 0,4-1 2 0,-4-1-1 15,5 5 0-15,-5-4-11 0,2 0-23 0,-2 1-19 16,-1-2-26-16,0 1-41 0,0-2-30 0,4 2-34 16,-4-3-149-16,1 0-356 0,3-1 159 0</inkml:trace>
  <inkml:trace contextRef="#ctx0" brushRef="#br0" timeOffset="123217.38">12345 15906 198 0,'-4'-6'190'16,"4"6"-17"-16,0 0-11 0,-2-5-19 0,2 5-10 15,0 0-23-15,0 0-1 0,10-9-18 0,-3 6-9 16,7-1-9-16,3 1-7 0,1-1-8 0,2 1-3 16,1-1-29-16,1 0-20 0,-1 1-24 0,-4 1-36 15,0 0-36-15,-6 2-32 0,-1 0-111 16,-10 0-250-16,0 0 111 0</inkml:trace>
  <inkml:trace contextRef="#ctx0" brushRef="#br0" timeOffset="123702.37">12455 15862 102 0,'0'0'176'0,"0"0"-20"16,0 0-17-16,0 0-17 0,0 0 3 0,-3 9 0 16,3-3-1-16,0-6 3 0,2 22-7 0,-4-5 6 15,2 2-15-15,-4 5-4 0,2 3-4 16,-2-2-5-16,1 3-11 0,1-1 0 0,0 0-11 15,-2-2-4-15,2-5-5 0,1 4-6 0,1-5-7 16,-3 7-5-16,1-8-3 0,2 0-4 0,0 0-5 16,-2-2-5-16,2 0 0 0,0-3-5 0,2 2-2 0,-4-3-6 15,2-1-1-15,0-2-1 0,0 1-1 0,0-3-2 16,2 2-1-16,-2-9-2 0,0 11 1 0,0-11-3 16,0 10 5-16,0-10-1 0,0 7 0 15,0-7-1-15,0 0-1 0,-5 8 0 0,5-8-3 16,-8 1-1-16,8-1 2 0,0 0-5 0,-16-5-1 15,16 5-5-15,-11-9-3 0,5 5 0 0,1-1 0 16,-4-4 0-16,0 1 2 0,2-1-11 0,-1 1 1 16,0 0 3-16,2 2-3 0,-1 0 3 0,3 0 0 0,-1 1 2 15,5 5 5-15,-7-8-4 0,7 8 0 16,-5-7 0-16,5 7-1 0,-4-4-1 0,4 4-2 16,0 0 5-16,0 0-2 0,0 0 4 0,0 0-6 15,0 0 4-15,0 0 0 0,0 0 1 0,0 0 1 16,0 0-1-16,29 9 6 0,-18-8-1 0,3 0 5 15,-1 0-8-15,7 0 3 0,-1-1-9 0,0 1-18 16,0-1-21-16,-4 0-22 0,6 0-39 0,-3 2-38 16,-2-4-30-16,2 2-28 0,1 0-111 0,-5 0-341 15,4-3 151-15</inkml:trace>
  <inkml:trace contextRef="#ctx0" brushRef="#br0" timeOffset="124204.8">12944 16140 11 0,'-4'-7'216'0,"4"7"-15"0,-9-11-7 0,3 8-6 15,6 3-14-15,-21-6-17 0,10 5-20 0,11 1-6 16,-23 3-7-16,13 1-4 0,0 1-14 0,-3 1-6 15,-1 4-11-15,3 2-5 0,0-1-10 16,1 3-2-16,2 2-9 0,3-4 0 0,-1 2-10 16,4-3-3-16,-1 0-7 0,-2 2-3 0,5-1-4 15,2-2 0-15,1 1-10 0,2 0 4 0,1 0-5 16,1-4 0-16,0 2-4 0,6-4 1 0,-4 0-3 0,5 0 5 16,-1-2-8-16,5-1 0 0,-4-2-2 15,-1 0-1-15,1 0 0 0,-3 0-1 0,1-1 1 16,-12 1-4-16,12-1 2 0,-12 1 1 0,9-3-6 15,-9 3 5-15,8-2-5 0,-8 2-2 0,0 0 0 16,0 0-4-16,0 0 0 0,0 0-2 0,0 0 4 16,-25-4-3-16,7 8-1 0,0 1 0 0,0-1 2 15,-3 2 2-15,4 3 14 0,-2 0 2 0,2 0 4 16,-1 3 4-16,-3 4 2 0,6-3 4 0,1-1 2 16,1 2 1-16,0 0-1 0,3-1-6 0,3-1-1 15,1-1-6-15,0 0 0 0,2 0-3 0,4-1-1 16,0-1 6-16,3-2-6 0,-1 1 2 0,7-3 1 15,0 2-4-15,5-4-3 0,3-1-2 0,4-2-18 16,10 0-40-16,1-2-14 0,1-1-31 0,-1-2-41 16,1-1-40-16,1 3-43 0,-2-5-25 0,-3 0-166 15,2-1-440-15,-4-2 195 0</inkml:trace>
  <inkml:trace contextRef="#ctx0" brushRef="#br0" timeOffset="124867.79">13501 16147 16 0,'0'0'172'0,"-6"-9"0"0,6 9-14 0,0 0-15 0,0 0-6 15,0 0-6-15,-7-8-6 0,7 8-9 0,0 0-10 16,-9-4-6-16,9 4-7 0,0 0-5 0,-12-4-4 16,12 4-7-16,-10 0-2 0,10 0-1 0,0 0 2 15,-13-1-7-15,13 1-4 0,0 0-5 0,-17-2 2 16,17 2-7-16,-10-1-3 0,10 1 3 0,0 0-4 16,-15 0-6-16,15 0-1 0,0 0-1 0,0 0-5 15,-13-1-1-15,13 1 2 0,0 0-9 0,0 0 2 16,0 0-4-16,0 0-4 0,0 0-3 0,0 0 2 15,-14 1-3-15,14-1-2 0,0 0-4 16,0 0 1-16,0 0-7 0,0 0 4 0,0 0-3 16,0 0 4-16,0 0 1 0,0 0 0 0,0 0 0 0,59-2 1 15,-34-1-4-15,6 1 2 0,-2-4-1 0,1 0-3 16,-1 1 2-16,-2 3 0 0,2-2-2 0,-7 4-1 16,-1 0 0-16,-1-2-1 0,-2 0-2 15,0 1 3-15,-1 1-2 0,0 0-3 0,-4 0 1 16,1 0 2-16,-2 0-2 0,-2 0-2 0,-1 0-2 15,-9 0 2-15,0 0 2 0,19 3-2 0,-15-5-3 16,-4 2 3-16,0 0-1 0,0 0 0 0,15-1 0 16,-15 1 0-16,0 0 1 0,0 0-3 0,9 1-7 0,-9-1-14 15,0 0-14-15,0 0-20 0,0 0-22 0,0 0-22 16,0 0-18-16,0 0-32 0,0 0-25 0,0 0-51 16,0 0-135-16,-22 15-391 0,22-15 173 15</inkml:trace>
  <inkml:trace contextRef="#ctx0" brushRef="#br0" timeOffset="125147.49">13634 15959 169 0,'-2'-9'221'0,"2"9"-15"0,-5-7-17 0,5 7-12 16,0 0-13-16,0-9-20 0,0 9-15 0,0 0-16 16,0 0-7-16,0 0-1 0,0 0 2 0,0 0 2 15,0 0-5-15,-4 38-6 0,-1-18-1 0,1 6-6 16,-1 0-7-16,1 3-8 16,0 1-7-16,1 0-6 0,-2-2-8 0,3 1-2 0,-2-1-9 15,4-1-34-15,0 1-40 0,2 0-49 0,-2-4-56 16,6 2-73-16,-6-7-181 0,6 0-421 0,0-1 187 15</inkml:trace>
  <inkml:trace contextRef="#ctx0" brushRef="#br0" timeOffset="127487.99">14365 15879 11 0,'0'0'132'0,"0"0"-5"16,0 0-27-16,0 0-3 0,0 0-15 0,0 0 1 15,-27-3 0-15,27 3-4 0,-10-3-12 16,10 3-1-16,-11 0-2 0,11 0-11 0,-14 2 2 0,9-1-2 16,5-1-2-16,-13 0-9 0,5 1-1 15,8-1-4-15,-12 3-3 0,12-3-2 0,-6 1 3 16,6-1-2-16,0 0-3 0,-10 0-5 0,10 0-3 0,0 0 6 15,0 0 1-15,0 0 0 0,0 0 3 16,28 0-3-16,-7-1-1 0,7-3 3 0,1 3-6 16,4-3-3-16,-1 2 3 0,-1-4-8 0,1 4 2 15,-1 0-6-15,1-1-7 0,-3 1-9 0,-2 2-37 16,-7 0-24-16,-2 0-25 0,2-1-25 0,-2 1-20 0,-6 0-104 16,-1 1-256-16,-4-1 113 0</inkml:trace>
  <inkml:trace contextRef="#ctx0" brushRef="#br0" timeOffset="128105.92">14557 15841 103 0,'-9'-3'179'0,"9"3"-11"0,0 0-19 16,-9-6-16-16,9 6-12 0,0 0-13 0,0 0-11 15,0 0-12-15,0 0-2 0,-5 12 5 0,5-12-2 16,1 18-10-16,-1-5-1 0,2 3-10 0,-2 1 0 16,2 1-1-16,-2 0-4 0,0 8-4 0,0-9-3 15,0 7-4-15,0 3-1 0,0-1-7 0,-2-6-1 16,2 4-1-16,0-5-7 0,0 1-2 0,-2-4 2 16,2 2 20-16,-1 0-3 0,1 1-3 0,0-2-8 15,0 1-3-15,-1-3-5 0,1 1-1 0,0-3-5 16,-2-1 0-16,4 1-3 0,-2-1-2 0,1 1 1 15,-1-4-4-15,1 0-2 0,1-1 4 0,-2-8-8 16,0 11 1-16,0-5-1 0,0-6-1 0,2 9 0 16,-2-9 2-16,0 0 0 0,0 8-3 0,0-8 3 15,0 0-2-15,0 0 0 0,0 0 1 0,0 0-5 16,-10 4 0-16,10-4-2 0,0 0-1 0,-19-8 1 16,10 5-8-16,4 1 0 0,-8-3-1 0,4 1-1 15,-2 1 2-15,-1 0 0 0,2-1 1 16,-1 1 1-16,-1 0-1 0,3 0 2 0,-3 2 0 0,6-2-4 15,6 3 3-15,-13-2 2 0,6 1 1 16,7 1-8-16,-12-1 4 0,12 1-2 0,-6-4 4 0,6 4-5 16,0 0 0-16,0 0 1 0,0 0 2 0,0 0-1 15,0 0 5-15,0 0 2 0,0 0-1 0,0 0 3 16,37 1 3-16,-22-1-2 0,2-2 4 0,3 2-1 16,-1-3 2-16,-1 2-2 0,0-1 0 15,-1 2 2-15,-2 0-1 0,-1-1-3 0,-1 1 2 16,-1 0-2-16,-1 0 0 0,3-2 0 0,-3 4-1 15,-1-2 0-15,1 1 1 0,-5-1-3 0,-6 0 0 16,14 0 0-16,-8 0 2 0,-6 0-2 0,11 0-2 0,-11 0-10 16,10 0-12-16,-10 0-26 0,0 0-14 0,9 2-26 15,-9-2-18-15,0 0-19 0,9 1-14 16,-9-1-26-16,0 0-22 0,0 0-130 0,9 3-342 16,-9-3 152-16</inkml:trace>
  <inkml:trace contextRef="#ctx0" brushRef="#br0" timeOffset="128571.65">15023 16198 204 0,'0'0'204'0,"0"-8"-22"16,0 8-16-16,-5-7-16 0,5 7-3 0,-5-7-9 16,5 7-18-16,-9-5-7 0,9 5-14 0,-11 0-1 15,11 0-8-15,-14 2-3 0,3 2-9 16,2 2-3-16,-2 1-5 0,0 1-2 0,0 5-6 0,-3-3-3 16,3 3-3-16,-3 2-6 0,6-2-1 0,-1 1-4 15,-2 0-4-15,1 2-5 0,3-1 2 0,-1-1-3 16,4 4 2-16,-2-6-7 0,4 3 0 15,0-3 1-15,0-1 1 0,2 1-3 0,2-2 1 16,0 0 0-16,0-1 0 0,4 1-3 0,-2-2 4 16,3 0-5-16,-2-2 4 0,1-2-7 0,3 2 8 15,-1-3-6-15,1-1 5 0,0 0-1 0,0-1 2 16,-2-1-6-16,-7 0-5 0,19-1 0 0,-10-2 2 0,-1 1 1 16,0 0-6-16,-8 2 0 0,14-3-3 15,-9-1-1-15,3 2-1 0,-3-2-2 0,-5 4-3 16,9-6-3-16,-4 4-14 0,-5 2-4 0,6-6-4 15,-6 6-23-15,7-5-12 0,-7 5-37 0,5-6-24 16,-5 6-10-16,5-7-26 0,-5 7-20 0,4-3-27 16,-4 3-20-16,0 0-138 0,3-8-384 0,-3 8 169 15</inkml:trace>
  <inkml:trace contextRef="#ctx0" brushRef="#br0" timeOffset="129032.73">15274 16263 230 0,'0'0'208'0,"-4"-5"-17"0,4 5-16 15,0 0-5-15,0 0-15 0,-8-4-15 16,8 4-7-16,0 0-8 0,0 0 0 0,-17 9-9 15,13-5-10-15,-3 2-9 0,-3 2-5 0,4 0-9 0,-1 0-8 16,1 3 2-16,-3-1-8 0,1 2-3 16,1 2-6-16,-1-1-3 0,2-3-7 0,2 2-4 15,0 3-1-15,1-4-6 0,1 1-3 0,-1-2 0 16,2 1-1-16,-1-1-2 0,2 0-2 0,0-10-5 16,2 11 0-16,-1-4-2 0,3-4 9 0,0 4-5 15,6-5-1-15,0 1 0 0,2-1 3 0,1-2-4 16,-1-3-2-16,2 2-1 0,3-4 3 0,-3 0-4 15,-2-1-3-15,-1-1-2 0,6-1-2 0,-7-1 0 16,0-4 1-16,3-1-8 0,-6 5 7 0,0-2-4 16,-1-2 0-16,-3 1-2 0,2-3 3 0,-4 0-5 15,-1-2 1-15,-2 6 0 0,-2-2-3 0,-2 1-4 16,-1 2 2-16,1 3 2 0,-4 0-4 0,1 1 1 16,-2 1 2-16,1 2-8 0,-1 1 8 0,-1 4-9 15,-1 0-7-15,-1 2-15 0,0 4-28 0,2-3-31 16,1 3-47-16,2-1-63 0,0 1-63 0,2-2-185 15,2 3-481-15,5-9 213 0</inkml:trace>
  <inkml:trace contextRef="#ctx0" brushRef="#br0" timeOffset="-143552.51">24947 13485 13 0,'0'0'86'0,"0"0"-12"0,0 0-1 16,0 0-3-16,0 0-6 0,0 0-6 0,-5-4-5 15,5 4-5-15,0 0-6 0,0 0-4 0,0 0-5 16,0 0-7-16,0 0-5 0,0 0 0 0,0 0-9 15,0 0-6-15,0 0 1 0,0 0-24 0,0 0 0 16,0 0-18-16,0 0 0 0,0 0-14 0,0 0-9 16,0 0-31-16,0 0-97 0,0 0 42 0</inkml:trace>
  <inkml:trace contextRef="#ctx0" brushRef="#br0" timeOffset="-143175.81">25967 13401 46 0,'0'0'34'0,"0"0"-15"0,0 0-20 16,0 0-16-16,0 0-17 0,0 0 7 0</inkml:trace>
  <inkml:trace contextRef="#ctx0" brushRef="#br0" timeOffset="-140551.36">10949 6210 46 0,'0'0'128'0,"0"0"-1"0,0 0-12 0,0 0-13 16,-3-8-5-16,3 8-14 0,0 0-9 0,0 0-7 15,0 0-9-15,0 0 3 0,0 0-13 0,-3-7-4 16,3 7-5-16,0 0-5 0,0 0-26 0,0 0-12 15,0 0-6-15,0 0-15 0,0 0-5 0,0 0-2 16,0 0-10-16,0 0-6 0,0 0-11 0,0 0-14 16,19 1-62-16,-19-1-146 0,8-3 65 0</inkml:trace>
  <inkml:trace contextRef="#ctx0" brushRef="#br0" timeOffset="-140017.28">14115 4347 10 0,'0'0'38'0,"0"0"0"0,0 0-3 0,0 0-9 0,0 0-24 16,0 0-17-16,0 0-8 0,0 0-24 0,-7 9 11 16</inkml:trace>
  <inkml:trace contextRef="#ctx0" brushRef="#br0" timeOffset="-136693.12">11839 6041 23 0,'0'0'75'0,"0"0"-9"0,0 0-3 0,0 0-9 0,0 0-9 15,0 0-11-15,0 0-12 0,0 0-5 0,0 0-31 16,0 0-51-16,0 0-69 0,0 0 31 0</inkml:trace>
  <inkml:trace contextRef="#ctx0" brushRef="#br0" timeOffset="-122696.97">14494 16622 7 0,'0'0'38'0,"0"0"-4"16,0 0-5-16,0 0-2 0,0 0-2 0,0 0 2 16,0 0-5-16,0 0 2 0,0 0-7 0,0 0 0 15,0 0 0-15,0 0 5 0,0 0-2 0,0 0-3 16,0 0-4-16,0 0-2 0,0 0 2 0,0 0-1 15,0 0-4-15,0 0 2 0,-12 3-6 0,12-3 7 16,0 0-4-16,-10 1 0 0,10-1-2 0,0 0-3 16,0 0-2-16,0 0 6 0,-7 2 3 0,7-2-3 15,0 0 3-15,0 0-1 0,0 0 3 0,0 0 3 16,0 0 10-16,0 0 11 0,0 0 5 0,0 0 7 16,20 9 11-16,0-6-4 0,1-3 1 15,13 3-5-15,5-2-5 0,16 2 6 0,1-3-8 0,2 0 0 16,-4 0-5-16,3 0-1 0,-1-3-5 0,-3 3 0 15,-15 0-10-15,14-1 5 0,-15-2-2 0,1 3 3 16,-5-1-7-16,0-1 6 0,-1 0 3 0,0-2 4 16,-5 2 2-16,-6 0-4 0,-1 2 3 0,-3-2-5 15,-6 2 6-15,-2-2 8 0,-2 1 4 0,-7 1 6 16,11-2 4-16,-5 1 0 0,-6 1 5 16,8-1 6-16,-8 1-1 0,0 0-5 0,9-2-3 0,-9 2-7 15,0 0-8-15,0 0-3 0,0 0-6 0,0 0-3 16,0 0-10-16,7-1-19 0,-7 1-25 0,0 0-35 15,0 0-43-15,0 0-42 0,0 0-50 0,-30 8-125 16,17-4-340-16,-4-1 151 0</inkml:trace>
  <inkml:trace contextRef="#ctx0" brushRef="#br0" timeOffset="-111651.88">9247 15984 70 0,'3'-11'75'16,"-1"8"-1"-16,-2 3 8 0,7-8 18 0,-7 8-20 16,2-9-9-16,-2 9 1 0,3-8-4 0,-3 8 7 15,1-7-9-15,-1 7 4 0,0 0-4 0,0-10-8 16,0 10-4-16,0 0-5 0,0 0-2 0,0-8 3 16,0 8-5-16,0 0-5 0,0 0-4 0,0 0-6 15,0 0-4-15,3-5-4 0,-3 5-2 0,0 0-3 16,0 0 0-16,0 0-7 0,0 0 1 0,0 0-2 15,0 0-2-15,0 29 4 0,-3-17-5 0,3 5 2 16,-3 2-7-16,0 7 4 0,-4 4-1 0,2-1 4 16,-1 5-3-16,2-5-2 0,-3 6-2 0,4-2 2 15,-2 2-1-15,0-2-2 0,1 3 7 0,1 0-3 16,-1-1 0-16,3 15 3 0,1-16-10 0,1 1 3 0,-1-2-1 16,-1 2 2-16,1-1 5 0,1-1-3 0,2 3 1 15,-2-3-4-15,2-1-2 0,-6 0 4 16,4-3 2-16,-2 1-8 0,2-3 5 0,1 2 1 15,-2-8 21-15,1-2-1 0,2-3 2 0,-3 2 5 16,2-2-14-16,-2-4-11 0,1 0-15 0,2-2-6 16,-3-2-12-16,2 1 1 0,-2-2-9 0,0-7-22 0,2 8-6 15,-2-8-22-15,1 8-14 0,-1-8-115 16,0 0-233-16,0 0 103 0</inkml:trace>
  <inkml:trace contextRef="#ctx0" brushRef="#br0" timeOffset="-110304.11">9164 15560 10 0,'12'-3'61'0,"7"-5"-9"16,5-1-7-16,4 4-5 0,4-3-3 0,1 1 4 16,6 2-9-16,11-3-4 0,-11 3-1 0,17-1-3 15,-1-2 0-15,-1 3-6 0,-2 1 3 0,0-3-11 16,-1 5 7-16,0-1-4 0,0 2 1 0,5-2-5 15,0-1 9-15,4-1-8 0,-2 2-1 0,6 0 8 16,1-1 1-16,26-1 1 0,-29 3 3 0,4 2-4 16,23-6 2-16,-25 6 0 0,2-2-5 0,32-2-2 15,-6 1 6-15,-2 1 0 0,0 3 0 0,4-2 3 16,0-1-3-16,-2 2 5 0,0 0-4 0,-2-5-5 16,0 1-8-16,3 4 9 0,-1-2 3 0,8 2-2 15,-3-2-4-15,5-1 3 0,0-3-6 0,-1 4 12 16,-2 1 1-16,2-3-4 0,4-2-3 0,0 2 8 15,6-2 3-15,2 1-4 0,-4-1-8 0,4 1-4 16,-3 1 2-16,-2 3-4 0,4-1 8 0,-6 1 0 16,4-3 0-16,0 7-9 0,-4-1 0 0,-4 0 0 15,-5-4 1-15,2 1-8 0,-6 2 8 0,-4 1-4 16,1-2 3-16,-24 5 2 0,30-4-8 0,-4 0-2 16,-29 2 2-16,33 3-1 0,-32-1 2 0,1 1-4 15,27 2 7-15,-27-4-4 0,2-1-4 0,23 1 1 16,-26-4 1-16,1 3-1 0,-1 4 10 0,-2-3-3 15,-1 2-11-15,-3 0 5 0,-2 3 1 0,-5-5 4 16,-14 0-2-16,1 0 0 0,2 0 5 0,-4 1-7 16,-3 0-2-16,-3-1 4 0,-9-1 12 0,1 1-15 15,-6 2 6-15,-2-2-11 0,-1 1 6 0,-1 0-7 16,-2 1 6-16,1 0 4 0,0 0-7 0,-4 1 5 16,1-1 1-16,-1 2-6 0,1-1 9 0,-3 1-1 15,1 1-1-15,-3 1 5 0,1 2-3 0,-1-2 0 16,-1 6 0-16,-1 1-1 0,1-1 0 0,-2 1 0 15,-2 2 1-15,1-1 4 0,-1 2-5 0,-6 3 0 16,3 3 4-16,-1-2-1 0,-1 0-2 0,2 1-2 16,-5-2-1-16,5 1-1 0,-2-4 4 0,0 8-2 15,-1 0-5-15,0-1 4 0,3-1 1 0,-1 2-2 16,-1 1 4-16,1 1-3 0,1-1 6 0,-4 1-2 16,5 1 2-16,-1 1 1 0,-1 0-10 0,1-3 7 15,-1 4 0-15,1 1-7 0,-1-1 3 0,-2 0-6 16,1 1 8-16,-5 12-3 0,6-13 5 0,-3 1 18 15,2-1 2-15,-2-1-4 0,-1 1-5 0,4-3 2 16,-4 2-3-16,2 3 0 0,-5-2-7 0,3-2 3 16,0 3-2-16,-2-3 1 0,3 0-1 0,1-2-24 15,-2 0 1-15,1 2 0 0,0-4 2 0,2 1 7 16,-5-3-3-16,3 1-3 0,-1 0 4 0,1-4 7 16,-2 3-4-16,0-2 1 0,-3-2 3 0,4-3-6 15,-4-2 4-15,1-2-4 0,-6 8 9 0,0-6-12 16,2-1 7-16,2-3 1 0,-8 3 1 0,-4-3-1 15,0 1-2-15,-1-1-3 0,-1-1 4 0,-3-1 1 16,1 0-1-16,-4-3 4 0,1 1-3 0,0-3-3 16,-1 1 4-16,-2 0 0 0,-2-3 4 0,-13 4-8 15,11-5 7-15,-10 3-2 0,-3-3-1 0,0 2 2 16,0-1-4-16,-5-1 5 0,4 0-5 0,-8-2-1 16,2 2 5-16,-4-2 2 0,-24-6-4 0,27 6 2 15,-28-4 2-15,-1 5-3 0,27 0 0 16,-39-6 1-16,9 3-2 0,-7 0-1 0,4 4-1 15,1-4 0-15,-4 3 0 0,2-5 3 0,1 3 3 0,-4 0-11 16,3 1 12-16,-4-3-9 0,3 2 1 0,3-2 0 16,-3 0 0-16,1 0 4 0,-6 0-3 0,3 1 3 15,-2 0-4-15,-6-1-1 0,2 0-1 0,-1 2 3 16,1 0-4-16,-4-2 2 0,-6 0 7 0,1 5-5 16,3 0-4-16,0-3 3 0,-1 0-5 15,1-2 1-15,0-1 11 0,-1 6-8 0,7-4 1 16,-1 2 3-16,3-3-6 0,1 1 0 0,-2 4 4 15,3-2-8-15,1 0 2 0,1 1 4 0,3-4 4 16,1 1-1-16,-2 0 1 0,6 4-2 0,-2-5 4 0,6 3-1 16,-2-1 0-16,28-4-5 0,-3 4-3 15,-34-3 5-15,35 2 0 0,-1-1 1 0,3 0 3 16,-2 0-1-16,7 0 7 0,-2-3 3 0,2 1 4 16,4 1 2-16,5-2 0 0,10 2-4 0,2 0 5 15,1 1 4-15,3 0-6 0,2-1 3 0,3 0-3 16,0 1-3-16,10 1 1 0,-4 1 1 0,8 1-5 15,1-2-4-15,2 0-9 0,11 2-13 0,-15-3-20 16,15 3-22-16,-12-1-32 0,12 1-36 0,0 0-18 16,0 0-115-16,0 0-277 0,0 0 123 0</inkml:trace>
  <inkml:trace contextRef="#ctx0" brushRef="#br0" timeOffset="-104313.26">11560 16812 5 0,'0'0'63'0,"0"0"-2"0,-6-4-7 15,6 4-4-15,0 0-2 0,0 0-7 0,0 0 2 16,0 0-2-16,0 0-5 0,0 0-3 0,0 0 4 16,0 0-4-16,0 0 4 0,0 0 0 0,0 0-1 15,0 0-2-15,0 0-1 0,0 0 5 16,0 0-1-16,0 0 1 0,0 0 2 0,0 0 5 0,0 0 1 15,0 0 1-15,0 0-4 0,0 0-4 0,0 0-9 16,0 0 1-16,0 0-1 0,-8-2 3 0,8 2-11 16,0 0-5-16,0 0 2 0,0 0-3 0,-14 1 5 15,14-1-5-15,-7-2 5 0,7 2-4 0,-9-2-5 16,9 2 6-16,-9-1-3 0,9 1 2 16,-12-1 1-16,12 1 5 0,-9-3 0 0,9 3 1 15,-8-1 1-15,8 1 0 0,0 0 2 0,0 0-2 16,-12 0-4-16,12 0-3 0,0 0-5 0,0 0 8 15,0 0-12-15,-9-1 6 0,9 1-8 0,0 0 2 16,0 0-4-16,0 0-3 0,0 0 3 0,0 0-1 16,0 0 4-16,0 0-3 0,0 0 4 0,29 7 0 15,-10-4 2-15,1-2-2 0,12 0 12 0,5 0-7 16,2-1 1-16,14-1 2 0,2 0 0 0,-2 1-1 16,6 0 3-16,0 0-1 0,1-1-1 0,1 0-4 15,-2 2-1-15,1-2 4 0,1-2 0 0,-2 0 0 16,2 3 6-16,-4-3-4 0,3 1 5 0,-3-1-1 15,3 5 1-15,-6-6-2 0,-3 3 2 0,-12 1 5 16,-1-2-3-16,0 0-2 0,0 2 2 0,-7-1 1 16,1-1-1-16,-10 1-3 0,-7 1 0 0,-2 0-1 15,-3 0 1-15,0-1 2 0,-10 1 9 0,9 1-2 16,-9-1 7-16,11-1 0 0,-11 1-3 0,7 1 1 16,-7-1-5-16,0 0-1 0,0 0-3 0,0 0-5 15,0 0-3-15,0 0-1 0,0 0-3 0,0 0-1 16,0 0-2-16,0 0-10 0,0 0-23 0,0 0-25 15,0 0-27-15,0 0-26 0,0 0-28 0,0 0-39 16,0 0-31-16,0 0-156 0,0 0-381 0,0 0 168 16</inkml:trace>
  <inkml:trace contextRef="#ctx0" brushRef="#br0" timeOffset="-87326.7">13624 15975 13 0,'0'0'12'16,"0"0"-3"-16,0 0-2 0,0 0-1 0,0 0-3 0,0 0-2 16,3-5 0-16,-3 5 4 0,0 0-3 0,0 0 3 15,0 0-5-15,0 0 4 0,0 0-1 16,0 0 10-16,0 0-3 0,0 0-6 0,0-11 3 16,0 11-3-16,0 0 2 0,3-6-2 0,-3 6 4 15,0 0 5-15,0 0-1 0,2-8 2 0,-2 8-5 16,0 0 0-16,2-8-3 0,-2 8 3 15,0 0-7-15,0 0 6 0,0 0-1 0,3-8-1 0,-3 8-1 16,0 0 4-16,0 0 8 0,0 0-5 0,4-5-3 16,-4 5 11-16,0 0 2 0,0 0-3 0,0 0 0 15,0 0-3-15,0 0 5 0,0 0 5 0,0 0 4 16,0 0-4-16,0 0-4 0,0 0 8 0,2-6-4 16,-2 6 0-16,0 0-1 0,0 0-9 0,0 0 5 15,0 0-4-15,0 0 1 0,0 0 0 0,0 0-7 16,0 0 10-16,0 0-12 0,0 0 0 0,0 0 3 15,0 0-4-15,0 0-2 0,0 0-1 0,0 0-2 16,0 0-2-16,0 0-2 0,0 0 1 0,0 0 1 16,0 0-5-16,0 0 4 0,0 0-5 0,0 0 2 15,0 0-1-15,0 0 10 0,0 0-10 0,0 0 5 16,0 0 6-16,0 0-7 0,0 0 3 0,0 0 0 16,0 0 4-16,0 0-9 0,0 0-7 0,0 0 10 15,0 0-1-15,0 0 4 0,0 0-4 0,0 0-4 16,0 0 6-16,4 19-4 0,-4-19 7 0,3 4 1 15,-3-4-13-15,0 0 12 0,0 0-14 0,2 9 3 16,-2-9 10-16,2 6 0 0,-2-6-7 16,0 0 3-16,0 7 0 0,0-7 10 0,0 0-12 0,2 9 6 15,-2-9 7-15,2 5-5 0,-2-5-9 0,0 0 11 16,3 9-8-16,-3-9 5 0,0 0 2 0,0 7 8 16,0-7-10-16,0 0-3 0,0 0 3 0,0 9 2 15,0-9-11-15,0 0 13 0,0 0-14 0,0 10 13 16,0-10-3-16,0 0-3 0,0 9 6 0,0-9-3 15,0 0-8-15,-3 8 8 0,3-8 1 0,0 0 2 16,-2 9 1-16,2-9-4 0,0 0-2 0,-2 6-2 16,2-6 1-16,0 9 1 0,0-9 3 0,0 0 0 15,0 0-3-15,0 13 2 0,0-13-8 0,0 0 5 16,-2 7-3-16,2-7 8 0,0 0-3 16,-2 11 1-16,2-11-10 0,2 8 7 0,-2-8-5 0,0 7 9 15,0-7-5-15,0 0 3 0,0 9-2 0,0-9 5 16,0 0-1-16,0 0-4 0,0 8-4 0,0-8 6 15,0 0 0-15,0 0 0 0,0 8-7 0,0-8 9 16,0 0-8-16,0 0 0 0,0 0 8 0,0 0-5 16,0 0-3-16,0 0 0 0,0 0 7 0,0 0-2 15,0 0-10-15,0 0 11 0,0 0 16 0,0 0-15 16,0 0 4-16,0 0-5 0,0 0 11 0,0 0 4 16,0 0-6-16,0 0 12 0,0 0 1 0,0 0 7 15,0 0-14-15,0 0 5 0,0 0-2 0,0 0 1 16,0 0-6-16,0 0 0 0,0 0-1 0,0 0 3 15,0 0-12-15,2-24 5 0,-2 24-2 16,0 0 2-16,-4-12 2 0,4 12-6 0,4-7-2 16,-4 7 2-16,0-12 2 0,2 6-1 0,-2 6-3 0,2-10 3 15,-2 10-6-15,3-9 0 0,-3 9 0 0,3-9-1 16,-3 9 4-16,0-11-1 0,2 5-3 0,-2 6 3 16,0-10-6-16,0 10 0 0,4-10 8 0,-2 5-7 15,-2 5 7-15,2-9-7 0,-2 9 4 0,2-11-3 16,-2 11 2-16,1-8-1 0,-1 8 1 0,2-11-6 15,-2 11 3-15,2-7 3 0,-2 7 0 0,2-9 14 16,-2 9-4-16,4-4-4 0,-4 4 5 0,0 0 2 16,0 0-4-16,0-10-6 0,0 10 2 0,0 0 2 15,0 0 0-15,0 0 1 0,0 0 9 16,0 0-14-16,1-9-6 0,-1 9 8 0,0 0-6 16,0 0-2-16,0 0-1 0,0 0 5 0,0 0-5 0,0 0-5 15,0 0 8-15,0 0 4 0,0 0-14 0,0 0 1 16,0 0 2-16,0 0-3 0,0 0 0 0,0 0-2 15,0 0 4-15,-3 24 1 0,3-24 1 0,0 0 1 16,0 0-4-16,-2 11 5 0,2-11-6 0,0 0 4 16,0 9-5-16,0-9 4 0,0 0 2 0,0 0-2 15,0 11 13-15,0-11-14 0,0 0-9 0,0 0 9 16,0 0 0-16,0 0 8 0,-4 5-10 0,4-5 13 16,0 0-2-16,0 0-5 0,0 0 0 15,0 0 1-15,0 0-6 0,0 0 8 0,0 0-3 0,0 0 4 16,0 0-4-16,0 0 3 0,0 0-6 15,0 0 7-15,0 0 1 0,0 0-5 0,0 0 13 0,0 0-21 16,0 0 12-16,-13-13 2 0,13 13 2 0,0 0-4 16,0 0-1-16,-2-8-3 0,2 8-1 0,0 0 4 15,0 0 1-15,0 0 12 0,0 0-18 16,-3-6-3-16,3 6-8 0,0 0 13 0,0 0-1 16,0 0 6-16,-5-7 0 0,5 7-1 0,0 0-2 15,0 0 5-15,0 0-2 0,-4-6-3 0,4 6 3 0,0 0-5 16,0 0 6-16,0 0-3 0,-2-6-3 0,2 6-3 15,0 0 7-15,0 0 3 0,0 0-5 0,-7-4 2 16,7 4 8-16,0 0-10 0,0 0 3 16,0 0 5-16,-2-7-4 0,2 7 3 0,0 0-1 15,-4-7-2-15,4 7-3 0,0 0 0 0,0-9 1 0,0 9 4 16,0 0-2-16,0 0 0 0,0 0 0 0,-3-8 1 16,3 8 3-16,0 0-2 0,0 0 7 0,0 0-15 15,0 0 4-15,-2-9 5 0,2 9-2 16,0 0 3-16,0 0-2 0,0 0-2 0,0 0 13 15,0 0-10-15,0 0-7 0,0 0 6 0,0 0-1 16,0 0-8-16,0 0 10 0,0 0-8 0,0 0 4 0,0 0-3 16,0 0-2-16,0 0 1 0,0 0 1 0,0 0 3 15,0 0-2-15,0 0-4 0,0 0 3 0,0 0-1 16,0 0-1-16,0 0 0 0,0 0 0 0,0 0 0 16,0 0 2-16,0 0-3 0,0 0-2 0,0 0 3 15,0 0 1-15,0 0 2 0,7 21-5 16,-7-21 4-16,4 9-6 0,-4-9 8 0,0 0-5 0,0 9 7 15,0-9-7-15,2 7 8 0,-2-7-6 0,2 8 2 16,-2-8-1-16,0 8 4 0,0-8 4 16,0 9-16-16,0-9 6 0,3 10 1 0,-3-10-5 15,-3 9 9-15,3-9 0 0,3 10-3 0,-3-10 0 16,0 10 10-16,0-3-12 0,0-7 5 0,0 0-3 16,0 13 1-16,0-13-3 0,-3 7 4 0,3-7-3 0,0 9-13 15,0-9 18-15,3 8-13 0,-3-8 9 0,0 0 1 16,0 8-5-16,0-8 8 0,0 0 1 15,0 0-10-15,0 10-2 0,0-10 7 0,0 6-2 16,0-6-2-16,0 0 4 0,0 0-2 0,0 0 2 16,0 0 0-16,0 0-3 0,-3 8 1 0,3-8 0 0,0 0 6 15,0 0 4-15,0 0-5 0,0 0 1 0,0 0-2 16,0 0-5-16,0 0 6 0,0 0-4 16,0 0 4-16,0 0 0 0,0 0-1 0,0 0-1 15,0 0-1-15,0 0 4 0,0 0 0 0,0 0-2 16,0 0-2-16,0 0 0 0,0 0 4 0,0 0-6 15,0 0 6-15,0 0-3 0,0 0-1 0,0 0 2 0,0 0 1 16,0 0-1-16,0 0 2 0,0 0-4 0,0 0 6 16,0 0-1-16,0 0 4 0,0 0-10 15,0 0 4-15,0 0-1 0,0 0 3 0,0 0-6 16,0 0 6-16,0 0 1 0,0 0-1 0,0 0-7 16,0 0 0-16,0 0 1 0,0 0 3 0,0 0 0 15,0 0 0-15,0 0-1 0,0 0-2 0,0 0 2 16,0 0-3-16,0 0-7 0,0 0 13 0,0 0-5 15,0 0-1-15,0 0 6 0,0 0-6 0,0 0 4 16,0 0-4-16,0 0 1 0,0 0-3 0,0 0 1 16,0 0 3-16,0 0 4 0,0 0-3 0,0 0 1 15,0 0 0-15,0 0-6 0,0 0 1 0,0 0-3 16,0 0 6-16,0 0 1 0,0 0 3 0,0 0-6 16,0 0 4-16,0 0-2 0,0 0-5 0,0 0 4 15,0 0-1-15,0 0-1 0,0 0 3 0,3 10 3 16,-3-10-3-16,0 0 1 0,0 0-5 0,0 0 7 15,-3 11-4-15,3-11-1 0,0 7 5 0,0-7-5 16,-2 6 12-16,2-6-10 0,0 0 0 0,0 12-5 0,0-12 3 16,-2 8-1-16,2-8 7 0,-2 6-1 15,2-6-4-15,0 8 8 0,0-8-6 0,0 0-4 16,0 11 2-16,0-11-5 0,0 8 7 0,0-8 1 16,-4 7 0-16,4-7-3 0,0 0-2 0,0 8 2 15,0-8 0-15,0 0 5 0,-3 10-6 0,3-10 4 16,0 7-2-16,0-7-4 0,0 0 3 0,-2 9 6 15,2-9-2-15,0 0-2 0,0 8 1 0,0-8-2 0,0 0 5 16,0 11-4-16,0-11 2 0,0 0-3 16,-2 8 0-16,2-8-8 0,-3 6 10 0,3-6-3 15,0 0-2-15,0 8 1 0,0-8 5 0,0 0-6 16,0 11 3-16,0-11-3 0,0 0-1 0,0 7 3 16,0-7 2-16,0 0 1 0,0 0 0 0,0 9 1 15,0-9 1-15,0 0-5 0,-2 6 2 0,2-6-3 16,0 0 3-16,0 0 0 0,-2 11-2 0,2-11 6 15,0 0-4-15,0 0-2 0,0 6-6 0,0-6 9 16,0 0-1-16,0 0-1 0,-3 8 7 0,3-8-4 16,0 0-4-16,0 0-5 0,0 0 3 0,0 0-2 15,-2 6 6-15,2-6-1 0,0 0-2 0,0 0 1 16,0 0-1-16,0 0 0 0,0 9-2 0,0-9 6 16,0 0-1-16,0 0-3 0,0 0 2 0,0 10 0 15,0-10-1-15,0 0 5 0,2 7 1 0,-2-7-4 16,0 0-1-16,0 0 0 0,0 0 1 0,-6 11 0 15,6-11 1-15,0 0-3 0,0 6 5 0,0-6-3 16,0 0 2-16,0 0 0 0,2 9-3 0,-2-9 7 16,0 0-8-16,0 0 6 0,0 9-1 0,0-9-3 15,0 0 7-15,0 0-13 0,-2 8 9 0,2-8 0 16,0 0-1-16,0 0-2 0,2 10 8 0,-2-10 14 16,0 0 1-16,0 0-3 0,0 0 1 0,-2 9-7 15,2-9 2-15,0 0 6 0,0 0-12 0,0 0-1 16,-2 6-1-16,2-6 0 0,0 0-4 0,0 0 0 15,0 0 12-15,0 0-13 0,0 0 0 0,0 0 5 16,0 0-3-16,0 0-4 0,0 0 3 0,0 0-4 16,0 0-2-16,0 0 3 0,0 0 2 0,0 0-3 15,0 0 2-15,-1 9 3 0,1-9-5 0,0 0 1 16,0 0-4-16,-2 6 2 0,2-6 0 0,0 0 3 16,0 0 1-16,0 0 2 0,0 0-3 0,0 0-3 15,0 0 8-15,0 0-7 0,0 0 3 0,0 0-3 16,3 9 2-16,-3-9-1 0,0 0 1 0,0 0 8 15,0 0 2-15,0 0-6 0,0 0 2 0,0 0-2 16,0 0 3-16,0 0-6 0,0 0 7 0,0 0-1 16,0 0-1-16,0 0-1 0,0 0-1 15,0 0-2-15,0 0-2 0,0 0-1 0,0 0 3 0,0 0 0 16,0 0-3-16,0 0 3 0,0 0-4 0,0 0 1 16,0 0-2-16,0 0 2 0,0 0 4 0,0 0-6 15,0 0-3-15,0 0 3 0,0 0 3 0,0 0 3 16,0 0-3-16,0 0-2 0,0 0 0 0,0 0 3 15,0 0 0-15,0 0-3 0,0 0 0 0,0 0-1 16,0 0 4-16,0 0 0 0,0 0-1 0,0 0-3 16,0 0 2-16,0 0 2 0,0 0 0 0,0 0-1 15,0 0 2-15,0 0-2 0,0 0 0 0,0 0 3 16,0 0-4-16,0 0 7 0,0 0-15 0,0 0-4 16,0 0-10-16,0 0-9 0,0 0-1 0,0 0-2 15,0 0-6-15,0 0-6 0,0 0-12 16,0 0-10-16,0 0-8 0,0 0-24 0,0 0-1 0,0 0-8 15,0 0-2-15,-3-27-10 0,3 27-108 0,0 0-246 16,0-9 110-16</inkml:trace>
  <inkml:trace contextRef="#ctx0" brushRef="#br0" timeOffset="-85083.69">13463 16133 16 0,'-6'5'17'0,"6"-5"-3"15,-9 5-1-15,1-3-2 0,2 1 2 16,6-3-6-16,-7 5 3 0,7-5 1 0,0 0 2 15,-8 1 6-15,8-1 3 0,0 0-4 0,-8 4 2 16,8-4 1-16,0 0 1 0,0 0 4 0,0 0 2 0,0 0 1 16,-13 2-2-16,13-2-4 0,0 0-2 0,0 0 2 15,0 0 4-15,0 0-3 0,0 0-4 16,0 0 5-16,0 0-5 0,0 0-1 0,-15-5-4 16,15 5 9-16,0 0-7 0,0 0-2 0,0 0-1 15,0 0 2-15,0 0 2 0,-10-4 13 0,10 4-8 16,0 0 5-16,0 0-2 0,0 0-4 0,0 0 0 15,0 0 6-15,0 0 5 0,0 0 0 0,-8-6-2 16,8 6-2-16,0 0-9 0,0 0 9 0,-11-5-8 16,11 5 3-16,0 0-7 0,0 0 5 0,-8-5-5 15,8 5 6-15,0 0-4 0,0 0 3 0,-8-8-4 16,8 8 0-16,0 0-2 0,0 0 3 0,0 0 0 16,-7-5 2-16,7 5 0 0,0 0 0 0,0 0 3 15,0 0-1-15,-6-7-1 0,6 7 5 0,0 0-6 16,0 0 0-16,0 0 2 0,0 0-7 0,0 0 6 15,0 0-4-15,0 0-4 0,0 0 2 0,0 0-12 16,0 0 7-16,0 0-3 0,0 0 1 0,0 0-4 16,0 0 4-16,0 0-5 0,0 0 4 0,0 0-7 15,0 0 2-15,0 0-8 0,0 0 11 0,0 0-5 16,0 0 1-16,0 0 2 0,0 0-5 0,0 0 3 16,0 0 1-16,21-7 8 0,-21 7-5 0,12-3 2 15,-12 3-1-15,15-2 2 0,-15 2-2 0,12-3-4 16,-12 3 4-16,15-1-1 0,-15 1-2 0,16-1 3 15,-16 1-5-15,11-2 6 0,-11 2-1 0,13-2 3 16,-13 2 1-16,17 0-3 0,-17 0 0 0,11-1 0 16,-11 1 1-16,14-3 0 0,-14 3-3 0,17-2 5 15,-7 0 1-15,0 2 5 0,-10 0 3 0,17 0-10 16,-11 0 1-16,3-2-2 0,-3 1 1 0,-6 1 2 16,15-3 5-16,-7 0-6 0,-8 3 4 0,15-2-4 15,-9 0-1-15,2 1-3 0,1-1 0 0,-2-1 2 16,2 2 12-16,-9 1-15 0,13-2 1 15,-4 0-5-15,-1 2 1 0,-8 0-2 0,15-1 4 0,-9-2-2 16,2 2 1-16,1 0 1 0,-1-2-1 0,4 2-1 16,-1 1-2-16,0-2 4 0,1 2-1 0,-1-2 0 15,1-1-1-15,-4 2-2 0,1 0 2 16,-1 1 1-16,-8 0-1 0,14-3-1 0,-7 3 5 0,-7 0-3 16,9-1 1-16,-9 1-1 0,10-1 1 0,-10 1-3 15,0 0 2-15,0 0-5 0,0 0 4 16,10 0-3-16,-10 0 0 0,0 0 4 0,0 0-3 15,0 0 1-15,0 0 0 0,0 0-4 0,9-1 5 0,-9 1 4 16,0 0-4-16,0 0 8 0,0 0-10 0,0 0 4 16,0 0 0-16,0 0 6 0,0 0-2 0,0 0 2 15,0 0-3-15,0 0 3 0,0 0-1 16,0 0 0-16,0 0-1 0,0 0 3 0,0 0 2 16,0 0-4-16,0 0 2 0,0 0 2 0,0 0-3 0,0 0-1 15,0 0 2-15,0 0-4 0,0 0 2 0,9 1 3 16,-9-1-6-16,0 0 3 0,0 0-1 0,0 0-2 15,0 0 1-15,0 0 3 0,0 0 2 0,0 0-4 16,0 0-3-16,0 0-1 0,0 0 1 16,0 0 2-16,0 0-1 0,0 0 0 0,0 0-1 0,0 0-1 15,0 0 0-15,0 0 0 0,0 0-1 16,0 0 0-16,0 0 0 0,0 0-2 0,0 0 2 0,0 0 1 16,0 0-2-16,0 0 0 0,0 0 0 0,0 0 1 15,0 0-4-15,0 0 3 0,0 0-3 16,0 0 2-16,0 0-4 0,0 0 4 0,0 0 1 15,0 0 1-15,0 0 3 0,0 0-5 0,0 0-3 16,0 0 3-16,0 0-1 0,0 0-4 0,0 0 3 16,0 0-1-16,0 0 3 0,0 0-5 0,0 0 6 0,0 0-2 15,0 0-1-15,0 0 0 0,0 0 1 16,0 0-2-16,0 0 1 0,0 0-1 0,0 0 1 16,0 0 0-16,0 0 1 0,0 0-1 0,0 0 2 15,0 0-2-15,0 0-2 0,0 0 2 0,0 0 0 16,0 0-1-16,0 0 2 0,0 0-2 0,0 0 2 15,0 0-2-15,0 0 0 0,0 0 1 0,0 0-1 0,0 0-3 16,0 0 2-16,0 0 0 0,0 0 3 16,0 0 0-16,0 0-3 0,0 0 0 0,0 0 1 15,0 0 1-15,0 0-2 0,0 0 1 0,0 0 2 16,0 0-1-16,0 0-2 0,0 0 4 0,0 0-5 16,0 0 8-16,0 0-2 0,0 0-4 0,0 0-1 15,0 0 0-15,0 0-1 0,0 0 3 0,0 0-2 0,0 0-1 16,0 0 2-16,0 0 4 0,0 0-5 0,0 0-1 15,0 0 2-15,0 0 1 0,0 0-1 0,0 0 5 16,0 0-5-16,0 0-3 0,0 0 4 16,0 0-3-16,0 0 3 0,0 0 2 0,0 0-1 15,0 0-2-15,0 0 1 0,0 0-2 0,0 0 4 16,0 0-2-16,0 0-5 0,0 0 4 0,0 0-1 16,0 0 2-16,0 0-1 0,0 0 6 0,0 0-6 15,0 0 3-15,0 0-3 0,0 0 1 0,0 0-2 16,0 0-1-16,0 0 2 0,0 0 0 0,0 0-2 15,0 0 3-15,0 0 1 0,0 0 5 0,0 0 0 16,0 0-8-16,0 0 0 0,0 0-1 0,0 0 3 16,0 0 0-16,0 0-6 0,0 0 7 0,0 0-2 15,0 0-1-15,0 0 0 0,0 0 4 0,0 0-3 16,0 0 3-16,0 0-2 0,0 0 2 0,0 0-3 16,0 0 1-16,0 0 1 0,0 0 0 0,0 0 0 15,0 0-1-15,0 0 1 0,0 0-2 0,0 0 3 16,0 0-5-16,0 0 4 0,0 0-2 0,0 0 0 15,0 0 0-15,0 0 1 0,0 0-4 0,0 0 3 16,0 0-1-16,0 0-1 0,0 0 4 0,0 0 0 16,0 0-4-16,0 0 4 0,0 0-3 0,0 0 2 15,0 0-2-15,0 0-1 0,0 0 1 0,0 0 2 16,0 0 0-16,0 0-2 0,0 0 3 0,0 0 0 16,0 0-1-16,0 0-1 0,0 0 1 0,0 0 3 15,0 0-2-15,0 0 2 0,0 0-2 0,0 0-3 16,0 0 1-16,0 0-1 0,0 0 11 0,0 0-8 15,0 0-1-15,0 0 2 0,0 0 2 0,0 0-5 16,0 0 3-16,0 0-2 0,0 0 3 0,0 0-3 16,0 0 0-16,0 0 0 0,0 0 0 0,0 0 3 15,0 0-3-15,0 0-3 0,0 0 3 0,0 0 2 16,0 0-1-16,0 0-1 0,0 0-2 0,0 0-4 16,0 0-9-16,0 0-7 0,0 0-6 0,0 0-17 15,0 0-16-15,0 0-22 0,0 0-10 0,0 0 0 16,0 0-16-16,0 0-19 0,-18 14-17 0,14-9-13 15,-1 0-105-15,5-5-282 0,-14 8 124 0</inkml:trace>
  <inkml:trace contextRef="#ctx0" brushRef="#br0" timeOffset="-36290.36">13459 16702 74 0,'0'0'71'0,"0"0"-3"0,0 0-16 0,-7-4 3 16,7 4 3-16,0 0-3 0,0 0 4 0,-4-8-20 15,4 8-2-15,-4-6 0 0,4 6 1 0,0 0-8 16,-6-5 6-16,6 5-15 0,-4-8 4 0,4 8 10 15,-4-5-12-15,4 5 5 0,-5-8-11 0,5 8 13 16,-2-9 4-16,2 9-3 0,-6-5-2 0,6 5 0 16,-3-6-2-16,3 6-1 0,0 0-4 0,-7-7 0 15,7 7 0-15,0 0-6 0,-5-3 12 0,5 3 0 16,0 0-10-16,0 0-3 0,0 0 1 0,0 0 5 16,0 0-5-16,0 0 0 0,0 0 6 0,0 0-13 15,-4-7 0-15,4 7-2 0,0 0 0 0,0 0-6 16,0 0 1-16,0 0 6 0,0 0 13 0,0 0-7 15,19 10 12-15,-11-7 5 0,-1 0 0 0,7-1-8 16,-1 3 8-16,5-2 21 0,-1 1-5 0,0-1-6 16,-2 0-1-16,1 1-6 0,1-1-1 0,-4 0-3 15,-3-1-4-15,3 2 1 0,-3-4-3 0,-1 2-7 16,-5-1-3-16,-4-1 1 0,9 3-2 0,-9-3 3 16,10 2-2-16,-10-2-2 0,0 0 4 0,10-1-1 15,-10 1 0-15,0 0 4 0,0 0-1 0,7 1 4 16,-7-1-6-16,0 0-1 0,0 0 1 0,0 0-3 15,0 0 0-15,0 0-2 0,0 0-5 0,0 0-10 16,0 0-12-16,0 0-18 0,0 0-25 0,0 0-34 16,0 0-30-16,10-5-24 0,-6 2-19 0,-4 3-93 15,8-6-282-15,-8 6 125 0</inkml:trace>
  <inkml:trace contextRef="#ctx0" brushRef="#br0" timeOffset="-35368.01">13714 15618 5 0,'-15'0'90'16,"1"0"-8"-16,14 0-9 0,-21 0-6 0,13 0-4 15,8 0-8-15,-22 4 5 0,8 0-5 0,-3 2-2 16,-2 2 0-16,-5 3-3 0,0 0 1 0,5 0-1 16,1 1-4-16,-4 5 1 0,-1-1-3 0,1 3 0 15,1-2-5-15,8-2 7 0,-5 4-2 0,5-3 2 16,-2 6-3-16,-2-1 4 0,1 4-6 0,1-2-1 15,-1 0 3-15,0 3-1 0,-2 0-8 0,1 2 3 16,1-2-9-16,0 1 8 0,-4 1-10 0,2 0 2 16,2 0-5-16,-4-2 0 0,6 1 0 0,0 0 2 15,-1-1 4-15,2 1-8 0,1-2 8 0,-1 0-8 16,7-2 1-16,-4 0 3 0,2 1-1 0,3-7-2 16,1 2 1-16,2 0 7 0,1-2-7 0,-2 2 2 15,1-1-5-15,2 3 2 0,0-2-5 0,2-2 11 16,1 0-14-16,-2 2 0 0,1 0 2 0,0 0-6 15,2-2 3-15,0 2 3 0,3 5-4 0,0-5-3 16,2-2 6-16,4 7 2 0,-1-7-2 0,3 4 1 16,4 1 3-16,0-3 4 0,2-1-1 0,2 0 2 15,1-1-1-15,1 0-3 0,-1-3-1 0,3 1-4 16,0-3 1-16,3-2 0 0,-3 3-3 0,2-4-1 16,-11-2-5-16,9 2 5 0,0-5 4 0,-5-1-6 15,-2 1-1-15,1-2-5 0,8-4 2 16,-9 0 1-16,9 1-2 0,0-4-2 0,-4-1 2 0,4 0-1 15,-2 0-2-15,2-4 1 0,0-3-2 0,1 4-1 16,-1-5 5-16,0 1-1 0,0-1-3 0,-2-4 0 16,0 1 4-16,-2-5-2 0,0 1-1 0,2-2-1 15,-2 2 3-15,-3 0-2 0,4 0-3 0,-5-4 3 16,-3 4 1-16,2-3-3 0,-4 1 2 16,-1 1-5-16,-3-3 8 0,1 1-6 0,-4-3 2 15,-1-3-2-15,4 3 4 0,-8-2-1 0,1-2-2 0,1 2-2 16,-3-4 0-16,-3 3 1 0,-3-1 1 0,-1-2 3 15,-3-2-4-15,1 2 1 0,0-2-4 16,-6-11-5-16,-1 13 7 0,4-2-2 0,-7 4 3 16,1-1-2-16,-6 3 2 0,0 0-4 0,0 3 1 15,-6 4-2-15,0-1 4 0,-3 5-4 0,-3-1-5 16,-1 2-6-16,-1 4-9 0,-3 5-4 0,-12-1-15 16,9 8-12-16,7 5-27 0,-17 4-34 0,3 6-57 15,-1 5-158-15,-3 1-359 0,0 1 159 0</inkml:trace>
  <inkml:trace contextRef="#ctx0" brushRef="#br0" timeOffset="-26872.62">13494 16656 33 0,'0'0'43'0,"0"0"-6"0,0 0 4 16,-8-4-1-16,8 4 7 0,0 0-6 0,0 0 0 16,0 0 3-16,0 0-3 0,0 0-1 0,0 0-7 15,0 0 5-15,0 0-3 0,0 0 0 0,-4-5 2 16,4 5 1-16,0 0 7 0,0 0-14 0,0 0 27 15,0 0-28-15,0 0-1 0,0 0-5 0,0 0-5 16,0 0-4-16,0 0 9 0,0 0-3 0,0 0-4 16,0 0 0-16,0 0-3 0,-10-2 2 0,10 2 1 15,0 0-2-15,0 0 3 0,0 0 3 0,0 0-15 16,-11 2 10-16,11-2-7 0,0 0 8 16,-11 0 4-16,11 0-11 0,0 0-1 0,-6 2 2 0,6-2 1 15,0 0 5-15,0 0-7 0,0 0-2 0,0 0-1 16,-10-1 3-16,10 1-3 0,0 0 2 0,0 0-3 15,-9 1 3-15,9-1 0 0,0 0 2 0,0 0-3 16,0 0 8-16,0 0-1 0,0 0-5 16,0 0 3-16,0 0 1 0,0 0 5 0,0 0 2 15,0 0-2-15,0 0 6 0,0 0-8 0,0 0 0 16,0 0-2-16,0 0 2 0,0 0-5 0,0 0-2 0,0 0-3 16,0 0 0-16,0 0 9 0,0 0-8 15,0 0-8-15,0 0 5 0,0 0 1 0,0 0 1 0,0 0 3 16,0 0 2-16,0 0-1 0,0 0 0 15,27 5-1-15,-27-5 3 0,13 0 2 0,-6-2-3 16,5 2-6-16,-1 0 12 0,0 0-3 0,2 0 4 16,-2-1-5-16,1 1-1 0,1-2 0 0,1 1-2 15,-3 0-1-15,0 1-2 0,-1-3-4 0,1 3 2 0,0-1 0 16,0 1 0-16,2-3-4 0,-4 2 9 0,3 0-2 16,-1 0 2-16,1 1-3 0,-1-3-4 15,-1 3 4-15,2-1 3 0,-1-1 6 0,-2 2-4 16,3 0-23-16,-12 0 2 0,13 0-1 0,-7-1-2 15,-6 1 2-15,14-1 1 0,-14 1 5 0,0 0-6 16,11 0 4-16,-11 0-1 0,0 0 3 0,11 1 0 16,-11-1 3-16,10 0 6 0,-10 0 2 0,0 0-3 0,10 0 5 15,-10 0-3-15,0 0 1 0,0 0-2 16,9-1 1-16,-9 1 4 0,0 0-2 0,0 0 5 16,0 0 5-16,0 0-5 0,0 0 5 0,10 0 2 15,-10 0 10-15,0 0-9 0,0 0 7 0,0 0 3 16,0 0 2-16,0 0-2 0,0 0-8 0,0 0 1 15,0 0-2-15,0 0 1 0,0 0-4 0,0 0-3 16,0 0-1-16,0 0-2 0,0 0-2 0,0 0-2 16,0 0 1-16,0 0-4 0,-25-8-2 0,25 8 0 15,-6-2 3-15,6 2-5 0,-12-3 0 0,12 3 4 16,-13-1-5-16,13 1-4 0,-21 1-4 0,8 2-3 16,1-2-1-16,-1 0 1 0,0 1 3 0,1 0-4 15,1-1 5-15,-1 1-2 0,4-1 1 0,1 0 4 16,-1 2-4-16,8-3-2 0,-17 2 4 0,11-2-3 15,6 0 5-15,-11 3-3 0,11-3 2 0,-7 1-3 16,7-1 1-16,0 0-8 0,-9 2 1 16,9-2 0-16,0 0 1 0,0 0-8 0,0 0 4 15,0 0-4-15,0 0 4 0,0 0-8 0,0 0-2 16,0 0-9-16,0 0-23 0,0 0-16 0,0 0-4 0,36-1-22 16,-36 1-33-16,16-1-9 0,-10 0-118 0,-6 1-280 15,13-3 124-15</inkml:trace>
  <inkml:trace contextRef="#ctx0" brushRef="#br0" timeOffset="49167.71">14573 16965 3 0,'0'0'14'0,"0"0"7"0,0 0-2 0,0 0 7 16,0 0-9-16,0 0 6 0,0 0-8 0,0 0 1 15,0 0-4-15,0 0 5 0,0 0-2 0,0 0 0 16,0 0-4-16,0 0-1 0,0 0-2 0,0 0-2 16,0 0-1-16,0 0 3 0,0 0-5 15,0 0 3-15,0 0-10 0,0 0 9 0,0 0-1 0,0 0-4 16,0 0 5-16,0 0-7 0,0 0 4 0,0 0-1 16,0 0-5-16,0 0 5 0,0 0-6 0,0 0-5 15,0 0 3-15,0 0-9 0,0 0 4 16,-7 11 1-16,7-11-3 0,0 0 5 0,0 0-4 15,-2 7-4-15,2-7-11 0,0 0-29 0,0 0 12 16</inkml:trace>
  <inkml:trace contextRef="#ctx0" brushRef="#br0" timeOffset="131154.12">9375 6623 5 0,'0'0'99'0,"0"0"-14"0,0 0-9 16,0 0-1-16,0 0-7 0,0 0-9 0,0 0-5 16,0 0-10-16,0 0-7 0,0 0-12 0,0 0-7 15,0 0-12-15,0 0-7 0,0 0-4 0,0 0-13 16,0 0-19-16,0 0-62 0,0 0-107 0,0 0 49 15</inkml:trace>
  <inkml:trace contextRef="#ctx0" brushRef="#br0" timeOffset="133670.9">9523 6741 34 0,'0'0'74'0,"0"0"-4"0,0 0-7 0,0 0-10 15,0 0 0-15,0 0-6 0,0 0-5 0,0 0-8 16,0 0 2-16,0 0-3 0,0 0-11 0,0 0 11 0,0 0-14 16,0 0-3-16,0 0 1 0,0 0-8 15,0 0-1-15,0 0 5 0,0 0-1 0,0 0 3 16,0 0-3-16,0 0-5 0,0 0 4 0,0 0-6 16,0 0 3-16,0 0-8 0,0 0 2 0,0 0 2 0,0 0 4 15,0 0-8-15,0 0-4 0,0 0-7 16,0 0 6-16,0 0 5 0,0 0-9 0,0 0 4 15,0 0 2-15,0 0 2 0,0 0 2 0,0 0-7 16,0 0 4-16,0 0 6 0,0 0-1 0,0 0-4 0,0 0 4 16,0 0-3-16,0 0-3 0,0 0 2 0,0 0-3 15,0 0 0-15,0 0 7 0,0 0-9 0,0 0 6 16,0 0 3-16,0 0-2 0,0 0-5 0,0 0 1 16,0 0 6-16,0 0-8 0,0 0 10 0,0 0-2 15,0 0-3-15,0 0 4 0,0 0-5 0,0 0-2 16,0 0 9-16,0 0-6 0,0 0-1 0,0 0 4 15,0 0-4-15,0 0 1 0,0 0-3 0,0 0 5 16,0 0-8-16,0 0 2 0,0 0 0 0,0 0-1 16,0 0 6-16,14-4-8 0,-14 4-2 15,0 0 4-15,0 0 1 0,0 0-2 0,0 0 4 16,0 0-9-16,0 0 10 0,0 0 2 0,0 0-7 0,0 0 6 16,0 0-3-16,0 0-2 0,0 0 5 0,0 0 2 15,0 0-3-15,0 0-3 0,0 0-2 0,0 0-4 16,0 0 4-16,0 0-3 0,0 0-2 0,0 0-8 15,0 0-5-15,0 0-13 0,0 0-50 0,0 0-93 16,0 0 42-16</inkml:trace>
  <inkml:trace contextRef="#ctx0" brushRef="#br0" timeOffset="137360.12">9517 6647 2 0,'0'0'29'0,"0"0"-3"0,0 0-4 0,0 0 4 15,0 0-10-15,0 0-11 0,0 0-2 0,0 10-3 16,0-10-6-16,0 0-2 0,0 0-12 0,-3 7-21 16,3-7 10-16</inkml:trace>
  <inkml:trace contextRef="#ctx0" brushRef="#br0" timeOffset="152280.03">14910 4351 7 0,'0'0'15'0,"0"0"-2"0,0 0 1 0,0 0-4 15,0 0-2-15,0 0 1 0,0 0-2 0,0 0-1 16,0 0 2-16,0 0-5 0,0 0-1 0,0 0 2 16,0 0 2-16,0 0-3 0,0 0-5 0,0 0 1 15,0 0 3-15,0 0 2 0,0 0-4 0,0 0 5 0,0 0-3 16,0 0 7-16,0 0-7 0,0 0 4 16,0 0 3-16,0 0 3 0,0 0-3 0,0 0-3 15,0 0 2-15,0 0 8 0,0 0-2 0,0 0 4 16,0 0-5-16,16 1 5 0,-16-1 1 15,0 0-4-15,15 3-3 0,-15-3 2 0,9 1-7 0,-9-1 2 16,12 3-1-16,-6-3-6 0,1 1 8 0,-7-1 0 16,13 3 1-16,-8 0-2 0,4-3 1 0,-3 3-5 15,2-1 2-15,2 1 4 0,-1 1-2 0,1 1 1 16,-1-1 2-16,0 1 0 0,0-1-4 0,-1 0 0 16,1 1 1-16,0-1 2 0,-3-1-7 0,4 3 7 15,-3-1-6-15,-1-1-1 0,-1 0 3 0,4-1-2 16,-4 0 4-16,2 2-7 0,-4 1 5 0,0-1-3 15,3-1 0-15,-1 2-5 0,-2-3 2 0,-3-3-2 16,8 9 2-16,-6-6-2 0,-2-3 0 0,8 6 1 16,-6-2 7-16,-2-4-6 0,9 5 5 0,-6 0-3 15,-3-5 2-15,5 5-5 0,-5-5 3 16,5 6 0-16,-5-6-1 0,7 5-3 0,-7-5 5 0,5 4-1 16,-5-4 3-16,3 5-4 0,-3-5-1 0,5 5-5 15,-5-5 4-15,3 6-1 0,-3-6-14 0,0 0 14 16,7 9-3-16,-7-9 4 0,0 0 2 0,6 8-2 15,-3-6 6-15,-3-2-5 0,0 0 3 0,0 0-1 16,5 10-5-16,-5-10 3 0,0 0-3 0,0 0 2 16,6 3 2-16,-6-3 2 0,0 0 2 0,0 0-4 15,0 0-3-15,0 7 0 0,0-7 2 0,0 0-3 16,0 0 4-16,0 0 21 0,0 0-22 0,0 0-2 16,0 0-1-16,0 0 8 0,0 0-3 0,0 0-5 15,0 0-2-15,0 0 6 0,0 0 9 0,0 0 0 16,0 0-7-16,0 0 7 0,0 0-2 0,0 0 2 15,0 0 2-15,0 0-8 0,0 0 8 0,0 0-7 16,0 0 1-16,0 0-5 0,0 0-3 0,0 0 3 16,0 0-2-16,0 0 3 0,0 0 0 0,0 0 6 15,0 0-8-15,0 0 1 0,0 0-3 0,0 0-2 16,0 0-5-16,-14 12 6 0,14-12-2 0,0 0 5 16,0 0 2-16,-8 3 2 0,8-3 0 0,0 0-4 15,-9 9-3-15,9-9-3 0,-6 7 8 0,6-7-4 16,-5 6 4-16,5-6 2 0,-8 8-8 0,8-8 5 15,-8 6-1-15,8-6-3 0,-10 10 4 16,6-5 1-16,-1-1-3 0,1 2-4 0,-1 0 13 16,1-1-7-16,-2 1-3 0,1 1 3 0,-1-1 3 0,-1 2-4 15,2 0 5-15,-1-1-1 0,-2 5 5 0,3-5-3 16,-1 3-2-16,-1-4 1 0,1 4 0 0,-1-2 1 16,2 1 1-16,-1-3-3 0,2 1 8 0,-1 1-9 15,2-2-3-15,-2-1 16 0,1 0-5 0,2 1-2 16,2-6-11-16,-5 8 5 0,5-8-1 15,-8 8 1-15,7-4-1 0,1-4 5 0,-4 5 2 0,4-5-1 16,0 0 1-16,-7 6-5 0,7-6-5 0,0 0 11 16,0 0 1-16,-3 5-4 0,3-5 1 0,0 0 1 15,0 0 1-15,0 0-6 0,0 0-10 0,-4 4 9 16,4-4-6-16,0 0 10 0,0 0 1 0,0 0-7 16,0 0-5-16,0 0 4 0,0 0 4 0,0 0-4 15,0 0 11-15,0 0 5 0,0 0-12 0,0 0 0 16,0 0-13-16,-6 4 16 0,6-4-10 0,0 0-1 15,0 0 1-15,0 0-7 0,0 0 13 0,0 0-8 16,0 0 1-16,0 0 8 0,0 0-3 0,0 0 3 16,0 0-8-16,0 0 3 0,0 0-3 0,0 0 1 15,-3 6 5-15,3-6-1 0,0 0-1 0,0 0 7 16,-4 6 1-16,4-6-14 0,0 0 1 0,0 0-5 16,0 0-6-16,0 0-1 0,0 0-6 0,0 0-8 15,0 0-7-15,0 0-14 0,0 0-8 0,0 0 2 16,0 0-9-16,0 0-54 0,0 0-128 15,0 0 58-15</inkml:trace>
  <inkml:trace contextRef="#ctx0" brushRef="#br0" timeOffset="153714.59">14991 4431 31 0,'0'0'25'16,"0"0"-6"-16,0 0 6 0,-5-4-6 0,5 4-3 0,0 0 1 16,0 0 4-16,0 0-4 0,0 0-7 0,0 0 9 15,0 0-12-15,0 0-1 0,0 0-2 0,0 0-1 16,0 0 4-16,0 0-2 0,0 0 3 0,0 0-4 16,0 0 0-16,0 0 0 0,0 0-2 0,0 0 0 15,0 0 2-15,0 0-4 0,0 0 8 16,0 0-6-16,0 0 5 0,0 0-3 0,0 0-3 0,0 0 2 15,0 0-3-15,0 0 5 0,0 0-2 16,0 0-1-16,0 0-4 0,0 0 2 0,0 0 2 16,0 0 2-16,0 0 0 0,0 0-9 0,0-13 8 15,0 13-3-15,0 0 6 0,-7-5-7 0,7 5 2 16,-7-5-3-16,7 5 6 0,-6-6-9 0,6 6 4 16,-8-5 0-16,8 5 12 0,-10-5-8 0,10 5-1 0,-9-3 2 15,9 3 0-15,-6-4-4 0,6 4 7 16,-7-4-6-16,7 4-3 0,-7-3 2 0,7 3-2 15,-8-1 3-15,8 1-1 0,0 0 0 0,-6-4 4 16,6 4-8-16,0 0 5 0,0 0-3 0,0 0 4 16,-8-3-2-16,8 3-2 0,0 0 4 0,0 0-2 0,0 0 0 15,0 0 2-15,0 0-3 0,0 0-6 0,0 0 10 16,0 0-5-16,0 0 0 0,0 0 2 0,-4 11 1 16,4-11 9-16,0 0-7 0,0 0 7 15,8 11 3-15,-8-11 0 0,10 5 1 0,-4-2-2 16,3 1-1-16,2 1 0 0,-1-1 6 0,2 1-6 0,-1-4 4 15,-2 3-2-15,5-2 2 0,-5 2-4 16,2 2-2-16,2-3-3 0,-4-1 9 0,1 3-13 0,-1-1 7 16,1 1 2-16,3-2 3 0,-4 0-5 15,1 1 0-15,-1 1 7 0,0-1-4 0,0 0-1 16,-2 0-9-16,-1-2 9 0,3 2-8 0,-4-2 3 16,-5-2-2-16,9 4-2 0,-9-4 1 0,11 3 4 0,-11-3-2 15,7 4-4-15,-7-4 18 0,0 0-14 16,5 2-2-16,-5-2-2 0,4 4-2 0,-4-4 1 15,0 0-1-15,0 0 2 0,0 0-5 0,7 5 0 16,-7-5 7-16,0 0-6 0,0 0 7 0,0 0-5 16,0 0 10-16,0 0-8 0,3 6 2 0,-3-6-5 15,0 0 4-15,0 0-3 0,0 0-2 0,0 0 7 16,0 0-7-16,0 0 5 0,0 0-7 0,0 0 11 16,0 0-2-16,0 0-7 0,0 0 4 0,0 0 2 15,0 0-3-15,0 0 1 0,0 0-1 0,-3 11 1 16,3-11 2-16,0 0-4 0,0 0 8 0,0 0-9 15,0 0 4-15,0 0-1 0,0 0-8 0,0 0 9 16,0 0-2-16,0 0 0 0,0 0-4 0,0 0 7 16,0 0-8-16,0 0-2 0,0 0 16 0,4 4-14 15,-4-4 6-15,0 0 1 0,0 0-5 0,0 0 0 16,0 0 3-16,5 11 2 0,-5-11-7 0,0 0 7 16,7 5-6-16,-7-5 8 0,0 0-3 0,0 0 1 15,4 9 7-15,-4-9-4 0,0 0-4 0,0 0-1 0,3 10 5 16,-3-10-10-16,0 0 4 0,0 0-7 15,4 6 8-15,-4-6 1 0,0 0 3 0,0 0-8 16,0 0 15-16,0 0-12 0,0 0 2 0,0 0-1 16,0 0-12-16,4 8 11 0,-4-8 0 0,0 0 6 15,0 0-1-15,0 0-5 0,0 0-1 0,0 0 1 0,0 0 1 16,0 0 3-16,0 0-2 0,0 0 1 16,0 0-2-16,-9 14-6 0,9-14 2 0,-4 7 5 15,4-7-1-15,-6 11-2 0,1-5 4 0,0 0-1 16,1 1 8-16,-1 4 4 0,2-1 5 0,1-2-6 15,-4 4 0-15,0-2 2 0,-4 6 0 0,2-1 8 0,-1 2 4 16,-1-3 1-16,2 1-3 0,-1 1 4 16,-2 0-3-16,1 1-7 0,2-2-1 0,3-4-6 0,-4 4 3 15,3-5 0-15,0 0 17 0,0 1-19 16,3-3 11-16,1 2-13 0,-2-3-2 0,1-1-3 16,1 0 3-16,2-6 2 0,-5 9 0 0,5-9 0 0,-4 8-2 15,4-8 3-15,0 0-4 0,-2 6-5 16,2-6 1-16,0 0 2 0,0 0 2 0,-2 5-4 0,2-5 9 15,0 0-7-15,0 0 2 0,0 0-3 16,0 0-2-16,0 0-9 0,0 0-15 0,0 0-10 16,-16-9-6-16,16 9-4 0,0 0-7 0,-5-5-14 0,5 5-14 15,0 0-78-15,-6-5-167 0,6 5 74 16</inkml:trace>
  <inkml:trace contextRef="#ctx0" brushRef="#br0" timeOffset="155136.51">13511 5934 52 0,'0'0'47'16,"0"0"-7"-16,0 0-3 0,0 0-16 0,0 0-18 15,0 0-12-15,0 0-24 0,0 0-34 0,-32 11 16 16</inkml:trace>
  <inkml:trace contextRef="#ctx0" brushRef="#br0" timeOffset="155808.57">13346 6086 12 0,'0'0'55'15,"0"0"-8"-15,0 0-3 0,0 0-9 0,0 0-15 16,0 0-17-16,0 0-39 0,-29 11-39 0,18-6 17 16</inkml:trace>
  <inkml:trace contextRef="#ctx0" brushRef="#br0" timeOffset="156392.25">13243 6132 32 0,'0'0'46'0,"-9"-1"-10"0,9 1-1 0,-14-2-10 15,14 2-5-15,-15 3-22 0,5-1-30 0,-3 2-35 16,-7 0 15-16</inkml:trace>
  <inkml:trace contextRef="#ctx0" brushRef="#br0" timeOffset="186608.74">14879 4345 2 0,'0'0'34'16,"0"0"0"-16,0 0-6 0,0 0-7 0,0 0 7 16,0 0-1-16,0 0-2 0,0 0-4 0,0 0-2 15,-5-11 4-15,5 11-12 0,0 0 13 16,0 0-6-16,0 0-11 0,2-9 7 0,-2 9-2 15,0 0-3-15,0 0 1 0,0 0 4 0,0 0-7 0,-2-8-1 16,2 8 5-16,0 0-6 0,0 0 7 0,0 0-11 16,0 0 5-16,0-10-3 0,0 10 7 0,0 0 1 15,0 0 2-15,0 0-2 0,0 0-1 0,0 0 1 16,0 0 3-16,0 0 1 0,-2-8-4 0,2 8 6 16,0 0-8-16,0 0 9 0,0 0-11 0,0 0 5 15,0 0-11-15,0 0 8 0,0 0 2 0,0 0 3 16,0 0-4-16,0 0-9 0,0 0-3 0,0 0 18 15,0 0-16-15,0 0 0 0,0 0 0 16,0 0 6-16,0 0-7 0,0 0 6 0,0 0-6 16,0 0 5-16,0 0-8 0,0 0 5 0,0 0 9 15,0 0-9-15,20 7 2 0,-20-7 11 0,5 5-2 0,-5-5 1 16,9 4 6-16,-5-1-5 0,-4-3 0 0,10 5-7 16,-4-3 2-16,5 3 3 0,-2-2 5 15,-2-1-8-15,-2 1 2 0,3 0-6 0,-2 1-2 16,-1 0 6-16,2-1 6 0,-2 1-5 0,1-1-7 0,-6-3 0 15,9 7-7-15,-2-3 8 0,-2 0-5 16,-1 0 2-16,-4-4-3 0,9 7 3 0,-7-4 0 0,3 2 14 16,-5-5-13-16,6 7 1 0,0-3-6 0,-6-4 10 15,5 6-3-15,-4-2 4 0,-1-4-7 0,6 5 4 16,-6-5-2-16,6 5 1 0,-6-5 2 16,3 7-2-16,0-2-4 0,-3-5-5 0,6 5 4 15,-6-5 7-15,5 6-7 0,-2-1 0 0,-3-5 0 0,4 7 2 16,-4-7 6-16,4 5 5 0,1 0-12 0,-5-5 13 15,5 8-12-15,-1-4 1 0,-4-4 1 0,7 7 2 16,-7-7-2-16,6 10 0 0,-6-10 3 16,7 9 3-16,-7-9-4 0,6 7-1 0,-6-7 1 15,7 9-3-15,-7-9 2 0,5 8 1 0,-5-8 2 16,4 6-6-16,-4-6-2 0,6 6 8 0,-6-6-11 0,7 4 8 16,-7-4-4-16,0 0 7 0,4 10-7 15,-4-10-3-15,0 0 2 0,6 9-2 0,-6-9 9 16,0 0-8-16,8 6-4 0,-8-6 6 0,0 0 3 0,3 7 2 15,-3-7-2-15,0 0-3 0,6 8 5 16,-6-8-5-16,0 0 0 0,3 8 3 0,-3-8-3 16,0 0 15-16,3 7-14 0,-3-7-3 0,6 7 7 15,-6-7-8-15,0 0 3 0,7 6-2 0,-7-6 10 0,0 0-9 16,0 0 0-16,4 6 0 0,-4-6-7 0,0 0 11 16,0 0-4-16,0 0 8 0,6 7-10 15,-6-7 0-15,0 0-1 0,0 0 2 0,0 0 6 16,0 0-5-16,0 0 11 0,5 6-14 0,-5-6 4 0,0 0 5 15,0 0-5-15,0 0 2 0,0 0-4 0,0 0 3 16,0 0-12-16,0 0 8 0,0 0 2 16,0 0-1-16,0 0-1 0,0 0 6 0,0 0 0 0,0 0-1 15,0 0-6-15,0 0 8 0,0 0-2 16,0 0 0-16,0 0-2 0,0 6 7 0,0-6-5 16,0 0-7-16,0 0 6 0,0 0 2 0,0 0-9 15,0 0 6-15,0 0 5 0,0 0-4 0,0 0 2 16,0 0-6-16,0 0 10 0,0 0-6 0,0 0 2 15,0 0 7-15,0 0-12 0,0 0 2 0,0 0-5 16,0 0 2-16,0 0 4 0,0 0-6 0,0 0 3 16,0 0 4-16,-5 11 0 0,5-11 3 0,0 0-2 0,0 0-6 15,-6 6 4-15,6-6 0 0,-3 6 8 0,3-6-4 16,-5 6 12-16,0-2-2 0,5-4-9 0,-8 6 0 16,4-2-4-16,4-4 0 0,-9 9 8 15,5-6-2-15,-1 2 8 0,0-1-2 0,-1 1 7 16,3 0-12-16,-2-1 1 0,0 2 1 0,5-6-3 0,-6 10 21 15,0-2-6-15,2-2-7 0,0-1-3 0,-1 1 5 16,-1-1-10-16,3 1 2 0,-5-1 2 16,3 2 1-16,2-3-1 0,-3 3-3 0,1-1 3 15,1-2-1-15,1 1-4 0,-2 0-4 0,5-5 2 16,-7 8 0-16,3-2-1 0,0-1 2 0,0 0 4 0,0 0-11 16,4-5 7-16,-9 9-8 0,7-4 17 15,-3 0 1-15,5-5 1 0,-7 8-1 0,3-4-4 16,4-4-3-16,-5 7 0 0,5-7-1 0,-7 7 0 15,7-7 0-15,-5 6-1 0,1-2 3 0,4-4 11 16,-5 7 0-16,1-5-10 0,4-2 1 0,0 0-1 0,-8 8-3 16,8-8-1-16,-6 6 0 0,6-6 9 15,-7 3-21-15,7-3 11 0,-6 5-2 0,6-5 1 16,-4 5-1-16,4-5 1 0,-5 7-6 0,5-7 4 16,-7 5 0-16,7-5-2 0,-3 6 2 0,3-6 8 15,0 0-8-15,-8 6-1 0,8-6-2 0,0 0 4 0,-4 3 0 16,4-3 4-16,0 0-9 0,0 0 0 0,0 0 1 15,-4 6 1-15,4-6 0 0,0 0-1 0,0 0 3 16,0 0-1-16,0 0 1 0,0 0 3 16,0 0-5-16,-5 4 0 0,5-4-8 0,0 0-12 15,0 0-10-15,0 0-10 0,0 0-12 0,0 0-36 0,0 0-13 16,0 0-15-16,0 0-115 0,0 0-248 0,18-19 110 16</inkml:trace>
  <inkml:trace contextRef="#ctx0" brushRef="#br0" timeOffset="188047.87">15071 4363 16 0,'0'0'30'15,"0"0"-5"-15,0 0 0 0,0 0 2 0,0 0-1 16,-7-6-3-16,7 6-1 0,0 0-2 0,0 0-2 16,0 0-3-16,-8-2-2 0,8 2-3 0,0 0 4 0,-8-2-3 15,8 2 3-15,0 0-12 0,-13-2 2 16,13 2 7-16,0 0-2 0,0 0-2 0,-9-1 1 15,9 1 1-15,0 0 1 0,0 0-2 0,0 0 1 16,0 0-3-16,0 0 2 0,-10 0 5 0,10 0-4 16,0 0-1-16,0 0 3 0,0 0-15 0,0 0 6 0,0 0 1 15,0 0 4-15,0 0-3 0,0 0 2 16,0 0-4-16,0 0 1 0,0 0 0 0,0 0-2 16,0 0-2-16,0 0 1 0,-8 2-1 0,8-2 2 15,0 0 5-15,0 0-3 0,0 0 12 0,0 0-5 16,3 12-3-16,-3-12 6 0,0 0-5 0,9 7 3 15,-9-7 3-15,3 6 0 0,-3-6 5 0,4 5-3 16,-4-5-4-16,4 7 3 0,0-3-7 0,-4-4 7 16,5 7 8-16,0-3-10 0,-2 1-1 0,0 0-5 15,0 0 3-15,1 0 5 0,2 0 3 0,-3 0-5 16,2 1 3-16,1-1-7 0,-3 2 1 0,3 0 26 16,1 0-27-16,-2-1-8 0,1 1 9 0,2 0-5 0,-8-7 1 15,10 15-2-15,-6-8 1 0,0-1-4 16,-4-6 4-16,5 13 0 0,-1-6 10 0,-4-7-15 15,6 10 3-15,-2-5-1 0,-4-5-5 0,6 14 4 16,-3-7 4-16,2 0 2 0,-5-7 0 0,9 11-1 16,-4-3-8-16,-1-2 1 0,0 0 4 15,-4-6 3-15,7 10-1 0,-4-7-4 0,-2 4 6 0,4-1-3 16,-5-6-2-16,7 8-2 0,-5-3 3 0,-2-5-1 16,4 10-1-16,-1-7 3 0,-3-3 0 0,4 10-1 15,-4-10-6-15,1 7 8 0,-1-7 0 0,1 8 5 16,-1-8-6-16,3 6-3 0,-3-6 4 0,0 0 2 15,6 9-9-15,-6-9 15 0,2 6-13 0,-2-6 3 16,0 0 5-16,3 5-5 0,-3-5 2 0,0 0 1 16,0 0-16-16,0 8 9 0,0-8 9 0,0 0-8 15,0 0 2-15,0 0 1 0,4 6-3 0,-4-6-2 16,0 0 4-16,0 0 6 0,0 0 12 0,0 0-11 16,0 0-6-16,0 0-3 0,0 0 0 0,0 0-2 15,0 0 11-15,0 0-2 0,0 0 2 0,0 0 3 16,0 0-12-16,0 0 3 0,0 0-1 0,0 0 8 15,-7 9 7-15,7-9-8 0,-5 4 7 0,5-4-9 16,0 0 3-16,-10 7 2 0,10-7-10 0,-7 5 11 16,1-2 1-16,-1-1 0 0,7-2-6 0,-10 6-2 15,3-1-1-15,1-1 7 0,1-1 0 0,-3 2-7 16,3-1-2-16,-3-1 8 0,3 1 1 0,-1 0 0 16,-3 3-4-16,1-1 5 0,2-2-8 0,1 1 5 15,-6 0 1-15,2 2 5 0,3-2-2 0,1 0 6 16,-4 2 1-16,0-1-6 0,0 1-3 0,3-1 2 15,-2-1-2-15,-1 1 7 0,4-1-4 0,0-1-5 16,0 1 0-16,-2 0 5 0,2 1 1 0,1-3-10 16,-1 1 9-16,5-4-9 0,-7 10 3 0,3-5-7 15,4-5 0-15,-7 6-1 0,7-6 1 0,-6 6 4 16,6-6-7-16,-5 5 0 0,5-5 6 0,-5 3-2 16,5-3-3-16,-5 4-2 0,5-4 6 0,0 0 0 15,-6 6-5-15,6-6 3 0,0 0 2 0,0 0 1 16,-4 3 1-16,4-3 0 0,0 0 1 0,0 0 3 15,0 0-2-15,0 0 6 0,0 0 2 0,-5 6-7 16,5-6 4-16,0 0 5 0,0 0-4 0,0 0 1 16,0 0-3-16,0 0-1 0,0 0 0 0,0 0 2 15,0 0-8-15,0 0-1 0,0 0-1 0,0 0 4 16,0 0-5-16,0 0 1 0,0 0-1 0,0 0 0 16,0 0 3-16,0 0-4 0,0 0 0 0,0 0-10 15,0 0 15-15,0 0-7 0,0 0-2 0,0 0-2 16,0 0 8-16,0 0-2 0,0 0 1 0,0 0 0 15,0 0 4-15,0 0-3 0,0 0-6 0,0 0 6 16,0 0 0-16,0 0-3 0,0 0 1 0,0 0 0 16,0 0 0-16,0 0 4 0,0 0-5 0,0 0 0 15,0 0 6-15,0 0-6 0,0 0 1 0,0 0 1 16,0 0 1-16,0 0-9 0,0 0 6 0,0 0 2 16,0 0 3-16,0 0 2 0,0 0-2 0,0 0-5 15,0 0 4-15,0 0-16 0,0 0-10 0,0 0-12 16,0 0-15-16,0 0-20 0,0 0-26 0,0 0-16 15,0 0-7-15,0 0-20 0,0 0-75 0,0 0-230 16,0 0 101-16</inkml:trace>
  <inkml:trace contextRef="#ctx0" brushRef="#br0" timeOffset="188381.15">15036 4357 40 0,'0'0'34'0,"0"0"-1"16,0 0-14-16,0 0-19 0,0 0-6 0,0 0-14 15,0 0-22-15,0 0 9 0</inkml:trace>
  <inkml:trace contextRef="#ctx0" brushRef="#br0" timeOffset="188667.5">15222 4825 34 0,'0'0'126'0,"0"0"-4"0,-2 7 0 0,2-7-9 16,0 0-14-16,0 0-6 0,0 0-5 0,0 0-15 16,0 0-6-16,0 0-7 0,0 0-15 15,0 0-19-15,0 0-11 0,0 0-5 0,0 0-18 16,0 0-10-16,0 0-18 0,0 0-19 0,0 0-26 0,-7 2-69 15,7-2-161-15,-13 0 71 0</inkml:trace>
  <inkml:trace contextRef="#ctx0" brushRef="#br0" timeOffset="197955.31">15254 4599 141 0,'0'0'136'0,"0"0"-11"0,0 0-7 0,0 0-2 16,0 0-15-16,0 0-5 0,0 0-12 15,0 0-2-15,0 0-19 0,0 0 4 0,0 0-10 16,0 0-16-16,0 0 4 0,0 0-9 0,0 0 1 0,0 0-16 15,0 0-15-15,0 0-21 0,0 0-19 16,0 0-4-16,0 0-6 0,0 0-8 0,0 0 2 0,0 0-22 16,0 0-13-16,-9 12-79 0,1-9-178 0,-2-2 80 15</inkml:trace>
  <inkml:trace contextRef="#ctx0" brushRef="#br0" timeOffset="198762.81">5908 4544 5 0,'0'0'24'0,"0"0"-3"0,0 0 0 0,0 0-2 16,5 5 0-16,-5-5-5 0,0 0 0 0,5 4-8 16,-5-4-3-16,4 4-8 0,-4-4-7 0,0 0-10 15,7 6-24-15,-7-6 12 0</inkml:trace>
  <inkml:trace contextRef="#ctx0" brushRef="#br0" timeOffset="199623.9">15254 4751 48 0,'0'0'151'16,"0"0"-19"-16,0 0-14 0,8-4-15 0,-8 4-11 16,3-4-15-16,-3 4 1 0,0 0-15 0,0 0-13 15,0 0-27-15,9-2-10 0,-9 2-15 0,0 0-16 0,0 0-17 16,0 0-14-16,0 0-14 0,0 0-68 16,0 0-141-16,0 0 63 0</inkml:trace>
  <inkml:trace contextRef="#ctx0" brushRef="#br0" timeOffset="200565.3">5947 4666 13 0,'0'0'14'0,"0"0"-13"0,0 0-6 0,0 0-6 16,0 0 4-16</inkml:trace>
  <inkml:trace contextRef="#ctx0" brushRef="#br0" timeOffset="201782.8">15275 4695 40 0,'0'0'58'15,"0"0"-10"-15,0 0-3 0,0 0-6 0,0 0-4 16,0 0-1-16,0 0-1 0,0 0-3 0,0 0-8 15,0 0-3-15,8-8 3 0,-8 8-4 0,0 0-3 16,0 0-4-16,0 0 5 0,0 0-3 0,0 0-4 16,0 0 1-16,0 0-3 0,0 0-2 0,0 0 3 15,0 0 0-15,0 0-4 0,0 0-4 16,0 0 6-16,0 0-4 0,0 0 0 0,0 0 7 0,0 0-11 16,0 0 4-16,0 0 4 0,0 0-4 0,0 0 2 15,0 0-2-15,0 0 4 0,0 0-6 0,0 0 7 16,0 0-6-16,0 0 2 0,0 0 3 0,0 0-5 15,0 0 1-15,0 0 4 0,0 0-4 0,0 0 1 16,0 0-6-16,0 0 0 0,0 0-2 0,0 0-3 16,0 0-1-16,0 0-5 0,0 0 7 0,0 0-3 15,0 0-2-15,0 0 4 0,0 0-5 0,0 0 0 16,0 0 0-16,0 0 5 0,0 0-2 0,0 0-2 16,0 0-1-16,0 0-2 0,0 0 3 0,0 0-7 15,0 0-1-15,0 0-5 0,0 0 2 0,0 0-4 16,0 0 2-16,0 0-1 0,0 0-19 0,0 0-48 15,0 0 22-15</inkml:trace>
  <inkml:trace contextRef="#ctx0" brushRef="#br0" timeOffset="203453.86">15223 4577 85 0,'0'0'78'0,"0"0"-13"0,0 0-5 0,0 0-5 16,0 0-10-16,0 0-14 0,0 0-14 0,0 0-15 16,0 0-16-16,0 0-15 0,0 0-38 0,0 0-70 15,0 0 31-15</inkml:trace>
  <inkml:trace contextRef="#ctx0" brushRef="#br0" timeOffset="204544.42">5772 4559 19 0,'0'0'28'15,"0"0"-4"-15,0 0 0 0,0 0 2 0,0 0-3 16,0 0-7-16,3 7 4 0,-3-7-6 0,0 0 3 16,0 0-1-16,0 0-4 0,0 0 2 0,0 0-3 15,0 0 0-15,0 0-6 0,0 0 2 0,0 0-2 16,0 0 1-16,0 0-4 0,0 0-13 0,0 0-6 15,0 0-5-15,0 0-20 0,5 6-45 0,-5-6 20 16</inkml:trace>
  <inkml:trace contextRef="#ctx0" brushRef="#br0" timeOffset="208908.76">5694 4734 1 0,'0'0'44'0,"0"0"-5"0,0 0-10 0,0 0 1 0,0 0-5 16,0 0 0-16,0 0-10 0,0 0-4 0,0 0-9 15,0 0 1-15,0 0-7 0,0 0-3 16,0 0-3-16,0 0-4 0,0 0-4 0,0 0-11 0,0 0-31 15,0 0 14-15</inkml:trace>
  <inkml:trace contextRef="#ctx0" brushRef="#br0" timeOffset="209803.63">5984 4606 34 0,'0'0'39'0,"0"0"-3"0,0 0 0 16,0 0-2-16,0 0-3 0,0 0-1 0,0 0-3 15,0 0-1-15,0 0-2 0,0 0-4 0,0 0-5 16,0 0-2-16,0 0 4 0,0 0-5 0,0 0-3 16,0 0-4-16,0 0 3 0,0 0-1 0,0 0 0 15,0 0-1-15,0 0-2 0,0 0 1 0,0 0-3 16,0 0 2-16,0 0-4 0,0 0 2 0,0 0 3 16,0 0-7-16,0 0 7 0,0 0-4 0,0 0-2 15,0 0 2-15,0 0-2 0,0 0-3 0,0 0 0 16,0 0-3-16,0 0 0 0,0 0-6 0,0 0-4 15,0 0-5-15,0 0-2 0,0 0-6 0,0 0-26 16,0 0-60-16,0 0 27 0</inkml:trace>
  <inkml:trace contextRef="#ctx0" brushRef="#br0" timeOffset="211445.18">14910 4609 28 0,'0'0'47'16,"0"0"-11"-16,0 0-12 0,0 0-29 0,0 0-17 16,0 0-23-16,0 0 9 0</inkml:trace>
  <inkml:trace contextRef="#ctx0" brushRef="#br0" timeOffset="213599.2">5739 4700 28 0,'0'0'37'0,"0"0"4"0,0 0-5 15,0 0-3-15,0 0 5 0,0 0-11 0,0 0 2 16,0 0-2-16,0 0 5 0,0 0-5 0,0 0-4 16,0 0 1-16,0 0-8 0,0 0-1 0,0 0-6 15,0 0 3-15,0 0-2 0,0 0 2 0,0 0-5 16,0 0-1-16,0 0 0 0,0 0 3 0,0 0-1 15,0 0-2-15,0 0-4 0,0 0 1 0,0 0 0 16,0 0 3-16,0 0-8 0,0 0 6 0,0 0-4 16,0 0 6-16,0 0-8 0,0 0 7 0,0 0 4 15,0 0 1-15,0 0-9 0,0 0 2 0,0 0 2 16,0 0-1-16,0 0 0 0,0 0-5 0,0 0 5 16,0 0 0-16,0 0 1 0,0 0 0 0,0 0-10 15,0 0 11-15,0 0-4 0,0 0 4 0,0 0-8 16,0 0 2-16,0 0 2 0,0 0-4 0,0 0 1 15,0 0 2-15,0 0-6 0,0 0 3 0,0 0 2 16,0 0-2-16,0 0 6 0,0 0-5 0,0 0 4 16,0 0 2-16,0 0-7 0,0 0 4 0,0 0 0 15,0 0 1-15,0 0-1 0,0 0-2 0,0 0 0 16,0 0 3-16,0 0-2 0,0 0 4 0,0 0-2 16,0 0 1-16,0 0-2 0,0 0-2 0,0 0 0 15,0 0 5-15,0 0-1 0,0 0-2 0,0 0 1 16,0 0-3-16,0 0 3 0,0 0-3 0,0 0 3 15,0 0 5-15,0 0-9 0,0 0-1 0,0 0 0 16,0 0 0-16,0 0 0 0,0 0 0 0,0 0 5 16,0 0 0-16,0 0-6 0,0 0 1 0,0 0 4 15,0 0-2-15,0 0 4 0,0 0-2 0,0 0-5 16,0 0 2-16,0 0 3 0,0 0-3 0,0 0-4 16,0 0 1-16,0 0 1 0,0 0 3 0,0 0 2 15,0 0 2-15,0 0-4 0,0 0-3 0,0 0 0 16,0 0 5-16,0 0-2 0,0 0 1 0,0 0-1 15,0 0 4-15,0 0-2 0,0 0-2 0,0 0 6 16,0 0-6-16,0 0 2 0,0 0-1 0,0 0-4 16,0 0 6-16,0 0-2 0,0 0-1 0,0 0-2 15,0 0-1-15,0 0 9 0,0 0-6 0,0 0 0 16,0 0 0-16,0 0 1 0,0 0 1 0,0 0-5 16,0 0 0-16,0 0 4 0,0 0 0 0,0 0-2 15,0 0 0-15,0 0-4 0,0 0 3 0,0 0 0 16,0 0-3-16,0 0 2 0,0 0-5 0,0 0-5 15,0 0 0-15,0 0 5 0,0 0-1 0,0 0-9 16,0 0 4-16,0 0 5 0,0 0-4 0,0 0-1 16,0 0-2-16,0 0 0 0,0 0 1 0,0 0-3 0,0 0-5 15,0 0-4-15,0 0-8 0,0 0-27 0,0 0-68 16,11-2 31-16</inkml:trace>
  <inkml:trace contextRef="#ctx0" brushRef="#br0" timeOffset="-209197.91">9615 6783 23 0,'0'0'88'0,"0"0"-23"0,0 0-3 0,0 0-14 0,-1-10-12 15,1 10-21-15,0 0-45 0,0 0-22 0,-10-12-55 16,4 8 25-16</inkml:trace>
  <inkml:trace contextRef="#ctx0" brushRef="#br0" timeOffset="-208253.61">9693 6931 36 0,'0'0'45'15,"0"0"-8"-15,0 0-10 0,0 0 8 0,0 0-13 16,0 0-8-16,0 0-5 0,0 0-5 0,0 0-2 16,0 0-1-16,0 0 0 0,0 0-2 0,0 0 1 15,0 0-2-15,0 0 1 0,8 0 4 0,-8 0-10 16,0 0 7-16,0 0-4 0,2 6 4 0,-2-6-2 16,0 0-1-16,0 0 3 0,0 0-1 0,0 0 2 15,0 0-4-15,0 0-6 0,2 6 2 0,-2-6 8 16,0 0-8-16,0 0 3 0,0 0 0 0,0 0-3 15,0 0-2-15,0 0 3 0,0 0-1 0,0 0 7 16,0 0-8-16,0 0 2 0,0 0 3 0,0 0-1 16,0 0 0-16,0 0 10 0,0 0-5 0,0 0-1 15,0 0-2-15,0 0 9 0,0 0-5 0,0 0-3 0,0 0-3 16,0 0-5-16,0 0-13 0,0 0-24 16,0 0 12-16</inkml:trace>
  <inkml:trace contextRef="#ctx0" brushRef="#br0" timeOffset="-201577.57">5592 4469 16 0,'0'0'46'0,"0"0"-16"0,0 0-13 16,0 0 0-16,0 0-4 0,0 0-8 0,0 0-8 15,0 0-21-15,0 0-25 0,0 0 11 16</inkml:trace>
  <inkml:trace contextRef="#ctx0" brushRef="#br0" timeOffset="-200700.17">5740 4566 60 0,'0'0'88'0,"0"0"0"0,0 0-12 0,0 0-8 0,0 0-14 16,0 0-1-16,0 0-9 0,0 0-7 16,0 0 8-16,0 0-11 0,0 0-9 0,0 0-2 15,0 0 2-15,0 0-8 0,0 0 0 0,0 0-16 16,0 0-2-16,0 0-9 0,0 0-9 0,0 0-12 15,0 0-10-15,0 0-7 0,0 0-54 0,0 0-109 16,0 0 50-16</inkml:trace>
  <inkml:trace contextRef="#ctx0" brushRef="#br0" timeOffset="-199354.9">15117 4627 76 0,'0'0'87'0,"0"0"-1"0,0 0-13 0,0 0-10 15,0 0 2-15,0 0-11 0,0 0-2 0,0 0-5 16,0 0 1-16,0 0 0 0,0 0-10 0,0 0 6 15,0 0-10-15,0 0-3 0,0 0-8 0,0 0 5 16,0 0-22-16,0 0 13 0,0 0 1 0,0 0-2 16,0 0-2-16,0 0 4 0,0 0-14 0,0 0 11 0,0 0-5 15,0 0 4-15,0 0-5 0,0 0-8 0,0 0 4 16,0 0-3-16,0 0 2 0,0 0 3 16,0 0 0-16,0 0-7 0,0 0 1 0,0 0-2 15,0 0 3-15,0 0-1 0,0 0 1 0,0 0-2 16,0 0-5-16,0 0 6 0,0 0 8 0,0 0-7 0,0 0 7 15,0 0-9-15,0 0-10 0,0 0 2 16,0 0-12-16,0 0 10 0,0 0-11 0,0 0 1 16,0 0-5-16,0 0 2 0,0 0 4 0,0 0-3 15,0 0 0-15,0 0 3 0,0 0 2 0,0 0 3 0,0 0 2 16,0 0-1-16,0 0-5 0,0 0-2 0,0 0 9 16,0 0-6-16,0 0 9 0,0 0 6 0,0 0-9 15,0 0 1-15,0 0 5 0,0 0 2 0,6 5-6 16,-6-5 1-16,0 0-2 0,0 0 11 15,0 0-6-15,0 0 5 0,0 0-2 0,0 0 3 0,0 0-6 16,1 6-5-16,-1-6 5 0,0 0 0 0,0 0 6 16,0 0-7-16,0 0 11 0,0 0-11 0,0 0 5 15,0 0-6-15,0 0 4 0,0 0 1 16,0 0-8-16,0 0 6 0,0 0-3 0,0 0 4 0,0 0 3 16,0 0 0-16,0 0 1 0,0 0 2 0,0 0-8 15,0 0 0-15,0 8 7 0,0-8-2 16,0 0-2-16,0 0-2 0,0 0 2 0,0 0-4 0,0 0 4 15,0 0 0-15,0 0 5 0,0 0-4 0,0 0 3 16,0 0-2-16,0 0 2 0,0 0 2 0,0 0-3 16,0 0 1-16,0 0 0 0,0 0-4 0,0 0-1 15,0 0-3-15,0 0 6 0,0 0 0 0,0 0-10 16,0 0-3-16,0 0 2 0,0 0-8 0,0 0 1 16,0 0-12-16,0 0 6 0,0 0-12 0,-12 1-9 15,12-1-4-15,-12-1-2 0,12 1-38 0,-10-1-93 16,10 1 42-16</inkml:trace>
  <inkml:trace contextRef="#ctx0" brushRef="#br0" timeOffset="-189804">14901 4241 5 0,'0'0'37'15,"0"0"-3"-15,0 0-4 0,0 0-4 0,0 0-4 16,-3-7-3-16,3 7-2 0,0 0-5 0,0 0-2 15,0 0 0-15,0 0-1 0,0 0-3 0,0 0 4 16,0 0-3-16,0 0 0 0,0 0 2 16,0 0 0-16,0 0-7 0,0 0 1 0,0 0 4 15,0 0-3-15,0 0-3 0,0 0-3 0,0 0 9 0,0 0-4 16,0 0-5-16,0 0-1 0,0 0 2 0,0 0 4 16,0 0 0-16,0 0-3 0,7 22 0 15,-5-17 5-15,-2-5-5 0,7 10 3 0,-2-4-3 16,1 0 0-16,3 2-1 0,-4-1 4 0,5 1 1 15,2 0-5-15,-2-1 4 0,5 4 2 0,-1-3-1 0,-2-1-6 16,3 5 10-16,0-5-6 0,-1 3 6 0,-3-4-2 16,-1 1-8-16,2 0 4 0,-3-1-2 0,3 2 6 15,-1-3-7-15,-1 1 7 0,2 1-2 16,0-1-2-16,-3 0-3 0,0-1 6 0,1 0-4 0,-1 1 0 16,-1-1 0-16,-2 0 3 0,1-1-1 15,-4-1-6-15,3 2 6 0,-4-1-3 0,-2-4 0 16,6 6 3-16,-6-6-2 0,4 5 1 0,-4-5 4 0,3 5-3 15,-3-5-3-15,0 0-5 0,1 10 3 16,-1-10 6-16,0 0-5 0,0 0 7 0,-3 15-5 16,3-15 2-16,-5 7-2 0,5-7 0 0,0 0-1 15,-7 8 1-15,7-8-10 0,0 0 12 0,-5 9-11 0,5-9 11 16,0 0 1-16,0 0-1 0,-5 9-1 0,5-9 2 16,0 0-2-16,0 0 0 0,-3 8 2 15,3-8-4-15,0 0-2 0,0 0-1 0,0 0 3 16,0 0 0-16,-1 13 2 0,1-13 4 0,0 0-6 15,0 0 6-15,0 0-9 0,0 0 3 0,-3 8-2 16,3-8-3-16,0 0 10 0,0 0-3 0,0 0-2 0,0 0 5 16,0 0 1-16,0 0-6 0,0 0 1 0,0 0 9 15,-4 10-2-15,4-10 4 0,0 0-2 16,0 0-2-16,0 0-3 0,0 0 5 0,0 0-7 0,0 0 4 16,0 0 0-16,0 0-3 0,0 0-2 15,0 0 4-15,-11 2-5 0,11-2-2 0,0 0 4 0,0 0-6 16,0 0 8-16,0 0 5 0,-10 5-7 0,10-5-5 15,0 0 3-15,0 0-2 0,0 0 13 16,0 0-14-16,-3 8 0 0,3-8 6 0,0 0-7 16,0 0 9-16,0 0-4 0,0 0 0 0,0 0-3 15,0 0-1-15,0 0-3 0,0 0 6 0,0 0-1 16,0 0 0-16,0 0-3 0,0 0-2 0,0 0 9 16,0 0-3-16,0 0-3 0,0 0 4 0,0 0-1 15,0 0-5-15,0 0 3 0,0 0 11 0,1 13-8 16,-1-13-4-16,0 0 0 0,0 0 0 0,0 0-1 15,0 0 1-15,0 0 4 0,0 0 2 0,0 0-4 16,0 0 4-16,0 0-5 0,0 0-3 0,0 0 2 16,0 0 5-16,0 0-8 0,0 0 3 0,0 0 1 0,0 0 1 15,0 0 3-15,0 0-8 0,0 0 4 16,0 0-2-16,0 0 2 0,0 0 4 0,0 0-5 0,0 0 1 16,0 0-4-16,0 0 3 0,0 12-1 15,0-12 5-15,0 0-1 0,0 12 1 0,-2-7-2 16,-2 0 3-16,1 2 2 0,-3-1-6 0,3 1 10 15,-2 1-9-15,0 2-5 0,0 0 8 0,1-1 3 16,-2 1-1-16,1 0 1 0,1 1-6 0,-2-1 2 16,0 0 3-16,-1 2-6 0,0-3 4 0,2 4-3 15,-1-3 0-15,1 1 4 0,0 0 1 0,-3 0-4 16,2 0-5-16,0-1 4 0,0 0 4 0,0-3-7 16,0 1 7-16,2 0-4 0,0-2 5 0,-1 1-4 15,2-2-4-15,-2-1 6 0,5-4 2 0,-9 9-5 16,6-5 6-16,3-4-6 0,-7 7-1 0,7-7-5 15,-4 4 0-15,4-4-10 0,0 0 0 0,-5 5-2 16,5-5-10-16,0 0-9 0,-4 5-5 0,4-5-30 16,0 0-78-16,0 0 34 0</inkml:trace>
  <inkml:trace contextRef="#ctx0" brushRef="#br0" timeOffset="-188346.92">15089 4387 5 0,'12'8'28'16,"1"-2"-1"-16,1 3-2 0,-2-2 1 0,1 3-8 0,1-3 4 15,0 5-7-15,1-3 0 0,-4-1 0 16,2 2 0-16,2-1-7 0,-4-2 1 0,-2 0 2 16,1 2 3-16,0-3-6 0,-1 3 4 0,0-2-7 15,-3 0-5-15,1-3 7 0,-2 4-1 0,0-1 1 16,-1-1 2-16,2-2-7 0,-2 1 4 0,-1 1-1 16,1-1-3-16,-2 1-1 0,-2-6 1 0,4 10 5 15,-1-7-7-15,-3-3 3 0,3 6-1 0,-3-6-2 16,0 0 3-16,4 9-7 0,-4-9 2 0,1 5 2 15,-1-5 3-15,0 0-3 0,0 0 3 0,0 0-3 16,3 6 3-16,-3-6-4 0,0 0 3 0,0 0 4 16,0 0-7-16,0 0 2 0,0 0 4 15,0 0-5-15,0 0 2 0,0 0-5 0,0 0 3 0,0 0 0 16,4 6 0-16,-4-6 2 0,0 0 0 0,0 0-6 16,0 0 6-16,0 0 3 0,0 8-9 0,0-8 7 15,0 0-6-15,0 0 3 0,0 0 0 0,0 0-4 16,-2 12 3-16,2-12 0 0,0 0 3 0,0 0-4 15,0 0 1-15,-1 10 5 0,1-10-8 0,0 0 1 16,0 0 6-16,0 0-3 0,0 0 0 0,-1 8 2 16,1-8-5-16,0 0 1 0,0 0-5 0,0 0 9 15,0 0 6-15,0 0-5 0,-3 6 0 0,3-6-2 16,0 0 3-16,0 0-2 0,0 0 4 0,0 0 2 16,-5 5-11-16,5-5 1 0,0 0 7 0,0 0-5 15,-6 3 5-15,6-3-2 0,-8 3 3 0,8-3-3 16,-9 4 1-16,3-1 0 0,6-3-2 0,-10 3 4 15,5 0-5-15,5-3-4 0,-8 4 2 0,8-4 0 16,-10 3 0-16,3 1 1 0,7-4 0 0,-11 5 6 16,5-2-2-16,6-3 0 0,-8 6-5 0,2-2 3 15,6-4 9-15,-7 6-12 0,3-5 4 0,4-1-11 16,-6 7 5-16,6-7 7 0,-9 7-5 0,5-5 4 16,4-2-2-16,-6 7-6 0,2-1 3 0,4-6 1 15,-7 7-2-15,1-4 4 0,2 1-1 0,4-4-1 16,-8 9 3-16,3-3 3 0,-1 2 0 0,2-3-5 15,-2-1 0-15,1 1 0 0,1 1 9 0,-2-1-6 16,3 0 3-16,-1 1-5 0,4-6 1 0,-7 10-1 16,5-6 4-16,2-4-1 0,-8 7-1 0,5-3-5 15,3-4 3-15,-4 8-3 0,4-8 7 0,-4 8-7 16,4-8 5-16,-5 6 3 0,5-6-1 0,-7 8-4 16,7-8 0-16,-5 6 2 0,5-6 1 0,-5 4-7 15,5-4 6-15,0 0-1 0,-4 3 4 0,4-3-5 16,0 0 3-16,0 0 5 0,0 0 2 0,-4 6-3 15,4-6-4-15,0 0 4 0,0 0 3 0,0 0 6 16,0 0-9-16,0 0-2 0,0 0-5 0,0 0 9 16,0 0 2-16,0 0 2 0,0 0 2 0,0 0 2 15,0 0-5-15,0 0 16 0,0 0-7 0,0 0-21 16,0 0 10-16,0 0 5 0,0 0 1 0,0 0-4 16,0 0-3-16,0 0 5 0,0 0 1 0,0 0 0 15,0 0-1-15,0 0-7 0,0 0 5 0,0 0 7 16,0 0-5-16,0 0 3 0,0 0-2 0,0 0-3 15,0 0-2-15,0 0 1 0,0 0 8 0,0 0-7 16,0 0 8-16,0 0-9 0,0 0-1 0,0 0 3 16,0 0 4-16,0 0-1 0,0 0-6 0,0 0-9 15,0 0 13-15,0 0 10 0,0 0-12 0,0 0 2 16,0 0 2-16,-5 4-2 0,5-4-8 16,0 0 5-16,0 0 4 0,0 0-2 0,0 0-1 0,0 0-1 15,0 0 0-15,0 0-3 0,0 0 4 0,0 0-2 16,0 0-1-16,0 0 0 0,0 0 17 0,0 0-23 15,0 0 6-15,0 0-1 0,0 0 3 0,0 0 3 16,0 0-7-16,0 0 1 0,0 0 1 0,0 0-7 16,0 0 3-16,0 0 0 0,0 0 2 0,0 0-5 15,0 0 6-15,0 0-10 0,0 0 8 0,0 0 0 16,-5-18-4-16,5 18 5 0,0 0-4 0,0 0 1 16,-4-5-6-16,4 5-18 0,0 0-5 0,0 0-11 15,0 0-17-15,0 0-15 0,0 0-22 0,0 0-24 16,0 0-75-16,0 0-203 0,0-9 91 0</inkml:trace>
  <inkml:trace contextRef="#ctx0" brushRef="#br0" timeOffset="-186070.91">14905 4366 19 0,'0'0'36'0,"0"0"-8"0,0 0-7 16,0 0 2-16,0 0-3 0,0 0-5 0,0 0 0 15,0 0-3-15,0 0 1 0,0 0 1 0,0 0-2 16,0 0 2-16,0 0-2 0,0 0-5 0,0 0 2 16,0 0-3-16,0 0 4 0,0 0-4 0,0 0 4 15,0 0 0-15,0 0-4 0,-6-6-1 0,6 6 0 16,0 0 0-16,0 0 2 0,0 0-6 0,0 0 4 15,0 0-2-15,-5-4-4 0,5 4 5 0,0 0 6 16,0 0-9-16,0 0 9 0,-7-5-1 0,7 5 4 16,0 0-8-16,0 0 3 0,0 0 7 0,0 0-11 15,0 0-4-15,0 0-3 0,0 0 13 0,-3-8-8 16,3 8 1-16,0 0 0 0,0 0 8 0,0 0-2 0,0 0 6 16,-2-5 4-16,2 5-6 0,0 0 0 15,0 0-3-15,0 0 2 0,0 0-2 0,-3-8-2 16,3 8 0-16,0 0 10 0,0 0-9 0,0 0 0 15,0 0 2-15,0 0-6 0,0 0 8 0,0 0-10 16,0 0 11-16,0 0-3 0,0 0-7 0,0 0 1 16,0 0-2-16,0 0 3 0,0 0 0 0,0 0-1 15,0 0-3-15,0 0-3 0,0 0-4 0,0 0 3 16,0 0 1-16,0 0 21 0,0 0-19 0,0 0-6 16,0 0 7-16,0 0-2 0,0 0 4 0,0 0 8 15,0 0-8-15,10 22-5 0,-7-17-1 0,-3-5 8 16,5 9 14-16,-3-4-9 0,-2-5 6 0,4 11-1 15,0-4-9-15,3 0 18 0,-2 1-9 0,2 0 0 16,0-1 0-16,-1 1-7 0,1-1-3 0,0 1-2 16,2 2 5-16,-3-2 8 0,1-1 0 0,-1 0-6 15,2 1-2-15,0-1 4 0,-3 2-9 0,4-1 7 16,0-1 2-16,-3 3-2 0,-1-3-1 0,-1-1 3 16,2 1-8-16,-6-7 6 0,9 12 1 0,-5-4-6 15,0-5 2-15,2 4-9 0,-3-1 8 0,-3-6-8 16,10 10 13-16,-6-1-4 0,1-3-2 0,0 0 3 15,-2 2-1-15,4-3-8 0,0 2 4 0,0 0 4 16,-3-2-6-16,3 0 2 0,-3 1 1 0,-2 0-1 16,4-1-3-16,-3 0 0 0,2 1-1 0,2-2 5 15,-1 2 3-15,0-2-5 0,-1 0 2 0,0-1-10 16,4 3 7-16,-3-2 0 0,0 0 5 0,0 0-1 16,-1-1 8-16,-1 1-14 0,-4-4-1 0,9 7 8 15,-5-6-4-15,-4-1-4 0,6 4-1 0,-6-4 4 16,5 5 5-16,-5-5-8 0,7 4 11 0,-7-4-11 15,5 5 4-15,-5-5 2 0,4 3-2 0,-4-3-2 16,6 3-1-16,-6-3-1 0,5 6-7 0,-5-6 8 16,0 0-6-16,0 0 1 0,7 5 2 0,-7-5 1 15,0 0 4-15,5 3 3 0,-5-3-2 0,4 3 2 16,-4-3-1-16,0 0 0 0,0 0-3 0,0 0 4 16,6 3 9-16,-6-3-17 0,0 0 12 0,0 0 1 15,0 0 3-15,0 0-8 0,0 0 5 0,0 0-1 16,0 0 1-16,0 0 1 0,0 0 0 0,0 0-8 15,0 0 4-15,0 0-2 0,0 0 1 0,0 0 2 16,0 0-3-16,0 0 4 0,0 0-7 0,0 0-2 0,0 0 8 16,0 0-7-16,0 0 6 0,0 0-8 15,0 0 10-15,0 0-2 0,0 0-4 0,0 0 3 16,0 0 3-16,0 0 2 0,0 0-18 0,0 0 6 16,0 0-2-16,0 0-1 0,0 0-7 0,0 0-9 15,0 0-8-15,0 0-9 0,0 0-7 0,-17 8-2 16,9-7-3-16,8-1-6 0,-13 2-5 0,5-2-1 15,-3 1-8-15,4 0-1 0,7-1 2 0,-18-1-67 16,9 0-144-16,2 0 64 0</inkml:trace>
  <inkml:trace contextRef="#ctx0" brushRef="#br0" timeOffset="-185296.82">14979 4349 14 0,'-5'-6'48'16,"5"6"-2"-16,-8-3-6 0,8 3 1 0,-8-3-3 16,8 3-1-16,-5-5 0 0,5 5-7 0,0 0-1 15,-9-7 4-15,9 7 3 0,-5-2-10 0,5 2-3 16,0 0 5-16,0 0-4 0,-6-5 0 0,6 5-1 16,0 0-10-16,0 0 16 0,0 0-8 0,0 0-8 15,0 0 17-15,0 0-4 0,0 0-2 0,0 0-11 16,0 0 9-16,16 15-8 0,-8-11 3 15,1 0-2-15,-1 0-1 0,4 2 4 0,-1-1-3 0,0-1-4 16,2 2 3-16,-3-1-4 0,1 1-8 0,0 0 12 16,-2 0-6-16,0 1 1 0,1 1 1 0,-2-2-3 15,-3-2 1-15,0 3 0 0,0-1 0 0,4 0-8 16,-3 2 4-16,1 1-3 0,-1-3 8 0,2 2 0 16,-3 0 5-16,0 1-2 0,0-2-7 0,1 1-5 15,0-1 11-15,0-1 0 0,2 2 4 0,-8-8-5 16,10 10-3-16,-5-6 2 0,-5-4-1 0,9 8 3 15,-4-4 1-15,-5-4-3 0,8 8 4 16,-8-8-7-16,6 9 5 0,0-6-3 0,-1 0 1 0,1 1 3 16,-2 1-5-16,-4-5 5 0,6 7-13 0,0-2 13 15,-1-1-6-15,-2 1 1 0,3-2-3 0,-2 2 2 16,1-1 3-16,1 1-2 0,1 0-2 0,1 0-5 16,-2 2-2-16,1-4 11 0,0 2-8 0,0 0-2 15,-1 1 6-15,0-2-7 0,0 0 9 0,1-1-5 16,-1 3 1-16,0-3-1 0,-3 1 1 0,3-1-1 15,-6-3 5-15,5 6-14 0,1-3 5 0,-6-3 0 16,5 3 9-16,-5-3-12 0,0 0 7 0,0 0-5 16,0 0 4-16,0 0 5 0,7 3-5 0,-7-3-5 15,0 0-6-15,0 0 17 0,0 0-3 0,0 0 13 16,0 0-14-16,0 0 11 0,0 0-13 0,0 0 10 16,-22 7-14-16,13-5 10 0,-2 0-10 0,0 2 5 15,1 0-5-15,-8 0 6 0,3 1 2 0,-2 3-3 16,0-1-2-16,-2 0 15 0,-1 0-12 0,2 1 5 15,-2 1-3-15,2 0-2 0,-6 3-2 0,0 3-13 16,5-5-20-16,-5 4-19 0,1 0-14 0,0 2-28 16,-3 1-20-16,2 0-57 0,0 2-183 0,0-6 81 15</inkml:trace>
  <inkml:trace contextRef="#ctx0" brushRef="#br0" timeOffset="-183146.55">15964 4724 8 0,'0'10'6'0,"0"2"2"0,1-1 1 16,-1 2 2-16,0-1 2 0,-1 1-4 15,4 2-9-15,-3 2 9 0,2-2 1 0,-1 2-4 0,-1-2 0 16,3 0 0-16,-1 1-1 0,2 0-2 0,1 0 5 16,-1-1-2-16,3-1 2 0,-1 1-4 0,-2 0-1 15,-2-2 1-15,2-1-3 0,0 1 2 16,1 3 1-16,-2 0 1 0,1 0 0 0,-4-5 2 15,2 2-6-15,3 4 3 0,-3-3-3 0,-1 2 1 16,3 0 6-16,-4 1-9 0,1-1-4 0,0 2 9 0,1-5 0 16,-2 4-4-16,2 1 6 0,-3 6-6 15,1-5 3-15,0 1-3 0,4 2-3 0,-2 4 6 0,1-5-1 16,-3-2 1-16,1 5 1 0,3 1 0 16,-4-1-5-16,2 2 3 0,2-2-2 0,-3 1 2 15,-1 1 4-15,3 0-4 0,-2-7 3 0,-1-1-3 16,0 9-2-16,2-8 5 0,-1 1-5 0,0-1 0 0,1-1 0 15,0 0-1-15,-1 0 8 0,1 0-6 16,-1-2 1-16,2 1 0 0,-1-3-3 0,-3 3 4 16,3-1 1-16,0 0 0 0,-2-4 0 0,-2 1-7 15,2-1-2-15,-1-1-3 0,0-1-3 0,0 2-8 16,1-12-17-16,-3 22-37 0,2-12 18 0</inkml:trace>
  <inkml:trace contextRef="#ctx0" brushRef="#br0" timeOffset="-182291.03">15996 6010 50 0,'0'0'81'0,"0"0"1"16,0 0-14-16,0 0-5 0,0 0 1 0,0 0-9 15,0 0-12-15,0 0-6 0,0 0 2 0,17-7 3 16,-17 7-3-16,0 0 4 0,14-4 0 0,-14 4-1 0,10-3-3 15,-10 3-5-15,9-3 1 0,-9 3 2 16,0 0-2-16,0 0-1 0,11-2-9 0,-11 2-4 16,0 0-3-16,0 0 1 0,0 0-1 0,0 0 0 15,0 0 1-15,13 0-6 0,-13 0-8 0,0 0 7 16,0 0-3-16,0 0 7 0,5 12-1 0,-5-12-9 16,0 0-1-16,2 15 1 0,-2-15-2 0,0 0 3 15,0 18 2-15,0-18-4 0,-3 18-6 0,3-18 2 16,-1 19 4-16,1-7-4 0,0-12 15 0,0 23-14 15,1-13 4-15,-1 3-5 0,1-2 2 0,1 1 4 16,0 0-5-16,1-1 1 0,-1 0 2 0,2 0-7 16,-1 0 7-16,2 1-2 0,-2-3 4 0,1 1-3 15,0-1-11-15,-4-9 22 0,4 13-6 0,-1-6-2 16,-3-7-9-16,2 13 2 0,-2-13 0 0,-2 14-1 16,2-14 3-16,-7 16-3 0,3-8 5 0,0 0-4 15,-2 3-2-15,-3-4 7 0,4 2-2 0,-1 1-6 16,-1-1-1-16,-3 1 7 0,2 0-6 0,3 0 10 15,-1 0-4-15,1-1-5 0,-3 2 1 0,4-1 6 16,2 1-6-16,-3 0 5 0,2-2-4 0,2 3-2 16,1-1 0-16,1 1 2 0,0-2-8 0,2 0-9 15,2 1 8-15,1 1-3 0,3 1 1 0,0 1-4 16,2-2 6-16,0 1 0 0,-3 3 4 0,1-3-6 0,-4-1 4 16,-1 0-1-16,1-1-14 0,-3-1 5 15,-2-10 3-15,3 22 6 0,-5-11-4 0,2-11 8 16,-3 20-9-16,-2-11 7 0,-2-1-5 0,7-8 5 15,-7 18-1-15,7-18 5 0,-10 14-5 0,5-5-2 16,5-9 2-16,-8 16-3 0,5-8-7 0,3-8-7 16,-3 22-8-16,3-12 2 0,0-10 2 0,3 23 3 15,1-8 2-15,1 0-1 0,1 1-1 0,-1 0 4 16,3-2 4-16,1 0-1 0,0 1-2 0,-1-1 8 16,-2-2-5-16,0-1 5 0,-2-2 3 0,1 4-5 15,-1-2 9-15,-4-11-4 0,1 22 6 0,-2-11 0 16,1-11-3-16,-6 21 10 0,-2-10 1 0,0-2-7 15,2 3 5-15,-3-3-1 0,-1 0 5 0,0 2-7 16,-3 2 4-16,3-5-3 0,-2 3-11 0,1-4-2 16,0 0-10-16,2 1-11 0,-1-1-17 0,1-3-48 15,2 3-106-15,7-7 47 0</inkml:trace>
  <inkml:trace contextRef="#ctx0" brushRef="#br0" timeOffset="-181957.29">16530 6440 8 0,'3'-6'195'15,"-2"-4"-18"-15,2 5-17 0,-3 5-26 0,2-6-14 0,-2 6-16 16,0 0-11-16,5-7-3 0,-5 7-18 0,0 0-8 16,0 0-8-16,0 0-2 0,7 21-7 0,-7-10 0 15,0 1-6-15,1 2-8 0,-1 1 3 0,-1 5-4 16,-1 4-6-16,2-5-5 0,-1-1 2 0,0 1-8 16,-2-1-4-16,2 2-24 0,0-2-3 0,2 1-16 15,-1-3-12-15,0 0-7 0,0-3-4 16,0-2-19-16,0 1-9 0,0-1-3 0,0 0-13 15,0-1-11-15,0-3-56 0,0-7-181 0,-1 10 80 0</inkml:trace>
  <inkml:trace contextRef="#ctx0" brushRef="#br0" timeOffset="-181620.77">16590 6440 53 0,'5'-2'103'0,"-5"2"-12"0,15 3-6 15,-15-3 4-15,12 5-24 0,-5-1 3 0,-4 0-3 16,3 1-12-16,-1 3-7 0,0 1 1 0,-4 1 4 16,0-3-12-16,-1 2-4 0,-2-1 1 0,-3 1-11 15,1 0 9-15,-4-1-4 0,3 1 4 0,-3-2 4 16,0 0-5-16,0-1-2 0,1-1 0 0,2-1-4 15,1 2-1-15,4-6-9 0,-10 6 2 0,8-3-4 16,2-3-1-16,-7 8 0 0,7-8 3 0,-2 8-11 16,2-8 7-16,1 9-4 0,-1-9 1 0,6 10-1 15,1-2 1-15,3-2-7 0,1 1-19 0,5 0 1 16,0-2-13-16,1 1-9 0,0 0-17 0,2-1-11 0,-2-1-18 16,2-1-25-16,-3 1-57 0,-2-2-177 15,-1-2 78-15</inkml:trace>
  <inkml:trace contextRef="#ctx0" brushRef="#br0" timeOffset="-181362.62">16882 6524 59 0,'0'0'110'0,"0"0"-2"0,0 0 15 15,0 0-7-15,14 12-12 0,-12-6 5 0,-1 2 9 16,1 2-9-16,-2 3-10 0,1 1-7 0,-1 1-15 15,-1 0-7-15,-2 3 0 0,-1-1-11 0,3 0-7 16,-5-4 7-16,3 1-14 0,1-4-1 0,-2 3-6 16,3-3-7-16,1 0 2 0,0 1-2 0,0-5-5 15,1 3-1-15,1-3 1 0,2 2-9 0,0-1 1 16,6 0-8-16,-1-3-20 0,3 1-13 0,7-2-23 16,1-2-20-16,0 0-20 0,1-1-23 0,9-2-22 15,-9 1-104-15,7-4-254 0,-7 1 112 0</inkml:trace>
  <inkml:trace contextRef="#ctx0" brushRef="#br0" timeOffset="-181268.22">17301 6750 93 0,'0'0'66'0,"2"-8"-26"0,-2 8-53 16,0 0-18-16,-2-10-35 0,2 10 16 0</inkml:trace>
  <inkml:trace contextRef="#ctx0" brushRef="#br0" timeOffset="-172102.88">16337 5557 30 0,'0'-8'68'0,"0"8"-12"0,0 0-9 15,0 0-6-15,0 0 1 0,0 0-6 0,3-11 1 16,-3 11-3-16,0 0-4 0,0 0-1 0,0 0-3 15,0 0-1-15,0 0-4 0,0 0-3 0,0 0 2 16,0 0-9-16,0 0 5 0,0 0-7 0,-4-7 0 16,4 7 2-16,0 0-4 0,0 0 1 0,0 0-3 15,0 0 0-15,0 0 3 0,0 0-1 0,0 0-7 16,0 0 4-16,0 0-6 0,0 0 4 0,0 0 0 16,0 0-1-16,0 0-1 0,0 0 1 0,0 0-1 15,0 0 0-15,0 0-3 0,0 0 5 0,0 0 2 16,0 0-6-16,8 20-3 0,-8-20 3 0,2 6 3 15,-2-6 1-15,1 7-5 0,-1-7 4 0,3 6-4 16,-3-6 2-16,0 0-1 0,3 6 2 0,-3-6 7 16,0 0-7-16,0 0-5 0,1 7 3 0,-1-7 2 15,0 0 1-15,0 0 6 0,0 12-5 0,0-12 0 16,0 7 2-16,0-7-2 0,-1 12 3 0,1-12 5 16,0 15-6-16,-2-8 4 0,2 3 6 0,0-3-1 15,0 4-4-15,0-2-4 0,2 1 4 0,-2-2-1 16,0 1 1-16,0-2-4 0,1 0-1 0,-1-7 1 15,0 11 4-15,1-5-3 0,-1-6-3 0,0 8 1 16,0-8 3-16,0 0-5 0,1 12 6 0,-1-12-3 16,2 8-1-16,-2-8 0 0,2 8 1 0,-2-8-6 15,4 7 5-15,-4-7-4 0,3 8 1 0,-3-8-2 0,3 7 9 16,-3-7-8-16,0 0 3 0,2 7 1 16,-2-7-5-16,0 0 1 0,0 0 0 0,0 0 7 15,0 0-2-15,1 6-4 0,-1-6 7 0,0 0-6 16,0 0 3-16,0 0 0 0,0 0-5 0,0 0 0 15,0 0 3-15,0 0-4 0,0 0-3 0,0 0 7 0,-17-13-4 16,17 13-1-16,0 0 0 0,-5-4-2 16,5 4 3-16,0 0 5 0,0 0-6 0,0 0 0 15,-6-3 6-15,6 3-3 0,0 0 1 0,0 0-4 16,0 0-2-16,0 0 1 0,0 0 0 0,0 0-7 16,0 0-8-16,0 0-10 0,0 0-4 0,0 0-6 15,0 0 1-15,0 0-11 0,0 0-13 0,0 0-39 16,17-4-109-16,-17 4 48 0</inkml:trace>
  <inkml:trace contextRef="#ctx0" brushRef="#br0" timeOffset="-171623.28">16542 5739 62 0,'0'0'70'0,"0"0"-8"0,0 0 0 0,0 0-10 16,0 0-5-16,0 0 0 0,0 0-5 0,0 0-8 16,0 0 8-16,0 0 5 0,0 0 0 15,0 0 4-15,0 0 8 0,0 0 1 0,0 0-3 16,0 0 5-16,0 0-9 0,2-5 1 0,-2 5-9 16,0 0-2-16,0 0-3 0,0 0 1 0,0 0-1 0,-2-14-4 15,2 14-2-15,1-7-6 0,-1 7-5 16,3-7-3-16,-3 7-6 0,5-10 5 0,-2 5-7 15,-3 5 3-15,8-8 0 0,-4 4-3 0,-4 4-6 16,8-6 2-16,-8 6-8 0,7-3 0 0,-7 3-3 16,0 0 3-16,12 0-2 0,-12 0 3 0,0 0-2 0,7 4-1 15,-7-4-1-15,6 7 4 0,-6-7-7 16,4 5 4-16,-4-5 4 0,2 7 1 0,-2-7-5 16,4 7 1-16,-4-7-2 0,0 0 0 0,4 7-2 15,-4-7 4-15,0 0 2 0,0 0-1 0,0 0 1 0,2 4 7 16,-2-4-2-16,0 0 2 0,0 0-10 0,0 0 13 15,0 0-6-15,0 0-2 0,0 0 0 16,0 0 2-16,0 0-13 0,0 0 5 0,0 0 4 16,10-10-7-16,-10 10-6 0,4-8-3 0,-4 8-1 0,4-5-7 15,-4 5-12-15,0 0-8 0,4-5-8 0,-4 5-5 16,0 0 0-16,0 0-4 0,0 0 0 0,0 0-8 16,0 0-13-16,0 0-68 0,9 15-161 15,-9-15 72-15</inkml:trace>
  <inkml:trace contextRef="#ctx0" brushRef="#br0" timeOffset="-171360.99">16778 5722 61 0,'-1'-9'121'0,"1"9"2"16,0-11-6-16,0 11-15 0,1-13-7 0,0 7-6 0,-1 6-11 15,3-13-11-15,0 8-8 0,-3 5-4 0,3-12-1 16,-3 12-14-16,6-6 2 0,-6 6-12 16,3-5-1-16,-3 5-3 0,0 0-3 0,9-2-2 0,-9 2-3 15,0 0-4-15,0 0 0 0,13 11 7 0,-13-11-11 16,8 13-5-16,-2-7-10 0,-1 5-18 0,0-3-10 16,-1 4-21-16,1-4-11 0,2 3-10 15,-1-2-30-15,-2 1-54 0,-2-2-173 0,-2-8 76 16</inkml:trace>
  <inkml:trace contextRef="#ctx0" brushRef="#br0" timeOffset="-170733.17">16016 5384 7 0,'0'0'65'0,"8"5"2"0,-4-2-4 0,-4-3 1 16,10 1-10-16,-10-1-2 0,16-2-5 0,-8 0-7 16,4-1-7-16,3-4-16 0,3 2-1 0,1-2-20 15,-1 1-17-15,0-2-19 0,0 1-37 0,-3-3-84 0,2 1 38 16</inkml:trace>
  <inkml:trace contextRef="#ctx0" brushRef="#br0" timeOffset="-166049.65">15297 4770 101 0,'0'0'104'16,"0"0"-8"-16,0 0-9 0,0 0-8 0,0 0-10 15,0 0-10-15,0 0 3 0,0 0-12 0,0 0-2 16,0 0-7-16,0 0-2 0,0 0-6 0,0 0-1 0,0 0-6 15,0 0-14-15,0 0-9 0,0 0-10 16,0 0-17-16,0 0-11 0,0 0-10 0,0 0-28 16,0 0-54-16,0 0-136 0,0 0 60 0</inkml:trace>
  <inkml:trace contextRef="#ctx0" brushRef="#br0" timeOffset="-161111.72">15207 4717 6 0,'0'0'0'0,"0"0"-1"0,0 0-2 0</inkml:trace>
  <inkml:trace contextRef="#ctx0" brushRef="#br0" timeOffset="-158286.28">15790 4410 2 0,'0'0'27'0,"0"0"-11"0,0 0 2 15,0 0-2-15,0 0 2 0,0 0-3 0,0 0-4 16,0 0-2-16,0 0 4 0,0 0-1 0,0 0-5 16,0 0 0-16,0 0 2 0,0 0-3 0,0 0-1 15,0 0-3-15,0 0 0 0,0 0-2 0,0 0 2 16,0 0-2-16,0 0 5 0,0 0 1 0,0 0-8 16,0 0 7-16,0 0 0 0,0 0-1 0,0 0 4 15,0 0 0-15,0 0-3 0,0 0-4 0,0 0 5 16,0 0-1-16,0 0 1 0,0 0-3 0,0 0-3 15,0 0 3-15,0 0-2 0,0 0 6 0,0 0-8 16,0 0 0-16,0 0 2 0,0 0 0 0,0 0 2 16,0 0-4-16,0 0 4 0,0 0-7 0,0 0 2 15,0 0 0-15,0 0 4 0,0 0-5 0,0 0-2 16,0 0 4-16,0 0-2 0,0 0-1 0,0 0 1 16,0 0 4-16,0 0 1 0,0 0-2 0,0 0 5 15,0 0-5-15,0 0-4 0,0 0 0 0,0 0 0 16,0 0 5-16,0 0 2 0,0 0-1 0,0 0-5 15,0 0-5-15,0 0 5 0,0 0-5 0,0 0-3 16,0 0-3-16,0 0-2 0,0 0-2 0,0 0 3 16,-7 14 0-16,7-14-9 0,0 0 22 0,0 0-18 15,0 0-22-15,-4 7 11 0</inkml:trace>
  <inkml:trace contextRef="#ctx0" brushRef="#br0" timeOffset="-156328.28">15310 4616 33 0,'0'0'31'0,"0"0"-25"15,0 0-18-15,0 0-13 0,0 0 6 16</inkml:trace>
  <inkml:trace contextRef="#ctx0" brushRef="#br0" timeOffset="-151979.91">5390 4701 59 0,'7'1'56'0,"-7"-1"-2"0,0 0-4 15,0 0-2-15,0 0-1 0,11-1-11 0,-11 1 0 16,0 0-9-16,0 0 6 0,0 0-5 0,0 0 0 16,0 0 2-16,0 0-5 0,0 0 1 0,0 0 2 15,0 0-1-15,0 0 0 0,0 0 7 0,0 0-1 16,0 0-17-16,0 0 8 0,0 0 5 0,0 0-3 16,8-1-3-16,-8 1 11 0,0 0-1 0,0 0-2 15,0 0 6-15,0 0-3 0,0 0-2 0,0 0-2 16,0 0-2-16,0 0 0 0,0 0 4 0,0 0-5 15,0 0-4-15,0 0 5 0,0 0-5 0,0 0-3 16,0 0-1-16,0 0 3 0,0 0-6 0,0 0 3 16,0 0-5-16,0 0 7 0,0 0-9 0,0 0-6 15,0 0 5-15,0 0-4 0,0 0 4 0,0 0-6 16,0 0-3-16,0 0-10 0,0 0-22 0,0 0-12 16,0 0-23-16,0 0-5 0,0 0-3 0,0 0-9 15,0 0-4-15,4 9-13 0,-4-9-51 0,5 8-163 16,-4-4 72-16</inkml:trace>
  <inkml:trace contextRef="#ctx0" brushRef="#br0" timeOffset="-149316.62">5630 4582 22 0,'0'0'84'0,"0"0"-5"0,0 0-7 0,0 0-9 15,0 0 0-15,0 0-7 0,0 0-7 16,0 0-7-16,0 0 4 0,0 0-9 0,0 0 8 0,0 0-6 16,0 0-1-16,0 0-5 0,0 0 2 15,0 0-4-15,0 0 0 0,0 0 0 0,0 0-1 0,0 0-2 16,0 0 2-16,0 0-9 0,0 0 10 0,0 0-11 15,0 0 14-15,0 0-15 0,0 0-5 0,0 0 6 16,0 0 3-16,0 0-7 0,0 0 7 16,0 0-4-16,0 0-3 0,0 0-3 0,0 0 1 0,0 0 3 15,0 0-3-15,0 0 9 0,0 0-15 0,0 0 0 16,0 0 5-16,0 0-6 0,0 0 9 0,0 0-6 16,0 0 0-16,0 0 2 0,0 0-4 0,0 0 6 15,0 0-3-15,0 0-2 0,0 0-3 16,0 0 2-16,0 0 1 0,0 0 0 0,0 0 0 0,0 0 3 15,15-14-1-15,-15 14-6 0,0 0 5 0,8-4-5 16,-8 4-1-16,4-4 0 0,-4 4 0 0,0 0-2 16,5-7 2-16,-5 7 1 0,0 0-5 0,5-4 4 15,-5 4 0-15,0 0 0 0,7-3-4 0,-7 3-1 16,0 0 4-16,4-5-1 0,-4 5-1 0,0 0 2 16,0 0-1-16,0 0-3 0,0 0 5 0,0 0-7 15,0 0 5-15,6-5-6 0,-6 5 0 0,0 0 3 16,0 0 1-16,0 0 0 0,0 0-1 0,0 0 3 15,0 0-6-15,0 0 9 0,0 0-10 0,0 0 7 16,0 0-1-16,0 0-1 0,0 0 2 0,0 0-2 16,0 0-3-16,0 0 0 0,0 0 0 0,0 0 1 15,0 0 4-15,0 0-7 0,0 0 7 0,0 0-1 16,0 0-2-16,0 0-1 0,0 0 6 0,0 0-5 16,0 0-2-16,0 0 3 0,0 0-7 0,0 0 5 15,0 0 1-15,0 0-3 0,0 0 6 0,0 0-2 16,0 0-4-16,0 0 7 0,0 0-5 0,0 0 0 15,0 0-3-15,0 0 3 0,0 0 8 0,0 0-10 16,0 0 2-16,0 0 3 0,0 0-4 0,0 0 3 16,0 0 1-16,0 0-4 0,0 0 4 0,0 0-5 15,0 0 1-15,0 0-4 0,0 0 5 0,0 0 0 16,0 0 4-16,0 0-3 0,0 0 1 0,0 0-1 16,0 0 2-16,0 0-4 0,0 0 2 0,0 0 0 15,0 0-4-15,0 0 10 0,0 0-6 0,0 0-1 16,0 0 0-16,0 0-2 0,0 0 2 0,0 0 0 15,0 0 2-15,0 0 0 0,0 0 1 0,0 0-1 16,0 0 3-16,0 0-3 0,0 0 3 0,0 0 1 16,0 0-4-16,0 0 0 0,0 0-5 0,0 0 5 15,0 0 1-15,0 0-7 0,0 0 7 0,0 0-1 16,0 0 3-16,0 0 0 0,0 0-4 0,0 0 1 16,0 0-4-16,0 0 2 0,0 0-6 0,0 0-6 15,0 0 1-15,0 0-5 0,0 0-3 0,0 0-11 16,0 0 1-16,0 0-15 0,0 0-10 0,0 0-1 15,0 0-9-15,-9 21-14 0,9-21-10 0,-2 7 3 16,2-7-60-16,-3 10-158 0,3-10 71 0</inkml:trace>
  <inkml:trace contextRef="#ctx0" brushRef="#br0" timeOffset="-148453.99">15431 4767 15 0,'0'0'53'0,"0"0"-1"16,0 0-15-16,-1-6-16 0,1 6-15 0,0 0-10 15,0 0-26-15,0 0-33 0,0 0 14 0</inkml:trace>
  <inkml:trace contextRef="#ctx0" brushRef="#br0" timeOffset="-147493.01">15917 5310 53 0,'6'-6'125'0,"-6"6"0"15,5-8-7-15,-5 8 0 0,4-4 0 0,-4 4-11 16,4-6-15-16,-4 6-5 0,0 0-11 0,6-4-10 16,-6 4-7-16,0 0-8 0,0 0-5 0,0 0-3 15,0 0-1-15,9-1-6 0,-9 1-8 0,0 0-7 16,11 6 3-16,-6-1-7 0,3-1 1 0,1 5-2 15,1-2-2-15,0 2 5 0,-3 1-7 0,4 1 1 16,-4 0-3-16,5 2-2 0,-5-2 4 0,4 1-5 16,-3 2 2-16,2 0-1 0,-5-4 1 0,0 0 0 15,2 0-1-15,0 0 0 0,-2-1-3 0,0-2 6 16,0-1-5-16,-2 0 1 0,2 1-4 0,-3-2 1 16,-2-5 2-16,7 7 5 0,-5-3 1 0,-2-4 5 15,0 0 5-15,4 6 5 0,-4-6 9 0,0 0 4 16,4 4 10-16,-4-4 4 0,0 0 4 0,0 0 7 15,0 0-6-15,0 0-4 0,0 0-8 0,0 0-1 16,13-10-8-16,-11 1-3 0,5 1-7 0,-1-3 1 16,4-3-3-16,2-1-5 0,1 0-5 0,2-1-5 15,2-3-9-15,2-1-6 0,1 0-8 0,-1 2-7 0,-2 6-4 16,-2-2-17-16,1 2-22 0,-1 2-16 0,-1 1-19 16,-4 2-15-16,-1 2-43 0,-2 1-159 15,-2 2-338-15,-5 2 150 0</inkml:trace>
  <inkml:trace contextRef="#ctx0" brushRef="#br0" timeOffset="-130075.55">9877 5877 27 0,'0'0'24'0,"0"0"-11"15,0 0-15-15,0 0-9 0,0 0-11 0,0 0 5 16</inkml:trace>
  <inkml:trace contextRef="#ctx0" brushRef="#br0" timeOffset="-128793.93">9606 5617 2 0,'0'0'10'16,"0"0"0"-16,0 0 1 0,0 0-3 0,0 0 3 16,0 0-4-16,0 0 0 0,0 0 2 0,0 0 0 15,0 0 3-15,0 0 2 0,0 0-1 0,0 0 1 16,0 0 2-16,0 0-3 0,0 0 1 0,0 0 1 16,0 0 1-16,0 0-1 0,0 0-4 0,0 0 6 15,0 0-7-15,0 0 2 0,0 0 1 0,0 0-2 16,0 0-2-16,0 0-2 0,0 0 0 0,0 0-1 15,0 0 2-15,0 0-1 0,0 0-2 0,0 0 4 16,0 0-4-16,0 0 0 0,0 0-4 0,0 0 5 16,0 0-2-16,0 0-1 0,0 0 1 0,0 0-2 15,0 0 3-15,0 0-6 0,0 0 3 0,0 0-4 16,0 0 2-16,0 0 1 0,0 0-1 0,0 0 1 16,0 0-2-16,0 0 3 0,0 0 0 0,0 0-4 0,0 0 1 15,0 0-4-15,0 0 7 0,0 0-2 0,0 0 0 16,0 0-4-16,0 0 1 0,0 0 1 15,0 0 7-15,0 0-6 0,0 0 3 0,0 0 2 16,0 0-5-16,0 0-3 0,0 0 7 0,0 0 5 16,0 0-4-16,0 0-7 0,0 0 9 0,0 0-6 0,0 0-1 15,0 0-1-15,0 0 0 0,0 0 2 16,0 0-1-16,0 0 4 0,0 0-5 0,0 0 4 16,0 0 1-16,0 0 3 0,0 0-8 0,0 0 0 15,0 0 0-15,0 0 4 0,0 0-4 0,0 0 3 0,0 0-1 16,0 0 3-16,0 0-3 0,0 0 2 0,0 0-7 15,0 0 2-15,0 0-1 0,0 0 4 16,0 0 0-16,0 0 0 0,0 0 0 0,0 0-2 16,0 0-2-16,0 0 5 0,0 0-1 0,0 0 1 15,0 0-6-15,0 0 6 0,0 0 2 0,0 0-6 0,0 0 2 16,0 0-1-16,0 0-1 0,0 0-2 0,0 0-4 16,0 0 1-16,0 0 6 0,0 0-5 0,5 8 7 15,-5-8-5-15,0 0 2 0,0 0 1 16,0 0 0-16,0 0 0 0,0 0-2 0,0 0-1 15,0 0 0-15,0 0-4 0,0 0-2 0,0 0-1 0,0 0-7 16,0 0 0-16,0 0 2 0,-3 12-2 0,3-12 2 16,0 0 3-16,0 0-18 0,0 0-34 0,0 0 15 15</inkml:trace>
  <inkml:trace contextRef="#ctx0" brushRef="#br0" timeOffset="-112015.92">9760 6819 18 0,'0'0'33'0,"0"0"-3"0,0 0-6 0,0 0-3 16,0 0-4-16,0 0-10 0,0 0-8 0,-16-10-2 15,16 10 1-15,0 0-7 0,-9 4-14 16,9-4-24-16,0 0 11 0</inkml:trace>
  <inkml:trace contextRef="#ctx0" brushRef="#br0" timeOffset="-110223.13">2613 7300 24 0,'6'-7'37'0,"1"0"-5"0,2 0-2 16,-2-1-7-16,1 1-1 0,5-5-8 0,-2 3-1 15,5-5-10-15,2 3 4 0,6-4-4 0,1-2-3 16,0-2-35-16,7 2-38 0,-3-1 18 0</inkml:trace>
  <inkml:trace contextRef="#ctx0" brushRef="#br0" timeOffset="-15458.25">23227 9326 18 0,'0'0'25'0,"0"0"-3"0,1-8-9 0,-1 8-6 0,0 0-22 15,0 0-15-15,0 0 8 0</inkml:trace>
  <inkml:trace contextRef="#ctx0" brushRef="#br0" timeOffset="51108.06">2993 6156 47 0,'0'0'43'15,"1"-52"-2"-15,-1 52-6 0,0 0-5 0,-13-22-3 0,13 22-30 16,0 0-34-16,0 0-40 0,0 0 18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09:49:28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10073 4274 14 0,'0'0'37'0,"0"0"-3"0,0 0-5 0,0 0-3 0,0 0 7 16,0 0-14-16,0 0-3 0,0 0 4 0,0 0-14 16,0 0 5-16,0 0 0 0,0 0 3 0,0 0-2 15,0 0-2-15,0 0-8 0,0 0 10 0,0 0-9 16,0 0 1-16,0 0 1 0,0 0-1 0,1 8-2 16,-1-8 7-16,0 0-3 0,0 0-2 0,0 0-2 15,0 0-1-15,0 0-1 0,0 0 0 0,0 0 4 16,0 0 1-16,0 0-6 0,0 0-4 0,0 0-3 15,0 0 2-15,0 0 0 0,0 0 0 0,0 0-3 16,0 0 7-16,0 0-6 0,0 0 5 0,0 0-5 16,0 0 4-16,0 0-1 0,0 0 3 0,0 0-6 15,0 0 6-15,0 0-7 0,0 0-1 0,0 0 8 16,0 0-2-16,0 0 0 0,0 0 1 0,0 0-2 16,0 0 3-16,0 0-6 0,0 0 5 0,0 0 3 15,0 0-3-15,0 0-2 0,0 0 2 0,0 0 3 16,0 0 0-16,0 7-1 0,0-7 0 0,0 0 5 15,0 0 1-15,0 0-9 0,0 0 8 0,0 0-7 16,0 0 2-16,0 0 0 0,0 0-1 0,0 0 2 16,0 0 0-16,0 0 0 0,0 0-1 0,0 0 1 15,0 0 3-15,0 0-6 0,0 0 5 0,0 0-11 16,0 0 8-16,0 0 4 0,0 0-6 0,0 0 0 16,0 0 3-16,0 0-1 0,0 0 5 0,0 0-7 15,0 0 7-15,0 0-9 0,0 0 9 0,0 0-2 16,0 0-5-16,0 0 1 0,0 0 0 0,0 0 3 15,0 0 2-15,0 0-1 0,0 0-3 0,0 0 3 16,0 0-3-16,0 0-1 0,0 0-2 0,0 0 1 16,0 0-3-16,0 0 3 0,0 0-2 0,0 0 1 15,0 0-6-15,0 0 5 0,0 0 3 0,0 0 0 16,0 0-3-16,0 0-4 0,0 0 6 0,0 0-3 16,0 0 2-16,0 0 0 0,0 0-1 0,0 0 3 15,0 0 2-15,0 0-1 0,0 0-7 0,0 0 2 16,0 0 8-16,0 0-4 0,4 6-2 0,-4-6 4 15,0 0 0-15,0 0-2 0,0 0 1 0,0 0-1 16,0 0 3-16,0 0-6 0,0 0 3 0,0 0 0 16,0 0 1-16,0 0-2 0,0 0 7 0,0 0-4 15,0 0 3-15,1 7-3 0,-1-7-1 0,0 0-1 16,0 0-1-16,0 0-3 0,0 0 8 0,0 0-2 16,0 0-6-16,0 0 6 0,0 0-4 0,0 0 3 15,0 0-2-15,0 0-1 0,5 3 1 0,-5-3 1 16,0 0 1-16,0 0-3 0,0 0 3 0,0 0 0 15,0 0 4-15,0 0-6 0,0 0-1 0,0 0 3 16,0 0-3-16,0 0 6 0,0 0-3 0,0 0 2 16,0 0-5-16,0 0 5 0,0 0-2 0,0 0 3 15,0 0-5-15,0 0 6 0,5 5-2 0,-5-5-1 16,0 0 3-16,0 0-7 0,0 0 9 0,0 0-4 16,0 0-3-16,0 0 0 0,0 0 1 0,0 0 4 15,0 0-2-15,0 0 0 0,0 0 0 0,0 0-1 16,0 0-4-16,0 0 2 0,0 0 1 0,0 0 1 15,0 0 0-15,4 5-2 0,-4-5 1 0,0 0 2 16,0 0-1-16,0 0 2 0,0 0-1 0,0 0-4 16,0 0 2-16,0 0-2 0,0 0 5 0,0 0-2 15,0 0 3-15,0 0-1 0,0 0-4 0,0 0 1 16,0 0 1-16,0 0 1 0,0 0-1 0,0 0-7 16,0 0-7-16,0 0 24 0,0 0-9 0,0 0-3 15,0 0-3-15,0 0-6 0,0 0 22 0,0 0-14 16,0 0 3-16,0 0-1 0,0 0-1 15,0 0-2-15,0 0 7 0,0 0-4 0,0 0 2 0,0 0-1 16,0 0-3-16,0 0-3 0,0 0 1 0</inkml:trace>
  <inkml:trace contextRef="#ctx0" brushRef="#br0" timeOffset="27867.49">7777 3977 5 0,'8'-2'14'0,"4"1"-2"16,2-1 1-16,2 0-8 0,3 1 1 0,9 1-3 15,1 0 4-15,3 0-12 0,3 3-5 0,2-1-12 16,2 3 6-16</inkml:trace>
  <inkml:trace contextRef="#ctx0" brushRef="#br0" timeOffset="30326.54">12460 3921 1 0,'-19'2'15'0,"7"-2"-3"15,0 0 2-15,0 0-3 0,4 1 2 0,8-1-6 16,-12 0 1-16,12 0 3 0,-8 3-1 0,8-3 1 16,0 0 7-16,0 0 2 0,0 0-3 0,0 0-2 15,25 3 4-15,-4-5 11 0,2 1-5 0,6-1-1 16,2 0 7-16,1 2-9 0,1 0-10 0,-1-2 8 15,-1 4-1-15,1-2-2 0,-5-2-3 0,-6 4-9 16,1-5 4-16,-5 3 3 0,0 0-5 0,-4 0-5 16,1 0 7-16,-3 0-3 0,0 0-1 0,-2 1 2 15,-4 1-1-15,-5-2 1 0,10 0-9 0,-10 0 4 16,0 0-4-16,0 0-1 0,0 0 4 0,0 0-1 16,0 0-4-16,0 0-6 0,-42-2 5 0,19 5 5 15,-4-3-7-15,-2 1 8 0,0 1-4 0,2-2-5 16,5 1 5-16,-5 1-1 0,6-2 2 0,-1 2 3 15,4-2-2-15,6 1 2 0,0 0 6 16,5-1-2-16,7 0 1 0,-14 2 7 0,14-2-3 0,-9 0-2 16,9 0-5-16,0 0 1 0,0 0-2 0,-4 3 9 15,4-3-2-15,0 0 4 0,0 0-1 0,40 0-1 16,-20-1-8-16,12 0 11 0,1 0-3 0,3-2-6 16,0 2-3-16,5 1-17 0,-7 0-12 0,4 2-65 15,-3 1-100-15,-3-1 45 0</inkml:trace>
  <inkml:trace contextRef="#ctx0" brushRef="#br0" timeOffset="131203.69">9786 5249 25 0,'0'0'22'15,"0"0"6"-15,0 0-8 0,3-8 7 0,-3 8-14 16,0 0 1-16,0 0 0 0,0 0-2 0,0 0 0 16,0 0-3-16,0 0 0 0,-3-10-3 0,3 10 2 15,0 0-5-15,0 0 5 0,0 0-4 0,-6-7-1 16,6 7-2-16,0 0 5 0,-8-3-2 0,8 3-2 16,0 0-10-16,0 0-3 0,-7-3-1 0,7 3-3 15,0 0-19-15,0 0-38 0,0 0 17 0</inkml:trace>
  <inkml:trace contextRef="#ctx0" brushRef="#br0" timeOffset="148277.74">7689 5000 36 0,'0'0'45'0,"0"0"-14"0,-6-5 3 0,6 5-1 16,0 0-4-16,0 0 0 0,0 0 1 0,0 0-2 0,0 0-3 16,-5-6-1-16,5 6 0 0,0 0 4 0,0 0-4 15,0 0 0-15,0 0 7 0,0 0-8 16,-5-4 13-16,5 4-16 0,0 0 2 0,0 0 1 16,0 0-5-16,0 0 0 0,0 0-4 0,0 0 8 15,-7-4-6-15,7 4-4 0,0 0-2 0,0 0 1 16,0 0 1-16,0 0 2 0,0 0 1 0,0 0-9 15,0 0 4-15,0 0-8 0,0 0-10 0,0 0 16 16,0 0-6-16,0 0-12 0,0 0-17 0,0 0-8 16,0 0-16-16,0 0-13 0,0 0-35 0,0 0-108 15,0 0 48-15</inkml:trace>
  <inkml:trace contextRef="#ctx0" brushRef="#br0" timeOffset="149919.31">9846 5556 28 0,'0'0'69'0,"0"0"-10"0,0 0-6 0,0 0-2 0,0 0-7 15,0 0-8-15,0 0-2 0,0 0-5 0,0 0 1 16,0 0-7-16,0 0 2 0,0 0-3 15,0 0-3-15,0 0 2 0,0 0-4 0,0 0 1 16,0 0-2-16,0 0 3 0,0 0-3 0,0 0 4 16,0 0-4-16,0 0 2 0,0 0-2 0,0 0 0 15,0 0 5-15,0 0-8 0,0 0 1 0,0 0 0 0,0 0 2 16,0 0 1-16,0 0-1 0,0 0-1 16,0 0 0-16,0 0 3 0,0 0-6 0,0 0 4 15,0 0-4-15,0 0-1 0,0 0 6 0,0 0-6 16,0 0 1-16,0 0-3 0,0 0 3 0,0 0-1 15,3-6-4-15,-3 6-1 0,0 0 0 0,0 0 6 16,0 0-2-16,0 0-5 0,0 0 1 0,0 0 7 16,0 0-4-16,0 0-1 0,0 0-1 0,0 0-7 15,0 0 3-15,0 0 0 0,0 0 0 0,0 0 3 16,0 0-7-16,0 0 8 0,0 0-4 0,0 0-3 16,0 0 3-16,0 0-6 0,0 0 10 0,0 0-4 0,0 0 2 15,0 0-1-15,0 0 1 0,0 0 3 16,0 0-9-16,0 0-4 0,0 0-2 0,0 0 6 15,0 0-1-15,0 0 1 0,0 0 4 0,0 0-2 16,0 0-4-16,0 0 3 0,0 0 1 0,0 0-8 16,0 0 5-16,0 0 3 0,0 0-3 0,0 0 5 0,0 0 2 15,0 0 0-15,0 0-4 0,0 0-3 0,0 0 2 16,0 0 4-16,0 0-2 0,0 0-7 16,0 0 5-16,0 0-7 0,0 0 4 0,0 0 2 15,0 0 3-15,0 0-8 0,0 0 7 0,0 0-2 16,0 0-1-16,0 0 1 0,0 0 6 0,0 0-5 0,0 0-2 15,0 0 6-15,0 0 0 0,0 0-7 16,0 0 5-16,0 0-9 0,0 0 4 0,0 0-1 16,0 0 2-16,0 0 1 0,0 0-1 0,0 0 10 15,0 0-1-15,0 0-5 0,0 0 1 0,0 0-6 16,0 0 3-16,0 0 0 0,0 0-5 0,0 0 5 0,0 0-1 16,0 0 6-16,0 0-5 0,0 0 1 0,0 0 1 15,0 0-5-15,0 0 2 0,0 0 0 0,0 0 3 16,0 0-1-16,0 0-8 0,0 0 3 15,0 0 4-15,0 0-1 0,0 0 2 0,0 0-2 16,0 0 0-16,0 0 0 0,0 0 0 0,0 0-2 0,0 0-1 16,0 0-8-16,0 0-11 0,0 0-12 0,0 0-2 15,0 0-6-15,0 0-17 0,0 0-10 0,0 0-67 16,1 21-147-16,-1-21 65 0</inkml:trace>
  <inkml:trace contextRef="#ctx0" brushRef="#br0" timeOffset="151468.91">9735 5634 19 0,'0'0'48'0,"0"0"0"0,0 0-2 0,0 0-5 16,0 0-4-16,0 0 2 0,0 0-9 15,0 0-9-15,0 0 1 0,0 0-5 0,0 0 2 0,0 0-4 16,0 0 0-16,0 0-4 0,0 0 4 0,0 0 0 15,0 0-8-15,0 0 4 0,0 0-4 16,0 0-3-16,0 0 5 0,0 0 0 0,0 0 1 0,0 0-5 16,0 0 1-16,0 0-3 0,0 0 4 0,0 0-3 15,0 0-1-15,0 0 1 0,0 0 2 0,0 0-7 16,0 0 0-16,0 0 1 0,0 0-1 16,0 0-1-16,0 0 8 0,0 0-3 0,0 0-5 0,0 0 3 15,0 0 0-15,0 0 0 0,0 0-5 0,0 0 1 16,0 0 14-16,0 0-15 0,0 0 5 15,0 0-4-15,0 0 1 0,0 0 2 0,0 0-4 16,0 0 5-16,0 0 0 0,0 0-3 0,0 0 1 16,0 0-4-16,0 0 4 0,0 0 0 0,0 0 2 0,0 0 0 15,0 0-2-15,0 0 1 0,0 0 5 0,0 0-4 16,0 0-1-16,0 0 0 0,0 0 2 16,0 0 1-16,0 0-3 0,0 0 2 0,0 0-1 15,0 0-4-15,0 0 1 0,0 0 7 0,0 0 5 0,0 0-11 16,0 0 1-16,0 0-1 0,0 0 1 15,0 0 0-15,0 0-5 0,0 0 4 0,0 0 0 0,0 0 2 16,0 0-4-16,0 0 0 0,0 0 4 0,0 0-1 16,0 0 3-16,0 0-1 0,0 0-4 0,0 0 5 15,0 0-2-15,0 0-2 0,0 0 4 16,0 0-3-16,0 0 2 0,0 0-1 0,0 0-3 16,0 0 1-16,0 0 1 0,0 0-10 0,0 0 1 0,0 0-6 15,0 0-6-15,0 0-5 0,0 0-11 0,0 0-3 16,0 0-28-16,0 0-73 0,3 6 33 0</inkml:trace>
  <inkml:trace contextRef="#ctx0" brushRef="#br0" timeOffset="153337.65">7813 10992 64 0,'0'0'68'0,"-5"-9"-15"0,5 9-2 15,-6-8-6-15,6 8 0 0,-3-6-5 0,3 6-11 16,0 0 4-16,0 0-5 0,-4-7-9 0,4 7 1 16,0 0-4-16,0 0-4 0,0 0-6 0,0 0 6 15,0 0-10-15,0 0-1 0,-2-7 8 0,2 7-5 16,0 0-6-16,0 0-1 0,0 0 3 0,0 0 3 15,0 0-7-15,0 0 4 0,20 9 2 0,-20-9-1 16,13 3 1-16,-4 2-3 0,4-2 1 0,0 1-1 16,3 0 5-16,3 2-4 0,2-1 2 0,7 4-2 15,-3-2-3-15,5 1 8 0,-1-3-5 0,0 2-1 16,3 2-3-16,0-3 9 0,2 0-9 0,2 1 6 16,1 0-2-16,2 1 0 0,14 0 10 0,-2 1-11 15,1-2 4-15,-14-1 4 0,17 1-2 0,-5 0 3 16,5-1-5-16,-1-1 1 0,0 0 2 0,-2-1-2 15,2 0 9-15,2-2-9 0,3 1-3 0,-4 1 23 16,3-4-24-16,0 0 4 0,2 1-1 0,-1-3 3 16,-2 0-2-16,1 0 0 0,-1 2-9 0,-3-2 10 15,1 0 5-15,0 0-3 0,-3-1-6 0,-3 2 5 0,-8-1 1 16,-3 1-7-16,2-1 4 0,-2 2 2 16,2 0-10-16,-1 2 9 0,-2-1-5 0,0 1 1 15,2-1 0-15,-6 2 2 0,3-2 4 0,-4 2-3 16,-2-1-2-16,2-1 0 0,2 0-4 0,-3 2 2 15,1-3 5-15,2 1-4 0,2-1 0 0,-2-1 2 16,3 0 0-16,-1 1 5 0,0-3-5 0,1 3-2 16,-1-3-4-16,-2 3 3 0,0-2 5 0,-3 1-5 15,0 0-2-15,-4-1 1 0,-6 2-1 0,1-1 1 16,1 1-4-16,-4 0-1 0,3 1 8 0,-2-2-9 0,1 1-5 16,-1 1-8-16,3 1-1 0,-3-2-6 15,0 1-12-15,2-1-5 0,-3 1-12 0,-1 1-31 16,-4-2-94-16,4 0 43 0</inkml:trace>
  <inkml:trace contextRef="#ctx0" brushRef="#br0" timeOffset="154355.69">8691 12594 4 0,'13'0'41'15,"-3"-2"-8"-15,2 2-4 0,2 0 1 0,-1 2-1 16,-1-2-5-16,1 1 1 0,1 1-6 0,0-1 3 15,4 2 1-15,-1 0-1 0,2 1-5 0,0-1 0 16,3 0-3-16,-1 0-3 0,-1 2 3 0,1 0-5 16,6-1 3-16,-5 0-2 0,4 4 1 0,3-1-8 15,-1 0 2-15,3 0 4 0,-3 0-8 0,1 1 6 0,2-2 2 16,1 0 1-16,1 1-2 0,3 0 5 16,0-3-3-16,-2 2 0 0,1-2 1 0,2 1-4 15,0-2 3-15,2 3-6 0,-2-3-7 0,2 4 7 16,-1-4-1-16,3 0-8 0,9 3 6 0,-14-2 1 15,3 2 5-15,-2-3-5 0,0 4 3 0,14 0-1 0,-13 0 2 16,-3-1-4-16,16 4 2 0,-15-4 0 16,1 1-6-16,-1 2 3 0,0-3 2 0,1 2-4 15,1 1 0-15,1-1 2 0,-1 0 6 0,3 1-9 16,8-2 3-16,-10-2 0 0,-1 0-2 0,1-2 1 16,-1 1 2-16,12 1-1 0,-10-4-3 0,-1 2 5 0,1-2-1 15,-1-1-4-15,12 2 3 0,-13-1-3 0,-3 1-4 16,3-2 7-16,-4 0 4 0,-2 2-8 15,2 0 2-15,1-1-3 0,-2 3 2 0,-4-4-5 16,2 3 8-16,2-1-4 0,-1 0 3 0,0 1 2 16,-1-3 1-16,1 3-3 0,-5-2 6 0,5 2-4 0,-4-2 5 15,-1 1-12-15,3 0 7 0,-4-2 1 0,3 4-1 16,-2-3-7-16,5 1 0 0,-2 1 4 16,-2-1 1-16,4 0 6 0,0 1-3 0,-2-1 2 15,2 0-4-15,-4 1-3 0,0 0-2 0,0 0 1 0,3 1 0 16,0-2 3-16,1 3 0 0,-1-1-3 0,0 1 1 15,4 1 1-15,-2-2-1 0,2 0-2 16,2 1-2-16,-3 2-4 0,2-2 1 0,0-1-2 16,0-1 2-16,1 1-1 0,2 2 2 0,-1-6 2 15,0 0-4-15,16-2 0 0,-16 4 4 0,14-4 4 0,-14 1-9 16,2 0-1-16,12-2 0 0,0 3-3 0,-14 0-9 16,2-4-1-16,12 1 10 0,-14-1 3 15,14 3-2-15,-14-1 4 0,14-1-8 0,-14 1 7 0,2 0 5 16,10-1-4-16,-12 2 2 0,-2-2-9 15,1 3-25-15,1 0-44 0,-3 0 21 0</inkml:trace>
  <inkml:trace contextRef="#ctx0" brushRef="#br0" timeOffset="44468.13">7458 4981 37 0,'0'0'41'0,"0"0"-1"16,0 0-7-16,-3-6-5 0,3 6-10 0,0 0-13 15,0 0-11-15,0 0-10 0,0 0 2 0,0 0-14 16,0 0-30-16,0 0 14 0</inkml:trace>
  <inkml:trace contextRef="#ctx0" brushRef="#br0" timeOffset="46436.33">9254 5940 3 0,'0'0'3'0,"0"0"-4"0,0 0 2 16,0 0-2-16,0 0-2 0</inkml:trace>
  <inkml:trace contextRef="#ctx0" brushRef="#br0" timeOffset="49234.47">8258 5619 5 0,'0'0'28'15,"0"0"1"-15,0 0-10 0,0 0-9 0,0 0-2 16,0 0 2-16,0 0-1 0,0 0-9 0,0 0-20 15,0 0-22-15,0 0 11 0</inkml:trace>
  <inkml:trace contextRef="#ctx0" brushRef="#br0" timeOffset="52980.18">9335 6464 6 0,'0'0'6'0,"0"0"2"15,0 0-2-15,0 0-2 0,0 0 3 0,0 0-2 16,0 0 3-16,0 0-3 0,0 0-2 0,0 0-1 0,0 0 4 15,0 0 4-15,4 4-3 0,-4-4 2 0,0 0-1 16,0 0 2-16,0 0 2 0,0 0-4 0,0 0 2 16,0 0-2-16,0 0 5 0,0 0-4 0,0 0-3 15,0 0-2-15,0 0-1 0,0 0 2 0,0 0-3 16,0 0 2-16,0 0 0 0,0 0-2 0,0 0-1 16,0 0 2-16,0 0 0 0,0 0 1 0,0 0-1 15,0 0 1-15,0 0-7 0,0 0 2 0,0 0-7 16,0 0-4-16,0 0-5 0,0 0-13 0,0 0-32 15,0 0 15-15</inkml:trace>
  <inkml:trace contextRef="#ctx0" brushRef="#br0" timeOffset="58100.44">1766 7351 6 0,'0'0'53'0,"-5"-6"1"16,5 6-3-16,0 0-2 0,0 0-5 0,0 0-9 16,0 0 0-16,0 0-13 0,0 0-3 15,0 0-15-15,-4-7-2 0,4 7-14 0,0 0-10 16,0 0-8-16,0 0-22 0,0 0-56 0,0 0 25 15</inkml:trace>
  <inkml:trace contextRef="#ctx0" brushRef="#br0" timeOffset="63396.38">9046 6313 2 0,'0'0'3'0,"2"7"0"0,-2-7-3 16,0 0 1-16,0 0-3 0,0 0-2 0</inkml:trace>
  <inkml:trace contextRef="#ctx0" brushRef="#br0" timeOffset="101580.11">7917 4921 1 0,'0'0'8'0,"0"0"5"0,0 0-4 0,0 0 1 16,0 0-1-16,0 0-1 0,0 0-4 0,0 0 1 15,0 0-2-15,0 0 0 0,0 0 5 0,0 0-5 16,0 0-3-16,0 0 3 0,0 0 0 0,0 0-3 16,0 0 8-16,0 0-7 0,0 0 4 0,0 0-3 15,0 0-1-15,0 0 1 0,0 0 7 0,0 0-5 16,0 0 3-16,0 0-1 0,0 0 2 0,0 0 3 15,0 0-2-15,0 0-1 0,0 0-1 0,0 0-6 16,0 0 8-16,0 0-9 0,0 0 3 0,0 0-3 16,0 0 0-16,0 0 0 0,0 0 3 0,0 0 0 15,0 0-2-15,0 0-2 0,0 0-1 16,0 0 1-16,0 0 3 0,0 0 1 0,0 0 2 0,0 0-1 16,0 0-1-16,0 0-3 0,0 0 0 0,0 0 2 15,0 0-3-15,0 0 1 0,0 0 3 0,0 0-4 16,0 0-5-16,0 0 7 0,0 0-2 15,0 0 4-15,0 0-4 0,0 0 1 0,0 0 0 16,0 0-3-16,0 0 5 0,0 0 0 0,0 0-1 0,0 0-3 16,0 0-1-16,0 0 4 0,0 0 0 0,0 0 1 15,0 0-5-15,0 0 3 0,0 0 0 0,0 0-3 16,0 0-3-16,0 0 3 0,0 0-2 0,0 0-9 16,0 0 1-16,0 0-1 0,0 0 0 0,0 0-9 15,0 0-25-15,0 0 12 0</inkml:trace>
  <inkml:trace contextRef="#ctx0" brushRef="#br0" timeOffset="177672.23">13656 6010 14 0,'0'0'45'16,"0"0"-4"-16,0 0-7 0,0 0-3 0,0 0-7 15,-29 1-8-15,24 2-8 0,-3 0-19 0,-1-2-7 0,3 1-13 16,-2 0-33-16,8-2 14 0</inkml:trace>
  <inkml:trace contextRef="#ctx0" brushRef="#br0" timeOffset="186810.81">14654 5506 19 0,'4'-7'78'0,"-4"7"-7"0,0 0-2 0,0 0-8 0,0 0-11 15,0 0-12-15,0 0-13 0,-2-10-13 0,2 10-13 16,0 0-17-16,0 0-20 0,0 0-23 16,0 0-67-16,0 0 30 0</inkml:trace>
  <inkml:trace contextRef="#ctx0" brushRef="#br0" timeOffset="200698.26">13591 4557 22 0,'0'0'22'16,"0"0"-8"-16,0 0-15 0,-22-10-9 0,22 10-11 15,-10 2 6-15</inkml:trace>
  <inkml:trace contextRef="#ctx0" brushRef="#br0" timeOffset="201946.54">13285 4375 35 0,'0'0'32'15,"0"0"-5"-15,0 0-6 0,0 0-1 0,0 0 0 16,0 0 2-16,0 0-7 0,0 0 0 16,0 0-3-16,0 0 0 0,0 0-7 0,0 0 6 15,0 0-3-15,3 6-2 0,-3-6-8 0,0 0 12 16,0 0-9-16,0 0 4 0,0 0-2 0,0 0 2 0,0 0 1 15,0 0 1-15,0 0 1 0,0 0-4 0,0 0 1 16,0 0-3-16,0 0 2 0,0 0-5 0,0 0-3 16,0 0 8-16,0 0-2 0,0 0 0 15,0 0-4-15,0 0 3 0,0 0-2 0,0 0 0 16,0 0 0-16,0 0 6 0,0 0-5 0,0 0-3 16,0 0 7-16,0 0-1 0,0 0-1 0,0 0-3 15,0 0 0-15,0 0-3 0,0 0 8 0,0 0-11 16,0 0 6-16,0 0-1 0,0 0 4 0,0 0-3 15,0 0 1-15,0 0 5 0,0 0-4 0,0 0 3 16,0 0-6-16,0 0 4 0,0 0-1 0,0 0-3 16,0 0 7-16,0 0-9 0,0 0 8 0,0 0-1 0,0 0-2 15,0 0 2-15,0 0-5 0,0 0 2 0,0 0-8 16,0 0 11-16,0 0-3 0,0 0 0 0,0 0 0 16,0 0-2-16,0 0 4 0,0 0 3 15,0 0-2-15,0 0-8 0,0 0 7 0,0 0 0 16,0 0-4-16,0 0 7 0,0 0-4 0,0 0-5 0,0 0 5 15,0 0-1-15,0 0-1 0,0 0 1 0,0 0-8 16,0 0 12-16,0 0-8 0,0 0-1 0,0 0 7 16,0 0-1-16,0 0 3 0,0 0-5 0,0 0 4 15,0 0-6-15,0 0 4 0,0 0-5 16,0 0 4-16,0 0-4 0,0 0-6 0,0 0 1 16,0 0-10-16,0 0 1 0,0 0-28 0,0 0-48 0,0 0 22 15</inkml:trace>
  <inkml:trace contextRef="#ctx0" brushRef="#br0" timeOffset="206696.3">13740 4466 5 0,'0'0'4'0,"0"0"1"0,0 0 4 0,0 0-2 0,0 0-1 15,0 0 0-15,0 0-3 0,0 0-1 0,0 0-1 16,0 0 1-16,0 0 2 0,0 0 3 0,0 0-6 15,0 0 3-15,0 0 0 0,0 0-1 0,0 0 0 16,0 0-3-16,0 0 0 0,0 0 5 16,0 0-3-16,0 0 2 0,0 0-4 0,0 0 0 0,0 0 3 15,0 0 0-15,0 0 0 0,0 0 0 0,0 0 1 16,0 0 0-16,0 0-1 0,0 0 3 0,0 0 4 16,0 0-6-16,0 0 3 0,0 0 2 0,0 0-5 15,0 0 0-15,0 0-1 0,0 0-1 0,0 0 4 16,0 0-3-16,0 0 0 0,0 0 0 0,0 0-4 15,0 0 5-15,0 0-2 0,0 0 1 0,0 0-3 16,0 0 3-16,0 0 0 0,0 0 2 0,0 0-6 16,0 0 0-16,0 0-2 0,0 0 0 0,0 0 11 15,0 0-6-15,0 0-6 0,8-1 0 0,-8 1-3 16,0 0 2-16,0 0-5 0,0 0-3 0,0 0-13 16,0 0 27-16,0 0-23 0,0 0-22 0,0 0 10 15</inkml:trace>
  <inkml:trace contextRef="#ctx0" brushRef="#br0" timeOffset="-213154.55">5514 4385 7 0,'0'0'26'0,"0"0"0"0,0 0-2 16,0 0-6-16,0 0 5 0,0 0-4 0,0 0-3 16,0 0-1-16,0 0-3 0,0 0 3 0,0 0-2 15,0 0 1-15,0 0-6 0,0 0 6 0,0 0 0 16,0 0-5-16,0 0 4 0,0 0-7 0,0 0 4 16,0 0 6-16,0 0-5 0,0 0 10 0,0 0-10 15,0 0-6-15,0 0 1 0,0 0 2 0,0 0 0 16,0 0-2-16,0 0 4 0,0 0-6 0,0 0 7 15,0 0-8-15,0 0 2 0,0 0-1 0,0 0 0 16,0 0 1-16,0 0 2 0,0 0-3 0,0 0-5 16,0 0-2-16,0 0 9 0,0 0-2 0,0 0 0 15,0 0-7-15,0 0 6 0,0 0-2 0,0 0-2 16,0 0 1-16,0 0-3 0,0 0-4 0,0 0 1 16,0 0-3-16,0 0 0 0,0 0 1 0,0 0-9 15,0 0-14-15,0 0-32 0,0 0-66 0,0 0 29 16</inkml:trace>
  <inkml:trace contextRef="#ctx0" brushRef="#br0" timeOffset="-210100.16">15230 4631 18 0,'0'0'19'0,"0"0"0"0,0 0 1 15,0 0-1-15,0 0 1 0,0 0-1 0,0 0-1 16,0 0-2-16,0 0 0 0,0 0-1 0,0 0-1 16,0 0-1-16,0 0-6 0,0 0-1 15,0 0 4-15,0 0-5 0,0 0 0 0,0 0 3 0,0 0-4 16,0 0-1-16,0 0 4 0,0 0-3 0,0 0-3 15,0 0 3-15,0 0 1 0,0 0 4 0,0 0-9 16,0 0-6-16,0 0-7 0,0 0-2 0,0 0-9 16,0 0-17-16,0 0-45 0,0 0 19 15</inkml:trace>
  <inkml:trace contextRef="#ctx0" brushRef="#br0" timeOffset="-155174.55">7252 5091 24 0,'0'0'28'0,"0"0"-3"16,0 0-1-16,0 0-3 0,0 0-5 15,0 0 4-15,0 0-9 0,0 0-1 0,0 0 5 16,0 0-4-16,0 0-5 0,0 0 0 0,0 0 2 0,0 0 0 16,0 0-5-16,0 0 2 0,0 0 1 0,0 0-2 15,0 0-4-15,0 0 5 0,0 0-5 16,0 0 0-16,0 0 3 0,0 0 5 0,0 0-3 15,0 0-4-15,0 0-1 0,0 0 8 0,0 0-5 16,0 0-3-16,0 0 0 0,0 0-5 0,0 0 1 0,0 0 9 16,0 0-10-16,0 0 5 0,0 0 0 0,0 0-5 15,0 0 2-15,0 0 2 0,0 0 2 0,0 0-1 16,0 0 3-16,0 0-6 0,0 0-3 0,0 0-2 16,0 0-12-16,0 0-20 0,0 0-41 15,0 0 19-15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3T07:01:44.8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19292 6988 14 0,'0'0'20'0,"0"0"-1"0,0 0 1 16,0 0-11-16,0 0 8 0,0 0-7 0,0 0-1 15,0 0-2-15,0 0-1 0,0 0 3 0,0 0-3 0,0 0 0 16,0 0-1-16,0 0-4 0,0 0 9 0,0 0-7 16,0 0-2-16,0 0-2 0,0 0 5 0,0 0 0 15,0 0-4-15,0 0 2 0,0 0 0 16,24 4-13-16,-24-4 0 0,12 0 3 0,-12 0-2 0,13 1-1 16,-2-1 4-16,0 3-15 0,0-2-22 0,0-1 10 15</inkml:trace>
  <inkml:trace contextRef="#ctx0" brushRef="#br0" timeOffset="932.65">21247 7009 25 0,'0'0'29'0,"0"0"-1"0,0 0-4 0,0 0 3 16,0 0-2-16,0 0-10 0,0 0 2 16,0 0 10-16,0 0-5 0,0 0 0 0,0 0 1 15,0 0-1-15,0 0-8 0,0 0 1 0,0 0 1 0,0 0-4 16,0 0 2-16,0 0-3 0,0 0 3 0,0 0 3 16,0 0 3-16,0 0-6 0,0 0 3 15,0 0 1-15,0 0 1 0,0 0-2 0,0 0-4 16,0 0 2-16,0 0-3 0,0 0 1 0,0 0 0 0,0 0 5 15,0 0-2-15,0 0-7 0,0 0-1 0,0 0 8 16,0 0-5-16,0 0-13 0,0 0 7 16,0 0 2-16,0 0 2 0,0 0-3 0,0 0-3 0,0 0-1 15,0 0 4-15,0 0-1 0,0 0 3 0,0 0 5 16,0 0-8-16,0 0 3 0,0 0 3 0,0 0 6 16,0 0-4-16,0 0 2 0,0 0-3 0,0 0-4 15,0 0 12-15,0 0-2 0,0 0-8 16,0 0-6-16,0 0 12 0,0 0 0 0,0 0-1 0,0 0-1 15,0 0 8-15,0 0 13 0,0 0-25 0,0 0 2 16,0 0 5-16,0 0 5 0,0 0 0 0,0 0 1 16,0 0 0-16,0 0-2 0,0 0 5 0,0 0-9 15,0 0 0-15,0 0 6 0,0 0-1 0,0 0 6 16,0 0-12-16,0 0 3 0,0 0 3 0,0 0-2 16,0 0-5-16,0 0 8 0,0 0-5 0,0 0-5 15,0 0-6-15,0 0 4 0,0 0-1 0,0 0-1 16,0 0-3-16,0 0-3 0,0 0-6 0,0 0-11 15,0 0-30-15,0 0-30 0,0 0-33 0,0 0-97 16,-19-10-221-16,19 10 98 0</inkml:trace>
  <inkml:trace contextRef="#ctx0" brushRef="#br0" timeOffset="2489.79">22992 5436 42 0,'0'0'105'15,"0"0"-3"-15,0 0-10 0,0 0-5 0,0 0-13 16,0 0-9-16,0 0-2 0,-8 2-6 0,8-2-7 16,0 0-7-16,0 0 7 0,0 0-17 0,0 0-15 15,0 0-13-15,0 0-24 0,0 0-9 0,0 0-20 0,0 0-23 16,0 0-49-16,0 0-130 0,0 0 57 16</inkml:trace>
  <inkml:trace contextRef="#ctx0" brushRef="#br0" timeOffset="3084.85">22396 8988 64 0,'0'0'55'0,"0"0"-4"0,10 0-10 16,-10 0-19-16,12 2-17 0,-12-2-27 0,14 2-14 15,-4-1-39-15,0 0 17 0</inkml:trace>
  <inkml:trace contextRef="#ctx0" brushRef="#br0" timeOffset="3682.98">22928 10281 95 0,'0'0'107'16,"0"0"-3"-16,0 0-3 0,0 0-14 0,0 0-7 16,0 0-5-16,0 0-3 0,0 0-10 0,0 0-10 15,0 0-8-15,0 0 2 0,0 0-10 0,0 0 3 16,0 0-5-16,0 0-11 0,0 0-16 0,0 0-13 15,0 0-17-15,0 0-18 0,0 0-23 0,0 0-91 16,0 0-169-16,-14-12 75 0</inkml:trace>
  <inkml:trace contextRef="#ctx0" brushRef="#br0" timeOffset="5760.31">22923 8565 7 0,'-4'-7'26'15,"4"7"0"-15,0 0-1 0,0 0-4 0,0 0-1 16,0 0-4-16,0 0 3 0,0 0 1 0,0 0-1 16,0 0 5-16,-3-7-3 0,3 7-1 0,0 0-2 15,0 0 0-15,0 0-1 0,0 0-2 0,0 0-5 16,0 0 3-16,0 0-7 0,0 0-2 0,-3-5-9 16,3 5-1-16,0 0-8 0,0 0-9 0,0 0-8 15,0 0-17-15,0 0-52 0,-3-8 23 0</inkml:trace>
  <inkml:trace contextRef="#ctx0" brushRef="#br0" timeOffset="6828.9">21939 7784 50 0,'0'0'55'0,"0"0"-8"0,-7-3 0 16,7 3-2-16,0 0-11 0,0 0-2 15,0 0 1-15,0 0-10 0,0 0-9 0,0 0 8 16,0 0 1-16,0 0-3 0,0 0-6 0,-4-6 3 15,4 6-8-15,0 0-2 0,0 0-1 0,0 0-7 16,0 0 3-16,0 0-15 0,0 0-2 0,0 0-12 16,0 0-6-16,0 0-7 0,0 0-23 0,0 0-66 0,0 0 29 15</inkml:trace>
  <inkml:trace contextRef="#ctx0" brushRef="#br0" timeOffset="7376.64">21711 7741 1 0,'0'0'1'0,"0"0"-2"0,-1 10 1 15</inkml:trace>
  <inkml:trace contextRef="#ctx0" brushRef="#br0" timeOffset="7549.61">21723 7810 2 0,'0'0'0'0,"7"8"0"16,-3-4 4-16,1-1-4 0,-1 4-1 0,1-3-2 15,0 2 4-15,-1-1 3 0,1 2-6 16,-1 0 5-16,0 1-1 0,0-3 2 0,0 1 0 16,-2 1-5-16,1-1 6 0,-1 1-4 0,3-1 1 0,-2 0-7 15,1-1 5-15,-2 0-1 0,-2-5 3 0,8 10-2 16,-5-5-4-16,-1-1 3 0,-2-4 9 0,5 7-8 15,-1-4-4-15,-4-3-5 0,3 7 2 16</inkml:trace>
  <inkml:trace contextRef="#ctx0" brushRef="#br0" timeOffset="8175.48">22046 7747 5 0,'0'0'22'15,"0"0"-9"-15,0 0-14 0,0 0-6 0,0 0-7 16,0 0 3-16</inkml:trace>
  <inkml:trace contextRef="#ctx0" brushRef="#br0" timeOffset="12109.84">28735 7769 33 0,'0'0'56'0,"0"0"-8"16,0 0-4-16,0 0-9 0,0 0-2 0,0 0-1 15,0 0-8-15,0 0-7 0,0 0-16 0,0 0-9 16,0 0-16-16,0 0-25 0,0 0-53 0,0 0 25 16</inkml:trace>
  <inkml:trace contextRef="#ctx0" brushRef="#br0" timeOffset="12738.67">29582 8247 34 0,'0'0'64'0,"0"0"-9"0,0 0-3 16,0 0-10-16,0 0 3 0,0 0-9 15,0 0 2-15,0 0-13 0,0 0 3 0,0 0-19 0,0 0 1 16,0 0-18-16,0 0-14 0,0 0-46 0,0 0-74 16,0 0 32-16</inkml:trace>
  <inkml:trace contextRef="#ctx0" brushRef="#br0" timeOffset="16038">22730 8971 88 0,'0'0'100'0,"0"0"-6"15,0 0-14-15,0 0 0 0,0 0-14 0,0 0-21 16,0 0-27-16,0 0-27 0,0 0-32 0,0 0-47 15,0 0-93-15,0 0 42 0</inkml:trace>
  <inkml:trace contextRef="#ctx0" brushRef="#br0" timeOffset="16699.25">20308 7193 45 0,'0'0'42'0,"0"0"-11"0,0 0 3 16,0 0-6-16,0 0 0 0,0 0-6 0,0 0-2 15,0 0-7-15,0 0-1 0,0 0-11 0,0 0-9 16,0 0-6-16,0 0-10 0,0 0-15 0,0 0-42 16,0 0 20-16</inkml:trace>
  <inkml:trace contextRef="#ctx0" brushRef="#br0" timeOffset="21414.7">22302 9283 101 0,'0'0'99'15,"0"0"-10"-15,-3-6-6 0,3 6-5 0,0 0-12 16,0 0-7-16,-5-6-4 0,5 6-6 0,0 0-5 16,0 0-12-16,-4-7-16 0,4 7-7 15,0 0-10-15,0 0-10 0,0 0-11 0,0 0-6 0,-6-4-6 16,6 4-7-16,0 0-6 0,0 0-6 0,0 0-38 15,-12 1-98-15,12-1 43 0</inkml:trace>
  <inkml:trace contextRef="#ctx0" brushRef="#br0" timeOffset="21783.02">22234 9225 25 0,'0'0'31'0,"-3"-8"9"0,3 8-4 0,-4-11 3 0,3 5 1 16,1 6 2-16,-2-14 0 0,0 7-2 0,2 7-1 15,-3-12 10-15,3 12 11 0,0-11 4 0,0 11-1 16,-4-9-11-16,4 9 5 0,-1-10 3 0,1 10-5 15,-2-6 7-15,2 6-2 0,0 0-3 0,0 0-5 16,-1-11-5-16,1 11-3 0,0 0-1 0,0 0-3 16,0 0-12-16,0 0-3 0,0 0 0 0,0 0 2 15,0 0 3-15,0 0 15 0,0 0-1 0,0 27-2 16,-1-10 5-16,2 1 4 0,-2 6 9 0,-1-5-9 16,0 6 0-16,1-6 1 0,-1 6-3 0,0-5-5 15,0-1-5-15,1-2-6 0,0 1 1 0,-2-2-3 16,4 3 0-16,-2-3-2 0,2 2-4 0,-1-1-1 15,0-2 5-15,0 1 7 0,2 0 0 0,-2-3-10 16,0-2 1-16,0-1-4 0,-2-1 0 0,4 2-1 0,-1-5-2 16,-1 2-5-16,0-8 4 0,0 13-5 0,0-13 0 15,0 11 1-15,0-11-1 0,0 10-6 16,0-10 3-16,-1 7-1 0,1-7-8 0,-2 7 7 0,2-7-4 16,0 0-8-16,-2 9-17 0,2-9-19 15,-1 7-25-15,1-7-27 0,-4 6-27 0,4-6-26 0,0 0-19 16,-6 4-20-16,6-4-103 0,0 0-308 0,0 0 137 15</inkml:trace>
  <inkml:trace contextRef="#ctx0" brushRef="#br0" timeOffset="22195.6">22203 9247 79 0,'5'-10'134'0,"-2"6"-6"0,-3 4 1 16,5-8-9-16,0 5-12 0,-5 3-12 0,6-5-15 16,-6 5-2-16,7-8-9 0,-7 8 1 0,4-3-15 15,-4 3-2-15,8-3-8 0,-8 3-8 0,0 0-2 16,0 0-1-16,16 5-7 0,-16-5 0 0,8 2-3 15,-4 1-1-15,-1 2 7 0,-3-5-4 0,9 5-2 16,-6 0 2-16,-3-5-9 0,5 9 5 0,-4-4 1 16,-1-5 5-16,4 8 2 0,-4-8-5 0,0 0 7 15,-6 13-2-15,1-7 1 0,-2 0 4 0,-2 1 0 16,0 1 3-16,-1 1-5 0,-1-3-4 0,2 2-5 16,0-3-2-16,-3 3 0 0,2-1-2 0,2-1-1 15,-1 0-4-15,2-4-2 0,2 5-2 0,-2-3-2 16,2 1-5-16,0 0-3 0,5-5-4 0,-8 6-11 15,4-3-17-15,4-3-16 0,-6 7-17 0,6-7-17 0,-6 4-16 16,6-4-11-16,-8 5-14 0,8-5-15 0,-8 7-110 16,3-4-266-16,5-3 118 0</inkml:trace>
  <inkml:trace contextRef="#ctx0" brushRef="#br0" timeOffset="22820.71">22193 9201 90 0,'0'0'125'0,"0"0"-3"0,0 0-6 0,0 0-3 15,0 0-9-15,0 0-3 0,0 0 0 0,0 0-5 16,0 0-7-16,0 0-6 0,0 0-13 0,0 0-4 15,0 0-9-15,4-12-8 0,-4 12-3 0,0 0-5 16,9-3 0-16,-9 3-9 0,9-1 2 0,-9 1-3 16,12-1-6-16,-6 0-4 0,-6 1 3 0,10 0-7 15,-10 0-3-15,11 1 1 0,-11-1 2 0,12 3-8 16,-7 0-3-16,0 0 4 0,-1 1-2 0,2 2 0 16,-1-1 1-16,3 2-3 0,-3 0 5 0,-1-1-3 0,0 1-5 15,2 2 4-15,-3 1-1 0,2-3 3 16,-1 5-5-16,0-4 2 0,-2 1 2 0,1 2 0 15,-2-1 1-15,0-2 3 0,-1 2-7 0,3-4 9 0,-3 4 2 16,0-10-7-16,-4 14 13 0,3-6-2 0,-3-1 4 16,0-2-1-16,-1 4-1 0,-3-2-1 15,-1 1 1-15,0-2-1 0,-2 0-6 0,-3-1 2 0,4 1 0 16,-1-1-2-16,-3-1 0 0,3 0-4 0,-3 0 4 16,1 0-1-16,1-2-3 0,0 0-1 0,1 1-1 15,0-3 1-15,1 1-2 0,10-1-3 0,-13 0 6 16,5 0-3-16,8 0-3 0,-11-2 0 0,11 2-2 15,-11-3-4-15,11 3-11 0,-10-1-22 0,10 1-26 16,-7-2-27-16,7 2-42 0,-5-5-33 0,5 5-143 16,-7-3-329-16,7 3 146 0</inkml:trace>
  <inkml:trace contextRef="#ctx0" brushRef="#br0" timeOffset="23483.05">22180 9035 16 0,'3'-9'126'16,"-3"9"-1"-16,1-10-12 0,-1 10 2 0,1-7-9 15,-1 7-4-15,2-8-6 0,-2 8-12 0,0 0-7 16,5-5-8-16,-5 5-3 0,0 0-1 0,0 0-6 0,1-9-5 16,-1 9-4-16,0 0 0 0,4-6 4 0,-4 6-12 15,0 0-4-15,0 0-4 0,5-6 1 16,-5 6-1-16,0 0-3 0,0 0-10 0,0 0 4 15,0 0-8-15,0 0 0 0,0 0 2 0,0 0-2 0,3-4-2 16,-3 4-2-16,0 0-2 0,0 0 2 0,0 0 3 16,0 0-11-16,0 0 3 0,0 0 7 15,0 0 0-15,0 0 4 0,0 0 11 0,2-8 3 0,-2 8 6 16,0 0-1-16,0 0 4 0,0 0-3 0,0 0 3 16,0 0-7-16,0 0-3 0,0 0-2 0,0 0-7 15,0 0-5-15,0 0-3 0,0 0 2 0,0 0-7 16,0 0-5-16,0 0 0 0,0 0 2 0,0 0-1 15,0 27 2-15,-1-11 6 0,0 11-1 0,-2-1 0 16,0 3-2-16,2 0 1 0,0 2 2 0,-2 3 11 16,-1-2 3-16,-1 0 6 0,2 2-3 0,0-3 6 15,0 1-8-15,1-1 2 0,-2 0-1 0,0 0 8 16,2-2 1-16,-1-3 5 0,-2 2-1 0,4-5-5 16,-2-4-3-16,2-2 1 0,0 1-6 0,-1-1-3 15,1-1-1-15,1-4-4 0,0 4 0 0,-1-4-3 16,-1-3 1-16,2 3-2 0,2-5-2 0,-4 1 0 15,2-8-4-15,0 13-1 0,0-7 0 0,0-6 1 16,2 11 0-16,-5-5-2 0,3-6-1 0,-4 7-3 16,0-2-19-16,-2 2-26 0,-3-3-28 0,-1 0-31 15,0 0-51-15,-2-2-47 0,1 1-42 0,-10-1-172 16,3-3-443-16,-1-3 197 0</inkml:trace>
  <inkml:trace contextRef="#ctx0" brushRef="#br0" timeOffset="24566">19269 7261 151 0,'0'0'209'16,"-3"-7"-1"-16,3 7-10 0,0 0-2 0,0-9-16 15,0 9-5-15,0 0-17 0,3-9-14 0,-3 9-16 16,0 0-14-16,0 0-11 0,0 0-17 0,0 0-14 16,0 0-4-16,0 0-8 0,0 0-10 0,0 0 1 15,0 0-6-15,0 0-8 0,6 28-2 0,-1-14-3 16,-1-3-2-16,1 6-4 0,2-5 0 0,-3-1-2 15,-1 5-1-15,0-6-2 0,0 2-2 0,0-2 3 16,-1 0-2-16,0-1 5 0,0 0-5 0,0-1 3 0,-2-8 6 16,1 10-2-16,1-5 1 0,-2-5 3 15,0 9 5-15,0-9 3 0,1 7 5 0,-1-7 11 16,0 0 6-16,0 0 9 0,0 0 11 0,0 0 6 16,2 6 7-16,-2-6-4 0,0 0-9 0,0 0-6 15,0 0 3-15,0 0-10 0,0 0-3 0,0 0-5 16,0 0-18-16,-2-35 11 0,4 23-14 0,1-2-3 15,1-4-8-15,1 1 2 0,1 0-13 0,2-1 0 0,5-5-6 16,-7 7 1-16,5 4-9 0,1-2-5 0,1 2 1 16,-4 2 3-16,5 2-7 0,-4 2 8 15,0 1-6-15,1 0-3 0,-2 3-2 0,1 2 4 16,0 3 3-16,0 1-4 0,-2 2-1 0,1 0-1 16,-1 4-1-16,-2 0 4 0,2-1-4 0,0 2 3 0,-4 1 2 15,2 4 0-15,-1-3-5 0,-4 0 7 0,0-1 0 16,2 2-15-16,-3-4-25 0,1 6-34 0,-1-5-17 15,-2 0-51-15,0 2-46 0,0 0-55 0,-1-3-51 16,-5 0-220-16,3-1-557 0,-4 0 247 0</inkml:trace>
  <inkml:trace contextRef="#ctx0" brushRef="#br0" timeOffset="25837.42">22234 4671 67 0,'-1'-8'163'0,"2"-2"-4"0,-2 0-12 16,1 10-7-16,1-13 3 0,-1 6 7 0,0-1 1 15,0 8-5-15,-1-13-6 0,1 13-5 0,2-11-6 16,-2 11-3-16,0-9-8 0,0 9 2 0,0 0-9 0,1-9-11 16,-1 9-8-16,0 0-5 0,0 0-13 15,2-7-8-15,-2 7-9 0,0 0-12 0,0 0-8 16,0 0-3-16,0 0-9 0,0 0 1 0,0 0-2 0,0 0-1 15,-4 30-5-15,4-18 2 0,0 3-2 0,0 3-4 16,1 0-1-16,0 1 2 0,1 1-3 0,-1-3-3 16,0 2 2-16,-2-3 0 0,1 0-3 0,1 1 1 15,-1-5 1-15,0 0 2 0,0-1-3 16,2 1 1-16,-2-3-2 0,0 2-1 0,0 2 3 16,0-4-3-16,-2 1 0 0,2-1 1 0,0-1-1 15,0 1-1-15,0-9-3 0,-1 12 5 0,1-12-3 16,1 11 4-16,-1-4-6 0,0-7 4 0,-1 13-8 0,0-8-17 15,1-5-9-15,-2 12-13 0,2-4-19 16,0-8-22-16,-3 11-33 0,1-5-36 0,2-6-12 16,-4 11-17-16,2-8-9 0,2-3-9 0,-6 7-123 15,1-3-344-15,5-4 152 0</inkml:trace>
  <inkml:trace contextRef="#ctx0" brushRef="#br0" timeOffset="26149.85">22270 4673 95 0,'11'-7'110'0,"1"1"-6"0,-1 1-6 15,2 1-2-15,-3-1-22 0,1 2-3 0,-1 0-10 16,1 3 3-16,-4 0-15 0,0 2 7 0,1 1-3 16,1 3-3-16,-1 0 5 0,-3 1 0 0,1 3 6 15,-2-1-8-15,0 0-6 0,-3-1-5 0,2 2 11 16,-3-1 0-16,-2 3 5 0,-2-2-6 0,-2 0-5 16,-2 2 3-16,-6-2-11 0,-2 5 1 0,-9 0-9 15,0 1-27-15,-5-1-46 0,-2-3-52 0,-3 2-171 16,-19-4-285-16,17 0 126 0</inkml:trace>
  <inkml:trace contextRef="#ctx0" brushRef="#br0" timeOffset="28250.83">21436 9242 73 0,'0'0'157'0,"0"0"-5"0,0 0-14 0,0 0-9 0,0 0-8 16,3-6-2-16,-3 6-6 0,0 0-4 0,0 0-5 15,0 0-8-15,0 0-5 0,0 0-6 0,0 0-1 16,0 0-7-16,0 0-8 0,0 0-3 0,0 0-7 16,0 0-6-16,0 0-2 0,0 0-10 0,0 0-5 15,-14-7-1-15,14 7-2 0,0 0-7 0,0 0 1 16,-9-2-3-16,9 2-3 0,0 0 0 0,0 0-1 16,-8-5-4-16,8 5 2 0,0 0 3 0,0 0-5 0,0 0 3 15,0 0-4-15,0 0 1 0,0 0-2 16,-9 0-1-16,9 0-3 0,0 0-2 0,0 0 0 15,0 0-1-15,0 0-4 0,0 0 3 0,0 0-2 0,0 0 1 16,0 0-4-16,0 0 6 0,0 0-4 0,34-2-1 16,-24 4 2-16,4-2 0 0,3 0-2 0,-4-2 0 15,2 1-4-15,2-3-9 0,-5 3-19 0,1 1-22 16,-2 0-16-16,0 1-22 0,0-1-25 0,-1-1-27 16,-2 2-20-16,0-1-135 0,-8 0-322 0,10 3 142 15</inkml:trace>
  <inkml:trace contextRef="#ctx0" brushRef="#br0" timeOffset="28467.49">21557 9124 174 0,'-4'-7'206'0,"4"7"-9"0,0 0-15 0,-4-7-17 16,4 7-18-16,0 0-18 0,0 0-13 0,0 0-13 15,0 0-15-15,0 0-7 0,0 0-6 0,-3 22-8 16,2-6-7-16,0 1-9 0,-3 0-26 0,0 7-40 16,0 2-42-16,-1-2-48 0,-1 2-30 0,-2 2-124 15,1-3-282-15,-1-2 125 0</inkml:trace>
  <inkml:trace contextRef="#ctx0" brushRef="#br0" timeOffset="29433.82">20262 7461 36 0,'-9'0'118'0,"9"0"-13"0,-11 2-13 0,11-2 13 0,-12 4-3 16,7-3-1-16,5-1 4 0,-10 2-2 0,10-2-11 16,-8 2 4-16,8-2 4 0,0 0-1 0,-6 2-16 15,6-2-1-15,0 0-12 0,0 0-1 0,0 0-5 16,0 0-11-16,0 0 0 0,0 0-6 16,0 0-2-16,0 0-11 0,0 0-2 0,0 0-1 0,0 0-5 15,0 0-4-15,0 0-22 0,25 4-27 16,-6-5-32-16,3-3-41 0,7 1-58 0,-2 0-113 0,3 0-292 15,-9-1 129-15</inkml:trace>
  <inkml:trace contextRef="#ctx0" brushRef="#br0" timeOffset="39252.75">20482 5991 42 0,'0'0'99'0,"0"0"-7"0,0 0-10 15,0 0-4-15,0 0 2 0,0 0-13 0,0 0-6 0,0 0-1 16,0 0 5-16,0 0-17 0,0 0 5 0,0 0 1 16,0 0-3-16,0 0-4 0,0 0-10 0,0 0 2 15,0 0 4-15,0 0-3 0,0 0-7 16,0 0-5-16,0 0-3 0,0 0 3 0,0 0 4 0,0 0-6 15,0 0-2-15,0 0 1 0,0 0-6 0,0 0 4 16,0 0-3-16,-7-9-7 0,7 9 0 16,0 0-8-16,0 0 1 0,0 0 7 0,0 0-3 15,-7-3-3-15,7 3 0 0,0 0 3 0,0 0-6 16,-12 0-1-16,12 0 4 0,0 0-4 0,0 0-9 0,-10 0 10 16,10 0-3-16,0 0-1 0,0 0 4 0,-10 0 2 15,10 0-7-15,0 0-7 0,0 0 12 0,0 0 3 16,-10-1-11-16,10 1 1 0,0 0 2 15,0 0 4-15,-11-1-1 0,11 1 2 0,0 0-3 0,0 0 8 16,0 0-2-16,0 0-12 0,-7 4 4 0,7-4 7 16,0 0 0-16,0 0 4 0,0 0-3 0,0 0 6 15,0 0-5-15,0 0 1 0,0 0-6 0,0 0 2 16,0 0 13-16,0 0-8 0,0 0-5 0,0 0-15 16,0 0 19-16,0 0-3 0,0 0-3 0,0 0-1 15,0 0-2-15,0 0 5 0,0 0-7 0,0 0-1 16,0 0 2-16,0 0 7 0,0 0 0 0,0 0-7 15,0 0 7-15,0 0-2 0,32-2-2 0,-22 2 1 16,-2 0 0-16,4-1-2 0,-1 0 3 0,0 0 3 16,2-1-8-16,0 1 5 0,-2 1-3 0,-1-1 1 15,1-1-8-15,0 2-4 0,-2-1-21 0,-9 1-17 16,19-2-9-16,-11 2-25 0,-1 0-15 0,-7 0-19 16,13-2-93-16,-13 2-227 0,10-1 100 0</inkml:trace>
  <inkml:trace contextRef="#ctx0" brushRef="#br0" timeOffset="39499.68">20515 5864 127 0,'0'0'148'0,"0"0"-8"15,0 0-20-15,0 0-10 0,0 0-17 0,0 0-12 16,0 0-5-16,0 0-9 0,0 0-4 0,-5 13 0 16,5-13-14-16,2 18 0 0,0-8-8 0,0 2-6 15,0 0 3-15,0 5-2 0,-1 0-7 0,1 1-37 16,-2 1-49-16,1 1-38 0,-1 5-107 0,-3-6-217 16,3-1 97-16</inkml:trace>
  <inkml:trace contextRef="#ctx0" brushRef="#br0" timeOffset="40370.68">21715 4808 84 0,'0'0'110'0,"-20"7"8"0,20-7-11 16,0 0 9-16,-8 4-5 0,8-4-3 15,-8 4-2-15,8-4-7 0,-7 2 1 0,7-2 1 0,0 0-3 16,-8 2-11-16,8-2-3 0,0 0-2 0,0 0-8 15,0 0 5-15,0 0-5 0,0 0-4 16,-6 3-6-16,6-3-1 0,0 0-4 0,0 0-10 16,0 0 1-16,0 0-6 0,0 0-3 0,0 0-4 15,0 0-7-15,23-10-3 0,-11 7-15 16,6-3-26-16,3 2-43 0,3-3-63 0,5-2-65 0,-2 2-133 16,1-2-345-16,-3-1 152 0</inkml:trace>
  <inkml:trace contextRef="#ctx0" brushRef="#br0" timeOffset="108017">22202 9079 11 0,'0'0'39'0,"0"0"-4"0,4-8-3 15,-4 8-5-15,0 0-3 0,0 0 1 0,0 0-2 16,4-7 2-16,-4 7-6 0,0 0-4 0,0 0 4 15,0 0 0-15,4-5-3 0,-4 5 6 0,0 0-2 16,0 0-2-16,3-5 1 0,-3 5 0 0,0 0-1 16,5-5 1-16,-5 5 6 0,0 0-3 0,0 0-10 15,0 0 10-15,0 0 1 0,0 0 0 0,3-9-3 16,-3 9 4-16,0 0-7 0,1-7-2 0,-1 7 3 16,0 0 2-16,0 0-2 0,0 0 2 0,0 0-5 15,0 0 6-15,0 0-2 0,0 0 5 0,0 0 0 16,0 0 5-16,0 0-3 0,-1-12 11 0,1 12-5 15,0 0 4-15,0 0-3 0,0 0 1 0,0 0-9 0,0 0 1 16,0 0-4-16,-3-10 4 0,3 10-9 0,0 0 13 16,0 0-8-16,0 0 4 0,0 0 2 15,0 0-7-15,-6-5 2 0,6 5-3 0,0 0 0 16,0 0 3-16,0 0-2 0,0 0-2 0,0 0 3 0,0 0-7 16,0 0-4-16,0 0 5 0,0 0-5 0,0 0 0 15,0 0-3-15,0 0 2 0,0 0-5 0,0 0 2 16,0 0-2-16,0 0-1 0,0 0-2 0,0 0 2 15,0 0-1-15,0 0 3 0,0 0-6 0,0 0-6 16,0 0 9-16,0 0 0 0,0 0-1 0,6 25-3 16,-6-25 0-16,2 11 1 0,0-4-1 0,-1-2 3 15,2 5 0-15,-3-3 2 0,1 3 0 0,1-1 5 16,-2 2-4-16,0 1 7 0,1 1-4 0,-1 0 3 16,0-2 1-16,1 0-1 0,-1 0-3 0,0-1-2 15,0 0-1-15,0 1 13 0,-1 0-7 0,0 1 6 16,1-2 2-16,0 0 1 0,0 2-3 0,-2-2-3 15,1 2 0-15,1-2-2 0,0-1 3 0,-1 1-8 16,1-1 3-16,-2 1 6 0,2 1-7 0,-1 0 3 16,1-2-6-16,-1 3-3 0,1-4 6 0,0 3 3 0,1-2-11 15,-2 1 3-15,1-2 5 0,0-8 2 16,0 16 5-16,0-7-2 0,0-1 6 0,1 0-4 16,-1-8 0-16,-1 14 3 0,1-7-4 0,0-7-6 15,1 13 9-15,0-5-5 0,1-1-1 0,-1 0-5 0,-1-7 2 16,1 11 2-16,-1-4-4 0,0-7 1 15,3 12 2-15,-3-6 5 0,1 2-3 0,-1-8-5 0,0 11-1 16,0-5 4-16,0-6-2 0,-1 15 3 0,1-5 5 16,1-1-6-16,0-1 2 0,-1-8 0 0,-1 15 0 15,1-8 4-15,-1 0 2 0,1-7-2 0,1 12-2 16,-1-6 1-16,0-6-2 0,1 10 3 0,-1-10 3 16,0 8 3-16,0-8 0 0,0 8-4 0,0-8 0 15,0 0 2-15,0 0-4 0,-1 9-2 0,1-9 4 16,0 0-3-16,0 0-1 0,-2 6 0 0,2-6-2 15,0 0-1-15,0 0 1 0,-3 5-4 0,3-5 6 16,0 0-3-16,0 0-5 0,0 0 0 0,0 0-2 16,0 0 2-16,0 0-2 0,0 0-2 0,0 0 1 15,0 0-1-15,0 0-13 0,0 0-21 0,0 0-19 16,0 0-15-16,0 0-22 0,0 0-15 0,0 0-25 16,0 0-15-16,0 0-6 0,-13-14-23 0,13 14-124 15,-2-13-320-15,2 4 142 0</inkml:trace>
  <inkml:trace contextRef="#ctx0" brushRef="#br0" timeOffset="109243.95">22187 9336 70 0,'0'0'98'16,"0"0"2"-16,0 0-5 0,0 0 1 0,-7-1-11 15,7 1-4-15,0 0-4 0,0 0 0 0,0 0-6 0,0 0-1 16,0 0-8-16,0 0-1 0,0 0-10 0,0 0-4 15,0 0 0-15,0 0-2 0,0 0-9 0,-1-9 4 16,1 9-4-16,0 0-2 0,0 0 5 16,0 0-10-16,0 0-4 0,3-12-5 0,-3 12-2 0,3-7 5 15,-3 7-4-15,5-8 11 0,-5 8-5 0,4-7-5 16,-4 7-1-16,3-6 3 0,-3 6-1 0,5-6 0 16,-5 6 4-16,5-6-1 0,-5 6 2 15,4-7-1-15,-4 7-3 0,4-6 1 0,-4 6-8 0,6-3-1 16,-6 3 2-16,0 0-3 0,6-7-2 0,-6 7 2 15,0 0-3-15,8-5 1 0,-8 5 0 0,7-4-6 16,-3 1 3-16,-4 3-1 0,8-4 1 0,-8 4 0 16,8-6-2-16,-8 6-2 0,9-4 4 0,-9 4-3 15,6-2-1-15,-6 2 3 0,9-4 3 0,-9 4 2 16,9-2-4-16,-9 2 1 0,8-4 4 0,-8 4-1 16,11-3-4-16,-7 1 4 0,-4 2-3 0,10-2 1 15,-10 2-1-15,11-2 8 0,-11 2-7 0,12-3-1 16,-6 3 0-16,-6 0 2 0,10 0-5 0,-10 0 4 15,10 2-4-15,-10-2-2 0,9 0 0 0,-9 0 2 16,6 3-1-16,-6-3-2 0,8 0 0 0,-8 0-2 16,9 2 5-16,-9-2-2 0,6 2-2 0,-6-2 0 15,7 3 1-15,-7-3 0 0,8 7-3 0,-3-5 2 16,-5-2-1-16,7 6 4 0,-7-6 1 0,9 7-5 16,-6-3 4-16,2-1-3 0,-5-3 0 0,9 7 2 15,-5-4 0-15,-4-3-3 0,6 8 1 0,-3-5 4 16,-3-3 0-16,5 10 0 0,-3-6 1 0,-2-4 4 15,3 6 0-15,-3-6 5 0,4 7 1 0,-4-7-4 16,3 7-2-16,-3-7-1 0,0 8-1 0,0-8-1 16,0 0 1-16,-2 11 2 0,2-11 6 0,-3 7-1 15,3-7 2-15,-2 10 1 0,2-10-2 0,-4 9-3 16,4-9 1-16,-5 10-2 0,4-7 1 0,-3 2-3 0,4-5-2 16,-7 11 2-16,5-6-5 0,-2 1 2 15,-1-1 0-15,1-1-3 0,0 2 2 0,-1 0-2 16,-1 1-1-16,-1-2 0 0,2 0 0 0,0-1 0 15,-1 1 6-15,-2 1-7 0,3-2 5 0,-1-1 1 16,-1 2 3-16,1-3-2 0,6-2 3 0,-14 9-3 16,7-7 1-16,1 1-2 0,-1-1 6 0,1 0-1 0,-1 0-1 15,7-2 4-15,-12 4-4 0,7-2 0 0,5-2-1 16,-13 2-6-16,13-2 1 0,-10 2 1 0,10-2 0 16,-8 4 6-16,8-4-4 0,-9 1-3 15,9-1-1-15,0 0 5 0,-10-1-2 0,10 1 1 0,0 0-1 16,-12-1-1-16,12 1 1 0,-10-1-3 0,10 1 1 15,-9-2-5-15,9 2 7 0,0 0-2 0,-11 0-3 16,11 0 1-16,0 0 2 0,-10-2-1 0,10 2 6 16,0 0-1-16,0 0 3 0,-8-2-6 0,8 2 5 15,0 0-3-15,0 0 4 0,0 0-2 0,-8-3 0 16,8 3-1-16,0 0-1 0,-6-4 1 0,6 4 3 16,0 0-4-16,0 0 1 0,0 0 0 0,-7-3 0 15,7 3-3-15,0 0 0 0,0 0 1 0,0 0 7 16,-7-7-7-16,7 7 0 0,0 0-2 0,0 0-1 15,0 0 2-15,-7-3-1 0,7 3 1 0,0 0-2 16,0 0 0-16,0 0 2 0,0 0-2 0,0 0 2 16,0 0-2-16,-3-5-1 0,3 5-4 0,0 0 3 15,0 0 1-15,0 0 0 0,0 0 0 0,0 0-1 16,0 0-2-16,0 0 4 0,0 0-4 0,0 0 1 16,0 0 0-16,0 0 1 0,0 0 1 0,0 0 0 15,0 0 0-15,0 0 7 0,0 0-9 0,0 0 2 16,0 0-3-16,0 0-1 0,0 0-1 0,0 0 3 15,0 0-3-15,0 0 0 0,0 0 5 0,0 0-7 16,0 0 1-16,0 0 2 0,0 0-6 0,0 0 4 16,0 0-7-16,0 0-9 0,0 0-17 0,0 0-13 0,0 0-19 15,0 0-24-15,0 0-20 0,0 0-24 16,0 0-27-16,0 0-28 0,0 0-16 0,0 0-21 16,0 0-139-16,0 0-395 0,0 0 175 0</inkml:trace>
  <inkml:trace contextRef="#ctx0" brushRef="#br0" timeOffset="110018.08">22182 9106 74 0,'0'0'89'0,"-4"-7"7"0,4 7-6 0,0 0-2 16,-2-9 1-16,2 9-9 0,0 0 1 0,-1-9 3 15,1 9-8-15,0 0-8 0,-2-10-4 0,2 10 7 16,0 0-9-16,-2-8 11 0,2 8-6 0,0 0-1 15,0 0 2-15,0 0-11 0,-1-8-2 0,1 8 1 16,0 0-6-16,0 0 1 0,0 0-2 0,0 0-8 16,0 0 1-16,-3-6 4 0,3 6-12 0,0 0 0 15,0 0 2-15,0 0-5 0,0 0-1 0,0 0-4 16,0 0 1-16,0 0-2 0,0 0-3 0,0 0 0 16,0 0-2-16,0 0 1 0,0 0-5 0,-1-9 0 15,1 9-1-15,0 0-10 0,0 0 7 0,0 0-7 16,0 0 2-16,0 0-3 0,0 0-1 0,0 0 2 15,0 0-2-15,5 21 0 0,-3-13 3 0,-1 2 0 16,1 1 3-16,1 4 3 0,0 2-1 0,-2 0 1 16,1-2 5-16,0 2 3 0,1-2-1 0,-1 2 3 15,0-2-1-15,-1 3 1 0,1-3-5 0,-1 1 2 16,2-1 1-16,-2 2 2 0,-1-1 7 0,1 1-2 16,2-2-3-16,-2 1-1 0,0 0-2 0,1-4-1 15,0 4-2-15,0-3 0 0,0-1 0 0,-1 1-4 16,1-2-1-16,0 1 2 0,-1 2-1 0,1-3 6 15,-2 2 4-15,0-1 2 0,1-1 1 0,-1 1-3 16,0-1-1-16,0-2-2 0,0 4-2 0,0-2-2 16,0 1 8-16,0-2-3 0,-1 0 3 0,-1 1-5 15,1-2-1-15,1 0-4 0,-2-2 0 0,2-7-2 0,-2 12 1 16,2-12-2-16,0 11 0 0,0-11-2 16,2 10 1-16,-2-10-3 0,-2 7-2 0,2-7 0 15,0 0 1-15,0 0 0 0,2 8 0 0,-2-8-4 16,0 0 4-16,0 0-2 0,0 8-4 0,0-8 10 0,0 0-5 15,0 0-5-15,0 0 9 0,0 0-7 0,0 0-1 16,0 0 1-16,-3 8 0 0,3-8-3 0,0 0 1 16,0 0 10-16,0 0-11 0,0 0 1 0,0 0 5 15,0 0-8-15,0 0 2 0,0 0-11 0,0 0-11 16,0 0-19-16,0 0-20 0,0 0-28 0,0 0-29 16,0 0-31-16,0 0-20 0,0 0-35 0,0 0-10 15,-10-22-156-15,7 15-399 0,1-3 177 0</inkml:trace>
  <inkml:trace contextRef="#ctx0" brushRef="#br0" timeOffset="110550.6">22174 9068 13 0,'0'0'93'0,"0"0"-2"0,0 0 1 15,0 0-11-15,-3-11-4 0,3 11 7 0,0 0-11 16,0 0 4-16,-2-6-14 0,2 6 3 0,0 0-4 0,0 0-4 16,0 0-9-16,0 0 1 0,0 0-7 0,0 0-11 15,0 0 7-15,0 0-14 0,0 0 0 16,0 0-1-16,0 0 3 0,0 0-4 0,0 0-1 15,0 0 4-15,0 0-10 0,0 30 0 0,1-21 6 16,0 1-1-16,-1 0 2 0,2 3 2 0,-2 1-1 16,1 4 0-16,0-1-1 0,0 0-6 0,1-2 1 0,-1 1-1 15,0 1-7-15,1 0 3 0,-1-2 0 16,0 2-21-16,-2-2 23 0,3 2-4 0,-2-4-2 16,2-1 0-16,-2 3-3 0,3-2 5 0,-3-1-6 15,0 1-13-15,-2 3-5 0,2 0-3 0,-3-5-14 0,3 3-24 16,-2-2-13-16,2-2-13 0,-3 2-18 0,2 0-14 15,0-3-85-15,-1-2-212 0,-1 1 94 0</inkml:trace>
  <inkml:trace contextRef="#ctx0" brushRef="#br0" timeOffset="111546.13">22235 9280 42 0,'0'0'69'15,"0"0"-11"-15,0 0-1 0,0 0-5 0,13 8-7 16,-13-8 0-16,0 0-9 0,0 0-1 0,0 0-2 0,9-5 5 16,-9 5 3-16,0 0 0 0,9-1-1 15,-9 1 1-15,9-4-10 0,-4 1 11 0,-5 3 1 16,11-4-10-16,-4 2 8 0,-7 2-15 0,11-5 9 16,-2 2-17-16,-2 2 9 0,-7 1-7 0,13-2 2 0,-5 0-13 15,-8 2 12-15,13-4-3 0,-6 4 2 16,-7 0-4-16,12 3-6 0,-7 0 11 0,2-1 6 0,-7-2-10 15,13 4 6-15,-7-1-10 0,-1 1 1 16,2-2-5-16,-2 2 9 0,0 0-4 0,-1 0-4 0,-4-4 1 16,7 7 5-16,-7-7-8 0,5 5 4 0,-1-1-3 15,-4-4 2-15,4 8 5 0,-4-8 1 16,0 0 5-16,1 9 8 0,-1-9-5 0,0 0 3 16,-1 10 5-16,1-10-5 0,0 0-7 0,-4 10 0 0,4-10 4 15,-5 5-1-15,5-5-2 0,-5 8 1 0,1-5-2 16,4-3 1-16,-9 7-7 0,5-4 2 0,-2 1-6 15,1-1 3-15,0 2-4 0,-2-2 2 0,2 1-4 16,0 1 0-16,0 0-3 0,0-1 4 16,5-4-1-16,-10 6-1 0,6 0-9 0,-1-3 2 0,5-3 3 15,-9 7 5-15,5-4-7 0,-1 1 4 0,-1-1-8 16,6-3 7-16,-8 4-3 0,3-1 4 0,5-3 6 16,0 0-9-16,-8 6-2 0,8-6 0 0,-6 5-5 15,6-5 1-15,0 0-7 0,-7 4-11 0,7-4-16 16,-5 4-10-16,5-4-19 0,0 0-17 0,0 0-15 15,-8 3-21-15,8-3-110 0,-6 2-249 0,6-2 111 16</inkml:trace>
  <inkml:trace contextRef="#ctx0" brushRef="#br0" timeOffset="112058.76">22240 9282 38 0,'0'0'80'0,"13"-4"-5"0,-5 4 4 16,2-3-6-16,-1 1-2 0,0 0-9 16,1 2-1-16,-2-2-4 0,2 2 3 0,-10 0-2 15,18-1-5-15,-9 2 3 0,0 1-11 0,-2-2 12 0,2 3-5 16,3 0-15-16,-6-2 4 0,1 2-8 0,-1 1-2 16,0-1 8-16,2 2-4 0,-1-1-3 15,-2 0-4-15,-1 1 0 0,1 2 14 0,0-3 8 16,-4 2 0-16,1 3 2 0,0-3 5 0,-1 1-4 0,-1-7-6 15,-3 14 2-15,0-4-6 0,-4 0-2 0,1 1 2 16,-3 0-4-16,-1 2-4 0,-4-1-1 0,1-2-4 16,-2 0-4-16,-1-2-3 0,0 2-2 15,-2 0-3-15,0 0-2 0,0-3 4 0,3 1-7 0,-3-1 1 16,6-3 1-16,-1 0-3 0,2-1 1 0,1-1 1 16,2-1-2-16,8-1 1 0,-13 2-8 0,13-2-10 15,-10-4-8-15,10 4-13 0,-8-7-16 0,8 7-11 16,-5-8-30-16,5 8-14 0,0-12-21 0,0 12-33 15,4-12-115-15,-3 5-288 0,1-1 128 0</inkml:trace>
  <inkml:trace contextRef="#ctx0" brushRef="#br0" timeOffset="135077.81">22234 9310 14 0,'0'0'24'0,"0"0"2"0,0 0-7 16,0 0-13-16,0 0-22 0,0 0-15 0,0 0 7 15</inkml:trace>
  <inkml:trace contextRef="#ctx0" brushRef="#br0" timeOffset="151499.07">27654 9571 149 0,'0'0'152'0,"0"0"-14"0,0 0-3 16,0 0-14-16,0 0-6 0,0 0-11 0,0 0-7 16,0 0-8-16,0 0-6 0,0 0-8 0,0 0 0 15,0 0-9-15,0 0-6 0,0 0-9 0,0 0 4 16,0 0 4-16,0 0 11 0,2 26 7 0,0-14-1 16,-2 0-4-16,2 4-6 0,-1 1-4 0,-1 0-6 15,2-1-6-15,-1 1-4 0,0-2-4 0,1-3-5 16,-2 3 2-16,0-3-4 0,2 1-3 0,-2-3 0 0,3 0-2 15,-1 0 4-15,-2-3-1 0,1 0 1 16,1 0-3-16,-2-7-1 0,0 11-1 0,0-11-6 16,1 9-2-16,-1-9 1 0,0 0-1 0,0 8-4 15,0-8 2-15,0 0 6 0,0 0 5 0,0 8 6 16,0-8 1-16,0 0 5 0,0 0 2 0,0 0 3 16,0 0 5-16,0 0-3 0,0 0-4 0,0 0 0 0,0 0-3 15,0 0-7-15,0 0 1 0,0 0-11 16,0 0 2-16,0 0-3 0,0 0-1 0,-14-21-5 15,11 13 0-15,3 8-1 0,-5-14-3 0,5 5-3 16,0 0-2-16,0-1-2 0,2-2 9 0,-2 1-8 16,2-2-5-16,1 1 1 0,-1-4 3 0,5 0-6 0,0-3 2 15,1 2-3-15,-3 1-1 0,4 2 1 0,-2 2 0 16,1 2-1-16,-3 1 1 0,2 0 0 0,-3 1-2 16,1 2 1-16,1 1-1 0,-3 1-1 0,2-1 0 15,-5 5 3-15,8-8-6 0,-1 7 3 0,-7 1-4 16,9-3 6-16,-9 3-2 0,9 0-6 15,-9 0 3-15,9 6 2 0,-9-6-1 0,9 7 1 0,-4-3 1 16,1 4-2-16,1 0 3 0,-3 1-1 16,4-1 2-16,-4 2-2 0,3 1 3 0,-3-2-3 0,-2 1 1 15,2 0 1-15,1 1 2 0,-2 3 5 16,-1-4-6-16,2 6-2 0,-1-2 2 0,-1 3 0 0,-3-2 6 16,3 1 7-16,-1-4 1 0,-2 1-4 0,1 2 2 15,0-2 4-15,-1-1 3 0,1-1-4 0,0 0 3 16,0-1 3-16,-2 6-3 0,2-6-9 0,0-3 7 15,0-7 3-15,2 11-5 0,-2-5-2 0,0-6 9 16,0 11-12-16,0-11 7 0,0 7-9 0,0-7 1 16,0 0 2-16,1 7-1 0,-1-7 4 0,0 0-8 15,0 0-4-15,0 0-12 0,0 0-18 0,0 0-23 16,0 8-26-16,0-8-44 0,0 0-68 0,0 0-62 16,0 0-261-16,0 0-556 0,-15-23 246 0</inkml:trace>
  <inkml:trace contextRef="#ctx0" brushRef="#br0" timeOffset="152586.23">26088 7296 33 0,'0'-10'173'16,"-2"2"-2"-16,0-2-7 0,0 2-4 0,1 2 7 15,1 6-4-15,-2-12-6 0,2 12-14 0,0-8-11 16,0 8-19-16,0 0-14 0,0-9-5 0,0 9-14 16,0 0-12-16,0 0-5 0,0 0-5 0,0 0 0 15,0 0-3-15,-2 32-4 0,2-12-3 0,0 5-1 16,0 1-5-16,2 4 1 0,-2-2-6 0,0-1 6 15,0-1-1-15,0 2 0 0,0 0-5 16,0-1-1-16,2-11-3 0,-1 7 0 0,3 4 2 0,-4-6-6 16,0-5-1-16,2 3-5 0,0 0 4 0,0-4 10 15,1 2-8-15,-1-6-3 0,-4-1-2 0,4 1-2 16,0-1 2-16,1-5-2 0,-3 4-3 16,0-9-2-16,0 13-2 0,0-8 1 0,0-5 1 0,0 9 2 15,0-9-2-15,0 0 2 0,0 0-2 0,0 9 9 16,0-9-13-16,0 0 1 0,3 5-2 0,-3-5-1 15,0 0 0-15,0 0-1 0,0 0-5 0,0 0-12 16,0 0-22-16,0 0-23 0,0 0-32 0,0 0-45 16,0 0-48-16,0 0-37 0,0 0-43 0,0 0-130 15,0 0-419-15,0 0 185 0</inkml:trace>
  <inkml:trace contextRef="#ctx0" brushRef="#br0" timeOffset="152967.47">26063 7391 5 0,'-2'-8'174'0,"2"8"-7"15,-2-9-10-15,2 9-13 0,0 0-14 0,0-9-13 16,0 9-11-16,6-11-14 0,2 6-2 0,-2-2-8 0,3 2-6 15,0 0-6-15,1 0-5 0,2 1-10 16,1 1-6-16,-1 2-4 0,-3 0-3 0,5 3-1 16,-5 0-6-16,-1 1-4 0,2 0-3 0,-1 1-6 15,-2 1 9-15,-1 1 3 0,-2 0 1 0,-1-1-3 0,2 1 0 16,-3 1 20-16,0 0 4 0,-2 2 5 0,-2 1-3 16,2-1-6-16,-4-1 5 0,-2 2 0 0,0-1 3 15,-1 0 1-15,-1-1-9 0,-2 0-2 16,1-1-7-16,-2 0-2 0,-1-1-6 0,2 1-1 15,-1-2-3-15,-1-1-4 0,3 1-3 0,-1-4 1 0,0 2-8 16,1-1-12-16,2 2-30 0,1-2-25 16,6-2-38-16,-14 3-35 0,14-3-50 0,-9 0-47 15,9 0-148-15,-10-1-399 0,10 1 177 0</inkml:trace>
  <inkml:trace contextRef="#ctx0" brushRef="#br0" timeOffset="154522.78">28240 4555 199 0,'-4'-8'236'0,"4"8"-38"16,0 0-9-16,-3-6-6 0,3 6 3 0,0 0-17 16,0 0-6-16,0 0-22 0,0 0-18 0,0 0-12 0,-4-5-14 15,4 5-12-15,0 0-13 0,0 0-5 0,0 0-3 16,0 0-10-16,7 20-4 0,-3-10-3 0,-1 1-7 16,1-3-4-16,0 5-3 0,-4-3-3 0,6 2 0 15,-4-1-3-15,2-1-2 0,-2 1-3 16,3-3-4-16,-3-2 4 0,1 4-5 0,-2-4 2 0,-1 1 1 15,2 2-4-15,0-2 2 0,-1-1 5 0,1 1 0 16,-2-7-1-16,0 13 5 0,0-13 2 0,-2 9 2 16,2-9-3-16,-3 10-3 0,3-10 2 0,-2 6-1 15,2-6 0-15,0 0 2 0,0 9 5 16,0-9 5-16,0 0 1 0,0 0 9 0,-1 7-3 16,1-7 7-16,0 0-3 0,0 0 5 0,0 0-6 0,0 0 14 15,0 0-20-15,0 0 3 0,0 0-9 0,-4 5 2 16,4-5-4-16,0 0-5 0,0 0-6 15,0 0-1-15,0 0 0 0,0 0-1 0,0 0-6 16,0 0 0-16,0 0-3 0,0 0-4 0,0 0-2 16,0 0-1-16,0 0-8 0,0 0 13 0,0 0 1 15,0 0-5-15,0 0-12 0,0 0 4 0,4 11-4 16,-4-11 6-16,0 0 0 0,0 7 3 0,0-7-2 16,0 0 1-16,0 10-3 0,0-10-4 0,0 0 2 15,0 0 10-15,1 6-10 0,-1-6 6 0,0 0-3 16,0 0 7-16,0 0-5 0,2 7 9 0,-2-7-7 15,0 0 1-15,0 0-4 0,0 0 4 0,0 0 9 16,0 0-9-16,0 0 3 0,0 0-2 0,0 0 3 0,0 0 8 16,0 0-3-16,0 0-3 0,0 0 6 15,0 0 1-15,0 0 4 0,0 0-5 0,0 0-6 16,0 0 1-16,0 0 1 0,0 0 3 0,0 0-5 16,0 0 1-16,0 0 2 0,0 0-5 0,0 0-3 15,0 0 2-15,-6-32 2 0,6 32-3 0,3-16-7 16,-2 7 6-16,4-2-2 0,0-1 0 0,3-5 1 15,0 3-4-15,-1-2-3 0,5 0 5 0,-1 0 7 16,0 0-18-16,0 4 2 0,1-1 2 0,-1-1 5 16,2 2-5-16,-3-1-2 0,-2 6 2 0,1-1-4 15,-2 3 1-15,-2-1 0 0,-5 6-2 0,9-7 2 16,-9 7-3-16,9-2 2 0,-9 2 0 0,0 0-4 16,18 7 4-16,-12 1-1 0,2 2 0 0,-3 1 2 0,0 6 0 15,-1 0 2-15,0 1 8 0,-3 1-5 16,2-2 0-16,1 0 0 0,-3 0 9 0,0 0 0 15,1-2 9-15,-1-1-6 0,-1-2 1 0,0 0-3 16,0-1-3-16,2-2-3 0,1 2 1 0,-3-4-3 16,1 0 7-16,-1-7-1 0,2 8-1 0,-2-8-4 15,2 9 8-15,-2-9 1 0,0 8-5 0,0-8 0 0,0 0 3 16,3 7 0-16,-3-7-5 0,0 0 8 16,0 0-14-16,4 4-25 0,-4-4-23 0,0 0-34 15,0 0-44-15,0 0-58 0,0 0-90 0,0 0-317 16,0 0-643-16,0 0 284 0</inkml:trace>
  <inkml:trace contextRef="#ctx0" brushRef="#br0" timeOffset="159849.81">26486 7757 98 0,'0'0'134'0,"0"0"1"0,0 0-18 16,0 0-16-16,0 0 5 0,0 0-17 0,0 0-7 15,0 0-2-15,0 0-8 0,0 0-7 0,0 0 3 0,0 0 0 16,0 0-9-16,0 0-7 0,0 0 0 0,0 0-3 16,0 0 0-16,0 0 1 0,-30 3 0 15,30-3 1-15,-6 3-5 0,6-3 1 0,0 0-5 0,-14 1 2 16,10 2-4-16,4-3 0 0,-9 2 3 0,9-2 0 15,0 0 3-15,-9 2-1 0,9-2-6 0,0 0-4 16,-9 4-2-16,9-4-2 0,0 0 0 0,-7 2-2 16,7-2-2-16,0 0-1 0,0 0-1 0,0 0-5 15,0 0-9-15,0 0 6 0,0 0 0 0,0 0-5 16,0 0-1-16,0 0-4 0,0 0 3 16,0 0-2-16,0 0 0 0,0 0-1 0,0 0 1 0,32 1 2 15,-21-2-3-15,-2-1-7 0,2 0 2 16,-1 2 2-16,0-2 3 0,1 0-4 0,-1 1 0 0,-1-2 3 15,-9 3-7-15,15 0-2 0,-7 0-10 0,0-1-10 16,-8 1-17-16,15 0-13 0,-15 0-20 0,14 3-18 16,-7-3-20-16,-7 0-10 0,11 1-12 0,-2 1-4 15,-9-2-10-15,9 3-116 0,-5-1-282 0,-4-2 124 16</inkml:trace>
  <inkml:trace contextRef="#ctx0" brushRef="#br0" timeOffset="160099.87">26506 7682 123 0,'0'0'184'15,"0"0"-9"-15,0 0-13 0,0 0-15 0,0 0-17 16,0 0-13-16,0 0-9 0,0 0-13 0,0 0-10 15,0 0 4-15,0 0 2 0,0 0-7 0,-4 15-10 16,4-15-4-16,2 16-11 0,-2-4-3 0,0-2-5 16,0 2-6-16,0 0-3 0,0 4-3 15,0-1-21-15,0 3-39 0,0 2-44 0,2-2-62 0,0 9-179 16,-2-1-330-16,-2-7 146 0</inkml:trace>
  <inkml:trace contextRef="#ctx0" brushRef="#br0" timeOffset="161052.9">28081 9107 206 0,'0'0'221'0,"0"0"-12"16,0 0-10-16,0 0-12 0,0 0-13 0,0 0-13 15,0 0-12-15,0 0-11 0,0 0-11 0,0 0-7 16,0 0-5-16,0 0-7 0,0 0-2 0,0 0-6 15,0 0-6-15,0 0-7 0,0 0-8 0,0 0-6 16,-12-11-2-16,12 11-3 0,0 0-1 0,0 0-8 16,0 0-1-16,0 0-8 0,0 0 1 0,-11 0-5 15,11 0-3-15,0 0-8 0,0 0-1 0,0 0-2 16,-7-3 0-16,7 3 0 0,0 0-4 0,0 0-6 16,0 0-1-16,0 0-3 0,0 0 1 0,0 0-9 15,0 0 3-15,0 0-2 0,0 0-1 0,0 0-2 16,0 0 2-16,0 0-3 0,0 0 1 0,28-2-8 15,-18 1 3-15,6-1 1 0,-5 0 4 0,2 0-2 16,1 0 2-16,-2-1 3 0,2 2 10 0,-3-1-11 0,0 0 0 16,-4 2-3-16,-7 0 2 0,15-3-1 15,-9 1 4-15,-6 2-5 0,11-1 1 0,-11 1-2 16,8-1 0-16,-8 1 2 0,0 0-3 0,9 0-3 0,-9 0 5 16,0 0-4-16,0 0 2 0,0 0-2 0,6-3 9 15,-6 3-12-15,0 0 3 0,0 0-6 0,0 0 0 16,0 0-22-16,0 0-23 0,0 0-40 15,0 0-40-15,0 0-66 0,0 0-53 0,0 0-249 0,10 4-536 16,-10-4 237-16</inkml:trace>
  <inkml:trace contextRef="#ctx0" brushRef="#br0" timeOffset="164094.4">26515 6410 31 0,'0'0'86'0,"0"0"-14"0,0 0-5 16,0 0-2-16,0 0-21 0,0 0-24 0,0 0-15 15,0 0-17-15,0 0-26 0,0 0-19 0,0 0-62 16,0 0 28-16</inkml:trace>
  <inkml:trace contextRef="#ctx0" brushRef="#br0" timeOffset="164606.94">28910 4501 5 0,'0'0'99'0,"0"0"-9"0,0 0-6 0,0 0-14 16,0 0 5-16,0 0-16 0,0 0-11 0,0 0-11 15,0 0-7-15,0 0-20 0,0 0-21 16,0 0-22-16,0 0-62 0,-23 14-100 0,15-8 44 16</inkml:trace>
  <inkml:trace contextRef="#ctx0" brushRef="#br0" timeOffset="165024.84">26589 6412 9 0,'0'0'36'0,"0"0"-12"0,0 0-17 0,0 0-20 16,0 0-14-16,0 0 7 0</inkml:trace>
  <inkml:trace contextRef="#ctx0" brushRef="#br0" timeOffset="165555.34">29054 4411 17 0,'0'0'16'0,"0"0"-22"16,0 0-6-16,0 0 3 0</inkml:trace>
  <inkml:trace contextRef="#ctx0" brushRef="#br0" timeOffset="166047.12">26806 6231 73 0,'0'0'78'0,"0"0"-7"0,0 0-10 0,0 0-9 16,0 0-14-16,0 0-8 0,0 0-18 0,0 0-24 15,0 0-18-15,0 0-33 0,0 0-67 0,0 0 31 16</inkml:trace>
  <inkml:trace contextRef="#ctx0" brushRef="#br0" timeOffset="170091.8">26785 5938 98 0,'0'0'106'0,"0"0"10"0,0 0-4 0,0 0-12 16,0 0-9-16,0 0-2 0,0 0-9 15,0 0-1-15,0 0 4 0,0 0-7 0,0 0-3 0,0 0-2 16,0 0-4-16,0 0-3 0,0 0-1 0,0 0-4 16,0 0-1-16,0 0-4 0,0 0 0 0,0 0 0 15,0 0-1-15,-8 4-9 0,8-4 2 0,0 0-3 16,-6 4 0-16,6-4-3 0,0 0-1 0,0 0-1 15,-11 4-4-15,6-3 2 0,5-1-5 0,-11 4-1 16,11-4 2-16,-9 2 0 0,5 1 3 0,4-3 1 16,-9 3 0-16,9-3-1 0,0 0-2 0,-10 2 0 15,10-2-2-15,-8 2 0 0,8-2 14 0,0 0 4 16,0 0-3-16,-9 2-3 0,9-2-2 0,0 0-7 16,0 0-1-16,0 0-2 0,-4 3-4 0,4-3-4 15,0 0-1-15,0 0-3 0,0 0-2 0,0 0-5 16,0 0-1-16,0 0 7 0,0 0-8 0,0 0-1 15,21 0 0-15,-21 0 1 0,19-5 2 0,-9 5 1 16,2-2-1-16,-1-2 0 0,2 3 1 0,-1-2 5 16,-1 3 0-16,3-3 4 0,-3 0 4 0,0 2-12 15,-4-2 2-15,-7 3 0 0,13-2-5 0,-13 2 2 16,11-3 2-16,-11 3-4 0,8-1 3 0,-8 1-2 0,0 0 5 16,0 0 2-16,8-1 4 0,-8 1 1 15,0 0 3-15,0 0 1 0,0 0 5 0,0 0 1 16,0 0-4-16,0 0 1 0,9 0-5 0,-9 0 0 15,0 0-3-15,0 0 2 0,0 0-5 0,0 0 1 16,0 0-6-16,0 0-3 0,0 0-5 0,0 0-27 16,0 0-23-16,0 0-43 0,0 0-60 0,0 0-66 15,0 0-66-15,0 0-205 0,0 0-521 0,0 0 231 16</inkml:trace>
  <inkml:trace contextRef="#ctx0" brushRef="#br0" timeOffset="171219.66">27748 4761 87 0,'0'0'90'0,"0"0"5"0,0 0-18 15,0 0 10-15,0 0-8 0,0 0-3 0,0 0 1 16,0 0 3-16,0 0 4 0,0 0-6 15,0 0 3-15,0 0-2 0,0 0 11 0,0 0-3 0,0 0-9 16,0 0 0-16,0 0-10 0,0 0-2 0,0 0-7 16,0 0-3-16,0 0-3 0,0 0-4 0,0 0-4 15,0 0-2-15,0 0-2 0,0 0-7 16,0 0-5-16,0 0-3 0,0 0 0 0,0 0-3 16,0 0 1-16,-27 2-1 0,27-2 0 0,0 0 3 0,0 0-2 15,-11 2 4-15,11-2 1 0,0 0-2 16,0 0-1-16,0 0 3 0,-9 2-1 0,9-2-2 15,0 0-5-15,0 0 3 0,0 0-2 0,0 0-4 16,0 0-2-16,0 0 7 0,0 0-6 0,0 0-6 16,0 0 0-16,0 0-1 0,0 0-3 0,0 0-1 0,0 0 1 15,0 0 0-15,0 0-2 0,0 0 5 16,0 0-6-16,28-7 2 0,-18 4 1 0,1 1-4 16,0-2-1-16,3 3 1 0,-5-2-4 0,5 1 7 15,-1-2-7-15,-4 0 4 0,3 1-2 0,0 0 1 16,-3 1-1-16,1 0 1 0,-2-2 6 0,-1 2-3 0,3 2-7 15,-3-3-3-15,-7 3-12 0,10-1-7 0,-10 1-16 16,11-3-21-16,-11 3-19 0,9 0-23 0,-9 0-8 16,0 0-5-16,7-3-27 0,-7 3-6 15,0 0-2-15,0 0-6 0,0 0-84 0,0 0-259 0,0 0 115 16</inkml:trace>
  <inkml:trace contextRef="#ctx0" brushRef="#br0" timeOffset="171434.26">27804 4645 151 0,'-6'-3'170'0,"6"3"-2"16,0 0-20-16,0 0-11 0,-7-2-20 0,7 2-15 16,0 0 0-16,0 0-13 0,-10 11-9 0,7-2-11 15,0 2 0-15,-1 6-11 0,2 0-5 16,0 2-4-16,0 5-4 0,-2 3-14 0,2-1-50 15,2 0-63-15,-6 4-62 0,-1-2-89 0,3 2-251 0,-6-4 112 16</inkml:trace>
  <inkml:trace contextRef="#ctx0" brushRef="#br0" timeOffset="194417.65">16054 5983 25 0,'0'0'32'15,"0"0"4"-15,0 0-8 0,0 0-6 0,0 0 1 0,0 0 1 16,0 0-6-16,0 0 1 0,0 0 3 0,0 0-7 16,0 0 2-16,0 0-9 0,0 0 2 15,0 0 0-15,0 0 2 0,5 8-2 0,-5-8-3 16,0 0 0-16,0 0 0 0,0 0-3 0,0 0-4 16,0 0 4-16,0 0 0 0,0 0-1 0,18-3 0 15,-18 3-4-15,0 0 6 0,0 0-1 0,0 0 4 16,0 0-12-16,0 0 8 0,0 0 0 0,0 0 0 0,0 0 1 15,0 0-2-15,0 0-1 0,0 0 0 0,0 0 6 16,0 0-3-16,0 0-2 0,0 0 11 16,0 0-6-16,0 0-7 0,0 0 4 0,0 0 3 15,0 0-1-15,0 0-2 0,0 0 0 0,0 0 4 16,0 0-1-16,0 0 2 0,0 0 2 0,0 0-4 0,0 0 5 16,0 0-6-16,0 0 7 0,0 0-3 15,0 0-7-15,0 0 2 0,0 0 2 0,0 0 4 16,0 0 0-16,0 0 4 0,0 0-4 0,0 0 1 15,0 0 0-15,0 0-3 0,0 0 6 0,0 0-4 16,0 0 0-16,0 0 3 0,0 0 3 0,0 0-7 16,0 0 0-16,0 0 4 0,0 0 5 0,0 0-8 15,0 0 6-15,0 0-9 0,0 0 8 0,0 0-6 16,0 0-6-16,0 0 9 0,0 0-1 0,0 0-1 16,0 0-6-16,0 0 10 0,0 0-6 0,0 0 0 15,0 0-6-15,0 0 2 0,0 0-5 0,0 0 12 16,0 0 5-16,0 0-11 0,0 0-1 0,0 0-1 15,0 0 0-15,0 0-1 0,0 0-2 0,0 0-2 0,0 0-3 16,0 0 0-16,0 0 5 0,0 0 6 16,0 0 8-16,0 0-5 0,0 0-16 0,0 0 12 15,0 0-18-15,0 0 6 0,0 0 8 0,0 0-11 16,0 0-1-16,0 0 2 0,0 0 4 0,0 0 2 16,0 0 6-16,0 0-13 0,0 0 5 0,0 0 3 15,0 0-3-15,0 0 0 0,0 0 1 0,0 0 4 16,0 0-1-16,0 0-2 0,0 0-1 0,0 0 3 15,0 0-4-15,0 0 3 0,0 0-1 0,0 0 0 16,0 0 2-16,0 0-3 0,0 0 1 0,0 0 7 16,0 0 1-16,0 0-8 0,0 0 7 0,0 0-1 15,0 0-12-15,0 0 7 0,0 0-2 0,0 0 5 16,0 0 3-16,0 0-5 0,0 0 4 0,0 0-3 16,0 0-8-16,0 0 6 0,0 0 3 0,0 0 1 15,0 0-9-15,0 0-1 0,0 0 5 0,0 0-2 16,0 0 5-16,0 0-3 0,0 0 4 0,0 0-7 15,0 0 5-15,0 0 0 0,0 0 2 0,0 0-2 16,0 0-13-16,0 0 12 0,0 0-2 0,0 0-2 16,0 0-1-16,0 0 0 0,0 0 5 0,0 0 2 15,0 0-5-15,0 0-2 0,0 0 10 0,0 0-9 16,0 0-7-16,-21 12 11 0,21-12 4 0,0 0-9 16,0 0 6-16,0 0 4 0,0 0-6 0,0 0-2 15,11 10 1-15,-11-10-1 0,0 0 0 0,4 8-8 16,-4-8 16-16,0 0-5 0,6 7 5 0,-6-7-7 15,0 0 6-15,0 0-7 0,3 9 10 0,-3-9-9 16,4 7-1-16,-4-7 13 0,0 0-8 0,5 9 1 16,-5-9-1-16,5 9-2 0,-5-9-6 0,0 0 1 15,5 11 7-15,-5-11-3 0,4 8-3 0,-4-8 10 16,0 0-7-16,5 11 2 0,-5-11-7 0,2 8 6 16,-2-8 0-16,1 11 3 0,-1-11-3 0,3 10-2 15,-3-10 1-15,0 0 3 0,1 13-1 0,-1-13 3 16,0 0-3-16,-1 13-3 0,1-13 8 0,-2 12-3 15,2-12 1-15,-4 11 1 0,4-11-6 0,-2 10 2 16,2-10-2-16,-4 12 3 0,4-12-5 0,-4 12 5 16,4-12-3-16,-1 9-1 0,1-9-1 0,-3 9 18 15,3-9-6-15,0 0-13 0,0 0 2 16,0 15 2-16,0-15-5 0,0 0-2 0,0 0 14 0,2 11-9 16,-2-11 9-16,0 0-9 0,0 0 9 0,1 9-6 15,-1-9-3-15,0 0 6 0,0 0-10 0,0 0 5 16,0 0 3-16,2 11-2 0,-2-11 0 0,0 0-1 15,0 0-1-15,0 0-2 0,0 0 2 0,0 0 0 16,0 0 8-16,3 9-16 0,-3-9 11 0,0 0 5 16,0 0-3-16,1 12-6 0,-1-12 6 0,0 0-5 15,0 0 4-15,-4 15-2 0,4-15 5 0,-3 10-5 16,3-10 0-16,-5 11 5 0,2-4-6 0,3-7 2 16,-6 13 5-16,6-13-8 0,-5 11 4 0,1-5-4 15,4-6 2-15,-4 9-2 0,4-9-3 0,-5 9 6 16,5-9 1-16,0 0 3 0,-7 8-10 0,7-8 9 15,0 0-3-15,-3 11-2 0,3-11-2 0,0 0 6 16,0 10 2-16,0-10 0 0,0 0-5 0,0 0 0 16,2 12 0-16,-2-12-4 0,0 0 6 0,4 7-2 15,-4-7 4-15,0 0-6 0,6 10-3 0,-6-10 4 16,5 6 5-16,-5-6-1 0,0 0-9 16,8 9 9-16,-8-9 0 0,0 0 0 0,5 7-8 15,-5-7 20-15,0 0-15 0,4 7 7 0,-4-7-8 0,0 0-1 16,5 11 5-16,-5-11-9 0,0 0 9 0,0 0-3 15,1 12-2-15,-1-12-3 0,2 8 1 0,-2-8 9 16,0 0-5-16,0 16-2 0,0-16 7 0,1 12 1 16,-1-12-10-16,1 11 2 0,-1-11-3 15,0 12 8-15,0-12-4 0,0 13-7 0,0-13 10 0,3 10 0 16,-3-10 0-16,1 11-1 0,-1-11 0 0,1 9 5 16,-1-9-6-16,3 13 2 0,-3-13 1 0,1 12 2 15,-1-12-12-15,1 11 6 0,-1-11 3 0,0 12-1 16,0-12-1-16,2 12 5 0,-2-12-2 0,2 11-4 15,-2-11-3-15,0 10 7 0,0-10-11 16,2 11 24-16,-2-11-18 0,2 12 2 0,-2-12-6 16,1 12 7-16,-1-12 0 0,3 15 0 0,-3-15-1 0,0 0 4 15,1 21-5-15,-1-21 8 0,3 15-11 0,-3-15 3 16,1 14 9-16,-1-14-1 0,3 16-7 0,-3-16 2 16,1 15-4-16,-1-15 9 0,0 14-3 0,0-14-12 15,2 14 19-15,-2-14-13 0,0 15-2 16,0-15 3-16,0 0-4 0,3 19 3 0,1-12-4 15,-4-7 20-15,2 12-18 0,-2-12 3 0,3 13-3 0,-3-13 7 16,3 11 0-16,-3-11-3 0,3 12 14 16,-3-12-14-16,2 14-5 0,-2-14 7 0,1 17-6 15,-1-17 8-15,2 12-6 0,-2-12-1 0,2 14 0 0,-2-14 1 16,0 11 6-16,0-11-7 0,0 0 5 16,0 16-3-16,0-16 1 0,0 0-11 0,0 16 13 15,0-16-6-15,0 7 7 0,0-7-4 0,0 0 4 0,2 10 1 16,-2-10-11-16,0 0 22 0,0 0-22 0,1 12 4 15,-1-12 1-15,0 0-1 0,4 8-2 0,-4-8 2 16,0 0-4-16,0 0-2 0,0 0-5 16,2 9 15-16,-2-9 0 0,0 0-4 0,0 0 2 15,0 0-1-15,0 0 0 0,-8 13-5 0,8-13 7 16,0 0 0-16,-11 11 2 0,11-11-8 0,-11 8 2 16,11-8 1-16,-11 7 2 0,11-7-2 0,-17 8 4 0,9-4-11 15,8-4-8-15,-19 12-5 0,10-8-9 16,0 1-12-16,-1 1-1 0,1 1-9 0,2-2-8 15,-4 1-60-15,5-1-131 0,6-5 58 0</inkml:trace>
  <inkml:trace contextRef="#ctx0" brushRef="#br0" timeOffset="199210.72">16039 7535 6 0,'0'0'8'16,"0"0"-5"-16,0 0-1 0,0 0 4 0,0 0-11 15,0 0-4-15,0 0 2 0</inkml:trace>
  <inkml:trace contextRef="#ctx0" brushRef="#br0" timeOffset="-66851.49">10019 4483 12 0,'0'0'13'0,"0"0"-18"0,0 0-4 16,0 0 2-16</inkml:trace>
  <inkml:trace contextRef="#ctx0" brushRef="#br0" timeOffset="-63231.69">13272 4388 7 0,'0'0'39'0,"0"0"-13"15,0 0-14-15,0 0-26 0,0 0-16 0,0 0 8 16</inkml:trace>
  <inkml:trace contextRef="#ctx0" brushRef="#br0" timeOffset="-48082.08">7706 4495 55 0,'0'0'63'0,"0"0"1"0,0 0-5 16,0 0-4-16,0 0-8 0,0 0-8 0,0 0-7 15,0 0 1-15,0 0-17 0,0 0-1 0,0 0-10 16,0 0-12-16,0 0-10 0,0 0-16 0,0 0-38 15,0 0-78-15,0 0 35 0</inkml:trace>
  <inkml:trace contextRef="#ctx0" brushRef="#br0" timeOffset="-47616.07">9714 4575 32 0,'0'0'34'0,"0"0"-8"0,0 0-6 0,0 0-9 16,0 0-9-16,0 0-4 0,0 0 0 0,0 0-19 15,0 0-21-15,0 0 9 0</inkml:trace>
  <inkml:trace contextRef="#ctx0" brushRef="#br0" timeOffset="-47183.19">7769 4701 14 0,'0'0'41'0,"0"0"-8"15,0 0-6-15,0 0-5 0,0 0-9 0,0 0-10 16,0 0-4-16,0 0-25 0,0 0-27 0,0 0 12 16</inkml:trace>
  <inkml:trace contextRef="#ctx0" brushRef="#br0" timeOffset="-23631.58">8064 4616 33 0,'0'0'61'0,"0"0"-9"0,0 0-21 16,0 0-20-16,0 0-9 0,0 0-7 0,-13 12-27 0,13-12-32 16,0 0 14-16</inkml:trace>
  <inkml:trace contextRef="#ctx0" brushRef="#br0" timeOffset="-13337.93">4783 6018 47 0,'0'0'58'0,"0"0"0"0,0 0-5 16,0 0 0-16,0 0-1 0,0 0-7 0,0 0-8 16,0 0-10-16,0 0 2 0,0 0-6 0,0 0-1 0,0 0-7 15,0 0-15-15,0 0-5 0,0 0-16 16,0 0-8-16,0 0-10 0,0 0-33 0,0 0-76 15,0 0 35-15</inkml:trace>
  <inkml:trace contextRef="#ctx0" brushRef="#br0" timeOffset="-12883.7">5296 5909 25 0,'0'0'25'16,"0"0"-18"-16,0 0-5 0,0 0-13 0,0 0-9 16,0 0 4-16</inkml:trace>
  <inkml:trace contextRef="#ctx0" brushRef="#br0" timeOffset="-12605.52">4805 6045 8 0,'0'0'10'0,"0"0"-13"0,0 0-4 16,0 0 2-16</inkml:trace>
  <inkml:trace contextRef="#ctx0" brushRef="#br0" timeOffset="-11482.58">4853 4595 26 0,'-11'1'29'0,"11"-1"-8"0,0 0-7 0,-9-1 2 0,9 1-1 16,0 0-1-16,0 0-4 0,0 0-4 15,-12 1-13-15,12-1-17 0,-6 3-26 0,6-3 11 16</inkml:trace>
  <inkml:trace contextRef="#ctx0" brushRef="#br0" timeOffset="-9176.41">6550 7404 14 0,'0'0'25'0,"11"15"3"15,-11-9-5-15,1 6-6 0,0 5 5 0,1-1-7 16,-2 11 1-16,1 4-2 0,-1-2 1 0,3 2-5 0,-2 1 1 15,1 2-11-15,3-2-5 0,0 0-4 16,2 1-24-16,-3-2-36 0,-3 0 16 0</inkml:trace>
  <inkml:trace contextRef="#ctx0" brushRef="#br0" timeOffset="4793.36">5067 5569 50 0,'7'-1'58'0,"-7"1"2"16,0 0 0-16,0 0-10 0,0 0 0 0,0 0-3 16,0 0-6-16,0 0 6 0,0 0-8 0,0 0 5 15,0 0-10-15,0 0 2 0,0 0 2 0,0 0-7 16,0 0-2-16,0 0 7 0,-11-14-22 0,11 14 8 15,-5-4 9-15,5 4-15 0,0 0 6 0,-8-4-1 16,8 4-6-16,-6-3-3 0,6 3-3 0,0 0 6 16,-10-3-4-16,10 3-3 0,-8-3-3 0,8 3 4 15,-7-3-9-15,7 3 16 0,0 0-5 0,-10-2-5 16,10 2-17-16,0 0 13 0,-11-3 6 0,11 3-4 16,-9-2-16-16,9 2 20 0,-10-2 2 0,10 2-12 15,-13 0-1-15,13 0 8 0,-13-1-4 0,5 0 2 16,8 1-5-16,-15 0 6 0,15 0-3 0,-14 0-2 15,6-2 7-15,-2 2-4 0,10 0-10 0,-18 0 15 16,11 0-3-16,7 0-6 0,-16 0-4 0,7 0 0 16,9 0 7-16,-13 0 2 0,13 0-5 0,-12-2 3 0,4 4-2 15,8-2 2-15,-11-2-3 0,11 2-6 16,-17 0 13-16,12 2-10 0,5-2 0 0,-12 2 2 16,12-2 10-16,-9 1-6 0,9-1-4 0,-11 3 0 15,11-3-1-15,-8 4 5 0,3-1-8 0,5-3 4 0,-9 4 5 16,3 1 2-16,1-1-2 0,-3 0 6 0,3 1-10 15,-5-1 8-15,3 3-9 0,-2-1 0 16,2-1 1-16,-4 2-1 0,2-1 4 0,0 1 3 16,-1-1-7-16,0 2 6 0,0-2-5 0,-2 1 2 15,3 2 5-15,-4 0-2 0,2 1 0 0,-3-2-8 0,0 1 5 16,5 0-2-16,-4 1 2 0,3-1 2 16,0-1 2-16,2 0-1 0,-1-1-8 0,2 0 8 0,-1 1-5 15,0-1 3-15,2 0 0 0,-2 0-2 16,3-1 5-16,0-2-5 0,1 2-4 0,-1-2 7 0,5-4-3 15,-9 9 3-15,5-6-4 0,0 4 4 0,4-7-1 16,-6 6 6-16,3 0-12 0,-1-1 3 16,4-5 0-16,-7 8 2 0,4-5-4 0,3-3 9 15,-9 10-7-15,4-6 2 0,3 1 5 0,-2 1-3 16,4-6-2-16,-9 8-8 0,5-2 10 0,0-1 0 0,-1 0-3 16,0 3 1-16,1-3-8 0,-1 1 13 15,0-2-11-15,5-4 9 0,-6 9-6 0,2-4 3 0,4-5-2 16,-4 5-1-16,4-5-1 0,-5 9 2 15,5-9 8-15,-4 8-2 0,1-3-5 0,3-5 3 0,-3 8 0 16,3-8-6-16,-4 6 6 0,4-6-3 0,-3 6-5 16,3-6 5-16,0 0-2 0,0 12 3 0,0-12 0 15,0 0 0-15,0 8-5 0,0-8 6 16,0 0-5-16,2 7 4 0,-2-7-1 0,1 7-2 0,-1-7-2 16,0 0 5-16,1 10-2 0,2-5 7 0,-3-5-9 15,3 7 14-15,-3-7-10 0,5 6 2 0,-1-3-8 16,-4-3 1-16,7 7 1 0,-7-7 3 0,6 7-2 15,-2-4 5-15,2 0-2 0,-1 0-2 0,1 1 0 16,-1 0 5-16,-5-4-3 0,9 4 2 0,-3-1-3 16,-6-3 6-16,10 4 1 0,-2-2-3 0,-3 0-9 15,4 2 3-15,-1-2 3 0,-2 1-6 0,2-1 10 16,1-1-3-16,-2 1-2 0,2-1 0 16,0 2 3-16,3 0 0 0,-1-1-4 0,-3 0 2 0,2 0 1 15,-1 0-2-15,0 0 4 0,2-1-4 0,-2-1-2 16,3 2 1-16,-1-4 0 0,1 2 6 0,-2 0-4 15,3-1-3-15,-3-1 1 0,2 1 4 0,-2 0-4 16,0-1 7-16,2 0-6 0,-2 0 2 0,1 2 2 16,2-3 0-16,-3 2-5 0,1-2 4 0,0 1-3 15,-1 1 3-15,1-3 4 0,0 2-6 0,1-1-1 16,-1-3 7-16,1 3-8 0,-2 1 2 0,1-2 2 16,2-1 0-16,-3 2 0 0,2 1 4 0,-2 0-8 15,2 0-1-15,0-1 9 0,1-1-6 0,0 1-3 16,4-3 1-16,-5 3 2 0,-2 0 5 0,2 1-5 15,-1-2 0-15,1-1-5 0,1 2 4 0,-2-1-2 16,0 0 6-16,0 0 5 0,-2 0-8 0,0 1-2 16,1 0-2-16,-1-1 1 0,0 2 4 0,0-2-4 15,0 1 3-15,-3 0 4 0,1 0-7 0,0 0-3 16,2 1 13-16,-2 0-3 0,-1-2-7 0,1 1 0 16,1 1 5-16,-1-1-3 0,0-1 3 0,0 1-2 15,-1-1 1-15,2 2 4 0,-2-1-11 0,2 1 6 16,-2-1 0-16,2 0 0 0,-2 0 0 0,1 0 8 15,-1 0-3-15,1 0-1 0,0-1-4 0,1 1-3 16,-2 0 2-16,1 0-2 0,0 2 4 0,-2-3-1 16,-5 4 0-16,13-6 3 0,-6 2 2 0,-1 1-10 15,-6 3 4-15,12-4-1 0,-7 0 2 0,0 2 2 16,4-2-2-16,-9 4-1 0,11-5 2 0,-4 2 6 16,-2-1-10-16,1 1 24 0,0-1-26 0,1 0 0 15,-1 1 0-15,1-1 0 0,0 1-3 0,0-1 4 16,-1-2 4-16,-1 3-3 0,0 0-2 0,3-1 4 15,-3-1-2-15,-5 5-2 0,8-7 5 0,-4 4-4 16,-4 3 5-16,6-7 5 0,-6 7-6 0,6-4-2 0,-6 4 2 16,5-5 1-16,-5 5 1 0,3-5-6 15,-3 5 3-15,3-5-4 0,-3 5 9 0,0 0-5 16,2-9-1-16,-2 9-11 0,1-8 2 0,-1 8 1 0,3-8-1 16,-3 8 4-16,3-9-1 0,-1 4 3 0,-2 5-5 15,0-10-1-15,0 10 7 0,-2-10-2 16,2 10-1-16,-3-8 1 0,3 8 2 0,-4-8-5 15,2 2 9-15,2 6-6 0,-6-8-5 0,4 1 10 16,2 7-5-16,-8-11-3 0,6 4-1 0,-1 1 4 0,-1 1-2 16,-1-2-4-16,0 0 5 0,-1-1-7 0,-2 0 11 15,3 2-5-15,-1-1-1 0,-1 0 5 16,-2-1 1-16,3 0-1 0,-1 3 2 0,-2-2-1 16,1 0-2-16,0 1 1 0,1 1-1 0,-2-3 3 0,1 4 2 15,-1-1-3-15,2 0 1 0,-2-1 0 0,-1 3 0 16,1-4-5-16,-1 4 8 0,-1 0-7 0,-1 0 10 15,0 0-5-15,-2 1-2 0,1 0 3 0,-2-2-2 16,0 0-2-16,-3 2 3 0,4 0 2 0,-6 1-7 16,2 1 6-16,0 0-1 0,0 0-1 0,0 1 0 15,-1 2 0-15,0 0-2 0,2 0-1 0,-1 2 3 16,0 0 1-16,-1 1-1 0,2 1-3 0,1 1 5 16,2 1-3-16,-3 0 3 0,1-1-14 0,0 0-4 15,5 3 1-15,-5 0-10 0,3 1-1 0,0-1-10 16,1 1-5-16,3-3-34 0,-4 2-82 0,3 1 36 15</inkml:trace>
  <inkml:trace contextRef="#ctx0" brushRef="#br0" timeOffset="12218.21">9068 4916 9 0,'0'0'9'0,"14"2"-7"15,-5-2-6-15,3 0-3 0,-1-2 1 0</inkml:trace>
  <inkml:trace contextRef="#ctx0" brushRef="#br0" timeOffset="17274.22">9402 5242 16 0,'0'0'58'0,"0"0"-17"0,0 0-16 15,0 0-9-15,-33-2-9 0,21 3-4 0,-2 0-31 0,-8 3-30 16,1-5 14-16</inkml:trace>
  <inkml:trace contextRef="#ctx0" brushRef="#br0" timeOffset="25457.95">1982 9787 134 0,'0'0'130'0,"-13"0"12"0,13 0-13 16,-14 2-11-16,6-1-7 0,8-1-2 0,-13 1-3 15,5-1-6-15,8 0-5 0,-12 0-8 0,4 0-4 16,8 0-5-16,-9 1 0 0,9-1-5 0,0 0-6 15,-12 0 7-15,12 0-6 0,0 0-1 0,-8 0-7 16,8 0-4-16,0 0 7 0,-8 2-7 0,8-2 0 16,0 0-3-16,0 0-4 0,0 0-8 15,0 0 1-15,0 0-7 0,0 0 1 0,0 0-5 16,0 0-3-16,0 0-3 0,0 0-6 0,0 0-1 0,0 0-4 16,0 0-1-16,0 0 3 0,16-13-3 15,-10 9-1-15,5-4-4 0,5-1-1 0,2-2 2 0,5-2 0 16,0 1 0-16,4-3-4 0,-1 0-8 0,1 0-25 15,0 1-15-15,-1 0-26 0,0-1-27 0,0 1-26 16,0 1-15-16,-2-3-30 0,-5 6-13 0,-6 2-119 16,0 0-321-16,3-1 142 0</inkml:trace>
  <inkml:trace contextRef="#ctx0" brushRef="#br0" timeOffset="25919.95">2084 9694 73 0,'2'10'110'0,"1"5"-16"0,2 2-4 0,0 1 14 16,1 1-5-16,4 5-10 0,-3 2 0 0,3 2-12 15,2-1 9-15,-1 4-8 0,0-5-4 0,-1-2-11 16,0 2-1-16,-1-2-7 0,-1-5-6 0,-3-1-8 15,4 0 2-15,-4-3-5 0,0 3-7 0,3-2 3 16,-3-1-5-16,-3-4-7 0,2 0 4 0,-1 0-3 16,-1-3-3-16,0 0-5 0,-1 0 1 0,2 1 2 0,-3-4-4 15,1 3 3-15,-1-8 0 0,0 12-7 0,0-12 3 16,-1 10 2-16,-2-4 0 0,3-6-2 0,-6 8 1 16,2-4-3-16,4-4 4 0,-12 7-6 15,2-2 1-15,1-2-4 0,-4 0 2 0,3 1-4 0,-2-2 0 16,0-2 4-16,-1 0-3 0,1 0-3 15,0 0-1-15,1 0 6 0,-2 0-5 0,5 0 0 16,8 0 2-16,-13 0-3 0,13 0 5 0,-11 0-3 16,11 0 1-16,0 0-5 0,-11 0 2 0,11 0-3 15,0 0 2-15,0 0-2 0,0 0 1 0,0 0 1 0,0 0-3 16,0 0 1-16,23-19 1 0,-14 13 2 16,8-4 4-16,-1 2-5 0,2-2 5 0,4-4-6 15,-3 4-6-15,5-6-28 0,1 1-16 0,2-2-18 0,1 3-23 16,0 0-18-16,0-3-15 0,-5 2-108 15,-1 1-253-15,-6 3 111 0</inkml:trace>
  <inkml:trace contextRef="#ctx0" brushRef="#br0" timeOffset="26404.31">2665 9832 109 0,'-7'-10'172'0,"7"10"-7"0,-9-2-12 15,9 2-6-15,-13 2-5 0,13-2-6 0,-15 4-12 16,4-1-12-16,4 3-6 0,-3-1-14 0,1 2-7 16,2 2-12-16,-2-2-11 0,4 1-7 0,0 1-2 15,0-2-11-15,2 0-3 0,2 0-4 0,1 1-3 16,0-8-1-16,4 19-2 0,1-12-5 16,-2 0-1-16,2 2-1 0,4-2 4 0,0-1-9 0,0 1 3 15,2-4-4-15,1 0-4 0,-1 1 4 0,0-2-4 16,1-2 1-16,0 2-4 0,-1-1 2 0,2-4-1 15,-2-2-2-15,0 5 3 0,-2-4-5 0,-3 4-1 16,2-3 3-16,-8 3 1 0,10-2-5 0,-10 2 5 16,0 0 1-16,8-4-2 0,-8 4 3 0,0 0-5 15,0-7-1-15,0 7 3 0,0 0 2 0,0 0-5 16,0 0 1-16,0 0-2 0,-16-4-2 0,16 4-1 16,0 0 2-16,-18 4-2 0,11 2-4 0,-4-1 3 15,1 2 8-15,1 0-11 0,0 1-4 0,-1 6 2 16,-1-2-1-16,1 0-1 0,2 4 4 0,1-6-2 15,2 7 2-15,0-5-3 0,0 3 6 0,2 0-3 16,2-4 1-16,-3 1-1 0,3-2 0 0,2 1 0 16,2 0-2-16,-3-3 0 0,2-2 7 0,2 1-4 15,1 0 1-15,0-1 1 0,3 0-1 0,2-2 2 16,1-1 0-16,1-2-4 0,7-1-17 0,2-1-13 16,-1-2-22-16,1-5-24 0,8 0-30 0,-1-6-17 15,-1 2-10-15,-1-3-18 0,-2 1-111 0,2-6-286 16,-3-2 127-16</inkml:trace>
  <inkml:trace contextRef="#ctx0" brushRef="#br0" timeOffset="26588.16">3165 9631 121 0,'0'-7'194'0,"0"7"-9"15,0 0-11-15,0 0-15 0,0 0-15 0,4-6-12 16,-4 6-15-16,0 0-16 0,4-8-7 0,0 5-13 15,-4 3-9-15,14-10-7 0,-4 3-18 0,4-3-22 16,3 1-30-16,-2-1-24 0,2 0-31 0,0 1-17 16,-3-1-13-16,3 1-15 0,-4 5-11 0,-3-1-90 15,1 1-221-15,-11 4 99 0</inkml:trace>
  <inkml:trace contextRef="#ctx0" brushRef="#br0" timeOffset="26758.2">3266 9676 113 0,'-8'6'149'0,"4"-1"-1"16,4-5 0-16,-7 6-6 0,7-6-14 0,-4 6-3 0,4-6-14 16,-2 5-10-16,2-5-8 0,0 0-14 0,0 0-6 15,0 0-6-15,0 0-7 0,0 0-4 16,0 0-12-16,0 0-20 0,35-9-32 0,-18 4-31 16,2-6-28-16,4 0-30 0,1-5-28 0,-2 1-97 0,-1 0-239 15,4-2 107-15</inkml:trace>
  <inkml:trace contextRef="#ctx0" brushRef="#br0" timeOffset="27087.2">3984 9023 170 0,'-10'0'232'0,"10"0"-21"0,0 0-14 0,-9 0-12 0,9 0-2 16,0 0-1-16,0 0-8 0,0 0-14 0,0 0-13 16,-11-1-15-16,11 1-14 0,0 0-12 0,0 0-14 15,0 0-8-15,0 0-12 0,0 0-5 16,0 0-3-16,16-17-13 0,-7 9-9 0,3 1-20 0,2-5-13 15,2 3-15-15,2-2-24 0,1 0-24 0,-1 3-24 16,-1-4-23-16,0 3-12 0,-1-1-18 0,-2 2-17 16,-2 1-11-16,-3 3-10 0,-4-1-117 0,0 3-308 15,0-2 136-15</inkml:trace>
  <inkml:trace contextRef="#ctx0" brushRef="#br0" timeOffset="27787.34">4127 8915 34 0,'-5'1'160'0,"5"-1"-14"16,0 0-10-16,-5 4-11 0,5-4-6 0,0 0-3 15,0 0-10-15,-7 6-10 0,7-6-10 0,-2 10-17 16,2-10-3-16,-1 16-6 0,1-5-4 0,1 1-4 16,1 5-7-16,3 1-5 0,-3 1-4 0,5 6 1 15,-5-7-6-15,2 0-3 0,4 6-2 0,-1-5 3 0,0 6-9 16,0-9-4-16,-1 2 8 0,-1-1 0 0,1 0-6 15,0-1-5-15,1 0 0 0,-1-5 4 0,-3 2-7 16,2-2-1-16,0-3 0 0,-1 1-1 0,-2-1 1 16,1 0 5-16,-1-3-6 0,1-1 4 15,-3-4-7-15,3 8 1 0,-3-8 5 0,1 7 0 0,-1-7-1 16,0 0 1-16,0 0-3 0,0 9 3 16,0-9 0-16,0 0-5 0,-7 5 6 0,7-5-5 0,-7 3 3 15,7-3-3-15,-13 0 4 0,13 0-5 0,-14 1 0 16,5-1-2-16,9 0 6 0,-15-1-3 0,6 2 0 15,9-1 7-15,-14 1-5 0,14-1 3 0,-9-1 1 16,9 1-1-16,-9 1-1 0,9-1-3 0,0 0-2 16,-8 2-1-16,8-2 3 0,0 0-4 0,0 0-3 15,0 0-1-15,0 0 0 0,0 0 2 0,0 0-5 16,0 0 0-16,0 0-3 0,0 0-14 0,32-12-3 16,-20 7-15-16,0 1-9 0,6-4-15 0,-1 1-13 15,2-4-4-15,1 2-16 0,-2-1 2 0,5-5-4 16,-1 0-3-16,-5 3-4 0,-1 0 8 0,-3 0 6 15,2 0 5-15,-3-1 6 0,2 2 6 0,-4-2 10 16,1 0 5-16,0 1 7 0,-1 0-2 0,-2 4 15 16,-2-2 0-16,2 1 15 0,-2 1 14 0,1 0 13 15,-3 3 14-15,-1 0 20 0,-3 5 5 0,8-9 10 0,-6 6 14 16,-2 3 15-16,6-7 6 0,-6 7-2 0,2-7 5 16,-2 7 4-16,0 0 4 0,0 0 4 15,0 0-2-15,3-5 1 0,-3 5-12 0,0 0-8 16,0 0-7-16,0 0-4 0,0 0-9 0,0 0-11 0,0 0-7 15,0 0-5-15,0 0-12 0,0 0 0 16,0 0-4-16,0 0-2 0,9 19-2 0,-7-10-2 16,3 0 0-16,-1 3-2 0,1-1-1 0,0 1 0 15,-1 0 0-15,3 4-5 0,0 1 1 0,1-2 3 16,0-2-3-16,-3-4-1 0,0 4 1 0,2-4 0 0,-1 2-4 16,1 4-12-16,-1-5-23 0,-3 1-30 15,4-2-28-15,-4 1-21 0,3-4-19 0,-4 0-13 16,1 0-11-16,-1 0-9 0,-2-6-108 0,2 7-290 0,-2-7 129 15</inkml:trace>
  <inkml:trace contextRef="#ctx0" brushRef="#br0" timeOffset="28207.84">4498 9147 42 0,'0'-10'129'0,"0"-1"-10"15,0-2-15-15,3 3 0 0,1-3-2 0,-2 2 1 16,4 3-3-16,-1-2-8 0,-1 4-5 0,4 0-7 15,-1-3-6-15,1 4-7 0,-1 1-11 0,-1-1-7 16,1 2-3-16,-1 1-5 0,-6 2-7 0,13-4-2 16,-7 3-7-16,-6 1 3 0,13 1-5 0,-4 1-4 15,-9-2 1-15,10 5-3 0,-6-1 2 0,1 0-6 16,-5-4 1-16,6 8-1 0,-3-3 1 0,1 4-5 16,-2-3-1-16,0 2 1 0,-2 0 3 0,0-8-2 15,2 14-4-15,-2-8-3 0,1 3-8 0,1-4-4 0,-2-5-21 16,5 12 19-16,-1-8-5 0,1 1-3 0,-5-5 2 15,9 8 4-15,-4-4-5 0,5 0 9 16,-2-1-6-16,1 1-7 0,0 0 13 0,3-1 2 16,-1 1-2-16,-1-1 5 0,0 1 3 0,-4-1-1 0,2 0-6 15,0 1 4-15,-2-2 1 0,2 1-3 16,-3 1-1-16,-1 1 13 0,-4-5 6 0,6 7 9 0,-3-2 17 16,-3-5 11-16,4 9 1 0,-4-9 3 0,0 10 4 15,-2-2 2-15,2-8 0 0,-2 12 1 0,-2-4-5 16,-1-2-9-16,1 2-1 0,-1 1-6 0,-4-1-4 15,1 0-5-15,2 2-13 0,-1-3-32 0,0 1-38 16,-2-1-35-16,4-1-37 0,0-3-38 0,-4 1-132 16,9-4-319-16,0 0 142 0</inkml:trace>
  <inkml:trace contextRef="#ctx0" brushRef="#br0" timeOffset="28408.16">4823 8903 14 0,'9'-7'124'15,"-3"4"-11"-15,1 0-14 0,4-4-7 0,0 2-14 16,6-2-2-16,-2-1-11 0,1-1 0 0,0-2-17 0,3 4-9 16,-3-1-22-16,-1-1-31 0,-3 3-9 0,-1 0-19 15,-1-1-17-15,-3 3-57 0,-5 1-124 16,1-3 55-16</inkml:trace>
  <inkml:trace contextRef="#ctx0" brushRef="#br0" timeOffset="28619.96">4922 8735 149 0,'0'0'186'16,"0"0"-21"-16,0 0-21 0,-11 3-14 0,11-3-15 15,0 0-10-15,0 0-10 0,0 11-11 0,0-11-2 16,2 15 4-16,1-3-1 0,-2-1-2 0,0 5-2 15,3 1-8-15,-2 0-7 0,3 0-8 0,-1 1-7 16,0 0 0-16,-1-2-6 0,4 0-4 16,-2 3-5-16,2-4 0 0,-1 0-5 0,-1 0-1 0,2 0-12 15,1 0-40-15,-4-5-33 0,2-1-37 0,2-1-33 16,1 1-35-16,-5-6-119 0,2 0-302 0,-6-3 134 16</inkml:trace>
  <inkml:trace contextRef="#ctx0" brushRef="#br0" timeOffset="28837.59">5258 8497 61 0,'8'-7'141'16,"2"-1"-17"-16,2 0-10 0,2-3-8 0,2 0-19 15,0-1-5-15,0 1-1 0,-1 0-15 0,0 3-18 16,-1-1-20-16,-1 5-27 0,-3-3-20 0,0 0-13 16,0 4-19-16,-5 0-5 0,-1-3-75 15,-4 6-141-15,4-4 63 0</inkml:trace>
  <inkml:trace contextRef="#ctx0" brushRef="#br0" timeOffset="29220.33">5395 8396 78 0,'0'0'125'0,"0"0"-6"0,-4 4-18 0,4-4-6 15,0 0 1-15,0 13-4 0,0-13-13 0,4 15 16 16,0 0-8-16,1 1-1 0,0 0-2 16,0 4-8-16,7 4 5 0,-3-1 4 0,0 2 0 15,0-1 0-15,-3-6-9 0,4 6-11 0,-3-7 0 0,0-2-7 16,1 2-5-16,0 0-5 0,-1-2 0 0,-3-4-5 16,1 0-4-16,-1-1-5 0,0-1-1 0,0-1-3 15,-2-3-2-15,1 1-4 0,1-1-1 0,-4-5-1 16,1 11-5-16,-1-11 1 0,3 3 2 0,-3-3 4 15,0 0 2-15,0 0 1 0,0 0 0 0,-4 10-1 16,4-10-3-16,-9 4-3 0,9-4-2 0,-10 2 2 16,10-2 0-16,-11 0-5 0,11 0 0 0,-15 0-3 15,15 0 1-15,-13 0-1 0,7 0-4 0,6 0-2 16,-10 0 4-16,10 0-6 0,0 0 2 0,-11 0 0 16,11 0-2-16,0 0-1 0,0 0-2 0,-7 1 4 15,7-1-5-15,0 0 1 0,0 0-5 0,0 0 6 16,0 0-2-16,0 0 0 0,0 0 3 0,0 0-3 15,0 0 1-15,0 0-2 0,0 0-5 0,22 7-12 16,-11-7-17-16,-1-3-26 0,3-1-20 0,2-3-30 0,11-3-22 16,-2-6-28-16,2-2-15 0,-3 5-135 15,-2-4-337-15,4-3 150 0</inkml:trace>
  <inkml:trace contextRef="#ctx0" brushRef="#br0" timeOffset="29421.26">5929 8425 132 0,'0'0'236'0,"0"0"-13"16,0 0-23-16,0 0-20 0,0 0-5 0,0 0-7 0,0 0-5 16,-26 13-3-16,13 0-7 0,4 0-11 0,-1 1-6 15,0 1-1-15,3 1-18 0,-2-4-17 16,4 4-8-16,-3 0-9 0,5-5-11 0,1 2-6 16,2-3-6-16,0 2-7 0,2-3-3 0,0 1-7 0,4-1-1 15,1 1-11-15,0-4-9 0,8 3-32 0,1-3-35 16,2-3-48-16,1-1-43 0,12-7-44 0,1-2-29 15,-4-2-185-15,1-2-427 0,-1-1 190 0</inkml:trace>
  <inkml:trace contextRef="#ctx0" brushRef="#br0" timeOffset="74885.7">26434 13643 47 0,'0'0'98'0,"0"0"-1"16,-11-2-18-16,11 2 2 0,0 0-12 0,0 0 6 0,0 0-16 16,0 0-7-16,0 0-6 0,-9 2-4 0,9-2-6 15,0 0-3-15,0 0-17 0,0 0-4 16,0 0-15-16,0 0-19 0,0 0 6 0,0 0-6 0,0 0-17 16,0 0-3-16,0 0-17 0,0 0-48 0,0 7-115 15,0-7 51-15</inkml:trace>
  <inkml:trace contextRef="#ctx0" brushRef="#br0" timeOffset="76873.78">26354 13797 44 0,'0'0'59'0,"0"0"-5"0,0 0-3 0,-8-3 2 0,8 3 1 16,0 0-6-16,0 0 0 0,0 0-7 0,0 0-12 15,0 0-1-15,0 0 2 0,0 0-6 0,0 0 0 16,-7-3 0-16,7 3-3 0,0 0-12 15,0 0 9-15,0 0-7 0,0 0 1 0,0 0 1 0,0 0-2 16,0 0-4-16,0 0 7 0,0 0-5 0,0 0-7 16,0 0 3-16,0 0 4 0,0 0-4 0,0 0-1 15,0 0 3-15,0 0-1 0,0 0 2 16,0 0-4-16,0 0-3 0,0 0 4 0,0 0-4 0,0 0 2 16,0 0-3-16,0 0 5 0,0 0-12 0,0 0 1 15,0 0-1-15,0 0 0 0,0 0-3 0,0 0-6 16,0 0 5-16,0 0 2 0,0 0-1 0,0 0 4 15,0 0-6-15,0 0 3 0,0 0 4 0,-8 8-6 16,8-8 7-16,0 0 0 0,0 0 10 0,-5 2-11 16,5-2 1-16,-8 3 12 0,8-3-2 0,-8 3 5 15,8-3-9-15,-6 4 15 0,6-4-5 0,-9 0 5 16,9 0-10-16,0 0 13 0,-14 3-4 0,14-3-3 16,-9 3 3-16,9-3 0 0,-6 0 5 0,6 0 0 15,-9 0-4-15,9 0-6 0,0 0 7 0,-12 2-5 16,12-2-2-16,-8 2 7 0,8-2-1 0,-7 4 0 15,7-4 4-15,-10 2 8 0,10-2-1 0,-6 1 9 16,6-1-4-16,0 0-3 0,-9 2-1 0,9-2 2 16,-6 4 9-16,6-4 2 0,-8 2-11 0,8-2 3 15,0 0 6-15,-9 1-7 0,9-1-4 0,-8 2 7 16,8-2-5-16,-9 0-6 0,9 0-1 0,0 0 0 0,-12 0 15 16,12 0-4-16,-8 2 5 0,8-2-5 15,0 0-4-15,0 0-3 0,-11 0 2 0,11 0-4 16,0 0 3-16,0 0-5 0,0 0-1 0,0 0-3 15,0 0-1-15,0 0-3 0,0 0 0 0,0 0-2 0,0 0-4 16,-10 0 0-16,10 0 1 0,0 0-5 0,0 0-1 16,0 0-2-16,0 0 3 0,0 0-3 15,0 0 5-15,0 0-8 0,0 0 3 0,0 0-1 16,0 0-2-16,31 2 0 0,-31-2-3 0,14-2 6 0,-5 2 1 16,-9 0-1-16,13 3-3 0,-3-2 5 0,1 1-4 15,0-2 1-15,1 0 0 0,0 3 1 0,2-4 0 16,-3 1-3-16,3 0 4 0,-1 1-4 0,0-2 1 15,1 1 1-15,-5 0 0 0,2 0-2 0,1 0-1 16,-3-2 1-16,1 0 0 0,0 2-2 0,-10 0-1 16,15-1 2-16,-7 1 3 0,-8 0-1 15,11 1-2-15,-11-1-3 0,9-1 7 0,-9 1-6 0,11 0 0 16,-11 0 3-16,0 0 3 0,9 0 2 0,-9 0-9 16,0 0 2-16,0 0 0 0,0 0 5 0,6 3-5 15,-6-3-1-15,0 0 1 0,0 0 1 0,0 0 2 16,0 0-1-16,0 0-6 0,0 0 1 0,0 0 4 15,0 0 6-15,0 0-2 0,0 0-4 0,0 0 0 16,0 0 0-16,0 0 4 0,5 3-2 0,-5-3-2 16,0 0 3-16,0 0-1 0,0 0-1 0,0 0 5 15,-20 9-4-15,20-9 1 0,-9 6 1 0,4-5-3 16,5-1 5-16,-10 3-6 0,3 1 3 0,7-4-3 16,-10 4 2-16,-1-2 3 0,5 0-4 0,-6 0 2 15,5 1-2-15,7-3 3 0,-13 3-5 0,1-2 3 16,4 0-3-16,3 1 7 0,5-2-10 0,-16 2 7 0,8-3-3 15,8 1 5-15,-19 1-4 0,8-1 3 16,5 1-3-16,6-1 2 0,-14 2-1 0,14-2-1 16,-9 0-5-16,9 0 4 0,-9 2-1 0,9-2 4 0,-8 0-3 15,8 0 2-15,0 0 0 0,0 0-2 0,-16-2 2 16,16 2-2-16,0 0 1 0,-11 0 0 16,11 0 2-16,0 0 2 0,0 0-1 0,-8 0-4 15,8 0 3-15,0 0-1 0,0 0-1 0,0 0-3 0,0 0 0 16,0 0 0-16,0 0-2 0,0 0 5 0,0 0 0 15,0 0 1-15,0 0-2 0,0 0-2 0,29-5 3 16,-15 2-2-16,0 1 4 0,4-3 0 0,-3 1-4 16,1 4 1-16,0-4-3 0,2 0 4 0,-3 2-3 15,-1 1 1-15,-1-1 3 0,1 2-5 0,-3 0 0 16,1-3 1-16,1 2 1 0,-4 1 7 0,0 0-4 16,-9 0 0-16,13-2-3 0,-13 2 2 0,9 0-2 15,-9 0 4-15,10 0 0 0,-10 0-2 0,0 0 4 16,0 0-4-16,0 0 1 0,0 0-1 0,0 0-5 15,0 0 6-15,0 0-4 0,0 0 3 0,0 0-3 16,0 0 1-16,0 0-1 0,0 0 2 0,-30 8-1 16,23-7 3-16,7-1 1 0,-11 3 4 0,5-2-6 15,6-1-2-15,-15 6 1 0,9-4 1 0,-1 0 0 16,-1 1 0-16,2 0 0 0,-2-1 1 0,1 2-4 16,-1-1 5-16,0 0 0 0,1 0-3 0,7-3 1 15,-12 5-1-15,7-5 0 0,5 0 3 0,-12 3-4 0,12-3 0 16,-8 2 3-16,8-2 3 0,0 0-4 15,-7 3-5-15,7-3 0 0,0 0 3 0,0 0 2 16,0 0 1-16,-4 4-1 0,4-4 1 0,0 0-4 0,0 0 7 16,0 0-3-16,0 0-1 0,0 0 0 15,0 0 0-15,0 0 2 0,0 0-1 0,0 0-1 16,19 2 2-16,-19-2-3 0,0 0 1 0,10 0-3 0,-10 0-1 16,9-4 6-16,-9 4-2 0,0 0-1 15,11-2 0-15,-11 2 5 0,6-3-2 0,-6 3-2 16,0 0-3-16,0 0 2 0,8-2 1 0,-8 2-3 15,0 0-2-15,0 0 7 0,8-3-1 0,-8 3-4 0,0 0 6 16,0 0 5-16,0 0-10 0,0 0 3 0,0 0-1 16,0 0 1-16,0 0-6 0,0 0-4 0,0 0-13 15,0 0-3-15,0 0-25 0,0 0-33 16,0 0 5-16,0 0-20 0,0 0-13 0,0 0-15 0,0 0-7 16,0 0-98-16,11 4-248 0,-11-4 110 0</inkml:trace>
  <inkml:trace contextRef="#ctx0" brushRef="#br0" timeOffset="77200.95">26400 13873 11 0,'0'0'38'0,"0"0"-20"0,0 0-14 0,0 0-17 16,0 0-12-16,0 0 6 0</inkml:trace>
  <inkml:trace contextRef="#ctx0" brushRef="#br0" timeOffset="100542.93">26218 13096 16 0,'-8'4'47'0,"8"-4"1"0,-5 4-2 0,5-4-6 15,-6 7-4-15,6-7 2 0,-10 6-8 0,8-2 6 16,2-4 10-16,-7 5-12 0,7-5 2 15,-9 4-9-15,9-4-1 0,-6 4 3 0,6-4-3 16,-9 6 3-16,6-2-5 0,3-4 1 0,-8 6 0 0,5-3-3 16,3-3 2-16,-8 6-6 0,8-6-8 0,-6 7 3 15,2-2-6-15,4-5-1 0,-9 8 8 16,5-2-7-16,2 0 5 0,-3-2 1 0,5-4-5 16,-7 9-13-16,5-2 14 0,-5 0 0 0,5-1 6 0,-3 0-5 15,3 1-3-15,0-1-7 0,-2 1 4 0,-1-2 3 16,5-5-9-16,-3 11 8 0,1-5-3 15,2-6 0-15,-2 11 1 0,0-5 1 0,2 1-4 16,-4 1 0-16,3-1 6 0,0 0-8 0,1-7 1 0,-1 13 5 16,-1-4-3-16,2-2 5 0,-2 0-7 0,0 2 13 15,0 0-12-15,0-2 5 0,0 1-9 0,0 0 15 16,0-2-7-16,0 4 0 0,2-10 2 0,-2 12-10 16,-2-3 7-16,3-2 5 0,-1 1-3 0,0-1 0 15,0-2-1-15,0 4 6 0,0-2-8 0,2-7 5 16,-3 15-2-16,1-10-16 0,0 1 18 0,-3 1 2 15,5-7-7-15,-2 10 4 0,-1-5-5 0,3-5 1 16,0 12 0-16,0-12 1 0,0 12-6 0,0-12 5 16,0 11 8-16,-2-5-4 0,2-6-5 0,2 13-4 15,-2-13 2-15,2 11 6 0,1-6-4 0,-3 0 2 16,0-5-4-16,7 13-3 0,-5-9 4 0,-2-4 6 16,0 10-5-16,3-4 11 0,-3-6-12 0,2 12-1 15,2-6-4-15,-4-6 8 0,2 13-8 0,0-7 4 16,-1 1 2-16,3-3-2 0,-4-4 10 0,4 11-9 15,-4-3-2-15,0-8 2 0,6 11-3 0,-4-6 6 16,-2-5-9-16,4 11 4 0,-2-5-15 0,1-1 16 0,-2 2 3 16,-1-7 1-16,3 11 0 0,-1-4-5 15,0-2-4-15,0 2 0 0,-2-7 4 0,2 13 10 16,1-8-9-16,0 1 0 0,-3-6 1 0,2 14 6 16,0-8-15-16,0-1 8 0,-2-5-5 0,5 9 4 15,-3-3 2-15,-2-6 7 0,4 10-11 0,-2-5 11 0,-2-5-10 16,7 8-7-16,-5-3 3 0,-2-5 12 15,6 7 5-15,-6-7-9 0,4 7-1 0,-2-4 5 16,-2-3-9-16,8 6 2 0,-8-6 0 0,9 6-1 16,-5-2-3-16,2-2 3 0,-6-2-1 0,7 4-6 0,-7-4 21 15,8 5-8-15,-4-3-3 0,-4-2 4 0,12 4 4 16,-7-1-11-16,-5-3 2 0,10 4 2 16,-5-2 3-16,-5-2-4 0,10 2-7 0,-2 2 9 15,-8-4-1-15,9 0 1 0,-9 0 1 0,12 4-1 16,-6-4-1-16,3 2 1 0,-2-2 3 0,-7 0-6 15,16 0 1-15,-10 1-2 0,-6-1 0 0,11 3 2 16,-3-3 0-16,-8 0 1 0,13 0 6 0,-5 0-6 16,-8 0-2-16,14 0-2 0,-7-1 13 0,-7 1 1 0,18-2-12 15,-11 1 5-15,-7 1-6 0,13-2 11 0,-7 2-5 16,-6 0-3-16,17-2 5 0,-11 1-3 16,-6 1-3-16,19-1-6 0,-11 1 5 0,-3 0 3 15,-5 0 5-15,14 0-9 0,-14 0 5 0,13-3 2 0,-7 3 1 16,4-1-3-16,-10 1-4 0,13-1 0 0,-6 0 2 15,-7 1-6-15,16-2 14 0,-6 1-9 0,-3-1-5 16,-7 2 11-16,14-2-5 0,-9 0-4 16,-5 2 4-16,13-2 3 0,-4 0-7 0,-2 0 4 0,-1 1 7 15,-6 1-9-15,14-4-3 0,-9 1 9 0,3 2-4 16,-8 1-2-16,11-4-2 0,-1 3 7 0,-4-3-5 16,1 1-2-16,-1 0 4 0,2 0 0 0,-2 0-6 15,-6 3 4-15,11-6 3 0,-6 4 5 0,1-1-22 16,-6 3 15-16,10-5-1 0,-2 1 2 0,-5 0-3 15,-3 4 1-15,9-3-5 0,-2 1 2 0,-7 2 6 16,7-7-3-16,-1 3 2 0,-2 1-4 0,1-2-1 16,-5 5 5-16,11-5 6 0,-8 2-1 0,-3 3-10 15,10-9 1-15,-7 8 3 0,-3 1 3 0,10-6-10 16,-6 1 12-16,-2 1-10 0,-2 4-2 0,7-7 12 16,-5 2-7-16,-2 5-5 0,8-10 0 0,-6 5 7 15,-2 5-3-15,8-9-2 0,-8 4 4 0,6-1-3 16,-3 0 2-16,1 2 8 0,-4 4-7 0,4-10-12 0,-1 4 11 15,-1-1 1-15,3 2 0 0,0-1 3 16,-5 6 1-16,6-10-9 0,-4 3 4 0,0 1-1 16,1 1 4-16,1-2-5 0,-4 7 4 0,4-12-7 0,-2 7 7 15,-2 5 4-15,4-12-14 0,-2 8 14 16,-2 4-10-16,2-13-5 0,0 8 10 0,-2 5-5 16,0-13 9-16,2 6-5 0,0 1-6 0,1-1-2 15,-3-2 3-15,0 9 0 0,2-13 3 0,-2 5-14 0,0-1 15 16,2-1-4-16,0 2-5 0,-2-1 10 0,0 9 2 15,0-13-7-15,0 5 2 0,0-2 1 16,0 0 0-16,0 2-1 0,0-3 0 0,0 11 1 0,-2-15 6 16,2 5 0-16,-2 3-1 0,2 7-2 0,-2-17 2 15,2 8-4-15,-3 3 5 0,3 6-4 0,0-16 0 16,0 11 0-16,0 5-2 0,-4-15 5 0,4 10-8 16,0 5 9-16,-2-16 0 0,2 8 2 0,0 8-4 15,-2-12-7-15,4 4 2 0,-2-1 4 0,0 9-3 16,-2-17-1-16,2 11-6 0,0 6 14 0,0-15-8 15,-2 6 3-15,2 9 2 0,-4-12 4 0,4 4-8 16,0 8 0-16,0-13 8 0,-2 6-3 0,2 7 6 16,-6-10-9-16,4 3 9 0,2 7 2 0,-3-10-5 15,1 3-1-15,-2 2 11 0,4 5-5 0,-4-10-3 16,3 4-4-16,1 6 5 0,-4-8-7 0,-1 1 6 16,5 7-5-16,-5-8-1 0,3 3-3 0,2 5 7 15,-6-8-6-15,3 2 9 0,3 6 2 0,-6-11 0 0,2 6-3 16,4 5-13-16,-8-9 9 0,6 5 4 15,2 4 2-15,-6-9-6 0,1 4 9 0,5 5-9 16,-8-9-6-16,4 6 9 0,4 3 8 0,-6-7-4 16,1 3-3-16,-1-1 8 0,6 5-3 0,-7-8-8 15,3 3 11-15,-4 1-2 0,8 4-6 0,-10-8 2 16,5 5-8-16,1-3 2 0,0 2-2 0,4 4 9 16,-12-7-10-16,7 3 6 0,5 4-2 0,-8-5 8 15,0 3-6-15,8 2 1 0,-8-4 2 0,8 4 1 0,-7-4 7 16,7 4 1-16,-9-4-5 0,9 4 5 15,-9-2-16-15,4-2 10 0,5 4 5 0,-11-2-7 16,11 2-2-16,-11-1-1 0,11 1-1 0,-13-1-1 16,13 1 2-16,-11-2 1 0,4 1-10 0,7 1 7 0,-14-2-7 15,8 2 7-15,6 0-2 0,-15-2 3 16,15 2-8-16,-12 0 12 0,12 0-13 0,-13 2-2 16,7-2 6-16,6 0-2 0,-13 0 1 0,13 0 1 0,-13 0 6 15,6 0-1-15,7 0-13 0,-9 3 21 0,9-3-15 16,-11 0 4-16,11 0-1 0,-10 2 5 0,10-2-9 15,-9 1 8-15,9-1-3 0,-10 4-6 16,5-3 5-16,5-1-3 0,-12 5 3 0,6-2 4 0,6-3-4 16,-9 2-10-16,5 1 9 0,4-3 0 0,-10 3-3 15,4 0 3-15,6-3-7 0,-9 5 8 0,1-2-5 16,2-2 6-16,2 3-2 0,4-4-2 0,-9 4 5 16,9-4 0-16,-9 4-6 0,2 0 4 0,0-2 7 15,7-2-12-15,-11 4 3 0,5-1 2 0,6-3 1 16,-14 4 1-16,7 2 1 0,1-3-4 0,-4 0 3 15,4-1 4-15,1 1 1 0,5-3 0 0,-11 6-2 16,6-4 5-16,-2 2-2 0,1 0-1 0,0 0-1 16,1 0 0-16,5-4 0 0,-10 7-4 0,2-4-2 15,5 1 4-15,-3-1-3 0,6-3 1 0,-9 8-4 16,2-5 5-16,2 1-1 0,5-4 2 0,-6 8-2 16,1-5-2-16,3 2 0 0,2-5 0 0,-9 9-1 15,9-9 1-15,-4 7-1 0,1-2-1 0,3-5 0 16,-6 9 0-16,6-9 3 0,-3 6-4 0,3-6 3 15,-4 7-5-15,4-7 3 0,-7 9-1 0,2-4 4 16,3 0 3-16,-4 0-4 0,3-1 2 0,3-4-4 0,-6 7 4 16,1-3-4-16,5-4 4 0,-9 9-2 15,7-5-3-15,2-4 7 0,-9 9-2 0,5-3 2 16,-1-2-9-16,1 2 6 0,-2 0-3 0,2-2 11 0,-2 0-11 16,2 1-11-16,4-5-8 0,-7 7-13 0,2-4 1 15,0 2-23-15,5-5-21 0,-8 9-24 16,5-5-16-16,1 2-24 0,-2 1-78 0,-1-3-235 0,5-4 104 15</inkml:trace>
  <inkml:trace contextRef="#ctx0" brushRef="#br0" timeOffset="110662.87">24993 13866 16 0,'-7'-3'37'0,"-1"0"-27"0,2 1-21 0,-6 2-11 15,12 0 5-15</inkml:trace>
  <inkml:trace contextRef="#ctx0" brushRef="#br0" timeOffset="111391.2">24671 13859 45 0,'0'0'78'0,"0"0"-7"0,-9-1-6 0,9 1-12 16,0 0 0-16,0 0-2 0,0 0-12 0,-13 0-10 16,13 0 2-16,0 0-6 0,0 0 3 0,-10 4-4 15,10-4-4-15,0 0-1 0,-11 3 0 0,7 0-3 16,4-3 3-16,-12 5-5 0,6-1 0 0,-1-2 0 16,1 2 9-16,0-1-4 0,-2 0 1 0,2 1-1 15,-1-1 1-15,-2-1 2 0,3 2 7 0,6-4 1 16,-12 7 1-16,7-4-1 0,-1 0 7 0,6-3 1 15,-8 4-7-15,8-4 2 0,-7 3 2 0,7-3-11 16,0 0 5-16,-7 3-4 0,7-3-3 0,0 0-9 16,0 0 4-16,0 0-5 0,0 0 5 0,14 7 1 15,3-5 1-15,3-2-3 0,10 2-4 0,8-4 2 16,2 0 2-16,18 0-7 0,5-5 0 0,29-1-39 16,-27 1-29-16,25-6-32 0,-25 9-115 0,27-5-224 15,-3-4 100-15</inkml:trace>
  <inkml:trace contextRef="#ctx0" brushRef="#br0" timeOffset="112091.19">24069 13552 97 0,'-7'-2'120'0,"7"2"-17"16,0 0-10-16,0 0-8 0,0 0-9 16,-8-1-9-16,8 1-5 0,0 0-10 0,0 0-4 0,0 0-7 15,0 0 3-15,0 0-2 0,0 0-2 16,0 0-4-16,0 0-5 0,0 0-1 0,0 0-2 0,0 0-5 16,0 0-1-16,10 17-5 0,-10-17 0 0,6 5 17 15,-6-5-18-15,0 0 1 0,8 0 5 16,-8 0 2-16,0 0 5 0,19-12-7 0,-5-3 0 15,4-10-4-15,5-3-3 0,12-16 2 0,17-26-11 0,2-2-18 16,4-3-40-16,3-4-33 0,5 1-127 16,-1-2-229-16,4-2 102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09:36:49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4766 10222 80 0,'0'0'107'0,"0"0"-2"0,-5-11-4 0,5 11-10 15,0 0 3-15,0 0-6 0,0 0-6 0,0 0 1 16,0 0 6-16,0 0-10 0,0 0-2 0,0 0-5 0,-2-7-4 16,2 7-2-16,0 0-14 0,0 0 4 15,0 0-3-15,-5-8-7 0,5 8-7 0,0 0 7 16,0 0-6-16,-4-6 1 0,4 6 0 0,0 0-1 15,0 0-3-15,-3-10-8 0,3 10-4 0,0 0 6 0,-2-7-3 16,2 7 3-16,-3-8 2 0,3 8-3 16,0 0 4-16,0 0-3 0,-4-7-1 0,4 7-1 15,0 0 3-15,0 0-3 0,0 0 3 0,-4-6-7 16,4 6-5-16,0 0 1 0,0 0-2 0,0 0 0 0,0 0-4 16,-8-2 1-16,8 2 1 0,0 0-3 0,0 0 2 15,0 0-8-15,0 0 6 0,-15 4-5 16,15-4 2-16,-7 7-2 0,3-3-1 0,4-4-2 0,-10 6 2 15,3 0-4-15,2-5 2 0,1 4-3 0,-1 2 0 16,0-3-1-16,1 1 6 0,-1 3 17 0,0 1 1 16,0-1-3-16,0 0-2 0,-1 0-4 0,2-1-2 15,0-1 1-15,0 1-4 0,0 0 1 0,0 1-4 16,0-1 5-16,2-1-6 0,-1 1 1 16,-2 2 1-16,3-1 2 0,-1-1 4 0,2 0 8 0,0 0-2 15,1-7-2-15,-3 13 0 0,2-5-2 0,0-1 0 16,1 1-2-16,0-8 2 0,-2 17-2 0,2-11-1 15,0-6 0-15,3 12-2 0,-1-6-3 0,-2 2 0 16,3-3-3-16,0 1 3 0,-1 2 2 0,2-3 1 16,1 2 0-16,0-1-3 0,0 1 2 0,0-1 2 15,1-1-6-15,1 2 0 0,-1-1 4 0,0-1-4 16,3 1 0-16,-2 0 3 0,3-2-3 0,1 3 7 16,-1 0-4-16,-3-4-1 0,5 1 3 0,-2-3-4 15,-1 3-1-15,1-2 0 0,-1 0-4 0,4 1 3 16,-3-2 0-16,2-3 3 0,-1 2 0 0,-3-2-1 15,1 0-2-15,2 0 2 0,-2-1 1 0,2-1-1 16,0 1 5-16,-2-1 4 0,0 1-2 0,1 0 0 16,-1-3-5-16,-1 2-1 0,1-2 3 0,-2 3 1 0,1-6-3 15,-4 2-5-15,0 2 3 0,1-5 2 16,1 2-5-16,-3-2 2 0,-1 1 1 0,1 0 2 16,-2 2 10-16,1-3 11 0,-2 1-10 0,0-2 2 15,-2 2-4-15,0-3-5 0,0 3 2 0,0-2-7 16,-1 1 1-16,0-2-2 0,0 3-4 0,1 0-1 15,-2-1 4-15,-2 1 1 0,3 0-5 0,-1-1 4 16,1 3-4-16,-3 0-1 0,1-1 1 0,-2-1-4 16,0 2 3-16,0 2-1 0,0-1 0 0,-1 0-2 15,0 1-2-15,2 1 7 0,-3-2-8 0,0 1 5 16,1 0-8-16,-1 0 6 0,-2 1-1 0,1 2 2 16,-3-1-6-16,1 1 3 0,1 2 2 0,-2-2-3 15,2 2-1-15,-3 2 2 0,2-2-1 0,-1 0 2 16,1 3 1-16,-1-1-1 0,0 0 1 0,1 2-4 15,1-3 2-15,-2 2-1 0,2-1 1 0,0 0-3 16,4 0 6-16,7-2-5 0,-13 3 4 0,6-2-5 16,7-1-3-16,-10 4-6 0,10-4-12 0,-7 3-10 15,7-3-7-15,-8 2-9 0,4 2-4 0,4-4-18 0,-5 4-17 16,5-4-24-16,-7 6-26 0,4-1-16 0,3-5-24 0,-3 8-29 16,3-8-22-16,-4 10-136 0,4-10-397 0,0 8 175 15</inkml:trace>
  <inkml:trace contextRef="#ctx0" brushRef="#br0" timeOffset="2153.55">5069 10392 2 0,'0'0'99'0,"0"0"5"0,0 0-11 0,0 0-1 16,0 0-4-16,0 0-8 0,0 0-2 0,0 0-7 0,0 0-10 16,0 0 3-16,0 0-4 0,0 0 8 0,0 0-5 15,0 0-5-15,0 0 1 0,0 0-4 16,0 0 1-16,0 0-1 0,0 0 6 0,0 0-16 16,0 0-2-16,0 0 1 15,-21-8-5-15,21 8-1 0,0 0-7 0,0 0-10 16,-11-2 4-16,11 2 2 0,0 0-7 0,0 0-5 15,0 0 2-15,0 0-3 0,-11 1 3 0,11-1 2 16,0 0 1-16,0 0-2 0,0 0 2 0,0 0-1 16,0 0 2-16,0 0-5 0,-8-2 5 0,8 2-7 15,0 0-1-15,0 0-1 0,0 0 5 0,0 0-3 16,0 0 0-16,0 0 0 0,0 0 3 0,0 0-1 0,0 0 0 0,0 0 3 16,0 0-2-16,0 0 1 0,0 0-3 0,0 0 6 15,0 0-6-15,0 0 1 0,0 0 2 0,0 0-3 16,0 0-1-16,0 0 0 0,0 0-1 0,0 0 1 15,0 0 1-15,0 0-2 0,0 0-5 0,0 0 4 16,0 0-3-16,0 0 0 0,0 0 0 0,0 0 3 16,0 0 2-16,0 0-6 15,0 0 9-15,0 0-1 0,0 0-4 0,0 0-1 16,0 0-3-16,31 0 1 0,-25-2-1 0,-6 2 4 16,14 0-2-16,-14 0 0 0,13-1-1 0,-5 1 2 15,-8 0-1-15,15-3 0 0,-7 3-1 0,-8 0-1 16,14 0-2-16,-5 0 6 0,-2-2-5 0,-7 2 0 15,20 0 0-15,-14-1 1 0,2 2-1 0,2-1-2 16,-1 0 3-16,-9 0-5 0,15 0 2 0,-7 0 3 0,-8 0-5 0,15 2 5 16,-7-2 1-16,-8 0 13 0,15 2 1 0,-7-2-1 15,-8 0-3-15,14 0 0 0,-5 1-2 0,-1 0-4 16,-8-1 1-16,12 3 0 0,-4-2-3 0,0 0 1 16,-8-1-1-16,13 1 6 0,-2 0-5 0,-3 2 2 15,-2-2 0-15,2-1-4 0,1 1 3 0,-9-1-3 16,14 1 0-16,-8 1-1 0,-6-2 0 0,18-2 0 0,-10 4 1 0,1 1-2 15,2 0-3-15,-1-2 5 0,-2 1-5 16,3-2 2-16,-2 1-1 0,2-1 2 0,0 3 3 0,1-2-4 16,2 0-2-16,-4 0 8 0,0 0-7 0,3 1 1 15,-3-2-2-15,0 1 3 0,3 0-4 0,-1 1 3 16,-2-2 1-16,3 0 0 0,0 0-4 0,-1 1 6 16,-2-1-3-1,1 1-1-15,1-1 2 0,-1-1 0 0,6 1 1 0,-4 0 0 16,-1 0-3-16,1 0 1 0,0-1-1 0,-1 1-1 15,-2 0 0-15,2-2 2 0,1 2 0 16,-2-1-3-16,2 0 1 0,-2 1 1 0,1 1-3 16,1-1 5-16,-4 0-3 0,1 0-1 0,0 0 2 15,0 0-1-15,1-1-5 0,0 1 5 0,-1 0-3 0,1-2 0 16,0 2 3-16,-11 0-2 0,14 0 0 0,-2-1 3 0,-5 0-1 16,4 0-1-16,-1 0-1 0,0 1 1 0,-10 0 4 15,15 0-1-15,-5-3 2 0,1 3 0 0,-4 0-2 0,5-1-2 16,-12 1 3-16,15 0-3 0,-3-2 1 15,-12 2-1-15,14-1 2 0,-6 1-1 0,-8 0 0 16,15 0-1-16,-8 0 6 0,-7 0-4 0,18 0-5 16,-11-1 2-16,0-1 0 15,-7 2-1-15,13-1 2 0,-13 1-1 0,14 0 1 16,-7-2-4-16,0 2 2 0,-7 0-2 0,13-2 3 16,-13 2-2-16,12 2-1 0,-12-2 4 0,12 0-5 15,-5 0-1-15,-7 0 3 0,10 0 1 0,-10 0-1 16,10 0 0-16,-10 0 0 0,10 0 4 0,-10 0-4 15,12-2-3-15,-12 2 2 0,9 2 2 0,-9-2-4 16,9 0 4-16,-9 0 5 0,8 0-8 0,-8 0 3 0,7 2-5 0,-7-2 4 16,0 0-2-16,13 1-2 0,-13-1 4 0,6 2 0 15,-6-2 1-15,0 0-5 0,8 1 2 0,-8-1 4 16,0 0-3-16,9 1-6 0,-9-1 2 0,0 0 2 16,0 0 3-16,10 2 0 0,-10-2-2 0,0 0 2 15,0 0 4-15,0 0-3 0,9 0 2 0,-9 0 3 16,0 0-1-1,0 0 1-15,0 0-2 0,10 0 0 0,-10 0 0 0,0 0 2 16,0 0-4-16,9-2 3 0,-9 2-4 0,0 0-1 16,0 0 10-16,0 0-8 0,0 0 1 0,0 0 0 15,11-1-4-15,-11 1 1 0,0 0-2 0,0 0 2 16,0 0 7-16,9 0-9 0,-9 0 0 0,0 0 1 16,0 0-2-16,8 1 9 0,-8-1-9 0,0 0 2 15,0 0-2-15,11 2-1 0,-11-2 4 0,6 1-2 0,-6-1 0 16,0 0 0-16,8 0 2 0,-8 0-1 0,0 0-1 15,10 0 1-15,-10 0 2 0,8 1 0 0,-8-1 1 16,0 0 1-16,10 0-3 0,-10 0 0 0,11 0 4 0,-11 0-2 16,11-1 1-16,-11 1-2 0,11-1-1 0,-11 1-6 15,13 0 11-15,-13 0-5 0,11-2 3 16,-3 1-3-16,3 1 1 0,-11 0-5 0,15-3 1 0,-8 5 2 0,-7-2-1 16,14-3 0-16,-7 1 4 0,-7 2-6 0,15 0 4 15,-9 0-2-15,-6 0 4 0,13-3-4 0,-13 3 1 16,10-1 3-16,-10 1 1 0,11-1-2 0,-11 1 2 15,9 0 3-15,-9 0-1 0,0 0-1 0,7-2 2 16,-7 2-2-16,0 0 0 0,0 0 2 0,0 0 3 0,10-1-1 16,-10 1 3-1,0 0-2-15,0 0-2 0,0 0-3 0,0 0-4 16,0 0 5-16,0 0 2 0,0 0-5 0,0 0 1 16,0 0 4-16,0 0-7 0,9-1 2 0,-9 1 1 15,0 0 0-15,0 0-2 0,0 0 3 0,0 0 0 16,0 0-1-16,0 0 1 0,0 0 0 0,0 0-1 15,0 0-1-15,0 0 6 0,0 0-7 0,0 0 0 16,0 0 2-16,0 0-2 0,0 0 4 0,0 0-3 0,0 0 4 0,0 0-10 16,0 0 8-16,0 0-3 0,0 0 2 0,0 0-5 15,0 0-4-15,0 0 8 0,0 0-1 0,0 0-13 16,0 0-11-16,0 0-10 0,0 0-17 0,0 0-19 16,0 0-26-16,0 0-37 0,0 0-60 0,0 0-45 15,0 0-47-15,0 0-197 0,-32 6-520 0,32-6 231 16</inkml:trace>
  <inkml:trace contextRef="#ctx0" brushRef="#br0" timeOffset="6139.16">6969 11369 10 0,'0'0'66'0,"0"0"-7"0,0 0-5 0,0 0-8 0,0 0 0 0,0 0-10 15,0 0 1-15,0 0-9 0,0 0 0 0,0 0-2 16,-27-1-4-16,27 1-5 0,0 0 0 0,0 0 3 16,-12 0-6-16,12 0 0 0,0 0-1 0,-9 0-1 15,9 0 2-15,0 0-5 0,-14-1 2 0,14 1 3 0,0 0-6 16,-13 2-2-16,13-2 5 0,-7 2 1 0,7-2 2 15,-12 1-2-15,12-1 3 0,0 0 3 0,-11-1-3 16,11 1-3-16,0 0 5 0,0 0 4 0,-11 0 1 16,11 0 3-16,0 0-5 0,0 0-2 0,-10 1 4 15,10-1-4-15,0 0 0 0,-7 3 8 0,7-3-12 0,0 0 18 16,0 0-3-16,0 0 8 16,-12 0 0-16,12 0 2 0,0 0 1 15,0 0-6-15,0 0 0 0,0 0-6 0,-10 0-2 16,10 0 3-16,0 0 0 0,0 0-9 0,0 0 3 15,-10-2-1-15,10 2 6 0,0 0 3 0,0 0-2 16,0 0-2-16,0 0 2 0,0 0 4 0,0 0 0 16,0 0 1-16,0 0-4 0,0 0 0 0,0 0-5 15,0 0 6-15,0 0-10 0,0 0 0 0,0 0 0 0,0 0-5 0,0 0-1 16,0 0 4-16,0 0-3 0,0 0-4 0,-9-1 0 16,9 1 1-16,0 0-4 0,0 0 0 0,0 0-1 15,0 0-7-15,0 0 6 0,0 0 6 0,0 0-2 16,0 0 1-16,0 0-3 0,0 0 5 0,0 0-2 0,29 3-3 15,-29-3 3-15,12-2 3 0,-12 2 4 16,11 0-5-16,-11 0 0 16,15 2 1-16,-7-2-4 0,0 0 0 0,3-2 4 15,-2 2-1-15,-1 2 2 0,-8-2-1 0,19 0 0 16,-9 0 1-16,2 0-5 0,-2 3 3 0,0-3 3 16,3 0 0-16,-3 0-3 0,2 0 0 0,0 0 1 15,-1 0-3-15,-1 0-4 0,1 0-1 0,-2 2 5 16,2-1-3-16,-1 0 2 0,0-1-3 0,-1 1 3 15,2-1-2-15,0 0-1 0,-1 0-2 0,3 0 2 0,-3 0 0 0,-1 0-4 16,2 0 1-16,0 0 0 0,-4 2 1 0,-7-2 5 16,18 1-5-16,-8-1 2 0,2 1 1 0,-2-1 1 15,-2-1-3-15,-8 1 1 0,19 0-3 0,-10 0 4 16,2 1 0-16,-2 0 2 0,-1-1 0 0,2 0-2 16,2 0 2-16,-2 0-2 0,0-1 2 0,2 1 2 15,-3 0-2-15,0 1 0 0,2-2 1 0,-1 2 4 0,-1-2-3 0,0 0 1 16,1 1-3-16,-10 0 3 0,21 0-4 0,-10-3 5 15,1 3-3-15,1-1 1 0,-2 1-2 0,2 0 2 16,-2 0-2-16,1 0 1 0,1-1-3 0,-3 0 1 16,3 1 0-16,-3-2-4 0,-2 2 3 0,1 0 0 15,3-2-3-15,-4 1-1 0,5 1 3 0,-4-2 1 16,1 2-1 0,3 0-4-16,-3 0 6 0,-1 0-5 0,2-4 1 15,-2 6 0-15,2-4 0 0,-11 2 2 0,15 2-3 16,-5-2-1-16,-10 0 1 0,14-2 1 0,-5 1 0 0,-9 1-2 15,16-1 4-15,-10 1-3 0,5 0 4 0,-11 0 0 16,15-3-3-16,-8 3 3 0,1-1-3 0,-8 1 3 16,16-1-1-16,-8 1 1 0,-8 0-1 0,15-1-1 15,-7-1 0-15,-8 2 1 0,14-1-6 0,-6 1 7 0,0 0-3 16,-8 0 1-16,16 0-3 0,-8-2 4 0,1 1 0 16,-9 1 1-16,16 0-6 0,-5-1 6 0,-11 1-2 15,12 0 0-15,-12 0 3 0,13 0 2 0,-5 0-3 16,-8 0-1-16,15-1 2 0,-9 1 0 0,-6 0-1 0,13-2 2 15,-4 0-3-15,-9 2-2 0,12 0 0 0,-5 0 1 16,-7 0 2 0,13-2-1-16,-5 1-1 0,-8 1 1 0,14 0-3 15,-7-1 6-15,-7 1-6 0,15-1 5 0,-15 1-4 16,12-1 4-16,-5 0-2 0,-7 1 2 0,13-2-1 0,-6 2-2 16,-7 0 5-16,13-1-2 0,-4 1 2 15,-9 0-4-15,14 0-3 0,-14 0 3 0,12-2-2 16,-12 2 9-16,11-1-12 0,-11 1 3 0,13-1 0 15,-13 1-6-15,10 0 2 0,-10 0 1 0,8 0-1 0,-8 0-1 0,9-2-1 16,-9 2 5-16,0 0-5 0,9-1-1 0,-9 1 1 16,0 0 1-16,0 0 0 0,12 0 1 0,-12 0-1 15,0 0-1-15,0 0-2 0,9 1 15 0,-9-1-13 16,0 0 3-16,0 0-3 0,0 0 1 0,8 0 0 0,-8 0 0 16,0 0-1-16,0 0-1 0,0 0 1 15,9-3 9-15,-9 3-10 0,0 0 5 0,0 0-7 0,0 0 3 0,0 0 1 16,11 2-1-16,-11-2 2 0,0 0 0 0,0 0-2 15,12-2-2-15,-12 2 6 0,0 0 1 0,0 0-7 16,9 0 5-16,-9 0-4 0,0 0 1 0,11 0-4 16,-11 0 7-16,7 3 5 0,-7-3-7 0,9 0-1 15,-9 0-1-15,0 0 3 0,9 2 0 0,-9-2 1 16,0 0-4 0,0 0 2-16,14-2 4 0,-14 2-2 0,0 0 2 0,7 0 2 15,-7 0 1-15,0 0-3 0,0 0 2 0,8-1-4 16,-8 1 7-16,0 0-4 0,0 0 5 0,0 0 1 15,0 0 4-15,0 0-6 0,0 0 8 0,10 1-1 16,-10-1-1-16,0 0 4 0,0 0 0 0,0 0 0 16,0 0 1-16,0 0-8 0,0 0 1 0,0 0 0 15,0 0-3-15,0 0 0 0,0 0 4 0,0 0-2 0,0 0-1 16,0 0 2-16,0 0-6 0,0 0 0 0,8 2 1 0,-8-2-2 16,0 0-2-16,0 0 4 0,0 0 4 0,0 0 5 15,0 0-8-15,0 0-2 0,0 0 2 0,0 0-3 16,0 0-1-16,0 0 5 0,0 0-5 15,0 0-2-15,0 0 6 0,0 0-5 0,0 0 1 16,0 0-2-16,0 0-2 0,0 0 5 16,0 0-3-16,0 0 2 0,0 0-2 0,0 0-4 15,0 0 1-15,0 0-27 0,0 0-9 16,0 0-14-16,0 0-20 0,0 0-16 0,0 0-24 16,0 0-35-16,0 0-35 0,0 0-45 0,0 0-44 15,0 0-223-15,0 0-529 0,-26-15 234 0</inkml:trace>
  <inkml:trace contextRef="#ctx0" brushRef="#br0" timeOffset="9631.07">6700 10396 28 0,'0'0'73'0,"0"0"3"16,0 0-9-16,0 0 7 0,0 0-1 0,0 0-8 15,0 0-3-15,-6-5-3 0,6 5 0 0,0 0 0 16,0 0-5-16,0 0 7 0,0 0-12 0,0 0-1 16,0 0 0-16,0 0 2 0,0 0-7 0,0 0 2 15,-5-6-1-15,5 6 4 0,0 0-3 0,0 0-8 16,0 0-3-16,0 0 5 0,0 0-8 0,0 0 7 0,-4-4 8 16,4 4-15-16,0 0 5 0,0 0-10 0,0 0 2 0,0 0-6 15,0 0-1-15,0 0 3 0,0 0-3 0,0 0-1 16,0 0-2-16,0 0 3 0,0 0 0 0,0 0-6 15,0 0 3-15,0 0-2 0,-3-8-1 0,3 8 3 16,0 0-1-16,0 0 1 0,0 0-2 0,0 0 7 16,0 0 0-16,0 0 0 0,0 0-1 0,0 0 2 15,0 0-5-15,0 0 2 16,0 0 2-16,0 0-4 0,0 0-5 0,0 0-2 16,0 0 2-16,0 0 1 0,0 0-9 0,0 0 3 15,0 0-4-15,0 0 0 0,0 0-1 0,0 0 0 16,0 0-4-16,0 0 1 0,0 0-4 0,0 0 5 15,0 0-3-15,0 0-1 0,0 0 0 0,0 0 2 16,0 0-3-16,0 0-2 0,0 0 7 0,0 0-4 16,0 0 1-16,14 17 9 0,-10-13-2 0,-4-4 3 0,5 9-1 0,-1-4 5 15,0 0 5-15,-2 1-2 0,2-2 3 0,0 2-8 16,0 1 3-16,1-1-2 16,-5-6 0-16,6 10 0 0,0-3-1 0,-3 1 3 0,1-2 2 15,0 3-4-15,2 0 4 0,-3-3-4 0,3 2 2 16,-2 1 3-16,0 0-1 0,0-3-2 0,0 0 2 15,2 2-5-15,-2 1 3 0,0 1-7 0,1-1 2 0,-1-2 1 0,0 0-4 0,-2-2 0 16,1-1 3-16,3 5-3 0,-2-4 0 0,-2 2 5 16,4 2 3-16,-3-2 2 0,1 1-2 0,0-1 1 15,-1 0-4-15,2-1-1 0,-2 3 0 0,1-2-4 16,0-1 3-16,1 0 1 0,-1 3 2 0,1 0 1 31,0 0-3-31,0-2 0 0,-2 0-2 0,3 1-1 16,-2 1 1-16,1-1-1 0,2-3 3 0,-3 2-3 0,1 1 4 15,-1-3-7-15,-1 4 6 0,1 0-8 0,0-2 3 0,1-3 1 16,1 3 2-16,-2 0-3 0,0-2 3 0,1 1 6 16,1 1-4-16,-1-1 0 0,1 1 1 0,-1 0-1 15,0-1 1-15,-1 0 0 0,-1 0-2 16,2-1-2-16,0 0 4 0,0 1 0 0,-1-2-7 16,0 3 4-16,-1-1-2 0,1-1-1 0,0 2-1 0,0-2 0 0,1 0 19 15,-1 2-3-15,1-1-2 0,0 0-1 0,0 3 0 16,0-2 5-16,0-1-4 0,-2-1 0 0,2 2-2 15,-2-2 0-15,2 2 0 0,-1 0-1 0,0-2-2 16,-1 1-2-16,2-1 0 0,-1 1-4 0,-1-2 2 16,-1 3-1-16,1 0-2 0,1-1 0 0,0-1 5 15,-1-1-7-15,1 2 0 16,-4-6 1-16,7 10-3 0,-4-7 2 0,1 4-2 16,0-1 0-16,0 0 5 0,0-2-6 0,-2 2-1 15,5 0 4-15,-4 0 0 0,0 1-3 0,1-3 2 16,0 2 0-16,-4-6-1 0,6 10 0 0,-3-5 4 15,1-1-6-15,-1 3 0 0,-3-7 0 0,7 9 0 16,-6-5 1-16,-1-4 6 0,5 10-9 0,-2-7 1 16,-3-3 4-16,5 8 0 0,-1-3-3 0,-4-5-2 0,6 7 5 0,-3-3-1 15,-3-4 0-15,6 7-4 0,-5-2 2 0,-1-5 1 16,5 7 1-16,-2-3 2 0,-3-4-3 0,5 8 3 16,-5-8-5-16,3 6 2 0,-3-6 1 0,5 4-2 15,-5-4 0-15,0 0 6 0,3 7-4 0,-3-7 0 16,4 5 3-16,-4-5 1 0,0 0-4 0,4 6 3 15,-4-6 0 1,5 4-1-16,-5-4-2 0,0 0 3 0,4 7 0 16,-4-7-1-16,4 4-1 0,-4-4-1 0,4 4 5 0,-4-4-5 15,5 6-1-15,-5-6 1 0,4 4 0 0,-4-4-1 16,0 0 2-16,4 5-3 0,-4-5 2 0,0 0 1 16,5 4 0-16,-5-4-2 0,0 0 1 0,4 5-3 15,-4-5 2-15,0 0-1 0,0 0 3 0,3 5-2 16,-3-5-1-16,7 3 2 0,-7-3-2 0,0 0 0 0,0 0 0 15,4 5 0-15,-4-5 1 0,0 0 0 0,0 0 0 16,0 0 2-16,0 0-4 0,3 5 2 0,-3-5 0 16,0 0 0-16,0 0-3 0,0 0 3 0,0 0-1 0,4 7 1 15,-4-7 1-15,0 0-2 0,0 0-2 16,0 0 2-16,2 5 1 0,-2-5 4 0,0 0-4 16,0 0 0-16,0 0-3 0,3 5 3 0,-3-5 1 0,0 0 1 0,0 0-6 15,4 5 2-15,-4-5 5 0,0 0-5 0,0 0-1 16,4 4 1-16,-4-4 1 0,0 0 1 0,0 0-4 15,8 4 2-15,-8-4 1 0,0 0-1 0,0 0 1 16,0 0 2-16,2 6-1 0,-2-6-1 0,0 0 1 16,0 0 0-16,0 0-4 0,0 0 8 0,0 0-2 15,0 0-2-15,0 0 1 16,0 0 0-16,0 0-1 0,3 7 7 0,-3-7-2 16,0 0-3-16,0 0 5 0,0 0 4 0,0 0-5 15,0 0 2-15,0 0 0 0,0 0 3 0,0 0-1 16,0 0 0-16,0 0-3 0,0 0 4 0,0 0-5 15,0 0 1-15,0 0 2 0,0 0-6 0,0 0 0 16,0 0 5-16,0 0-6 0,0 0 1 0,0 0 2 16,0 0 1-16,0 0 1 0,0 0 0 0,0 0-3 0,0 0-3 15,0 0 5-15,0 0-4 0,0 0-2 0,0 0-7 16,0 0-12-16,0 0-21 0,0 0-28 0,0 0-32 0,0 0-44 16,0 0-60-16,0 0-48 0,0 0-226 0,-4-26-517 15,4 26 229-15</inkml:trace>
  <inkml:trace contextRef="#ctx0" brushRef="#br0" timeOffset="12991.38">7034 11097 84 0,'0'0'80'0,"0"0"0"15,0 0-2-15,0 0-4 0,0 0-20 0,0 0 18 16,0 0-17-16,0 0 1 0,-4-9 3 0,4 9-6 16,0 0 10-16,0 0-6 15,0 0-4-15,0 0 3 0,0 0-6 0,0 0-2 16,0 0-7-16,0 0 4 0,0 0-8 0,0 0-2 15,-3-7-1-15,3 7 5 0,0 0-12 16,0 0 5-16,0 0-5 0,0 0-1 0,0 0-2 0,0 0 4 16,0 0-3-16,0 0 3 0,0 0-10 0,0 0 4 15,0 0-2-15,0 0 7 0,0 0-4 0,0 0-4 16,0 0 6-16,0 0 1 16,0 0-3-16,0 0-3 0,0 0 0 0,0 0-2 15,0 0-6-15,-2-6 2 0,2 6 3 0,0 0-3 0,0 0-3 16,0 0 0-16,0 0-4 0,0 0 4 0,0 0-3 15,0 0 4-15,0 0-8 0,0 0-1 0,0 0 5 16,0 0-2-16,0 0-4 0,0 0 4 16,0 0-5-16,-5-6 4 0,5 6-1 0,0 0 2 0,0 0-4 15,0 0 1-15,0 0 5 0,0 0 1 0,0 0-1 16,0 0 6-16,0 0-2 0,0 0-1 0,0 0 5 16,0 0-1-16,0 0 2 0,0 0-2 15,0 0 4-15,0 0-7 0,0 0 1 0,0 0-2 0,0 0 1 16,0 0-2-16,0 0 3 0,0 0-6 0,0 0 0 15,0 0 1-15,0 0-3 0,-8-2-2 0,8 2 0 16,0 0 0-16,0 0-1 0,0 0-2 0,0 0 0 16,0 0 0-16,0 0 0 0,0 0 3 0,0 0-3 15,0 0 2-15,0 0 2 0,0 0-1 0,0 0-5 16,0 0 1-16,0 0 1 0,0 0-3 0,0 0-3 16,0 0-4-16,-17 6 1 0,17-6 2 0,-5 2 0 15,5-2-4-15,-6 3 2 0,6-3 2 0,0 0 3 16,-7 3-3-16,7-3 0 0,0 0 1 0,0 0 0 15,0 0 6-15,0 0-1 0,-7 4 1 0,7-4-2 16,0 0-2-16,0 0 5 0,0 0-4 0,0 0 3 16,0 0 1-16,0 0 0 0,0 0 3 0,0 0 6 15,0 0-8-15,0 0 9 0,0 0-6 0,0 0 5 16,0 0 2-16,0 0 7 0,0 0 5 0,0 0 1 16,0 0 1-16,0 0-3 0,0 0 5 0,0 0-9 15,0 0-2-15,0 0 2 0,0 0-1 0,0 0-2 16,0 0-3-16,0 0-2 0,0 0-2 0,0 0 2 0,0 0 1 15,0 0 1-15,0 0 1 0,0 0-3 16,0 0 0-16,16 6-1 0,-16-6 3 0,9 3 0 0,-4-2 7 16,-5-1-4-16,13 2 5 0,-8 2-3 15,0-1 0-15,-5-3 1 0,12 3-4 0,-5-1 2 0,-7-2-5 16,12 5-1-16,-7-3 0 0,0 1-1 0,-5-3 0 16,14 4 6-16,-7-1-4 0,-2-1-1 15,1 2-1-15,-6-4 3 0,13 3-2 0,-8 1 2 16,2-2 1-16,-2 0 6 0,2 2-10 0,-7-4 3 15,11 4-2-15,-6-2-1 0,0 0-1 0,-5-2 1 0,10 4 1 16,-4-3 1-16,-6-1-2 0,11 4 2 0,-6-1-2 16,-5-3 7-16,11 2-2 0,-6 0-3 15,0 0 3-15,-5-2-5 0,8 4 3 0,-8-4-4 16,10 2 1-16,-5 0 0 0,-5-2-2 0,8 4 1 16,-8-4-2-16,7 3 1 0,-7-3-1 0,10 3 2 15,-10-3-4-15,6 3 8 0,-6-3-9 0,0 0 2 0,7 2-1 16,-7-2 2-16,5 2 3 0,-5-2-2 0,0 0 1 15,0 0 2-15,7 2 3 0,-7-2 4 16,0 0 0-16,0 0 4 0,0 0 2 0,0 0 2 0,0 0 1 16,0 0 5-16,0 0 2 0,0 0 2 0,7 5 1 15,-7-5 5-15,0 0 2 0,0 0-6 0,0 0-1 16,0 0-5-16,0 0 0 0,0 0-5 0,0 0 0 16,0-19-7-16,0 19-4 0,2-10-1 0,-2 10 1 15,-1-12-3-15,1 12-3 0,1-12 1 0,-1 12-2 0,0-13 2 16,0 2-4-16,0 2 7 0,0-3-8 0,0 2 0 0,0-1-2 0,0 0 3 15,-1 0 2-15,2 2-3 0,-1-2 0 0,0 3-4 16,-1-2 0-16,1 10 4 0,-1-18-7 0,-1 11 2 16,2 7 3-16,0-15-4 0,-2 8 2 0,2 7-3 15,-1-12 7-15,1 12-8 0,0-11 6 0,0 11 3 16,-2-10-1-16,2 10 2 0,-1-7-5 0,1 7-11 16,0 0 7-16,1-8-4 15,-1 8 2-15,0 0 1 0,0 0-3 0,0 0 4 16,-2-8 4-16,2 8-12 0,0 0 7 0,0 0 1 15,0 0 2-15,0 0-6 0,0 0-2 0,0 0-1 16,0 0 4-16,0 0 1 0,0 0-5 0,0 0-9 16,0 0-11-16,0 0-20 0,0 0-22 0,0 0-20 15,-4-6-23-15,4 6-26 0,0 0-14 0,0 0-22 16,0 0-25-16,0 0-19 0,0 0-25 0,0 0-163 0,-1 22-442 0,1-22 196 16</inkml:trace>
  <inkml:trace contextRef="#ctx0" brushRef="#br0" timeOffset="20387.14">7919 11355 67 0,'0'0'75'0,"7"-5"-7"0,-7 5-11 15,0 0 6-15,0 0-6 0,0 0 1 0,0 0-5 16,0 0-6-16,0 0 3 0,0 0 10 0,0 0-34 16,0 0 8-16,0 0-6 0,0 0 4 0,0 0-3 15,0 0-8-15,0 0 1 0,0 0-3 0,0 0-5 0,0 0-8 0,0 0 0 16,0 0-1-16,0 0-2 0,0 0-5 15,0 0 5-15,0 0-9 0,0 0 8 0,0 0-1 16,5 9 1-16,-5-9-4 0,0 0-5 0,0 0 6 0,1 8 8 16,-1-8-1-16,0 0-6 0,0 0 0 0,0 0 8 15,0 0-3-15,0 8-7 0,0-8 4 0,0 0-2 16,0 0 5 0,0 0 3-16,0 0-3 0,0 0-5 0,-4 11 8 15,4-11 1-15,0 0 0 0,0 0 5 0,0 0 0 0,0 0-3 16,0 0 18-16,0 0 10 0,-1 8-3 0,1-8 5 15,0 0 6-15,0 0-2 0,0 0 1 16,0 0 1-16,0 0-2 0,0 0 4 0,0 0 0 16,0 0 0-16,0 0-2 0,0 0-15 0,0 0 7 0,0 0 1 15,0 0-3-15,0 0-13 0,0 0 5 0,0 0-1 0,0 0-4 16,0 0 4-16,0 0 1 0,0 0-7 0,0 0 4 16,0 0 1-16,0 0-4 0,0 0 4 0,0 0-3 15,0 0-1-15,0 0 2 0,0 0-2 0,6-22-4 16,-6 22 4-16,0 0 3 0,4-9-5 0,-4 9-1 15,1-5-1-15,-1 5-1 0,0 0 1 0,2-12-2 16,-2 12 2-16,4-7 1 16,-4 7-6-16,2-7-3 0,-2 7 2 0,3-9-1 15,-3 9 1-15,4-8-5 0,-4 8 3 0,3-7-1 16,-3 7 3-16,4-8-1 0,0 2 12 0,-4 6-4 16,4-12 0-16,-3 7-3 0,-1 5 2 0,7-12 5 15,-6 7 0-15,-1 5-7 0,4-12 3 0,-3 7-4 16,3-1-1-16,-4 6-3 0,4-11 2 0,-3 5-3 15,-1 6 0-15,5-10 0 0,-3 5 1 0,-2 5-4 0,4-11 2 0,-2 5-3 16,1 1 1-16,-3 5-2 0,4-8-1 0,-1 4-1 16,-3 4 1-16,5-11-2 0,-4 6 1 0,-1 5 1 15,7-8-2-15,-7 8 0 0,3-8 1 0,-3 8-3 16,4-6 4-16,-1 1 1 0,-3 5-1 0,4-7 1 0,-4 7 3 16,5-11-5-1,-3 6 5-15,-2 5 0 0,7-8-2 0,-5 5 1 16,-2 3 2-16,5-11-2 0,-2 6-1 0,1 0 0 0,-4 5-2 0,6-11 1 15,-2 7 0-15,-1-3-2 0,2 1 2 0,-2 1-2 16,-3 5 3-16,8-8-1 0,-5 2 0 16,-1 1-2-16,-2 5 3 0,7-8-3 0,-5 3 2 15,-2 5 0-15,9-8-3 0,-5 2-1 0,0 2 1 16,0-1 1-16,-4 5 1 0,5-10-2 0,-1 6 0 16,-4 4 1-16,9-9 2 0,-4 5-5 0,-1-1 1 15,2 0 0-15,-2 0 1 0,-4 5 3 0,6-11-3 16,-1 6 3-16,-1 1-3 0,-4 4 1 0,7-10 4 15,-6 4 2-15,3 2-1 0,-4 4-1 0,5-10-2 0,-3 5 0 16,-2 5 4-16,9-7-4 0,-6 2-3 16,-3 5 6-16,5-8-6 0,-3 2 0 0,-2 6 3 15,6-9-1-15,-6 9-3 0,5-7 2 0,-5 7-2 0,2-7-4 0,-2 7 5 16,7-9 0-16,-7 9 1 0,5-9-2 0,-3 6-1 16,-2 3-1-16,3-8 5 0,-3 8 0 0,4-6-2 15,-4 6-1-15,4-7-1 0,-4 7-1 0,2-7 1 16,2 2-1-16,-4 5 1 0,5-7-2 0,-5 7 5 15,4-7 1-15,-4 7 0 0,5-8-2 0,-5 8 5 16,3-7-3-16,-3 7 1 16,2-7-1-16,-2 7 3 0,4-7 0 0,-4 7-1 15,4-9 0-15,-4 9 1 0,2-6-3 0,-2 6 0 16,7-7 2-16,-7 7-1 0,3-9-1 0,0 5-2 16,-3 4 5-16,4-7-2 0,-4 7 0 0,2-9 3 15,-2 9 1-15,0 0-1 0,3-5 1 0,-3 5 3 16,4-7-5-16,-4 7 2 0,3-7 2 0,-3 7-2 15,5-7-1-15,-5 7-3 0,5-5-2 0,-5 5 1 0,3-6 2 0,-3 6-3 16,2-8 1-16,-2 8-1 0,2-9 2 16,-2 9 2-16,4-6-2 0,-4 6-6 0,5-5 3 0,-5 5 2 15,5-9-3-15,-5 9 4 0,4-5-6 0,-4 5 6 16,4-7-3-16,-4 7 0 0,4-8 0 0,-4 8 0 16,2-7 1-16,-2 7 4 0,0 0-4 15,4-7-2-15,-4 7 2 16,3-6 3-16,-3 6-6 0,4-6 2 0,-4 6 6 0,0 0-8 15,4-9 4-15,-4 9-1 0,3-4 0 16,-3 4-1-16,0 0-1 0,3-7-1 0,-3 7 1 16,5-6-5-16,-5 6 9 0,0 0-4 0,4-5 1 15,-4 5-1-15,0 0-1 0,2-8 1 0,-2 8 6 0,0 0 2 16,5-4-1-16,-5 4-3 0,0 0 0 0,3-7 1 16,-3 7 2-16,0 0-1 0,3-7-3 0,-3 7 0 0,0 0 0 15,5-5 4-15,-5 5 4 0,2-5-9 0,-2 5 0 16,0 0 2-16,0 0 1 0,5-7 1 0,-5 7 1 15,0 0-2-15,0 0 1 0,3-6-2 0,-3 6 2 16,0 0-2-16,0 0 2 0,2-6 1 0,-2 6 1 16,0 0-3-16,3-7 3 0,-3 7-8 0,0 0 3 15,1-6-2-15,-1 6 0 0,0 0 2 0,7-5 1 0,-7 5-3 0,0 0 3 16,0 0 12-16,2-6-18 0,-2 6 1 0,0 0 0 16,0 0 4-16,0 0-3 0,0 0-2 0,0 0 2 15,4-7-2-15,-4 7 3 0,0 0-2 0,0 0 1 16,0 0 1-16,0 0 0 0,0 0 1 0,1-8-1 15,-1 8 2-15,0 0 1 0,0 0-4 0,0 0-2 16,0 0 3 0,0 0-5-16,0 0 3 0,0 0-1 0,0 0 0 15,0 0 3-15,0 0-2 0,4-6-1 0,-4 6 1 16,0 0 0-16,0 0 0 0,0 0-1 0,0 0 8 0,0 0 1 16,0 0-4-16,0 0 1 0,0 0-4 0,0 0 5 15,0 0-4-15,0 0-1 0,0 0 0 16,0 0 2-16,0 0-3 0,0 0 0 0,0 0 2 15,0 0-4-15,0 0 5 0,0 0 1 0,0 0-7 0,0 0 4 0,0 0 0 0,0 0-2 16,0 0-4-16,0 0 5 0,0 0 2 16,0 0-7-16,0 0 1 0,0 0 2 0,0 0-7 15,0 0-14-15,0 0-12 0,0 0-20 0,0 0-22 16,0 0-21-16,0 0-29 0,0 0-27 0,4-5-39 0,-4 5-37 16,0 0-55-16,8-5-161 0,-4 2-480 0,-4 3 213 15</inkml:trace>
  <inkml:trace contextRef="#ctx0" brushRef="#br0" timeOffset="22207.07">8494 10428 26 0,'0'0'47'0,"0"0"1"0,0 0 1 0,0 0-7 0,0 0-1 15,0 0-1-15,0 0 3 0,0 0-10 0,0 0 5 16,-5-5-6-16,5 5-2 0,0 0 1 0,0 0 0 16,0 0-5-16,0 0 2 0,0 0-2 0,0 0-7 15,0 0-5-15,0 0 3 0,0 0-8 0,0 0-1 16,0 0 4-16,0 0-2 0,0 0-4 0,0 0 1 16,0 0-9-16,0 0 8 0,0 0 0 15,0 0 1-15,0 0 0 0,-12 12-4 0,12-12 2 0,0 0-5 16,0 0 5-16,0 0-3 0,0 7 0 0,0-7-13 15,0 0 9-15,0 0 2 0,-4 7 2 0,4-7-1 16,0 0 5-16,0 0 0 0,0 0-8 0,-3 6 2 16,3-6 3-16,0 0 0 0,0 0-2 0,0 0 3 15,-5 6 0-15,5-6-2 0,0 0 0 0,0 0-5 16,0 0 9-16,0 0-3 0,0 0-5 0,0 0-1 16,0 0 3-16,-3 6 3 0,3-6-9 0,0 0 9 15,0 0 7-15,0 0-6 0,0 0 6 0,0 0-2 16,0 0-1-16,0 0-7 0,0 0-3 0,0 0 9 15,0 0-9-15,0 0 2 0,0 0 4 0,0 0-13 16,0 0 20-16,0 0-3 0,0 0 10 0,0 0-10 16,0 0 5-16,0 0 4 0,0 0 0 0,0 0 8 15,0 0-1-15,0 0 2 0,0 0-6 0,0 0 4 16,0 0 3-16,0 0-5 0,0 0 0 0,0 0 5 16,0 0-14-16,0 0 2 0,0 0-2 0,0 0-5 15,0 0 12-15,0 0-7 0,0 0-6 0,8-21 10 16,-8 21-2-16,0 0-2 0,1-9-4 0,-1 9-1 15,3-8 6-15,-3 8-8 0,3-7 1 0,-3 7 3 16,3-7-7-16,-3 7 7 0,3-8-7 0,-3 8 4 16,4-7-9-16,-4 7 12 0,0 0-4 0,2-8 4 0,-2 8 0 15,1-6 2-15,-1 6-14 0,0 0 17 0,3-8-12 16,-3 8 3-16,0 0 12 0,1-7-9 0,-1 7-3 0,0 0 14 16,0 0-12-16,2-9 6 0,-2 9-7 0,0 0-1 0,0 0 2 0,1-7 0 15,-1 7-4-15,0 0 0 0,0 0 5 0,0-9 4 16,0 9-7-16,0 0-1 0,0 0 3 0,0 0 2 15,1-7-4-15,-1 7 9 0,0 0-9 16,0 0 7-16,0 0-8 0,0 0 4 0,0 0-8 0,0 0 10 16,0 0-8-16,0 0 1 0,0 0 1 0,0 0 5 15,0 0-5 1,0 0-3-16,0 0-2 0,0 0 3 0,0 0-6 16,3-8 0-16,-3 8 0 0,0 0 3 0,0 0-1 15,0 0-1-15,0 0 6 0,0 0-1 0,0 0-4 16,0 0 5-16,0 0-6 0,0 0 3 0,0 0-6 15,0 0-10-15,0 0-9 0,0 0-5 0,0 0-2 16,0 0-13-16,0 0-6 0,0 0-4 0,0 0-22 16,0 0-8-16,0 0-11 0,0 0-78 0,0 0-188 0,0 0 84 0</inkml:trace>
  <inkml:trace contextRef="#ctx0" brushRef="#br0" timeOffset="23488.02">8543 10315 28 0,'0'0'58'0,"0"0"-7"16,0 0 2-16,0 0-6 0,0 0-3 0,0 0-4 0,0 0-1 15,0 0-12-15,0 0 5 0,0 0 7 0,0 0 0 0,0 0-4 16,0 0-6-16,0 0 6 0,0 0 0 0,-8 21-4 16,8-21 2-16,-4 10 1 0,2-5-2 0,2-5-1 15,-4 11 2-15,1-5-2 0,0 1 9 16,-2 0-14-16,2-2-2 0,1 2 7 0,-2 0-5 0,1-1 2 16,1 0-4-16,2-6-1 0,-6 10-5 0,4-5-1 0,-2 0-6 15,4-5 6-15,-6 9-12 0,3-5 7 0,3-4-5 16,0 0 1-16,-5 9 7 0,5-9-5 0,-3 6 1 15,3-6-3-15,0 0-2 0,0 0 1 0,0 0-4 0,-3 6 0 16,3-6 10-16,0 0-4 0,0 0-4 16,0 0 4-16,0 0 3 0,0 0-4 0,0 0 1 15,-3 6 4-15,3-6 0 16,0 0-5-16,0 0-4 0,0 0 5 0,0 0-3 16,0 0 8-16,0 0-9 0,0 0 1 0,0 0-2 15,0 0-1-15,0 0 5 0,0 0-3 0,0 0-9 16,0 0 10-16,0 0-7 0,0 0 6 0,0 0-3 15,0 0 4-15,0 0-12 0,0 0 1 0,0 0 1 16,0 0-4-16,0 0 3 0,0 0 8 0,0 0-21 16,0 0-4-16,0 0 9 0,0 0-13 0,0 0-5 0,6-22 5 0,-6 22-7 15,0 0 2-15,4-7-14 0,-4 7 0 16,3-5-1-16,-3 5 4 0,4-9-3 0,-4 9 1 0,5-7 4 16,-5 7-2-16,6-8 5 0,-6 8 4 0,5-8 4 15,-5 8-2-15,4-7 6 0,-1 3 10 0,-3 4-4 16,4-7 4-16,-4 7-2 0,5-8 1 0,-5 8 2 15,3-6-3-15,-3 6 9 16,4-8-1-16,-4 8-1 0,0 0 1 0,4-9 2 16,-4 9-3-16,4-3 3 0,-4 3-1 0,0 0 2 15,0 0 4-15,5-6 2 0,-5 6 3 0,0 0 2 16,0 0 1-16,0 0 1 0,0 0 5 16,0 0 2-16,0 0 5 0,3-6-11 0,-3 6 14 0,0 0-2 15,0 0 1-15,0 0 0 0,0 0 4 0,0 0-3 16,0 0 0-16,0 0-4 0,0 0 7 0,0 0-10 0,0 0 1 15,0 0-13-15,0 0 14 0,0 0-8 0,0 0 2 0,0 0-1 16,0 0 2-16,0 0-11 0,0 0 5 0,-11 19-3 16,11-19-2-16,-4 9-3 0,4-9-23 0,-3 7-3 15,0-1-21-15,3-6-15 0,-5 7-54 16,5-7-126-16,-4 6 56 0</inkml:trace>
  <inkml:trace contextRef="#ctx0" brushRef="#br0" timeOffset="24475.32">8569 10313 46 0,'0'0'53'15,"0"0"-7"-15,0 0 0 0,0 0-4 0,0 0-6 0,0 0-3 16,0 0 0-16,0 0-5 0,0 0-3 0,0 0-6 16,0 0 3-16,0 0-1 0,0 0-3 0,0 0 3 15,-13 5-4-15,13-5-1 0,0 0 0 16,0 0 5-16,0 0-6 0,0 0 13 0,-7 4-2 0,7-4-6 16,0 0 1-1,0 0 0-15,0 0-10 0,-7 4 8 0,7-4-9 16,0 0 2-16,0 0 14 0,0 0-18 0,0 0 4 15,-5 3 2-15,5-3 2 0,0 0-4 0,0 0-1 16,0 0-7-16,0 0 12 0,0 0-7 0,0 0-2 0,0 0 6 16,0 0-8-16,-6 4-3 0,6-4 14 15,0 0-2-15,0 0-14 0,0 0 5 0,0 0-3 16,0 0 7-16,0 0-4 0,0 0-1 0,0 0 2 0,0 0 2 0,-6 3-11 16,6-3 11-16,0 0-4 0,0 0-4 0,0 0 3 15,0 0-2-15,0 0-1 0,0 0 3 0,0 0-8 16,0 0 1-16,0 0 2 0,0 0 12 0,0 0-11 15,0 0 4-15,0 0 6 0,0 0-6 0,0 0 6 16,0 0-15-16,0 0 4 0,0 0 2 0,0 0 0 16,0 0 3-16,-1 9-8 0,1-9 1 0,0 0 5 0,0 0 1 0,0 0-1 15,0 0-1-15,0 0-12 0,0 0 18 0,0 0-3 16,0 0-6-16,0 0 1 0,0 0 13 0,0 0-12 16,0 0 10-16,0 0-7 0,0 0-4 0,0 0 13 15,0 0-6-15,0 0-1 0,0 0 3 0,0 0-11 16,0 0 13-16,0 0-8 0,0 0 8 0,0 0-4 15,0 0 4-15,0 0 3 16,0 0 0-16,0 0-3 0,0 0 0 16,0 0-4-16,0 0 3 0,0 0 3 0,0 0 6 0,0 0-1 15,7 8 3-15,-7-8 6 0,0 0 1 0,16-2-15 16,-10 2 3-16,-6 0 5 0,14-2 2 0,-14 2-10 16,18 0 4-16,-9-1-4 0,1-1 1 15,0 2 1-15,2-1-3 0,-2 1 0 0,3-2 1 0,-1 1-7 16,3 0 1-16,-4-1 4 0,5 2-2 0,2 0 0 0,-1-3-3 0,3 0 3 15,1 1 0-15,0 0-4 0,-1-1-1 0,2-1-18 16,6 1-4-16,-8 1-10 0,1-1-4 0,-1 1-11 16,1 0-17-16,-3 1-1 0,4 2-16 0,-2-2-2 15,-2 2-15-15,-3-1-58 0,-3 2-165 0,3-1 74 16</inkml:trace>
  <inkml:trace contextRef="#ctx0" brushRef="#br0" timeOffset="25214.21">8877 10361 77 0,'0'0'80'0,"0"0"-3"16,0 0-2-16,0 0-8 0,0 0 5 0,15-11-10 15,-9 9 8-15,-6 2-3 0,13-2-8 0,-4-1 3 16,0 1-1-16,1 0-8 0,2-2 10 16,-1 1-18-16,2 0 2 15,5 0-2-15,0-1-2 0,1-1-9 0,3 1-7 16,-1 1 6-16,5-2-7 0,2 0 4 0,0 1-8 15,0 1 1-15,2 0-2 0,-1-1 0 0,0 3-6 16,1-3 2-16,-2 2-5 0,3 0 1 0,-1 2 0 16,1-2-5-16,0 1 0 0,2-2 6 0,-2 1-4 15,2 2-1-15,0-2-6 0,0-3 16 0,1 3-11 16,-3-1 7-16,4-2 4 0,2 0 0 0,-4 0-4 0,2-1 8 0,-1 1-4 16,-1-2-5-16,-1 2 0 0,2 2 2 0,-8-3 0 15,6 1 3-15,-2 1-7 0,0 2 4 0,0-1-3 16,-1-2-1-16,2 4-5 0,-2-2 1 0,1 2 3 15,-2-2-4-15,-9 2-14 0,9-1-4 0,-9 0-12 16,0 2-5-16,-6 2-16 0,0-2-13 0,-3 1-10 0,-1 0-13 16,-2-1-1-16,-7 0-10 0,11 3 2 0,-11-3-12 0,4 3-84 31,-4-3-200-31,0 0 89 0</inkml:trace>
  <inkml:trace contextRef="#ctx0" brushRef="#br0" timeOffset="25700.08">10027 10241 112 0,'12'-1'123'0,"3"-2"-3"16,2 1-16-16,-1 0 4 0,2 1-10 0,2 0-17 16,-3-2 11-16,2-3-5 0,-2 5-5 0,0-2-2 15,2 1-1-15,0 1 1 0,-2-3-7 0,1 3-8 16,0-4-5-16,1 5 1 0,-2-1 1 0,2-2 1 16,4 1-2-1,4-1-1-15,0-2-7 0,-5 2-5 0,7 1-5 16,-7-1-1-16,-2 2-8 0,3-1-7 15,-3 0 5-15,1 1-5 0,-2-1 0 0,0 2-4 0,-1 0-5 0,3-2 6 0,-5 0-1 0,3 2-7 16,-3-2 0-16,0 2-1 0,2 0 2 0,-5 0-1 16,0-1 0-16,1 0 1 0,-3 1-1 0,1-2-4 15,-2-2 0-15,-10 4 0 0,13 2-1 0,-13-2-1 16,10 1 2-16,-10-1 0 0,9 0-2 16,-9 0-3-16,0 0 1 0,10-1 0 0,-10 1-3 15,0 0-3-15,0 0-8 0,0 0-11 0,9-2-17 16,-9 2-11-16,0 0-12 0,0 0-15 0,0 0-19 0,0 0-9 15,0 0-17-15,0 0-18 0,0 0-2 16,0 0-10-16,-28 8-97 0,22-6-265 0,-2 0 117 16</inkml:trace>
  <inkml:trace contextRef="#ctx0" brushRef="#br0" timeOffset="26029.22">10611 10181 38 0,'0'0'107'0,"0"0"4"0,0 0-1 0,19 11-11 16,-13-9-10-16,3 0-4 0,1-1-1 0,-3 1 8 16,4-1-4-16,1 0-1 0,-2-1-5 0,3 2-6 15,-2-1 1-15,0 0-12 0,0 1-8 0,-2-2-2 16,3 0-16-16,-1 3 7 0,-1-2-1 0,-1 2-3 0,3-2 1 15,-3 0-8-15,-9-1-5 0,14 0 2 0,-7 1-5 0,-7-1-5 16,13-1 8-16,-13 1-13 0,14 0 3 0,-7 0-1 16,-7 0 4-16,13-1-9 0,-13 1-3 0,11 1 2 31,-11-1 1-31,9-1-9 0,-9 1-3 0,0 0-16 16,9 2-23-16,-9-2-6 0,0 0-29 0,0 0-11 15,6 1-5-15,-6-1-10 0,0 0-10 0,0 0-10 16,5 6-94-16,-5-6-230 0,0 0 103 0</inkml:trace>
  <inkml:trace contextRef="#ctx0" brushRef="#br0" timeOffset="26601.01">10978 10136 46 0,'0'0'162'0,"0"0"-14"0,0 0-11 0,0 0-7 15,0 0-10-15,0 0-2 0,-12-5-7 0,12 5-11 0,0 0-7 16,-10 0-4-16,10 0-6 0,0 0-2 0,-18 2-11 16,13 1 5-16,5-3-3 0,-10 3-4 15,10-3 0-15,-12 3-4 0,8 0-4 0,-2 1-4 16,6-4-8-16,-10 6-1 0,2-3-5 0,4 2-3 0,0 0-5 15,4-5-4-15,-9 9-1 0,4-5-3 0,1 2-1 16,-2-1-2-16,4 2-3 0,2-7-4 0,-6 10 6 16,5-5-6-16,-3 0 1 0,4-5-4 15,-2 13 0-15,2-13-3 0,0 10 5 0,0-10 1 0,2 12 5 16,2-8-1-16,-1 3 7 0,1-1-4 16,-1-2 1-16,4 0-1 0,-2 2-1 0,1-1-3 0,5-4-1 15,-3 5 1-15,3-3 3 0,-2-2-8 0,3 1 0 16,-1-2 1-16,0 1 0 0,0-1-4 0,-2-1 2 15,3 1-3-15,-3-3 1 0,1 0-1 0,-3 2 4 16,-1-1-2-16,-6 2 5 0,13-4-1 0,-7 0 3 16,-1 1 4-16,-1-2 7 0,-4 5-6 0,8-9 2 15,-6 2-6-15,2 2 3 0,-3-2 4 0,1-3-4 16,-2 10 2-16,-2-18-2 0,1 11-4 0,-2-3 1 16,2 2-7-16,-5-3 5 0,2 2-6 0,-1-1 3 15,0 2-5-15,0-1-1 0,1 3-1 0,-4-1-2 16,4 2 0-16,-1-1-1 0,0 2-2 0,-1-3-1 15,-1 3 1-15,-1 2-6 0,8 2-7 0,-17-1-7 0,6 2-13 0,-1 1-6 0,0 2-18 16,-2 1-15-16,3 1-23 0,-7 3-29 0,2 0-31 16,3 1-21-16,0 1-40 0,-3 2-171 0,5 0-416 15,-1-1 184-15</inkml:trace>
  <inkml:trace contextRef="#ctx0" brushRef="#br0" timeOffset="33344.25">7578 11462 5 0,'0'0'43'0,"0"0"-6"0,0 0-4 0,0 0-2 16,0 0 0-16,0-10 1 0,0 10-3 0,0 0 2 0,0 0-2 15,0 0 7-15,1-9-7 0,-1 9 0 0,0 0-2 16,0 0-4-16,0 0-1 0,2-7 2 0,-2 7 3 16,0 0-9-16,0 0 13 0,0 0-18 15,0 0 2-15,0 0-2 0,0 0 2 0,0 0-2 0,0 0 0 16,0 0-3-16,0 0 1 0,0-10-6 0,0 10-2 16,0 0 3-16,0 0 1 0,0 0-2 15,0 0 2-15,4-8-1 0,-4 8-5 0,0 0 0 0,0 0 3 16,0 0 3-16,2-7 3 0,-2 7-1 0,0 0 7 15,0 0 12-15,0 0-19 0,0 0 19 0,3-6 2 16,-3 6 4-16,0 0 1 0,0 0 2 0,0 0-7 16,0 0-16-16,0 0 20 0,0 0-4 0,0 0 7 15,3-8-3-15,-3 8-4 0,0 0-15 0,0 0 28 16,0 0-5-16,0 0 2 0,0 0-6 0,0 0 4 16,0 0 3-16,0 0 3 0,0 0-7 0,0 0 6 15,0 0 0-15,0 0-3 0,0 0-2 0,0 0-2 16,-2-10 2-16,2 10-5 0,0 0-8 0,0 0 3 15,0 0-1-15,0 0-5 0,0 0-1 0,0 0-3 16,0 0-10-16,0 0 6 0,0 0-8 0,0 0 2 16,0 0-1-16,0 0 2 0,0 0-5 0,0 0 2 15,0 0 0-15,0 0-4 0,0 0 3 0,0 0-4 16,0 0-1-16,0 0-2 0,0 0 9 0,0 0-5 16,4 27 0-16,-4-27-5 0,-2 9 2 0,2-9 1 0,0 7-2 15,0-7 4-15,0 11-2 0,0-11 2 0,0 11 1 16,2-5 6-16,-2-6 5 0,0 14-3 15,1-5-2-15,-1-2-3 0,-1 1-3 0,1-8 5 16,-2 14-1-16,2-7-1 0,0-7-2 0,0 13 6 0,0-6 1 16,0-7-4-16,-2 14 3 0,4-6-6 0,-4 1 3 15,2 0-2-15,2-2 3 0,-2-7-2 0,-2 13 4 0,2-3-4 0,2-2-3 0,-2-8 5 16,-2 15 0-16,4-9-7 0,-2 1 5 0,0 3-1 0,2-1 1 16,-2-9 0-16,-2 13 1 0,2-5-3 0,0 0 5 15,-2 0-3-15,1 0 1 0,1-8-2 16,0 12 0-16,0-4 2 0,0-8-1 0,0 12-2 15,0-12 0-15,-2 11 2 0,2-11-2 0,-1 12 2 0,2-6 8 16,-1-6-1-16,-1 11-3 0,1-3 2 16,0-8-1-16,-1 11-2 0,1-2 0 0,0-9-1 15,0 12-3-15,0-5 3 0,0-7-5 0,0 17 0 16,0-12 3-16,0-5-2 0,-1 14 5 16,1-8-10-16,0-6 6 0,2 17-1 0,-2-10 3 15,0 1-4-15,0-1 2 0,0 1-1 16,0-8-1-16,1 13-2 0,1-6 3 0,-1-1-3 15,-1-6 2-15,0 14-1 0,2-8 0 0,-2-6-2 0,0 11 1 16,0-11-1-16,2 13 7 0,-1-6-5 0,-1 0 2 0,0-7-4 16,1 12 5-16,-1-12-3 0,1 11 3 0,1-6 3 15,-2-5 8-15,1 13-2 0,0-8 1 0,-1-5-4 16,0 12 1 0,2-7-6-16,-2-5 2 0,1 11 0 0,-1-2 1 0,1-2-4 15,-1-7 3-15,0 12 0 0,1-5-2 0,-1 0-1 16,0-7 1-16,3 14 1 0,-3-8-3 15,0 2-5-15,0-8 4 0,3 11 1 0,-3-11 3 16,0 11-7-16,0-11 5 0,-3 10 4 0,4-3 4 0,-1-7 0 16,2 16 3-16,-1-11-5 0,-1-5-2 0,-1 10-1 15,1-10-1-15,1 13 6 0,0-7-4 0,-1-6-1 16,0 9 1-16,0-9-4 0,0 12 2 0,0-12-3 16,0 10 1-16,0-10 0 0,1 12 0 0,-1-6 2 15,2 2-4-15,-2-8-1 0,-2 9 4 0,2-9-1 16,2 11 0-16,-2-6 1 0,0-5-1 0,0 13-2 15,0-7 2-15,0-6 1 0,-2 10-5 0,2-10-2 0,0 11 3 0,0-11-1 16,0 11 4-16,-1-5-2 0,1-6 0 0,1 11 6 16,-1-4 1-16,0-7-4 0,2 11 0 0,-2-11-1 15,0 12 1-15,0-6 0 0,0-6 3 0,0 11-6 16,0-11 1-16,-2 11-1 0,2-11 3 0,2 10-7 16,-2-10 5-16,0 10-2 0,0-5 4 0,0-5-3 15,0 10 1-15,0-10 0 0,0 12-1 0,0-12 3 0,-2 13-4 0,1-9 1 31,1-4 0-31,0 14 23 0,0-14-11 0,0 10 2 0,0-10-3 0,0 11-3 0,0-11 2 0,0 11-3 16,0-11 0-16,0 9 0 0,0-9-2 0,-1 12-1 16,1-12 6-16,0 10-3 0,0-10 0 0,0 13 0 31,0-7 3-31,0-6-4 0,1 11 1 0,-1-5-2 0,0-6 2 16,-1 11 1-16,1-11-3 0,-1 12 2 15,1-12 1-15,0 10-3 0,0-10-2 0,-2 12 0 0,2-12 4 0,3 9-4 0,-3-9 3 16,0 12-1-16,0-7 0 0,0-5-5 0,1 12 6 15,-1-5-6-15,0-7 3 0,1 8-1 0,-1-8 1 16,0 12-1-16,2-7-4 0,-2-5 2 0,-3 11-1 0,3-11 2 16,0 10-5-16,0-10 2 0,1 10-3 15,-1-10 7-15,2 10 0 0,-2-10-6 0,1 9 4 16,-1-9-2-16,1 9 1 0,-1-9 1 0,0 9-2 16,0-9-2-16,0 8 1 0,0-8 2 0,0 9-2 15,0-9 4-15,3 9-1 0,-3-9-3 0,0 7 3 16,0-7-3-16,2 8 2 0,-2-8-3 0,2 6-1 15,-2-6 1-15,1 8 1 0,-1-8 0 0,1 7 1 16,-1-7-1-16,3 7 2 16,-3-7-2-16,1 7-2 0,-1-7 1 0,0 0 0 15,3 9-1-15,-3-9 5 0,0 0 0 0,-2 9-4 16,2-9 2-16,0 0-1 0,0 10 2 0,0-10-2 16,0 7-1-16,0-7 3 0,0 0-2 0,-1 10 4 15,1-10-3-15,-1 9 0 0,1-9-1 0,1 6 2 16,-1-6 1-16,0 0 0 0,-1 13 2 0,1-13 1 15,0 8-5-15,0-8-2 0,0 0 1 0,0 9 6 0,0-9-7 0,-2 7 0 16,2-7 0-16,0 0 3 0,-1 12-1 0,1-12 2 16,-1 8-3-16,1-8-1 0,0 0 1 15,0 10 4-15,0-10-5 0,-3 5 2 0,3-5-2 16,0 0 1-16,-1 13 1 0,1-13 5 0,-1 6-1 0,1-6 2 16,0 0 6-16,1 13-2 0,-1-13-2 0,-1 6 0 15,1-6 1 1,1 9 0-16,-1-9 0 0,-1 8-1 0,1-8 0 15,-3 10 0-15,3-10 0 0,3 9-4 0,-3-9 1 16,0 0 3-16,0 13-3 0,0-13 1 0,-4 8 3 0,4-8-7 16,0 0 2-16,-1 11-2 0,1-11 5 15,0 7-8-15,0-7 4 0,-2 7-4 0,2-7 4 16,0 0-3-16,0 0-1 0,0 11 4 0,0-11 1 16,0 0-2-16,-1 8-1 0,1-8 0 0,0 0 0 0,-1 8 0 0,1-8-2 15,0 0 3-15,1 9-4 0,-1-9 7 0,0 0-1 16,1 9-8-16,-1-9 6 0,0 0-2 0,0 0 1 15,0 7 4-15,0-7-6 0,0 0 0 0,0 0 1 16,0 0 2-16,0 0-1 0,-1 10-3 0,1-10 1 16,0 0 6-16,0 0-4 0,0 0-2 0,0 0 1 0,0 8-2 15,0-8 2-15,0 0-2 0,0 0 1 0,0 0-3 0,0 0 6 16,0 0-2-16,0 0 2 0,0 0-1 0,0 0-2 16,0 0 4-16,0 0-1 0,0 0 1 0,-2 6 0 15,2-6 1-15,0 0 1 0,0 0 6 0,0 0-8 16,0 0-3-16,0 0-4 0,0 0-11 0,0 0-8 15,0 0-16-15,0 0-25 0,0 0-24 0,0 0-35 16,0 0-28-16,0 0-26 16,0 0-32-16,-4-23-22 0,4 23-207 0,-5-8-474 15,2 1 211-15</inkml:trace>
  <inkml:trace contextRef="#ctx0" brushRef="#br0" timeOffset="34446.78">7602 13128 48 0,'0'0'75'0,"0"0"-5"0,0 0-2 16,0 0-2-16,0 0 5 0,0 0 6 0,0 0 2 15,0 0-6-15,0 0 4 0,0 0 2 0,0 0-4 16,9-10 2-16,-9 10 5 0,0 0 4 0,0 0-9 15,0 0 0-15,0 0-2 0,0 0 0 0,0 0-2 16,0 0-5-16,0 0 1 16,0 0 0-16,0 0-4 0,0 0 0 0,0 0 0 15,0 0-3-15,0 0-4 0,0 0-4 0,0 0 0 16,0 0-5-16,0 0-8 0,0 0-5 0,0 0 4 16,0 0-9-16,0 0-2 0,0 0-9 0,0 0 3 15,0 0-6-15,0 0 2 0,0 0-6 0,0 0-1 16,0 0 1-16,-20 10 0 0,20-10-6 0,0 0 4 15,-6 6 0-15,6-6-3 0,-7 5-2 0,7-5-1 0,-5 5-1 0,5-5 1 16,-5 6-2-16,5-6-3 0,-5 6 5 0,0-3-2 16,5-3 1-16,-7 10-3 0,7-10-1 0,-2 6 1 15,-2-1-1-15,4-5-2 0,-3 10 5 0,1-6 0 16,2-4-1-16,-4 11-3 0,3-5 4 0,1-6-3 16,-3 10-2-16,3-10 5 0,-4 10-2 0,3-5 1 15,1-5 3 1,0 11 2-16,0-11-3 0,1 12-3 0,-1-12 0 15,4 10 2-15,-4-10-3 0,3 7 1 0,-3-7 3 16,2 7 0-16,-2-7 1 0,4 8-1 0,-4-8 2 16,6 5-5-16,-6-5 3 0,4 7 1 0,-1-5 8 0,-3-2 1 15,6 7 3-15,-6-7 4 0,12 3 3 16,-12-3-5-16,9 2 1 0,-9-2 1 0,9 1 0 0,-2 0 1 16,-7-1 1-16,14-1 1 0,-6 0 3 0,-8 1-2 0,13-3 2 15,-6 0 0-15,2-1 1 0,1 0-3 0,0 1 1 0,-1-1 1 16,-3 1 0-16,3-3-2 0,-2 1-1 15,-1 0-1-15,0 0-1 0,2 2 3 0,-5-3-3 16,4 0-1-16,-2-1-3 0,0 2 2 0,-1 0 5 16,1 0-10-16,-1 0 2 0,-2-2-1 0,-2 7-1 15,7-14-7-15,-6 8 2 16,0 0-1-16,2-1-2 0,-3 7 0 0,4-15 1 16,-3 6-2-16,-1 2 0 0,0 7 2 0,1-19-2 15,-2 12-1-15,1-4-1 0,0 11 0 0,-2-15-2 16,-1 4-1-16,0 2 1 0,0 4 4 0,-1-4 0 15,1-1-6-15,0 4 0 0,1-1 0 0,-3 0 2 16,5 7 0-16,-5-10-6 0,0 6 7 0,-2 0-4 16,7 4 0-16,-10-4-2 0,3 2 1 0,7 2-2 0,-15-1 1 0,8 1-1 15,-3 4 0-15,-1 0 6 0,3 0-5 16,-3 2 0-16,2 1 1 0,0-2-1 0,-1 1-2 0,1 0 1 16,0 1 3-16,1-2-2 0,0 2-2 0,1-4-3 15,2 1-11-15,5-4-12 0,-8 6-9 0,8-6-17 16,-7 6-20-16,7-6-18 0,-4 5-29 15,4-5-23-15,-3 6-26 0,3-6-37 0,-2 8-29 0,2-8-130 0,0 0-399 0,-8 8 176 16</inkml:trace>
  <inkml:trace contextRef="#ctx0" brushRef="#br0" timeOffset="38066.25">4595 13076 70 0,'0'0'94'0,"0"0"6"15,0 0-10-15,0 0 0 0,0 0-6 0,0 0 1 16,0 0-8-16,0 0 1 0,0 0 1 0,0 0 0 16,0 0-8-16,0 0-2 0,0 0-4 0,0 0 1 15,0 0-2-15,0 0-6 0,0 0-2 0,0 0-5 16,0 0 3-16,0 0-8 0,0 0 1 0,0 0-7 15,0 0-3-15,0 0 5 0,0 0-14 0,0 0-3 16,-15-7 1-16,15 7-8 0,0 0 0 0,0 0-1 16,-10 12 0-16,10-12-3 0,-7 3 1 0,7-3-4 0,-6 8 2 15,2-4-3-15,4-4 0 0,-6 8-1 16,3-4-4-16,3-4 4 0,-6 9-3 0,3-4 2 16,3-5-3-16,-4 11-2 0,2-7-2 0,-1 3 3 15,3-7 1-15,-4 12-3 0,4-12 3 0,-1 10-2 16,0-4-3-16,1-6 3 0,1 11 0 0,-1-11 1 15,0 11 11-15,0-11-12 0,1 10-2 0,1-3 3 16,-2-7-2-16,2 10 3 0,1-4-6 0,-1 0 4 16,1 0 0-16,1-2 4 0,-2 3 5 0,-2-7-13 15,8 9 6-15,-4-4-5 0,0 0 2 0,-1-2-2 16,3 1 6-16,-1-1 0 0,1 1-3 0,-6-4-1 16,9 5 3-16,-9-5 0 0,10 2 1 0,-10-2 4 15,12 1-2-15,-6-1 4 0,-6 0-5 0,10-1 2 16,-10 1-3-16,11-2 3 0,-11 2-2 0,10-3-1 15,-5 1 3-15,-5 2 1 0,10-4-2 0,-10 4-1 16,9-6 2-16,-9 6-4 0,8-4 1 0,-4 1-1 16,-4 3 4-16,6-6 1 0,-6 6-3 0,5-8 5 15,-1 3-1-15,-4 5 1 0,5-10 2 0,-3 4-1 16,-2 6 0-16,3-10-2 0,0 3 1 0,-2 1-13 16,-1 6 12-16,4-13-2 0,-4 8-2 0,0 5-2 15,1-17-2-15,-1 10 1 0,-1-2 1 0,1-1 0 16,0 10-1-16,-3-15-1 0,3 8 3 0,-1-3-7 15,1 10 7-15,-4-15-3 0,1 9 4 0,1-1-5 16,2 7 2-16,-5-11-4 0,2 4 4 0,1 1-5 16,2 6 5-16,-7-9-4 0,4 4 0 0,3 5 1 15,-7-9-1-15,3 5 0 0,4 4 0 0,-7-5-2 0,7 5 0 0,-9-4 3 0,9 4 0 0,-9-3-6 16,9 3 4 0,-10-2-5-16,10 2 3 0,-11 3-3 0,6 1-8 15,-1 0-8-15,1 0-9 0,-3 0-9 0,2 1 4 16,1 2-25-16,-1-2 4 0,1-1-8 0,5-4-9 0,-9 10-24 15,6-5-17-15,-1 0-19 0,1 0-23 0,3-5-94 16,-6 14-271-16,6-14 120 0</inkml:trace>
  <inkml:trace contextRef="#ctx0" brushRef="#br0" timeOffset="40138.96">4721 13240 31 0,'0'0'38'15,"0"0"-5"-15,-7-4 2 0,7 4-4 0,0 0 0 16,0 0 1-16,0 0-2 0,0 0 4 0,0 0 3 15,0 0-9-15,0 0-3 0,0 0 0 0,0 0-6 16,0 0-2-16,-8-3 4 0,8 3 4 0,0 0-10 16,0 0 4-16,0 0 1 0,0 0-3 0,0 0 2 15,0 0 2-15,0 0-11 16,0 0 2-16,0 0-2 0,0 0 3 16,0 0-3-16,0 0-1 0,0 0-3 0,0 0 1 15,0 0-1-15,0 0 4 0,0 0-10 0,0 0-2 16,0 0 0-16,0 0 5 0,0 0 2 0,0 0 1 0,0 0 7 15,0 0 2-15,0 0 1 0,0 0 13 16,0 0-5-16,0 0 2 0,0 0 6 0,16 14-4 16,-16-14 0-16,15 0 6 0,-9 0-6 0,5 2-4 0,-2-2-3 0,0 1 1 15,2-1-5-15,0 0 4 0,1 0 1 0,1 0-4 16,0 2 1-16,-3-1 3 0,5 0-7 0,-2 0 2 16,2-1-1-16,-2 2-5 0,5-2 3 0,-3 0 1 15,1 1-7-15,0 0 4 0,-2-2 5 0,3 2-4 16,-3-1-4-16,-1 1 2 0,-2-2-3 0,5 1 7 15,-5 0-4 1,2-1 4-16,0 1-3 0,1 0-3 0,-1-1 7 0,-2 1-3 16,3 0-2-16,3-2 0 0,-3 4 1 0,0-4-3 15,-2 4 0-15,1-4-6 0,1 2-2 0,3 0 9 16,1-1-5-16,-5 1 5 0,1-1-1 16,0 0-3-16,4 1-2 0,-2 0-1 0,2 0 3 15,-1-2-2-15,2 2-2 0,-2-1 12 0,-3 1 6 16,0-2-6-16,2 0-11 0,-3 0 3 0,1 2 4 15,-1 0-2-15,-3-2-1 0,3 2-2 0,-3-1 3 16,3 1-1-16,-4 0 2 0,3-1 1 0,-2 2-2 16,0-1 2-16,0 0-3 0,2-1 5 0,-2 1 1 0,0 0 1 15,1 1 0-15,1-1 3 0,-2 1 3 16,3-2 6-16,-1 0-12 0,0 1 6 0,-1-2-7 16,1 2-1-16,0 2 1 0,-1-4 0 0,7 1-4 15,-6 1 9-15,-1 0-10 0,2 0 1 0,0 0-5 16,-2 0 4-16,1-1-3 0,1 2 0 0,-1-1 10 15,0 0-4-15,2-1 1 0,-3 1 1 0,0 0-7 16,0 0 0-16,1-2 4 0,0 2-3 0,-3 0-2 16,3 0 3-16,1 0 2 0,-3 0-1 0,0 0-1 15,2 0 4-15,-1 0-4 0,-1 0-2 0,3 0 3 16,-3 0-6-16,1 0 3 0,1 0 0 0,-1-2 2 16,0 4-5-16,-2-4 8 0,1 2 3 0,3 2 1 15,-5-2 4-15,1 0-10 0,1 0-3 0,1 0 4 16,-11 0 3-16,16-2-2 0,-5 2 3 0,-2 0-4 15,-9 0 0-15,17 0 6 0,-11-1-5 0,-6 1 0 16,13 1-3-16,-7-1 2 0,-6 0-2 0,14-1 1 16,-14 1 2-16,13 1 2 0,-6-2 4 0,-7 1 0 15,14 0 0-15,-7 0 2 0,-7 0-2 0,16 0-2 16,-9 0 1-16,-7 0-4 0,13 0 2 0,-13 0 0 16,15-2-3-16,-8 2 1 0,-7 0-2 0,13 2-4 15,-5-4 3-15,-8 2-1 0,15-1 1 0,-8 1 2 0,-7 0-1 16,16-1 0-16,-7 1 2 0,2 0 2 15,-3-2 6-15,3 2-4 0,1 0-2 0,-2-1 0 16,2 0 2-16,0 0-1 0,1-1 2 0,1 4-1 0,-1-2-4 16,1 0 0-16,4-3 1 0,-5 2-2 0,6 1 0 15,0 1 0-15,-6-2-2 0,6 1 2 0,-2-1-4 16,-4-1 0-16,4 2-1 0,-3 0 1 16,3 0-2-16,-3 0-1 0,-1 0 1 0,-1 0-3 15,1 0 4-15,0 0-1 0,1-2-2 0,-1 2 2 0,1 0-3 16,-3-1 0-16,1 2 0 0,1-1 1 0,-2-1 0 15,1 1 1-15,-1 0 0 0,2-2 2 0,0 2-2 16,-3-1 2-16,0 2-2 0,2-2 0 16,-2 1 3-16,-1 0-1 0,-9 0-1 0,20-1 4 0,-8 1-5 15,-3 0 2-15,1 0-5 0,-10 0 2 0,18 1 4 16,-10-1 0-16,-1 0-1 0,5-1 2 0,-5 2-3 16,4-1 5-16,-4 0-2 0,3 1 3 0,-1-1-2 15,0 2 3-15,-9-2 0 0,16-2 2 0,-9 2 1 16,-7 0 2-16,16-2-3 0,-9 3-1 0,-7-1-3 15,13-1 4-15,-6-1 1 0,-7 2-1 0,14-1-4 16,-7 0-1-16,-7 1 0 0,9 0 1 0,-9 0-2 16,0 0-2-16,12 0 1 0,-12 0-2 0,0 0-1 15,9-2 0-15,-9 2 2 0,0 0-2 16,9-1-3-16,-9 1 3 0,0 0-1 0,10 1-2 0,-10-1 1 16,0 0 1-16,9 2-1 0,-9-2-2 0,0 0 4 15,0 0-3-15,9-3-1 0,-9 3 3 0,0 0-2 16,11 0 10-16,-11 0-5 0,8-1-2 0,-8 1-3 15,9-1 6-15,-9 1-1 0,13-1 1 0,-13 1 5 16,11-3-1-16,-4 3-2 0,-7 0 1 0,15 0-5 16,-6-2-1-16,-9 2 3 0,14-2-1 0,-3 1 2 15,-3-1 0-15,0 1-3 0,2 0 1 0,-1-2-2 16,-9 3 4-16,19-1-5 0,-13 2 3 0,-6-1 2 16,15-1-9-16,-15 1 5 0,15-1 0 0,-8 0-1 15,-7 1-1-15,11-1 0 0,-11 1 2 0,12 0-1 16,-12 0-2-16,11-3 2 0,-6 3-4 0,-5 0 2 15,10-2 3-15,-10 2-5 0,0 0 5 0,13 2 0 16,-13-2-3-16,8 0-2 0,-8 0-1 0,10 0 2 16,-10 0 0-16,7 0-3 0,-7 0 5 0,0 0-2 15,12 0 4-15,-12 0-7 0,9 1 6 0,-9-1 0 16,0 0-1-16,14-1 0 0,-14 1-1 0,9 0-1 0,-9 0 0 16,9-2 2-16,-9 2-3 0,10-1 1 0,-10 1-1 15,10 0 3-15,-10 0-2 0,12-1 0 0,-12 1 2 16,9-2-1-16,-9 2 1 0,9 0 4 0,-9 0-6 0,6-3 4 0,-6 3 1 15,0 0-1-15,9 0 1 0,-9 0-2 0,0 0 2 16,0 0-2-16,0 0-1 0,6-3 2 0,-6 3-1 16,0 0 1-16,0 0-6 0,0 0-1 0,0 0-17 0,0 0-15 15,0 0-13-15,0 0-20 0,0 0-22 16,0 0-18-16,0 0-32 0,0 0-26 0,0 0-45 16,0 0-41-16,-29 1-159 15,29-1-445-15,-17 2 198 0</inkml:trace>
  <inkml:trace contextRef="#ctx0" brushRef="#br0" timeOffset="41587.75">7789 13228 39 0,'0'0'79'0,"0"0"1"0,0 0 0 16,0 0-7-16,0 0-5 0,0 0 6 0,0 0-7 15,0 0 4-15,0 0 2 0,0 0-1 0,0 0-4 16,0 0 4-16,0 0-10 0,0 0-8 0,0 0-8 0,0 0 3 0,0 0-6 16,0 0-3-16,0 0-9 0,0 0 0 15,0 0 0-15,0 0-8 0,0 0-6 0,0 0 5 16,0 0-8-16,0 0 6 0,0 0 2 0,0 0-2 0,0 0 0 16,0 0-6-16,27-5 7 0,-27 5-5 0,10 0 5 15,-10 0 4-15,10-1-6 0,-10 1 3 0,14 0 0 16,-6 0 0-16,0-1-1 0,3-2 4 0,-1 3-3 0,1-1-2 15,1 1-1-15,0-1 1 0,1 1-1 0,-1 0 0 0,0 0 11 16,2-2-16-16,-1 2 3 0,6-2 4 0,-6 1-1 16,2 1-3-16,-2-2 4 0,2 0-1 15,2 2-4-15,1 0 4 0,-5-2-2 0,6 1-2 16,-3 0-2-16,-2-1-2 0,3 0 2 0,1 1 2 0,0 2-6 16,-2-3 3-1,1 0 1-15,1 1-1 0,2-1-1 0,-3 1 0 16,1 0-2-16,1 0 0 0,-1 1-2 0,1-2 0 15,-2 2 0-15,2 0 1 0,0-1-2 0,-1 0 2 16,0-1 0-16,0 1-6 0,0 0 7 0,-1 1-4 16,0-1 1-16,0-1 0 0,1 2-1 0,1-2 4 15,-3 1 0-15,3-1 13 0,-4 2-12 0,4-1 3 16,0 0-1-16,-2-2 0 0,-2 3 1 0,3-2 3 0,-2-1-3 0,2 3 0 16,-2-1 0-16,-1 0-1 0,-1-1-3 0,0 1-1 15,0 1 6-15,-1-1-7 0,1 0 3 0,4 1 0 16,-4 0-1-16,3-1 2 0,-6 1 2 0,0-1 0 15,2 0 1-15,0 1 3 0,0 0-2 0,-1-2-1 16,0 0-2-16,1 2 3 0,5 0-2 0,-8-2 2 16,4 1-2-1,-2 1 1-15,0-1-1 0,-1 0 3 0,1 0-3 16,1 1 1-16,0-2 1 0,1 1 6 0,-3 0-5 16,2-1 0-16,-1 1 2 0,2-1-4 0,1 2 2 15,-3 0-6-15,-2 0 0 0,4-1 2 0,-2 1 1 16,1-1-4-16,-1-1 1 0,1 4 2 0,0-4 1 15,-2 2-4-15,2 0-3 0,-2 0 1 0,3-2-1 16,-2 1 0-16,1 1 1 0,-1 0-2 0,0-1 1 0,-2 2 2 0,2-2-3 16,-2 1 0-16,1 1 1 0,0-2 0 0,-1 2 1 15,3-2 0-15,-4 1 1 0,1-1 1 0,-10 1 6 16,18-3 0-16,-7 2 0 0,-3 2-4 0,2-2 3 0,-2 2-2 16,1-3-4-16,-9 2 3 0,15-2 0 15,-9 2-1-15,-6 0-2 0,13-3-2 0,-4 2-1 16,-2-2 1-16,-7 3-1 0,0 0-5 0,10-2 0 0,-10 2-14 0,0 0-10 15,10-1-16-15,-10 1-15 0,0 0-16 0,6-1-27 16,-6 1-29-16,0 0-38 0,0 0-44 0,0 0-212 16,0 0-454-16,0 0 201 0</inkml:trace>
  <inkml:trace contextRef="#ctx0" brushRef="#br0" timeOffset="43061.33">9309 13164 15 0,'0'0'80'16,"0"0"2"-16,0 0 4 0,0 0-6 0,0 0 16 0,0 0-8 15,0 0-13-15,0 0 1 0,0 0-6 0,0 0-5 16,0 0 0-16,0 0 1 0,0 0-11 0,0 0 1 31,0 0-7-31,0 0-5 0,0 0-5 0,0 0-7 0,0 0-1 0,0 0-4 0,0 0-2 0,0 0 1 16,0 0 3-16,0 0 5 0,0 0 0 0,0 0 3 16,0 0 3-1,25 7-2-15,-17-7 3 0,2 0-1 0,-1-3-5 0,-9 3 3 16,22-2 1-16,-11 2-4 0,-1 0-2 0,4 0 1 15,-2 0 0-15,2-2 0 0,4 2-1 16,0 0-1-16,-2 0 1 0,1-1-2 0,1 1-2 16,-2 0 2-16,4-2-5 0,-4 0-1 0,2 1 0 0,-5 2 0 15,5-1 0-15,1-1 3 0,0 1-1 16,0 0-1-16,-1 0-2 0,1-2-2 0,1 1 2 0,-3 0-4 0,3 2 1 16,-2-2 1-16,-1 2-4 0,0-2-1 0,-3 1 4 15,3 0-4-15,3 0 8 0,-7-1-2 0,7 1-3 16,-1-2-3-16,0 1 5 0,1 0-6 0,-2-1 2 15,-2 2-6-15,2 0 0 0,-1 0 3 0,-3-2 0 16,4 3 3-16,1-2-4 0,-1 1-4 0,-4-1-1 16,4 0 3-16,-4-1-1 15,-1 1 0-15,6 0-1 0,-6 1 0 0,5-2-1 16,-4 1 1-16,0-1-2 0,2 1 1 0,-2 0 2 16,-1 1 3-16,1-2-3 0,-2 2-2 0,2 0-1 15,-3-2 0-15,2 0 3 0,0 1-2 0,-2 1 0 16,3 0-1-16,-2 0 2 0,-1-2-3 0,2 2 1 0,-1 2-2 15,0-4 0-15,0 0-2 0,-3 2 0 0,4 0 1 16,-4-1-1-16,1 1-1 0,-10 0 3 0,18-2 0 0,-11 2-1 16,4-1 2-16,-3 1-1 0,0-2 0 0,-8 2 1 15,16-1 1-15,-9 0-1 0,1 2-1 0,2 0 3 16,-10-1-7-16,15-2 6 0,-3 2-5 0,-3-2 3 16,0 2 1-16,-9 0-4 0,14-2 3 0,-3 2-1 15,-3-1 2-15,0 0-4 0,2-1 2 0,-10 2-2 16,18-4 1-1,-10 4-2-15,-2 0 1 0,-6 0 3 0,15-1-4 0,-8-1-6 16,-7 2 3-16,15-2 5 0,-7 1-3 16,-1 0 5-16,-7 1-6 0,16-4 2 0,-10 3-3 0,-6 1 4 15,13-3-1-15,-4 3 0 0,-9 0-2 16,11-1 1-16,-4 0 0 0,-7 1 0 0,15 1-2 16,-7-1 2-16,-8 0-1 0,11-3 1 0,-4 3 5 0,-7 0-4 15,12-1-3-15,-12 1 1 0,12-2 0 0,-6 2-1 0,-6 0 3 16,13-4-1-16,-13 4-2 0,12 1 4 0,-4-1-2 15,-8 0 1-15,11-1-1 0,-11 1 0 0,10-3 1 0,-10 3 5 16,14 0-4-16,-8-1-3 0,-6 1 2 0,13-2 1 16,-13 2-6-16,12 0 3 0,-12 0 1 0,12 0 3 15,-5-1-3-15,2 2 3 0,-9-1-2 0,13-1-3 16,-7 0 0-16,-6 1 0 0,14-2-2 0,-14 2 3 0,9-2 1 0,-9 2 0 16,11-1 0-16,-3 1 0 0,-8 0 0 0,14 0-2 15,-14 0 1-15,13-2 0 0,-13 2 2 0,11 2-2 16,-11-2 2-16,12-4 0 0,-12 4 1 15,9-1 3-15,-3-1 2 0,-6 2-1 0,10 0-1 16,-10 0-1-16,0 0 3 0,15 2-2 0,-15-2-1 16,10-3 0-16,-10 3 1 15,7 0-2-15,-7 0-1 0,0 0 0 0,12-1 2 16,-12 1-4-16,0 0 1 0,10 0 1 0,-10 0 0 16,0 0 1-16,0 0-4 0,9-3 2 0,-9 3 3 15,0 0 1-15,8 3 4 0,-8-3 3 0,0 0 0 16,0 0-2-16,14-2-5 0,-14 2 5 0,7-1-3 15,-7 1 0-15,11 0 2 0,-11 0-4 0,9 0 5 16,-9 0-6-16,7-1 2 0,-7 1 1 0,0 0-3 0,12-1 3 0,-12 1-3 16,0 0-1-16,0 0-1 0,11-2 0 0,-11 2 3 15,0 0-4-15,0 0-2 0,0 0 8 0,0 0-5 16,8 2 0-16,-8-2-1 0,0 0-6 0,0 0-11 16,0 0-12-16,0 0-15 0,0 0-10 0,0 0-14 15,0 0-16-15,0 0-9 0,0 0-18 0,-28-4-20 16,28 4-16-16,0 0-18 15,-12 2-24-15,12-2-15 0,-7 2-162 0,7-2-393 16,-11-2 174-16</inkml:trace>
  <inkml:trace contextRef="#ctx0" brushRef="#br0" timeOffset="43831.94">11249 13000 115 0,'0'0'153'0,"0"0"-8"16,0 0-9 0,0 0-6-16,0 0-12 0,0 0-6 0,0 0-5 15,0 0-2-15,0 0-7 0,0 0-5 0,0 0-2 16,0 0-5-16,0 0-6 0,0 0 0 0,0 0-12 15,0 0-8-15,0 0 1 0,0 0-8 0,0 0-8 16,0 0-2-16,0 0 0 0,0 0-4 0,0 0-2 16,0 0-6-16,0 0 1 0,0 0-3 0,-27 4-2 15,27-4-2-15,0 0-1 0,0 0-5 0,-7 5 0 0,7-5 2 0,0 0-6 16,-4 8 3-16,4-8-4 0,-2 5 0 0,2-5 4 16,0 0 1-16,-3 8-2 0,3-8-2 0,-4 9-1 15,4-9-2-15,-1 7 2 0,1-7 0 0,-1 12 1 16,1-12-3-16,0 8 1 0,0-8-3 0,0 11 4 15,0-11-3-15,1 8-2 0,0-2-1 0,-1-6 2 16,4 10-2-16,-2-4 2 0,-2-6-1 0,2 8 2 0,-2-8 4 0,5 7 7 16,-1-3 3-16,-4-4 3 0,8 6-1 0,-3-2 0 15,-1-1 7-15,-4-3 1 0,13 2-1 0,-8 1-3 16,-5-3 2-16,15 1-5 0,-9 0 2 0,-6-1 4 16,16-1-3-16,-9 1-3 0,-7 0 0 15,13-2-3-15,-3 2 0 0,-5-3-3 0,-5 3-4 16,12-4-2-16,-7 2 1 0,-5 2 1 15,13-4 2-15,-7 1-1 0,-6 3 1 0,10-5-3 16,-7 3 3-16,-3 2-3 0,8-5 2 16,-5 1 1-16,-3 4-3 0,8-8 0 0,-8 8-3 15,5-8 14-15,-5 8-8 0,5-9 1 0,-2 5-4 16,-2-2-3-16,-1 6 6 0,5-9-3 0,-2 4 0 0,-3 5 0 16,1-8-2-16,-1 8 1 0,3-11-2 15,-3 11 3-15,-2-11-2 0,2 11-4 0,-1-9 3 0,1 9 11 0,-2-11 1 16,2 11-12-16,-7-11 4 0,5 8 3 0,2 3-4 15,-7-10-6-15,1 7 5 0,1-3-1 0,-2 2-1 16,0-2 9-16,0 3-19 0,-2 1 7 0,-2-3-2 16,2 3 0-16,-3-1-6 0,1 1 0 0,-1 2 0 15,2-2-3-15,-4 2 0 0,6 0-2 0,8 0 0 16,-13 0 2-16,0 0-3 16,5 2 2-16,0-1 1 0,-1 1-3 0,9-2-2 15,-12 5 0-15,4 1 4 0,0-3 1 0,2 1-10 16,-1 0-14-16,1 1-16 0,0-1-11 0,1 0-11 15,-2 2-13-15,2-1-24 0,0-1-20 0,1 0-29 0,-1 2-43 16,5-6-24-16,-8 11-36 0,5-5-197 16,-3-1-486-16,6-5 215 0</inkml:trace>
  <inkml:trace contextRef="#ctx0" brushRef="#br0" timeOffset="47039.56">11462 10314 92 0,'0'0'120'0,"6"-4"-2"16,-6 4-7-16,0 0-18 0,0 0 6 0,0 0-14 0,0 0 2 0,0 0-3 15,0 0-7-15,0 0 0 0,0 0-1 0,0 0-8 16,0 0-4-16,0 0-1 0,0 0-6 0,0 0-8 15,0 0-1-15,0 0-4 0,0 0-4 0,0 0-5 16,0 0 1-16,0 0-1 0,0 0-7 0,0 0-5 16,0 0 4-16,0 0-6 0,0 0-3 0,0 0 6 15,0 0-5-15,-24 7-5 0,24-7 5 0,-9 1-1 0,9-1 9 0,0 0-2 16,0 0-1-16,-11 0-1 0,11 0 1 0,0 0-4 16,-9 0 2-16,9 0 1 0,0 0-4 0,0 0 0 15,-11 0 0-15,11 0-2 0,0 0 3 0,0 0-8 16,0 0-1-16,0 0-6 0,0 0 9 0,0 0-2 15,0 0-4-15,0 0 4 0,0 0-3 0,0 0 3 16,26 2 3-16,-13-3 2 16,-2 0-3-16,2 1-4 0,1-1-1 15,-1-2 2-15,2 3-4 0,-2-1 5 0,1 0-5 16,4-1 0-16,-7 2-3 0,2-1-1 0,-2-1 0 16,-3 2-2-16,-8 0-11 0,18 0-12 0,-10-2-11 0,-8 2-19 15,13 2-21-15,-13-2-30 0,10 0-7 0,-10 0-17 16,6 2-12-16,-6-2-12 0,0 0-107 0,9 1-279 15,-9-1 123-15</inkml:trace>
  <inkml:trace contextRef="#ctx0" brushRef="#br0" timeOffset="47333.48">11549 10197 134 0,'0'0'187'0,"0"0"-7"0,-5-5-12 16,5 5-10-16,0 0-12 0,0 0-13 0,0 0-10 0,0 0-17 15,0 0-9-15,0 0-9 0,0 0-15 16,0 0-5-16,0 0-9 0,0 0 6 0,0 0 2 16,0 0-8-16,-3 21-2 0,3-21 0 0,3 15 3 0,-2-4 1 0,-1 0-7 15,1 0-4-15,-1 0-6 0,2 2-4 0,-1-1-7 16,1 1 2-16,-2-1-10 0,3-1 3 0,-3 2 0 15,0 3-2-15,-3 0-20 0,2 0-33 0,0-3-29 16,0 2-28-16,-3 2-42 0,1-2-45 0,-2 2-172 16,-2 0-369-16,-1 2 164 0</inkml:trace>
  <inkml:trace contextRef="#ctx0" brushRef="#br0" timeOffset="48392.1">11806 13049 157 0,'0'0'192'16,"0"0"-9"-16,0 0-12 0,0 0-8 0,0 0-11 16,0 0-10-16,0 0-6 0,0 0-11 0,0 0-5 15,0 0-6-15,0 0-3 0,0 0-5 0,0 0-7 16,0 0-3-16,0 0-7 0,0 0-9 0,-16-3-2 15,16 3-6-15,0 0-9 0,0 0-5 0,0 0-13 16,0 0-1-16,0 0-8 0,0 0-6 0,0 0 2 16,0 0-4-16,0 0-1 0,0 0-6 0,0 0-1 15,0 0 3-15,30 3-4 0,-20-4 4 0,1 1-4 16,1-2 2-16,1 2-1 0,-3-2-4 0,1 1 6 16,4-1-6-16,-1 2 2 0,-1 0-3 0,3-1 4 15,-3 2-6-15,-1-2 3 0,1 2-3 0,-2-3-3 16,1 2 0-16,-1-2-2 0,0 2 1 0,-2 0-1 15,-9 0 1-15,13 0 3 0,-13 0-3 0,10-1-5 16,-10 1 4-16,8-2-3 0,-8 2 1 0,0 0 1 16,0 0 0-16,9 0 10 0,-9 0-11 0,0 0 0 15,0 0-1-15,0 0 1 0,0 0 2 0,7-1-13 16,-7 1-16-16,0 0-13 0,0 0-23 0,0 0-20 0,0 0-30 16,0 0-36-16,-22-7-32 0,15 4-44 0,2-1-179 15,-4-3-431-15,5 2 191 0</inkml:trace>
  <inkml:trace contextRef="#ctx0" brushRef="#br0" timeOffset="49723.21">11246 11590 1 0,'-2'-8'186'0,"2"8"-10"0,0 0-3 0,-6-7-2 0,6 7-1 16,0 0-3-16,-1-7-1 0,1 7-5 0,0 0-7 15,0 0-13-15,0 0-8 0,0 0-8 0,0 0-8 16,-1-9-16-16,1 9-4 0,0 0-12 0,0 0-10 0,0 0-9 15,0 0-8-15,0 0-5 0,0 0-6 0,0 0-7 0,0 0 2 16,0 0-5-16,18 13-1 0,-12-10-7 0,0 1 0 16,2 2-6-16,0 3 0 0,-1-2-2 0,0 1-3 15,-2 2 1-15,3-2 3 0,-2 4-3 0,2-5 4 16,-2 5-3-16,-1-3-3 0,2 2 2 0,-1 1 0 16,0-3 4-16,-2 1-6 0,3-1-5 0,-2 1-1 0,0-2 0 0,0 2 8 15,2-2-10-15,-3 0 1 0,1-1-3 16,-1 0 1-16,0-2-3 0,-1 0 2 0,4-1 2 0,-5 2-1 15,1-1-2-15,-3-5 0 0,8 9 0 0,-8-9 1 16,4 5-2-16,-4-5 0 0,4 7-1 16,-4-7 2-16,5 4-2 0,-5-4 3 0,0 0-3 15,4 4 9-15,-4-4-5 16,0 0 4-16,0 0-1 0,0 0 5 0,0 0 0 16,0 0-1-16,0 0-6 0,0 0 5 0,0 0-5 0,0 0-2 15,5-19 1-15,-4 15 3 0,1-5-6 16,-2 9 0-16,3-13-1 0,0 3 3 0,-1-1-7 15,0 1 4-15,3-1-2 0,-3 0 0 0,1-3 3 16,1 3 0-16,-1-1-5 0,3-3 1 0,-3-2 6 16,3 3-10-16,-1-5-1 0,2 2 4 0,-3 0-4 0,1 0-1 0,0 0-3 15,3 1 4-15,0 2 1 0,-2-1-3 0,1 1-4 16,-4 2 6-16,2 0-3 0,-3 2 0 0,2 3 6 16,-1-3 5-16,0 3-11 0,-1-1 8 0,-2 8-5 15,2-11 0-15,-2 11 5 0,2-9-2 0,-2 9-4 16,0 0 1-16,0-10-2 0,0 10 4 0,0 0-4 15,-4-8 1-15,4 8 1 16,0 0-2-16,-5-5 2 0,5 5-3 0,0 0-1 16,-9-2 2-16,9 2-1 0,0 0 8 0,-15 5-8 15,15-5-1-15,-10 7-1 0,2-4 4 0,3 1 0 16,-1-1 1-16,1 2-1 0,0 0-1 0,5-5 3 16,-8 12-3-16,5-7-1 0,1 0 2 0,2-5 1 15,-3 12 1-15,3-12-1 0,5 11 2 0,-3-4 2 16,2-2-2-16,1 1 4 0,1 0-2 0,2-1-1 0,-1 1 6 0,2-2-6 15,2 0 2-15,-4-2-8 0,3 1-9 0,3-2-6 16,-3 3-9-16,4-4-13 0,-3 2-15 0,0 0-22 16,3-1-32-16,-3 2-32 0,-1-2-28 0,0 3-34 15,-1 0-27-15,-3 0-123 0,-1 1-385 0,-5-5 172 16</inkml:trace>
  <inkml:trace contextRef="#ctx0" brushRef="#br0" timeOffset="50146.61">11807 11798 35 0,'-4'-3'176'0,"-2"-1"1"0,6 4-9 15,-9-2-11-15,2 0-6 0,7 2-9 0,-14 0-11 16,14 0-7-16,-15 1-4 0,7 1-10 0,2 1-2 0,-6 0-5 31,1 2-5-31,1 1-9 0,3 1-4 0,-4 1-11 16,3 0-8-16,2 2-4 0,-2-2-3 0,3 3-11 15,-1-3-3-15,1 2 0 0,2 0-3 0,1 0-5 16,-1-2-3-16,3 2-3 0,0-10-3 0,3 15 1 0,-1-8-1 16,2 1 1-16,0-2-2 0,2 0-8 0,-2 0 4 15,3-1-3-15,-1-1 0 0,3 0-4 0,3 1-7 16,-1-3-22-16,1 1-18 0,0-2-23 0,-1 0-26 16,2 1-27-16,-1-4-14 0,2 2-26 0,-2-1-4 15,0-1-21-15,2-1-144 0,-2 1-340 0,0-2 151 16</inkml:trace>
  <inkml:trace contextRef="#ctx0" brushRef="#br0" timeOffset="50447.63">12012 11793 104 0,'0'0'233'15,"1"-8"-6"-15,-1 8 0 0,0 0-6 0,0-12-7 16,0 12-13-16,0 0-12 0,0-9-18 0,0 9-9 15,0 0-18-15,0 0-18 0,0 0-12 0,0 0-14 16,0 0-11-16,0 0-4 0,0 0-12 0,0 0-3 16,0 0-8-16,0 0 0 0,0 27 0 0,0-14-5 15,0-4-4-15,0 2-5 0,1 1 2 0,-2 0-5 16,2-1-7-16,-1 5-3 0,1-5-1 0,-2 0-5 0,2 1-2 0,-1 0-3 16,0-1-3-16,0 0 0 0,0-1 0 0,0-1-3 15,-1 1-3-15,1-4 1 0,0 4-10 0,0-10-10 16,0 12-11-16,0-12-18 0,1 11-17 0,-1-11-11 15,-1 8-24-15,1-8-18 0,1 8-22 0,-1-8-16 16,0 0-19-16,0 0-14 0,-1 9-8 0,1-9-14 16,0 0-166-16,0 0-390 0,0 0 173 0</inkml:trace>
  <inkml:trace contextRef="#ctx0" brushRef="#br0" timeOffset="50980.05">12021 11805 58 0,'2'-7'187'0,"-2"7"7"15,5-12-7-15,0 5-1 0,-1 1-12 0,0 1-6 0,3-3-13 16,-1 1-9-16,4 1-8 0,-1 2-10 0,2-2-4 16,-1 2-7-16,1-1-7 0,-1 3-10 0,2 0-14 15,-1 1 1-15,-2 1-16 0,1 1-8 16,-2 3-2-16,-2 0-4 0,4-1-5 0,-5 5 1 0,1-2 0 0,-4 0 2 15,1 3-5-15,-2 0-5 0,-1-1-3 0,0 0-4 16,0-8-1-16,-1 15-1 0,-1-6-2 0,1-1-4 16,-5 0 0-16,2-1-4 0,1-2-1 0,-4 3-7 15,2-4-1-15,1 1 0 0,-1-1-4 0,1 1-4 16,0 0-2-16,4-5 0 0,-9 6-4 0,9-6-3 16,-7 4-2-16,7-4-2 15,-4 5 10-15,4-5-16 0,0 0 2 0,-3 4-5 16,3-4 0-16,0 0-3 0,0 0-1 0,0 0-1 15,0 0 3-15,0 0 4 0,0 0-3 0,0 0 2 16,17 7 2-16,-9-5 4 0,-1-1-1 0,1 1 1 16,-1 0-1-16,3 2 1 0,-1-2-1 0,1 2 5 15,-3-1-3-15,0 0 0 0,-1 1 2 0,-1-1 0 16,-1 2-2-16,1 1 1 0,-5-6-2 0,8 6 5 0,-6-1 1 0,2 0-1 16,-4-5 3-16,0 9-2 0,0-9 7 0,-5 11-2 15,5-11 1-15,-4 8 0 0,-4-3 2 0,2-1-3 16,-3 2 1-16,0 0-2 0,0-1 1 0,-4-1-3 15,1 0 5-15,1 0-1 0,-2-1-2 0,1 1-3 16,-1-2-5-16,-1 1-15 0,1 0-11 0,2-2-19 16,-1 1-30-16,-1-1-41 15,2-1-42-15,2 1-54 0,-2-1-194 0,-1-1-444 16,12 1 196-16</inkml:trace>
  <inkml:trace contextRef="#ctx0" brushRef="#br0" timeOffset="54654.47">10857 10477 16 0,'0'0'75'0,"0"-10"0"0,0 10-11 16,0 0 1-16,0 0-2 0,0 0-4 15,0 0-3-15,2-9-1 0,-2 9-4 0,0 0 6 16,0 0-9-16,0 0 14 0,0 0-4 0,-4-7-4 15,4 7-7-15,0 0 5 0,0 0 4 0,0 0 3 0,0 0-7 16,-3-9 3-16,3 9-4 0,0 0-3 0,0 0-3 16,0 0 3-1,0 0 1-15,0-9-8 0,0 9 7 0,0 0 1 16,0 0-2-16,0 0-1 0,0 0 0 0,0 0-6 16,0 0 3-16,0 0-6 0,0 0-3 0,3-8 1 15,-3 8 0-15,0 0-7 0,0 0-1 0,0 0 8 16,0 0-5-16,0 0-2 0,0 0 3 0,0 0 3 15,0 0-6-15,0 0 0 0,0 0-6 0,0 0 0 16,0 0 3-16,5-6-4 0,-5 6-1 0,0 0 1 0,0 0-3 0,0 0-1 16,0 0 1-16,0 0-3 0,0 0-1 0,0 0 2 15,0 0 0-15,0 0-2 0,0 0 0 0,0 0 0 16,0 0 0-16,0 0-1 0,0 0 3 0,0 0-2 16,0 0 0-16,-3-11-4 0,3 11 2 0,0 0-1 15,0 0 0-15,0 0-5 0,0 0 3 0,0 0-6 16,0 0-1-16,0 0 0 15,0 0-1-15,0 0-3 0,0 0-5 0,0 0 4 16,0 0 0-16,0 0-4 0,0 0 4 0,0 0-3 16,0 0 5-16,4 22-1 0,-4-22-1 0,0 15 1 15,0-6 1-15,3 1-1 0,-2 1 2 0,0-1 0 16,1 2-3-16,-1 1 0 0,0-1-2 0,2 3 6 16,-2 1 1-16,0 2 0 0,1-7 6 0,0 7-1 15,0 0 2-15,-1-3 1 0,0 5 4 0,-1-1-3 0,0-1 6 0,0 7-3 16,-1-5 2-16,1-4 1 0,-1 5-1 0,-1-3 0 15,1-1-2-15,1 2-2 0,0 0 2 0,0-2-3 16,-3 2-3-16,3-3 4 0,0 5-1 0,0-4 5 16,-1 2-7-16,0-1 0 0,2 1 7 0,-2 0-1 15,-1-2-1-15,1 0 1 0,0 2-1 0,1-1 2 16,0 0 1-16,0-1 7 0,0 0-6 0,0 1-1 0,0-1-3 0,0 0 2 16,-1-1-5-16,2 1-1 0,-1-2 1 0,0 1-1 15,1 0 0-15,-2-3-4 0,2 1 2 0,0 3 1 16,-1-5-3-16,0 4-2 0,-1-6 1 0,0 2 4 15,2 0-6-15,-1-1-2 0,1 1 6 0,-2-1-6 16,0 0 4-16,2 0-1 0,-2 5 1 0,2-2-1 16,-1-2-1-16,-1 4 4 15,1-5-2-15,-1 1 0 0,1 1-1 0,0 2 1 16,-2 0 2-16,2 1-5 0,0-4 6 0,0 1-2 16,-1 0 0-16,2 0 2 0,1-1 0 0,-2 0-2 15,-2 1 1-15,1-3 0 0,1 3 4 0,0-1-5 16,-1-1 3-16,-1 1-1 0,2-2 3 0,0 0-2 15,-1 0-2-15,0 0-3 0,1-1 2 0,0 0-2 16,1 1 3-16,-1 0 2 0,-1 0 0 0,1 1 7 0,0 0-5 0,0-2-7 16,0 0 6-16,1 1-2 0,-1 1-2 0,-1-2 0 15,0 1 4-15,2-1-3 0,-1-1 1 0,0 1 0 16,0 1-4-16,0-4 5 0,0 6-2 16,0-4 0-16,0 2-1 0,0-2 1 0,0 2 1 0,-1-1-2 15,1-9 8-15,0 14 0 0,1-7-2 0,-1-7-2 16,0 13 0-1,0-3 1-15,0-2-2 0,1 1-2 0,-2 0 1 16,1-9-3-16,0 14 0 0,0-7 3 0,0-7-1 0,-1 16 2 16,4-9-4-16,-4 3 1 0,1-10 1 0,0 14-4 15,0-6 5-15,1 1 0 0,-2-1 1 0,1-8-1 16,0 11-5-16,0-11 2 0,0 13 8 0,0-5-3 16,0-1 3-16,-1 3-4 0,1-10 6 0,0 12-4 15,0-3 1-15,-1 0 12 0,2 1-11 0,-1 1 0 0,-1-4 0 16,1-7-5-16,1 14 2 0,0-5-5 0,0-2-2 15,-1 0 6-15,2 0-9 0,-2 2 9 0,1-1-4 0,0-1-1 16,-1 3 0-16,2-2 5 0,-2 3 2 0,2-1 3 16,-1 1-3-16,1-2 7 0,0 1-1 0,0-2-4 15,-1 2-6-15,-1-2 1 0,1 0 1 0,2 0 1 16,-3 2 10-16,1-3-7 0,-1-7-3 0,1 14 3 0,1-6 4 16,0 3 9-16,-1-1-12 0,2-1-3 0,-1 2-1 15,-2-1 4-15,2-1-2 0,-2 0-3 0,1-1 9 16,0 2-8-16,-1-1 0 0,2 2 4 0,0-5-2 15,-2 2-8-15,0-8-1 0,3 12 2 0,-1-4 1 16,-2 0 11-16,0-1-14 0,2 0 2 0,-1 1 1 16,-1-8 2-16,0 14-1 15,1-8 3-15,-1-6-3 0,1 12-7 0,-1-12 6 16,0 12 1-16,0-6-7 0,0-6 2 16,0 11 2-16,2-4-3 0,-2-7-3 0,-3 8 3 15,3-8-5-15,-1 12 8 0,-2-7-5 0,3-5-3 16,0 11 7-16,0-11 4 0,2 10-6 0,-2-10 1 15,-2 10-1-15,2-10-3 0,0 9 3 0,0-9 2 16,-4 10-6-16,4-10 3 0,0 10-3 0,0-10-2 16,0 9 12-16,0-9-7 0,2 10 0 0,-2-10-1 15,0 9 7-15,0-9-5 0,0 10-3 0,0-10 3 16,-2 9-3-16,2-9 6 0,0 8 7 0,0-8-12 16,-1 9-1-16,1-9 2 0,-1 7 3 0,1-7-3 15,0 0-1-15,0 0 2 0,1 10-1 0,-1-10 2 16,0 0-4-16,0 0-1 0,-2 8 7 0,2-8 1 15,0 0-6-15,0 0-2 0,0 0 8 0,-3 9-1 16,3-9-17-16,0 0 18 0,0 0-10 0,0 0 7 16,0 0-2-16,0 7 1 0,0-7 4 0,0 0 8 15,0 0-13-15,0 0 3 0,0 0-11 0,0 0 11 0,0 0-3 16,0 0 3-16,0 0-6 0,0 0 2 16,0 0 2-16,1 8-3 0,-1-8-2 0,0 0 1 15,0 0 3-15,0 0 4 0,0 0-5 0,0 9 2 16,0-9-2-16,0 0-2 0,0 0 4 0,0 0 2 0,2 7-1 15,-2-7 3-15,0 0-3 0,0 0-5 16,0 0 2-16,3 5 1 0,-3-5 3 0,0 0-4 16,0 0 7-16,0 0-3 0,0 0-3 0,0 0-4 15,0 0 2-15,0 0 1 0,0 0-1 0,4 5 0 0,-4-5 2 16,0 0 1-16,0 0-5 0,0 0 6 0,0 0-4 16,0 0 1-16,0 0 0 0,0 0 3 0,0 0-5 15,0 0 4-15,4 4 1 0,-4-4 1 0,0 0 5 16,0 0-2-16,0 0 9 0,0 0-6 0,0 0 2 15,0 0 6-15,13-11-2 0,-13 11-1 0,5-8-8 16,-1 3 5-16,0 1-5 0,1-3 6 0,4 1-6 16,-1-3 1-16,0-1-4 0,6-2 0 0,-5 4 0 15,3-4 3-15,-1-1 4 0,1 1-4 0,1 1-11 16,-3 2 7-16,-1-2-9 0,0 3 3 0,1 0 10 16,-1-1-8-16,0 1 16 0,-3 0-12 0,3-1-14 15,-2 2 16-15,-1 1-3 0,-1 1 6 0,-1-1-10 16,-4 6 8-16,10-8-10 0,-7 1 9 0,1 4-2 15,-1-2-3-15,-3 5 4 0,6-5 1 0,-6 5-8 16,3-6 6-16,-3 6-1 0,6-4 1 0,-6 4-5 16,0 0 4-16,0 0-2 0,2-6 4 0,-2 6-3 15,0 0-2-15,0 0-11 0,0 0-5 0,0 0-15 16,0 0-17-16,0 0-18 0,0 0-29 0,0 0-19 16,0 0-33-16,0 0-25 0,-26 2-35 0,16 2-32 15,-1-2-23-15,2 2-33 0,-3 1-180 0,2-2-517 16,0-1 229-16</inkml:trace>
  <inkml:trace contextRef="#ctx0" brushRef="#br0" timeOffset="54918.82">10882 12800 86 0,'0'0'215'0,"-9"-4"-7"0,9 4-4 15,0 0-8-15,-5-7-9 0,5 7-7 0,-9-5-7 16,2 3-6-16,7 2-9 0,-7-5-4 0,0 1-10 0,7 4-13 16,-10-7-12-16,4 4-6 0,-1 0 5 0,7 3-6 15,-10-5-15-15,4 1-5 0,6 4-10 0,-12-5-9 0,12 5-10 16,-8-6-6-16,5 2-16 16,-3-1-21-16,6 5-12 0,-7-10-22 0,3 4-21 15,2 0-27-15,2 6-33 0,-6-11-35 0,3 2-35 16,1-1-26-16,2-1-35 0,-2-2-154 0,0-3-412 15,0-1 182-15</inkml:trace>
  <inkml:trace contextRef="#ctx0" brushRef="#br0" timeOffset="55804.33">10875 10545 65 0,'4'-8'95'0,"-4"8"-5"16,0 0 9-16,0 0-6 0,0 0 8 0,0 0-17 15,0 0-8-15,-5-13 3 0,5 13 3 0,0 0-6 16,0 0-2-16,-3-6-11 0,3 6 11 0,0 0-9 16,0 0 0-16,0 0-5 0,-2-7 1 0,2 7-3 15,0 0-1-15,0 0-3 0,0 0 1 0,0 0-4 16,0 0-6-16,0 0-8 15,0 0-6-15,0 0-3 0,0 0-1 0,0 0 0 16,-9-1-8-16,9 1 1 0,0 0-1 0,-13 9-1 16,8-2 2-16,0-3-7 0,0-1 0 0,0 3-2 15,0-2 3-15,0 2-3 0,-2 0 1 0,2-1-2 16,-1 0-1-16,-1 1 0 0,1-2 0 0,2 0 1 16,4-4-4-16,-6 7 1 0,6-7-3 0,-7 7-5 15,7-7-5-15,-6 4-17 0,2 0-18 0,4-4-35 0,-5 6-3 0,5-6-17 16,0 0-27-16,-4 7-27 0,4-7-103 0,-4 6-272 15,4-6 121-15</inkml:trace>
  <inkml:trace contextRef="#ctx0" brushRef="#br0" timeOffset="56089.59">10907 10439 112 0,'0'0'154'0,"0"0"-17"0,0 0-7 0,0 0-16 0,0 0-13 16,4-4-6-16,-4 4 11 0,0 0 5 0,0 0-4 16,17 7-1-16,-12-4-7 0,-5-3-4 0,12 6-6 15,-5-2-10-15,-2-1-8 0,0 1-7 0,2-2-7 16,-2 3-5-16,2-2-4 0,1 2-7 0,-3-2-2 15,2 0-2-15,-1 1-6 0,2 0-18 0,-5 1-23 16,5 0-22 0,-1 1-30-16,-3-2-20 0,3 2-26 0,-2-1-19 15,0 3-22-15,-1-2-104 0,0-1-275 0,-1 3 122 16</inkml:trace>
  <inkml:trace contextRef="#ctx0" brushRef="#br0" timeOffset="60297.59">7604 12204 7 0,'0'0'71'0,"-3"-12"-6"0,3 12 7 15,0 0-15-15,0 0 3 0,0 0-6 16,0 0 3-16,0 0-8 0,0 0-1 0,0 0-2 16,0 0 4-16,-6-3-5 0,6 3-6 0,0 0-9 15,0 0 4-15,0 0-1 16,0 0 0-16,0 0 5 0,0 0-10 0,0 0 0 16,0 0 8-16,0 0-17 0,-7-7 5 0,7 7-1 0,0 0-2 15,0 0-2-15,0 0 6 0,0 0-2 16,0 0 1-16,0 0-8 0,0 0 9 0,0 0-6 0,0 0 2 15,0 0-2-15,0 0 1 0,0 0 4 0,-2-5 3 16,2 5 0-16,0 0-5 0,0 0 6 0,0 0-2 16,0 0 6-16,0 0-10 0,0 0 1 0,0 0 4 0,0 0-12 15,0 0 3-15,0 0-4 0,0 0 2 0,0 0-3 16,0 0-6-16,0 0 4 0,0 0 1 0,0 0-2 16,0 0 0-16,0 0-3 0,0 0 5 0,0 0-5 15,0 0 0-15,0 0-11 0,0 0 8 0,0 0-7 16,0 0 0-16,0 0 2 0,0 0 0 0,0 0 8 15,0 0-1-15,-12 14-3 0,7-10 5 0,0 2 1 0,-1 1-5 0,1 2-13 16,-2-1 17-16,-1 0-3 0,-2 2-1 0,4-3-3 16,-2 1 0-16,2-2 3 0,1 1-8 0,-3 0 5 15,2-2 9-15,-2 3-1 0,3-2-6 0,1 0-3 16,-2-1 1-16,3 1 3 0,3-6-4 0,-8 8 4 16,6-4 1-16,2-4-10 0,-8 7-10 15,8-7-10-15,-5 7-15 16,0-4-9-16,5-3-17 0,0 0-22 0,-4 7-7 0,4-7-24 15,0 0-93-15,-5 4-229 0,5-4 102 0</inkml:trace>
  <inkml:trace contextRef="#ctx0" brushRef="#br0" timeOffset="60629.3">7600 12168 14 0,'0'0'102'0,"0"0"-5"0,0 0-1 0,0 0-11 0,0 0-6 15,0 0-7-15,0 0-6 0,0 0 4 16,0 0 3-16,0 0 0 0,0 0-2 0,14 9 2 15,-14-9-1-15,6 8 0 0,-1-6-2 0,-5-2-3 16,9 7-5-16,-5-3-2 0,1-1-2 0,0 1-7 0,2 2-3 16,-2 0-5-16,0-2-4 0,1 1-2 0,0-1-10 0,2 5 2 15,-1-4-1-15,0 1-3 0,-1-1-15 0,1 2-13 16,0 0-7-16,0 0-40 0,0 0-23 0,-2 2-38 0,-1-3-39 16,-2 3-79-16,1-2-248 0,-3-7 110 15</inkml:trace>
  <inkml:trace contextRef="#ctx0" brushRef="#br0" timeOffset="61213.8">6750 12239 75 0,'0'0'155'0,"0"0"-7"0,0 0-10 0,0 0-3 0,0 0-6 15,-4-6-3-15,4 6-6 0,0 0-5 0,0 0-14 16,0 0-3-16,0 0-15 0,0 0-4 0,0 0-9 16,0 0-7-16,0 0-6 0,0 0-7 0,0 0-8 15,0 0-2-15,0 0-5 0,9-3 0 0,-9 3-7 16,0 0-1-16,18 0-1 0,-18 0-5 0,17 0-4 15,-9 0-8-15,0 2-13 0,2-4-15 0,1 4-12 0,-1-1-21 0,0 1-28 16,0-2-8-16,0 1-20 0,1 0-26 0,-11-1-117 16,14 0-273-16,-14 0 121 0</inkml:trace>
  <inkml:trace contextRef="#ctx0" brushRef="#br0" timeOffset="61831.25">6838 12257 59 0,'0'0'163'0,"0"0"-7"16,0 0-16-16,0 0-6 0,0 0-13 0,0 0-15 0,0 0-8 15,0 0-10-15,0 0-2 0,0 0-15 0,0 0-4 16,0 0 4-16,0 0 3 0,0 0-5 0,5 18 4 15,-5-18-8-15,0 15 10 0,-1-7-3 0,0 2 0 16,1-1-12-16,0 1-2 0,0 0-7 0,-2 2-5 16,2-1 4-16,-1 0-1 0,1 1-3 0,-1-1-5 15,2 0-3-15,-1-1-4 16,1 1-5-16,-1 0 2 0,0-2 7 0,0 1-2 16,0-1-5-16,2-1 1 0,-1 1-4 0,0-1-4 15,1 0-3-15,-2-8-3 0,1 13 0 0,3-6 1 16,-3-3-4-16,-1-4-2 0,4 11 1 0,-2-7-4 15,-2-4 2-15,0 10-2 0,0-10-3 0,0 0 4 16,3 10-2-16,-3-10-1 0,0 0-1 0,1 7 2 16,-1-7-1-16,0 0 5 0,0 0-3 0,0 0-3 0,0 0 4 0,1 7-4 15,-1-7 1-15,0 0-5 0,0 0 3 0,0 0-2 16,0 0 2-16,-15 0-1 0,15 0-3 0,0 0-1 16,0 0 1-16,-17-5 0 0,17 5 0 0,-12-2-3 15,12 2-1-15,-12-2 3 0,12 2-2 0,-13-3 0 16,13 3 0-16,-11-1 0 0,4 0 1 0,7 1-1 15,-9-2 1 1,9 2-2-16,0 0 2 0,-13-1-1 0,13 1 1 0,0 0-3 16,-8 0 6-16,8 0-5 0,0 0 1 0,0 0 2 15,0 0-4-15,-9-1-2 0,9 1 0 0,0 0-1 16,0 0 2-16,0 0-3 0,0 0 7 0,0 0-6 16,0 0 4-16,0 0 0 0,0 0-2 0,0 0 4 15,0 0-1-15,30 3 0 0,-22-3 2 0,-8 0-2 16,18-2-1-16,-9 2-11 0,1 0-10 0,-1-1-10 0,3-1-20 15,-2 1-15-15,1 1-20 0,0 0-20 0,-1-1-20 0,3-2-24 16,-2 3-26-16,-1-1-16 0,2 0-103 16,-4 0-322-16,-2-2 142 0</inkml:trace>
  <inkml:trace contextRef="#ctx0" brushRef="#br0" timeOffset="62139.07">7074 12421 231 0,'0'0'234'0,"0"0"-13"15,0-9-12 1,0 9-17-16,0 0-19 0,0 0-18 0,0 0-19 16,0 0-15-16,0 0-10 0,0 0-14 0,0 0-14 15,0 0-8-15,0 0-7 0,0 0-2 0,0 0-7 16,8 23 1-16,-7-17 3 0,-1 1-3 0,3 4-4 15,-2-2-2-15,-2 2-4 0,2-3-5 0,1 3-3 16,-1-6-3-16,-1 5-4 0,0-3-3 16,-1 3-3-16,2-3-4 0,-2 3 0 0,1-1-5 0,1-2 0 15,-1-7-1-15,0 15-6 0,1-10-16 0,-1-5-13 16,-1 14-18-16,0-8-24 0,-2 0-28 16,3-6-34-16,-3 12-25 0,2-7-11 0,1-5-24 15,-2 11-17-15,-1-5-124 0,3-6-347 0,-5 7 153 0</inkml:trace>
  <inkml:trace contextRef="#ctx0" brushRef="#br0" timeOffset="62640.21">7069 12408 27 0,'3'-3'186'0,"2"-1"-9"0,-5 4-12 0,6-6-7 16,0 2-16-16,-6 4-9 0,11-4-9 0,-11 4-11 16,10-1-10-16,-3 1-2 0,-7 0-5 0,11 1-5 15,-3 1-11-15,-8-2 0 0,10 4-1 0,-6 1-3 16,1-2-1-16,-1 3-10 0,1-1-2 0,-1 0-4 16,-2 1-3-16,1 1-2 0,-2-1-4 0,-1-6-7 15,-1 13-1-15,1-13-4 0,-3 13-5 0,1-7 2 16,-1-1-6-16,3-5 3 0,-6 11-3 0,2-6-6 15,4-5-3-15,-6 9-2 0,2-6-2 0,4-3-2 16,-5 6 0-16,5-6-2 0,0 0-2 0,0 0-2 16,-3 6-2-16,3-6-2 0,0 0 0 0,0 0 0 15,0 0-1-15,0 0 0 0,0 0 4 0,0 0-4 16,10 7-2-16,-10-7 3 0,9 2-2 0,-9-2 0 16,12 1 1-16,-7 2 0 0,0-1-5 0,-5-2 2 15,12 4-3-15,-6-1 3 0,-2-1 0 0,-4-2 0 16,7 7 2-16,-4-2-4 0,-3-5 4 0,5 7-3 15,-5-7 1-15,4 7 1 0,-3-2 4 0,-1-5-3 16,4 7 0-16,-4-7 3 0,0 8-1 0,0-8 1 16,-1 9-3-16,1-9 4 0,0 0-3 0,-7 11 2 15,4-7 0-15,3-4-4 0,-8 7-6 0,3-4-6 16,0 1-13-16,5-4-16 0,-13 7-21 0,6-4-35 16,-3-1-46-16,3 1-38 0,-4-2-204 0,-1 1-415 15,-1 0 183-15</inkml:trace>
  <inkml:trace contextRef="#ctx0" brushRef="#br0" timeOffset="64773.18">5730 10249 39 0,'0'0'124'0,"0"0"1"0,0 0-4 0,0 0-5 15,0 0 3-15,0 0-3 0,0 0 2 0,0 0-9 16,0 0 5-16,0 0-8 0,-14-9-6 0,14 9-5 16,0 0-13-16,0 0-5 0,0 0-5 0,-8-4-2 15,8 4-8-15,0 0 1 0,0 0-13 0,0 0 0 16,0 0-9-16,0 0-3 0,0 0-4 0,0 0-5 0,0 0 1 16,0 0-5-16,0 0-5 0,0 0-1 0,0 0-3 15,0 0-2-15,0 0-1 0,0 0-3 0,0 0 0 0,0 0-5 16,0 0 4-16,0 0 2 0,0 0-5 0,0 0 5 15,0 0-5-15,12 19 8 0,-6-15 2 0,1-1 4 16,0 0-4-16,5 3 0 0,-2-3 0 0,0 1-1 16,3 0-4-16,-1 0 2 0,0 0-5 0,0 1 1 0,1-1-2 15,-1 0-1-15,0 0 2 0,1-1-2 0,-2 1 0 16,2 0-1-16,0 0-2 0,-3 0-1 0,1-1 1 16,0 1 1-16,-5-1-2 0,1 0 1 0,0 0-4 15,-1 1 5-15,0-1-4 0,-1 2 0 0,-5-5 1 0,7 6 0 16,-4-1-1-16,1-1 4 0,-2 2-2 0,-2-6-1 15,0 12 0 1,0-3 5-16,-1 0-2 0,-3 0 0 0,0 2-1 16,-1 0 0-16,-1-1 2 0,-2 3 1 0,1-1-6 15,-2 3 4-15,0-2 1 0,0 2 1 0,-1-1 0 16,-1 1-1-16,2-1 1 0,-2 3-4 0,2-4-13 16,1 1-12-16,-1 2-14 0,3-4-30 0,-1 0-15 15,2-2-46-15,0-2-44 0,-1 2-169 0,2-2-368 16,4-8 163-16</inkml:trace>
  <inkml:trace contextRef="#ctx0" brushRef="#br0" timeOffset="65386.94">5883 9600 15 0,'0'0'134'0,"-11"0"-10"0,11 0 1 15,0 0-2-15,-11 0-4 0,11 0 0 0,0 0-4 16,0 0-9-16,0 0-11 0,-10-1-12 0,10 1 3 0,0 0-7 15,0 0-6-15,0 0-4 0,0 0-7 0,0 0-4 16,0 0 1-16,0 0-6 0,0 0-2 0,32-2-6 16,-21 2-1-16,3-1-6 0,-1-1-7 15,0 1-6-15,0 1-19 0,3-1-8 0,-5 1-17 0,2-2-15 16,-2 2-10-16,1 0-34 0,-2 0-22 0,2 0-18 16,-5 0-8-16,1 2-15 0,-8-2-72 0,11 1-230 15,-11-1 101-15</inkml:trace>
  <inkml:trace contextRef="#ctx0" brushRef="#br0" timeOffset="65936.19">6007 9590 103 0,'0'0'183'0,"0"0"-1"16,0 0-10-16,0 0-10 0,-5-4-7 0,5 4-14 15,0 0-11-15,0 0-13 0,0 0-8 0,0 0-16 16,0 0-13-16,0 0-5 0,0 0-6 0,0 0-3 15,0 0-6-15,0 0 13 0,5 27-4 0,-3-21-5 16,-1 4-8-16,2 0-2 0,-1 1-6 0,1-1 0 16,-1 2 2-16,3 0-2 0,-2-1-4 0,-1 1-2 0,1-2-10 15,1 1 8-15,0 0-8 0,-2-1-1 0,1 1-7 0,-1-3 1 16,1 2-2-16,2-1-1 0,-4-2-2 0,0 2-3 16,1-3-3-16,0 2 1 0,-2-8-5 0,2 11 0 15,-1-4-2-15,0-2 3 0,-1-5 3 0,3 7-6 16,-3-7 0-16,0 0-3 0,0 11 3 0,0-11 5 15,0 0-3-15,0 0-3 16,1 6 1-16,-1-6 0 0,0 0-1 0,0 0 4 16,0 0-3-16,0 0 0 0,0 0 0 0,-4 7-2 15,4-7-2-15,0 0-1 0,-16 0-1 16,16 0 1-16,-14-3-1 0,6 3 1 0,-4 0 1 16,12 0 0-16,-12-3-7 0,12 3 0 0,-13-1 1 0,13 1 0 15,-13-1 3-15,7-1-1 0,6 2-2 0,-12 0 3 16,12 0-1-16,-10-2 1 0,10 2-2 0,0 0 3 0,0 0-4 15,-12 0 1-15,12 0-1 0,0 0 0 0,0 0 1 0,0 0-6 16,0 0 0-16,0 0 2 0,0 0 2 16,0 0-1-16,0 0-2 0,0 0 7 0,0 0-6 15,0 0 2-15,0 0 0 0,0 0 3 0,0 0-2 16,0 0 1-16,30-1 7 0,-30 1-5 0,19 0-3 16,-6-2-5-16,-2 1-14 15,3 0-10-15,-1 1-21 0,2-3-18 0,-1 2-22 16,-1 0-25-16,1-2-15 0,3 1-16 0,-3 0-21 15,-1-1-11-15,1 1-139 0,-3 0-347 0,3-1 154 16</inkml:trace>
  <inkml:trace contextRef="#ctx0" brushRef="#br0" timeOffset="66520.53">6405 9719 111 0,'0'0'187'0,"0"0"-12"0,0 0-6 16,-7-9-13-16,7 9-9 0,0 0-7 0,-10-3-11 0,10 3-12 16,-7-3-3-16,7 3-6 0,-11-3-5 0,11 3-11 15,-12 2-6-15,12-2-8 0,-9 1-11 0,9-1-6 16,-9 3-9-16,9-3-5 0,-8 3-3 15,2 0-5-15,6-3-4 0,-8 6-6 0,8-6 1 16,-5 9-1-16,2-4-12 0,3-5 5 0,-2 12-2 0,0-8-6 16,2-4 0-16,0 0 0 0,2 12 3 15,-2-12-4-15,2 10-1 0,-2-10 0 0,7 7 0 16,-7-7-3-16,5 6 1 0,0-4 0 0,-5-2 0 16,10 4-2-16,-3-2 1 0,-7-2 2 0,11 2-1 0,-7 0-1 15,-4-2-2-15,11 1 0 0,-11-1 0 0,9 2-1 16,-9-2-1-16,7 1 2 0,-7-1-3 0,0 0 4 15,0 0 0-15,10 1 3 0,-10-1 8 16,0 0 1-16,0 0 0 0,0 0-6 0,0 0 5 0,0 0-3 16,0 0-2-16,0 0-3 0,0 0 0 0,0 0 2 15,0 0-3-15,0 0-4 0,0 0 5 0,-26 2-6 16,19 1 1-16,-3 0-1 0,1-1-2 0,-1 4-3 16,2-1-1-16,0 1 0 0,-1 1 3 0,1-2-2 15,1 1 1-15,0 0-2 0,1 0 2 0,1 3-1 16,1-1-3-16,0 0 3 0,2 0 2 0,-1-3-2 15,2 2 1-15,1-7-2 0,-1 11 4 0,1-11-2 16,3 12 4-16,-1-6-3 0,-2-6 7 0,8 9-3 16,-2-7 1-16,0 4 1 0,0-4 0 15,5 0-3-15,-1 0 0 0,1-2-3 0,1 0-7 0,1-1-15 16,-1-1-13-16,0-1-18 0,-1 0-17 0,1 0-28 16,-1 0-21-16,-2-1-37 0,0 1-40 0,-2 2-172 15,-7 1-396-15,13-8 175 0</inkml:trace>
  <inkml:trace contextRef="#ctx0" brushRef="#br0" timeOffset="74789.09">7072 10064 12 0,'2'-6'55'0,"-2"6"-5"0,0 0-6 15,0 0-3-15,0 0-4 0,0 0-1 0,0 0-7 0,0 0 4 0,3-8-7 16,-3 8-4-16,0 0 3 0,0 0 4 0,0 0-1 16,0 0-6-16,0 0 13 0,0 0-1 0,0 0-7 15,0 0 7-15,0 0-6 0,3-5-8 0,-3 5 0 16,0 0-1-16,0 0 5 0,0 0-1 0,0 0-5 16,0 0 12-16,0 0-5 0,0 0-5 0,0 0 5 15,0 0 5-15,0 0 4 16,0 0-1-16,0 0-3 0,0 0-5 0,0 0 5 15,0 0-4-15,0 0-4 0,0 0 4 0,0 0 1 16,0 0-4-16,0 0-4 0,0 0-1 0,0 0-2 16,0 0-9-16,0 0 3 0,0 0 1 0,0 0 2 15,0 0-3-15,0 0 1 0,0 0-1 0,0 0-1 16,0 0 0-16,0 0 2 0,0 0 0 0,0 0-3 16,-19 13-4-16,19-13 4 0,-4 4-10 0,4-4 6 0,-5 3 1 0,5-3 2 15,-8 6-7-15,8-6 3 0,-4 4 0 0,4-4-6 16,-6 4 10-16,6-4 3 0,-5 6-1 0,5-6-6 15,-7 5 7-15,7-5-7 0,-6 4 0 0,6-4-4 16,-4 9 6-16,4-9 0 0,-8 5-8 0,6-2 16 16,2-3-2-16,-4 7-8 0,4-7 4 0,-7 5-1 15,7-5-7-15,-5 6 6 0,1-2 0 0,4-4 5 0,-5 7-1 16,0-2-2-16,5-5 6 0,-5 7-4 0,3-1 1 16,2-6-10-16,-9 9 11 0,6-5 1 0,-2 2-10 0,5-6 10 15,-6 8-1-15,2-3 6 0,0-1 1 0,4-4-6 16,-8 9 3-16,8-9-5 0,-5 7-1 0,3-3-3 15,2-4 3-15,-11 7-1 0,9-4 4 16,-3 2 9-16,5-5-13 0,-7 7 4 16,3-3-3-16,4-4-2 0,-5 6 0 15,5-6 6-15,-6 6-10 0,6-6 6 0,-6 6-6 0,6-6 6 16,-6 6-4-16,6-6-3 0,-5 7 2 0,5-7-1 16,-7 4-1-16,2-2-1 0,5-2 1 0,-5 6 6 15,5-6-4-15,-6 7 3 0,3-4-8 0,3-3 8 16,-7 6-4-16,7-6 4 0,-5 5-3 0,5-5-3 15,-5 6 4-15,5-6 4 0,-5 5-1 0,5-5 3 0,-7 8-10 16,7-8 3-16,-3 6-1 0,0-2 1 0,3-4 0 0,-5 6 1 16,5-6-4-16,-4 7 3 0,4-7-1 0,-6 5 3 15,6-5 1-15,-5 7-4 0,5-7 3 16,-4 7 2-16,4-7-2 0,-4 8 0 0,4-8 2 16,-5 8 0-16,5-8-3 0,-7 5 0 0,7-5-1 0,-3 6 0 15,3-6 4 1,-4 8-2-16,4-8 2 0,-3 5 0 0,3-5-3 15,-4 8 2-15,4-8-1 0,0 0 5 0,-3 8-5 16,3-8 7-16,-7 4 2 0,7-4-4 0,0 0 2 0,-4 7-6 16,4-7 5-16,0 0-1 0,-2 7-4 15,2-7-2-15,0 0 0 0,-5 5 2 0,5-5 2 16,0 0-9-16,-4 7 6 0,4-7 4 0,-3 7-1 16,3-7-2-16,-4 5 0 0,4-5-2 0,0 0 3 0,-3 9 1 0,3-9-2 15,-4 6-2-15,4-6 2 0,0 0-3 0,0 0-2 16,-3 7 3-16,3-7-1 0,0 0-6 0,-2 6 8 15,2-6-1-15,-4 5-2 0,4-5 0 0,0 0 0 16,-5 7-3-16,5-7 3 0,0 0 0 0,-3 7-8 16,3-7 11-16,0 0-3 0,-4 8 3 0,4-8 2 15,-2 6-2-15,2-6 5 0,-4 6-5 0,4-6 3 0,0 0-4 0,-1 9 0 16,1-9 0-16,0 0-1 0,0 0-3 0,-2 7 3 16,2-7-1-16,0 0 5 0,-2 7-4 0,2-7 4 15,0 0-7-15,-3 6 9 0,3-6-6 0,0 0 1 16,0 0-4-16,-1 12 1 0,1-12 1 0,0 0 3 15,-5 6-1-15,5-6 4 0,-1 6-4 0,1-6 0 16,0 0-1-16,0 0-1 16,0 11 1-16,0-11 0 0,0 0-2 0,-3 6 3 15,3-6-1-15,0 0 1 0,0 8-2 0,0-8 2 16,0 0-1-16,0 0-3 0,-1 10-2 16,1-10 4-16,0 0 0 0,0 0 0 0,-1 9-2 0,1-9 3 15,0 0-2-15,1 8-1 0,-1-8-1 0,0 0 2 16,0 0-2-16,-1 10-1 0,1-10 0 0,0 0 1 15,0 0 3-15,-3 5-1 0,3-5-1 0,0 0-1 0,0 0 1 0,0 0-2 16,0 12 1-16,0-12 2 0,0 0-3 0,0 0 2 16,0 0-3-16,-1 7 5 0,1-7-3 0,0 0 0 15,0 0 0-15,1 8 0 0,-1-8 0 16,0 0 4-16,0 0-3 0,0 8-1 0,0-8-1 0,0 9 3 16,0-9 5-16,0 0-3 0,1 7 2 0,-1-7 0 15,0 0-1-15,-1 10-1 16,1-10 1-16,0 0 2 0,1 9-2 15,-1-9-1-15,0 0-3 0,0 7 5 0,0-7 1 16,0 0-2-16,0 0-1 0,0 12-1 0,0-12-1 0,0 0 1 16,2 6-1-16,-2-6-2 0,0 0-1 0,1 9 3 15,-1-9 3-15,0 0-2 0,1 7-4 16,-1-7 8-16,0 0-5 0,0 0 4 0,1 10-2 0,-1-10-4 16,0 0-1-16,0 9 6 0,0-9-2 0,0 0 1 0,2 10 0 15,-2-10 1-15,0 0-4 0,3 6 2 0,-3-6 0 16,0 0-1-16,2 7-3 0,-2-7 6 0,0 0-4 15,1 6 3-15,-1-6-1 0,0 0 2 0,4 9-4 0,-4-9 9 16,1 5-3-16,-1-5-1 0,1 7 2 0,-1-7 2 16,0 0-5-16,3 7-1 0,-3-7 2 0,0 0 5 15,2 10-8-15,-2-10 1 0,0 0 3 0,2 7-1 0,-2-7-1 16,0 0 0-16,2 5-2 0,-2-5-1 0,0 0-1 16,3 6 4-16,-3-6-3 0,0 0 5 0,0 0-7 15,2 7 4-15,-2-7-4 0,0 0 2 0,0 0-2 16,3 9 3-16,-3-9 0 0,0 0 1 0,4 5-1 15,-4-5 2-15,0 0-5 0,2 7 1 0,-2-7 0 0,0 0 1 16,3 8-4 0,-3-8 5-16,2 6 0 0,-2-6 0 0,0 0-2 15,0 0 1-15,3 8-2 0,-3-8 2 0,0 0-3 16,3 8 1-16,-3-8-1 0,0 0 1 0,1 6-3 16,-1-6 1-16,0 0 1 0,2 8 4 0,-2-8-2 15,4 6 1-15,-4-6-4 0,0 0 6 0,3 3-2 16,-3-3-4-16,2 7 8 0,-2-7-2 0,4 5-2 15,-4-5 1-15,0 0 4 0,4 7 2 0,-4-7-1 0,4 6-2 0,-4-6 3 16,2 4 0-16,-2-4-4 0,4 6 6 0,-4-6-4 16,0 0-4-16,4 6 3 0,-4-6-2 0,4 5 4 15,-4-5 1-15,4 7 8 0,-4-7-8 0,2 5 1 16,-2-5 2-16,0 0 1 0,5 7-1 0,-5-7 0 16,4 7-1-16,-4-7-3 0,4 3 3 0,-4-3-2 15,0 0-3-15,5 6 2 16,-5-6-2-16,0 0-1 0,3 6-2 15,-3-6 3-15,0 0 1 0,4 7-2 0,-4-7 0 0,0 0 2 16,5 6 2-16,-5-6-4 0,6 5 4 0,-6-5-2 16,4 7 3-16,-4-7 1 0,0 0-1 0,4 5 0 15,-4-5 0-15,4 6 0 0,-4-6-3 0,3 6-1 16,-3-6 1-16,3 3-2 0,-3-3-1 0,3 7-2 16,-3-7-2-16,3 5 25 0,-3-5-3 0,0 0-2 0,4 4-5 0,-4-4 2 15,0 0-4-15,7 6-1 0,-7-6-1 16,3 4-1-16,-3-4 3 0,0 0-3 0,4 6-3 15,-4-6 0-15,0 0 0 0,3 4-2 0,-3-4 1 0,0 0-1 16,4 8-2-16,-4-8 1 0,0 0 2 0,5 4-4 16,-5-4 1-16,4 3-2 0,-4-3 2 15,0 0 4-15,5 4-2 0,-5-4-1 0,0 0 3 0,3 7-1 0,-3-7-2 16,0 0 2-16,4 5 4 0,-4-5-4 0,3 5 2 16,-3-5 2-16,4 4 2 0,-4-4 3 0,0 0-4 15,5 6 0-15,-5-6 0 0,4 4 3 0,-4-4-2 16,4 5-2-16,-4-5 4 0,0 0-5 0,0 0-2 15,6 4-2-15,-6-4 2 0,0 0 4 0,0 0-4 0,0 0 0 16,0 0 3 0,0 0 0-16,4 6-3 0,-4-6-1 0,0 0 7 15,0 0-5-15,0 0 5 0,0 0-2 0,0 0 3 16,0 0-2-16,0 0-1 0,0 0 2 0,0 0 1 16,0 0-5-16,0 0-3 0,0 0-10 0,0 0-20 15,0 0-28-15,0 0-18 0,0 0-17 0,0 0-29 16,-8-22-30-16,6 15-27 0,2 7-28 0,-2-17-20 15,2 8-23-15,0 9-181 0,-1-13-459 0,0 3 204 0</inkml:trace>
  <inkml:trace contextRef="#ctx0" brushRef="#br0" timeOffset="79714.86">6953 10207 21 0,'0'0'80'16,"0"0"-7"-16,0 0-3 0,0 0 1 0,0 0-1 16,1-10-18-16,-1 10-2 0,0 0-4 0,0 0 0 15,0 0-9-15,0 0-2 0,0 0-5 0,0 0-2 16,0 0-3-16,0 0-2 0,0 0-4 16,0 0-7-16,0 0-2 0,0-9 6 0,0 9-3 0,0 0-6 15,0 0 3-15,0 0 0 0,0 0-7 0,0 0 5 16,0 0-6-16,0 0 2 0,0 0 0 0,0 0 2 15,0 0-1-15,0 0-3 0,0 0 1 0,0 0-6 16,0 0 8-16,0 0 1 0,0 0 3 16,0 0 4-16,0 0 1 0,0 0-7 0,0 0 11 0,-12 22 6 15,9-17-7-15,3-5 1 0,-4 11 3 0,2-5 7 16,-2-1 9-16,0 0-8 0,4-5 2 0,-6 12 5 16,2-6 4-16,-1 3 9 0,0-1-3 0,-1 1-3 15,1-1-5-15,1 1-2 0,-1-2-3 0,-1 0 1 16,2-2-2-16,-1 2-2 0,0 1 8 0,0 1 0 15,0-4 1-15,0 2-4 0,1 0-1 0,-1-1 0 16,1 0 4-16,0 0-8 0,0 1-1 0,0-3-1 16,-1 3 4-16,1 0 1 0,-2 3-2 0,1-3 0 15,1-2-5-15,-1 2 1 0,2-2-5 0,-2 0 1 16,5-5-5-16,-6 9 0 0,2-3 0 0,1-1-3 16,0 3 2-16,0-2-1 0,3-6 1 0,-4 10 2 15,2-5-5-15,2-5 4 0,-5 9-4 0,5-9 3 16,-5 9-4-16,5-9-1 0,-4 7-1 0,4-7 1 15,-2 7-3-15,-1-3 4 0,3-4 1 0,-3 7 6 16,3-7-1-16,-3 8 0 0,3-8-2 0,-4 6-1 16,4-6 1-16,0 0-4 0,-2 9 1 0,2-9 6 15,-4 6 8-15,0-2 0 0,4-4-3 0,-3 6-4 16,3-6-2-16,-3 8-1 0,3-8-4 0,-3 5 4 16,3-5-6-16,-2 6-1 0,2-6 1 0,-3 8 2 15,3-8-3-15,-2 5 2 0,2-5-1 0,-2 8-1 16,2-8 0-16,-2 9-2 0,2-9 0 0,-4 5-3 15,4-5 1-15,0 0-1 0,-4 10 1 0,4-10 0 16,-1 6 1-16,1-6 0 0,0 0-1 0,-3 10-1 16,3-10-4-16,0 0-1 0,-2 9 2 0,2-9 2 15,0 0-4-15,-3 8 7 0,3-8-2 0,-2 8-3 16,2-8 2-16,-2 8-2 0,2-8 3 0,-1 9 3 0,1-9-4 16,-1 8 2-16,1-8-4 0,-1 9 0 15,1-9 3-15,-3 5 0 0,3-5 2 0,0 0-2 16,0 13 1-16,0-13-2 0,0 0 3 0,-1 10-3 15,1-10 0-15,-2 10 1 0,2-10-1 0,0 8-4 0,0-8 1 16,2 10 1-16,-2-10 0 0,-2 8 3 0,2-8 2 16,2 9-1-16,-2-9 0 0,1 9 5 15,-1-9 4-15,3 10-5 0,-2-5 2 0,-1-5-2 16,0 8-3-16,0-8 1 0,1 10 0 0,-1-10-3 0,4 7 6 16,-4-7-6-16,1 8 1 0,-1-8 0 15,2 8-1-15,-2-8-1 0,1 7-1 0,-1-7 3 0,2 9-2 16,-2-9 2-16,2 10-2 0,-1-5 2 15,-1-5 3-15,1 9-1 0,-1-9 4 0,4 10-5 16,-3-5 0-16,-1-5-3 0,3 10 8 0,-3-10-2 0,0 9-3 16,1-2 0-16,-1-7-1 0,1 10 3 0,1-3 4 15,-2-7-4-15,1 9 2 0,2-3 0 0,-2 1 3 16,0 0 5-16,-1-7-2 0,1 12 1 16,-1-6-1-16,2 1 2 0,-2-7-6 0,2 12 0 0,0-6 1 15,-1-1-6-15,-1-5 2 0,1 13 5 0,0-6 8 16,1-1 1-16,-2-6-2 0,1 12-1 0,3-5 2 15,-4-7-2-15,0 12-3 0,2-7 0 0,1 0-7 16,-1 2 7-16,-2-7-4 0,3 10 0 16,-2-3-3-16,1-2 0 0,-2-5-4 0,2 11 9 0,1-5-5 15,-3-6 0-15,4 9-6 0,-4-9 4 0,1 8-1 16,-1-8-5-16,2 9 3 0,-2-9 4 0,3 8-8 16,-3-8 3-16,5 10 0 0,-3-7 2 15,-2-3 13-15,3 11-13 0,-2-5 10 0,-1-6-5 0,5 10 9 16,-3-4-2-16,-2-6-5 0,5 10 2 0,-2-4 4 15,-1-2-4-15,1 2 5 0,-3-6-6 0,6 9 3 16,-5-5-13-16,3 1 11 0,-4-5 15 0,4 10-19 16,0-6 3-16,-2 1-3 0,-2-5-5 0,4 6-5 15,-4-6 4-15,5 8 1 0,-1-5-1 0,-4-3 0 16,3 10 4-16,0-5 3 0,1-2-5 0,-4-3-2 16,5 7-1-16,-2-2 7 0,-3-5 10 0,5 7-15 15,-2-2-3-15,-3-5-26 0,6 8 32 0,-4-3-14 16,-2-5 9-16,6 4 8 0,-6-4 3 0,5 7-15 15,-1-3 5-15,-4-4-10 0,5 8 9 0,-1-4 11 16,-4-4-1-16,6 6-4 0,-2-3 7 0,-4-3-2 16,5 9-11-16,-3-5 8 0,2 2 6 0,1-2 2 15,-2 1-5-15,3-1-8 0,-1 2 10 0,-1-3-5 16,1 2 8-16,3 1-6 0,0 1-8 0,-3-2 12 16,0-1-2-16,0 1-4 0,0-1 1 0,3 3 3 15,-2-2-4-15,1 1-2 0,-2-1-17 0,1 2 17 16,-1-1 5-16,2-1 1 0,-2 0 0 0,1 2 2 15,-1-2-7-15,2-1 1 0,-1 2 1 0,3-2 1 0,-3 1 1 16,0-2-2-16,-1 0 4 0,3 2-4 16,-2 0-4-16,-1-2-1 0,1-1 1 0,-1 4-6 15,0-3 3-15,0 1 0 0,-5-4 6 0,11 7-7 0,-6-4-5 16,0-1 2-16,3 2 2 0,-8-4-4 16,10 6 11-16,-4-3-3 0,-2 1-1 0,4-1-1 15,-3 1 13-15,4 0-24 0,-3 0 20 0,4 0 3 16,-3-2 2-16,2 2-4 0,-2-1 0 0,4 1 1 0,-4-2-1 15,2 2-9-15,0-2 6 0,0 0 1 16,-1 3 0-16,0-5-4 0,0 3 2 0,3 0-3 16,-1-2 2-16,1 3 5 0,-2-1-7 0,3 0 2 15,-1-3 1-15,1 3-9 0,-2 0 11 0,3-1-1 0,-2 2-1 16,0 0-6-16,3-1-1 0,-5-2 3 0,2 1 3 0,2 1-5 0,-2 1 4 0,2-1-8 16,4-1 7-16,-3-2 3 0,-3 2-1 0,5 1-1 15,-5-3-2-15,2 2-2 16,1 0-6-16,-1-1 5 0,-2 1 2 0,1 0-3 15,-2-1 1-15,1 1 3 0,1-1-4 0,-2 0 1 16,-1 1-3-16,1-2 2 0,2 2 1 0,-2-1 3 16,2 1-5-16,-5-1 1 0,3 0 0 0,1 2-1 15,-4-2 1-15,5-2-3 0,-4 2 1 0,-8-1 0 16,17 2 2-16,-8-2 2 0,2 3-4 0,-2-3 4 16,2 3 0-16,-1-3-1 0,2 2 1 0,-1-1-4 0,-3-1 3 0,2 2 1 15,2-1 1-15,-3-1 0 0,0 3-1 0,-1-3 4 16,3 0-5-16,-4 1-2 0,2 0 4 0,-9-1-1 15,16 0-1-15,-9 0 2 0,2 0-1 0,-9 0-1 16,14 0 2-16,-7 0-5 0,-7 0 4 0,15-1-4 16,-15 1 0-16,12-1 5 0,-12 1-2 0,12-1 1 15,-12 1-3-15,13-3 2 16,-8 2-1-16,-5 1 4 0,13-2-1 0,-13 2-3 16,10-2 2-16,-10 2-2 0,9-2 1 0,-9 2-1 15,10-2 4-15,-5 0-3 0,-5 2 0 0,11-4 0 16,-5 1 0-16,-6 3 0 0,12-4-1 0,-7 0-2 15,0 2-1-15,-5 2 1 0,9-7 0 0,-9 7 2 16,11-5-1-16,-6 5 0 0,-5 0-2 0,9-7-2 16,-3 5 4-16,-1-3-3 0,2 2 0 0,0 0 3 0,-2-3-1 0,0 1-1 15,0 2 1-15,1-1-1 0,1 0 0 0,-2-1 2 16,0 1-2-16,0 0 3 0,-5 4-6 0,8-8 5 0,-2 6-4 16,-1-3-2-16,0 1 4 0,1 1-3 0,-6 3 0 15,10-9 2-15,-7 4-2 0,-3 5 2 0,7-5-1 16,-7 5-1-16,5-8 1 0,-1 3-1 0,-4 5 3 15,9-8-2 1,-3 5 3-16,-2-2-2 0,-4 5-1 0,6-8-1 16,0 2 0-16,-4 2 0 0,-2 4 2 0,9-7-1 15,-6 3-1-15,-3 4 3 0,3-10-3 16,1 6 0-16,0 1-1 0,-4 3-4 0,8-10 8 0,-4 7-3 16,1-1 0-16,-5 4-1 0,6-11 2 0,-2 6 2 15,-4 5 1-15,5-7-2 0,-5 7-5 0,3-9 3 16,-1 4 0-16,-2 5-1 0,8-8 1 0,-4 3 1 0,-4 5 1 0,6-7-5 15,-6 7 4-15,4-7 2 0,-2 2-4 0,1-1 3 16,1 1-1-16,-4 5-2 0,6-10 0 16,-2 6 2-16,-4 4-1 0,6-9 0 0,-3 4-1 15,-3 5 3-15,6-8-6 0,-3 5 3 0,-3 3 3 0,3-8-2 16,-3 8 2-16,5-5 2 0,-5 5-2 0,5-8-1 16,-5 8-1-16,5-6 1 0,-5 6-1 0,5-7 1 0,-5 7-1 15,3-6 2-15,-3 6-3 0,2-8 0 0,-2 8 1 16,4-5 0-16,-4 5 0 0,4-5 1 0,-4 5-5 0,9-9 3 15,-9 9 2-15,5-7 0 0,-3 4-5 0,-2 3 2 16,4-8 2-16,0 4 2 0,-4 4-4 0,7-8 5 16,-5 5-3-16,3-3 4 0,-5 6-4 15,6-7-1-15,-3 4 0 0,-3 3 0 16,5-6-2-16,-5 6 5 0,7-8-2 0,-5 4 0 16,-2 4 0-16,8-8-6 0,-4 5 8 15,-4 3-1-15,6-9 1 0,-2 4 1 0,0 0-2 16,-4 5-3-16,7-10 1 0,-4 7 4 0,2-3-2 15,-1 1 2-15,-4 5-4 0,5-9 3 0,-1 6-2 16,0-4 1-16,0 2-4 0,-4 5 3 0,6-9 0 16,-1 4-1-16,-1 0 2 0,-4 5 0 0,6-9-2 0,-2 4 2 0,-4 5-2 15,4-10-2-15,0 5 4 0,-2 1 0 0,-2 4-2 16,7-10 1-16,-4 7 2 0,-3 3-1 0,6-9 0 16,-4 2-1-16,-2 7-2 0,5-9 4 0,-2 3-4 15,-3 6 2-15,5-11-3 0,-1 6 8 0,-4 5-4 16,5-10 0-16,-4 5-1 0,-1 5 0 0,5-10 1 0,-2 3-2 15,-2 1 3 1,2 0 1-16,-3 6-4 0,4-13 3 0,-3 7-3 16,1 0 4-16,-2 6 2 0,7-11-8 0,-6 5 5 15,1-1-8-15,1 1 6 0,-3 6 1 0,3-12 1 16,-1 5-7-16,-1 1 8 0,2 0-4 0,-3 6 3 16,3-10 0-16,-1 3 0 0,-2 7 0 0,2-10-1 15,-1 2 1-15,-1 8-1 0,2-11-1 0,2 4-3 16,-4 7 5-16,3-12-2 0,-2 6 1 0,-1 6 1 0,1-11-1 0,2 5-2 15,-3 6 5-15,1-12-12 0,-1 5 8 0,0 7 0 16,1-16 2-16,1 10-2 0,-2 6 1 0,0-11-1 16,1 5 2-16,-1 6 1 0,1-10-6 15,-1 10 2-15,3-14 1 0,-3 9 3 0,0 5-2 0,0-15-1 16,1 10 0-16,-1 5-2 0,1-11 2 0,-1 11 2 0,2-11 1 16,-2 11-1-16,-2-13 1 0,2 13-6 0,2-12-1 0,-1 5 7 15,-1 7-2-15,-1-12 0 0,1 12 1 0,0-9-2 16,0 9-1-16,-2-12-3 0,0 6 6 0,2 6-3 15,-2-12 0-15,1 5 1 0,1 7 3 0,-2-13-4 16,0 7 5-16,2 6-4 0,-2-10 3 0,2 10-2 16,-3-13 1-16,2 6-9 0,1 7 8 0,-6-11 1 15,3 4 1 1,1 2-3-16,2 5 2 0,-6-10 1 0,4 5-3 0,2 5-2 16,-4-9 4-16,4 9-3 0,-4-11 1 15,4 11 2-15,-6-9-2 0,2 3 0 0,4 6-1 16,-6-10 1-16,4 6 1 0,2 4-6 0,-7-10 8 15,3 6-1-15,4 4-1 0,-6-10-3 0,4 5 3 0,2 5-4 16,-8-10 3-16,6 6-3 0,2 4 4 0,-7-11-3 16,4 5 3-16,-1 2-1 0,4 4 0 0,-7-9-3 0,2 4 5 15,2 0-2-15,3 5-5 0,-7-9 5 0,3 4 0 16,0 0 0-16,4 5-5 0,-5-8 3 0,1 2 4 16,4 6-1-16,-7-9-2 0,3 6 1 0,-1-2-9 0,0 0 9 15,5 5 2-15,-6-7-3 0,6 7 0 16,-6-7 2-16,6 7 3 0,-6-7-2 0,6 7-1 15,-7-5-1-15,4 1 0 16,3 4 2-16,-7-7-2 0,5 1-3 0,2 6 3 16,-9-5 1-16,9 5-3 0,-8-9 0 0,4 4 2 15,4 5 2-15,-8-6-2 0,5 1 0 0,3 5 0 16,-10-9 0-16,7 5-3 0,3 4 1 0,-8-9 0 0,4 6 1 16,-1-2-5-16,5 5 7 0,-9-8 1 15,6 5-2-15,-3-2 1 0,6 5-3 0,-7-7 3 16,2 2-1-16,5 5 2 0,-9-8-2 0,1 1 2 0,4 4-3 0,-1-2 0 15,1 1 2-15,-3 0-1 0,3-2-1 0,4 6 1 16,-9-8 1-16,5 4-1 0,0-2 1 0,4 6-1 16,-11-8 1-16,6 5-1 0,-1-3-3 0,3 1 1 15,-3 0 1-15,6 5-1 0,-7-8 4 0,7 8-1 16,-9-9-5-16,5 6 5 0,-1 0-2 0,5 3-1 0,-9-5 2 16,9 5-1-1,-8-5-1-15,3 1 3 0,5 4-2 0,-9-7-2 16,4 5 4-16,5 2 0 0,-10-5-5 0,6 0 6 15,4 5-4-15,-8-4 3 0,8 4-2 0,-7-5 1 16,7 5-3-16,-9-5 3 0,9 5-5 0,-9-5 6 16,4 3-3-16,5 2 1 0,-9-5 2 0,2 3-7 15,7 2 4-15,-9-4 1 0,9 4 1 0,-9-4 2 16,9 4-1-16,-6-2-2 0,6 2-3 0,0 0 6 0,-11-4-3 16,11 4-6-16,-9-3 6 0,9 3 0 0,-9-4 4 0,9 4-4 15,-9-5-2-15,2 2 3 0,7 3 3 0,-9-4-4 16,3 3-1-16,6 1 3 0,-9-5-1 15,1 2 0-15,1 1-2 0,7 2-4 0,-13-5 7 16,5 3-2-16,2-2 0 0,6 4-2 0,-16-7 0 0,9 6 0 16,1-1-1-16,-1-1 0 0,7 3 1 0,-13-4 0 0,7 0-1 0,0 0-2 15,6 4 1-15,-13-2 1 0,6-1-2 16,0 0 0-16,7 3 1 0,-16 0 1 0,9 0-1 0,7 0 2 16,-16-4 2-16,6 2 0 0,1 0-2 0,2 0 0 15,7 2-3-15,-16-3 4 0,7 3-1 16,9 0-2-16,-14-2 3 0,8 1 0 0,6 1 0 15,-14 0-1-15,7-2 2 16,7 2-6-16,-13-1 0 0,5 1 2 0,8 0-3 0,-13 0-2 16,13 0 0-16,-13 0 0 0,3 0 0 15,1-1 2-15,9 1-2 0,-19-2 1 0,10-1 5 0,9 3-6 16,-16 0 3-16,8 0-1 0,-1 0-7 0,-2 0 9 16,11 0-1-16,-16 2 4 0,8-1-7 0,8-1 4 15,-18 0-1-15,12-1 0 0,6 1 3 16,-14 1-5-16,4-1 1 0,3 2-2 0,7-2 5 0,-14 1-6 0,14-1 7 15,-14 1 2-15,14-1-4 0,-12 0 7 0,5 0-7 16,7 0-2-16,-14 2 0 0,5-2 2 0,0 1-2 16,-1 1 5-16,2 0-2 0,8-2 3 0,-17 1-13 0,11-1 11 15,6 0-1 1,-12 1-2-16,12-1 2 0,-12 3 3 0,12-3-3 0,-12 1 1 0,4 0-3 0,-2 1 3 0,3-1-3 31,7-1 5-31,-13 2 0 0,6 0-2 0,-1-2-1 16,0 3 3-16,-1-1-5 0,-1 2-1 0,2-3 2 15,8-1 4-15,-13 5-4 0,6-3 4 0,0 1-4 16,7-3 6-16,-11 3-8 0,4-1 4 0,7-2-1 16,-12 4-1-16,5-1-2 0,1-1 3 0,6-2 0 15,-14 5-10-15,7-3 12 0,1-1 2 0,6-1-4 16,-12 3 4-16,12-3 1 0,-7 4-2 0,7-4 0 0,-9 0-1 0,4 4 1 16,5-4-2-16,-8 3 3 0,8-3-4 0,-13 3 6 15,7-2 0-15,6-1 0 0,-12 3-2 0,12-3 0 16,-10 2-3-16,10-2 5 0,-9 3-7 0,4 0 3 15,5-3 1-15,-9 1 4 0,9-1-2 0,-9 2-2 16,9-2 2-16,-8 1-1 0,8-1 1 0,-9 3 0 16,9-3 1-16,-8 1-6 0,8-1 6 0,-9 3 0 0,9-3-5 0,-11 3 2 15,6-1 7-15,5-2-6 0,-11 4 0 0,6-2-1 16,5-2 1-16,-11 2-2 0,11-2 1 0,-11 4 3 16,11-4-1-16,-9 2-2 0,4-1 0 0,5-1 0 15,-12 4 5-15,6-1-6 0,6-3 1 0,-12 2 2 16,7 0 1-16,5-2 4 0,-9 3-7 0,9-3 2 15,-11 2-3 1,7 1 3-16,4-3 3 0,-9 2-3 0,9-2-3 0,-10 4 0 16,10-4 3-16,-10 3-3 0,6-1 1 0,4-2 4 15,-9 3-5-15,9-3 0 0,-10 4-3 0,10-4 4 16,-8 4 2-16,8-4-2 0,-8 3-2 0,4 0 2 16,4-3-1-16,-10 3 4 0,10-3-2 15,-10 4 1-15,5 0 2 0,-2-2-3 0,1 2 2 0,6-4-3 16,-9 5 2-16,4-2-1 0,5-3 1 0,-9 5 1 0,5-1-1 15,4-4 2-15,-10 5-8 0,5-2 7 0,5-3-1 16,-9 5-4-16,4-1 0 0,5-4 4 0,-11 4-2 0,7-1 1 16,4-3-2-16,-8 6 9 0,8-6-7 0,-8 6 1 15,2-2-2-15,6-4-1 0,-9 8-2 0,5-3-5 16,0-2 13-16,4-3-6 0,-9 8 4 0,4-3-6 16,0 0 2-1,1-1 2-15,4-4 0 0,-7 10 0 0,1-3-8 0,4-1 8 16,-2-2 0-16,-1 3-2 0,1-2 4 0,0 0-2 15,4-5 4-15,-4 12-3 0,1-7-3 0,-1 1 0 16,2 0 3-16,0-1-3 0,2-5 2 16,-6 10 1-16,4-4-14 0,2-6 16 0,-3 9 0 0,3-9-2 15,-4 11 7-15,2-7-6 0,2-4 0 0,-3 12-2 16,3-12 2-16,-3 8 2 0,2-3-4 0,1-5-2 0,0 0 3 16,-3 9 0-16,3-9 0 0,0 0 0 0,-3 6-4 15,3-6 5-15,0 0 8 0,0 0-17 0,-2 6-8 16,2-6-7-16,0 0-4 0,0 0-11 0,0 0-13 15,-5 6-21-15,5-6-17 0,0 0-33 0,-4 6-40 16,0-1-45-16,4-5-48 0,-9 8-60 0,4-4-57 16,-4-1-259-16,-1 1-683 15,-2-3 301-15</inkml:trace>
  <inkml:trace contextRef="#ctx0" brushRef="#br0" timeOffset="87375.7">9554 10123 53 0,'4'-4'112'0,"-4"4"-6"0,0 0 1 0,4-10-1 15,-4 10-6-15,0 0 5 0,2-6-16 0,-2 6-4 16,0 0 4-16,3-9-5 0,-3 9-3 16,0 0-5-16,0 0 0 0,0-9 0 0,0 9-1 0,0 0 1 15,0 0-7-15,0 0 3 0,0 0-1 0,0 0-5 16,0 0 1-16,0-10-10 0,0 10-6 0,0 0-3 16,0 0-4-16,0 0-8 0,0 0-4 0,0 0-4 0,0 0-4 15,0 0-2-15,0 0-3 0,0 0-1 0,-20 19-3 16,14-10-1-16,-2-4-2 0,3 1 0 0,-2 2 0 15,-1-1-3-15,1 3 3 0,-3-3-7 0,4 2 3 16,-2-1 1-16,2 0-6 0,-2-1 1 0,2 1 0 16,1 0-4-16,1-2 2 0,-3 1 1 0,4 0-7 15,-4-3 6-15,7-4 7 0,-7 8-6 0,3-3-1 0,4-5 0 0,-4 8 1 16,4-8-1-16,-5 6-3 0,5-6 0 0,0 0 5 16,-4 6-2-16,4-6-7 0,0 0 8 0,0 0-1 0,-6 2-8 15,6-2 7-15,0 0 2 0,0 0-6 16,0 0 0-16,0 0-3 0,-2 8 4 0,2-8-1 15,0 0 2-15,7 10 4 0,-7-10-1 0,3 7-3 16,3-2 0-16,-1 0 2 16,1 0-6-16,1 2-5 0,1 0-8 0,1-2-13 15,2 2-17-15,0 0-27 0,5 3-18 0,0-4-24 16,1 1-27-16,2 2-11 0,-2-2-122 0,-1 1-298 16,2 0 132-16</inkml:trace>
  <inkml:trace contextRef="#ctx0" brushRef="#br0" timeOffset="87814.86">9577 10532 28 0,'0'0'160'0,"-8"-2"-8"0,8 2-6 16,0 0-5-16,-11 0-11 0,11 0-8 0,0 0-13 15,0 0-13 1,0 0-12-16,0 0 1 0,0 0-15 0,0 0 4 16,0 0-13-16,0 0-7 0,0 0-1 0,38-2-5 0,-25 2-17 15,6-2 7-15,-2 2-1 0,0-2-12 16,-4 2-15-16,5-1-5 0,0 0-21 0,-4 1 1 15,-1 0-30-15,0 1-15 0,-2-1-23 0,1 0-16 16,-2 1-9-16,-1-1-19 0,-3 2-74 0,-6-2-218 16,12 0 96-16</inkml:trace>
  <inkml:trace contextRef="#ctx0" brushRef="#br0" timeOffset="88353.22">9729 10509 133 0,'0'0'127'0,"0"0"1"0,-7 2-5 16,7-2-4-16,-6 7-3 0,6-7-8 0,-5 10-10 15,4-5 0 1,-2 2 6-16,1 3-10 0,0-1-4 0,0 1-5 16,-1 0-7-16,2 1-8 0,0-1-7 0,-2 0-4 15,3 6-9-15,-1-3-3 0,1-2-5 0,-1 1-2 16,2 1-3-16,-1 2-5 0,0-5-6 0,2 1 0 15,0 0-4-15,-2-1 0 0,0 0-5 0,1-1 6 16,-1-1-10-16,1 2 3 0,-1-2-2 0,2-2 0 16,-1 2-1-16,-1-8-3 0,1 12 0 0,-1-6-1 15,0-6 0-15,0 12-8 0,0-12-5 0,-2 11-5 16,2-11 4-16,-2 7-7 0,2-7 0 16,-2 6 2-16,2-6 7 0,0 0-3 0,-4 7 1 15,4-7 3-15,-5 3-8 0,5-3 1 0,-9 3-11 0,9-3 4 16,-7 2 2-16,7-2-2 0,-9 2 4 0,9-2-4 15,0 0 5-15,-15-2 4 0,15 2 1 0,-9-1-2 16,9 1 0-16,-9-1 4 0,9 1-4 0,-10-4 2 16,10 4-8-16,-10-1 10 0,10 1 2 0,-9 0-6 15,9 0 3-15,0 0-3 0,-12-1 2 0,12 1 3 16,0 0-6-16,0 0 1 0,0 0 6 0,-9-1-5 16,9 1 0-16,0 0-1 0,0 0 7 0,0 0-5 15,0 0-2-15,0 0 11 0,0 0-5 0,0 0 0 16,0 0 6-16,0 0 4 0,0 0-2 0,0 0 2 15,19 9-4-15,-19-9-1 0,15 2 4 0,-5-2-1 16,1 0-1-16,1 0 3 0,1 0-2 0,-2 0-3 16,2 0-17-16,1 0-13 0,-1 0-26 0,5-2-19 15,-2 0-26-15,-2-1-19 0,4 1-17 0,-4 0-99 16,-2 0-251-16,6-2 112 0</inkml:trace>
  <inkml:trace contextRef="#ctx0" brushRef="#br0" timeOffset="88648.74">10079 10754 106 0,'0'0'215'0,"0"0"-10"0,0-15-10 0,0 15-7 0,0 0-5 16,-8-6-7-16,8 6-11 0,-6-4-9 15,6 4-17-15,-8-2-9 0,8 2-9 0,0 0-12 16,-16 3-12-16,8 2-5 0,-3-1-7 0,0 1-4 0,2 2-11 15,-1 0-6-15,1 2-5 0,2-1-10 0,-1-1-3 0,-1 3-3 0,1-1-5 0,2 1-1 16,1 1-8-16,1-3-3 0,-1 2 0 0,2-1-1 16,2-3-5-16,1-6-2 0,-1 14-1 0,1-14 0 0,5 10-1 15,0-4-2-15,0-1-16 0,3-2-1 16,1 0-14-16,2 1-17 0,2-3-17 0,1-1-21 16,-2 0-19-16,4 2-29 0,-2-4-30 0,5-2-18 15,-6 1-24-15,1 0-168 0,-1-1-389 0,0 0 172 16</inkml:trace>
  <inkml:trace contextRef="#ctx0" brushRef="#br0" timeOffset="127658.39">6604 9799 9 0,'-1'-9'84'0,"1"9"-11"16,0 0 2-16,0 0-10 16,0 0-8-16,0-9 2 0,0 9-2 0,0 0-9 15,0 0-1-15,-1-12-13 0,1 12 2 0,0 0-1 16,0 0 5-16,0-8-11 0,0 8-1 16,0 0 12-16,0 0-2 0,0-10-6 0,0 10-6 15,0 0-2-15,0 0 2 0,0 0-6 0,0-10 7 16,0 10-11-16,0 0 6 0,-3-6-6 0,3 6 3 15,0 0-6-15,0 0 1 0,0 0 2 0,0 0-4 16,-2-9-1-16,2 9-6 0,0 0 4 0,-3-7 0 16,3 7-4-16,0 0 4 0,0 0-9 0,-1-9 7 15,1 9 2-15,0 0 7 0,0 0-3 0,-2-7 5 16,2 7-4-16,0 0-1 0,0 0-4 0,0 0 6 16,0 0-5-16,0 0 6 0,0 0-7 0,0 0-1 15,0 0-2-15,0 0-3 0,0 0-1 0,0 0 5 16,0 0-2-16,0 0 1 0,-1-9-3 0,1 9-3 15,0 0 1-15,0 0 0 0,0 0-7 0,0 0-1 16,0 0 7-16,0 0-2 0,0 0-7 0,0 0 5 16,0 0 6-16,0 0-12 0,0 0 13 0,0 0-7 15,0 0 2-15,0 0 0 0,0 0 1 0,-1 23 1 0,1-23-1 16,0 9-4-16,0-9 0 0,0 15 10 16,0-8-10-16,0-7 5 0,1 17-2 0,-2-9 4 0,1 2-5 15,0-2 12-15,0 4-4 0,1-4-7 16,0 3 1-16,-1-2 4 0,2 2-15 0,-1-1 19 0,0-1-15 15,1 3 8-15,-2 0 4 0,1-1-2 0,-1 4 2 16,0-4 4-16,1 0-10 0,0-2 2 0,-1 1 0 16,0-1-1-16,0 1 1 0,0 1-1 15,0-2 0-15,-1-1 7 0,1 3-3 0,0-4 5 0,0-7-8 16,0 12 2-16,0-4 1 0,0-8 5 0,-1 12-11 16,2-6 4-16,-1-6 2 0,3 12-1 0,-3-12 5 15,0 11 1-15,1-6 3 0,-1-5-11 16,1 11 12-16,-1-11-2 0,4 10-1 0,-4-3 2 0,0-7-5 15,1 11 3-15,-1-11-5 0,2 10-2 0,-2-10-8 16,2 10 7-16,-2-6 12 0,0-4-2 0,0 10-11 16,3-5 4-16,-3-5-1 0,1 10 4 0,0-4-5 15,-1-6 1-15,0 9 1 0,0-9-2 0,2 10 9 16,-2-3-8-16,0-7 5 0,1 11-5 0,-1-11-2 16,-1 9 7-16,1-9 3 0,0 10-3 0,0-10 1 15,0 12-5-15,-2-6 4 0,2-6 0 0,0 10 0 16,-1-2-1-16,1-8 3 0,0 13-4 0,0-13 2 15,0 12 0-15,-1-6-3 0,1-6-4 0,0 14 5 16,-2-8 0-16,2-6-3 0,0 12 0 0,2-5 2 16,-2-7 0-16,-2 9-5 0,2-9 6 0,-2 10-3 15,2-10-4-15,0 0 5 0,1 10-1 0,-1-10-3 16,0 7 7-16,0-7-3 0,0 0-7 0,-1 9 2 16,1-9 3-16,0 0-3 0,-1 7-30 0,1-7-3 15,0 0-11-15,2 8-14 0,-2-8-11 0,0 0-9 16,3 6-22-16,-3-6-111 0,1 6-229 0,-1-6 102 15</inkml:trace>
  <inkml:trace contextRef="#ctx0" brushRef="#br0" timeOffset="129102.3">8671 9722 6 0,'0'0'75'0,"0"0"2"0,1-12-4 15,-1 12-5-15,0 0-10 0,0-9 0 0,0 9 0 16,0 0-7-16,-4-8 7 0,4 8-4 0,0 0 8 15,0 0-11-15,3-11 6 0,-3 11 4 0,0 0-16 0,0 0 6 16,0-8-6-16,0 8 0 0,0 0 5 0,0 0-7 0,0 0-4 16,0 0-15-16,0 0 3 0,0 0-4 15,0 0-4-15,0 0-11 0,0 0 14 0,0 0-14 16,0 0-3-16,0 0 10 0,0 0-7 0,0 0 3 16,0 0-7-16,0 0 1 0,5 26 0 0,-5-19 8 0,1 1-8 15,-1 1 2 1,0-9-2-16,-1 15 3 0,2-4-2 0,-2 0 2 15,1-3 0-15,-2 2-3 0,2 0 4 0,-1 0-5 16,1-1 2-16,0 2 4 0,1-2-7 0,-2 2 6 16,2-1-2-16,-1-1 3 0,0 1-2 0,0 0-4 15,0 0 5-15,0 1-5 0,2-1 1 0,-2-1 0 16,1 1-4-16,0 1 6 0,-1-3 2 0,2 2-11 16,-2 1 7-16,0-2-4 0,0 0 1 0,1 0-1 0,-1-1 5 0,1-1-4 15,-1-7-7-15,2 13 8 0,-2-7-1 0,0-6 4 16,1 10-6-16,-1-10 0 0,-1 11 0 0,1-11-6 15,1 11 11-15,0-5-1 0,-1-6-6 0,3 12 0 16,-3-7 2-16,0-5 3 0,2 10 4 0,0-4-3 0,-2-6-4 16,0 10-3-16,1-3-3 0,-1-7 8 15,2 9 1-15,-2-3-5 16,0-6 4-16,3 10 0 0,-3-10-4 0,0 9-7 16,2-2 12-16,-2-7 0 0,2 7-2 0,-2-7-4 15,1 10 7-15,-1-10 1 0,1 10-4 0,-1-10 1 16,0 11-1-16,0-11 1 0,1 8-1 0,1-2 0 15,-2-6-8-15,0 11 1 0,0-11 5 0,1 10 12 16,-1-10-15-16,0 10 4 0,0-10-1 0,0 9 5 16,1-4-1-16,-1-5 2 0,2 10-4 0,-2-10-2 0,0 12-2 0,0-6 11 15,0-6-7-15,1 10-6 0,-1-10 3 0,0 8 1 16,0-8 4-16,1 9-1 16,-1-9 4-16,0 0 2 0,0 10-11 0,0-10-2 15,-1 7 1-15,1-7 9 0,0 0 0 0,0 0-9 16,1 10 5-16,-1-10 1 0,0 0-5 0,0 8-3 15,0-8 7-15,0 0-1 0,0 0-6 0,1 6 6 16,-1-6-11-16,0 0 0 0,2 7-2 0,-2-7-24 16,0 0-12-16,0 0-4 0,0 0-15 0,0 0-1 15,2 7-14-15,-2-7-7 0,0 0-17 0,0 0-60 16,0 0-180-16,0 0 80 0</inkml:trace>
  <inkml:trace contextRef="#ctx0" brushRef="#br0" timeOffset="131006.4">6988 9649 59 0,'0'0'105'15,"0"0"-13"-15,0 0 2 0,0 0-8 0,0 0 4 16,0 0-7-16,-4-7-7 0,4 7-6 0,0 0-13 16,0 0-2-16,0 0-1 0,-5-7-2 0,5 7-3 15,0 0-6-15,0 0-2 0,0 0 0 0,-8-3-4 16,8 3-7-16,0 0 4 0,-6-4-7 0,6 4-1 0,0 0 4 0,0 0 0 15,-9-4-1-15,9 4-2 0,0 0-3 16,-8-5 2-16,8 5 5 0,0 0-3 0,-10-3-10 16,10 3 6-16,-5-3-3 0,5 3 1 0,-8-4-1 0,8 4 4 15,-6-2 2-15,6 2-4 0,0 0-4 0,-12-4 6 16,12 4 0-16,0 0 0 0,-8-3 2 0,8 3 10 16,0 0-5-16,-7-3 2 0,7 3-6 0,0 0-7 0,0 0-2 15,0 0 0-15,-7-1 5 0,7 1-19 0,0 0 7 0,0 0 1 16,0 0-4-16,0 0-1 0,0 0 5 15,0 0-11-15,0 0 2 0,0 0-1 0,0 0 3 16,0 0 0-16,0 0-3 0,25 3 0 0,-16-2 4 16,1 0-5-16,0-1 5 0,3 2-5 0,-3-1 3 0,2 0 5 15,0-1-6-15,1 2 5 16,1-4 5-16,-1 2-2 0,1 0 0 16,-2 0 1-16,0-1-3 0,2 0-5 0,-3 1 9 15,0 0-3-15,1-2 8 0,-2 1-1 0,1 0 0 16,-4-1 3-16,-7 2-13 0,13 0 10 0,-13 0-4 0,10-1 1 15,-10 1-2-15,0 0 2 0,10-2 0 16,-10 2 0-16,0 0 3 0,0 0-4 0,9-1 2 16,-9 1-2-16,0 0 2 0,0 0-3 0,0 0-7 0,0 0 2 0,0 0-4 15,8-1-1-15,-8 1-8 0,0 0-12 0,0 0-21 16,0 0-17-16,0 0-25 0,0 0-23 0,0 0-10 16,0 0-9-16,0 0-18 0,3 8-21 0,-3-8-129 15,2 7-312-15,-2-7 139 0</inkml:trace>
  <inkml:trace contextRef="#ctx0" brushRef="#br0" timeOffset="131638.56">7328 9443 132 0,'0'0'159'0,"1"-8"-2"0,-1 8-4 0,0 0-6 0,2-6-9 16,-2 6-11-16,0 0-12 0,0 0-16 0,0 0-12 0,0 0-8 0,0 0-4 15,0 0-15-15,2-7 1 0,-2 7-11 16,0 0-5-16,0 0-2 0,0 0-6 0,0 0 7 15,15 17-14-15,-11-11-4 0,1 2-1 0,1 0 2 16,-2 3-1-16,3 0 4 0,0-1-6 0,0 5-2 16,-2-4 0-16,0 1 3 0,3 2-5 0,-2-3-3 0,-1 0 0 15,0-1-5 1,0 0 2-16,0 0-3 0,3 0-1 0,-4-1-2 16,0-3 0-16,1 3 6 0,-3-5-9 0,1 2 3 15,-3-6-2-15,4 10 0 0,-2-6 1 0,-2-4 0 16,8 6 4-16,-8-6 5 0,1 6 10 0,-1-6 3 15,0 0 7-15,4 4 8 0,-4-4 5 0,0 0 5 16,0 0 6-16,0 0 4 0,0 0 1 0,0 0-9 16,0 0-7-16,0 0 2 0,0 0-14 0,6-18-7 0,-2 8 0 0,2 2-4 15,-1-1 0-15,1-3-6 0,-2 1-2 0,0 0-2 16,2-4-4-16,2-4 0 0,-3 3 2 0,1 1-5 16,-1-1 1-16,0-1-4 0,-2 5-3 0,1-1 10 15,0 2-9-15,3-4 1 0,-3 4-5 0,0 2 0 16,0 3 3-16,-2-1 0 0,0 0-1 0,-2 7 1 15,5-10-1-15,-3 7 0 16,-2 3-2-16,3-7-1 0,-3 7-4 16,0 0-1-16,0 0-9 0,4-9-8 0,-4 9-10 15,0 0-14-15,0 0-18 0,0 0-18 0,0 0-23 0,0 0-12 16,0 0 1-16,0 0-4 0,0 0-18 0,0 0-20 16,0 0-17-16,1 27-7 0,-2-16-110 15,-1-1-316-15,4-1 140 0</inkml:trace>
  <inkml:trace contextRef="#ctx0" brushRef="#br0" timeOffset="131978.97">7766 9600 22 0,'0'0'150'0,"0"0"-4"0,-3-10-17 0,3 10 5 31,-3-8 2-31,3 8-6 0,-6-4-8 0,6 4-5 0,0 0-7 0,-5-7-11 0,5 7-6 0,0 0-13 16,-10-3-10-16,10 3-6 0,-9 0-7 0,9 0-7 31,-10 3-2-31,4 0-8 0,1 1-3 0,-5 1-5 0,4 2-6 0,-2 0-1 16,1 1-4-16,-1 1 0 0,2 0-1 0,-2 0-5 15,2-2 3-15,1 1-6 0,1 0-4 0,1-1 4 16,2 0-1-16,1-7-2 0,-1 12 5 0,1-5-5 15,0-7 6-15,2 13-6 0,-1-7-3 0,3-1 2 16,0 0 2-16,5 1-1 0,-3-1-5 0,0-2-12 16,0 1-24-16,2 0-21 0,0 0-29 0,3-1-7 0,-1 0-22 0,1-2-15 15,0 0-20-15,-4 1-105 0,5-2-271 0,-1 0 121 16</inkml:trace>
  <inkml:trace contextRef="#ctx0" brushRef="#br0" timeOffset="132494.46">8009 9559 61 0,'0'0'172'0,"-5"-5"-11"0,5 5-12 0,-7-4-15 16,7 4-14-16,-9-4-16 0,9 4-4 0,0 0-15 0,0 0-9 0,-15 5-4 15,10-1-11-15,0-1-6 0,5-3-9 0,-9 9 2 16,5-3-11-16,0-1 2 0,0 4-3 16,2-3-7-16,-1 1-1 0,3-7 0 0,-2 11-9 15,2-5 0-15,0-6 0 0,2 14 0 0,-1-9 0 0,-1-5-4 16,7 10-8-16,-3-5 15 0,1-2-9 0,1 2-2 16,0-2 1-1,1 0-3-15,-7-3 1 0,12 6-1 0,-6-5-4 16,-6-1 2-16,11 4-4 0,-6-3 2 0,-5-1 0 15,11 0-1-15,-11 0-1 0,7 2 7 0,-7-2-4 0,0 0 8 16,0 0 3-16,9 2 8 0,-9-2 0 16,0 0-1-16,0 0-5 0,0 0 2 0,0 0 0 15,0 0-4-15,0 0-3 0,0 0-1 0,0 0 1 16,0 0-4-16,0 0-3 0,0 0-3 0,-25-9 2 0,25 9-3 0,-13 4 2 16,5-2-2-16,2 1 0 0,6-3-1 0,-13 9-2 15,7-6-2-15,-1 1 6 0,1 2-3 0,0 1-3 16,0-2 6-16,0 3 5 0,1-2-3 0,1 0 0 15,0 0 2-15,3 1 6 0,1-7-8 0,-3 12-1 16,3-7 2-16,0-5 0 0,3 12-1 0,0-7 5 16,0 0-4-16,4 0 5 0,-1-1-6 0,3 0-3 0,1 0-9 0,2-1-16 15,-2-2-16-15,2 0-30 0,0 1-31 0,0-3-31 16,1 2-41-16,-3-1-120 0,0-1-314 0,3 0 138 16</inkml:trace>
  <inkml:trace contextRef="#ctx0" brushRef="#br0" timeOffset="134581.9">6701 9603 52 0,'0'0'63'0,"0"0"-2"0,0 0-12 0,0 0-5 16,0 0-7-16,0 0 2 0,0 0-2 0,0 0-7 0,0 0-3 15,0 0-5-15,0 0 2 0,0 0-14 16,0 0 1-16,0 0-20 0,0 0-1 0,0 0-10 0,0 0-9 0,0 0-14 16,0 0-24-16,0 0-70 0,0 0 31 0</inkml:trace>
  <inkml:trace contextRef="#ctx0" brushRef="#br0" timeOffset="142112.26">8276 9594 71 0,'0'0'113'0,"0"0"-2"0,0 0-7 0,0 0-7 0,0 0-5 15,0 0-6-15,0 0-6 0,0 0-9 16,-5-8-5-16,5 8-1 0,0 0-1 0,0 0-9 16,0 0 0-16,0 0-7 0,0 0-7 0,0 0 2 15,0 0-8-15,0 0-10 0,-9-3-1 0,9 3 4 0,0 0 3 16,0 0-2-16,0 0-1 0,0 0 5 0,0 0 1 16,-9-2-5-16,9 2-2 0,0 0-2 0,0 0-5 0,0 0 2 15,-8-1-5-15,8 1 2 0,0 0-6 0,-11 0 0 0,11 0 0 16,0 0 5-16,-11-2 11 0,11 2-4 15,0 0 0-15,0 0 1 0,0 0-7 0,0 0 3 16,0 0-2-16,-9 3-5 0,9-3 1 0,0 0-2 16,0 0-2-16,0 0-1 0,0 0-4 0,0 0 1 0,0 0 0 15,0 0-6 1,0 0 6-16,0 0-2 0,0 0 0 0,0 0-3 16,0 0 2-16,0 0 9 0,0 0-1 0,0 0 1 15,0 0-2-15,0 0 0 0,30-3-3 0,-30 3 5 0,14 0-2 16,-6 0-2-16,-8 0 0 0,15-3-1 0,-7 3 2 15,1-1-5-15,2 0 1 0,-2 2-2 0,1-2-8 16,-10 1-7-16,16 1-5 0,-10-2-3 0,-6 1-11 16,13 1-2-16,-7-1-6 0,-6 0-14 0,10 1-16 0,-10-1-13 15,9 2-15-15,-9-2-8 0,8 1-11 0,-8-1-6 16,0 0-5-16,8 0-91 0,-8 0-233 0,0 0 103 16</inkml:trace>
  <inkml:trace contextRef="#ctx0" brushRef="#br0" timeOffset="142528.25">8325 9464 113 0,'0'0'111'0,"-4"-6"-12"15,4 6 14-15,0 0-10 0,0 0-1 16,-6-5 4-16,6 5-9 0,0 0 2 0,0 0-12 0,0 0-3 16,0 0-5-16,0 0-4 0,-5-5-12 0,5 5-9 0,0 0-5 15,0 0-2-15,0 0-6 0,0 0-6 0,0 0-4 16,0 0-5-16,0 0 3 0,0 0-12 0,0 0 2 15,0 0-4-15,-7 15 8 0,7-15 2 0,-2 12 6 16,2-4-3-16,0-8-1 0,-2 16-6 0,1-7 1 0,1 0-6 16,0 0 2-16,-2 2-4 0,2-1 2 15,-1 1-3-15,2 0 0 16,-1-2 0-16,0 3-5 0,0 1-2 0,2-2 2 16,-2 1 4-16,1-1-11 0,-2 2-23 0,2-2-18 15,1 2-31-15,1 0-15 0,-2-3-36 0,2 2-26 16,-3-1-106-16,0 0-274 0,0 1 121 0</inkml:trace>
  <inkml:trace contextRef="#ctx0" brushRef="#br0" timeOffset="143471.31">8686 9519 18 0,'0'0'66'0,"0"0"-1"0,0 0 5 0,0 0-11 15,0 0 3-15,0 0 0 0,0 0-1 0,-4-11-13 0,4 11 4 16,0 0-2-16,0 0-2 0,0 0 6 16,-2-7-14-16,2 7-6 0,0 0 10 0,0 0 0 15,0 0-8-15,-3-9-7 0,3 9 2 0,0 0-1 0,0 0-3 16,-3-7 1-16,3 7-3 0,0 0 7 16,0 0 1-16,0 0-7 0,-2-7 6 0,2 7 1 15,0 0-4-15,0 0-1 0,0 0 7 0,0 0-4 16,0 0 0-16,-6-6-1 0,6 6 0 0,0 0-8 0,0 0 0 15,0 0-18-15,0 0 15 0,0 0-13 0,0 0 5 16,0 0-8-16,0 0 3 0,0 0-1 16,0 0-3-16,0 0 0 0,0 0 3 0,0 0 2 15,0 0-3-15,6 27-1 0,-5-22 2 0,-1-5-1 0,1 16 2 16,-1-7-6-16,0 1 3 0,0 1 1 16,-1 0 6-16,1-1-3 0,0 2-8 0,0 1 2 15,0-2 0-15,1 0-1 0,1 0 1 0,-2 2 13 16,0-1-13-16,1-1 1 0,0 1 2 0,1 1 2 0,-1-2-1 15,2 0-1-15,-2 0 4 0,-1-1 8 0,0 2-23 16,0-2-17-16,1 0-14 0,-2 0-17 0,2 1-19 16,-1-3-32-16,-1 5-123 0,-2-3-248 0,1-1 111 15</inkml:trace>
  <inkml:trace contextRef="#ctx0" brushRef="#br0" timeOffset="155626.04">3550 10439 7 0,'0'0'83'0,"0"0"1"0,0 0-5 16,0 0-7-16,0 0-1 0,0 0-4 0,0 0 2 16,0 0-5-16,0 0 2 0,-30 1-8 0,30-1 3 15,0 0-7-15,0 0 3 0,-10-1-4 0,10 1 4 16,0 0-1-16,-10-2-5 0,10 2-6 0,-10-1-5 0,10 1-2 15,-8-1-3-15,8 1 7 0,0 0 6 0,-14-2-3 0,14 2 0 16,-10-1-4-16,10 1-3 0,-8-2 4 0,8 2-6 16,0 0 3-16,0 0-3 0,-10-1-4 0,10 1-1 15,0 0-6-15,0 0 8 0,0 0-11 16,-10 0-4-16,10 0-3 0,0 0 6 0,0 0-10 16,0 0-3-16,0 0-2 0,0 0 0 0,0 0 10 0,0 0-13 0,0 0 2 15,0 0 2-15,0 0 2 0,0 0 2 0,0 0-1 16,0 0 4-16,32 6-2 0,-25-6-3 0,4 0 4 15,0 0-5-15,0 0 1 0,-2 0-1 0,2 0 7 16,1 1-6-16,-1-1-2 0,-1 0 1 0,1-1 0 0,-3 2-10 16,2-2-18-16,0 2-2 0,-2-1-21 0,-8 0-10 15,16 0-6 1,-8 1-23-16,0-1-7 0,-8 0-17 0,13 2-20 16,-7-2-7-16,-6 0-93 0,9 3-245 0,-9-3 110 15</inkml:trace>
  <inkml:trace contextRef="#ctx0" brushRef="#br0" timeOffset="155910.81">3550 10390 135 0,'0'0'171'16,"-4"-6"-6"-16,4 6-7 0,0 0-15 0,0 0-7 0,0 0-17 16,0 0-14-16,0 0-10 0,0 0-11 0,0 0-11 15,0 0-7-15,0 0-10 0,0 0-1 16,-6 17-6-16,4-9-2 0,1 2 6 0,0-1-17 16,1 3 0-16,-2 0-2 0,2 0-6 0,0 4-5 15,-1 1-4-15,1-1-8 0,0 0-25 0,-1 0-31 0,2-1-35 16,0 2-43-16,1-1-32 0,-2 3-92 0,0-2-267 0,0 0 117 15</inkml:trace>
  <inkml:trace contextRef="#ctx0" brushRef="#br0" timeOffset="156872.87">3389 13249 21 0,'0'0'138'0,"0"0"-8"0,0 0-8 16,0 0-15-16,0 0-3 0,0 0-5 0,0 0-3 15,-4-6-6-15,4 6 1 0,0 0-5 0,0 0-5 16,0 0-3-16,0 0-7 0,0 0-5 0,0 0-7 15,0 0-3-15,0 0-3 0,0 0-5 0,0 0 2 16,0 0-10-16,0 0 1 0,0 0-4 0,0 0-8 16,0 0 4-16,0 0-5 0,0 0-3 0,0 0 1 15,0 0-3-15,-17 6 1 0,17-6-6 0,0 0-1 16,0 0 0-16,0 0-4 0,0 0-2 0,-6 1 2 16,6-1-4-16,0 0 2 0,0 0 0 0,0 0-6 15,0 0 2-15,0 0-1 0,0 0-2 0,0 0 2 16,0 0 2-16,0 0 1 0,0 0-3 0,0 0 4 15,31 2-2-15,-25-2 0 0,5-2 3 0,1 2-5 16,1-1 1-16,-2-1 1 0,3 0-2 0,0 0 3 16,1 0-3-16,-2 0-6 0,0 2-10 0,1-2-14 15,-2 0-20-15,-1 0-24 0,2 2-43 16,-3 0-27-16,2-2-29 0,-12 2-107 0,15 2-296 16,-15-2 132-16</inkml:trace>
  <inkml:trace contextRef="#ctx0" brushRef="#br0" timeOffset="158061.19">4236 11611 135 0,'0'0'156'0,"0"0"-1"0,0 0-5 0,-2-7-20 15,2 7-5-15,0 0-13 0,0 0-13 0,0 0-9 16,0 0-12-16,0 0-6 0,0 0-7 0,0 0-8 0,0 0-8 15,0 0 2-15,0 0-6 0,0 0-6 0,12 17 2 16,-7-8-7-16,1 0-8 0,0-2 2 16,0 3 3-16,1-1-7 0,-2 4 0 0,0-3-2 0,1 5 9 0,1-4 5 31,0 3-1-31,0-2-4 0,-1-1-3 0,3 3-2 0,0 0 4 0,-4-3-10 0,2-1-1 0,0 4 10 16,1-4-15-16,0-1 8 0,-2 1-8 0,0-2-3 31,2 1 2-31,-2-1-2 0,0-1-2 0,0 0-1 15,-2 0 2-15,0-2-4 0,1-1 2 0,-2-1 0 0,-3-3-2 0,8 7-2 16,-5-4 4-16,-3-3 2 0,5 6 0 0,-5-6 13 16,0 0 10-16,0 0 11 0,6 3 8 0,-6-3 1 15,0 0-5-15,0 0-3 0,0 0-5 0,10-9-3 16,-10 9-4-16,4-11-1 0,-1 5-2 0,-1-1-3 16,1 1-6-16,0-3-2 0,-2-1 1 0,3-1-3 15,-2 1 1-15,2-1-3 0,-3 0-1 0,3 0-2 16,-4-1-1-16,3 1-2 0,-2-2-1 0,2-2 0 0,-2 1-1 0,0 4 4 15,2-6-5-15,-3 6-1 0,0-3-3 16,1 4 1-16,-1-1-4 0,0 0 3 0,0 3 6 0,3 0-8 16,-3 7 2-16,0-12-4 0,0 12 3 0,1-14 2 15,0 8 0-15,-1 6-1 0,1-10-3 0,-1 10 2 16,0 0-1-16,0-11 0 0,0 11-1 0,0 0-4 16,0-7-5-1,0 7-9-15,0 0-7 0,0 0-13 0,0 0-14 16,0-9-12-16,0 9-5 0,0 0-5 0,0 0-20 15,0 0-17-15,0 0-9 0,0 0-21 0,22 10-23 16,-17-5-11-16,0-1-131 0,0 4-334 0,-2-2 148 16</inkml:trace>
  <inkml:trace contextRef="#ctx0" brushRef="#br0" timeOffset="158515.56">4687 11773 187 0,'2'-5'215'0,"-2"5"-6"0,0 0-11 0,0 0-7 15,0 0-15-15,0 0-12 0,0-9-22 0,0 9-12 16,0 0-13-16,0 0-10 0,0 0-13 0,0 0-6 15,0 0-14-15,0 0-12 0,0 0-3 0,0 0-9 16,0 0-2-16,0 0-5 0,0 0-4 0,0 0-5 0,-2 29-3 16,1-21 2-16,1 3-6 0,0-3-1 0,-1 3 9 0,1 2-3 15,-2-3-3-15,1 0-6 0,2-1 0 0,-2 2 1 16,1-1-2-16,-1-1-3 0,1 1 0 16,0 0-2-16,1-1-1 0,-1-1-1 0,1 0-3 15,-1-1 1-15,0-7-1 0,2 13 1 0,-2-7-1 16,2 0 2-16,-2-6-4 0,3 11 0 0,-1-5 1 0,1-1-3 0,-3-5 1 15,9 8 1-15,-5-5 0 0,-1 0 2 0,-3-3-2 16,11 6-1-16,-4-5 0 0,0 0 0 0,-7-1-1 16,13 3-1-16,-7-3-1 0,-6 0-9 0,13-1-11 15,-13 1-15-15,11-3-16 0,-4 2-20 0,-7 1-19 16,10-3-19-16,-4 0-16 0,-1-1-7 0,-5 4-25 16,9-8-12-16,-4 4-8 15,-5 4-6-15,7-8-120 0,-6 2-322 0,-1 6 142 16</inkml:trace>
  <inkml:trace contextRef="#ctx0" brushRef="#br0" timeOffset="158716.26">4750 11919 162 0,'0'0'176'0,"0"0"-6"0,0 0-9 0,0 0-2 0,0 0-6 16,0 0-11-16,0 0-7 0,0 0-11 0,0 0-11 15,0 0-10-15,19-14-11 0,-14 12-9 0,-5 2-12 16,10-5-6-16,-3 3-18 0,-7 2-27 0,10-4-33 16,-10 4-34-1,9-5-36-15,-4 3-36 0,-5 2-27 0,9-3-116 0,-9 3-283 16,2-5 126-16</inkml:trace>
  <inkml:trace contextRef="#ctx0" brushRef="#br0" timeOffset="158916.91">4717 11779 101 0,'11'-4'160'16,"-5"1"-16"-16,2-1-14 0,1 1-10 0,3 0-15 15,-3-1-12-15,-2 1-6 0,6 2-19 0,-3-1-35 16,1-1-27-16,-1 1-38 0,0 2-24 0,2-1-34 0,-2 2-56 0,-10-1-156 15,12 3 70-15</inkml:trace>
  <inkml:trace contextRef="#ctx0" brushRef="#br0" timeOffset="159233.16">4984 11771 192 0,'0'0'231'0,"1"-6"-18"0,-1 6-18 15,0 0-21-15,0 0-23 0,0 0-15 0,0 0-13 16,0 0-12-16,0 0-12 0,0 0-13 0,9 13-7 0,-8-5-5 0,2 0-9 16,1 2-6-16,-2 0 1 0,2 2-8 0,-3-3-4 15,2 4-6-15,-2-2-3 0,0 1-2 0,2-1-5 16,-3-1 0-16,0 1-5 0,0 0 0 0,1-2-3 15,0 0-3-15,-1-1-2 0,2 1-1 0,-1-2-3 16,-1-7-1-16,0 12-2 0,1-5-2 0,1-1-13 16,-2-6-14-16,1 13-14 15,-1-8-20-15,0-5-19 0,1 12-28 0,-1-12-24 16,3 8-17-16,-3-8-14 0,0 9-23 0,0-9-101 16,1 5-298-16,-1-5 132 0</inkml:trace>
  <inkml:trace contextRef="#ctx0" brushRef="#br0" timeOffset="159718.91">5032 11771 108 0,'5'-6'187'0,"2"-1"-8"0,0 2-9 0,0 1-12 0,-2-2-17 16,4 4-9-1,-3 1-11-15,2 0-13 0,-8 1-8 0,14-2-12 16,-14 2-2-16,12 3-9 0,-7-2-9 0,1 3-6 16,0 0-7-16,-2 0-1 0,1 1-5 0,-1-1-5 15,1 3-1-15,-5-7-7 0,3 13-1 0,-2-6-2 16,-1 0-3-16,0-7-2 0,-1 15-2 0,0-7-3 16,-1-1-1-16,2-7-5 0,-4 11 3 0,3-5-5 15,1-6-1-15,-1 7-2 0,1-7-2 0,-3 8-2 0,3-8-1 0,0 0-2 16,-1 7 0-16,1-7-2 0,0 0 5 0,3 10-4 15,-3-10-1-15,5 6 2 0,-5-6-2 0,8 5 1 16,-3-2-2-16,-5-3 0 0,11 5 0 0,-5-3-1 16,1 2-1-16,2-3 1 0,-3 3-2 0,1 0 3 15,-1 1-1-15,5-1 3 0,-6 0 1 0,2 1-5 16,-2-2-1-16,0 4-5 0,0-3-5 0,0 0 7 0,-1 1-3 0,-4-5 1 16,4 11 3-16,-3-7-2 0,-1-4 2 0,-2 10 1 15,2-10-2-15,-4 8 3 0,0-1 2 0,-2-3-1 16,1 1 1-16,-1 0-4 0,0-1 2 0,-2-1 0 15,-2 2-3-15,1-2-4 0,-1 1-1 0,0-1-13 16,0-1-16-16,1 0-16 0,-3-2-18 0,4 0-38 16,8 0-32-1,-19-2-37-15,9 1-110 0,1-2-313 0,-2-2 140 0</inkml:trace>
  <inkml:trace contextRef="#ctx0" brushRef="#br0" timeOffset="160805.04">4701 10713 14 0,'1'-9'120'0,"-1"9"-10"0,2-10 4 16,-2 10-7-16,-2-9 0 0,2 9 0 0,2-10-21 16,-2 10-1-16,0-11-1 0,0 11 11 15,-2-9-12-15,2 9-3 0,0-10-8 0,0 10-3 0,2-9 0 16,-2 9-1-16,0-10-9 15,0 10-3-15,0 0-5 0,-2-13-1 0,2 13-2 16,0-9 0-16,0 9-3 0,-1-9 1 16,1 9-8-16,1-8-1 0,-1 8 0 0,0 0 1 15,-1-11-3-15,1 11 1 0,0 0 1 0,-1-8-1 0,1 8-1 16,0 0-1-16,0 0 4 0,0 0-4 0,0-10 2 16,0 10-1-16,0 0-7 0,0 0 4 15,0 0-7-15,0 0 2 0,0 0-7 0,0 0-8 0,0 0-2 0,0 0-1 16,0 0-1-16,0 0-5 0,0 0 0 0,0 0 0 15,0 0-1-15,-1 29 3 0,1-16 0 0,0-1-1 16,0 5 1-16,1 9 11 0,-1-2 0 0,0 1 4 16,0 3 0-16,0-1 2 0,0 1 3 0,0 2 2 15,0-1 4-15,1 0-3 0,-1 0-3 0,1-1 0 16,1 0 1-16,-2-1-1 0,1 0-3 0,0-2-3 0,1-5 0 0,0-1-4 16,-1 7 5-16,2-6 5 0,0-1-5 0,-1 0 4 15,0-2-3-15,0 1-1 0,4 0 0 0,-3-2-1 16,-1 1-2-16,2-1-2 0,-1-2 0 0,-2 2 1 15,0-1-1-15,2-2 2 0,-3 0-3 0,1-2 4 16,1 1-4-16,-2-2 0 0,0 0-3 0,1-1 1 16,-1-2 0-1,0 0 4-15,0-7-1 0,1 13-2 0,-1-13-4 0,-1 9-1 16,1-9 1-16,-1 10-2 0,1-10 3 0,-3 4-2 16,3-4-1-16,0 0 4 0,0 0-2 0,0 10 0 15,0-10-4-15,0 0-19 0,0 0-19 0,0 0-21 16,0 0-25-16,0 0-33 0,-12-1-30 0,12 1-31 15,0 0-38-15,-10-16-48 0,7 7-138 0,0-3-430 16,0 0 191-16</inkml:trace>
  <inkml:trace contextRef="#ctx0" brushRef="#br0" timeOffset="161368.44">4662 10608 122 0,'0'0'149'0,"0"0"-4"16,0 0-12-16,0 0-6 0,-3-8-12 0,3 8-10 16,0 0-14-16,0 0-11 0,0 0-7 0,0 0 0 15,0 0-17-15,0 0-5 0,0 0-3 0,0 0-3 0,0 0 7 0,0 0-17 16,0 0-3-16,0 0 3 0,0 0 1 0,0 0 6 16,-9 22 2-16,4-13 1 0,1 1-3 0,-1-1-4 15,-1 0-3-15,1 1-5 0,-3 4 2 0,0 2-3 16,1-6-1-16,0 3 2 0,0-2-10 0,-3 2 1 15,3-3-1-15,-2 3-2 0,1-4-4 0,-1 1-1 16,-1-1 1-16,4-2-1 0,1 0-2 0,-1-2-3 0,1 0-4 16,0-2 2-16,5-3-1 0,-7 8 0 0,7-8-22 0,-4 4-7 15,4-4-20-15,-5 5-30 0,5-5-23 0,0 0-24 16,0 0-22-16,0 0-10 0,0 0-97 16,0 0-271-16,0 0 121 0</inkml:trace>
  <inkml:trace contextRef="#ctx0" brushRef="#br0" timeOffset="161668.79">4701 10560 53 0,'0'0'135'0,"0"0"2"0,13 5-8 15,-13-5 9-15,12 6-8 0,-6-3-9 0,0 1-4 16,1 0-9-16,-1 0-10 0,4 1 4 0,-1 1 1 16,-2 0 2-16,-2-2-5 0,4-1-12 0,0 4-4 15,-3-4-11-15,-1 3-2 0,0-3-14 0,4 1-2 16,-4 0-7-16,2 1-3 16,-2-1-5-16,0 1-1 0,1-1-8 15,2 0-1-15,-3-1-17 0,2 0-25 0,-7-3-30 16,12 10-32-16,-4-7-33 0,1 3-34 0,-3-3-33 0,1 6-110 15,-7-9-306-15,5 12 135 0</inkml:trace>
  <inkml:trace contextRef="#ctx0" brushRef="#br0" timeOffset="162670.54">4676 12282 20 0,'-3'-7'157'0,"3"7"1"0,-2-7-7 0,2 7-4 16,-3-9 5-16,3 9-16 0,0 0-7 0,0 0-9 0,-4-8-11 0,4 8-9 16,0 0-17-16,0 0-9 0,0 0-10 0,0 0-6 15,0 0-5-15,0 0-7 0,0 0-4 0,0 0-8 16,0 0 5-16,0 0-7 0,0 24-2 16,3-16-5-16,-3 3 1 0,1 6-4 0,0-2 5 0,2 2-9 15,-1-1 20-15,0 2 0 0,-1 1 2 0,0-1 5 16,1 1-3-1,-1-1 0-15,1 2-8 0,0 0-1 0,0 0-4 16,3 4 3-16,-3-6-4 0,3 0-2 0,-3 0-5 16,1 0 1-16,-2-1 0 0,2 2 0 0,0-2-1 15,-1 2-1-15,2-4-3 0,0 0 2 0,-2 1-1 16,1 0-2-16,0-4-2 0,0 1 3 0,-3-2-2 16,2-1-1-16,0 3 0 0,-1-2 4 0,0 0-2 15,1 0 3-15,-1-1-3 0,-1-2-2 0,2 3-1 0,-2-2 3 0,0 0-2 16,0 1 2-16,-2-3-2 0,2 3 1 0,0-10-1 15,0 14 0-15,0-8-1 0,0-6-1 0,0 13-1 16,-1-7 1-16,1-6-3 0,-3 7-2 0,3-7 0 16,0 9 4-16,0-9-2 0,0 0-4 0,0 10 0 15,0-10-1-15,0 0-1 0,0 0 1 0,0 11-1 16,0-11 1 0,0 0-1-16,1 6 2 0,-1-6-2 0,0 0 1 0,0 0 3 15,0 0-14-15,0 0-13 0,0 0-12 0,0 0-19 16,0 0-28-16,0 0-22 0,0 0-31 0,0 0-40 15,0 0-36-15,0 0-174 0,0 0-414 0,0 0 184 16</inkml:trace>
  <inkml:trace contextRef="#ctx0" brushRef="#br0" timeOffset="163171.23">4531 12821 15 0,'0'0'152'0,"0"0"-10"0,0 0-7 16,0 0-2-16,0 0 2 0,0 0-5 0,0 0-13 16,0 0-10-16,23 7-8 0,-23-7-4 0,12 5-8 15,-6-1-6-15,2-2-3 0,1 3-8 0,0 1 0 16,0-1-4-16,-3-2-3 0,2 3-2 0,-2 1 2 15,3 0 0-15,-1-2-4 0,1 3-4 0,-4-4-1 0,4 2-7 16,-2 1 0-16,0-3-4 0,1 2-2 0,-3-1-4 16,3 2 2-16,-4-2-5 0,3 0-2 0,-2-2-5 0,0 1-1 15,3-1-1-15,-3 1-3 0,1 0 0 0,1 0-1 16,-2-2 2-16,0 3-6 0,0-2-1 0,1 0 1 16,-6-3-5-16,9 4-1 0,-4-1-2 15,-5-3 4-15,10 4-3 0,-4-2 0 0,-6-2 0 0,6 2-1 0,-6-2-2 16,5 4 1-16,-5-4-3 0,7 2 3 0,-7-2 0 15,0 0 6-15,0 0 3 0,10 2 4 0,-10-2 1 16,0 0 3-16,0 0-1 0,0 0 2 0,11-5-6 16,-11 5 2-16,8-6-3 0,-2 2-1 0,-1 0-3 15,1 0 0-15,-6 4 1 0,7-7-3 0,-3 3 0 16,1-1-2-16,0-1-9 16,-1-1-11-16,3-2-12 0,0 2-12 0,-2-5-15 15,3 3-31-15,2-5-29 0,-2 4-27 0,6-4-28 16,-4-2-12-16,3-2-26 0,5-1-154 0,-8 2-384 15,5-5 170-15</inkml:trace>
  <inkml:trace contextRef="#ctx0" brushRef="#br0" timeOffset="173515.8">10686 9590 10 0,'0'-8'107'0,"0"8"6"0,0 0-3 16,0 0 3-16,-2-9-6 0,2 9-9 0,0 0-3 16,0 0 0-16,0 0-8 0,0-10 5 0,0 10-11 0,0 0-1 0,0 0 1 15,0 0-13-15,-2-8 0 0,2 8-1 16,0 0-4-16,0 0-6 0,0 0 0 0,-1-9-3 16,1 9-3-16,0 0-6 0,0 0 3 0,0 0-6 15,0 0 6-15,-3-7-4 0,3 7-2 0,0 0 0 0,0 0-9 16,0 0 0-16,0 0-2 0,-3-6-6 0,3 6-1 15,0 0-2-15,0 0-6 0,0 0 0 0,0 0-6 0,0 0 3 16,0 0-2-16,0 0-6 0,0 0 2 0,0 0-1 16,0 0 2-16,-16 9-2 0,16-9-3 0,-9 10 1 15,5-4-1 1,-3 1-2-16,1 3 2 0,-1-2-2 0,2 2 3 0,-1-2-4 16,-1 1 4-16,2 0-7 0,0 1 5 0,1 0-2 15,-1 0 0-15,1-2 1 0,2 2-1 0,-1-3-1 16,3 1-2-16,-2 0 4 0,2-8-4 0,0 13 4 15,2-6-2-15,1-2 5 0,0 2 0 0,1-3-2 16,1 2 0-16,3-1 6 0,4 1 0 0,-5-3-1 16,6 1 5-16,0-1-8 0,0-2 4 0,6 0-2 0,-6 2 0 15,6-3 4-15,-6 0-10 0,2 0-10 16,-2 0-7-16,2 0-14 0,-2-2-23 0,5 0-4 16,-8 1-16-16,-1 1-8 0,2-3 3 0,-2 1-5 0,-1 0 1 0,-2-1-7 15,-6 3 9-15,13-7 1 0,-8 4 6 0,0-1 4 16,-5 4 1-16,7-9 7 0,-5 4 5 0,3 0 2 15,-5 5 12-15,5-10 4 0,-5 4 10 0,0 6 3 16,0-12 16-16,0 12 0 0,0-11 8 0,0 11 2 16,-3-12 1-16,3 12 11 0,-2-8 18 0,2 8 7 15,0 0 5-15,-1-11-1 16,1 11 1-16,0 0-4 0,-2-8-7 0,2 8 9 16,0 0-9-16,0 0-13 0,0 0-2 0,0 0-5 15,0 0 4-15,0 0-2 0,0 0 4 16,0 0-3-16,0 0 6 0,-12 15 0 0,12-15-5 0,-4 12-2 15,3-6 4-15,0 1-3 0,1-7 8 0,1 12-12 16,-1-12 0-16,2 12-2 0,1-7 6 0,0 1 0 16,-3-6 3-16,6 8 1 0,0-3 1 0,1-1 0 0,-2 0-5 15,1-1 6-15,1-1-2 0,-7-2 2 0,12 3-4 0,-5-2-1 16,-7-1 0-16,13 0 2 0,-5-2-3 0,-8 2 2 16,12-3 2-16,-6 0 2 0,-6 3-2 0,9-3 3 15,-4-1-4-15,-1-1-3 0,-4 5 3 0,7-10-3 16,-6 4-3-16,2 0-3 0,-2-1 0 0,0-3 1 15,-1 10-3-15,-2-18 0 0,0 11-2 0,1 0-5 0,-2-2 10 16,0 1-7-16,0 2-2 0,0 0 2 0,3 6-1 16,-8-10-3-16,3 7-7 0,5 3-6 0,-11-7-7 15,11 7-4-15,-11 0-10 0,11 0-5 0,-16 4-18 0,7 0-25 16,2 0 1-16,-2 1-21 0,1-1-12 16,2 4-14-16,2-3-104 0,-2-1-253 0,3 1 113 15</inkml:trace>
  <inkml:trace contextRef="#ctx0" brushRef="#br0" timeOffset="173831.67">11058 9483 7 0,'0'0'197'15,"1"-10"-7"-15,-1 10-15 0,3-8-12 0,-3 8-20 16,0 0-12-16,0 0-18 0,0 0-12 0,0 0-10 16,0 0-10-16,0 0-4 0,0 0-11 0,0 0-6 15,0 0-8 1,0 27-2-16,0-11-6 0,0 1 0 0,-3-1-5 16,6 1-5-16,-6-4-1 0,3 4-8 0,-1-5 4 15,0 2-6-15,1 1 1 0,-1-3-2 0,1 1-4 0,0 0 0 16,0-2 1-16,1 1-7 0,-1-3-8 0,0 1-15 15,1-2-11-15,3 1-28 0,-4 0-11 16,3-1-16-16,-1-1-19 0,1 1-20 0,0-2-2 16,1-2-21-16,-4-4-94 0,5 7-252 0,-5-7 112 0</inkml:trace>
  <inkml:trace contextRef="#ctx0" brushRef="#br0" timeOffset="174063.64">11167 9506 89 0,'0'0'158'0,"0"-10"-12"16,0 10-16-16,0 0-13 0,0-10-20 0,0 10-2 16,0 0-8-16,0 0-4 0,0 0-2 0,0 0 0 31,0 0-1-31,1 36-3 0,-1-19-6 0,0-2-4 0,0 2-6 16,0-1-6-16,-1 2-9 0,1 0-1 15,0-1-5-15,-1 0-4 0,1 0-2 0,0-1-7 16,-3-3-7-16,6-1-19 0,-3 1-18 0,0 2-11 0,1-4-27 15,0 0-19-15,-1 1-14 0,0 0-19 0,1-2-17 0,-1-5-99 16,1 2-239-16,-1-7 106 0</inkml:trace>
  <inkml:trace contextRef="#ctx0" brushRef="#br0" timeOffset="174394.23">11245 9806 18 0,'7'-6'150'0,"1"2"-10"0,3 0-8 16,-3-3-7-16,2 3-1 0,-1-4-3 0,2 2-14 0,-1-1-6 16,0-2-2-16,-2 1-11 0,2 2 2 0,-1-2-8 15,-1-1-1 1,-2 1-11-16,-1 1-2 0,1-3-7 0,-1 5-4 16,-3-6-3-16,-2 3-10 0,1 1-4 0,0 0 6 0,-1 7-1 15,2-14-10-15,-2 8-1 0,0 6 1 0,0 0-6 16,-6-13-5-16,6 13-4 0,-2-7-1 15,2 7-3-15,-8-2 0 0,8 2-2 0,0 0-3 16,-15 2-6-16,8 3-6 0,0 1 9 0,-1 1-1 16,3 1-6-16,-3 1 5 0,3 0 0 0,-2 1-5 0,2-2 0 0,2 1-1 15,0-1 2-15,2 1-2 0,-1 0 2 0,2-9-2 16,1 14-7-16,1-7-10 0,2-1-11 0,1 2-18 16,2-2-29-16,-2-3-19 0,5 1-24 15,0 1-22-15,3-3-27 0,0 0-90 0,1-2-279 0,4-2 123 16</inkml:trace>
  <inkml:trace contextRef="#ctx0" brushRef="#br0" timeOffset="174648.84">11574 9609 30 0,'-6'-5'177'0,"0"1"-10"16,6 4-11-16,-8-1-8 0,8 1-21 0,0 0-9 0,-18 4-5 15,11-2-8-15,-3 6-9 0,1-3-8 0,-1 3-11 16,1 1-5-16,0-1-6 0,3 1-4 0,-3 1-3 16,4 0-3-16,0 0-6 0,1-1-4 0,2 1-4 15,0-1-5-15,2 0 1 0,2 1-6 0,0-2 0 16,2 0-2-16,0-3-8 0,3 1-5 0,5-1-17 16,-3-1-24-16,2 2-23 0,2-4-22 0,0 0-16 0,2 0-27 15,1-4-17-15,-3 4-25 0,0-2-87 0,-2-2-261 16,1 0 117-16</inkml:trace>
  <inkml:trace contextRef="#ctx0" brushRef="#br0" timeOffset="174933.93">11709 9465 185 0,'-3'-7'195'16,"3"7"7"-16,-1-10-12 0,-1 4-16 0,2 6-20 15,0 0-15-15,-1-9-16 0,1 9-14 0,0 0-10 16,0 0-8-16,0 0-1 0,0 0-8 0,3 31-10 16,-3-14-2-16,0 1-3 0,1 0-6 0,0 0-2 0,-2 1-6 0,0 1-5 15,-1-1-5-15,1-1-6 0,0-3-2 0,0 4-2 16,2-7-4-16,-1 5-6 0,0-5 3 16,0-1-4-16,0 2-2 0,0-1-3 0,1 1-14 0,-1-3-19 15,0 1-23-15,0-2-30 0,0 0-27 0,1 0-18 16,1-2-24-16,0 0-21 0,-2-7-25 0,0 11-106 15,0-11-313 1,0 0 138-16</inkml:trace>
  <inkml:trace contextRef="#ctx0" brushRef="#br0" timeOffset="175537.08">11583 9640 35 0,'9'0'120'15,"0"0"-1"-15,5-1-16 0,0-1-6 0,-1 2-15 16,0 0-3-16,5-1-12 0,1 1-8 0,-6-1-2 16,5 1-2-16,-5-2-10 0,-2 2-8 0,3 0-1 0,-5-1-5 0,-9 1-2 15,14 0 6-15,-14 0-4 0,9 0 9 0,-9 0 0 16,10 0 6-16,-10 0 10 0,0 0 3 0,0 0 4 0,7-1 0 15,-7 1-2-15,0 0-1 0,0 0-3 16,0 0 1-16,0 0-10 0,0 0-5 0,0 0 1 16,8-3-7-16,-8 3-7 0,0 0 1 0,0 0-5 15,0 0-7-15,0 0 4 16,0 0-3-16,0 0-6 0,0 0-3 0,0 0 4 16,0 0-2-16,0 0-4 0,0 0-3 0,0 0-1 15,0 0-1-15,0 0 0 0,0 0-1 0,0 0 2 16,0 0-7-16,0 0 4 0,0 0-4 0,3 8 5 15,-3-8 0-15,0 0-3 0,-4 13 3 0,4-13-1 16,-2 12-4-16,2-12 4 0,-2 13-2 0,-1-8-2 16,1 3 1-16,2-8-1 0,0 12 0 0,0-12 2 0,-1 11 3 0,1-4-3 15,0-7 2-15,6 12 3 0,-2-8-4 0,-1 2 4 16,1-3 0-16,2 1 1 0,-1-2 8 0,4 0-3 16,-9-2 3-16,14 3 1 0,-6-2 0 0,-1-1-1 15,4 0-2-15,0-3 3 0,-1 1 0 0,1-1 4 16,-2-1 5-16,-3 1 0 0,3-1 4 0,-4-2 1 15,1 3-1-15,1-1 2 16,-2-5 0-16,0 3 2 0,-3 0-4 0,1-1 3 16,-3 7-7-16,1-16-3 0,-2 7-3 0,-2 1-2 15,1 0-2-15,-4 0-2 0,0-1-3 0,1 1 4 16,-1 1-5-16,0 2-4 0,-2 2-8 0,0-1-17 16,3 2-12-16,-4-1-18 0,-2 2-17 0,11 1-21 15,-22 2-23-15,12 2-21 0,-1 0-29 0,1 1-35 16,-1 1-113-16,3 1-335 0,2-2 149 0</inkml:trace>
  <inkml:trace contextRef="#ctx0" brushRef="#br0" timeOffset="176000.51">12027 9822 58 0,'6'-9'169'0,"1"0"-3"0,-1 1-10 0,-2-3-10 0,1 1-8 15,2 0-11-15,-4 1 0 0,3-2-13 0,-4-2-14 16,3-1-6-16,-4 3-8 0,-1-2-2 0,0 2-3 0,-1 0-18 16,0-2-5-16,-1 4-12 0,-2-2 7 0,-1 1-11 15,1 0-2-15,-2 2-3 0,2 2-9 0,2 0-3 16,-5 1 1-16,7 5-3 0,-10-8 0 0,6 5-5 15,4 3-1-15,-10-3-3 0,10 3-3 0,-6-3-2 16,6 3-1-16,0 0 1 0,-9-3-5 0,9 3 1 16,0 0 0-16,0 0-2 0,0 0 0 0,0 0 3 0,0 0 0 0,0 0-2 15,0 0 2-15,0 0-1 0,33 9 0 0,-16-9 5 16,2-1-4-16,-1-1-1 0,0 2-2 0,0 0-3 16,-5 0 3-16,1-2-2 0,-3 2 3 0,0 0-6 15,-2 0 6-15,1 2-6 0,0 0 2 0,-2 1-2 16,-1 0 0-16,-2 1 3 0,2 0 0 0,-3 1-2 15,4 3 2-15,-5-1-5 16,-1 0 2-16,2 3 6 0,-4-1 8 0,2 2-3 16,0 0-2-16,-2-1 1 0,0 0-1 0,0 1 0 15,2 1-15-15,-2-1-21 0,0 0-28 0,0 1-36 16,0-2-43-16,3 1-46 0,-2-1-122 0,2-1-329 16,-1-4 146-16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09:40:26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19588 10004 41 0,'0'0'57'0,"2"-9"-1"0,-2 9 1 0,0 0 0 16,0 0-3-16,4-5-1 0,-4 5 2 16,0 0 21-16,0 0-14 0,5-5 7 0,-5 5-5 0,0 0 6 0,0 0 1 15,0 0 3-15,5-9-8 0,-5 9 7 0,0 0-5 16,0 0 1-16,0 0-4 0,0 0 0 0,0 0-4 16,0 0 6-16,0 0-7 0,0 0-2 0,0 0-4 0,0 0-1 15,0 0-3-15,0 0-1 0,0 0-7 16,0 0-3-16,0 0-1 0,0 0-3 0,0 0-10 0,0 0 4 15,0 0-4 1,0 0-3-16,0 0-4 0,0 0 0 0,0 0-1 0,0 0-2 16,0 0 0-16,0 0-2 0,0 0-4 15,0 0-1-15,0 0 1 0,0 0-7 0,0 0 4 16,0 0-3-16,0 0-3 0,0 0 6 0,0 0-3 16,0 0-1-16,0 0 10 0,0 0 1 0,-16 17-2 15,16-17-1-15,-5 6-3 0,5-6-3 0,-4 6 1 0,4-6 1 16,-3 10-1-16,0-6 0 0,3-4-1 0,-6 12 2 0,5-6-3 15,-3 3 10-15,1-4-11 0,2 4-3 0,-3 0 5 0,1 0-2 16,2 0 0-16,0-2 1 0,-2 2-3 16,2-3 2-16,1 3 0 0,0-9-4 0,-1 14-12 15,1-6 12-15,0-1 2 0,0-7-3 0,1 17 6 16,0-10-2-16,0 0 1 0,1 0-3 0,0-1 0 0,-2-6-1 16,6 13 3-16,-4-7 3 0,1 1-2 0,1-2 1 0,1 1 1 15,1 1 0-15,0-1-4 0,1 0 2 0,0 0 2 16,4-1 4-16,-4-3-5 0,2 2 4 0,4-1 2 15,-3 1-3-15,2-3 1 0,-1-1 0 0,-1 2 1 16,2-2 4-16,2-2 0 0,-2 1-5 0,0 1-1 16,-1-2 5-16,0-2-5 0,0-1 3 0,-2 3 0 15,-2-2-5-15,-1 2 4 16,3-1 3-16,-2-1-2 0,-1 0 0 0,-1 0 4 16,3 0-1-16,-2-3-4 0,-2 0-1 0,2-1 3 15,0 1-2-15,-3 0 2 0,2 0-6 0,-1-3 3 16,-1 1-4-16,-1-1 0 0,1-1 3 0,0 0-2 15,0 3 2-15,-1-3-3 0,-1 0 3 0,0 2-4 16,1-2-1-16,-2 0 1 0,0 0 0 0,-2 0 3 16,2 1-6-16,-1 0 0 0,1 0 2 0,-1-1 1 0,-3 3-3 0,1-2 1 15,-2 3 1-15,1-1 0 0,-2-2-4 0,3 3 5 16,-2 2-3-16,3-1 0 0,-3 1 1 0,-1-1 0 16,1 2 0-16,-1-2-3 0,0 4 3 0,-1-3-1 15,-1 2-1-15,2 1-2 0,-4-2 3 0,0 1 1 16,1 2 2-16,-3-3-2 0,3 2 1 0,-1 0 0 15,-3 1 0-15,2 0-2 16,-2 1-3-16,0 0 3 0,2-3-1 0,-2 4 2 16,1-1 0-16,0 2-1 0,3 0-4 0,-2 0 7 15,4-2-1-15,-2 0-6 0,9 0 2 0,-12 4-11 16,12-4-6-16,-10 3-2 0,5 0-14 0,5-3-23 16,-9 6-10-16,5-3-18 0,4-3-23 0,-4 10-16 15,4-10-16-15,-1 13-17 0,2-4-128 0,1-2-310 16,0 2 137-16</inkml:trace>
  <inkml:trace contextRef="#ctx0" brushRef="#br0" timeOffset="4272.41">19871 10156 70 0,'0'0'70'0,"0"0"1"16,-9-2-7-16,9 2-1 0,0 0-10 0,-7-4-7 0,7 4 1 15,0 0-2-15,0 0-11 0,-8-5 4 16,8 5-7-16,0 0 2 0,0 0-3 0,-8-3 7 0,8 3-6 0,0 0 5 16,0 0-10-16,0 0 0 0,-6-3-2 0,6 3 0 15,0 0 3-15,0 0-3 0,0 0-6 0,0 0-2 16,0 0 0-16,0 0 6 0,0 0-5 0,0 0-9 0,0 0-4 16,0 0 10-16,-8-2-4 0,8 2-1 0,0 0 7 15,0 0-3-15,0 0-6 0,0 0-2 0,0 0-1 16,0 0 8-16,0 0-7 0,0 0 5 0,0 0 1 0,0 0 11 15,0 0-4-15,0 0-12 0,0 0 12 0,0 0 1 32,0 0-6-32,23 5 7 0,-23-5 1 0,13 3 2 0,-6-4 4 0,4 1-2 0,0 1 2 0,-1-1-5 15,3-1 0-15,0-1 0 0,-2 2 0 0,3 0-4 16,-1 0 1-16,1 0-1 0,-2-2-7 0,2 1 0 16,2 1 2-16,-3-3-4 15,0 2 2-15,0 1 4 0,1-2-9 0,-3 1 7 16,2 0-6-16,-3 1 1 0,2-2-2 0,1 1 0 15,-3 0 1-15,0 1-5 0,3-1 4 0,-2 0-1 16,2 1-4-16,-1 0 8 0,0 1-4 16,2-1-1-16,3-4 0 0,1 5 3 0,-1 1-5 0,0-2 1 15,1 1-2-15,-4-1 5 0,4 1-6 0,-5 0-3 16,6-1 6-16,-2 1-4 0,2-1 1 0,-2-3 5 0,2 4-11 16,-1-1 8-16,-5 1-3 0,6-1 3 0,-4 0 1 0,-1 1-4 15,-2-1 7-15,0 0-3 0,1 2 3 0,-1-2 1 16,-1 0-11-16,1 0 7 0,-1 0-14 0,2 0 11 15,-2 1 0-15,1-1 4 0,2 0 2 16,-2 0-5-16,1 0-4 0,0 1 5 0,1-1-6 0,-1 0 6 16,-1 2-5-16,2-2 5 15,-1 1-1-15,0-2 4 0,0 1-7 0,0 0 7 16,0 0-5-16,-2 0-4 0,3 0 6 16,-2 0 1-16,1 0-3 0,-2 1 1 0,2-2 0 0,0 1 1 15,-2-2 2-15,1 2 3 0,-2 2-7 0,2-2 6 16,0 0-8-16,0 0 2 0,-2 0 6 0,3 0-2 15,-2 1-5-15,1-1-2 0,-1 0 3 0,0 0 1 16,0 0 6-16,1 0-2 0,-2 1 2 0,2-2-5 0,1 1-2 0,1 1 5 16,-2-1-4-16,-2 2 2 0,2-2 0 0,-5 0 2 15,-7 0-5-15,14 0 6 0,-2 0-2 0,-2 0-1 16,-1 0 8-16,-9 0-7 0,19-2 8 0,-8 2 1 16,-1 2-12-16,-10-2 2 0,16-2-1 0,-8 4 2 15,1-2-3-15,0 0 3 0,-9 0 4 0,19-2-5 16,-13 2-3-1,-6 0 3-15,16 0 1 0,-7 0 0 0,-2 2 4 16,-7-2 1-16,18-2-4 0,-9 4 2 0,-1-2-3 16,2 0 3-16,-1 0 1 0,-9 0-6 0,13 0 4 15,-5 0-1-15,0 0 0 0,-8 0 1 0,14 0-6 16,-6 0 5-16,2 0-7 0,-2 0 6 0,-8 0 2 16,15 0-4-16,-3 1 2 0,-6-1 0 0,-6 0 0 0,13 0 3 15,-5 0-1-15,-8 0-1 0,14 2 0 0,-8-2 6 0,-6 0-5 16,15 0 2-16,-8 0-3 0,-7 0-5 0,14 0 8 15,-14 0-1-15,15 0 1 0,-4 0 3 0,-1 0-1 16,-10 0-3-16,14 0 6 0,-8-2-6 0,-6 2 0 16,15-1-3-16,-8 2 5 0,-1 1-4 0,-6-2 1 15,16-2-3-15,-9 2-1 0,-7 0 3 0,12-1-3 16,-5 1-2-16,-7 0 6 0,13 0-2 0,-13 0 2 0,13 0 5 0,-5-2-8 0,-8 2-3 16,10-1 0-16,-10 1 6 0,10 0-4 15,-10 0 4-15,12-1 0 0,-7-3-1 0,-5 4-7 16,0 0 7-16,11-2-1 0,-11 2-2 0,0 0-2 0,12 2 3 15,-12-2 1-15,0 0-3 0,10-2-1 0,-10 2 6 16,0 0-9-16,9-1 4 0,-9 1 1 0,8-1 1 16,-8 1 3-1,0 0-1-15,12-1-3 0,-12 1 3 0,9 0-1 0,-9 0-1 16,9 0-1-16,-9 0 3 0,0 0-2 0,13-1 4 16,-13 1-3-16,9 0-2 0,-9 0 7 0,8-2-4 15,-8 2 0-15,0 0 1 0,11 0 0 16,-11 0-1-16,7-1 4 0,-7 1-5 0,0 0 0 0,12-2 4 15,-12 2-2-15,9 0-1 0,-9 0-4 0,9-1 2 16,-9 1 0-16,0 0 3 0,11-1-1 0,-11 1 0 0,11 0 4 16,-11 0-4-16,8-1-2 0,-8 1 4 0,10 0 0 0,-10 0-2 15,13-2 2-15,-6 1 2 0,-7 1 4 0,13-3-1 16,-5 2-1-16,-8 1-2 0,11-1 1 0,-11 1-4 16,9 0 1-16,-9 0 2 0,10-2-1 15,-10 2-2-15,9-3 3 0,-9 3-3 0,11-1 1 0,-11 1 0 16,10 0 2-1,-10 0-1-15,9 0-2 0,-9 0 1 0,9-3-2 16,-9 3 0-16,10 0 0 0,-10 0 0 0,9-1-1 16,-9 1 0-16,9-5-3 0,-9 5 5 0,10 0-3 0,-10 0 3 15,0 0-1-15,10-3 0 0,-10 3-2 0,0 0 0 16,8-1 2-16,-8 1-4 0,0 0 2 16,0 0 0-16,0 0 2 0,10 0-2 0,-10 0 0 15,0 0 0-15,0 0 2 0,5-4 0 0,-5 4-1 0,0 0 1 0,0 0 0 16,0 0 3-16,0 0 2 0,0 0 1 0,0 0 4 15,0 0-3-15,0 0 3 0,0 0-3 0,0 0 2 16,0 0-3-16,0 0 0 0,0 0 2 0,0 0-2 16,0 0-1-16,0 0 1 0,12 4-5 0,-12-4 4 15,0 0-3-15,0 0 1 0,0 0-2 0,0 0 2 16,0 0 2-16,0 0-7 16,0 0 0-16,0 0 3 0,0 0 0 0,0 0-3 15,0 0 0-15,0 0 3 0,0 0-7 0,0 0-1 16,0 0-18-16,0 0-19 0,0 0-26 0,0 0-31 15,0 0-31-15,0 0-25 0,0 0-28 0,0 0-42 16,0 0-121-16,0 0-373 0,-17 13 165 0</inkml:trace>
  <inkml:trace contextRef="#ctx0" brushRef="#br0" timeOffset="6933.46">22560 11243 25 0,'0'0'50'0,"0"0"-7"0,0 0 8 15,-13 2-10-15,13-2-10 0,0 0 17 16,0 0-3-16,0 0-8 0,-9 1-10 0,9-1 2 0,0 0 7 16,0 0-12-16,-8 0-8 0,8 0-1 0,0 0 6 15,0 0-3-15,0 0-7 0,-11 0 2 0,11 0-1 0,0 0 3 16,0 0-9-16,-10 2 5 0,10-2-1 0,0 0 6 15,0 0-7-15,-13 1-1 0,13-1 5 0,-8 2-13 16,8-2 6-16,-9 2 2 0,9-2-1 0,-7 1 0 16,7-1-5-16,-9 1 11 0,9-1 5 0,-11 1-3 15,11-1-9-15,-9 2 9 0,9-2 4 0,-8 1-2 0,8-1 12 16,-9 0-6 0,9 0-8-16,0 0-1 0,-12 0-10 0,12 0 12 15,0 0 1-15,-11 3 8 0,11-3-1 0,0 0 5 16,-9 0-6-16,9 0 8 0,0 0-20 0,0 0 9 15,-11-2 5-15,11 2-12 0,0 0-17 0,0 0 25 16,0 0 0-16,-12 0 5 0,12 0 4 0,0 0-4 16,0 0-4-16,0 0 3 0,0 0 3 0,0 0 3 15,0 0-9-15,-8-1 4 0,8 1-3 0,0 0 0 0,0 0 0 0,0 0-2 16,0 0 8-16,0 0 2 0,0 0-14 0,0 0 5 16,0 0 4-16,0 0 2 0,0 0-2 0,0 0 1 15,0 0-5-15,0 0-5 0,0 0 1 0,0 0 1 16,0 0-4-16,0 0 1 0,0 0-3 0,0 0 3 15,0 0-4-15,0 0 6 0,0 0-1 0,0 0-2 16,0 0-2-16,0 0-2 0,0 0 4 0,0 0-3 0,0 0 4 16,0 0 7-16,0 0-3 0,0 0-1 0,0 0-4 0,0 0 1 31,0 0-2-31,0 0 3 0,-6-4-4 0,6 4-1 16,0 0-5-16,0 0 4 0,0 0 2 0,0 0-4 15,0 0 1-15,0 0-3 0,-7-4 0 0,7 4 2 16,0 0 0-16,0 0-1 0,0 0-1 0,0 0-3 15,0 0-1-15,0 0 4 0,0 0-3 0,0 0-1 16,0 0 3-16,0 0-3 0,0 0-3 0,0 0 0 16,0 0-3-16,0 0 2 0,0 0 1 0,0 0 1 15,0 0-1-15,0 0 1 0,0 0 3 0,0 0-4 16,0 0 3-16,26-1-5 0,-19 0 3 0,4 1 0 16,-1 1-3-16,3-2-1 0,-2 1-3 0,3 0 3 15,-1 0 9-15,5-1-3 0,-1 1 1 0,0 0-2 16,3 0 6-16,-1-2-2 0,0 2 1 0,-1 0 1 0,1 0-3 0,-1 0-2 0,0-1 6 15,0-1 0-15,0 2-1 0,1 0-4 0,-3-3 3 16,2 3 0-16,0 0-1 0,-1-1 4 0,-1-1-5 16,5 1 0-16,-2 1 6 0,1 0-2 0,-2 0-2 15,1-1 2-15,-1-1-1 0,2 1-3 0,-3 1 3 16,-4-1 2-16,5 0-3 16,1 0 4-16,-5-1-4 0,-1 2 2 0,0-1-1 15,5 1-3-15,0 0 2 0,-6-2 0 0,0 4 0 16,2-2-2-16,-2 0 4 0,0-2-4 0,0 1 2 15,1 1-1-15,-2-1 3 0,2 1-2 0,2-2 1 16,-2 1 2-16,1 1-2 0,0 0 2 0,-1-1-2 16,0 1-3-16,-2-1 2 0,1 2-2 0,-2-1 3 0,1 0-2 15,1 0 2-15,-2 1-1 0,0-2 3 0,2 2 0 0,-2-2 0 16,2 2-1-16,-1-1 0 0,1 0-4 0,-1 0 2 16,-1 0 0-16,1 1 0 0,0-1-3 0,-1 0 5 15,1 2-6-15,-3-2 3 0,1-2-3 0,-9 2 2 16,15 0 0-16,-7 0-2 0,-8 0 0 0,16 0 1 15,-7-1 0-15,0 2 3 0,-2-1-2 0,-7 0 1 16,17-1-2-16,-8 2 0 16,-9-1 1-16,14 0-2 0,-5 0 3 0,-2 0-3 15,-7 0 1-15,13 0 3 0,-5 0-4 0,-8 0-1 16,15 0 5-16,-8-1-2 0,-7 1-3 0,12 1 4 16,-5-1-3-16,-7 0 3 0,13 0-4 0,-7 2 4 15,5-4-3-15,-3 4 2 0,2-4-4 0,-10 2 4 16,16 0 0-16,-10 0 1 0,3 0-4 0,-9 0 5 15,15 2 4-15,-7-2-7 0,0 0 1 0,-8 0 3 0,16 0-5 0,-8 0-2 16,-8 0 3-16,15-2 1 0,-8 1-4 0,-7 1 4 16,11 0-1-16,-11 0 0 0,14-1 1 0,-14 1 0 15,11 0-3-15,-11 0 1 0,11-1 0 0,-11 1 3 16,14 0 0-16,-6 1-1 0,-8-1 1 0,11 1-1 0,-3-1 1 16,-8 0-2-16,10-1 3 0,-10 1-5 0,12-1 2 15,-12 1-1-15,12 0 1 0,-12 0 1 0,11 0 0 0,-11 0 0 16,7-2-2-16,-7 2 0 0,9-1 0 0,-9 1 1 15,0 0-3-15,12 0 5 0,-12 0-4 0,0 0 2 16,13 0-2-16,-13 0 4 0,10 0-2 0,-10 0 2 16,10 0-4-16,-10 0 3 0,10 0-4 0,-10 0 4 15,12 0-2-15,-12 0 0 0,9 0 1 0,-9 0 5 16,0 0-3-16,14-1-2 16,-14 1-1-16,0 0 4 0,10 0-4 0,-10 0 5 15,8 0-4-15,-8 0 1 0,0 0 0 0,9-1 1 16,-9 1-3-16,0 0 5 0,0 0-4 0,8 1 1 15,-8-1-2-15,0 0 0 0,0 0 2 0,0 0 1 16,0 0 1-16,9 0 1 0,-9 0-1 0,0 0 3 16,0 0-5-16,0 0 3 0,0 0 3 0,0 0-2 15,0 0-1-15,0 0 1 0,0 0 2 0,0 0 0 0,0 0-3 0,0 0 3 16,0 0-3-16,0 0 1 0,0 0 0 0,0 0-4 16,0 0 4-16,0 0-1 0,0 0-2 0,0 0 2 15,0 0 1-15,0 0-1 0,0 0-5 0,0 0 4 16,0 0-2-16,0 0 1 0,0 0-5 0,0 0 0 15,0 0-16-15,0 0-15 0,0 0-22 0,0 0-21 16,0 0-18 0,0 0-32-16,0 0-17 0,0 0-34 0,0 0-28 15,0 0-32-15,0 0-147 0,0 0-413 0,-30 2 183 0</inkml:trace>
  <inkml:trace contextRef="#ctx0" brushRef="#br0" timeOffset="9596.94">22135 10103 30 0,'0'0'87'0,"0"0"-5"0,0 0-5 15,0 0-7-15,3-9-2 0,-3 9 1 0,0 0 5 16,0 0-8 0,0 0-2-16,0 0 0 0,0 0 4 0,0 0 3 0,0 0-9 15,0 0 5-15,0 0-8 0,0 0-6 0,0 0-2 16,1-8-2-16,-1 8 3 16,0 0 0-16,0 0-4 0,0 0-1 0,0 0-2 15,0 0-1-15,0 0-4 0,0 0 0 0,0 0 6 0,0 0-3 16,0 0-3-16,0 0-2 0,0 0 0 0,0 0-1 15,0 0-2-15,0 0 1 0,0 0-5 0,0 0 2 16,0 0-5-16,0 0-1 0,0 0-3 0,0 0-1 16,0 0-3-16,0 0 1 0,-5-7 0 0,5 7-2 15,0 0-4-15,0 0 2 0,0 0 0 0,0 0-4 16,0 0 1-16,0 0-2 0,0 0 1 0,0 0-1 16,0 0-1-16,0 0 1 0,0 0 1 0,0 0-4 15,0 0-1-15,0 0 3 0,0 0-8 0,0 0 0 16,0 0 5-16,0 0-4 0,0 0-2 0,0 0 1 15,0 0-3-15,0 0 3 0,0 0-4 0,0 0 2 0,0 0 0 0,0 0-3 0,0 0 4 16,0 0-2-16,0 0-2 0,0 0 3 0,0 0-4 16,0 0 4-16,0 0-4 0,0 0 1 0,0 0-3 15,0 0 4-15,0 0-1 0,0 0-3 0,0 0 1 0,0 0 0 16,0 0 1-16,0 0 0 16,0 0 3-16,0 0 0 0,0 0-2 0,0 0-2 15,0 0 4-15,0 0-3 0,16 13 4 0,-16-13 0 16,4 8 1-16,-2-5 1 0,3 2 2 0,-1 0-11 15,-4-5 6-15,8 9 2 0,-5-4 5 0,3 1-10 16,-3 0 13-16,5-3-1 0,-4 2-2 0,1 2 3 16,3-2 7-16,-3 1-4 0,1 0 0 0,-1 0 1 15,0-2-3-15,0 1 2 0,1 1 0 0,-1-1-3 0,0 1 5 0,0-2-1 16,0 3 0-16,1 0-2 0,1-2 3 0,-1 2-5 16,1-1 2-16,-1-2-2 0,0 4 4 0,0-5-3 15,-1 3 4-15,2-1-1 0,-2 1-2 0,2 1-2 0,-1 0 1 16,2-2 1-16,-1 2-2 0,0 0-3 15,-3-1 2-15,3-1 4 0,1 3-3 0,-2-2 2 16,1 2-3-16,-1 0-3 16,2 0 8-16,-2-3-6 0,2 1 1 0,-3-1 0 15,0 1 1-15,0 0-2 0,4-1 3 0,-4 0-1 16,2 3 4-16,-1-4 1 0,3 2 0 0,-3 2 2 16,2-3 4-16,0 2 6 0,1 0-7 0,-2-3 0 15,1 2 0-15,1 0-6 0,0 0 4 0,0 0 0 16,0-1-2-16,0 1-4 0,-2 0 4 0,1 0-5 15,-1-1-3-15,-1-1 4 0,2 3-5 0,-3-3 4 0,2 3-3 0,-1-3 1 16,0 0-2-16,1 2 0 0,1-1-1 0,-3-1-5 16,3 4 3-16,-2-4 3 0,-1 1-4 0,1 1 3 15,1 1-5-15,-2-3 2 0,2 2 2 0,-3-2-3 16,1 1 2-16,-1-1-3 0,-1 2 4 0,4 1-2 16,-3-2 0-16,2 1 2 0,-1-1-2 0,2 2 0 15,-4-4 2-15,1 4-2 16,0-2 0-16,2 0 2 0,-1 0 1 0,1 2-2 15,-3-3 4-15,3 1-4 0,-1 0 3 0,0 1-2 16,0 1 1-16,0-2 3 0,-1 1-4 0,0-1 1 16,0 1 1-16,1-3-6 0,0 2 2 0,-2 0 0 15,0 1 2-15,-3-6-2 0,7 10 2 0,-4-7 0 16,3 2-1-16,-4 1-1 0,4-1 3 0,-2-1-3 16,0 1 8-16,0-1-5 0,0 1 1 0,0 0-2 0,-4-5-2 15,7 8 0-15,-3-4 4 0,0 0-1 0,0 1-1 16,0-1 0-16,1 0 0 0,-5-4 1 0,7 9 3 0,-3-4 2 15,1-2 0-15,0 2 0 0,-5-5 1 16,8 7-3-16,-4-3 1 0,-4-4-1 0,6 9 0 16,1-6 2-16,-4 2-1 0,1 0 1 0,0 0-2 0,0-1 5 15,0 1 6-15,0 0-9 0,2-1 1 0,-2 1-3 0,-4-5-3 16,6 7 10-16,-2-1-10 0,0-2 0 0,0 1-2 16,1-2 13-16,0 2-14 0,-5-5 4 0,9 9-1 15,-5-5 12-15,0 2-15 0,0-2 1 0,1-1 6 0,-5-3-5 16,8 8 5-16,-2-3-1 0,-2-2-1 15,1 2 3-15,-5-5-2 0,7 8-3 0,-2-5 6 16,-5-3-4-16,7 7 6 16,-2-3-3-16,-1-1-3 0,-4-3-6 0,8 7 3 15,-6-5 0-15,-2-2-3 0,8 7 3 0,-6-4 4 0,-2-3-7 16,7 6 5-16,-4-3-4 0,-3-3 6 0,7 6 4 16,-3-3-2-16,2 4 3 0,-2-4 0 0,-4-3 1 15,8 6-4-15,-8-6-2 0,6 6 3 0,-6-6-3 16,6 7 3-16,-6-7-4 0,8 4-2 0,-8-4 1 15,6 5-6-15,-6-5 7 0,5 6-7 0,-1-4-1 0,-4-2 2 16,6 6 2-16,-6-6-2 0,7 5 4 0,-3-1-3 16,-4-4-2-16,5 5 3 0,-5-5 2 0,8 5-3 15,-6-1 3-15,-2-4-1 0,7 5-10 0,-7-5 7 16,7 4-2-16,-7-4 1 0,4 3 8 0,-4-3-8 16,5 5-1-16,-5-5-2 0,0 0 2 0,5 5-2 15,-5-5 18-15,4 4-11 16,-4-4-6-16,5 3 0 0,-5-3-6 0,0 0 8 15,8 7 1-15,-8-7-3 0,4 3 1 0,-4-3 8 16,0 0-6-16,5 6-1 0,-5-6 0 0,0 0 7 16,6 3-1-16,-6-3-3 0,4 3 12 0,-4-3-19 15,0 0 3-15,0 0 5 0,8 5-4 0,-8-5 2 16,0 0-12-16,0 0 6 0,5 4 9 0,-5-4-2 16,0 0-1-16,4 4-3 0,-4-4-4 0,0 0 6 0,0 0-6 15,4 5 8-15,-4-5-7 0,0 0 9 0,5 4-3 0,-5-4 0 16,0 0-1-16,5 5 5 0,-5-5-13 0,0 0 4 15,5 4 10-15,-5-4 2 0,0 0-7 0,4 5 3 16,-4-5 2-16,0 0-6 0,5 5-3 0,-5-5 7 16,4 4 2-16,-4-4 3 0,0 0-2 0,5 5-3 15,-5-5-3-15,0 0 5 0,0 0-5 0,0 0-4 0,0 0 3 0,5 5-1 16,-5-5 5-16,0 0-5 0,0 0 3 16,0 0 0-16,0 0-3 0,0 0 1 0,0 0-2 15,0 0 2-15,5 4-3 0,-5-4-7 0,0 0 14 0,0 0-4 16,0 0 0-16,0 0-2 0,6 5-1 0,-6-5 1 15,0 0 2-15,0 0 3 0,0 0-9 16,0 0 5-16,0 0 0 16,4 5 0-16,-4-5-4 0,0 0 3 0,0 0 5 15,0 0-9-15,5 5 5 0,-5-5-5 0,0 0 4 16,4 6-2-16,-4-6-2 0,0 0-3 0,4 5 16 16,-4-5-10-16,0 0-2 0,0 0 4 0,3 5 1 15,-3-5 0-15,0 0 3 0,0 0-3 0,0 0-1 0,0 0 7 16,4 4 0-16,-4-4-2 0,0 0-3 0,0 0-4 15,0 0 3-15,0 0 1 0,0 0-1 0,0 0 5 0,0 0-6 16,0 0 4-16,0 0 0 0,0 0-2 0,0 0-2 16,0 0 3-16,0 0 14 0,0 0-19 0,0 0-6 15,0 0-31-15,0 0-6 0,0 0-22 0,0 0-31 16,0 0-38-16,0 0-36 0,0 0-44 0,0 0-42 16,0 0-44-16,-21-9-204 0,21 9-546 0,-14-4 242 15</inkml:trace>
  <inkml:trace contextRef="#ctx0" brushRef="#br0" timeOffset="12388.72">22165 10083 100 0,'0'0'94'16,"0"0"2"-16,0 0 5 0,0 0-7 0,0 0-1 15,0 0 1-15,0 0 2 0,0 0-6 0,0 0 2 0,0 0 1 16,0 0-3-16,0 0-7 0,0 0-4 16,0 0 0-16,0 0 0 0,0 0-6 0,0 0-5 15,0 0-1-15,0 0-7 0,0 0-3 0,0 0-4 0,0 0-5 16,0 0-1-16,0 0-6 0,0 0-7 0,0 0-5 0,0 0-3 15,0 0-4-15,0 0 0 0,0 0-9 0,0 0-1 16,0 0 0-16,0 0 1 0,0 0-1 0,0 0-1 0,0 0-1 16,-8 23 1-16,8-23 2 0,-1 13-5 0,0-6 4 15,1-7-4-15,-3 16-3 0,-1-8 2 16,2 0 3-16,-1 3 4 0,1-2 9 0,-2 3-1 16,0-2 3-16,-2 1-1 15,1 0-3-15,1 0-2 0,1-2-5 0,-1 2 5 16,0 1 0-16,-1 0-1 0,1-2-2 0,-1-2 1 15,0 2-3-15,3-2-7 0,-1-1 1 0,1 0 3 16,-1-2-3-16,0 2-2 0,3-7-1 0,-2 7 4 16,2-7-2-16,-3 10 0 0,3-10-1 0,-1 6-1 15,1-6 0-15,-4 6 2 0,4-6-4 0,0 0 2 16,0 0-2-16,-2 7-2 0,2-7 1 0,0 0 0 0,0 0 1 0,0 0 2 16,-2 9-2-16,2-9-3 0,0 0-10 0,0 0-8 15,0 0-16-15,0 0-20 0,0 0-9 0,0 0-29 16,0 0-19-16,0 0-19 0,0 0-29 0,0 0-37 15,0 0-100-15,0 0-320 0,0 0 142 0</inkml:trace>
  <inkml:trace contextRef="#ctx0" brushRef="#br0" timeOffset="13087.87">22222 10087 57 0,'0'0'122'0,"0"0"-6"15,-3-6-3-15,3 6-6 0,0 0 0 0,0 0-3 16,0 0-6-16,0 0-1 0,-4-7-2 16,4 7-5-16,0 0 0 0,0 0-3 0,0 0 0 0,0 0-5 15,0 0 1-15,0 0-5 0,0 0-3 0,0 0-4 16,0 0 0-16,0 0-3 0,0 0-4 16,0 0 1-16,0 0-2 15,0 0-3-15,0 0-3 0,0 0-1 0,0 0 0 0,0 0-5 16,0 0-4-16,0 0-6 0,0 0-3 15,0 0-2-15,0 0-3 0,0 0-2 0,0 0-2 16,0 0-1-16,0 0-5 0,0 0 0 0,0 0-4 16,0 0 1-16,0 0-4 0,0 0-3 0,0 0 5 0,0 0 0 15,0 0-5-15,11-7 0 0,-11 7-1 16,0 0-1-16,13 1 0 0,-13-1 0 0,13 3-2 0,-13-3 2 0,13 1 0 16,-7 0 0-16,4 1-2 0,-1-2 5 0,-1 2-5 0,2 2 1 15,1-3 4-15,0 2 3 0,3-2-1 0,-4 3-1 16,0 0 1-16,3-4 6 0,-1 5-3 15,-1-3-2-15,0 1-3 0,0 0 0 0,-1-1 0 16,0 2-3-16,-3-2 0 0,-1 1 1 0,2-2-3 16,-8-1 1-16,14 4 1 0,-9-2-2 0,-5-2-3 0,11 3 3 0,-11-3-3 31,9 3 7-31,-4-2 0 0,-5-1 5 0,0 0 6 16,9 3-9-16,-9-3-1 0,0 0 1 0,8 2 2 15,-8-2-2-15,0 0 3 0,0 0-1 0,8 2 1 0,-8-2-5 16,0 0 0-16,0 0 2 0,0 0-3 15,0 0-4-15,0 0 0 0,0 0 1 0,0 0-2 16,0 0 3-16,0 0-4 0,0 0 0 0,7 0 1 0,-7 0 1 16,0 0-4-16,0 0 3 0,0 0 1 0,0 0-11 15,0 0-7-15,0 0-15 0,0 0-19 0,0 0-15 16,0 0-37-16,0 0-40 0,0 0-41 0,0 0-62 16,0 0-225-16,0 0-502 0,0 0 223 0</inkml:trace>
  <inkml:trace contextRef="#ctx0" brushRef="#br0" timeOffset="18222.43">23367 11271 13 0,'0'0'32'0,"0"0"4"0,0 0-2 0,0 0 3 0,0 0 2 15,0 0 2-15,0 0 2 0,0 0-5 16,0 0 2-16,0 0-1 0,0 0-2 0,0 0 2 15,0 0 1-15,0 0-3 0,0 0-7 0,0 0-6 16,0 0 3-16,0 0 2 0,0 0 2 0,0 0-16 16,0 0 17-16,0 0-4 0,0 0 9 0,0 0-13 15,0 0 3-15,0 0-4 0,0 0 6 0,0 0-4 16,0 0 9-16,0 0-17 0,0 0 15 0,0 0 1 16,-6-4-8-16,6 4 11 0,0 0-10 0,0 0 7 15,0 0-8-15,0 0 1 0,0 0-1 0,0 0 2 16,0 0-1-16,0 0-6 0,0 0 9 0,0 0 3 15,0 0-8-15,0 0 3 0,0 0 0 0,0 0-5 16,0 0 3-16,0 0-3 0,0 0-1 0,0 0 1 0,0 0 4 16,0 0 4-16,0 0-9 0,0 0 6 0,0 0-9 15,0 0 12-15,0 0-3 0,0 0-3 0,0 0 0 16,0 0-2-16,0 0-6 0,0 0 5 0,0 0-5 0,0-9-2 0,0 9 2 16,0 0-3-16,0 0-1 0,0 0 3 0,0 0-6 15,0 0 2-15,0 0-8 0,0 0 1 0,0 0 4 16,0 0 4-16,6-10-9 0,-6 10-2 15,0 0 1-15,0 0 3 0,0 0-5 0,6-3 1 16,-6 3-2-16,0 0 4 0,0 0-1 16,0 0-1-16,0 0 4 0,0 0-4 0,0 0-2 15,0 0 0-15,0 0 3 0,3-6 1 0,-3 6-4 16,0 0 2-16,0 0-1 0,0 0 0 0,0 0 1 16,0 0-3-16,0 0 0 0,0 0 0 0,0 0-1 15,0 0-1-15,0 0 1 0,0 0-4 0,0 0-1 16,0 0-5-16,0 0 9 0,0 0-2 0,0 0 2 15,0 0-2-15,0 0 1 0,0 0-8 0,0 0-4 0,0 0 11 0,0 0-4 16,0 0-1-16,0 0-9 0,0 0 5 0,0 0-14 16,0 0-4-16,0 0-4 0,0 0-5 0,0 0-11 15,0 0-7-15,0 0-7 0,0 0 2 0,0 0 3 16,0 0-10-16,0 0-13 0,0 0 0 0,0 0-18 16,0 0-73-16,0 0-191 0,-10-8 85 0</inkml:trace>
  <inkml:trace contextRef="#ctx0" brushRef="#br0" timeOffset="22476.75">23674 11212 46 0,'0'0'69'16,"0"0"-1"-16,0 0-2 0,0 0-3 0,0 0-9 15,0 0 4-15,0 0-4 0,0 0-9 0,0 0 1 16,0 0-5-16,0 0-2 0,0 0-11 0,0 0-3 0,0 0-4 0,0 0 2 16,0 0-7-16,0 0-5 0,0 0 4 0,0 0-9 15,0 0-3-15,0 0-4 0,0 0 12 0,0 0-12 16,0 0 3-16,0 0 2 0,0 0-11 0,7 8 4 16,-7-8 2-16,0 0-4 0,0 0 3 0,0 0-1 15,3 6 3-15,-3-6 0 16,0 0-14-16,0 0 14 0,0 0 2 0,0 0-5 0,0 0 4 15,0 0-1-15,0 0 3 0,6 3 2 16,-6-3-6-16,0 0-4 0,0 0-3 0,0 0 5 0,0 0 1 16,0 0 1-16,0 0 2 0,0 0 3 15,0 0 1-15,0 0-8 0,0 0 8 0,0 0 6 0,0 0-3 16,0 0 4-16,0 0-8 0,0 0 15 0,0 0-1 16,0 0 4-16,0 0 1 0,0 0-5 0,0 0 18 0,0 0-16 15,0 0-2-15,0 0 10 0,0 0 3 0,0 0 12 16,0 0-10-16,0 0-13 0,0 0 17 0,0 0-2 0,0 0-1 15,0 0 2-15,0 0 0 0,0 0 1 16,0 0 7-16,0 0-8 0,0 0 0 0,0 0 4 16,0 0 5-16,0 0-9 0,0 0 6 0,0 0-3 15,0 0 4-15,0 0-2 0,0 0 0 0,0 0-1 0,0 0 0 0,0 0-4 16,0 0-3-16,0 0-2 0,0 0 0 0,0 0-3 16,0 0-1-16,0 0 5 0,0 0-6 0,0 0 2 15,0 0-6-15,0 0 1 0,0 0-5 0,0 0 0 0,5-15-2 16,-5 15-1-16,0 0-3 0,6-7-1 15,-6 7 0-15,3-4 6 0,-3 4 3 0,0 0 2 16,7-8-1-16,-7 8-3 16,5-5 0-16,-5 5-1 0,7-7-2 0,-3 2-4 0,-4 5 2 15,7-7-2-15,-2 1 3 0,1 3-4 16,-6 3-2-16,6-9 2 0,-2 5 1 0,-4 4-3 16,7-9 1-16,-2 5 1 0,1-2-1 0,-3 2 1 15,-3 4 4-15,7-8-3 0,-2 4 0 0,0-3-1 16,-1 1 0-16,0 2 0 0,1-2-3 0,-1 1 4 15,1-1 1-15,-5 6 1 0,6-8-1 0,-1 3 5 0,-2-1-9 0,2 0 3 16,-1 0-5-16,0 1 1 0,0 0-1 0,-1-1 1 16,2 0-1-16,0 0 2 0,-1 2-3 0,0-2 2 15,-4 6-1-15,7-10 2 0,-3 6 1 0,-1-1-5 16,2 0 3-16,-1 0 1 0,0-2-1 0,0 3-1 16,0-3-1-16,1 2-1 0,-1-1 1 0,2 1-1 0,-1 0 6 15,0-5-4 1,-1 4 1-16,1 1-3 0,-1 0 2 0,0-2 5 15,1 4-4-15,0-4 1 0,-1 1-2 0,0 2 4 16,1-1-5-16,0-1 1 0,-2 1 3 0,3 0-2 16,-2-2-3-16,-4 7 8 0,6-8-10 0,-2 4 1 15,0-1 0-15,-4 5 4 0,5-12-3 0,-1 9 0 16,-4 3 0-16,5-7-1 0,-1 3-4 0,-4 4 5 16,4-6-3-16,-4 6-1 0,5-6 6 0,-5 6 1 0,5-8-2 0,-5 8 4 15,5-7-4-15,-1 2 1 0,-4 5 1 0,5-6 1 16,-5 6-4-16,6-8-3 0,-3 3 5 0,-3 5 3 15,8-7-3-15,-6 4 0 0,-2 3 1 0,6-8 4 16,-6 8-5-16,5-8 3 0,-1 5-7 0,-4 3 4 16,5-11-3-16,-1 8 4 0,-4 3 0 0,6-7-4 15,-6 7 5-15,7-8 1 0,-4 5-1 0,-3 3-2 0,5-6 1 0,-5 6 0 32,7-9 1-32,-7 4-4 0,0 5-2 0,6-6 1 15,-6 6-1-15,3-9 1 0,0 5 0 0,-3 4 0 16,6-6 1-16,-6 6-1 0,5-8-2 0,-2 3-1 15,-3 5 2-15,5-8 7 0,-5 8-11 0,7-8 3 0,-5 4 0 16,-2 4-4-16,8-6 1 0,-8 6 6 16,5-8-3-16,-3 5 2 0,-2 3-2 0,5-7-1 15,-5 7 1-15,6-6 4 0,-6 6 2 0,5-5 2 16,-5 5 5-16,0 0-2 0,5-7 0 0,-5 7-1 16,0 0 0-16,5-5 0 0,-5 5-5 0,4-6 3 15,-4 6-4-15,4-5-1 0,-4 5 1 0,3-6 3 16,-3 6-6-16,4-5 6 0,-4 5-2 0,4-5-3 15,-4 5 5-15,0 0-1 0,0 0-2 0,5-4 0 0,-5 4 1 16,5-8-1-16,-5 8 0 0,3-4 2 0,-3 4-3 16,0 0 1-16,6-7-2 0,-6 7-1 15,0 0-2-15,4-6 13 0,-4 6-9 0,0 0-3 0,4-4-1 16,-4 4 4-16,0 0-2 0,4-6 0 0,-4 6 0 16,0 0-5-16,4-6 3 0,-4 6 2 0,0 0 3 15,5-7-4-15,-5 7-1 0,3-4 2 0,-3 4 0 16,4-5 3-16,-4 5-4 0,4-6 8 0,-4 6-8 15,4-5-1-15,-4 5-1 0,4-6 0 0,-4 6 0 16,4-5 3-16,-4 5-4 0,2-7 4 0,-2 7 1 16,0 0 0-16,8-6-4 0,-8 6 4 0,0 0-1 15,6-5-1-15,-6 5 0 0,3-5 1 0,-3 5-4 16,0 0 5-16,4-5-2 0,-4 5 0 0,0 0-3 16,4-7 8-16,-4 7 0 0,2-7-4 0,-2 7-4 15,0 0 6-15,5-5-5 0,-5 5 0 0,4-6-1 16,-4 6 4-16,4-5-2 0,-4 5 5 0,0 0-4 15,5-6 2-15,-5 6 4 0,4-5-4 0,-4 5-1 16,2-6 1-16,-2 6-1 0,4-7 0 0,-4 7-6 16,4-6 8-16,-4 6-4 0,6-6 3 0,-6 6-3 15,4-7 0-15,-4 7-2 0,4-6 5 0,-4 6 1 16,4-7-1-16,-4 7-2 0,5-5-2 0,-5 5 4 16,3-7-1-16,-3 7-1 0,2-7-1 0,-2 7-5 15,6-8 7-15,-6 8-1 0,4-5-1 0,-4 5 3 16,4-6 0-16,-4 6 0 0,0 0-4 0,4-10 2 0,-4 10 1 15,3-3-4-15,-3 3 4 0,3-7-1 16,-3 7 2-16,4-6-2 0,-4 6-1 0,0 0 3 16,3-8-2-16,-3 8 1 0,3-7-2 0,-3 7 1 0,0 0-2 15,1-7 4-15,-1 7 0 0,0 0-3 0,0 0 0 16,6-7 2-16,-6 7-2 0,0 0 0 0,4-8 0 16,-4 8 0-16,4-4 4 0,-4 4-9 0,0 0 7 15,4-7 0-15,-4 7 7 0,3-5-7 0,-3 5-1 16,0 0-1-16,6-8 11 0,-6 8-11 0,0 0 2 15,3-5-4-15,-3 5 5 0,0 0-1 0,2-6-1 16,-2 6 1-16,0 0 1 0,5-6 1 0,-5 6-5 16,4-5 4-16,-4 5-2 0,0 0 1 0,0 0-4 15,3-7 3-15,-3 7-1 0,0 0-2 0,4-7 4 16,-4 7-2-16,0 0 2 0,4-6 0 0,-4 6 3 16,0 0-4-16,0 0-1 0,4-8 2 0,-4 8 3 15,0 0-7-15,3-6 0 0,-3 6 5 0,0 0-4 16,5-6 4-16,-5 6-4 0,0 0 4 0,3-6 3 15,-3 6 0-15,0 0-1 0,0 0-2 0,5-6 5 16,-5 6 3-16,0 0 1 0,0 0-4 0,0 0 3 16,0 0 1-16,2-7-6 0,-2 7 1 0,0 0 0 15,0 0-2-15,0 0 1 0,0 0-3 0,0 0 5 16,0 0-9-16,0 0 13 0,3-6-12 0,-3 6 2 16,0 0 0-16,0 0-1 0,0 0 2 0,0 0 0 0,0 0 0 15,0 0 0-15,0 0-6 0,0 0 0 16,0 0 5-16,0 0-6 0,4-4 8 0,-4 4 0 15,0 0-4-15,0 0 3 0,0 0 3 0,0 0-9 16,0 0 12-16,0 0-10 0,0 0 3 0,3-5-4 0,-3 5 1 16,0 0 0-16,0 0 3 0,0 0-7 0,0 0 14 15,4-8 2-15,-4 8-15 0,0 0-1 0,0 0 3 16,0 0 0-16,0 0 0 0,0 0 2 0,3-7-1 0,-3 7-1 16,0 0 2-16,0 0 0 0,0 0 5 0,6-4-4 15,-6 4-4-15,0 0 3 0,0 0 2 0,0 0-1 16,0 0-1-16,2-7 0 0,-2 7 0 0,0 0-1 15,0 0 5-15,0 0-5 0,0 0 0 0,4-5 1 16,-4 5 2-16,0 0-2 0,0 0 0 0,4-6-3 16,-4 6 6-16,0 0-3 0,0 0-2 0,0 0 5 15,0 0-4-15,0 0-2 0,4-8 4 0,-4 8 1 16,0 0-2-16,0 0 7 0,0 0-4 0,4-6 1 16,-4 6-1-16,0 0 7 0,0 0-5 0,0 0 3 0,0 0 2 15,0 0-3-15,0 0 1 0,0 0 0 16,0 0-2-16,4-4 0 0,-4 4-1 0,0 0-2 15,0 0 5-15,0 0-2 0,0 0 0 0,0 0-4 0,0 0 8 0,0 0-12 16,0 0 6-16,0 0 15 0,0 0-16 0,0 0-1 16,0 0-1-16,0 0 4 0,0 0 1 0,0 0 2 15,0 0 1-15,0 0-7 0,0 0 3 0,0 0 2 0,0 0-1 16,1-9 0-16,-1 9-7 0,0 0 4 16,0 0 0-16,0 0 0 0,0 0-2 0,4-6 3 15,-4 6-5-15,0 0-2 16,0 0 3-16,0 0 0 0,0 0 1 0,0 0-3 15,2-6 4-15,-2 6 0 0,0 0-6 0,0 0 7 16,0 0-2-16,0 0 1 0,0 0 2 0,0 0-2 16,0 0 0-16,0 0 7 0,0 0-7 0,4-6-4 15,-4 6 4-15,0 0 0 0,0 0-2 0,0 0 2 0,0 0-2 16,0 0 2-16,0 0-5 0,0 0 5 0,0 0-5 16,0 0 1-16,0 0 0 0,0 0 4 0,0 0-5 0,0 0 1 15,3-6-1-15,-3 6 7 0,0 0-5 0,0 0 0 16,0 0 0-16,0 0 6 0,0 0-5 0,0 0 0 0,0 0 0 15,0 0-4-15,0 0 6 0,0 0-2 0,0 0 4 16,0 0-7-16,0 0 7 0,0 0-1 16,0 0-4-16,0 0 2 0,0 0 0 0,0 0 0 0,0 0-1 15,0 0-3 1,0 0 4-16,0 0-5 0,0 0-7 0,0 0-20 16,0 0-27-16,0 0-25 0,0 0-38 0,0 0-39 15,0 0-27-15,0 0-40 0,0 0-41 0,0 0-224 16,0 0-533-16,0 0 236 0</inkml:trace>
  <inkml:trace contextRef="#ctx0" brushRef="#br0" timeOffset="26212.38">24560 10071 2 0,'0'0'68'0,"-1"-10"-4"0,1 10-2 0,0 0 2 16,0 0 0-16,0 0-3 0,0 0-9 0,0 0 1 15,0 0-17-15,-2-7 6 0,2 7-14 0,0 0 4 16,0 0-1-16,0 0 6 0,0 0-7 0,0 0 3 16,-3-6-5-16,3 6-2 0,0 0 5 0,0 0-5 15,0 0 5-15,0 0-10 0,0 0 6 0,-6-6-9 16,6 6-3-16,0 0 0 0,0 0 8 0,0 0-4 16,-2-7-12-16,2 7 10 0,0 0 1 0,0 0-2 15,0 0-2-15,0 0-2 0,0 0 2 0,0 0 3 16,0 0 3-16,0 0-3 0,-1-9 2 0,1 9 1 15,0 0-5-15,0 0 7 0,0 0 1 0,0 0 1 16,0 0-10-16,0 0 3 0,0 0-2 0,0 0-5 16,0 0 1-16,0 0 0 0,0 0-4 0,0 0 5 15,0 0-2-15,0 0-1 0,0 0 4 0,0 0-1 16,0 0-10-16,0 0 8 0,0 0 0 0,0 0-1 16,0 0-6-16,-2-8-1 0,2 8 4 0,0 0-3 15,0 0-5-15,0 0 7 0,0 0-2 0,0 0 0 16,0 0-5-16,0 0 4 0,16 0-3 0,-16 0 5 0,11-3 4 15,-11 3-3-15,13-1-3 0,-13 1-12 16,14-1 19-16,-9 0-12 0,-5 1 13 0,17 0-6 0,-7-2 9 16,0 2-1-16,2 0 0 0,0 0 3 15,0 0-3-15,2 0-2 0,-3-1-7 0,2 2 6 16,-1-1-7-16,-1 0 1 0,5-3 0 0,-5 3 1 0,3 0 2 16,-1 0 3-16,0 0-7 0,-1 2 7 0,1-4-4 15,1 2 0-15,1 0 7 0,-2 0-7 0,4 0 2 16,1-3 0-16,0 3-6 0,0-1 5 0,-1 1-1 15,0-4 0-15,-3 2-2 0,4 1-1 0,-4 0-3 16,0 1 6-16,-1-1-5 0,5-2 4 0,-1 2 1 16,-3 1-3-16,2 0-2 0,0-2 2 0,-3 1-1 15,2 0-1-15,-4 1 3 0,4-1 0 0,-2-1 3 16,1 2-2-16,0 0-1 0,-1-1 4 0,0 1-4 16,0-1 1-16,-2 1-5 0,2 0 6 0,1-2-2 15,-2 1-1-15,-1-1 1 0,3 0 0 0,-5 2 0 16,4 0 0-16,1-2 3 0,1 1 0 0,-1 1-3 0,-2-3 0 15,2 2-1-15,-1 1 9 0,1-2-8 16,-1-1-1-16,1 2 4 0,5-1 2 0,-1 1-2 16,0 1 1-16,2-3-2 0,-5 3 4 0,4-3-2 15,-1 2 2-15,-5 0-5 0,0 0 9 0,1-1-8 16,1 2 2-16,4-2 2 0,-6 2-2 0,1-3 3 16,-3 1 1-16,3 2-6 0,-1 0 5 0,1-3 0 0,1 2-4 15,-4 1 5-15,7-1-5 0,-5-1 2 16,0 1-1-16,0 1 1 0,1-1 1 0,-2-1-3 0,5 1 2 15,-2-1-2-15,-1 2-3 0,-1-3 2 0,0 3-1 16,1-1 0-16,-1 0 1 0,1 1-1 0,-1-2 2 16,1 1-6-16,2 1 6 0,-2-1-2 0,3 1-3 15,-1-1 1-15,-3-1-1 0,4 1 3 0,-3 1 1 16,0-2-3-16,4 0 0 0,0 2 2 0,0-2-3 16,2 2 1-16,1 0 1 0,-1 0-3 0,2-2 4 15,-3 0-4-15,0 0 3 0,0 0-1 0,0 2 0 16,2 0 1-16,-3-2-1 0,-3 2-1 0,-1 0-1 15,4 0 3-15,-4 0-3 0,1 0 1 0,3 0 2 16,-5-1-1-16,4-1 0 0,-4 2-2 0,7 0-1 16,-3 0 3-16,-2 0-3 0,-2 0 2 0,3 0 0 15,-3 0 0-15,1-2 3 0,-1 1-3 0,1 1-1 16,1 0 1-16,1-1-2 0,2 1 1 0,-4-2 0 16,1 5 1-16,-1-3 1 0,3 0-2 0,2 0-1 15,-8 0 3-15,3 1 0 0,-3-2-2 0,1 0 5 16,1-1-5-16,0 2 1 0,1 0-1 0,-1 0 0 0,-2-2 2 15,3 2 1-15,-1 0-1 0,5-1-2 16,-5 2 0-16,1-4 4 0,-3 3-4 0,7 3 0 16,-5-4 1-16,-2 1 1 0,3 0-1 0,-3 0-1 0,-1 0 1 15,-10 0 5-15,17-2-4 0,-6 2 2 0,3-1-2 16,-5 1-2-16,3 0 4 0,0 0 1 0,-1 0-4 16,1 0 3-16,-1-1-2 0,0 2 1 0,1-2-3 15,-1 1 4-15,3 0-3 0,-3 0 1 0,0 1 2 16,0-1-3-16,0 0 1 0,0 0-1 0,-1-1-2 15,1-2 0-15,0 3 1 0,2 0 3 0,-3 0-2 16,3 0 4-16,-4 0-5 0,2 0 2 0,-3 2-3 16,-8-2 3-16,14-2 2 0,-7 2-2 0,-7 0-1 15,16 0 2-15,-9 0 0 0,-7 0 0 0,15-1-1 16,-7 1-2-16,-8 0 3 0,15-2-2 0,-8 2 4 16,-7 0-5-16,16 0 2 0,-10 3-2 0,1-3 2 15,-7 0-4-15,16-3 0 0,-6 2 2 0,3 2 1 16,-5-2 2-16,1 1-2 0,1 1-2 0,0-2-2 15,-3 0 5-15,-7 1 4 0,16-2-4 0,-7 2 1 16,-9 0-1-16,13 0 2 0,-3 0-7 0,-10 0 8 16,13 0-4-16,-7-2 1 0,-6 2 1 0,17 0 1 0,-11-1-2 15,-6 1 0-15,13 0 4 0,-13 0-1 16,14 0 2-16,-8-1 1 0,-6 1-3 0,12-2 5 0,-12 2 0 16,9-1 0-16,-9 1 3 0,9 1-1 0,-9-1 0 15,0 0 3-15,0 0-1 0,0 0 4 16,11-1-5-16,-11 1-2 0,0 0 1 0,0 0-1 15,0 0 0-15,0 0-3 0,0 0 1 0,0 0-1 0,0 0 1 16,7 3-3-16,-7-3 2 0,0 0 0 0,0 0-5 16,0 0 3-16,0 0-1 0,0 0 2 0,0 0-6 15,0 0 4-15,0 0-6 0,0 0-11 0,0 0-18 16,0 0-10-16,0 0-22 0,0 0-19 0,0 0-16 0,0 0-22 16,0 0-16-16,0 0-28 0,0 0-146 0,0 0-335 15,0 0 148-15</inkml:trace>
  <inkml:trace contextRef="#ctx0" brushRef="#br0" timeOffset="37792.74">22344 9775 21 0,'0'0'88'15,"-9"-13"-9"-15,9 13-8 0,0 0 2 0,0 0-6 16,0 0-2-16,0 0-3 0,0 0 2 0,0 0-8 0,0 0 1 0,0 0-4 15,-4-6-7-15,4 6-7 0,0 0-5 0,0 0 5 16,0 0 2-16,0 0-5 0,-5-5 0 0,5 5 5 16,0 0-8-16,0 0-6 0,0 0 1 0,0 0 2 15,0 0 1-15,0 0-4 0,-5-5 7 0,5 5-14 16,0 0 10-16,0 0-3 0,0 0 2 0,0 0-6 16,0 0 0-16,0 0-1 15,0 0-2-15,0 0-3 0,0 0 4 0,0 0-1 16,0 0-3-16,0 0-1 0,0 0 1 0,0 0-1 15,0 0-5-15,0 0 9 0,0 0-2 0,0 0-8 16,-4-7 7-16,4 7 4 0,0 0-4 0,0 0-4 16,0 0-2-16,0 0 7 0,0 0-7 0,0 0-2 15,0 0 3-15,0 0-4 0,0 0 3 0,0 0-6 16,0 0 3-16,0 0-1 0,0 0-4 0,0 0 2 0,0 0-1 0,0 0 2 16,0 0-6-16,0 0 3 0,0 0 0 0,0 0-2 15,0 0 3-15,0 0-2 0,0 0 3 0,0 0-7 16,0 0 7-16,0 0-1 0,0 0 1 0,0 0 1 15,0 0-6-15,0 0 6 0,0 0-8 0,0 0 2 16,0 0 4-16,0 0-6 0,0 0 4 0,0 0-4 16,0 0 8-16,0 0-4 15,0 0 2-15,0 0-5 0,-17 7 3 0,17-7-1 16,-6 4-3-16,6-4 3 0,-8 6 0 16,3-4-4-16,5-2 5 0,-9 7-1 0,9-7 5 0,-9 7 2 15,5-4-3-15,-1 1 3 0,0 1-1 0,5-5-3 16,-7 8-2-16,3-4 6 0,4-4 6 0,-9 8-5 15,5-4 4-15,0 2 2 0,-1 0-3 0,1 0-1 16,-1-1 0-16,1 1-1 0,-1-1-2 0,2 3 2 0,0-3 2 0,-2 1 0 16,1 0-3-16,-1-2-1 0,1 3 1 15,0-2 2-15,0 2-2 0,-1 2 3 16,-1-3 4-16,2 3 2 0,0-4-3 16,0 2-1-16,-1 0-5 0,0 1 5 0,1 1-1 15,-2-2-3-15,3 0-2 0,-2 0 6 0,0 0 0 0,1 1-1 16,1-1-3-16,-2 0 3 0,0 0-1 0,2-1 1 0,-1 0-2 0,1 1 1 0,-2-2-7 15,2 3 8-15,3-8-6 0,-7 9 0 0,2-2 0 0,1 0-1 16,0-2-1-16,1 1 1 0,1 2-4 0,-2-3 5 16,1 1 3-16,1 2-5 0,-3-1-2 0,0-1 3 15,1 0 0-15,0 0-1 0,2 0-4 0,-1 0 7 16,-2 1-2-16,1 0 3 0,-1 0-5 0,1 2 2 16,0-3 1-16,2 1-1 15,-2-2 0-15,0 1 2 0,4-6 4 16,-5 12-8-16,4-6-2 0,-2 0 3 0,3-6-4 15,-6 9 3-15,3-4 0 0,3-5 1 0,-5 13-1 16,2-8 0-16,1 1-3 0,-2 0 6 0,4-6-3 0,-4 13-1 16,2-7 5-16,-2 1 0 0,4-7-4 0,-5 12 2 15,2-5 1-15,1 2-1 0,-1-2-2 16,0-1 1-16,3-6 2 0,-5 13 0 0,4-6-4 0,-2 0 3 0,1-2-3 0,-1 2 4 16,3-7-5-16,-3 12 2 0,1-6 2 15,0 2 2-15,-1 0-2 0,1-3 1 0,2-5-2 16,-4 11 2-16,1-5-1 0,1 0 4 0,0 2-6 15,2-8-2-15,-4 10 2 0,2-4 1 0,-1 1 4 0,0-2-3 16,3-5-2-16,-3 12 1 0,2-7-1 0,1-5 0 16,-4 12 1-1,1-7-2-15,2 2 0 0,1-7 1 0,-2 12 0 16,-1-6 3-16,3-6-4 0,-3 11 1 0,1-5-3 16,2-6 7-16,-3 11-2 0,2-6-1 0,1-5-2 15,-5 9 3-15,4-2-3 0,1-7 2 0,-3 8-1 16,3-8 0-16,-1 11-3 0,0-5 4 0,1-6-2 15,-2 11 3-15,2-11 1 0,0 11 0 0,-2-6-2 0,2-5-1 16,-3 9-1-16,3-9 8 0,-1 10-8 0,1-10 0 0,-3 9 0 16,3-9 2-16,-1 9-8 0,1-9 6 0,0 7-1 15,0-7 0-15,-3 10-1 0,3-10 3 0,-1 6-2 0,1-6 1 16,0 0-3-16,-1 11 4 0,1-11-4 0,0 0 7 16,0 9-7-16,0-9 2 0,0 0-2 15,-1 10 6-15,1-10-8 0,-2 7 7 0,2-7-1 16,-1 9 3-16,1-9-3 0,-2 8 1 15,2-8 0-15,0 0 1 0,2 10-6 16,-2-10 4-16,0 0 0 0,0 11-1 0,0-11 5 16,0 9 1-16,0-9 4 0,0 8 1 0,0-8-3 15,0 8 0-15,0-8-1 0,0 9-1 0,0-9-2 0,-2 8-2 16,2-8-1-16,2 9 5 0,-2-9-6 16,0 8 1-16,0-8 1 0,1 9 1 0,-1-9-3 15,2 10 1-15,-2-10-2 0,3 9 10 0,-1-4-6 0,-2-5 1 0,0 9-1 16,0-9 0-16,0 9-1 0,0-9-1 0,0 9 2 15,0-9-2-15,1 10-2 0,-1-10 6 0,1 7-3 16,-1-7 1-16,2 9 0 0,-2-9 2 0,1 7-2 16,-1-7 2-16,0 0-2 0,2 8-2 0,-2-8 3 0,0 0-6 15,2 6 1-15,-2-6 4 0,0 0-3 0,0 0 0 16,0 0 2-16,0 0-2 0,2 7-1 0,-2-7 2 0,0 0-4 16,0 0 3-16,0 0-5 0,0 0 6 0,0 0-4 15,0 0 0-15,0 0 0 0,0 0 3 0,3 6-3 16,-3-6 2-16,0 0-11 0,0 0-12 0,0 0-10 15,0 0-22-15,0 0-23 0,0 0-36 0,0 0-33 16,0 0-38-16,0 0-52 0,0 0-171 0,0 0-439 16,0 0 193-16</inkml:trace>
  <inkml:trace contextRef="#ctx0" brushRef="#br0" timeOffset="45356.32">21960 10557 32 0,'0'0'24'0,"0"0"3"0,-3-5-6 15,3 5-2-15,0 0 2 0,0 0-5 0,0 0-4 16,-6-6-4-16,6 6-1 0,0 0-2 0,-6-5 2 0,6 5 2 15,-6-4-4-15,6 4 0 0,0 0 10 16,-7-4-3-16,7 4-1 0,0 0 0 0,0 0-8 16,-6-4 7-16,6 4-2 0,0 0-4 0,-5-5-4 15,5 5 3-15,-5-5 3 0,5 5-2 0,0 0 0 0,-8-3-2 0,8 3-5 16,0 0 2-16,-6-3 3 0,6 3-3 0,0 0 5 16,0 0-4-16,-7-4 0 0,7 4-2 0,0 0 4 15,0 0 4-15,0 0-2 0,-6-4 3 0,6 4-1 16,0 0 0-16,0 0 3 0,0 0 0 0,0 0 3 15,-5-6 2-15,5 6 3 0,0 0 0 0,0 0 4 16,0 0 3-16,-4-5-11 16,4 5-1-16,0 0 5 0,0 0-5 0,0 0-2 15,0 0 2-15,-3-8 2 0,3 8-5 0,0 0 5 16,0 0-2-16,0 0 8 0,-2-8 4 0,2 8 10 16,0 0-10-16,0 0 6 0,0 0 6 0,0 0-6 15,0-9-2-15,0 9 10 0,0 0-7 0,0 0 2 16,0 0 1-16,0 0 11 0,0 0-11 0,0 0 1 15,0 0-2-15,0 0-4 0,-5-5 4 0,5 5-5 0,0 0 0 0,0 0-5 16,0 0 5-16,0 0-13 0,0 0 1 0,0 0 9 16,0 0 2-16,0 0-7 0,0 0 0 0,0 0-8 15,0 0 3-15,0 0-8 0,0 0-2 0,0 0 2 16,0 0 6-16,0 0-10 0,0 0-5 0,0 0 5 16,0 0-1-16,0 0 1 0,0 0-4 0,0 0 11 15,0 0 2-15,0 0-11 0,0 0-4 0,0 0 9 0,0 0-1 0,0 0-4 16,0 0 10-16,-9 14-5 0,9-14-1 0,0 0 4 15,0 0 2-15,0 0 3 0,0 9-8 0,0-9 1 16,0 0 0-16,0 9 2 0,0-9-4 0,0 0 3 16,0 0-5-16,0 0 4 0,1 11 0 0,-1-11-2 15,-1 7 11-15,1-7 2 0,0 0-3 0,-2 9 2 16,2-9 3 0,-2 6-10-16,2-6 4 0,-3 7 5 0,3-7 2 0,-1 7 5 15,1-7 1-15,-4 7-1 0,4-7-8 16,0 0-2-16,-2 7 4 0,2-7-3 0,0 0-6 15,-1 8 0-15,1-8 0 0,-3 7-3 0,3-7 4 16,-3 7-2-16,3-7 0 0,-2 7-1 0,2-7 2 0,0 0-6 16,-3 10 11-16,3-10-12 0,-1 8 0 0,1-8 4 15,-3 8-1-15,3-8-4 0,0 8-2 0,0-8 6 0,-1 9-3 16,1-9 0-16,-3 8 1 0,3-8 1 0,-2 8-1 16,2-8 2-16,-1 8-4 0,1-8 1 0,-2 9 7 15,2-9 0-15,-1 9 0 0,1-9-2 0,-2 8-3 16,2-8 1-16,-2 7 2 0,2-7-3 0,-1 8 1 15,1-8 0-15,-2 7 1 0,2-7-6 0,0 9-5 0,0-9 7 16,0 0 2 0,1 12 0-16,-1-12-2 0,-1 10-2 0,1-10 4 15,0 7-2-15,0-7-5 0,0 10 9 0,0-10-3 16,0 9 3-16,0-9-1 0,-2 7 0 0,2-7-2 0,0 12-4 16,0-12 2-16,0 9 9 0,0-9-8 0,2 8 1 15,-2-8 4-15,0 10-3 0,0-10-3 0,-2 10 2 16,2-10 1-16,2 10 3 0,-2-10-1 0,0 9-2 15,0-9 2-15,0 0-6 0,0 12 2 0,0-12 1 0,1 8 1 16,-1-8 0-16,0 7 5 0,0-7-6 0,1 8-1 16,-1-8 1-16,0 8 0 0,0-8-2 0,0 0-2 15,1 11 2-15,-1-11-2 0,0 7 7 0,0-7-7 0,0 9-1 16,0-9 2-16,0 0 1 0,0 11 1 0,0-11 5 16,0 8-7-16,0-8 6 0,2 5-7 0,-2-5 2 15,2 9-1-15,-2-9 0 0,1 9 0 0,-1-9 2 0,0 0-3 16,-3 8 0-16,3-8 1 0,3 7 0 0,-3-7 2 0,0 0-1 15,-1 9-1-15,1-9 1 0,0 0-1 16,1 10-1-16,-1-10 1 0,0 0-2 0,2 8 3 16,-2-8 0-16,1 7-4 0,-1-7 2 0,0 0-3 0,1 7 2 15,-1-7 0-15,0 0 4 0,1 8-1 16,-1-8-1-16,0 0 3 16,2 8-3-16,-2-8-4 0,0 0 4 0,0 0-4 15,1 9 4-15,-1-9-5 0,0 0 3 0,0 7 3 16,0-7-5-16,0 0 3 0,0 0 1 0,0 10-2 15,0-10 2-15,1 6 0 0,-1-6 0 0,0 0-1 16,2 9-1-16,-2-9 3 0,0 0 0 0,1 7-4 16,-1-7 2-16,0 0-2 0,1 10 3 0,-1-10-3 15,0 0 1-15,1 7 0 0,-1-7 3 0,0 0-3 0,3 6 0 0,-3-6 0 16,0 0 2-16,0 9-1 0,0-9 2 0,0 0-1 16,3 7-1-16,-3-7-1 0,0 0-1 0,0 7 1 15,0-7 2-15,2 6-4 0,-2-6 1 0,0 0 4 16,2 7-3-16,-2-7-1 0,0 0 4 0,1 9-1 15,-1-9 0-15,0 0 3 0,1 7-3 0,-1-7 1 16,0 0-2-16,1 7 3 16,-1-7-4-16,0 0 3 0,3 8 2 0,-3-8-2 15,2 7-3-15,-2-7 5 0,3 6-1 0,-3-6-4 16,0 0 0-16,1 9 2 0,-1-9 2 0,0 0-3 16,0 9 2-16,0-9-2 0,1 7 1 0,-1-7 1 15,2 7 4-15,-2-7-1 0,4 7-2 0,-4-7-6 16,1 8 7-16,-1-8 4 0,2 8 0 0,-2-8-1 15,3 7-3-15,-3-7 1 0,1 9 3 0,-1-9-1 0,3 7-5 0,-1-3-2 16,-2-4 2-16,5 6 1 0,-5-6-1 0,3 6 0 16,-3-6 2-16,2 7 0 0,-2-7 1 0,3 8-5 15,-3-8 2-15,4 5-2 0,-4-5 4 0,3 9-4 16,-3-9 3-16,2 5-2 0,-2-5 1 0,5 5 1 16,-5-5-2-16,3 7 1 0,-3-7 1 0,6 6 2 15,-3-2 5-15,-3-4 1 16,5 5-2-16,-3 0 0 0,-2-5 2 0,4 7-1 15,-4-7 1-15,5 7-5 0,-1-4-1 0,-4-3 3 16,5 6-1-16,-5-6 0 0,5 8 1 0,-1-3-4 16,-4-5 5-16,7 7-2 0,-5-3 0 0,2-1 0 15,-4-3-2-15,8 5 0 0,-8-5-3 0,6 7 4 16,-2-3 5-16,0-1 4 0,-4-3 1 0,9 7-2 16,-4-4 1-16,-1 1 5 0,-4-4-10 0,11 5 0 0,-8-2 0 0,3 0-2 15,-6-3 0-15,8 5-2 0,-8-5 1 0,6 6-1 16,-6-6-1-16,6 4-1 0,-2-1 6 0,-4-3-9 15,8 6 5-15,-4-3 1 0,-4-3-2 0,10 6 4 16,-6-2-4-16,0-1 5 0,-4-3-2 0,9 5-3 16,-4-3 3-16,0 2 3 0,1 0-4 0,-2 0 0 15,-4-4 0-15,12 5 1 0,-7-3 0 0,-1 1-1 0,-4-3 3 16,11 6 0-16,-5 0-3 0,1-5-4 0,-2 2 1 0,1 0 2 16,-6-3-2-16,9 5 0 0,-5-2 3 0,-4-3-2 15,10 4-2-15,-3 0-2 0,-7-4 4 0,7 3-3 16,-3 0 3-16,-4-3 1 0,11 4 2 0,-6-1-3 15,1-1 3-15,-1 2-2 0,-5-4 1 0,10 5-4 16,-4-2 1-16,-6-3 10 16,10 3-8-16,-5 3-2 0,0-6-3 0,-5 0 8 15,9 5 0-15,-3-3-3 0,1 1 3 0,-7-3 0 16,10 3-1-16,-4-1 2 0,-1 0 0 16,-5-2 4-16,14 3-7 0,-9 0 6 0,2-2-3 15,-1 2-2-15,-6-3 1 0,13 3-5 0,-5-1 3 16,-2 1-4-16,2-2 5 0,-8-1-5 0,13 3 11 15,-6-1-10-15,-2 0 2 0,-5-2-7 0,13 2 4 16,-6-1 0-16,-1 1 2 0,-6-2-3 0,11 4 2 16,-11-4 1-16,12 1 0 0,-7 1-1 0,-5-2-2 15,10 3 0-15,-10-3-3 0,9 1-2 0,-9-1 1 16,8 1 4-16,-8-1-3 0,8 3 2 0,-8-3 1 16,8 2 1-16,-8-2 11 0,9 1-9 0,-9-1-3 15,9 2-1-15,-9-2 4 0,9 2-3 0,-2 1 1 16,-7-3-1-16,10 1 1 0,-10-1 3 0,9 3-5 15,-9-3 3-15,10 0-4 0,-10 0 4 0,8 1-1 16,-8-1-1-16,10 2 4 0,-10-2 0 0,9 3-1 16,-3-3-4-16,-6 0 2 0,11 2-2 0,-5 0 0 15,-6-2 4-15,9 1-1 0,-9-1 7 0,10 1-9 0,-10-1 2 16,8 3 1-16,-8-3-5 0,0 0-2 0,10-1 2 16,-10 1 0-16,9 2 2 0,-9-2-2 15,0 0 1-15,10 0 5 0,-10 0-10 0,8 1 8 0,-8-1 0 16,6 2 1-16,-6-2-3 0,0 0 1 0,13 0 6 0,-13 0-7 15,0 0-4-15,10 0 6 0,-10 0-3 16,7 1 0-16,-7-1 1 0,11 2-8 0,-11-2 8 16,10 1-1-16,-10-1 1 0,11 1 16 0,-11-1-18 0,10 1 1 15,-5 2 2-15,-5-3-2 0,9 1-5 0,-3 0 10 0,-6-1-3 0,12 2-4 16,-12-2 1-16,11 2-1 0,-6 0 2 0,-5-2-2 16,14 1 2-16,-7 1-1 0,-1-2 3 0,3 2 0 15,-1-1 0-15,-2 1-2 0,2 0 1 0,-8-2 0 16,19 3-4-16,-13 0 2 0,2-2 1 0,2 1 4 15,-2-2-6-15,2 1 0 0,3 1 0 0,-4 0 3 16,1 0-7-16,2 1-1 16,-2-2 9-16,-2 1-4 0,-2 0 2 0,3 0 1 15,1-2 1-15,0 3 1 0,-2-3-6 0,0 2-1 16,-1 0 4-16,1-1 3 0,1 1-5 0,-3-1-1 16,-6-1 2-16,16 0 3 0,-9 2 0 0,1-2-5 15,-8 0 2-15,17 0 6 0,-9 2-4 0,2-2 3 16,0 0-3-16,-1 1-3 0,-9-1 4 0,16 0-6 15,-4 0 1-15,-2 0 2 0,0 0 1 0,2 1-6 0,-2 1 23 0,-2-2-17 16,2-2-4-16,1 2 9 0,-3 2-6 0,-8-2-2 16,20 0 3-16,-9 0 3 0,-4 0-4 0,5 2-13 15,-4-2 9-15,2-2 10 0,-1 2-5 0,-9 0-5 16,18 0 13-16,-7 0-1 0,-3 0-13 0,2-2 5 16,0 2 15-16,-10 0-11 0,21 0-2 0,-12-1 4 15,2 1-5-15,-1 0 3 16,1-1-11-16,1 2-3 0,0-2 20 0,-1 1-7 15,1-2-6-15,-1 1 3 0,1 0 2 0,1 0 0 16,-3-1 1-16,4 1-5 0,-2 0-2 0,0 0 6 16,5-1-4-16,-4 2 2 0,-2-1 0 0,2-1 0 15,1 0-3-15,3 0 4 0,-5-1-2 0,-1 2 0 16,1 1 10-16,0-3-9 0,-1 2 0 0,1-1-1 16,-2 2-2-16,0-2 1 0,0 1 2 0,1-2-1 0,-1 2 1 15,-1-2 20-15,-1 2-21 0,1-2 5 0,2 1 4 0,-5-1-10 16,6 1-4-16,-2 1-1 0,0-1 5 15,1 0-3-15,0-1-1 0,-1-1 1 0,-1 2-1 16,-1 1 8-16,2-1-1 0,0 1-4 0,-1-2 8 0,0 1-12 16,2 0 7-16,-2 1 1 0,-1-2-4 0,0 1 0 15,0 1 1-15,-1-1-2 0,5-1 2 0,-2 0 2 0,0 2 3 16,3-2-7-16,-1-1 0 0,3 2-2 0,-4 1 7 0,1-2-4 16,-1 2-5-16,1-2 6 0,1 0-2 15,-3 1 4-15,0 0-2 0,0-1 0 0,1 0 5 16,-1-1-9-16,-1 3 9 0,0-3 8 0,-2 2-10 15,2-2-1-15,-1 1-1 0,0 1-3 0,1-1 4 0,-3-1-4 16,2-1 3 0,-2 4-1-16,3-3 2 0,-2 1-2 0,0 0 0 15,-2-1 2-15,3-1-1 0,-2 0 0 0,1 2 5 16,0-3-9-16,1-1 3 0,0 1-1 16,-2 2-1-16,2 0 5 0,-2-2-1 0,3 1-5 15,-5-1 3-15,3 1 0 0,1 0 2 0,1 0-6 16,-2-2 5-16,0 1-2 0,3 2 2 0,-3-3-1 15,-1 2 5-15,-1 0-6 0,4-1-1 0,-1-1 2 16,1 1 2-16,-2 1-2 0,-1-1 1 0,-1 1-9 0,1-1 8 16,2-1-4-16,1 0 4 0,-4 4 2 15,0-3-5-15,1 0 7 0,1-1-7 0,-1 1 3 16,4 0-3-16,-2 1 2 0,1-2-2 0,-5 1 8 0,6 0-7 16,-3-3-6-16,-1 4 3 0,0-2 4 0,2-1 1 15,0-1 0-15,-1 4 13 0,2-2-10 16,-2 0-3-16,-2 0-5 0,0 0 7 0,3 1-8 15,-3 0 8-15,1 1-2 0,0-1-5 0,0-3 10 0,-2 3-6 16,1 0-2-16,2-1 3 0,-3 2 3 0,1-3-5 16,1 1-1-16,-2 1 11 0,3-2-9 0,-2 2 1 15,0 0 0-15,-1 2 1 0,1-3-3 0,1 0 3 16,-1-1 0-16,2-1-6 0,-1 1 18 0,-2-1-16 16,3 0 2-16,-2 0 6 0,2 2-5 0,-3-2 0 15,1 1 15-15,-1-2-11 0,0 1-4 0,1 0 1 16,-1-1-3-16,-2 1 0 0,5 0 3 0,-4-2 0 15,0 2-3-15,1 0 1 0,-2 0-8 0,2-2 5 16,-1 1 6-16,1-1-3 0,1 3 0 0,-1-2 16 16,-1 3-14-16,1-1-1 0,0 2-4 0,-2-1 3 15,1-2 0-15,0 3 1 0,0-1 2 0,-1 0-1 16,-2 7-1-16,5-14-4 0,-3 6-1 0,0 1 9 16,1 1 2-16,-3 6-2 0,2-17-4 0,-1 10 2 15,1-1-4-15,-1-2 3 0,0 1-3 0,2 0 5 16,-2 0-1-16,3-1 0 0,-4 2 2 0,1 0-1 15,0-1-4-15,1 1 12 0,-2 8-14 0,0-15 4 16,-2 8-1-16,4-3 0 0,0 3 3 0,-2 7-3 16,-2-15-1-16,2 8 3 0,0 7 2 0,0-14-5 0,0 6 1 15,0 8 3-15,0-13-1 0,0 13-3 16,-2-11 2-16,2 3 0 0,0 8-8 0,-1-13 13 16,0 7-5-16,1 6 2 0,0-12-7 0,0 12 9 15,-2-12-3-15,0 5-4 0,2 7 6 0,-3-12-5 0,2 6 12 16,1 6-8-16,-4-14 0 0,3 6-8 15,-1 1 1-15,-1-1 2 0,-1-2 1 0,1 5 4 16,1-3-7-16,-2 0 2 0,2 1 1 0,-2-2 3 16,1 1-3-16,-1-2 2 0,0 1-1 0,-1-3 2 0,3 3 2 15,-3-1-4-15,-2 2 1 0,3-2 9 0,-1 2-11 16,1-1 1-16,-2 0 4 0,0-1-4 16,1 1-2-16,-1 0 5 0,1 0 0 0,0-1-6 15,2 2 6-15,-4-1-2 0,5 3-1 0,-2-1-1 0,1 1-2 16,-2 0 4-16,2-3-2 0,3 9 4 0,-5-11-5 15,0 1 1-15,3 4-1 0,-3-3 3 0,2 5-2 16,-1-3-3-16,0 1 2 0,4 6 2 0,-5-13 1 16,3 4 0-16,-1 4 0 0,3 5-6 0,-6-11 3 15,2 3 6-15,1 3-2 0,3 5-3 0,-4-13 3 16,2 8-3-16,-2-2 7 0,0 0-5 0,1 1 0 16,-3-1 0-16,3 0-6 0,-1 1 1 0,4 6 14 15,-7-15-10-15,3 11 0 0,3-3-1 0,1 7-1 16,-10-10 5-16,7 4-5 0,0 1-2 0,0-2 4 15,-1 2-1-15,0-1-5 0,-1 0 7 0,1 1-6 16,4 5 7-16,-7-10-1 0,3 5-1 0,0 0 3 0,1-2 8 16,-2 0-14-16,1 2 3 0,0-1 0 15,4 6 1-15,-11-8 1 0,5 2-3 0,2 1 4 16,0 2-1-16,-2-2-3 0,6 5-1 0,-10-9 11 16,3 5-7-16,3-2-5 0,-2 2 4 0,-2-1-1 0,3 0 5 15,-1 1-9-15,6 4 16 0,-9-10-16 16,2 2 1-16,0 5 2 0,3-3 1 0,-1 1-1 15,-1 2 0-15,0-2 0 0,-1 1-1 0,2-2 5 0,5 6-8 16,-12-7 4-16,4 0 5 0,1 3-10 0,0-1 2 16,2 2 6-16,-1-1-1 0,6 4 3 0,-12-8-2 15,8 3-4-15,-2 2 1 0,0-1 12 0,-2-2-15 16,-1 0 7-16,4 3-8 0,-1-3 4 0,-4 2 2 0,2 0 7 16,1 0-14-16,-3-3 1 0,1 3 5 0,-1-2-3 15,1 2 4-15,0-1-4 0,-1 0 8 0,0 0-4 0,0 1-2 16,0-1 0-16,1 0-1 0,-1 2 0 0,0-2 2 0,0 1-2 15,1-1 0-15,-4 2 6 0,4-2-6 0,-1 1 5 0,-3 0-3 16,4-1-3-16,-1 1 3 0,-3 0-3 0,3-1 0 16,-2 1 16-16,1-1-12 0,1 1-5 15,-2 0 4-15,1 0-3 0,0-1 2 0,-1 2 8 0,0 0-14 16,1-3 7-16,-1 3-4 0,1-1-2 0,-3 0 8 16,2 0-5-16,0 0-2 0,0 1 3 0,0-1-1 15,1 2 2 1,-7-2 0-16,6 2 2 0,-3-2 0 0,3 2-3 0,0-1-6 15,-1 0 8-15,0 2 2 0,2-2-9 0,-2 0 3 16,0 0 4-16,-1 1 2 0,1-1-7 0,2 2 3 16,-1 0 3-16,0-1 1 0,0-1 0 15,-2 1-5-15,4 0 3 0,-2 2 3 0,1-3-4 0,-1 0 0 16,2 1 4-16,0 0 0 0,0 0-7 0,1 1 5 16,-3-2 2-16,1 2-3 0,3-2 3 0,-2 1-1 0,-2-1-3 15,2 1-3-15,0 0 5 0,-2 1-4 0,2-1 1 16,-1 0 1-16,2 1-1 0,-3-2 1 0,2 1 3 0,1-1 0 15,-1 1-2-15,0-2 0 0,2 2 1 0,-3 0-2 16,0-1-1-16,1 2 2 0,0 0-2 0,1-1-2 16,1 0 3-16,-2 0-2 0,-2 1 4 0,2-1-2 15,0 1 1-15,10 1 1 16,-17-2 0-16,7 1-2 0,1 1-5 0,-2 0 6 16,0-1 11-16,1 1-10 0,0-2 0 0,10 2-4 15,-14-1 13-15,5 2-9 0,9-1-1 16,-17-1-7-16,10-1 4 0,-5 2-2 0,2 0 6 0,0 0 1 15,-2 0 0-15,2 2 0 0,2-2 2 0,-3-2-8 16,-1 1 2-16,1 1 0 0,-3 0 3 0,2 1-6 16,-2-1 3-16,3 0 2 0,-3 0-1 0,2 2 0 0,4-2-1 15,-1 0 3-15,-1 1 3 0,0-1-6 0,1 0 3 16,9 0 0-16,-20 0-1 0,9 2 3 0,0-2-5 16,2 0 0-16,-1 1 1 0,-2-1 1 0,1 1-3 15,-3-1 3-15,2 0 0 0,2 2 3 0,0-2 0 16,10 0-4-16,-16 0 0 0,10 0 0 0,6 0 4 0,-15 1-2 15,8 1-6 1,7-2 0-16,-15 1 5 0,7 0-2 0,8-1 2 16,-13 1-1-16,13-1 4 0,-13 4-3 0,6-3-6 15,7-1 6-15,-12 4 3 0,6-3-4 0,6-1 4 16,-13 3-6-16,13-3 4 0,-10 1 5 0,4 1-6 16,6-2 0-16,-13 1 1 0,7 1 1 0,-2-1 1 15,8-1-5-15,-14 3 4 0,7-2-3 0,1 2 0 16,-4-2 4-16,0 1-3 0,2-2 1 0,-1 2 1 0,1-1-4 0,8-1 2 15,-14 3 2-15,8-2-1 0,6-1-1 0,-12 1-2 16,6 2-1-16,6-3 7 0,-10 2-4 0,10-2 4 16,-12 2-3-16,12-2-2 0,-9 1-1 0,9-1 0 15,-7 3 14-15,7-3-13 0,0 0-1 0,0 0 3 16,-9 1-6-16,9-1 3 0,-9 2-3 0,9-2 4 16,-8 4 1-16,8-4-2 0,-6 3 10 0,6-3-10 0,-8 3 1 0,8-3 4 15,0 0-5-15,-11 3 2 0,11-3-1 0,-9 3 5 16,9-3-3-16,-9 3-4 0,9-3 5 0,-12 2-6 15,8 1 1-15,4-3 1 0,-9 2 6 0,9-2-1 16,0 0-2-16,-9 1-4 0,9-1 1 0,0 0 2 16,-11 2 1-16,11-2 1 0,-12 4-1 0,7-2 0 15,5-2-3-15,-12 1-1 16,12-1 7-16,-11 3-10 0,11-3 1 0,-7 1 6 16,7-1-3-16,-9 4 0 0,9-4 1 0,-7 2-1 15,7-2 6-15,0 0-3 0,-11 4-1 0,6-2 4 16,5-2-5-16,-10 4 2 0,10-4-5 0,-11 5 7 15,7-4-5-15,4-1 0 0,-11 5 1 0,6-4 2 16,5-1-1-16,-8 4 2 0,8-4-6 0,-6 4 5 16,6-4-1-16,-8 3 1 0,8-3-1 0,-10 6 1 0,10-6 0 0,-9 4-2 15,9-4 5-15,-8 3-3 0,8-3-2 0,-9 2 4 16,4 1-2-16,5-3 3 0,-8 3-6 0,8-3-2 16,-7 4 4-16,7-4 4 0,-10 4-3 0,10-4-4 15,-7 2 3-15,7-2 0 0,-5 3-1 0,5-3 1 16,-5 5-2-16,5-5 5 0,0 0-2 0,-8 4-1 15,8-4 0 1,0 0 10-16,-6 4-3 0,6-4-9 0,0 0 3 16,-5 6-3-16,5-6 3 0,-4 3-3 0,4-3 10 15,0 0-10-15,-4 7 0 0,4-7 0 0,0 0 6 0,-4 4-6 16,4-4-1-16,-4 5 2 0,4-5 3 0,0 0-2 16,-5 5 1-16,5-5-1 0,0 0-4 15,-6 5 5-15,6-5-2 0,0 0 3 0,-5 4 12 16,5-4-18-16,-4 5 6 0,4-5 0 0,-5 6-4 0,5-6 3 0,-8 6 3 15,8-6-2-15,-5 7-5 0,5-7-2 0,-6 5 6 16,6-5 0-16,-5 5 0 0,5-5 0 0,-7 7 1 0,3-5-4 16,4-2 1-16,-5 5 12 0,5-5-14 0,0 0 2 15,-9 9-4-15,9-9 3 0,-3 4 1 0,3-4 2 16,-6 5-2-16,6-5 10 0,0 0-11 0,-2 7 3 16,2-7 0-16,-7 5 8 0,7-5-10 0,0 0-1 0,-5 9 0 15,5-9 3-15,0 0-3 0,-5 5 5 0,5-5-6 16,0 0 12-16,-5 4-8 0,5-4-3 0,0 0-3 15,-4 5 0-15,4-5-1 0,0 0-2 0,0 0 0 16,-2 9 1-16,2-9-6 0,0 0 4 0,-4 6-3 16,4-6-2-16,0 0-9 0,-4 7 7 0,4-7-3 0,0 0 3 15,-3 9-19 1,3-9-18-16,-2 7-16 0,-2-1-9 0,-1 0-14 16,0-2-14-16,-3 3-24 0,0 1-22 0,3-1-21 15,-2-1-20-15,3 0-190 0,-5 0-415 0,5-1 183 16</inkml:trace>
  <inkml:trace contextRef="#ctx0" brushRef="#br0" timeOffset="45741.55">22371 9737 16 0,'-11'12'73'0,"0"3"-16"0,0-4 5 0,-1 3-4 0,2 3-5 16,-2-3-18-16,2 1-9 15,0-3-20-15,-2 2-18 0,2 3-51 16,-3-3-68-16,0 1 32 0</inkml:trace>
  <inkml:trace contextRef="#ctx0" brushRef="#br0" timeOffset="49895.52">23512 11271 55 0,'0'0'69'0,"0"0"0"0,0 0 0 0,-4-7-5 15,4 7-7-15,0 0 4 0,0 0-4 0,-2-6-10 16,2 6 10-16,0 0-17 0,0 0 16 0,0 0-6 0,-4-8 6 0,4 8-13 16,0 0 10-16,0 0-9 0,0 0 0 15,-3-7-5-15,3 7-2 0,0 0 2 0,-2-8 0 16,2 8 5-16,0 0-6 0,-4-5 4 0,4 5 8 0,0 0-14 15,0 0-2-15,0 0-6 0,0 0 1 0,0 0-8 16,0 0-3-16,0 0-2 0,0 0-2 0,0 0 0 16,0 0-5-1,0 0 3-15,0 0-1 0,0 0-1 0,0 0 0 0,0 0-5 16,0 0-3-16,0 0 7 0,0 0 1 0,0 0-3 0,-2 24 2 16,2-16 2-16,-2 1 5 0,-1-1 2 15,3 3 4-15,-1 0-4 0,0-1 0 0,-3 2-2 16,2 0 2-16,0 0-1 0,0 0 2 0,-1 4-6 0,-1-5-4 15,3 4 6-15,0-2 1 0,-1 5 7 0,1-5-2 16,0 2 2-16,-1 2-4 0,1 0 3 0,-1-1 2 16,0 0-4-16,-1-3-1 0,3 2 4 0,-2 0-5 0,0 1-1 15,1 0-1-15,1-4 2 0,-2 0-6 16,1 0 3-16,1 1-3 0,0-1-2 0,0 4 0 16,0-3 0-16,0-1-4 0,1 3 3 0,-1 0-1 15,2 3 0-15,-2-5-2 0,0 2 6 0,0 1-6 16,-2-4 5-16,1 5 8 0,1-1 7 0,-1-1-1 0,-1-2-3 0,2 1-6 15,-2-2 5-15,1 1-11 0,1-1 3 0,-2-1-2 16,0-1-1-16,0 1-3 0,0 1 3 0,2 0 1 0,1 0-2 16,-2-2-4-16,1 1 1 0,0-1 0 15,0 0 2-15,0-1-1 0,-2 4 3 0,2-3 1 16,-1-1-4-16,2 3-3 0,-1-3 3 0,-1 1 0 16,1 1 0-16,-1-1 1 15,2-2-1-15,-3 2 6 0,2 0-1 0,0 0 6 16,-2-1-2-16,0 2 0 0,2 0-2 0,-3 0 2 15,2-1-1-15,0 4-2 0,-2-2-2 0,2 0-1 16,-2-2 1-16,2 3-2 0,-1-3-1 0,0 2-3 16,0-2 4-16,2 2 0 0,-3-1-3 0,2-2 2 15,0 4-3-15,-1-4 4 0,2 1 3 0,-1-1-7 16,-3 1-2-16,3-2-1 0,1 2 4 0,-1-1-7 0,0-1 5 0,1 1 1 16,0 0-2-16,-2-3-2 0,2-6 4 0,0 16-2 15,0-10 1-15,0-6 2 0,0 14-2 0,-1-7-3 16,1-7 4-16,0 12-1 0,-1-5 2 0,-1 0 0 15,2-7-1-15,0 15-1 0,0-8-1 0,0-7-1 16,-1 12 7-16,1-12-3 0,0 12-1 0,0-7 1 16,0 4 5-16,0-9 0 15,0 16-5-15,-1-9 2 0,1-7 1 0,0 13-1 16,0-7 1-16,0-6-1 0,0 16 2 0,-2-8-1 16,1 1 2-16,0-2-2 0,1-7-3 15,0 12 17-15,-1-5-1 0,1-7-2 0,-2 13 0 0,2-6-1 16,0-7 1-16,-1 13-7 0,0-5 2 0,1 2 3 15,-2 0-1-15,2-1-3 0,-1-2 3 0,1-7-2 16,-2 16-4-16,0-8 1 0,4-1-3 0,-5 1 5 0,1 1-1 16,2 1 2-16,-2-3 0 0,2-7 3 0,-1 12-2 15,1-2-2-15,-1-4-6 0,1-6 3 0,-1 17 4 16,1-11-5-16,1 3 4 0,-2 0-3 0,1-9 4 0,0 14-4 16,-2-6 0-16,2 0-3 0,-1 2 1 0,-2-2-3 15,2 2 7-15,1-3-7 0,0-7 3 16,-1 17 2-16,0-10 0 15,1 0 0-15,-2 3-7 0,2 0 8 0,-1-1 1 16,0 0 1-16,1 0-1 0,-2 1 2 0,0-2-6 16,0 2 2-16,1-3-2 0,0 0 2 0,0 3 0 15,1-3 3-15,-2 2 3 0,2-9-4 0,-3 13-7 16,1-6 2-16,1 1-1 0,0-1 1 0,0 0-5 0,-1 2 2 16,1-2 9-16,-2 0-8 0,2 3 2 0,0-2 1 15,0 1-3-15,-2-1 5 0,2 2 0 0,-1-1-5 0,0 1 4 16,1-4-3-16,-1 4 7 0,0-3-7 0,-1 1 3 15,3-8 1-15,-4 13-5 0,3-9 3 0,1-4 0 16,-1 10-5-16,1-10 7 0,0 8-3 0,0-8-4 16,0 0-2-16,-3 8-6 0,3-8 9 0,0 0 3 15,0 0-5-15,0 0 0 0,0 0 2 0,-2 6 2 16,2-6-1-16,0 0-1 0,0 0 1 0,0 0 1 0,0 0 4 0,0 0-7 16,0 0 1-16,0 0-14 0,0 0-3 0,0 0-37 15,0 0-38-15,0 0-27 0,0 0-43 0,-12-20-38 16,8 9-34-16,2-1-38 0,-3-5-222 0,-3-7-528 15,4-1 235-15</inkml:trace>
  <inkml:trace contextRef="#ctx0" brushRef="#br0" timeOffset="50518.14">23437 12264 74 0,'0'0'89'0,"1"-8"7"15,-1 8-6-15,0 0 1 0,4-6-3 16,-4 6 6-16,0 0-13 0,0 0 1 0,0-10 11 0,0 10-5 0,0 0-8 16,0 0 2-16,0 0 2 0,0 0 0 0,0 0-6 15,0 0-3-15,0 0-8 0,0 0-2 0,0 0-6 16,0 0-6-16,0 0-9 0,0 0-2 0,0 0-5 15,0 0-2-15,0 0-10 0,0 0 5 0,0 0-3 0,-22 14-1 16,16-5-1-16,-1-1-4 0,-2-1-2 16,-2 2 1-16,3 1-4 15,0-3 1-15,-1 3 3 0,-1-1-3 0,3 1 0 16,-1-3 3-16,-2 2-5 0,2-3-4 0,2 1 3 16,0-1-4-16,1-2-2 0,0 1 2 0,5-5-3 15,-9 9 2-15,7-5-2 0,2-4 0 0,-7 6-7 16,7-6-9-16,-5 5-21 0,5-5-11 0,-4 6-17 15,4-6-15-15,0 0-20 0,0 0-11 0,0 0-20 16,0 0-23-16,0 0-115 0,0 0-283 0,0 0 124 0</inkml:trace>
  <inkml:trace contextRef="#ctx0" brushRef="#br0" timeOffset="50734.11">23388 12243 85 0,'10'0'117'0,"-10"0"6"0,0 0 1 16,10 10-6-16,-4-7-10 0,-1 2-12 15,3 0-5-15,0 2-5 0,0-2-12 0,0 2-7 16,0-2-2-16,1 2-4 0,1-1-15 0,0 2-11 0,0-3-27 16,-2 2-37-16,-1 0-30 0,1-1-39 15,-3 3-89-15,-1-4-202 0,0-1 90 0</inkml:trace>
  <inkml:trace contextRef="#ctx0" brushRef="#br0" timeOffset="51018.7">23863 12213 115 0,'0'0'216'0,"0"0"-7"0,0 0-6 0,0 0-9 0,5-5-10 16,-5 5-13-16,0 0-10 15,0 0-18-15,0 0-16 0,0 0-13 16,0 0-12-16,7-7-13 0,-7 7-5 0,6-1-9 0,-6 1-7 16,14-4-11-16,-3 0-5 0,1 1-4 0,5 1-15 0,-1-1-21 15,1 0-13-15,0 0-22 0,-4 2-24 16,1-1-25-16,-3-1-21 0,1 0-23 0,-1 3-21 15,-1-2-13-15,-2 0-13 0,0 2-114 0,-8 0-298 16,9-3 132-16</inkml:trace>
  <inkml:trace contextRef="#ctx0" brushRef="#br0" timeOffset="51665.85">24033 12163 7 0,'0'0'119'0,"-3"6"1"0,3-6 4 15,0 0 7-15,-2 17 5 0,2-5 4 0,-1-3-5 16,0 3-12-16,-1-1-12 0,1 8-7 0,0-4-3 16,0 3-9-16,-1-1-9 0,1-2-10 0,2 1-6 15,-2 0-3-15,0-4-3 0,1-1-6 0,1 1-7 0,0-3-2 0,-1 2-5 16,0-4-4-16,2 3-6 0,-2-10-3 0,0 9-2 16,0-9-3-16,2 12-1 0,-1-8-5 0,-1-4-1 15,2 6-1-15,-2-6-1 0,0 0-1 0,0 0-4 16,0 11 4-16,0-11 5 0,0 0-13 0,0 0-2 15,0 0-7-15,-9 3-7 0,9-3-2 0,-13-1-1 16,13 1 3-16,-10 1 0 0,10-1 6 0,-12 0-4 16,12 0 4-16,-10-1-3 0,10 1 2 0,0 0-3 15,-10-3 4-15,10 3-3 0,0 0 0 0,-8-1 0 16,8 1 3 0,0 0-1-16,0 0 4 0,0 0-5 0,-13 1 3 15,13-1-3-15,0 0 2 0,0 0 0 0,0 0 5 0,0 0-1 16,0 0 1-16,0 0-2 0,0 0 4 0,0 0-3 15,34-1-3-15,-22-1-11 0,1 1-12 0,2 0-17 16,2-2-9-16,1 1-18 0,1-1-12 0,-2 3-10 16,-3-3-11-16,2 1-4 0,-4 0 1 0,2 0-5 15,-1-2 5-15,0 1 9 0,-2 0 5 0,2 0 7 0,-4 1 11 16,-2 1 7-16,1-2 12 0,0-1 3 0,-2 2 10 16,1-2 11-16,-2 1 8 0,-5 3 10 0,9-7 20 15,-3 4 8-15,-6 3 23 0,8-5 7 0,-8 5 12 0,6-3 5 16,-6 3 9-16,4-4 5 0,-4 4 9 0,4-5 2 15,-4 5 8-15,0 0-3 0,0 0 5 0,6-5-9 16,-6 5-2-16,0 0-3 0,0 0-3 0,0 0-10 0,0 0-4 16,0 0 1-16,0 0 4 0,0 0 6 0,0 0 5 15,6 12-6-15,-6-12-2 0,0 10-4 0,2-2-8 16,-2-8-2-16,0 16-6 0,0-8-4 0,0 2-2 16,0-3-5-16,-2 3-4 0,1-2-4 0,1-8-7 15,1 13-1-15,-2-6-1 0,1-7-4 0,0 13 1 0,3-7-8 16,-3-6-19-1,0 10-27-15,0-10-29 0,0 10-24 0,0-10-28 16,0 9-22-16,0-9-21 0,0 7-13 0,0-7-13 16,0 0-134-16,0 0-342 0,0 0 152 0</inkml:trace>
  <inkml:trace contextRef="#ctx0" brushRef="#br0" timeOffset="52085.24">24350 12324 52 0,'7'-8'173'16,"3"1"1"-16,1-2 2 0,-1 3-6 0,0-1-6 16,1 2-11-16,-2 1-14 0,1 2-9 0,-5 2-7 15,-5 0-6-15,17 2-7 0,-11-2-10 0,1 4-7 16,-1 0-6-16,0 0-8 16,-1 1-5-16,-2 0-3 0,1 2-9 15,0-1-1-15,-3 0-3 0,1 1-9 0,-2-7-2 0,-2 11-8 16,2-11 1-16,-4 13-6 0,3-6-2 15,-3-2-2-15,2 1-1 0,-1-1-6 0,-2 0-1 16,-1 0 0-16,6-5-2 0,-9 10-3 0,5-7-1 0,0 1 1 16,4-4-5-16,-5 7-5 0,5-7 2 0,0 0-5 15,-8 6-4-15,8-6 3 0,-2 5 0 0,2-5-2 0,0 0 3 16,0 0-3-16,6 12 2 16,-6-12 1-16,6 6-2 0,-2-3-2 0,3 1 0 0,-2 1 1 15,2 0 1-15,-3-2-4 0,2 1 6 0,-2 1-6 16,-4-5 0-16,8 6-1 0,-8-6 3 0,5 6-1 15,-5-6 2-15,8 5-1 0,-8 0 3 0,0-5-2 16,1 8 2-16,-1-8 3 0,-6 6-3 16,6-6-4-16,-12 8 3 0,6-3-3 0,-2 0 0 0,1-2-10 15,-2 2-7-15,2 0-12 0,-3 0-27 0,-1-2-33 16,2 1-42-16,-3-1-40 0,2 1-51 0,-1-1-133 16,0-2-386-16,0 0 170 0</inkml:trace>
  <inkml:trace contextRef="#ctx0" brushRef="#br0" timeOffset="52250.67">24522 12501 56 0,'6'-1'149'15,"-6"1"-25"-15,0 0-31 0,0 0-24 0,0 0-26 0,0 0-37 0,0 0-29 16,-23 9-64-16,15-7-93 0,2 0 42 0</inkml:trace>
  <inkml:trace contextRef="#ctx0" brushRef="#br0" timeOffset="55489.94">23293 12964 25 0,'0'0'49'0,"-3"-5"-8"0,3 5 4 0,0 0 5 16,-4-7 2-16,4 7-2 0,0 0 4 0,-4-6-10 15,4 6 3-15,0 0 5 0,0 0-2 0,-4-7 4 16,4 7-10-16,0 0 2 0,0 0-6 0,-5-9 11 15,5 9-9-15,0 0 1 0,-1-6-6 0,1 6 15 0,0 0-10 0,0 0-2 16,0 0-5-16,0-10 6 0,0 10 5 0,0 0-3 16,-2-7 0-16,2 7-8 0,0 0-7 0,0 0-3 15,0 0-6-15,0 0-6 0,0 0-3 0,0 0-14 16,0 0-5-16,0 0-6 0,3-10-10 0,-3 10 0 16,0 0-4-16,0 0 1 0,0 0-20 0,0 0 10 15,9-3 2-15,-9 3 11 16,6-4-9-16,-6 4 6 0,7-1 6 0,-7 1-1 15,0 0 6-15,7-4-4 0,-7 4 8 16,0 0 4-16,0 0 9 0,8-3 10 0,-8 3-2 0,0 0-5 16,0 0 2-16,0 0 10 0,4-6-7 0,-4 6-1 15,0 0 12-15,0 0 14 0,0 0 0 0,0 0 8 16,0 0-19-16,0 0 13 0,0-10-5 0,0 10 9 16,0 0-6-16,0 0 1 0,0 0-4 0,0 0 6 0,1-7-9 0,-1 7 2 15,0 0 2-15,0 0-12 0,0 0 12 16,0 0-7-16,0 0 3 0,0 0-7 0,0 0-1 15,0 0-6-15,0 0 6 0,0 0-12 0,0 0 5 0,0 0 4 16,0 0-7-16,0 0-2 0,0 0-3 0,0 0-3 16,0 0 1-16,0 0 3 0,0 0 3 0,0 0 13 15,1 26 6-15,-1-26-3 0,0 10-5 0,2-4 2 0,-2-6 4 16,1 13 0-16,-1-6 12 0,0-7-9 0,3 14 2 0,-2-4 7 16,0-1-2-16,-1 3 0 0,1-2-6 15,1 0 2-15,-1 0-1 0,-1-2 1 0,4 3-2 16,-3 0-2-16,0 0-2 0,0-2 7 0,-1 3-3 0,3-2 2 15,-2 1 0-15,-1-1-5 0,3 1-2 0,-2-2 4 16,1 2-8 0,-1-3 1-16,0 1-9 0,-1 3 6 0,1-2-4 15,1-1 0-15,-1 1-1 0,0-1 0 0,-1-1 0 16,2 2 4-16,-1-1-9 0,1 1 2 0,-2-1-2 0,0 1 14 16,2-3-2-16,-2-7-2 0,2 13 0 0,-2-7 1 15,0-6-4-15,1 13 0 0,-1-13-1 0,0 12 2 16,0-6 0-16,0-6 0 0,0 12 5 15,-1-3 9-15,1-9-1 0,-2 11-2 0,2-3-2 0,0-8-6 0,-2 11 1 16,2-3-3-16,0-8 0 0,0 10-3 0,0-10 1 16,-1 13-1-16,0-8-2 0,1-5-2 0,0 12-2 15,0-12 4-15,0 12-1 0,-1-6 3 0,1-6-3 16,-3 11 6-16,3-5-6 0,0-6 4 0,-4 11-3 16,3-5 5-16,1-6-6 0,-1 8-2 0,1-8 3 15,-2 10-1-15,2-10-1 16,0 7 1-16,0-7-1 0,0 0-2 0,-1 9-2 15,1-9 1-15,0 0-2 0,-1 8 2 0,1-8-2 16,0 0 3-16,0 0-6 0,-2 9 3 0,2-9-1 16,0 0 1-16,-1 9-2 0,1-9 4 0,0 0-4 15,0 0 2-15,0 8 0 0,0-8-1 0,0 0 0 16,0 0-4-16,0 0 2 0,-3 7-1 0,3-7 4 16,0 0-3-16,0 0-1 0,0 0 5 0,0 0 1 0,0 0-7 0,0 0 0 15,0 0 2-15,0 0-3 0,0 8 1 0,0-8 4 16,0 0-5-16,0 0 1 0,0 0 1 0,0 0 0 15,0 0-2-15,0 0 6 0,0 0-4 0,0 0-1 16,0 0 4-16,0 0-3 0,0 0 1 0,0 0-2 16,0 0 1-16,0 0 0 0,0 0 3 15,0 0-5-15,0 0-1 0,0 0-11 0,0 0-13 0,0 0-8 0,0 0-9 0,0 0-10 16,0 0-9-16,0 0-5 0,0 0-10 16,0 0-11-16,0 0-7 0,0 0-19 0,0 0-11 15,0 0-32-15,0 0-21 0,0 0-22 0,0 0-155 16,0 0-383-16,0 0 170 0</inkml:trace>
  <inkml:trace contextRef="#ctx0" brushRef="#br0" timeOffset="56044.01">23359 13468 128 0,'0'0'151'0,"0"0"-3"0,0 0-6 0,0 0-10 0,-7-4-7 16,7 4-6-16,0 0-5 0,0 0-4 0,0 0-4 15,-13 2 2-15,13-2-11 0,0 0-10 0,-9 6-7 16,9-6-7-16,-6 4-5 0,6-4-8 0,-6 7 3 16,2-1 2-16,0-2-6 0,1 2-3 0,3-6-7 15,-5 10-2 1,3-3-3-16,2-7-1 0,-4 11-3 0,3-4-2 0,-2-1-2 15,3-6 2-15,-2 12 5 0,0-6-6 16,2-6 2-16,-1 11-5 0,1-4 3 0,0-7-5 16,3 10 0-16,-3-10 2 0,3 12-3 0,0-9-3 15,-3-3 2-15,6 8-1 0,-2-4-1 0,-4-4 1 16,9 6 1-16,-5-2 0 0,-4-4 4 0,14 3 3 16,-6 0 3-16,1-2-1 0,-2-1-5 0,5-1 3 0,-12 1 0 0,17-2-7 15,-9 1 4-15,0 0-6 0,0 0-3 0,-8 1 1 16,15-5 0-16,-7 3-6 0,-2-2 3 0,1-1-3 15,0 1 1-15,-1-2-5 0,0 2 4 0,-1-2-1 0,0-1-1 16,0 1 3-16,3-1-8 0,-6-3 1 0,1 2 0 16,-1-1-5-16,2 1 4 0,-3-2-2 15,2 1 1-15,-3 2 2 0,-3-3-8 0,1 0-3 0,-1 2 2 0,1 2 4 32,-2-4-4-32,0 5-3 0,-1 0-1 0,5 5 5 0,-10-9-5 0,3 5-2 0,0 1-2 0,-1 2-1 15,-2-1 2-15,-1 2-9 0,-2 2-11 0,1-1-15 16,-2 1-19-16,2 2-16 0,2-2-14 0,-2 3-20 15,0 0-22-15,0-1-26 0,0 3-29 0,3-1-25 16,0 1-35-16,-1-1-153 16,-1 0-429-16,2 0 189 0</inkml:trace>
  <inkml:trace contextRef="#ctx0" brushRef="#br0" timeOffset="57163.48">19806 13440 65 0,'-2'-10'163'0,"2"10"-9"0,0 0-10 16,0 0-7-16,0 0 3 0,0 0-17 0,0 0-4 16,0 0-13-16,0 0-8 0,0 0-10 0,0 0-11 15,-9-4-8-15,9 4 2 0,0 0-4 16,0 0-3-16,-16 13-1 0,9-8-9 0,2 4-1 16,-2-1-4-16,-1 0 1 0,2 0-4 0,-1 2 2 0,1 0-7 0,1 0-2 0,0-1-1 15,1 1-6-15,0 0 3 0,1-1-7 16,1-2-2-16,1 3 0 0,-1-3-2 0,2-7-2 15,2 14 0-15,-2-8 0 0,2 1-3 0,-2-7 1 16,4 11 0-16,-3-5-2 0,2-1-3 0,-3-5 3 16,9 7 0-16,-5-2-4 0,2-1 6 0,0-2 0 0,2-1 0 15,1 1 2 1,1-2 0-16,1 0-2 0,-1 0-2 0,1-5 0 16,-1 3 1-16,2-1-4 0,-1-1 0 0,0 0-2 0,0 0 2 15,-1-2 1-15,-1 0 0 0,0 1-4 0,-1-1 1 16,0 0 1-16,-2 1 11 0,-1-1-3 0,-1 0-5 15,0 1 7-15,-2-3-7 0,1 0 0 0,-1 1-2 16,-2-3-4-16,0 0 1 0,-1 1-4 0,-1-1 2 16,0 1-3-16,0 1-2 0,-1 1 4 0,-2-1-4 0,-1 0-1 15,-2 1-1-15,2 0 1 0,-2 1-1 0,-1-1-3 16,3 4 2-16,-2-1-5 0,1 2 3 0,-1 0-4 16,8 2 2-16,-16-1-5 0,16 1-4 0,-19 1-2 15,10 3-2-15,3-1-9 0,-6 1-13 0,5 2-16 16,0 1-5-16,-2-1-15 0,2 2-15 0,-1 1-22 15,3 0-36 1,1 1-30-16,0-1-39 0,-1 2-125 0,0-2-368 0,2-2 163 16</inkml:trace>
  <inkml:trace contextRef="#ctx0" brushRef="#br0" timeOffset="58296.95">19988 13545 22 0,'0'0'81'0,"-17"-1"-7"0,6 0-2 15,1 1-9-15,10 0-2 0,-16-2 3 0,9 2-2 16,7 0 0-16,-9 2 4 0,9-2-26 0,0 0-4 16,-11-2-4-16,11 2-8 0,0 0 1 0,0 0 1 15,0 0 4-15,0 0-9 0,0 0 21 0,0 0-4 16,0 0 3-16,0 0-9 0,0 0-3 0,0 0 8 15,32 9 0-15,-21-9 0 16,1 0 6-16,2 2-10 0,2-2 6 16,2 1-2-16,3-1-8 0,0 0 7 0,1-1 1 15,6 2-1-15,-1-1-2 0,0-1 0 0,2 1 0 16,2-2-7-16,-2 4 4 0,0-2-5 0,-1 0 1 0,1-2-4 16,-1 2 3-16,0 0-7 0,-9 0-2 0,2-1 0 15,1 1 0-15,-2 0 1 0,1 0-2 0,-2 0 1 16,-3 0 3-16,5 0 5 0,-2-2 1 0,-2 2-2 0,0-2 2 15,0 2-6-15,3-1 12 0,1 0 2 0,-2-1-2 16,9 0 2-16,-5 0-3 0,5 0 11 0,2 1-8 16,-2 0 0-16,-1-1-4 0,2 2 0 0,-8-1-4 15,8 1-5-15,0-2 1 0,-1 2-7 0,4 0 4 16,-2 0-3-16,3-1 2 0,-4 1-4 0,1-1 2 0,0 2 4 16,0-1-6-16,-1 0 4 0,1 0-2 0,-1-1-2 0,0 1 2 15,2 1 3-15,1-1 0 0,1 0-5 0,0 0 1 16,-1 0 0-16,4 1-1 0,-2-1 0 0,0 2-2 15,0-2 0-15,-2 0-1 0,-2 1-2 0,0 2 0 16,0-1-4-16,-2 1 1 0,-5-2 1 0,5 2-1 16,0-3 3-16,2 1-5 0,-4-1 1 0,2 0 3 15,-6 1-3-15,8 1 3 16,-2 1 0-16,3-4-1 0,-1 1 1 0,0 1 2 16,-4-2 0-16,4 1-1 0,-2-2 1 15,1 4-2-15,-1-4 2 0,2 2 1 0,0 0-1 0,0-2-2 16,-1 1 3-16,1 0-4 0,-2-1 2 0,-1 1-5 15,1 1 3-15,0-3 2 0,-1 2-4 0,1 2 1 16,0-2-2-16,-6 1 1 0,-1 0 0 0,6-1-2 16,3 1 2-16,2-1-5 0,-11 1 5 0,1-1-3 0,7-1 4 0,1 1-4 15,-3 1 0-15,0-2 3 0,-6 1-1 0,2 1-4 16,4-3 5-16,-6 5-3 0,7-4-1 0,-2 1 3 16,-4 0-2-16,-1 1 0 0,-4-1-2 0,12 1 1 15,-8 0 4-15,0 0-4 0,2 1 2 0,-3-1-1 16,1 1 0-16,-2-2 2 0,1 1 0 0,-3-1-4 15,-3 1 1 1,-1 0 0-16,-2 1-2 0,2-1 1 0,-3 1 1 16,3 0 1-16,-5-1-1 0,2-1 4 0,-10 1-3 15,14 0-1-15,-14 0 3 0,10 1-3 0,-2-1 2 0,-8 0 2 16,11 0-1-16,-11 0 2 0,11 0 1 0,-11 0 1 16,7 0-1-16,-7 0 2 0,0 0 0 15,0 0-2-15,12-1 3 0,-12 1 0 0,0 0-2 16,0 0 1-16,0 0-2 0,7-1-1 0,-7 1 1 0,0 0-5 0,0 0-5 15,0 0-16-15,0 0-21 0,0 0-20 0,0 0-29 16,0 0-36-16,0 0-49 0,0 0-37 0,0 0-31 16,0 0-129-16,0 0-402 0,0 0 179 0</inkml:trace>
  <inkml:trace contextRef="#ctx0" brushRef="#br0" timeOffset="59896.49">23530 13589 7 0,'0'0'92'0,"0"0"-6"16,0 0-12-16,0 0 2 0,0 0-7 0,0 0-1 15,0 0 5-15,0 0-10 0,0 0 4 0,0 0-6 16,0 0 1-16,0 0-12 0,0 0 4 0,0 0-2 0,0 0-10 0,0 0-1 15,0 0-1-15,0 0-10 0,27-6 2 0,-27 6 3 16,13-2 1-16,-6 2 8 0,3 0-5 16,-1 0 5-16,0 0-7 0,4-2 1 0,-3 2-2 15,3-2 5-15,0 2 0 0,5-1 1 0,1-2-2 0,1 2 3 16,1 1-1-16,-1-1 3 0,1-1-1 0,0 1-1 16,6 1-3-1,-5 0-4-15,-2-2 1 0,2 2-4 0,0 0 2 16,0-2 0-16,0 1-2 0,-1 0-3 0,2-2 1 15,5 2 0-15,-8 1-4 0,0-3 0 0,1 2 0 16,0 0-1-16,-1-2 1 0,2 3-1 0,0-3 6 16,5 1 0-16,2 0 0 0,2-1-3 0,-1-1-1 15,1 2 2-15,-4-1-7 0,3 2-3 0,-1-2-2 16,-1 2 0-16,-5-1-4 0,5 0 2 0,1 2-4 16,3-1 1-16,-4-1-3 0,3 1 4 0,-2 0-2 15,2-2-1-15,-3 3 3 0,2-3-2 0,-2 3 2 16,1 0 0-16,-1-2-3 0,2 0 3 0,-2 0-3 15,4 1 2-15,-7-1 1 0,6 2 0 0,1 0-4 0,-3-1 5 16,-1-1-2-16,1 2 1 0,2-1-4 0,-4 1 2 16,2-3-3-16,-9 3 0 0,7-1 1 15,0 0-1-15,2 0 2 0,-9 1 1 0,8-2-2 16,1 1 2-16,-10 1 5 0,3-2-10 0,0 1 2 16,-2 0 0-16,2 1 1 0,-3-2-1 0,0 2 1 15,4-1 0-15,-4-1-1 0,0-1 3 0,3 1-5 16,-1 0 0-16,9 1 2 0,-2 0-3 0,-1-1 1 15,0-1 1-15,2 1-2 0,-2-1 2 0,2 1-1 16,-10 0-4-16,2 1 5 0,6 0-4 0,-4 0 1 0,-2 0 2 16,6-2-4-16,-5 2 6 0,7-1-3 15,-8 2-2-15,8-4 1 0,-2 2 0 0,-6 2 0 16,0 0 1-16,6 0-1 0,-4 0-2 0,4-1 3 16,2-2-3-16,-9 3 0 0,1-1 2 0,10-2-4 0,-9 3 1 15,0 0 0-15,-1-1-1 0,8-1 2 0,-8 2-1 16,0-2 2-16,2 1-5 0,6-1 4 0,-10 2 0 15,2-2-1-15,0 1 1 0,2 0-2 16,-4 0 1-16,0 1 1 0,-1-2-3 0,-3 2 1 16,-2 0 2-16,4-1-4 0,3-1 1 0,-7 1 2 0,5 1-4 15,-5-1-1-15,-1-1 7 0,2 2 0 0,-1-2-1 16,0 1-1-16,-2 0-3 0,4-1 3 0,-5 1-1 16,3 1 1-16,-1-3 2 0,-1 3-5 15,0 0 4-15,1-3-3 0,1 3 3 0,1-3-2 0,-3 2-2 16,5-2 0-16,-1 3 1 0,-4-2-2 0,1 0 2 15,1 1 3-15,-1 0-5 0,-1-2 1 0,0 2 0 16,3-1 2-16,1 2-1 0,-1-3 0 0,1 2 2 16,-1-2-2-16,-3 0 1 0,10 0-1 0,-9 2-3 15,9-1 5-15,-10 1-1 0,7-2-3 0,-2 2 4 16,-2 0-3-16,-1-2-1 0,-1 2 2 0,1-1 0 16,0 1 3-16,-1-1-6 0,0 1 6 0,1 1-3 15,-3-1 0-15,3-2 2 0,-1 3-2 0,1-3-2 16,-2 2 1-16,3-2-1 0,-3 1 0 0,1 0 2 15,-3 1 6-15,-3 1-7 0,-6 0 1 0,16-1 0 16,-9 1-3-16,2-1 9 0,-9 1-4 0,16-3-6 16,-8 3 5-16,-1-1 0 0,-7 1-2 0,18-2-1 15,-11 1 0-15,2 0-2 0,-9 1 4 0,14-2 3 16,-8 1-4-16,-6 1 6 0,15-3-6 0,-9 2 1 16,-6 1 2-16,17-1-4 0,-10 1-1 0,5-1 3 15,-4 0 1-15,1-1-3 0,-9 2 2 0,20-1-2 16,-15 0 3-16,6 1-2 0,-2-2 0 0,-2 2-1 15,-7 0 2-15,16 0-3 0,-7-1 5 0,-9 1-1 16,17-1-2-16,-9-1 2 0,-8 2 1 0,14-1-1 16,-9 1-1-16,-5 0 0 0,14 0 5 0,-14 0 2 15,13-2-2-15,-7 2 0 0,-6 0 1 0,14-3-1 16,-5 2 0-16,-2 0 2 0,3-2 1 0,0 3-4 16,-1-2 1-16,3 2 1 0,-12 0-1 0,15-1 1 15,-8 0-1-15,2 0 0 0,-9 1 7 0,16-2-8 16,-9 2 3-16,-7 0 0 0,11 0 6 0,-11 0-10 15,8-2 4-15,-8 2 4 0,8-2 0 0,-8 2 4 16,0 0 0-16,0 0-4 0,0 0 1 0,9 0 2 16,-9 0 0-16,0 0 0 0,0 0-1 0,0 0-1 15,0 0-3-15,0 0-1 0,0 0-2 0,9 0-3 16,-9 0 5-16,0 0-5 0,0 0 2 0,0 0-2 16,0 0-3-16,0 0 2 0,0 0 8 0,0 0-21 0,0 0-7 15,0 0-14-15,0 0-16 0,0 0-14 16,0 0-13-16,0 0-23 0,0 0-21 0,0 0-33 15,0 0-29-15,0 0-17 0,0 0-14 0,0 0-12 0,0 0-144 16,0 0-398-16,0 0 176 0</inkml:trace>
  <inkml:trace contextRef="#ctx0" brushRef="#br0" timeOffset="60387.21">27948 13252 22 0,'0'0'173'0,"0"0"-8"0,0 0-6 16,0 0-8-16,0 0-13 15,0 0-6-15,-18-9 3 0,18 9-20 0,0 0-6 16,-14 4-3-16,14-4-5 0,-9 3-5 0,9-3-6 16,-9 3-7-16,3-1-9 0,6-2-6 0,-8 5-7 15,8-5-8-15,-8 6-1 0,8-6-3 0,-8 5-2 16,3-1-1-16,1 0 3 0,-1 0 1 0,5-4-6 15,-7 10-3-15,4-5-3 0,-3 0-2 0,6-5-3 16,-4 9-1-16,0-3-1 0,3 0-1 0,1-6-3 0,-5 10-2 0,3-3 0 16,2-7 3-16,-2 9-5 0,2-9-1 0,0 10-1 15,0-10-3-15,4 8 4 0,1-3 1 0,-5-5 1 16,5 6 4-16,-1-3 3 0,2 0 2 0,-6-3 3 16,13 4 3-16,-7-3-2 0,5 1-2 0,-4-2-2 15,6 2-5-15,-2-2-1 0,0-2-3 0,1 0 5 16,-1 2-2-16,-4-1 3 0,2-1-5 0,-9 2 1 0,16-5-3 0,-10 4 2 15,3-3 1-15,-9 4 7 0,9-9-7 16,-3 3-1-16,-1 1-1 0,0-2-4 0,-1 1 1 16,-1 1 10-16,-3-4-12 0,0 9 1 0,2-16-4 15,-2 9 1-15,-2-2-7 0,2 9 1 0,-5-12-1 0,-2 3-3 16,0 1-1-16,-1-1-1 0,3 4-2 0,-4 0-2 16,0-2-5-16,4 4-8 15,-3-1-18-15,-2 1-15 0,1 0-21 16,1 1-16-16,8 2-26 0,-16-2-30 0,12 0-34 15,4 2-42-15,-9-1-37 0,9 1-185 0,0 0-471 16,0 0 208-16</inkml:trace>
  <inkml:trace contextRef="#ctx0" brushRef="#br0" timeOffset="61801.48">27710 9783 9 0,'0'0'61'0,"0"0"3"0,-12 2-3 0,12-2-3 0,0 0 3 15,-9 2 3-15,9-2-17 0,-6 3 6 0,6-3 9 16,-6 4 0-16,6-4-5 0,-10 5 1 16,6-1 1-16,4-4-14 0,-9 3 0 0,9-3 14 15,-9 7-2-15,4-2-9 0,2-1 6 0,-1 1 4 0,0 0-3 16,-1 0 1-16,1 0-7 0,2 0-14 0,2-5 7 15,-5 9 5-15,1-4-7 0,4-5 2 16,-3 10-5-16,3-10-6 0,-2 9 4 0,2-9-8 0,0 0 1 16,0 10 3-16,0-10 2 0,7 7 0 0,-7-7 6 15,7 6-1-15,-1-4 0 0,1 2-3 0,-1-2-1 16,-6-2 2-16,14 3-1 0,-7-4-4 0,4 3 7 16,-3-2-1-16,-2 1-3 0,-6-1-2 0,13 0 2 15,-3 0-4-15,-10 0 0 0,13-2-5 0,-7 1 3 16,-6 1-5-16,14-3 2 0,-14 3-1 0,9-5 7 15,-4 1-8-15,-5 4 3 0,8-4 6 0,-3 1-5 16,-5 3-1-16,5-9-4 0,-3 5 0 0,0-2-3 16,-2 6-2-16,6-8 3 0,-6 8 2 0,3-11-2 15,-1 5-4-15,-2 6 2 0,2-11-2 0,-2 11 4 16,0-12-2-16,0 7 0 0,0 5-2 0,0-12 1 16,0 12-3-16,-2-9-3 0,2 9 0 0,-4-9 1 15,4 9-3-15,-2-6-1 0,2 6-3 0,-5-5 1 16,5 5-2-16,-4-7-2 0,4 7-5 0,0 0-8 15,-12-2-8-15,12 2-11 0,-13 2-23 0,13-2-20 16,-17 5-22-16,7-1-33 0,1 2-21 0,0-1-37 16,0 4-179-16,0-4-396 0,1 1 175 0</inkml:trace>
  <inkml:trace contextRef="#ctx0" brushRef="#br0" timeOffset="65260.63">27806 10183 70 0,'-4'-8'155'0,"4"8"-8"0,-2-7-1 16,2 7-17 0,-2-10-4-16,2 10 1 0,-2-8-8 0,2 8-5 15,-3-6-7-15,3 6-7 0,-5-7-9 0,5 7-4 16,0 0-8-16,-2-9-3 0,2 9-9 0,0 0 4 0,-4-5-10 16,4 5-11-16,0 0-1 0,0 0-5 15,0 0-7-15,0 0 1 0,0 0-9 0,0 0-3 16,0 0-4-16,-2-6-3 0,2 6 3 0,0 0-5 15,0 0-2-15,0 0 1 0,0 0-3 0,0 0 1 0,0 0-5 0,0 0-1 16,0 0-2-16,0 0 1 0,0 0-1 0,0 0-1 16,0 0 0-16,0 0-1 0,0 0-5 0,0 0 5 15,0 0-3-15,0 0 2 0,0 0-1 0,0 0-1 0,0 0 6 16,0 0-2-16,1 22 1 0,-1-22 4 16,1 10-3-16,-1-10 5 0,-1 10-2 0,1-10 5 15,0 12-3-15,0-5 0 0,0-7-7 0,0 14 9 0,0-5 0 0,-1 1-1 16,0 1 0-16,1 0 3 0,-1-1-2 0,-2 1 1 15,3 0 3-15,0 0-1 0,-2 0-1 0,2-2 1 16,-2 2-2-16,2-1-2 0,-2 0-1 0,2-2-1 16,0 2 0-16,0-2 4 0,-2 1-1 0,0 0 0 15,2 1-1 1,-4-1 0-16,4 1 4 0,0-3-3 0,0-7-2 16,0 16-5-16,0-6 6 0,0-1-3 0,0-1-1 15,-2 0 1-15,2 1-2 0,0 1 4 0,0-1-4 16,0-9 5-16,2 15-3 0,-2-7 8 0,0-1-11 15,0 0 1-15,0-7 1 0,0 16-3 0,0-10 0 16,0 1 3-16,0 1-7 0,0-8 5 0,-2 14-2 16,2-7 1-16,0-7 2 0,0 13-1 0,0-6-3 15,-2 0 4-15,2-7-3 0,-2 14 1 0,2-5-2 16,-2-3 1-16,2-6 1 0,-1 13 0 0,1-5 0 16,-2-2-1-16,2-6 0 0,0 14 10 0,0-7-4 15,0-7 1-15,-2 11-2 0,2-11-1 0,-2 11-2 16,2-11 5-16,0 8-5 0,0-8 2 0,0 0 0 15,0 10-2-15,0-10-4 0,0 0 3 0,0 0-2 16,0 0 0-16,0 8 2 0,0-8 1 0,0 0-4 16,0 0 3-16,0 0-2 0,0 0-3 0,0 0 3 15,0 0 2-15,0 0-7 0,0 0 7 0,0 0-4 16,0 0 2-16,0 0-1 0,0 0-7 0,0 7-7 16,0-7-8-16,0 0-16 0,0 0-11 0,0 0-10 15,0 0-8-15,0 0-14 0,0 0-6 0,0 0-19 16,0 0-6-16,0 0-5 0,0 0-8 0,0 0-27 15,0 0-33-15,0 0-133 0,0 0-340 0,0 0 151 0</inkml:trace>
  <inkml:trace contextRef="#ctx0" brushRef="#br0" timeOffset="67050.62">27775 10417 39 0,'0'0'150'0,"0"-9"-21"0,0 9 3 0,0 0-3 16,0 0-10-16,0 0-4 0,0 0-8 0,0 0-6 16,0 0-15-16,0 0-6 0,0 0-4 0,0 0-8 15,0 0 3-15,0 0-15 0,0 0 9 0,0 0 0 16,0 0 2-16,0 0-6 0,0 24-10 0,0-24 0 16,0 15 4-16,3-4 0 0,-3-2-7 0,1 1 0 15,-1-1-2-15,0 2-5 0,-1-1 2 0,1 1 4 16,0 0-4-16,0-1-4 0,-3 0 0 0,6 0 0 15,-3 2 4-15,0-4-5 0,0 3 3 0,0 0-9 16,-3 1-3-16,3-1 0 0,3 0-8 0,-3 0 6 16,-3 1 3-16,3-1-4 0,0 2-3 0,-2-1 0 15,2-2-2-15,-2 1-3 0,2 4 1 0,-2-1-3 16,2 0 2-16,-2-1 8 0,0-3-4 0,-2 1 1 16,2 0-4-16,2 0 2 0,-2 1-5 0,1-2 0 15,0 1 1-15,-1 0-2 0,0 2 0 0,-1-5 1 16,1 3-1-16,-1-1-3 0,2 0-1 0,-1 0 9 15,1 1 2-15,-1 1-3 0,2-2 2 0,-2-1-1 16,-1 0-2-16,3 1-1 0,0-1-4 0,-2 1 9 16,1-1-10-16,0 0-1 0,1-1 0 0,-1-1 4 15,1 3-4-15,0-2 2 0,-2-1 2 0,0 4 1 16,2-2-3-16,0-1-2 0,0-8 1 0,-2 15 4 0,0-9-5 16,2-6 1-16,0 17 1 0,0-8-1 0,-2 1-2 15,2 0-3-15,-1-1 9 0,1 2-5 0,-1-1 0 0,0-2-7 16,1 2 8-16,-2 1-6 0,0-1 3 0,2-1-2 15,0 1-2-15,-2-1 4 0,0 1-2 0,2-1 0 16,0 1-1-16,-2 0-4 0,1 1 2 16,2-1 1-16,-2 0-5 0,-2 2 7 0,3-1-5 0,0 1 1 15,0-2 4-15,0 3-5 0,-2-3 1 0,2 1 1 0,-2 0 1 16,4 1 1-16,-4 5 4 0,2-5-3 0,0 5-5 16,0-6 7-16,0 5-3 0,0-4 3 0,-2 4-4 15,0-6 2-15,2 3 1 0,0 0-1 0,0 3-1 16,0-4 3-16,0 1-3 0,0-2-2 0,-1 1 0 15,-1 1 2-15,2 4 0 0,-1-3 3 0,0 1-2 16,1-3 4-16,-2 1-8 16,0 2 4-16,2-4-3 0,0 2 3 0,0 3 0 15,0-6-2-15,0 4-1 0,0 1 1 0,0-3 3 0,0 1-4 16,0 0 1-16,-2-2-3 0,2 1 2 16,-2 1 6-16,2-2-3 0,0 1 0 0,0 1 2 15,0-1 0-15,0 1 2 0,-1 0-4 0,0-1 0 16,2 0 7-16,-2 0-8 0,1 0 8 0,-2 0-3 0,2-2-5 15,0 1 6-15,0 0-4 0,0 0-2 0,-1 1 5 0,1-3-4 16,-2 3 5-16,2-3-5 0,0 4 1 0,0-3 0 16,-3 2 1-16,3-1-1 0,-2-2-1 0,2 2 0 15,0 1 0-15,-2-2 8 0,1 2-3 0,2-2 6 16,-2 3-6-16,0 3-3 0,1-4-6 0,-2-2 5 16,1 3-4-16,-1-3 6 0,2 4-4 0,0-5 3 15,-2 4-1-15,2 0 1 0,-2-1-6 0,0-1 2 0,1 1-3 0,0-3 1 16,-1 2-7-16,1 0 10 0,-1 0 1 0,2 2 6 15,0-3-6-15,-2 2 7 0,-1-2-2 0,3 0 0 16,-2 0-6-16,1 2 5 0,0-3-4 0,-2 1 0 16,3-1-2-16,-2 1-2 0,2 1-1 0,-4-2 7 15,3 3-7-15,1-2 1 0,-2 2-1 0,0 0 4 16,0-2-5-16,0 2 4 16,2-2 1-16,-4 6-1 0,3-4-5 15,-3 0 17-15,3-1-17 0,-3 0 1 0,2 3-2 0,0-2 6 16,-1 2-4-16,1-2 6 0,-2 0-17 0,4 0 32 15,-4 4-20-15,3-5-3 0,-3 2 0 0,4-1-3 16,-5-1 8-16,3 1 3 0,0-1-5 0,0 2 2 16,-1-1-2-16,3 0 0 0,-2 0-2 0,0-2-2 15,0 1 6-15,2 0-4 0,-3 0-4 0,2-1 3 0,-2-1 2 16,3 1 1-16,-2 0-1 0,2 1 4 0,0 0-2 16,-2-1-5-16,0-1 1 0,2 0 0 0,-3-2 5 15,3-7-5-15,-1 14 2 0,1-8 0 0,0-6 0 0,-1 10 4 16,1-10-8-16,1 8 4 0,-1-8-5 0,0 0 10 15,0 0-1-15,-1 12-5 0,1-12 3 0,0 0 12 16,0 0-9 0,0 0-7-16,0 0 8 0,0 8 7 0,0-8 13 0,0 0 5 15,0 0 3-15,0 0 3 0,0 0 2 16,0 0 5-16,0 0-1 0,0 0-3 0,0 0 0 0,0 0 4 16,0 0-6-16,0 0 1 0,0 0-1 15,0 0-9-15,0 0-4 0,0 0-4 0,0 0 10 0,0 0-15 16,0 0 0-16,0 0 4 0,0 0-5 0,0 0-3 15,0 0-7-15,0 0 11 0,11-20-8 0,-11 20-3 0,4-5 0 16,-4 5 2-16,5-3-2 0,-5 3 2 0,7-5-4 16,-7 5 1-16,6-4-3 0,-6 4 4 0,9-4-4 0,-9 4-4 15,5-3 1-15,-5 3 2 0,8-4-10 0,-8 4 13 16,5-7-2-16,0 4 6 0,-5 3-8 16,0 0-2-16,7-3 1 0,-7 3 6 0,0 0-4 0,7-4 3 15,-7 4-1-15,0 0-3 0,0 0 4 0,0 0-3 0,6-7 4 16,-6 7 6-16,0 0-14 0,7-4 1 0,-7 4 2 15,4-4-1-15,-4 4 2 0,8-6 2 0,-8 6-6 0,6-3 5 16,-6 3 2-16,6-7-10 0,-6 7 6 0,5-5 1 16,-5 5-1-16,7-5-1 0,-7 5-1 0,7-4 6 31,-7 4-4-31,6-6 1 0,-6 6 2 0,7-7 2 16,-3 3-5-16,-4 4 3 0,8-6-11 0,-8 6 10 15,6-4-2-15,-6 4-3 0,6-5-10 0,-6 5-13 16,0 0-11-16,0 0-17 0,3-5-16 0,-3 5-23 15,0 0-22-15,0 0-28 0,0 0-27 16,0 0-27-16,-7-10-17 0,7 10-24 0,-11-4-23 0,11 4-20 16,-13-2-21-16,4 2-209 0,9 0-553 0,-15 0 245 15</inkml:trace>
  <inkml:trace contextRef="#ctx0" brushRef="#br0" timeOffset="67286.39">27516 12989 36 0,'0'0'180'0,"-13"-3"-8"0,13 3-10 0,-9-3-13 15,9 3-6-15,-11-1 0 0,11 1-3 0,-11-3-2 16,11 3-9-16,-9-3-12 0,3 0-13 0,6 3-8 16,-12-4-10-16,5 1-10 0,7 3-5 0,-9-3-9 15,2 0-5-15,7 3-4 0,-9-3-5 0,9 3-24 16,-8-7-23-16,5 3-20 0,3 4-25 0,-9-10-26 15,7 5-15-15,2 5-33 0,-3-13-43 0,-1 6-121 16,2-4-305-16,-1 0 135 0</inkml:trace>
  <inkml:trace contextRef="#ctx0" brushRef="#br0" timeOffset="68035.53">27868 10268 100 0,'2'-7'139'0,"-2"7"2"16,0 0-3-16,0 0-11 0,0 0-1 0,1-7-13 15,-1 7-6-15,0 0-15 0,0 0-10 0,0 0-6 0,0 0-8 0,0 0-5 0,-17-1-6 16,17 1-13-16,-16 6 3 16,8-3-5-16,-3 6-1 0,-1-4-10 0,1 2 1 15,-1 0-2-15,-1 3 0 0,-3-1-6 0,1-1-1 0,0 1 3 0,4-4-10 0,1 1-7 16,-2 0-22-16,3 0-19 0,1-1-24 15,2-1-25-15,0 2-16 0,1-5-18 0,1 3-27 16,-2 0-73-16,6-4-233 0,-10 2 104 0</inkml:trace>
  <inkml:trace contextRef="#ctx0" brushRef="#br0" timeOffset="68249.56">27800 10233 103 0,'11'3'143'0,"-11"-3"-8"15,11 1-7-15,-4 2-14 0,0-1-17 0,0 2 0 16,-3-1-8-16,3 0-10 0,2 3-14 0,-1 1 5 16,-1-1-9-16,0 0-15 0,3 2-17 0,-4 1-5 15,1 0-19-15,1 0-31 0,2 2-17 0,-1 1-17 16,1 2-27-16,4 2-92 0,-5-2-193 0,3 1 86 15</inkml:trace>
  <inkml:trace contextRef="#ctx0" brushRef="#br0" timeOffset="68865.92">28240 11320 174 0,'0'-11'192'0,"0"11"-4"0,0-8-2 16,0 8-11-16,0 0-22 0,-2-9-16 15,2 9-17-15,0 0-9 0,0 0-13 0,0 0-11 0,0 0-11 0,0 0 3 16,0 0-9-16,0 0-3 0,21 16-7 0,-17-6-5 16,5 0 1-16,-1 1-8 0,1 4-5 0,-2-2 2 15,0-2-2-15,1-1-8 0,2 6-2 0,-3-3 0 16,-1-2-7-16,-1 0-3 0,1 0 0 0,3 3 0 15,-4-5-1-15,2 3-4 0,-3-4-1 0,1 0-2 16,2 1 1-16,-5-4-4 16,4 2 2-16,-4 0-2 0,1-3-6 0,-3-4 4 15,6 8-2-15,-3-3 2 0,-3-5-2 0,4 7 3 16,-4-7 11-16,5 3 8 0,-5-3 14 0,0 0 5 16,0 0-2-16,7 2-1 0,-7-2-4 0,9-9-5 15,-3 1-5-15,1 0 0 0,1-2-3 0,2-3-6 16,0-1 0-16,0 1 2 0,1-3-7 0,3 0 0 15,-3-2-3-15,3-2-1 0,3-1-6 0,-5 4 0 0,0 0 2 16,1 1-4-16,-3 0 4 0,2 0-3 0,-3 2-3 0,-3 3 2 16,2 1 0-16,-2 2-2 0,-1 0 1 0,-1 2-1 15,0-1-11-15,0 4-17 0,-4 3-20 0,4-8-12 16,-4 8-11-16,0 0-1 0,0 0-14 0,0 0-14 16,0 0-39-16,0 0-13 0,-4 27-34 0,0-16-30 15,-4 0-146 1,-1 3-386-16,0-1 171 0</inkml:trace>
  <inkml:trace contextRef="#ctx0" brushRef="#br0" timeOffset="69166.38">28790 11514 154 0,'0'0'224'0,"0"0"-6"0,-3-9-6 16,3 9-18-16,0 0-9 0,0 0-19 16,0 0-14-16,-4-9-16 0,4 9-11 0,0 0-13 15,0 0-13-15,0 0-10 0,-20 11-5 0,14-8-10 0,0 5-6 16,-2 0-5-16,0 1-5 0,1-1-11 0,1 2 0 16,1-1-6-16,0 0-4 0,0 1-2 0,2 0-3 15,2 0-4-15,0 0-1 0,1 0-3 0,1-1-1 16,1 1-1-16,2-1-3 0,3 0 0 0,0-2-10 15,1 1-18-15,0 0-11 0,3-1-27 0,-2-1-29 0,1-1-24 16,3 0-36-16,0-2-16 0,-1 1-9 0,0-1-20 16,-2-3-143-16,1 2-350 0,0-4 154 0</inkml:trace>
  <inkml:trace contextRef="#ctx0" brushRef="#br0" timeOffset="69413.5">29048 11545 128 0,'4'-6'189'0,"-2"-1"3"0,3 1 2 0,-5 6-1 0,4-9-11 16,-4 9-10-16,3-5-18 0,-3 5-15 0,0 0-17 16,0 0-9-16,0 0-9 0,0 0 15 0,0 0-7 15,5 24-9-15,-7-14-7 0,0 3-2 0,2 1-8 16,-1-1-3-16,-2 2-6 0,1 3-6 0,2-7-6 16,-2 6-7-16,1 0-4 0,1-5-10 15,-3 0-1-15,3-1-1 16,-1 1-6-16,1-1 1 0,0 0-8 0,-1-1-21 0,1-1-23 15,-1-1-23-15,0 1-23 0,1-9-32 0,-2 13-18 16,1-8-38-16,1-5-36 0,-3 10-24 16,1-3-171-16,2-7-412 0,-7 4 183 0</inkml:trace>
  <inkml:trace contextRef="#ctx0" brushRef="#br0" timeOffset="69850.92">29089 11562 22 0,'7'-6'194'16,"2"3"-7"-16,3-1 0 0,-1 0-7 0,0 2-12 15,-1 0-16-15,1 1-8 0,-3 0-10 0,2 2-7 0,-10-1-6 0,16-1-10 16,-9 2-14-16,0 2-9 0,0-3-4 0,-7 0-7 16,12 3-11-16,-7 0-4 0,0-1-3 0,-5-2-8 15,8 5-3-15,-8-5-3 0,4 9-5 0,-4-9-2 16,-2 8-3-16,2-8-2 0,-1 9-6 0,1-9 1 15,-8 10-4-15,6-5-4 0,2-5-6 0,-5 11 1 16,1-8-1-16,1 3 2 16,3-6-5-16,-2 10 0 0,-1-5-5 15,3-5 4-15,-2 11-1 0,2-11-1 0,0 11 0 0,0-6-3 16,0-5 3-16,3 12-5 0,-1-7 0 0,0 2 2 16,2 0-5-16,-1-2 5 0,-1 1-1 15,1 2 0-15,1-3 0 0,-1 3-2 0,0-2 2 16,0-1-2-16,0 1-3 0,-3-6 5 0,3 11-4 0,1-6 4 15,-4-5-4-15,2 9 2 0,0-4-1 0,-2-5-2 0,1 7 0 0,-1-7 3 16,0 0-5-16,0 10 2 0,0-10 2 16,-5 8-2-16,5-8 1 0,-7 7 0 0,2-4-9 15,-2 0-4-15,0 0-10 0,0-2-8 0,-2 1-11 0,0-1-17 16,1 0-16-16,8-1-10 0,-17 0-51 0,7-1-8 16,10 1-40-16,-16-3-154 0,4-1-366 0,2 0 162 15</inkml:trace>
  <inkml:trace contextRef="#ctx0" brushRef="#br0" timeOffset="70513.75">28528 10048 65 0,'0'0'147'0,"0"0"-10"0,0 0-9 16,0 0-13-16,0 0-7 0,0 0-11 15,0 0-3-15,0 0 3 0,22-3-9 0,-12 0-2 0,2 2-7 16,1 1 3-16,6-2-7 0,-2 0-4 0,0 2-12 16,-2 2-5-16,-1-2-2 0,-1 0-6 0,-1 0-7 0,-1 0-24 15,-1 2-21-15,2-1-14 0,-5-1-26 0,4-1-29 0,-1 1-19 16,-4 2-23-16,-6-2-113 0,9 3-248 0,-9-3 110 15</inkml:trace>
  <inkml:trace contextRef="#ctx0" brushRef="#br0" timeOffset="70729.66">28594 9947 78 0,'0'0'160'0,"-2"-7"-8"15,2 7-23-15,0 0-10 0,0 0-6 16,0 0-10-16,0 0-3 16,0 0 3-16,0 0 9 0,0 0-14 0,10 28-11 15,-5-18-3-15,0 2-6 0,0-1-16 0,-1 0-1 16,4 3-3-16,-3 1-4 0,0 2-22 0,-2-1-28 16,2 2-26-16,-3 0-30 0,2 0-31 0,-1 3-19 15,-3-2-24-15,-3 7-108 0,3-1-253 0,-2-5 112 16</inkml:trace>
  <inkml:trace contextRef="#ctx0" brushRef="#br0" timeOffset="71531.33">28699 13018 140 0,'0'0'137'0,"-5"-6"5"16,5 6-7-16,-5-8-5 0,5 8-4 0,-9-6-1 16,9 6 0-16,-4-7 1 0,0 3-3 0,4 4-3 15,-6-4-8-15,6 4-4 16,-7-6-10-16,7 6-8 0,0 0-2 0,-7-5-3 15,7 5-4-15,0 0-7 0,0 0-7 0,-5-3-5 16,5 3-3-16,0 0-3 0,0 0-8 0,0 0-5 16,0 0 1-16,0 0-1 0,0 0 6 0,0 0-3 15,0 0 1-15,24 0-6 0,-12 0-1 0,7 0-2 16,0 0-3-16,11 6-7 0,-3-4-1 0,0-2-2 16,-5 2-3-16,-2-2-3 0,-3 0 1 0,1 3-6 0,-7-3-3 15,2 1 0-15,-3 1 2 0,-3-4-7 0,-7 2-4 16,12 0-9-16,-12 0-15 0,9 2-22 0,-9-2-29 0,8 0-28 15,-8 0-25-15,0 0-34 0,7 3-37 0,-7-3-196 16,0 0-424-16,0 0 189 0</inkml:trace>
  <inkml:trace contextRef="#ctx0" brushRef="#br0" timeOffset="74775.56">25715 9735 75 0,'0'0'119'0,"0"0"-6"0,0 0-15 0,0 0-14 31,0 0-12-31,0 0 2 0,0 0-15 0,0 0-2 0,0 0 1 16,0 0 6-16,0 0-11 0,0 0-2 0,-20 14 1 0,13-7-3 16,-3 2 4-16,3-1-3 0,-3 2-5 0,-1 1-2 15,-3-1 2-15,4 0-9 0,1-1-1 16,2 1 8-16,-3-3 2 0,2 3-1 0,-1-2-4 0,2-2-3 15,-2 1 2-15,0 0-3 0,1-2 1 0,2 2-5 16,-2-3 1-16,3-1-2 0,-3 0 0 0,3 2-3 16,0 0-1-16,5-5 2 0,-7 5-4 0,7-5 4 0,-6 3-6 15,6-3-7-15,0 0-2 0,-7 3 5 0,7-3-2 0,0 0-5 16,-4 5-1-16,4-5 1 0,0 0-3 16,0 0 2-16,0 0 1 0,0 0-2 0,0 7-6 15,0-7 2-15,0 0 2 0,5 13 0 0,3-8-2 0,-2 3-1 16,6-3-11-16,-1 2-10 0,8 1-13 0,4 6-33 15,7-3-16 1,-1-2-30-16,1 0-36 0,-1-2-145 0,0 3-313 16,0-3 140-16</inkml:trace>
  <inkml:trace contextRef="#ctx0" brushRef="#br0" timeOffset="75176.62">25617 10281 115 0,'-7'-3'157'0,"7"3"-9"0,-11-3 0 0,11 3-3 0,-5-3-8 0,5 3-9 16,0 0-3-16,-8-3-6 0,8 3-13 0,0 0-13 15,0 0-8-15,0 0-9 0,0 0-3 0,0 0-14 16,24-9-7-16,-11 7-1 0,6 1-7 0,2 1-5 15,2-2 0-15,4 1-5 0,-4 0-20 0,-4 1-10 16,4-1-10-16,-5 1-32 0,0 0-14 0,0-1-40 16,-5 2-11-16,-1-1-21 0,1 0-22 0,-4 0-93 0,-9 0-258 0,12 1 114 15</inkml:trace>
  <inkml:trace contextRef="#ctx0" brushRef="#br0" timeOffset="75677.39">25803 10247 126 0,'0'0'123'0,"0"0"-4"0,-11 4 5 0,11-4-3 16,0 0-6-16,0 0-3 0,-1 9-2 0,1-9-5 0,-2 11-6 16,0-6-2-16,2-5-5 0,0 15-4 0,0-5 9 15,-2 1-11-15,0 0-4 0,2 1-7 0,-1-1-5 16,-1-1-5-16,2 2-6 0,0 1-4 0,0-3-4 0,0 2-5 15,0-2-7-15,0-1 3 0,2 1-8 0,-2 0-5 0,0-1 1 16,1 2-9-16,1-1 3 0,0-2-2 0,-2 3-4 16,2-2-1-16,-2-2 2 0,0 2-4 15,2-2 2-15,-2-7-3 0,0 13-2 0,0-6-2 0,0-7 3 16,0 12-3-16,0-12-3 0,0 9-6 0,0-9-4 16,0 0 1-1,0 8-5-15,0-8 0 0,0 0-1 0,0 9-4 16,0-9 8-16,0 0-5 0,-8 2-4 0,8-2-1 15,-9 2 0-15,9-2-1 0,0 0-4 0,-17-3 3 16,17 3 1-16,-14-1 0 0,7-2-1 0,-1 1 2 16,8 2 6-16,-13-4 2 0,9 1-1 0,-3 1-3 15,7 2 4-15,-12-5-4 0,12 5 4 0,-8-3-1 0,8 3 2 16,0 0-3-16,-9-1 4 0,9 1-3 0,0 0 3 0,0 0-3 16,-10-4 3-16,10 4-5 0,0 0 5 0,0 0-2 15,0 0 4-15,0 0-3 0,0 0 4 0,0 0 0 16,0 0-3-16,0 0 2 0,26 0 0 0,-13 0 0 15,-1 0 5-15,8 0-10 0,-2 0-11 0,8 0-20 16,-3-1-21-16,-5 1-25 0,11-2-18 0,-8 1-15 16,1 1-17-16,-3-1-19 0,0-1-91 0,-1 0-264 0,-5 0 117 0</inkml:trace>
  <inkml:trace contextRef="#ctx0" brushRef="#br0" timeOffset="75935.35">26187 10464 142 0,'0'0'167'0,"0"0"-9"0,0 0-6 16,0 0-9-16,-13-6-7 0,13 6-8 0,-9 0 0 15,9 0-5-15,-21 3-8 0,10 0-3 0,0 1-9 16,0 1-5-16,-1 0-1 0,1 3-6 0,-2 0-5 16,1 1-4-16,1-1-11 0,1-1-4 0,4 1-11 15,0-2-8-15,1 1 0 0,1-3-3 0,2 6-5 16,2-3 0-16,0-7-7 0,2 12-1 0,5-6-1 0,1 1-4 0,4-2-10 15,-1 0-10-15,7 0-17 0,0 0-20 0,0-3-20 16,2 1-18-16,0 0-18 0,1-2-21 0,8-2-31 16,-11 3-21-16,4-3-22 0,-1 0-118 0,-6 1-325 15,1-3 144 1</inkml:trace>
  <inkml:trace contextRef="#ctx0" brushRef="#br0" timeOffset="80986.17">21135 9914 13 0,'0'0'56'0,"-12"1"-4"0,12-1-2 0,-10-1-5 0,10 1-1 16,-10 1 2-16,10-1-2 0,0 0 0 0,-12-1-5 16,12 1-4-16,-7 1-5 0,7-1-2 0,-10 1 0 15,10-1-10-15,-9 1 6 0,9-1-6 0,-7 4 1 16,7-4-5-16,0 0-2 16,-9 2 1-16,9-2-1 0,0 0-1 0,-7 3 0 15,7-3-2-15,-7 3-2 0,7-3-3 0,-6 4-1 16,6-4 2-16,-7 2 1 0,7-2-1 0,0 0-1 15,-8 4 11-15,8-4 0 0,0 0 2 0,-7 3 3 16,7-3-9-16,0 0 17 0,0 0 6 0,-8 1 3 16,8-1-1-16,0 0-1 0,0 0 8 0,0 0 2 15,0 0-4-15,0 0 6 0,0 0 2 0,0 0-8 0,0 0 5 0,-6 4-2 16,6-4-3-16,0 0-3 0,0 0 3 0,0 0 2 16,0 0 0-16,0 0-5 0,0 0 3 15,0 0-5-15,0 0-3 0,0 0-5 0,0 0-1 0,0 0-2 16,0 0 2-16,0 0 2 0,0 0 6 0,0 0 2 15,15 8 2-15,-15-8-5 0,13 3-1 0,-7-2 1 16,3-1 3-16,3 3-6 0,-4-3 2 0,3 2 1 0,1-1 3 0,0 1-8 16,1 0 2-16,1 0 2 0,-1-1-4 0,-3 1-2 15,3 0-8-15,-3-1 3 0,2 1-2 0,-2 0-2 16,0-1-4-16,0 2-2 0,1-1 2 0,-5-1 0 16,2 1-3-16,-1-2-4 0,1 3-1 0,-8-3-3 15,10 4 3-15,-3-1-1 0,-7-3-1 0,10 5 0 16,-6-1 0-1,0-1-1-15,-2 3-3 0,-2-6 1 0,5 8 1 0,-1-3 0 16,-4-5-2-16,5 10 1 0,-7-5 4 0,4 3 0 16,-2-8-4-16,-4 18 1 0,2-8 3 0,-2 0-4 15,-1 1 2-15,0 5-4 0,-3-3-3 0,-2 2 1 16,0 2 2-16,1-1-1 0,-3 1 2 16,-5 7-1-16,0-4 7 0,0 1-18 0,-1 0-14 0,-1-1-19 15,1-1-20-15,3-4-36 0,2 1-28 0,-2-1-21 0,-2 3-28 16,-1 1-135-16,4-5-340 0,0-3 151 0</inkml:trace>
  <inkml:trace contextRef="#ctx0" brushRef="#br0" timeOffset="81486.92">20817 10524 172 0,'0'0'174'0,"0"0"-14"16,0 0-17-16,0 0-18 0,0 0-10 0,0 0-13 16,0 0-13-16,20-10-8 0,-8 10-9 0,-1-3-6 15,3 1-8-15,-1 0-21 0,3 0-14 0,-3 1-10 16,1 1-18-16,-1-3-28 0,-1 2 2 0,0 0-14 16,-1 1-8-16,0-2-9 0,-3 2-5 0,-8 0-15 15,14 0-2-15,-14 0-6 0,9 0-57 0,-9 0-159 0,0 0 72 16</inkml:trace>
  <inkml:trace contextRef="#ctx0" brushRef="#br0" timeOffset="81956.32">21031 10496 86 0,'0'0'17'0,"0"0"9"16,0 0 8-16,0 0 4 0,0 0 5 0,0 0 8 16,0 0 1-16,0 0 5 0,0 0-5 0,0 0 4 15,0 0-8-15,0 0 3 0,0 0-2 0,0 0-3 16,0 0-4-16,0 0-7 16,0 0-5-16,0 0 25 0,0 0-3 0,0 0 5 15,-20 14 21-15,17-7 6 0,1 0 1 0,-1 4-7 16,-1-1-4-16,2 2 0 0,-2 2-4 0,0 2 0 15,0-4-3-15,2 1-12 0,-1 1-4 0,2-1-12 16,1-1 6-16,-3-1-4 0,3 4-4 0,-1 0-3 16,0-3-4-16,1 1-1 0,0-4-4 15,1 4-4-15,-1-7 4 0,1 3-6 0,1-2 2 0,-2-7-5 0,1 14 1 0,-1-9-3 16,0-5-1-16,0 12 2 0,0-12 2 0,-1 12-3 16,1-6-10-16,-3 0 7 0,3-6-11 15,-2 10 1-15,-1-4-1 0,-1-1-3 0,0 0-3 16,4-5-6-16,-10 9-1 0,5-7-5 0,0 2 5 0,-2-1-5 15,7-3 1-15,-12 2 2 0,12-2 7 0,-13 0-2 16,13 0 0 0,-13-3 2-16,13 3 1 0,-11-4 0 0,6 2 3 15,-2-1-2-15,7 3 1 0,-10-4 0 0,10 4-2 0,-8-6 11 16,4 2-7-16,4 4 6 0,0 0 5 0,-9-3 4 16,9 3 4-16,0 0-2 0,0 0-3 0,-6-3 0 15,6 3-4-15,0 0 2 0,0 0-4 16,0 0 2-16,0 0 0 0,0 0 1 0,0 0 0 0,0 0 0 15,0 0 2-15,21-4 1 0,-10 4 0 0,2 0-7 0,2-2 1 16,2 2-13-16,1-1-9 0,-2-3-25 0,5 2-9 16,0 1-18-16,-1-2-17 0,0 0-11 0,-1 2-9 15,9-3-16-15,-7 2-13 0,-1-1-116 0,1 0-271 16,-3 3 120-16</inkml:trace>
  <inkml:trace contextRef="#ctx0" brushRef="#br0" timeOffset="82434.88">21369 10726 157 0,'0'0'149'0,"0"0"1"0,0 0-12 0,-14-5-10 16,14 5 1-16,-9-1-8 0,9 1-5 0,-11 1-7 16,11-1-3-16,-12 2-8 0,12-2-4 0,-14 5-8 15,6 0-6-15,-2 1-7 0,2 0-7 0,-1 2-9 16,4-3-8-16,-3 1 0 0,3 2-4 0,0 0-6 15,3-1-1-15,-1 0-7 0,2-1-4 0,1-6-2 16,0 13 0-16,0-13-2 0,5 9 4 0,0-5-6 16,-1 0-1-16,3-1-5 0,2 1 2 0,-2-2-2 0,3 0-1 15,0 0 0-15,-2 0-3 0,0 0 1 0,-8-2-4 16,14 0-2-16,-9 2 3 0,-5-2-1 0,10 1-3 16,-10-1 3-16,0 0-1 0,8 0 0 15,-8 0 3-15,0 0 4 0,0 0 3 0,0 0 3 0,0 0-2 16,0 0 0-16,0 0-3 0,0 0-3 0,0 0 1 15,0 0-6-15,0 0 1 0,0 0 0 0,0 0 1 16,-25 9 0-16,14-4 2 0,2 0-3 16,1 0 0-16,-2 0 0 0,1 1 5 0,-1 0-2 0,0 2 0 15,1 0 1-15,0-3 1 0,1 1-4 0,1 2 0 0,1-3-1 0,0 3 1 0,1-2 1 16,2-1-2-16,1 0-3 0,2-5 5 0,-5 10-3 16,5-10 0-16,-2 8-1 0,2-8-1 0,4 10 1 15,0-6 4-15,-4-4-1 0,10 5 0 0,1-3 1 16,1 0 0-16,1-1-12 15,6-4-7-15,-1 3-8 0,1 0-11 0,3-2-20 16,-3 0-25-16,2 1-20 0,0-4-24 0,7-1-34 0,-8 1-40 16,8-1-164-16,-8-1-382 0,8-3 169 15</inkml:trace>
  <inkml:trace contextRef="#ctx0" brushRef="#br0" timeOffset="86880.69">23475 12340 49 0,'0'0'83'0,"0"0"-7"15,0 0-6-15,0 0 2 0,0 0-1 0,3-10-5 16,-3 10-4-16,0 0-9 0,0 0 1 0,-2-9-1 16,2 9 3-16,0 0-5 0,0 0 8 0,0 0-9 0,0 0 3 0,-4-8-6 15,4 8 2-15,0 0-3 0,0 0 1 0,-1-8-4 16,1 8 5-16,0 0 0 0,0 0-5 0,-4-6-8 15,4 6-4-15,0 0 0 0,0 0 0 0,-5-8 3 16,5 8 2-16,0 0-5 0,0 0 8 0,0 0-3 16,-3-5-4-16,3 5 4 0,0 0-6 0,0 0-5 15,0 0-3-15,0 0 1 16,0 0-3-16,0 0-9 0,0 0-3 0,0 0 4 16,0 0 2-16,0 0-2 0,-19 9 6 0,12-3-6 15,-1 2 6-15,-2 0 2 0,-2 3-1 0,2 2-2 16,-5-1 1-16,3 0-7 0,-3 2 11 0,1-3-5 15,0 6-4-15,-2-5 10 0,1 4-7 0,-4-1-1 16,4 0-1-16,2-1-1 0,-1-1 2 0,1 0 0 16,0-1-4-16,2-1 0 0,0-2-3 0,1 0 2 0,3-1-1 0,0 0-8 15,2-4 10-15,1 2-5 0,0-2-1 0,4-4 3 16,-8 7-5-16,5-3 0 0,3-4 1 0,-4 7-3 16,4-7-9-16,-4 5-15 0,4-5-17 15,0 0-18-15,-5 4-9 0,5-4-20 0,0 0-12 0,0 0-8 16,0 0-16-16,0 0-30 0,0 0-101 0,0 0-274 15,0 0 121-15</inkml:trace>
  <inkml:trace contextRef="#ctx0" brushRef="#br0" timeOffset="87289.85">23416 12346 9 0,'0'0'161'16,"0"0"-13"-16,0 0-15 0,4-6-8 0,-4 6-14 16,0 0-5-16,0 0-10 0,0 0-3 0,0 0 0 15,0 0 4-15,0 0-3 0,0 0-4 0,15 7-5 16,-15-7-1-16,9 5-10 0,-4 0-6 0,2-2-1 15,-2 2 0-15,2 1-7 0,0 1 2 0,-1 0-3 16,4-1-3-16,-2 1 0 0,-1 2-2 0,3-2-9 16,-3 1 5-16,4 0-4 0,-4 1 0 0,1-2-4 15,0 1-2-15,-2 0-2 0,2 1-8 0,-1-1 2 16,0-2-4-16,-1 0-3 0,-1 1-1 0,0-4 0 16,-1 3 1-16,1-2-5 0,-1 0-5 0,-4-4 4 15,8 7-3-15,-6-3-3 0,-2-4 0 0,7 7-2 16,-7-7-3-16,4 4 1 0,-4-4-3 0,5 6 0 15,-5-6-16-15,5 6-12 0,-5-6-28 0,0 0-25 16,4 6-19-16,-4-6-39 0,0 0-20 0,1 6-22 16,-1-6-170-16,0 0-373 0,0 0 165 0</inkml:trace>
  <inkml:trace contextRef="#ctx0" brushRef="#br0" timeOffset="91107.47">18831 10260 100 0,'0'0'106'0,"-12"-1"-1"0,12 1-3 0,-11-1 9 16,3 0-12-16,8 1-4 0,-12-2-5 0,5 0 2 0,7 2-6 15,-15-1-3-15,15 1 0 0,-11-1-2 0,5 0-6 16,6 1-4-16,-10-1-3 0,10 1-7 0,0 0 4 16,0 0-5-16,-13 1-2 0,13-1-4 0,0 0-2 15,0 0-2-15,-8-1-2 0,8 1-1 0,0 0-3 16,0 0-3-1,0 0-5-15,0 0-7 0,0 0-1 0,0 0-6 16,0 0 1-16,0 0-1 0,0 0-2 0,0 0 0 16,0 0-3-16,40 0-2 0,-29 0-5 0,3 0 0 0,0 1 3 15,4-2-1-15,1-2-9 0,-1 2-5 16,0 1-17-16,1 0-14 0,-1 1-15 0,-1-1-18 16,1 1-17-16,0-1-22 0,-6 3-15 0,4-3-22 15,-5 2-20-15,-2 0-93 0,-1 1-275 0,-2-2 121 0</inkml:trace>
  <inkml:trace contextRef="#ctx0" brushRef="#br0" timeOffset="91392.47">18933 10137 114 0,'0'0'170'15,"0"0"-12"-15,-4-6-4 0,4 6-7 0,0 0-11 16,0 0-10-16,0 0-10 0,0 0-13 0,0 0-10 0,0 0-13 16,0 0-8-1,0 0-10-15,0 0-6 0,0 0-4 0,0 0-6 16,0 0 0-16,-6 16-5 0,6-7-8 0,-2-1 1 16,1 3-2-16,0-1-2 0,1 2-3 0,-1 4-2 15,1-1-3-15,-2 2-1 0,2-1-6 0,0 2-10 16,-1 0-20-16,1-1-14 0,-1 2-14 0,1 1-22 15,0-1-19-15,0 6-18 0,0-5-20 0,2 5-32 16,-3 2-80-16,-3 0-253 0,3-2 112 0</inkml:trace>
  <inkml:trace contextRef="#ctx0" brushRef="#br0" timeOffset="92256.29">18785 13466 87 0,'0'0'171'0,"0"0"2"0,0 0 1 16,0 0-4-16,0 0-10 0,0 0-7 0,-11 0-3 15,11 0-11-15,0 0-2 0,0 0-13 0,0 0-7 16,0 0-8-16,0 0-9 0,0 0-8 0,0 0-7 16,0 0 1-16,0 0-13 0,0 0-7 0,0 0-4 15,0 0-6-15,0 0-1 0,0 0 12 0,0 0-10 16,0 0-3-16,26-5-8 0,-15 3-6 0,1 0-2 16,6 0-11-16,-1-2-13 0,2 0-15 0,2 1-17 15,-1-1-21-15,1 1-26 0,0-1-36 0,-2-1-40 16,8-2-37-16,-6 3-50 0,-3-2-125 0,-1-4-380 15,2 3 169-15</inkml:trace>
  <inkml:trace contextRef="#ctx0" brushRef="#br0" timeOffset="93236.78">18790 11673 119 0,'0'0'146'0,"-2"-10"-3"0,2 10-2 0,-1-8-5 15,1 8 0-15,0 0-9 0,-1-9-14 0,1 9-11 16,0 0-10-16,0 0-7 0,-3-7-11 15,3 7-10-15,0 0-7 0,0 0-10 0,0 0 3 16,0 0-10-16,0 0 0 0,0 0-4 0,0 0 2 0,9 20 3 0,-5-11 11 16,-1 1-3-16,2 2-3 0,-1-1-6 0,-1 2-5 15,4 3 1 1,1 0-7-16,-2 0 1 0,3-1-4 0,-3 2 8 16,1-1-5-16,0-2-1 0,2 1-4 0,-1-1-2 15,1 0-2-15,-4-3 1 0,6 1 1 0,-5-1-5 16,-1-3-5-16,0 1 2 0,0 0-2 15,0-3-2-15,-1 0 1 0,0-1 4 0,-2 1-7 0,2-1 2 16,-4-5-4-16,5 8 3 0,-5-8 0 0,3 6 1 16,-3-6 1-16,6 4 14 0,-6-4 10 0,0 0 8 15,4 3 10-15,-4-3-3 0,0 0-7 16,0 0-4-16,0 0-5 0,8-14-1 0,-3 6-7 16,-1-2 0-16,-2-1-2 0,2-1-3 0,4-4-2 0,-3 0-4 15,0-1-5-15,3-1 3 0,3-5-3 0,-5 4-1 16,5-5 0-16,-5 7-2 0,3-5-4 0,0-1 9 15,-1 4-8-15,-2 3 1 0,2 0-1 0,-2-1-3 16,0 3 2-16,0 5-3 0,-4-1 1 0,2 3 3 16,-3 0-4-16,3 1-3 0,-4 6-9 0,3-9-5 15,-3 9-13-15,2-7-20 0,-2 7-16 0,0 0-13 16,0 0 6-16,0 0-8 0,0 0-12 0,0 0-9 16,0 0-19-16,-10 22-33 0,7-11-7 0,-3 4-20 15,1-1-133-15,0 2-340 0,0-5 150 0</inkml:trace>
  <inkml:trace contextRef="#ctx0" brushRef="#br0" timeOffset="93702.36">19256 11849 160 0,'0'0'180'0,"3"-10"-8"0,-3 10-7 15,1-9 2-15,-1 9-5 0,5-7-6 0,-5 7-9 16,1-6-10-16,-1 6-15 0,0 0-7 0,0 0-11 16,2-9-11-16,-2 9-6 0,0 0-12 0,0 0-9 15,0 0-7-15,0 0-4 0,0 0-8 0,0 0 1 16,0 0 3-16,0 0-5 0,0 0-8 0,-9 24 1 15,6-15-1-15,-1 1-5 0,2-1-2 0,-2 0-3 16,1 3 0-16,1-1 6 0,-1 0-1 0,-1 1-4 0,1-1-4 16,1 0 1-16,0-1-1 0,1 1-4 15,1 0 3-15,-2 1 2 0,2-1-2 0,0-3-4 16,2 3-1-16,-2-3 6 0,1 1-6 0,1-2-2 0,0 1-1 16,1-1-2-16,0-2 0 0,-3-5 1 0,5 11-7 15,-2-6 0-15,-1 0 6 0,2 0-2 16,-4-5 0-16,9 7 1 0,-3-4-6 0,-1 1 5 15,2-1-6-15,-1-1 2 0,2 1-3 0,0-2-5 16,2-1-14-16,0 0-13 0,1 0-19 0,-1-1-19 0,-3-1-22 16,-7 2-13-16,17-3-17 0,-12 1-25 0,3-1-15 15,-3-1-17-15,-5 4-23 0,11-7-146 0,-7 1-371 16,-1-1 165-16</inkml:trace>
  <inkml:trace contextRef="#ctx0" brushRef="#br0" timeOffset="93904.92">19365 11982 28 0,'0'0'161'16,"0"0"-8"-16,-8-2-6 0,8 2-5 0,0 0-19 16,0 0-4-16,0 0-4 0,0 0-10 0,0 0-16 15,0 0-4-15,0 0-6 0,0 0-12 0,0 0-5 16,0 0-10-16,0 0-20 0,18-11-19 0,-10 10-22 15,-1-2-23-15,-7 3-26 0,17-4-25 0,-9 1-34 16,-2 1-96-16,2-1-229 0,2-4 101 0</inkml:trace>
  <inkml:trace contextRef="#ctx0" brushRef="#br0" timeOffset="94097.88">19280 11768 131 0,'-5'-4'111'0,"5"4"3"15,0 0-14-15,0 0-11 0,21-4-8 0,-10 3-7 16,8-1-22-16,-4 0-20 0,5 1-37 0,1 0-16 16,0 0-40-16,0 0-56 0,-2 0-125 0,1-2 55 15</inkml:trace>
  <inkml:trace contextRef="#ctx0" brushRef="#br0" timeOffset="94398.87">19608 11823 97 0,'0'0'193'0,"0"0"-13"0,0 0-10 0,0 0-16 15,0 0-19-15,0 0-14 0,0 0-20 0,0 0 9 16,0 0-6-16,1 10-2 0,0-2-9 0,-1-1-8 0,1 3-2 16,-2 1-9-16,1 1-11 0,1-1 9 15,-3 2-5-15,2 3-5 0,-3-4-6 0,3 0-4 0,-1 1-5 0,0 0-1 16,-2-2-5-16,2 1-2 0,-2-2-7 0,2 0-4 16,0 2 0-16,0-3-2 0,-1 1-3 0,2-1-5 15,-1-1-12-15,0-1-20 0,1-7-14 0,1 13-25 16,0-6-7-16,-1-7-25 0,2 14-19 0,-2-10-24 15,0-4-29-15,3 8-30 0,-3-8-95 0,4 6-306 16,-4-6 135 0</inkml:trace>
  <inkml:trace contextRef="#ctx0" brushRef="#br0" timeOffset="94846.48">19716 11855 28 0,'9'-2'164'0,"0"0"-8"0,-1 1-4 0,0 0-10 15,0 0-14-15,-8 1-6 0,16 1-14 0,-8 0-5 16,0 2-1-16,0-1-7 0,-2 1-2 0,1-1-6 16,-1 1-5-16,2-1-11 0,-4 2-5 0,-4-4-6 15,9 6-6-15,-7-2-1 0,-2-4-6 0,4 10 2 0,-4-5-4 16,0-5-2-16,-4 11-2 0,0-2-5 0,-1-1-3 0,1-2-3 15,-2 2-4-15,0-1 0 0,1-3-6 0,-1 3 4 16,3-2-10-16,-1 0 0 0,4-5-2 16,-5 11-3-16,5-11 5 0,-7 6-2 0,7-6-7 15,0 7-1-15,0-7 1 0,5 9 0 0,-5-9-1 0,8 7 4 16,0-2-2 0,-1 0-3-16,4 0 3 0,-2 0-3 0,1-2 0 15,0 0-2-15,-4 0-4 0,2 1 0 0,1 0 9 16,-1 0-5-16,-2-2 1 0,-1 1-3 0,-5-3 1 15,9 5-1-15,-6-1-2 0,-3-4 6 0,5 7-1 16,-5-7 3-16,0 0 7 0,-10 13-5 0,1-7 4 16,-2-1 3-16,-1 0-3 0,-5 1 2 0,0 0-5 15,1-2 0-15,-3 0 0 0,3 0 0 0,-2 1-3 0,-1 0-13 0,1-3-20 16,2 2-25-16,4-2-29 0,0 1-39 0,2 0-31 16,1-3-42-16,-1 1-122 0,10-1-340 0,-10 0 151 15</inkml:trace>
  <inkml:trace contextRef="#ctx0" brushRef="#br0" timeOffset="95669.12">19365 10490 47 0,'-3'-12'189'15,"2"6"-13"-15,1 6-14 0,0 0-11 0,-1-11-7 16,1 11-27-16,0 0-11 0,-2-7-13 0,2 7-8 16,0 0-7-16,0 0-13 0,0 0-1 0,0 0-3 15,-3 34 0-15,5-17-6 0,-4 2-6 0,5 7-4 16,-6-1-2-16,5 3-8 0,-1 2 0 0,2 2-4 15,-2 0-18-15,3 3-12 0,-1 11-29 0,-3-10-23 16,1 0-24-16,0 10-14 0,-3 1-19 0,-2-1-15 16,1 0-116-16,-1-12-259 0,3 0 115 0</inkml:trace>
  <inkml:trace contextRef="#ctx0" brushRef="#br0" timeOffset="96217.29">19499 12815 61 0,'0'0'229'0,"-1"-10"-8"0,1 10-18 15,0 0-16 1,0-9-21-16,0 9-18 0,0 0-19 0,0 0-13 0,0 0-14 15,0 0-5-15,0 0-7 0,5 25-9 0,-3-9-3 16,1 2-7-16,2 8-13 0,-1 2 0 0,-2-1-11 16,2 3-1-16,-1 4-4 0,1-2-20 15,0 2-36-15,2 1-20 0,1-2-21 0,-3 2-26 0,3-4-28 16,-3 0-28-16,0 0-21 0,-3-4-120 0,-1-2-300 16,0-6 133-16</inkml:trace>
  <inkml:trace contextRef="#ctx0" brushRef="#br0" timeOffset="131656.34">22544 14341 20 0,'0'0'25'0,"-1"-7"-2"0,1 7 6 0,0 0-1 16,0 0-3-16,-1-12 0 0,1 12-1 0,0 0-6 16,1-7 3-16,-1 7 1 0,0 0 3 0,0-11 2 15,0 11 3-15,0 0 3 0,3-6 7 0,-3 6 14 16,0 0-12-16,1-8 6 0,-1 8-7 0,0 0 6 16,1-8 10-16,-1 8 4 0,0 0 1 0,0 0-9 15,0 0 2-15,-2-12-4 0,2 12 9 0,0 0-4 16,0 0 7-16,-2-6 5 0,2 6-3 0,0 0 1 15,0 0-2-15,0 0-3 0,0 0-7 0,0 0-3 16,0 0-4-16,2-9-6 0,-2 9-3 0,0 0-4 16,0 0-3-16,0 0-3 0,0 0-4 0,0 0-7 15,0 0 1-15,0 0-1 0,0 0-3 0,0 0 2 16,0 0 4-16,0 0-10 0,6 20 2 0,-6-20 3 0,4 11 0 16,0-3 6-16,-2 0-3 0,1 2 2 15,-2-2-1-15,3 2-5 0,-1 0 0 0,-1-1 0 16,2 1 7-16,-1 0-2 0,-1-2 1 0,1 3-1 15,-2-5-4-15,3 4-1 0,-3-1 2 0,0-3-5 0,2 2 0 16,-1-1 2-16,0 0-3 0,0 0-2 16,-2-7 2-16,4 11 0 0,-4-11-3 0,1 10-1 15,1-6 0-15,-2-4 0 0,2 9 2 0,-2-9-3 16,0 0 1-16,0 8-1 0,0-8 3 0,0 0 3 16,0 0 6-16,0 0 7 0,0 0 8 0,0 0 5 15,0 0-4-15,0 0-1 0,0 0-6 0,0 0-2 16,0 0-1-16,0 0-1 0,0 0-5 0,0 0 1 15,0 0-1-15,0 0-4 0,4-30-1 0,-3 20-2 16,1 1 0-16,1 2-3 0,-1-1-1 0,-1-3 1 0,1-1-3 16,4 1 2-16,-1 1-2 0,0-2-1 0,-1 1 0 15,3-1 1-15,-2 2-1 0,1-1-3 16,0 2 0-16,2-3 2 0,3 1-4 0,-3 1 2 16,0 2-2-16,3-1 4 0,-1 3-5 0,-5 2 1 0,-1 0-2 15,1 0 2-15,-5 4-3 0,10-4 4 0,-10 4-5 16,12-1 3-16,-12 1-1 0,13 1 1 0,-6 3-1 15,0 0 4-15,1 1-2 0,-3 1-3 0,3 0 1 16,-2 3 2-16,1-2-2 0,-3 2 3 16,1 1 2-16,2 0-2 0,-4-2 3 0,1 3-1 0,3-1-1 15,-5 0 4-15,2-2-4 0,0 0 1 0,-3-1-1 16,3 1 3-16,-1-2-3 0,0 3 5 16,-1 0-6-16,0-4 2 0,0 4 3 0,1-4-2 0,0 2-1 15,-3-7-2-15,4 12-3 0,-3-7-23 16,-1-5-8-16,3 14-27 0,-3-14-18 0,5 11-35 0,-3-4-31 15,-2-7-28-15,4 10-31 0,-4-10-114 0,3 11-344 16,-3-11 152-16</inkml:trace>
  <inkml:trace contextRef="#ctx0" brushRef="#br0" timeOffset="131882.43">23108 14409 126 0,'0'0'152'0,"0"0"-10"0,11-1-11 0,-11 1-8 16,0 0-12-16,12 0-16 0,-4 0-7 0,-8 0-14 15,19-1-18-15,-7-1-20 0,0 4-19 0,0-5-33 16,2 3-22-16,-1-1-35 0,4 0-28 0,-4-1-54 15,-1 1-165-15,0-1 73 0</inkml:trace>
  <inkml:trace contextRef="#ctx0" brushRef="#br0" timeOffset="132212.56">23448 14150 86 0,'-1'-5'184'0,"1"5"-14"0,0 0-14 16,0 0-16-16,0 0-9 0,-3-8-21 0,3 8-8 15,0 0-13-15,0 0-10 0,0 0 14 0,0 0 6 16,0 0-3-16,-2 32-7 0,0-19-6 0,1-1-2 16,0 5-8-16,0-2-6 0,-2 2-2 15,2-5-7-15,-1 3-3 0,0 1-7 0,-1 0 6 0,3-3-11 16,0-2-3-16,-2 3-7 0,0-5 1 0,2 2-5 15,0-1-2-15,0 2-3 0,2-3-1 0,-2 0-3 16,1 0 1-16,-1-2-2 0,0 3-1 0,0-2-4 16,1-1 1-16,0 4-5 0,-1-11-19 0,2 11-18 15,-1-5-18-15,0 1-23 0,-1-7-24 0,0 0-25 16,2 18-15-16,-2-14-13 0,0-4-13 0,0 0-17 16,-2 10-94-16,2-10-290 0,0 0 128 0</inkml:trace>
  <inkml:trace contextRef="#ctx0" brushRef="#br0" timeOffset="132483.31">23511 14266 102 0,'0'0'122'0,"0"0"2"0,15 0-7 0,-15 0 0 16,12 2-1-16,-9 0-5 0,4 3-11 0,-7-5-9 15,7 7-7-15,-4-3-8 0,1 0-6 0,-4-4 0 16,2 8-5-16,-2-8-2 0,2 10-2 0,-2-10-2 16,-2 10-3-16,2-10 9 0,-6 13-6 0,2-8-5 15,-4 0-9-15,0 3 0 0,-1-3-4 0,2 0-2 16,1-2-14-16,-3 1 0 0,2 2-19 0,0-2-18 16,-2 2-32-16,0-4-28 0,2 0-27 0,1 2-27 15,1-1-28-15,5-3-97 0,-11 6-271 0,11-6 121 0</inkml:trace>
  <inkml:trace contextRef="#ctx0" brushRef="#br0" timeOffset="132683.37">23759 14369 138 0,'11'-3'137'0,"-2"0"-13"0,1 1-18 0,0-2-9 0,3 3-12 16,-1-1-10-16,-2-1-16 0,2 2-26 0,-1-2-30 16,0 0-33-1,1 0-33-15,1 2-65 0,-6 1-137 0,4-4 60 16</inkml:trace>
  <inkml:trace contextRef="#ctx0" brushRef="#br0" timeOffset="133168.24">24077 14193 41 0,'0'0'148'0,"0"0"-11"0,0 0-17 16,0 0-1-16,0 0 10 0,0 0 11 0,0 0-9 16,2 18-7-16,-2-18-14 0,0 13-11 0,0-3 0 15,2 0-15-15,-2-1-6 0,2 2-8 0,-2-3-7 16,0 0 1-16,0 1-5 15,1-2-5-15,-1-7-5 0,2 13-3 0,-2-6-3 16,0-7-2-16,2 10-3 0,-2-10-6 0,0 8-2 16,0-8-2-16,2 7-2 0,-2-7 1 0,0 0-3 15,0 0 0-15,0 10-4 0,0-10 3 16,0 0 2-16,0 0 8 0,0 0 8 0,0 0 4 16,1 6 5-16,-1-6 11 0,0 0-2 0,0 0-7 15,0 0-5-15,0 0-5 0,0 0-2 0,0 0-5 16,0 0-5-16,-5-23-4 0,5 23 1 0,2-17-5 15,1 5 0-15,1 2-4 0,2-5-4 0,2 1-2 16,3 1 0-16,3-1-4 0,0-1-1 0,7-2 0 16,-6 6-2-16,0 1-1 0,1 1-1 0,-1 2-1 15,-3 3 3-15,-2 0-8 0,3 1 1 0,-3 3-1 16,1 1 0-16,-2 3 1 0,-1 2-4 0,-2-1 4 16,-3 1 0-16,5 1 3 0,-5 3-4 0,1-1 3 15,-1 1 0-15,-1 0 0 0,2 2 1 0,-4-2 2 16,3 1 1-16,-2-1-2 0,0 2-1 0,-1-3 1 15,0 2 0-15,2-4-17 0,-2 2-27 0,1 1-33 16,1 1-39-16,0-6-44 0,1 4-36 0,1-3-48 16,-1-1-129-16,-3-5-402 0,12 9 179 0</inkml:trace>
  <inkml:trace contextRef="#ctx0" brushRef="#br0" timeOffset="134614.34">6533 13577 16 0,'0'0'73'0,"-2"-11"18"0,0 7 2 15,2 4-10-15,-4-13 8 0,3 7 5 0,1 6-2 16,-4-13-6-16,3 7-10 0,-3 0 6 0,4 6 0 16,-5-10 1-16,2 3-2 0,3 7 8 0,-2-9-2 15,2 9-1-15,-4-7 3 0,4 7-4 0,0 0-8 16,-2-10-7-16,2 10-10 0,0 0-11 0,0 0-5 16,0 0-5-16,0 0-7 0,0 0-3 0,0 0 0 15,0 0-2-15,4 24 0 0,-2-12-5 0,-1 3 1 0,0 2-4 0,-1 0 1 16,1 4 0-16,-2-2-1 0,2 2 0 0,-1 2-1 15,2-5 1-15,-1-1 0 0,-1 1-3 16,0-4 1-16,-1 2-3 0,2 0-4 0,-1-4-1 16,1 1 1-16,-1-1-1 0,0-1-1 0,4-1 1 15,-4 0-3-15,4-2 0 0,-4 0-2 0,0-8-1 16,1 13 0-16,0-6-3 0,-1-7-14 0,2 11-15 0,-1-6-2 0,-1-5-10 16,0 9-14-16,0-9-21 0,0 0-41 0,0 13-24 15,0-13-25-15,1 6-138 0,-1-6-327 0,0 0 144 16</inkml:trace>
  <inkml:trace contextRef="#ctx0" brushRef="#br0" timeOffset="134899.57">6586 13602 56 0,'11'-2'132'0,"1"2"-14"16,0-2-14-16,-1 5-2 0,1 1-12 0,-1 0-4 0,-2 2-10 16,0 2-10-16,-1 1-8 0,-3 2 4 0,-1-1-5 15,-4 5-11-15,0-1-1 0,-3 1 0 0,-1-1-2 16,-1 2 6-16,-6-2 2 0,3-2 0 0,-3 1-9 0,-2 0-1 16,1-2-6-16,0-1-1 0,-1-2-5 0,3 0-2 15,-2-2-7-15,2 0 3 0,0 0-10 16,-1-1-20-16,1 0-14 15,4-2-24-15,1 0-16 0,5-3-37 0,-9 2-38 16,9-2-70-16,-8 1-223 0,8-1 99 0</inkml:trace>
  <inkml:trace contextRef="#ctx0" brushRef="#br0" timeOffset="135099.57">6878 13737 104 0,'11'-3'147'0,"-4"1"-14"0,3 0-13 0,1-1-13 15,2 1-6-15,0-1-19 0,6-2-29 0,-1-1-28 16,1 3-28-16,-1-1-34 0,-1-2-24 0,-1 2-68 0,-3 0-139 16,-2 0 61-16</inkml:trace>
  <inkml:trace contextRef="#ctx0" brushRef="#br0" timeOffset="135546.46">7223 13583 111 0,'0'0'153'16,"0"0"-18"-16,0 0-16 0,0 0-11 0,0 0 9 15,0 0 6-15,0 0-7 0,5 17-9 0,-4-12-14 16,0 5-2-16,2 0-4 0,-2-1-3 0,-1 1-8 15,0 0-2-15,0-1-6 0,0 0-7 0,0 1-2 16,0-10-6-16,0 13 1 0,-1-7-1 0,1-6 1 0,0 10-6 16,0-10-4-16,-1 9 1 0,1-9 1 0,0 0 5 15,-2 7-1-15,2-7 4 0,0 0-1 0,0 0 2 16,0 0 3-16,-1 10-2 0,1-10-2 0,0 0-9 16,0 0-4-16,0 0-3 0,0 0-6 0,0 0-3 15,0 0-2-15,0 0 0 0,-1-28-4 0,1 28-2 16,1-11 0-16,3-1-7 15,-1 2-1-15,2 0-2 0,0-2 0 0,0 1-4 16,6-3 2-16,-4 4-4 0,-1 2 1 0,1 1-2 16,0-1-4-16,0 3 1 0,2 0-3 0,-2 1-1 15,1 1 0-15,0 3 1 0,-8 0 1 0,14 2-3 16,-7 0 3-16,0 1-3 0,-1 0 2 0,3 6 2 16,-1-2 0-16,-1 0-2 0,-2 0-3 0,1 3 4 15,-1-2 2-15,2 2-3 0,-3 0 3 0,1-2 3 0,-3 0 0 16,0 1-4-16,1 0 0 0,-2 1-4 0,2-2-21 0,-2 1-19 15,1 1-30-15,-2-10-36 0,2 13-24 0,-2-13-33 16,2 14-27-16,-2-8-28 0,3-1-112 0,-3-5-360 16,0 0 159-16</inkml:trace>
  <inkml:trace contextRef="#ctx0" brushRef="#br0" timeOffset="135715.87">7629 13685 23 0,'0'0'174'16,"0"0"-14"-16,0 0-11 0,0 0-14 0,12 0-11 0,-12 0-14 16,11-3-14-1,-2 3-4-15,0-3-29 0,1 3-30 0,4-2-24 16,-1 0-37-16,1 0-28 0,-1 0-19 0,1-1-94 16,-1 0-181-16,0 0 80 0</inkml:trace>
  <inkml:trace contextRef="#ctx0" brushRef="#br0" timeOffset="136003.07">7970 13436 1 0,'-1'-13'216'0,"1"13"-5"0,-4-9-3 0,4 9-15 16,-1-9-18-16,1 9-21 0,0 0-19 0,0 0-12 0,0 0-9 15,0 0 5-15,0 0-9 0,0 0-7 0,5 31 3 16,-4-18-3-1,1 4 5-15,2 2-15 0,-2 0-3 0,-1 1-7 16,1 0-1-16,-1-2-10 0,0-1-12 0,1 2 1 16,-2 0 0-16,0-2-6 0,1 2-6 0,0-3-6 15,0-3-6-15,1 3-1 0,-1 0-4 0,1 0-2 16,-2-1-2-16,2-2-2 0,-2 0-6 16,0-2-3-16,0 0-18 0,0 1-13 0,0 0-23 15,-4-1-24-15,3 1-20 0,-2-2-36 0,1 0-30 16,-1-1-34-16,0 1-30 0,1-3-173 0,-3 1-416 15,-1-2 184-15</inkml:trace>
  <inkml:trace contextRef="#ctx0" brushRef="#br0" timeOffset="136269.26">8028 13558 97 0,'0'0'179'0,"11"-4"-9"0,-4 3-17 0,-7 1-13 16,14-3-10-16,-6 5-11 0,-8-2-11 0,14 3-5 15,-7-1-13-15,0 1-10 0,-2 3-6 0,-1-3-4 0,0 3-2 16,-2 1-6-16,1-1-2 0,-3-6-4 0,-3 14-6 16,1-4 2-16,-4 0-13 0,1 0 3 15,-3 1-5-15,1-3-6 0,1 3-20 0,-3-2-23 16,-1 0-26-16,-1 0-33 0,5 0-37 0,-3-4-39 15,1 0-128-15,-3 0-297 0,3-3 132 0</inkml:trace>
  <inkml:trace contextRef="#ctx0" brushRef="#br0" timeOffset="136416.25">8179 13572 154 0,'0'0'237'0,"5"-3"-20"15,-5 3-22-15,0 0-19 0,6-3-26 0,-6 3-35 16,0 0-34-16,0 0-46 0,0 0-52 0,0 0-71 16,0 0-122-16,0 0-226 0,0 0 100 0</inkml:trace>
  <inkml:trace contextRef="#ctx0" brushRef="#br0" timeOffset="160998.37">22139 10207 16 0,'0'0'60'16,"0"0"-5"-16,0 0 1 0,0 0-10 0,0 0-1 0,0 0 3 16,0 0 3-16,0 0 1 0,0 0-7 0,0 0-4 15,0 0 9-15,0 0-16 0,0 0 16 0,0 0 4 16,0 0 1-16,0 0-3 0,0 0 1 0,0 0 1 0,0 0 3 16,0 0-1-16,0 0-8 0,0 0-3 0,0 0 0 15,0 0-6-15,0 0 2 0,0 0-2 0,0 0 14 16,0 0-15-16,0 0-4 0,0 0-8 0,0 0-8 15,0 0 5-15,0 0 4 0,0 0-4 0,0 0-4 16,0 0-5-16,0 0 4 0,0 0-2 0,0 0-3 16,0 0-2-16,0 0 2 0,0 0-4 0,0 0 1 0,0 0 3 0,0 0-6 15,0 0 3-15,9-21 0 0,-9 21 2 0,0 0-1 16,3-6 0-16,-3 6 2 0,4-5-7 0,-4 5 3 0,0 0 2 16,6-7 4-16,-6 7 2 0,0 0-10 15,4-5 5-15,-4 5 2 0,0 0-1 0,0 0-1 16,0 0 0-16,2-5-6 0,-2 5 3 0,0 0-2 15,0 0 1-15,0 0-2 16,0 0 6-16,4-7-2 0,-4 7-5 0,0 0 7 16,0 0 0-16,0 0-1 0,0 0 3 0,0 0 2 15,0 0-4-15,0 0 2 0,0 0 6 0,0 0-5 16,0 0-2-16,0 0 1 0,0 0 1 0,0 0-5 16,0 0 4-16,0 0 1 0,0 0-1 0,0 0 2 15,0 0-4-15,0 0 1 0,0 0-4 0,0 0 3 16,0 0 0-16,0 0 1 0,0 0 3 0,0 0 2 0,0 0-2 0,0 0 2 15,0 0-3-15,0 0 2 0,0 0-4 0,0 0 1 16,0 0 4-16,0 0-9 0,0 0 2 0,3-7 1 16,-3 7-1-16,0 0 4 0,0 0-5 0,0 0 2 15,0 0-5-15,0 0 1 0,0 0 1 0,0 0 1 16,0 0-6-16,0 0 1 0,0 0-2 0,0 0-1 16,0 0-1-16,0 0 0 15,0 0 0-15,0 0-5 0,0 0 2 0,0 0-2 16,0 0 2-16,0 0 0 0,0 0 2 0,0 0-3 15,-3 29 0-15,2-20 3 0,0 3-2 0,-1-2 4 16,1 3-1-16,-3-1-2 0,2 4 4 0,-3 0 0 16,0 1 0-16,-1 0 2 0,0 1 7 0,1-2-4 15,-3 3 2-15,2-3-1 0,1-1 0 0,0-3-2 16,1 0 3-16,-1-1 3 0,0 1-4 0,1-1-2 0,-1-2 5 0,2 0-5 16,2-2 4-16,-2-1-5 0,1 1 3 0,2-7-4 15,-4 13 3-15,3-7-4 0,-2 0 2 0,3-6 1 16,-4 10-5-16,4-10 2 0,-4 9 3 0,4-9-3 15,-2 7-3-15,2-7-2 0,-1 7 4 0,1-7 1 16,0 0-2-16,-3 7 3 0,3-7-4 0,0 0 3 16,0 0 0-1,0 0-3-15,0 0-1 0,0 0-3 0,-1 9-4 0,1-9-10 16,0 0-2-16,0 0-12 0,0 0-14 0,0 0-7 0,0 0-11 0,0 0-16 16,0 0-11-16,0 0-27 0,0 0-22 0,0 0-18 15,0 0-22-15,0 0-108 0,0 0-311 0,10-23 138 16</inkml:trace>
  <inkml:trace contextRef="#ctx0" brushRef="#br0" timeOffset="161614.31">22272 10127 87 0,'-4'-5'107'0,"4"5"-7"0,0 0 8 0,-6-3-2 16,6 3-6-1,0 0 0-15,0 0-3 0,0 0 1 0,0 0-6 16,-5-6-3-16,5 6 0 0,0 0-3 0,0 0-5 0,0 0-6 15,0 0-3-15,0 0-3 0,0 0-3 16,0 0-2-16,0 0-1 0,0 0-4 0,0 0-1 16,0 0-4-16,0 0-4 0,0 0-13 0,0 0 6 15,0 0-3-15,0 0-7 0,0 0-1 0,0 0-3 0,0 0-1 16,8-12-5-16,-8 12-1 0,9-1 2 0,-3-5 1 0,2 6-3 16,-8 0 2-16,18-3-4 0,-10 1 0 0,1-1 1 15,-1 2-2-15,0 0 1 0,3-2 1 0,-2 0 0 0,-1 2-3 16,2-1 1-16,-1 0 1 0,1 2-1 15,2-1-3-15,-2 1 2 0,0-1-4 0,2 3 0 16,-2-1-6-16,2 3 3 0,-1-1 1 0,-1 0 0 16,2 0-4-16,-2 1 3 15,0 2 0-15,2 1-2 0,-1-1-1 0,-2-2 6 16,1 4-5-16,2-3 1 0,-2 1-2 0,-1 3 4 16,2-4-3-16,-2 2 10 0,2 0 4 0,0-1-1 15,-1-2-4-15,2 2 4 0,-2-1 5 0,0 0 3 16,3 0 2-16,-1-3-3 0,-2 3-6 0,5-3 5 15,-3 0-3-15,0 2-2 0,0-4-2 0,-2 3 3 16,2-3-5-16,-2 1-1 0,0 1-1 0,1-1 0 0,-4-1-3 0,1 1 0 16,-8-1-3-16,9 1 12 0,-9-1-12 0,0 0-2 15,10 0-2-15,-10 0-2 0,0 0-3 0,0 0-11 16,0 0-12-16,0 0-19 0,0 0-30 0,0 0-29 16,0 0-30-16,0 0-21 0,0 0-19 0,0 0-7 15,0 0-18-15,-24-9-12 0,14 9-137 0,-2-2-371 16,2 0 165-16</inkml:trace>
  <inkml:trace contextRef="#ctx0" brushRef="#br0" timeOffset="162216.29">22096 10103 44 0,'0'0'51'0,"0"0"-1"0,0 0-2 0,-5-4-6 16,5 4-4-16,0 0-6 0,0 0 5 0,0 0-5 0,0 0-5 0,0 0-6 16,0 0-5-16,0 0 9 0,0 0-2 0,0 0-1 15,0 0 0-15,0 0-6 0,0 0 1 0,-10 5-3 16,10-5-5-16,-7 3 6 0,7-3-8 0,0 0 8 16,0 0-6-16,0 0 1 0,-9 3 9 0,9-3-2 15,0 0-8-15,0 0 2 0,0 0-6 0,-5 4 10 16,5-4 4-16,0 0-2 15,0 0-1-15,0 0 6 0,0 0 11 0,0 0-3 16,0 0-15-16,0 0 11 0,0 0-5 0,0 0-1 16,0 0 3-16,0 0 6 0,0 0-11 15,0 0 3-15,0 0-2 0,26 0-1 0,-14 0 3 16,0-1-5-16,-2 1-12 0,3-3-14 0,-3 3-28 0,3 0-20 16,0 1-30-16,-2 2-64 0,1-3-165 0,-3 1 72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10:03:13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7278 10923 11 0,'0'0'37'0,"0"0"-3"0,0 0-6 16,0 0-3-16,0 0 0 0,0 0-7 0,0 0-2 16,0 0-4-16,0 0-4 0,0 0 5 0,0 0-1 15,0 0-2-15,0 0 0 0,0 0-10 0,5 25 9 16,-5-25 4-16,5 16-7 0,-4-7-4 0,0 1 7 16,2 1 1-16,0 0 4 0,-2 2-4 0,-1-3-4 15,2 1 0-15,0 3-1 0,-1-4-1 0,2 2 4 16,-2-1-3-16,3-2 0 0,-3 3-3 0,0-3 1 15,3-2 2-15,-4 3-1 0,1-3-6 0,-1 2 3 16,2-3 0-16,-1 1 4 0,-1-7-1 0,0 13 3 16,1-9-7-16,-1-4 3 0,0 9-2 0,0-9 1 15,0 0-4-15,-1 10 2 0,1-10-3 0,0 0 14 16,-1 9-2-16,1-9 7 0,0 0 0 0,0 0-3 16,-8 3 2-16,8-3 2 0,0 0-4 0,-9 3-2 15,9-3 2-15,0 0 0 0,-14-1-5 0,14 1 3 16,-10-2 2-16,10 2-2 0,-13-3-4 0,13 3-14 15,-13-2 13-15,6 1-1 0,-4-2 5 0,2 0-8 16,-3 1 2-16,1 0-4 0,1 1 4 0,-4-2-2 16,1 2 4-16,-5-1-4 0,6 2-2 0,-4-1 3 15,3 1-1-15,-2 0 1 0,-2 0 0 0,4 0 6 0,1 0-1 16,-1 0-3-16,3-1 4 0,0-1-3 16,1 2-3-16,9 0-1 0,-16-2 5 0,10 2-6 15,6 0 9-15,-11-4 1 0,11 4-6 0,-9-4 0 16,9 4 2-16,-8-2 2 0,8 2 1 0,-7-6 0 15,7 6 6-15,-6-7-2 0,6 7-2 0,-2-7-2 0,2 7-1 16,-4-6-1-16,4 6-5 0,-4-8 1 0,4 8 0 16,-3-8 1-16,3 8-4 0,-2-6-3 15,2 6 8-15,-4-9-1 0,4 9-2 0,0 0 9 16,-3-7-6-16,3 7 5 0,0 0-4 0,-2-8 2 0,2 8 3 16,0 0 8-16,-4-5-4 0,4 5 2 0,0 0 8 15,-5-7-13-15,5 7 9 0,0 0-10 16,0 0 1-16,0 0-3 0,-5-6 3 0,5 6-2 15,0 0-3-15,0 0-2 0,0 0-5 0,0 0-8 0,0 0-21 16,0 0 6-16,0 0-9 0,0 0-14 0,0 0-1 16,0 0-5-16,0 0-19 0,0 0-65 0,0 0-145 15,0 0 65-15</inkml:trace>
  <inkml:trace contextRef="#ctx0" brushRef="#br0" timeOffset="1378.83">22103 10226 28 0,'-13'13'25'0,"0"0"0"16,-1 2 1-16,1-4-7 0,-1 2 5 0,1 0-6 15,0-2-2-15,-1 0 2 0,3 0-5 0,-1-2 0 16,3 0-4-16,0-2-4 0,2 2-5 0,-2-2 9 16,2 0-12-16,1 2-3 0,-1-3-11 0,2-2-2 15,0 2-16-15,5-6-35 0,-6 7 15 0</inkml:trace>
  <inkml:trace contextRef="#ctx0" brushRef="#br0" timeOffset="1711.99">22574 10178 3 0,'18'5'13'0,"1"0"-2"0,-1-1-9 15,-3 1-8-15,-1-2-5 0,-2 0 4 16</inkml:trace>
  <inkml:trace contextRef="#ctx0" brushRef="#br0" timeOffset="19864.91">22162 10265 11 0,'0'0'23'15,"0"0"-3"-15,0 0-1 0,0 0-1 0,0 0-3 16,0 0 0-16,0 0-1 0,0 0-3 0,3-6 1 16,-3 6-4-16,0 0 0 0,0 0-5 0,0 0 2 15,0 0-5-15,0 0 8 0,0 0-6 0,0 0 3 16,0 0-5-16,0 0 5 0,0 0-7 0,0 0 4 16,0 0 2-16,0 0-12 0,0 0 9 0,0 0-1 15,0 0 0-15,0 0-2 0,0 0 4 0,0 0 1 16,0 0 3-16,0 0-7 0,0 0-4 0,-1 22 8 15,1-22-3-15,0 0 2 0,-3 9-5 0,3-9 6 16,-1 9-2-16,1-9-2 0,-4 10 3 0,4-10 0 16,-2 10-1-16,2-3 0 0,0-7-2 0,-4 10 5 0,1-4 3 15,0 0-4-15,3-6-4 0,-3 13 6 0,1-7-2 16,1 2 0-16,-2-2-4 0,3-6 6 16,-5 10 0-16,4-4 0 0,1-6-1 0,-4 10 1 15,4-10 1-15,-1 10-6 0,1-10-1 0,-4 8-2 0,3-4 5 16,1-4 3-16,0 0-1 0,-3 10-3 0,3-10 6 15,0 0-6-15,-2 7-2 0,2-7 2 16,0 0-7-16,0 0-6 0,-1 8-1 0,1-8-5 16,0 0-21-16,0 0-42 0,-3 7 19 0</inkml:trace>
  <inkml:trace contextRef="#ctx0" brushRef="#br0" timeOffset="20489.66">22537 10161 1 0,'13'3'26'0,"1"1"1"0,-3-1-11 0,1 1 7 16,-1-1-1-16,-2-1-11 0,-1-1 2 15,-1 1 0-15,-7-2-2 0,13 4 1 0,-13-4 1 0,9 1 1 16,-9-1 6-16,5 2 2 0,-5-2 1 0,0 0 2 16,0 0 3-16,10 1 1 0,-10-1 2 15,0 0 0-15,0 0-8 0,0 0 5 0,0 0-5 16,0 0-1-16,0 0-1 0,0 0-6 0,0 0 5 0,0 0-4 15,0 0-8-15,0 0 0 0,0 0-8 0,0 0-7 16,0 0-13-16,0 0-9 0,0 0-12 0,0 0-42 16,0 0-91-16,0 0 41 0</inkml:trace>
  <inkml:trace contextRef="#ctx0" brushRef="#br0" timeOffset="153107.22">10719 3714 52 0,'0'0'61'0,"0"0"7"0,0 0-17 16,0 0-5-16,0 0-1 0,0 0 3 0,0 0 0 16,16-1-3-16,-16 1-4 0,0 0-5 0,0 0-2 15,0 0-1-15,13-8-2 0,-13 8-7 0,7-1-17 16,-2-2 15-16,3-1-2 0,-3 0 5 0,-5 4-1 15,10-6 3-15,-3 1-10 0,-2 2-9 0,-5 3 4 16,10-6 7-16,-7 2 1 0,-3 4 2 0,6-6-5 16,-6 6 4-16,5-6-6 0,-1 2-6 0,-4 4-1 15,6-7 5-15,-6 7 14 0,7-9-18 0,-6 4-2 16,-1 5 5-16,5-8 11 0,-2 3-18 0,-3 5-1 16,2-9 1-16,1 4 3 0,-3 5 0 0,2-9-10 15,-2 9 7-15,3-8 4 0,-3 8-7 0,0 0 5 16,-3-11-5-16,3 11-1 0,0 0-1 0,0 0 5 15,0-8-6-15,0 8 5 0,0 0-1 0,0 0-3 16,0 0 0-16,-2-10-4 0,2 10 6 0,0 0-5 16,0 0 6-16,0 0-6 0,-5-6 0 0,5 6-2 15,0 0-2-15,0 0 4 0,0 0 3 0,-17 7-5 16,17-7-5-16,-11 6 1 0,5-2 0 0,6-4 7 16,-10 8 1-16,5-3 0 0,-1 0-1 15,2 0-2-15,-1 2 4 0,1-1-3 0,-1-1-5 0,1 1 8 16,-1 1 1-16,1 1 1 0,0-2-7 0,3 2-5 15,-2-1 12-15,1-1-5 0,1 1 3 0,1-7 2 16,-2 14-2-16,2-14 5 0,3 13 7 0,-2-4 8 16,0-2 1-16,3 1 3 0,-1 0-1 0,2-1-9 15,1 2 6-15,-1-1-11 0,0-4 4 16,2 2 4-16,-2-2-3 0,1 2 3 0,2-2-7 0,-2-1 6 16,1-1 0-16,-1 1-5 0,0-1 1 0,2 0 2 15,0 1-6-15,1 0-5 0,-2-2 8 0,-7-1-4 16,17 3-6-16,-12-3-8 0,-5 0-8 0,16 0-2 15,-9 0-21-15,-7 0-2 0,12 0-14 0,-12 0-11 16,0 0-5-16,10 0-4 0,-10 0-87 16,0 0-173-16,5-6 76 0</inkml:trace>
  <inkml:trace contextRef="#ctx0" brushRef="#br0" timeOffset="153599.73">10855 3442 62 0,'0'0'87'0,"0"0"8"0,0 0-21 16,0 0 1-16,0 0-12 0,0 0-10 0,0 0-2 15,0 0-11-15,0 0 3 0,0 0-4 0,0 0 0 16,13-7-5-16,-13 7-1 0,9-5 1 0,-4 3 0 16,-5 2-6-16,10-3 9 0,-10 3-11 0,8-2 18 15,-8 2-14-15,7-2-4 0,-7 2 1 0,0 0 0 16,7-5-1-16,-7 5 2 0,7-2-7 0,-7 2-4 16,7-4 6-16,-7 4-6 0,10-5 5 0,-10 5-2 15,9-3-6-15,-4 0-7 0,-5 3 3 0,10-2 4 16,-3 0-7-16,-1-1 0 0,3 0-21 0,0 1-23 15,-9 2-19-15,14-2 6 0,-6 2-33 0,-8 0-20 16,14 0-63-16,-8 2-178 0,-6-2 79 0</inkml:trace>
  <inkml:trace contextRef="#ctx0" brushRef="#br0" timeOffset="154183.6">11093 3710 16 0,'0'0'112'15,"0"0"-14"-15,0 0-4 0,0 0-1 0,0 0-13 16,0 0-6-16,0 0 2 0,10-26-18 0,-6 20-5 16,-1 0-5-16,4-1-9 0,-1-2 5 15,1 0-17-15,0 1-2 0,0-1 1 0,-1 2 1 0,1-5-4 16,-1 3-2-16,0-1 3 0,-1 2-7 0,2-3-4 16,-3 2-3-16,0-2 1 0,1 4 0 0,0-2-3 15,-3 3-5-15,-1-1 8 0,-1 7-15 0,4-10 9 16,-4 10 2-16,3-8 2 0,-3 8-8 15,1-6 4-15,-1 6-8 0,0 0 9 0,1-7 0 16,-1 7-6-16,0 0-7 0,0 0 5 0,0 0 5 0,0 0-11 16,0 0 1-16,0 0 7 0,-24 9-3 0,24-9 7 15,-8 7-4-15,6-4 3 0,2-3-2 0,-7 8-5 16,5-3 4-16,2-5 0 0,-6 9 5 16,6-9-11-16,0 8 15 0,0-8 0 0,1 11-16 15,-1-11-3-15,6 10 4 0,-2-6-2 0,2 1 1 16,-3-2 3-16,2 3 2 0,2-3-6 0,-1 2 4 0,0 1-5 15,-1-3 5-15,1 2 5 0,-3-1-9 16,4-1-3-16,-2 1 3 0,-1 1 7 0,-4-5-9 16,8 8 0-16,-8-8 12 0,5 5-5 0,-3-1 4 15,-2-4-5-15,3 6 0 0,-3-6 1 0,0 0 8 16,1 8-4-16,-1-8 2 0,0 0-4 0,-3 11 4 16,3-11-11-16,-7 5-9 0,3-1-12 0,-3 0-15 15,1 0-7-15,-2-2-24 0,1 3-64 0,0-2-150 16,1 0 66-16</inkml:trace>
  <inkml:trace contextRef="#ctx0" brushRef="#br0" timeOffset="154974.18">11487 3417 53 0,'0'0'64'0,"0"0"-8"0,0 0-7 0,0 0-2 16,0 0-11-16,0 0-1 0,0 0-4 0,0 0 0 16,0 0-6-16,6 22-2 0,-6-22 0 0,1 13-4 15,0-6-1-15,-1 0 1 0,0-7-8 0,2 15 11 16,-1-9-7-16,-1-6-4 0,0 11 0 0,1-7 6 15,-1-4 2-15,0 0 8 0,0 10 11 0,0-10-1 16,0 0 7-16,1 5-3 0,-1-5 0 0,0 0-3 16,0 0-2-16,0 0 1 0,0 0-5 0,0 0-13 15,0 0 7-15,0 0-5 0,0 0-2 0,0 0 1 16,-3-25-3-16,3 25-4 0,0-13-2 0,2 7-1 16,-1-4-10-16,4 2 7 0,-2-2-7 0,1 3-1 15,2-1 2-15,-2-1-2 0,1 5-4 0,3-3 3 16,-2 2-2-16,-2 2-4 0,2 0 6 15,-6 3-4-15,12-3-4 0,-12 3 15 0,13-1-3 0,-13 1 0 16,11 1-4-16,-4 1-10 0,-1 2 12 0,0-1-7 16,-2 1 5-16,0 1 0 0,1-2 2 0,-5-3-1 15,8 8 2-15,-6-3-9 0,-2-5 13 0,6 8-6 16,-4-5 0-16,-2-3 3 0,5 6 4 0,-5-6-11 16,0 0 18-16,0 0-4 0,4 5 11 15,-4-5 2-15,0 0-3 0,0 0 2 0,0 0 0 0,0 0 7 16,0 0-25-16,0 0 15 0,0 0-2 0,0 0-3 15,0-19-3-15,0 19-5 0,2-12 15 0,0 2-16 16,0 3-5-16,4-2-2 0,-2-1 3 16,2 2-2-16,0-3 1 0,2 4-5 0,2-3-16 15,-2 4 17-15,-2 1-1 0,2-1 0 0,-2 1-2 16,-1 3 7-16,-5 2-7 0,13-1 4 0,-13 1-3 0,14 0 5 16,-8 3-13-16,1 0 15 0,-3 0-11 15,1 3 13-15,2 1-6 0,-4-1 0 0,1 3 10 16,-2 0-8-16,1 0 1 0,-1 0-3 0,-2 1-12 15,2-1-23-15,-2 3-18 0,-2-1-13 0,1 0-30 16,-3 0-60-16,-2 1-173 0,3-2 77 0</inkml:trace>
  <inkml:trace contextRef="#ctx0" brushRef="#br0" timeOffset="155385.21">11956 3315 28 0,'0'0'80'16,"0"0"-4"-16,-16 8-5 0,16-8-6 0,-9 7-8 16,5 0-8-16,0-1-1 0,2 0-7 0,1 2-1 15,-1 1-5-15,2-9 0 0,-2 16-6 0,4-9 8 16,-2 1-11-16,2-2 1 0,-2-6-11 0,5 12 10 15,-1-7-8-15,0-2 1 0,-4-3 2 0,7 7-4 16,-2-4-3-16,-5-3 6 0,0 0-6 0,5 2 1 16,-5-2 7-16,0 0 6 0,0 0-6 0,0 0 4 15,12-10-15-15,-12 10 6 0,6-8-1 0,-4 4 11 16,-2 4-3-16,3-12-4 0,-2 7 0 0,2-2 5 16,-3 7 2-16,4-7 2 0,-4 7-3 0,2-8-1 15,-2 8-2-15,0 0-10 0,2-6-1 0,-2 6-2 16,0 0-2-16,0 0-3 0,0 0 3 0,0 0-5 15,6 17 6-15,-6-10-1 0,1 2-6 0,4 1 3 16,-5 0 2-16,2 3 0 0,0-1-11 0,-1 1-4 16,1-2-13-16,-1 2-28 0,0-1-23 0,3 0-16 15,-4 0-23-15,2-1-65 0,-1 0-191 0,0-4 84 16</inkml:trace>
  <inkml:trace contextRef="#ctx0" brushRef="#br0" timeOffset="155699.6">12150 3313 82 0,'8'-7'100'0,"1"-3"6"0,2 5 6 0,-3-3-23 15,0 2 2-15,-3 0-13 0,1 1 0 0,-1-1-2 16,0 2-4-16,-5 4-5 0,7-8-9 0,-7 8-5 15,6-5-9-15,-6 5-2 0,4-4-11 0,-4 4-3 16,0 0-2-16,0 0 3 0,0 0-6 16,0 0-2-16,14 11 0 0,-13-4-1 0,2 2-3 15,2 2-1-15,-1 1 6 0,-1 2-13 0,1 3 10 0,-2-1-5 16,2 0-1-16,0 1-8 0,-2-1 5 0,2 1-5 16,-2-2 4-16,0 1-3 0,0-4-12 15,-1 2-16-15,1-4-13 0,-2 0-20 0,2 2-30 16,-2-1-8-16,0-1-21 0,-2-1-67 0,0 0-195 15,-2-3 87-15</inkml:trace>
  <inkml:trace contextRef="#ctx0" brushRef="#br0" timeOffset="156135.84">12370 3313 57 0,'0'0'100'0,"4"6"-7"0,-4-6-8 16,7 8-5-16,-3-5-17 0,0 1 2 0,4 3 5 15,-1-5-14-15,-1 2-9 0,3-2-3 0,0 2-16 16,-5-1 11-16,3 0 13 0,0-2-25 0,-7-1 3 16,0 0-18-16,20 1 8 0,-13-3 7 0,-1-1-6 15,-6 3 1-15,7-5-10 0,-2 0 6 0,-5 5-2 16,5-9-6-16,-3 2 2 0,-2 7-4 0,4-15 9 15,-4 7-7-15,0 1 1 0,0 7-4 0,-4-15 1 16,4 9-6-16,0 6 8 0,-5-12-10 0,5 12-23 16,-4-10-9-16,-1 8-13 0,0-1-9 0,5 3-14 15,-13 0-18-15,13 0-60 0,-16 4-157 0,5 0 70 16</inkml:trace>
  <inkml:trace contextRef="#ctx0" brushRef="#br0" timeOffset="156611.94">12590 3260 87 0,'13'5'84'0,"-4"1"1"0,4 2-9 15,-2 0 1-15,-1-3-13 0,-1 4-5 0,-1-2-3 16,1 0 7-16,1 1-19 0,-3-1-7 0,-1-1 2 15,-2-1 1-15,0 0-8 0,0-2 3 0,-4-3-21 0,6 8 17 16,-6-8-8-16,5 4 5 0,-5-4-6 16,0 0 12-16,0 0-3 0,0 0-1 0,0 0-2 15,0 0 12-15,0 0 2 0,0 0-6 0,0 0-1 16,0 0-2-16,-11-19-6 0,11 19 2 0,-2-12-6 16,2 12-1-16,2-10-7 0,-2 10 1 0,4-12 0 15,3 5 1-15,-1 0-7 0,3-2 0 0,-1 2-4 16,2-1 5-16,-1 0-7 0,3 2 6 0,-1-2-5 15,0 2 1-15,0 0-3 0,0 1 1 0,1-2-3 16,1 0 2-16,-4 1-12 0,5-1 15 0,-5 0 7 16,1 1 2-16,0 0 5 0,-3-1-2 0,1 0 3 15,-1 0-4-15,-2 2 11 0,0 1 8 0,1-2-2 16,-2 3 0-16,-4 3-3 0,7-7-4 0,-7 7-6 16,4-5-1-16,-4 5-3 0,0 0-6 0,6-2-4 15,-6 2-3-15,0 0 5 0,0 0-1 0,0 0-6 16,0 0 4-16,6 17-2 0,-8-10-1 0,2 3-12 15,0 2-17-15,-2-2-15 0,0 2-17 0,2 0-17 16,-4 1-32-16,0-1-15 0,0 4-21 0,-3 1-85 16,1-6-246-16,1 0 108 0</inkml:trace>
  <inkml:trace contextRef="#ctx0" brushRef="#br0" timeOffset="156998.01">13041 3037 121 0,'0'0'139'0,"3"-7"-29"0,-3 7-10 16,0 0-12-16,0 0-7 0,0 0-8 0,0 0-3 0,8 16-3 15,-7-6-8-15,-1 6 0 0,2 1-11 16,2 1 1-16,-4 0-4 0,0 8-3 0,0-8-7 15,2 1 1-15,-2 0-1 0,0 1 0 0,2-2-13 16,-2-3-19-16,2 0-22 0,-1 1-35 0,1-4-18 16,2-2-20-16,-4 2-16 0,3-4-54 0,-3 0-176 15,0-8 78-15</inkml:trace>
  <inkml:trace contextRef="#ctx0" brushRef="#br0" timeOffset="157389.81">13065 3185 56 0,'0'0'98'0,"5"-7"-8"0,-3 3 1 0,-2 4-3 15,8-8-11-15,-2 6-6 0,-6 2-6 0,11-5-2 16,-5 5-9-16,-6 0-3 0,19-2 3 0,-11 2-18 16,-8 0 10-16,15 2-3 0,-5-2-3 0,-5 1-7 15,4 1 3-15,-9-2 0 0,11 4-6 0,-4-2-3 16,-3 0-4-16,-4-2-2 0,12 4 5 0,-7-2-8 15,1 0-2-15,0 1-1 0,-6-3-3 0,10 2 4 16,-10-2-10-16,7 2 1 0,-7-2 7 0,6 2-4 16,-6-2 3-16,0 0-8 0,11-2 10 0,-11 2-1 15,0 0-5-15,12-2 1 0,-12 2 2 0,7-4 6 16,-7 4-2-16,6-3 9 0,-6 3 11 0,7-5-4 16,-7 5 4-16,7-5 1 0,-7 5 3 0,0 0-4 15,0 0-4-15,6-4 0 0,-6 4-7 0,0 0-13 16,0 0 8-16,0 0-9 0,0 0 2 0,0 0-5 15,0 0-2-15,0 0 3 0,7 13-4 0,-7-7 4 16,0-6-3-16,0 17 2 0,4-4-4 0,-4-1-1 16,2 3-12-16,-1 3-19 0,-1-1-31 0,0 2-26 15,0 0-16-15,-1 0-33 0,-3 7-118 0,-2-8-273 16,1 2 121-16</inkml:trace>
  <inkml:trace contextRef="#ctx0" brushRef="#br0" timeOffset="158756.67">10436 3101 6 0,'0'0'89'0,"0"0"-14"0,0 0-1 0,0 0-14 16,0 0-3-16,0-10 1 0,0 10-8 0,0 0-3 15,0 0-14-15,0 0 2 0,0 0-3 0,0 0-9 16,-7-4-2-16,7 4 0 0,0 0-4 0,0 0 3 15,0 0-4-15,-14 2-9 0,14-2 5 0,0 0 0 16,0 0 2-16,-7 10-3 0,4-6 4 0,-1 0-2 16,4-4-1-16,-6 12-1 0,1-7 7 0,1 3-7 15,-1 0 0-15,-2 1 3 0,2-1-4 0,1-1-9 16,-1 2-2-16,3-3 8 0,-1 0 0 0,-1 4-6 16,2-5 6-16,2-5 0 0,-4 15 0 15,0-6 2-15,3-2-12 0,-1 0 13 0,2-7-2 16,-2 14 14-16,-1-9-17 0,3-5-3 0,2 13 6 15,-4-8 13-15,2-5-3 0,3 12-12 0,-1-8 7 0,-2-4-1 16,4 9 8-16,-1-4 4 0,-3-5-3 0,5 8-3 16,-1-4 0-16,-4-4 1 0,6 7-5 0,-1-4-4 15,-5-3 4-15,9 3-4 0,-9-3 5 0,9 3 0 16,-2-2 1-16,-7-1 1 0,15 2 0 16,-5-2-3-16,-2-2-5 0,1 1 7 0,-1-2-1 15,2 3 1-15,2-3-1 0,0-3-7 0,-2 2 10 16,4-2-4-16,-5 2-3 0,3-1 0 0,-2 1 2 0,-2-2 2 15,1 1-2-15,1-3-5 0,-3 2-2 0,0-2 5 16,1 2-2-16,-1-3-1 0,-2 1-3 16,0 0 1-16,-1-1 4 0,-1-1-5 0,-1 1 3 15,0 1-2-15,-2-3-6 0,0 2 6 0,0-1-5 16,-2 1 1-16,0-1-1 0,-1 1-2 0,1 3 12 16,-1-3-11-16,-2 4 3 0,0-5-9 0,-3 3 8 0,1 0-3 15,-1 0 0-15,0 3-4 0,-2-1 0 16,1 2-2-16,-1 0 2 0,-3 1 4 0,3 0 0 15,-2 1-3-15,1-2 1 0,-1 6 1 0,-2-3-11 16,3 3-19-16,2-1 4 0,9-2-15 0,-18 5 1 16,12 0-14-16,0-1-13 0,1 2-16 0,0-1-10 15,3 1-91-15,2-6-200 0,-5 14 88 0</inkml:trace>
  <inkml:trace contextRef="#ctx0" brushRef="#br0" timeOffset="159317.1">10602 2994 45 0,'0'0'56'15,"0"0"-2"-15,0 0 0 0,-7-3 5 0,7 3-6 16,0 0 6-16,0 0 0 0,0 0 0 0,0 0-4 16,0 0-5-16,0 0-4 0,0 0 0 0,0 0-7 15,0 0-4-15,0 0-9 0,17-10 3 0,-7 7 2 16,1 0-5-16,4 0-15 0,-4 1 11 0,3-1-4 16,-2 2 1-16,1-1-13 0,1 0-7 0,-1 2-9 15,-2-2-13-15,-1 1-17 0,-1-1-16 0,-1 1-10 16,-8 1-62-16,10-1-136 0,-10 1 60 0</inkml:trace>
  <inkml:trace contextRef="#ctx0" brushRef="#br0" timeOffset="159537.73">10707 2856 132 0,'0'0'120'0,"0"0"10"0,0 0-5 15,1-7-13-15,-1 7-15 0,0 0-8 0,0 0-15 16,0 0-1-16,0 0-13 0,0 0 3 0,0 0-13 16,0 0-4-16,9 20-6 0,-7-11 5 0,1 1-7 15,0 0-2-15,2 6-9 0,0 1 0 0,0 0-18 16,-1 0-28-16,1 2-28 0,1-1-28 0,1 0-26 16,0 0-92-16,-4-1-207 0,1-6 92 0</inkml:trace>
  <inkml:trace contextRef="#ctx0" brushRef="#br0" timeOffset="160391.29">11250 3010 56 0,'0'0'70'0,"0"0"-7"0,0 0 2 16,10 20-13-16,-10-20 5 0,4 9-15 0,-3-4 6 16,-1-5-6-16,4 8-8 0,-2-4 0 0,-2-4-6 15,3 6 11-15,-3-6-20 0,0 0 14 0,4 4 6 16,-4-4 6-16,0 0 8 0,0 0 6 0,0 0 8 16,0 0-9-16,0 0-8 0,0 0 0 0,0 0-12 15,0 0 6-15,0 0-15 0,0 0-7 0,0 0 7 16,0 0-6-16,-12-20 6 0,12 20-10 0,-1-10-2 15,1 2 1-15,0 8-8 0,4-17 1 0,-2 7 1 16,0 1-2-16,3 1 5 0,1-2-13 0,1 3 8 16,0-1-7-16,-2 2 2 0,3 1-2 0,0 3 0 15,1-5-10-15,1 5 11 0,-1-1-10 0,2 3 4 16,-2 0 2-16,2 0-4 0,-1 4 8 0,-4 0-4 16,4 2-8-16,-1 1 1 0,-2 0 5 0,-1 0-2 15,-1 1 1-15,-1-2 2 0,0 3 3 0,0-1-4 16,-2-2 0-16,1-1 2 0,-3-5 0 0,5 9 6 15,-5-9-6-15,1 7 4 0,-1-7-3 0,3 3 7 16,-3-3 1-16,0 0-4 0,0 0 0 0,0 0-2 16,0 0 3-16,0 0-1 0,0 0 0 0,0 0 2 15,0 0-7-15,0 0-6 0,-13-15 13 0,13 15 0 16,0-12-3-16,0 12-1 0,1-15-7 0,2 9 3 16,-2-2 2-16,3 3 3 0,-1-2-5 0,-3 7 1 15,8-12 2-15,-4 9-3 0,4-1 1 0,-4-1-1 16,2 1 1-16,-6 4 6 0,12-1-7 0,-12 1-2 15,12-2-2-15,-12 2 2 0,13 2-1 0,-5 2 0 16,0-2-2-16,-1 5 3 0,-2-3-7 0,1 1 4 16,0 2-10-16,-1 0-10 0,0-2-13 0,-1 5-13 15,2-2-11-15,-6 3-10 0,2-4-19 0,0 2-91 16,-3 2-197-16,0-2 87 0</inkml:trace>
  <inkml:trace contextRef="#ctx0" brushRef="#br0" timeOffset="160597.01">11652 2916 13 0,'0'0'131'0,"0"0"-10"16,0 0-15-16,0 0-8 0,0 0-21 0,0 0 9 15,0 0-13-15,0 0-5 0,0 0-19 0,0 0 8 16,0 0-18-16,13 18-6 0,-9-11-24 0,0 1-20 15,0 2-13-15,-3 0-28 0,0 0-16 0,-1 2-67 16,-4 0-145-16,2-2 65 0</inkml:trace>
  <inkml:trace contextRef="#ctx0" brushRef="#br0" timeOffset="161015.67">11790 2981 1 0,'5'-11'122'0,"-1"3"-2"0,0-1-16 16,0 3-4-16,2-4-19 0,-1 0-10 0,3 0-3 16,-1 3-4-16,-4-2-9 0,5 3-5 0,-2-2-8 15,2 2-3-15,2 0-11 0,-10 6 0 0,14-6-8 16,-7 3 3-16,-7 3-2 0,16 0 2 0,-16 0-8 15,13 3-6-15,-6 1 1 0,-7-4-1 0,11 12 3 16,-7-2-1-16,1-3-3 0,-5 5-3 0,0-12-1 16,2 20 1-16,-1-7-6 0,-1-13-23 0,-1 24-22 15,1-12-13-15,-2 1-19 0,0-1-79 16,-1 0-170-16,0-2 76 0</inkml:trace>
  <inkml:trace contextRef="#ctx0" brushRef="#br0" timeOffset="161345.67">12013 2910 78 0,'0'0'94'0,"0"0"-12"0,0 0 7 0,0 0-5 0,0 0-5 16,0 0-8-16,10 29-7 0,-10-29-3 15,8 13-15-15,-2-9 4 0,0 2-1 0,3 1-3 16,1-4-7-16,3 2 9 0,-6-3-17 0,5 1 2 16,1-3 7-16,-13 0-5 0,25-5 5 0,-14 2-6 15,0-2 18-15,2 0 5 0,-6-2 0 0,3 0-7 16,-2 0-2-16,-2-2 0 0,-1 2 1 0,-1-3-8 16,-3-1-3-16,1 0-5 0,-2 1-3 0,-2 1-4 15,1-2 0-15,-3 3-6 0,-2 0-15 0,-1 0-7 16,0 1-25-16,-2 3-14 0,0 1-26 0,9 3-9 15,-29 0-12-15,11 3-17 0,-2 2-15 0,3 5-89 16,-2 1-224-16,-3 1 100 0</inkml:trace>
  <inkml:trace contextRef="#ctx0" brushRef="#br0" timeOffset="161963.73">12244 3061 42 0,'6'-9'156'16,"3"3"-17"-16,0-4-6 0,-1 1-14 0,0-1-4 15,1-1-15-15,-2 0-1 0,2 3 11 0,-5-2-10 16,1 0-7-16,-1 0-11 0,-1-1-10 16,0-1-4-16,0 2-9 0,-1-2-4 0,-2 1-6 15,0 1 4-15,-2 0-15 0,-1-1-7 0,2 1 0 16,-2 1-6-16,1 3-1 0,-2 0-8 0,0-1 1 0,4 7 0 15,-5-9-3-15,5 9 1 0,-4-8-8 0,4 8 0 16,-5-6-4-16,5 6 5 0,0 0-2 16,0 0-5-16,-2-6-2 0,2 6-2 0,0 0-5 15,0 0 8-15,0 0-5 0,0 0 0 0,16 0 3 16,-5 0-1-16,0 1 4 0,0-1-1 0,0 0-2 16,1 0-5-16,-12 0 9 0,24 1-5 0,-17 0 1 15,2 0 2-15,-9-1-1 0,13 6-3 0,-13-6 2 0,14 4 10 16,-14-4-14-16,6 6-1 0,1-2 5 15,-7-4-1-15,6 11-2 0,-6-11 13 0,6 11-8 16,-4-5-1-16,-2-6 0 0,4 10 2 0,-4-10-5 16,1 13 14-16,-1-13-12 0,4 10-1 0,-4-10 2 15,2 10 2-15,-2-10-4 0,4 7-2 0,-4-7 8 16,4 9-3-16,-4-9 5 0,8 5-5 0,-8-5 6 16,7 5-3-16,-7-5-4 0,9 3 3 0,-9-3-3 15,0 0 5-15,18 0-2 0,-18 0 2 0,0 0 13 16,13-4-16-16,-13 4 1 0,6-7 3 0,-6 7-4 15,8-10 2-15,-8 10-2 0,4-11 1 0,-4 11 1 16,2-12 0-16,-2 12 2 0,0-13-1 0,0 13-2 16,0-11 1-16,0 11-3 0,-2-13 5 0,2 13-5 15,0 0 3-15,-4-13-3 0,4 13 4 0,0 0-3 16,0 0-4-16,-3-9-5 0,3 9-3 0,0 0 7 16,0 0-6-16,0 0 4 0,0 0 1 0,0 0 5 15,0 0-6-15,0 0 2 0,0 0-17 0,-5 35-12 16,5-35-14-16,0 17-23 0,2-8-31 0,1 1-9 15,0 1-20-15,-1-3-99 0,-2-8-246 0,2 20 109 16</inkml:trace>
  <inkml:trace contextRef="#ctx0" brushRef="#br0" timeOffset="162373.49">12657 2694 114 0,'0'0'153'15,"5"-7"-2"-15,-5 7-1 0,0 0-15 0,4-6-18 16,-4 6-12-16,0 0-11 0,0 0-11 0,0 0-11 16,0 0-8-16,0 0-7 0,0 0-4 0,16 11-10 15,-16-11 0-15,7 16-16 0,-3-7 9 0,0 4-2 16,6 0 0-16,-6-3-5 0,-1 3-2 0,1-1 0 15,0-1-5-15,-4 2 1 0,4-1-12 0,-4-2-9 16,3 1-20-16,-1 0-24 0,3 0-31 0,-5-2-25 16,2 1-16-16,-2-10-16 0,0 21-76 0,-2-13-222 15,2-8 99-15</inkml:trace>
  <inkml:trace contextRef="#ctx0" brushRef="#br0" timeOffset="162967.66">12670 2817 18 0,'12'-4'114'0,"-12"4"-6"0,11-6-9 0,-5 3 5 16,-6 3-15-16,14-3-7 0,-14 3-7 16,18-4 0-16,-9 4-5 0,-9 0-9 0,14-1-2 15,-14 1-3-15,20 1-5 0,-13 0-7 0,-7-1-6 16,16 1 1-16,-5 2-8 0,-11-3-4 0,13 1-2 0,-6-1-1 15,-7 0-1-15,0 0-4 0,15 1 1 0,-15-1-3 16,9 0 2-16,-9 0-4 0,7 1 2 0,-7-1 9 16,0 0 7-16,0 0 8 0,11-2 3 15,-11 2 5-15,0 0-7 0,5-5-4 0,-5 5-4 16,4-4-6-16,-4 4 0 0,4-9 10 0,-4 9-2 16,3-5 4-16,-3 5-6 0,2-7-9 0,-2 7-1 15,7-8-1-15,-7 8 2 0,3-8-6 0,-3 8-2 0,4-6 3 16,-4 6-2-16,4-5 1 0,-4 5-5 15,0 0 1-15,3-7-5 0,-3 7 3 0,0 0-8 16,0 0-3-16,0 0 1 0,0 0 1 0,0 0-5 16,0 0 2-16,0 0-3 0,0 0 0 0,11 13 3 15,-9-6-2-15,1-1 3 0,1 2-3 0,2 3 4 16,-1-1 0-16,-1 3-4 0,4 3 2 0,-4-5 2 16,1 0-3-16,1 1 5 0,-2-1-5 0,3 4 5 15,-2-3-1-15,0 4 3 0,-3-4-5 0,4-1 4 16,-2 1-4-16,-1-1 2 0,1-1 1 0,-2 0-1 15,0 1-1-15,-2-11 3 0,4 13 1 0,-2-6-5 16,-2-7 3-16,2 9-3 0,-2-9 6 0,0 0-2 16,2 11 0-16,-2-11 2 0,0 0-4 0,0 0 5 15,-12 8-6-15,12-8 1 0,-19-2-3 0,19 2-4 16,-21-7-6-16,10 4 0 0,-1-4-7 0,1 3-1 16,-1-7 10-16,0 3-7 0,5-1-4 0,-1 1 2 15,3-3-9-15,0 0-3 0,2 1-2 0,3 10-8 16,0-21-32-16,3 9-3 0,7-2-24 0,0 1-12 15,4 2-23-15,-1 1-4 0,6-1-109 0,5-1-263 16,-4 5 117-16</inkml:trace>
  <inkml:trace contextRef="#ctx0" brushRef="#br0" timeOffset="163103.13">13293 2739 71 0,'0'0'51'0,"0"0"-27"16,0 0-49-16,0 0-26 0,0 0 12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3T07:17:30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25338 10918 22 0,'0'0'114'0,"0"0"-6"0,-4-8-2 0,4 8-6 16,0 0 2-16,0 0-9 0,-2-7-2 0,2 7 3 15,0 0-4-15,0 0-4 0,0 0-3 0,0 0-7 16,0 0-8-16,0 0-5 0,0 0-6 0,0 0-3 16,-3-9-9-16,3 9-1 0,0 0-5 0,0 0-1 15,0 0-4-15,0 0 2 0,0 0 3 0,0 0-2 16,0 0 6-16,9 25 1 0,-9-15 3 0,1 4 3 15,1-2 0-15,-2 5-2 0,2 0-1 0,2-1 0 16,-2 4-10-16,0 4 4 0,-2 2-5 0,3-4-4 16,-2 4 3-16,2-8-3 0,-1 3-1 0,1-2 5 15,-3 0 2-15,1-1-6 0,1 1-2 0,1-1-5 16,0 0 1-16,-1 0-1 0,-2-6-1 0,3 4-2 16,0 0 1-16,-3-6-5 0,2 3 2 0,-1 0-6 15,1-3 2-15,-2 1-3 0,2 0 1 0,0-1 1 16,-2-4-1-16,0 2-2 0,0-8-3 0,0 10-1 0,2-4 1 15,-2-6 0-15,0 12-2 0,0-12 0 0,3 4 0 16,-3-4-3-16,0 0 5 0,3 10-2 16,-3-10-5-16,0 0 0 0,0 6 3 0,0-6-3 15,0 0 4-15,0 0-3 0,2 6-1 0,-2-6 0 0,0 0 2 16,0 0-4-16,0 0 8 0,0 0-18 0,0 0-10 16,0 0-28-16,0 0-34 0,0 0-42 15,0 0-39-15,0 0-37 0,0 0-171 0,0 0-401 16,-16-13 178-16</inkml:trace>
  <inkml:trace contextRef="#ctx0" brushRef="#br0" timeOffset="462.24">25311 11158 97 0,'-2'-8'142'0,"2"8"-7"0,-2-10-3 16,2 10-10-16,-2-8-4 0,2 8-10 0,0 0-12 15,0-13-2-15,0 13-4 0,2-10-5 0,-2 4-6 16,0 6-1-16,6-12 1 0,-4 4-9 0,3 3-3 16,1-4-4-16,2 2-1 0,-1 0-4 0,-1 1 0 15,2-1-7-15,3 1-4 0,-3-1-3 0,1 4-1 16,1-1-8-16,0 0-2 0,-1 0-2 0,-3 1-6 15,2 1-4-15,3 2 1 0,0 1-1 0,-1 2 11 16,3 1-1-16,-3-1-3 0,0 3-5 0,1 1-4 16,-3 0 2-16,2 3-2 0,-1-1 1 0,0 5 0 15,-3-2-1-15,0 0 2 0,-2-2 0 0,-4 2-2 16,4 2-3-16,-4 0 4 0,0-1-3 0,-4-1 2 16,2 1 4-16,-2 2-4 0,-2-3 2 0,-1-2 0 15,3-1-2-15,-4 1-2 0,-2-3 0 0,1 1 1 16,2 1-2-16,-1-3 1 0,-2 0-5 0,2-1 4 15,-1-1-6-15,-1 0 0 0,4-2 0 0,-3 2 3 0,1-4-5 16,-1 1-3-16,9-1 1 0,-12 0 3 16,12 0-3-16,-11-3-7 0,11 3-22 0,-12-3-18 15,5 1-16-15,7 2-27 0,-9-5-43 0,9 5-31 16,-9-7-31-16,5 5-175 0,4 2-395 0,-7-7 175 16</inkml:trace>
  <inkml:trace contextRef="#ctx0" brushRef="#br0" timeOffset="1778.03">23415 8273 63 0,'0'0'161'0,"2"-10"-8"0,-2 10-1 0,0 0-3 16,0-8-11-16,0 8-7 0,0 0-14 0,0 0-11 16,0 0-8-16,0 0-15 0,0 0-7 0,0 0-11 15,0 0-8-15,0 0-4 0,0 0-2 0,0 0-7 16,14 15 10-16,-11-7-6 0,1 2-2 0,0 3 0 15,2 2-9-15,0 0 0 0,1 0-3 0,-1 4 4 16,-2-3-1-16,0 0 3 0,1 1-7 0,-1-6-4 16,-2 2-2-16,2-1-2 0,-1-2 1 0,-1 1-4 15,1-1-2-15,-2-1 5 0,2-2-1 0,-3 3-1 16,0-3-1-16,0-7 0 0,1 11 1 0,-1-11 0 16,1 10 2-16,-1-10 3 0,0 7-3 0,0-7 4 15,0 0 3-15,0 0 6 0,0 9 8 16,0-9 6-16,0 0 5 0,0 0-4 0,0 0-5 0,0 0 4 15,0 0-13-15,0 0-2 0,0 0-7 0,0 0 1 16,-11-25-3-16,8 14-4 0,3 0-3 0,-1 0-1 16,2-8-6-16,-1 8 0 0,3-1 0 0,-1-7-2 15,1 1-4-15,1 1 0 0,1 1-2 0,0-1 2 16,3 2 3-16,-2-1-8 0,0 5 3 0,1-1-4 16,-2 2 12-16,1-2-14 0,1 5-1 0,-1-3 1 15,1 2-1-15,3 1-2 0,-3 2 0 0,0 2 1 16,-1 1-1-16,3-2 0 0,-9 4-3 0,18 0 4 15,-10 2-4-15,3 1-1 0,2 1 1 0,-3 1 1 0,0 0-1 16,-2 1 1-16,1 0 1 0,2 3 3 0,-2-1-2 16,-2-1 3-16,0 2-6 0,1-1 6 15,-1 1 1-15,-2 1-4 0,0-1 0 0,-1 0 5 16,1 0-6-16,-4-1 5 0,1 4-4 0,0-2 1 0,-1 0 2 16,-1-3-2-16,0 2 3 0,1-2-2 15,-1-7-5-15,3 15-2 0,-4-10-22 0,2 2-22 16,-1-7-33-16,1 10-32 0,-1-10-26 0,0 8-33 15,0-8-32-15,3 9-189 0,-3-9-431 0,2 5 191 0</inkml:trace>
  <inkml:trace contextRef="#ctx0" brushRef="#br0" timeOffset="2594.19">25075 6475 64 0,'0'0'186'0,"-6"-11"4"0,3 7-11 16,3 4-10-16,-4-6-9 0,4 6-15 15,-3-8-11-15,3 8-13 0,0 0-14 0,0 0-6 16,0 0-13-16,-2-8-14 0,2 8-10 0,0 0-8 15,0 0-5-15,0 0-9 0,0 0-3 0,0 0 0 16,0 0-7-16,5 40 0 0,-5-22 3 0,2 7 0 16,3 2-1-16,-4 2-4 0,4 0-2 0,-2 3 2 15,0 0 2-15,1 0 11 0,0 1-1 0,-2-3-3 16,1-2-3-16,3 2-2 0,-2-2-3 0,0-1 1 16,-1 0-2-16,-1-8-2 0,2 6-3 0,0-5-2 0,-2-4-4 15,2 1 2-15,0-1-4 0,-1-3 0 0,-2-3 3 16,2 4-4-16,-1-2-2 0,0-2-5 0,0 0 3 15,-1-1-2-15,2-2 0 0,-2-1 0 16,2-1-2-16,-3-5 4 0,2 13-4 0,-2-8 3 0,0-5-4 16,2 9 0-16,-2-9-2 0,0 0-12 0,0 9-10 15,0-9-29-15,0 0-27 0,0 0-34 16,0 0-45-16,-2 9-21 0,2-9-45 0,0 0-132 16,0 0-380-16,0 0 169 0</inkml:trace>
  <inkml:trace contextRef="#ctx0" brushRef="#br0" timeOffset="3011.03">25148 6710 143 0,'0'0'185'0,"0"0"-2"0,-4-6-6 0,4 6-12 16,0 0-4-16,0 0-14 0,0 0-8 0,0 0-7 0,0 0-8 16,0 0-8-16,0 0-1 0,0-9-10 15,0 9-5-15,0 0-6 0,0 0-7 0,0 0-5 0,0 0-13 16,6-10-6-16,-6 10-6 0,7-5-4 16,-2 2-11-16,0-2 0 0,-5 5-8 0,14-8 0 15,-10 4-4-15,3 0-6 0,-1 2-3 0,1-3-1 0,1 2-3 16,0 0-2-16,-8 3-1 0,14-2-6 15,-7 2 2-15,-7 0-4 0,13 1-1 0,-8 3 2 16,0-3-4-16,-5-1 1 0,10 9-2 0,-6-4 1 0,3 1 0 16,-6 1 0-16,2 1-2 0,-2-1 1 15,1 1 0-15,-2 3 0 0,-3 0 4 0,0-1 0 0,-2 3 0 16,-3-3 0-16,-3 2 2 0,-2 1-3 0,-1 1 1 16,0-3-1-16,-3 2-1 0,2-3-1 0,1 2-15 15,-4-2-35-15,0 0-42 0,0 0-47 0,0 0-53 16,1-1-217-16,-3-6-440 0,3 0 196 0</inkml:trace>
  <inkml:trace contextRef="#ctx0" brushRef="#br0" timeOffset="6656.28">25483 10086 14 0,'0'0'82'0,"0"0"-10"0,0 0-7 15,0 0-5-15,0 0-7 0,0 0-5 0,0 0 0 16,0 0-2-16,0 0 1 0,0 0-2 0,0 0-14 16,0 0 2-16,0 0 0 0,0 0-3 0,0 0 6 0,0 0 1 15,0 0-5-15,0 0-5 0,0 0 2 0,0 0-3 16,0 0 3-16,0 0-2 0,0 0-4 15,0 0 6-15,0 0 3 0,0 0-5 0,0 0 8 16,0 0-11-16,-21-2 2 0,21 2-3 0,0 0-1 0,0 0 0 16,0 0 3-16,0 0-9 0,0 0 6 0,-10 0 3 15,10 0 2-15,0 0-7 0,0 0 3 16,0 0-1-16,0 0 8 0,0 0-9 0,-11 0 2 0,11 0 0 16,0 0 1-16,0 0-1 0,0 0 1 0,0 0 2 15,0 0 0-15,0 0-4 0,0 0 1 0,0 0-2 16,0 0 3-16,-11-1-5 0,11 1-1 0,0 0 2 15,0 0 4-15,0 0-6 0,0 0 1 0,0 0 1 16,0 0-2-16,-10 1 0 0,10-1 1 0,0 0 2 16,0 0-6-16,0 0 3 0,0 0 0 0,0 0 2 15,0 0-4-15,0 0-4 0,0 0 1 0,0 0-1 16,0 0-1-16,0 0-5 0,0 0 1 0,0 0-3 16,0 0-1-16,0 0 3 0,0 0 2 0,0 0-3 15,0 0 2-15,30-5-2 0,-23 4-1 0,2 0 1 0,-9 1-1 16,18-2-1-16,-7 0 1 0,1 1 1 15,-1-2 1-15,2 1 0 0,-4 0-1 0,5 2 1 16,-6-4-3-16,3 1-3 0,1 1 4 0,-1 1-5 16,-2-1 3-16,0-1 0 0,-9 3-1 0,13-2 2 0,-6 2-4 15,-7 0-2-15,12-2-1 0,-12 2 2 16,7-3 2-16,-7 3 1 0,0 0-1 0,9-1 2 16,-9 1-1-16,0 0 0 0,0 0-2 0,0 0 2 0,0 0-5 15,11-1 2-15,-11 1-5 0,0 0-16 0,0 0-8 16,0 0-18-16,0 0-24 0,0 0 5 15,0 0-21-15,0 0-25 0,0 0-11 0,0 0-24 16,0 0-89-16,0 0-257 0,0 0 113 0</inkml:trace>
  <inkml:trace contextRef="#ctx0" brushRef="#br0" timeOffset="7035.48">25510 9961 93 0,'-4'-6'157'15,"4"6"-9"-15,0 0-6 0,-4-4-6 0,4 4-9 16,0 0-7-16,0 0-12 0,0 0-19 0,0 0 0 16,0 0-12-16,0 0-6 0,0 0-8 0,0 0-5 15,-7-5-8-15,7 5-4 0,0 0-3 0,0 0-4 16,0 0 2-16,0 0 5 0,7 25 4 0,-7-13 16 15,2 2-2-15,-2 3-5 0,3-2-6 0,0 4-2 0,-3 0 5 16,1 1 2-16,1-3-6 0,3 4-2 16,-5-2-1-16,3 0-7 0,-2-1 2 0,0 0-7 15,1-2-4-15,0 1-1 0,2-2-6 0,-2-3 2 16,-1 0-3-16,0-2-5 0,0 0-2 0,-1-1-5 0,2-2 5 16,0 0 3-16,-2-7-5 0,0 12-4 15,4-6-3-15,-4-6 0 0,0 10 3 0,0-10-7 16,0 8 4-16,0-8 0 0,0 0-20 0,0 10-19 15,0-10-24-15,0 0-30 0,0 0-30 0,-2 7-31 0,2-7-52 16,0 0-162-16,0 0-390 0,0 0 173 0</inkml:trace>
  <inkml:trace contextRef="#ctx0" brushRef="#br0" timeOffset="8148.36">24484 9297 126 0,'0'0'127'0,"0"0"-8"0,0 0-7 15,0 0-4-15,0 0-8 0,0 0 0 0,0 0-17 16,0 0-1-16,0 0-2 0,0 0-8 0,0 0 3 16,0 0-4-16,0 0-4 0,0 0-1 0,0 0 0 15,-17 6-1-15,17-6 1 0,-7 2 1 0,7-2-4 16,0 0-2-16,-10 5-4 0,10-5-4 0,-5 3 2 15,5-3-13-15,0 0 3 0,-10 2-4 0,10-2 0 16,-5 2-2-16,5-2-1 0,0 0-7 0,0 0 1 16,-8 2 1-16,8-2-2 0,0 0-3 0,0 0-5 15,0 0-4-15,0 0 0 0,0 0-1 0,0 0 1 16,0 0-2-16,0 0-4 0,0 0-1 0,0 0 3 16,0 0 2-16,0 0-1 0,24 0 3 0,-14-2 3 15,3 1-2-15,-1 0 3 0,-1 0-2 0,2-2 4 16,1 1-5-16,4-2 6 0,-7 2 3 0,3-1 1 0,-2 0-5 15,-2 3 1-15,3-1-2 0,-8-1-4 0,-5 2 2 16,14-1-4-16,-6 1 2 0,-8 0-4 0,0 0-2 16,11 0 0-16,-11 0-1 0,0 0 0 0,0 0 1 15,9-3-2-15,-9 3 2 0,0 0 0 16,0 0 0-16,8 0-1 0,-8 0 5 0,0 0-7 0,0 0 0 16,0 0-2-16,0 0-1 0,0 0 1 0,0 0-3 15,0 0 1-15,0 0-1 0,0 0 0 0,0 0-14 16,0 0-19-16,0 0-31 0,0 0-43 0,0 0-46 15,0 0-58-15,0 0-231 0,0 0-473 0,0 0 209 16</inkml:trace>
  <inkml:trace contextRef="#ctx0" brushRef="#br0" timeOffset="20845.23">25100 7990 37 0,'0'-9'61'0,"0"9"9"0,-6-7-6 16,6 7 10-16,-3-7-13 0,3 7 3 0,-2-7 10 15,2 7-5-15,-8-6 0 0,8 6-4 0,-3-6-13 16,3 6 7-16,0 0 9 0,-5-7-2 16,5 7 4-16,-4-6-9 0,4 6-8 0,-4-7-2 0,4 7 4 15,0 0-4-15,-6-4-4 0,6 4-1 0,0 0 4 16,0 0-4-16,-3-7-5 0,3 7-3 0,0 0-8 16,-5-5 1-16,5 5 4 0,0 0 4 0,0 0-7 15,-5-6 4-15,5 6 0 0,0 0-2 0,0 0-2 16,0 0 1-16,-3-7-4 0,3 7 3 0,0 0 0 15,0 0-1-15,0 0-6 0,0 0 0 0,0 0 1 16,0 0-5-16,0 0 0 0,0 0-3 0,0 0-3 16,-3-7-2-16,3 7-4 0,0 0-3 15,0 0-2-15,0 0-1 0,0 0-1 0,0 0 4 0,0 0-3 16,0 0 2-16,8 27-4 0,-6-17 0 0,0 4 2 16,2 0 3-16,-3 3-2 0,4 0 1 0,-3 0 1 15,0-2-2-15,2 3 5 0,-1-5-1 0,-1-2 1 16,1 6 3-16,0-2 0 0,1-3 0 0,-2-1 1 15,0 2-3-15,0-3 1 0,-2 1-2 0,3-4 4 16,-2 0 0-16,1 1-4 0,-1-1 0 0,-1 0 1 16,0-7-1-16,4 11 3 0,-4-11 0 0,2 9 0 15,-2-5 0-15,0-4-2 0,0 0-1 0,2 11 0 16,-2-11 3-16,1 4-2 0,-1-4 1 0,0 0-2 16,0 0 0-16,3 6 1 0,-3-6-2 0,0 0 7 15,0 0 8-15,0 0-1 0,0 0 5 0,0 0-7 16,0 0 1-16,0 0-5 0,0 0-1 0,0 0 2 15,0 0-1-15,0 0-5 0,0 0-2 0,0 0-6 16,0 0-8-16,-3-25-3 0,2 18-5 0,1 7 0 16,-2-13-9-16,2 5-4 0,0-1 7 0,0-3 1 15,0 5 1-15,0 7 2 0,-2-19 2 0,0 10 2 16,0 0-3-16,1-1 2 0,-2 0 1 0,2 0-1 16,-1 0 8-16,2 0 1 0,-2-3-2 0,0 4-2 0,-2-1 1 15,2-2 2-15,0 3-2 0,1-1-2 16,-2 1 5-16,3 0 2 0,-2 2-4 0,2 7 2 15,-3-12 0-15,2 3 0 0,1 9 2 0,-2-9-2 16,2 9 4-16,-1-11-3 0,1 11 2 0,0-9 1 16,0 9 0-16,0 0-3 0,-1-8 4 0,1 8-3 15,0 0-1-15,0 0-3 0,0 0-1 0,0 0 4 16,0 0-4-16,-1-8-2 0,1 8 0 0,0 0 1 0,0 0 0 16,0 0-2-16,0 0 4 0,0 0-2 15,3 24 5-15,-1-14-1 0,0-1 3 0,0 2-1 16,0 0-1-16,-2 1-1 0,3-2 1 0,-1 1 2 15,-1 1-2-15,1-2-2 0,0-1 4 0,-2 3-1 0,4-3 2 16,-4 1-3-16,2-3 4 0,-2 0 0 0,0 1 3 16,3 1-1-16,-3-9-3 0,0 12-24 0,0-5-25 15,0-7-29-15,0 12-19 0,1-9-30 0,-1-3-37 16,2 11-20-16,-2-11-100 0,-4 11-306 0,4-11 135 16</inkml:trace>
  <inkml:trace contextRef="#ctx0" brushRef="#br0" timeOffset="22716.74">25021 8015 12 0,'0'0'99'0,"0"0"-3"0,0 0-10 0,0 0 0 16,0 0-11-16,0 0-3 0,-6-4-17 0,6 4 4 15,0 0-4-15,0 0 3 0,0 0-6 16,0 0-2-16,0 0-8 0,0 0-2 0,0 0-2 0,0 0 0 15,0 0-3-15,0 0-5 0,0 0-2 0,0 0-6 16,0 0-4-16,-12 3 7 0,12-3-10 0,0 0-2 16,-10 4-7-16,10-4 7 0,-8 1-4 15,8-1-1-15,0 0-4 0,-11 3 9 0,11-3-1 0,0 0-2 16,-8 2 5-16,8-2 4 0,0 0-9 0,-10 0 6 16,10 0-7-16,0 0 8 0,-9 5 2 0,9-5-6 15,-6 3-20-15,6-3 21 0,-7 3 0 16,7-3-3-16,-10 4-2 0,10-4 13 0,-8 3-11 0,8-3-2 15,-9 3 5-15,9-3 0 0,-5 3-7 16,5-3 2-16,0 0 4 0,-7 3-1 0,7-3 3 0,0 0-3 16,0 0 2-16,-7 3-1 0,7-3-7 0,0 0-6 15,0 0 8-15,0 0 2 0,0 0 1 0,0 0-6 16,0 0 5-16,0 0-3 0,0 0-3 0,0 0 6 16,28-3-7-16,-17 0 1 0,0 1 0 0,-1-2 11 15,2 1-11-15,2-1-5 0,-1 1 7 0,-1-1-5 16,5-2 1-16,-5 3 5 0,-1-2-4 0,1 2 1 15,-1-2 4-15,0 2-5 0,1-4 7 0,-2 4-1 16,1 0-1-16,1-1-2 0,-3 0 11 0,-1 2-14 16,0 0-1-16,-1-2 3 0,0 3 2 0,-7 1-4 15,11-3-3-15,-6 0 4 0,-5 3 0 0,9-2-5 16,-9 2 8-16,0 0-2 0,10-2-10 0,-10 2 13 16,0 0-4-16,7-2 3 0,-7 2 7 0,0 0-4 15,0 0 3-15,0 0 4 0,0 0-1 0,0 0 2 16,0 0-1-16,0 0 7 0,0 0-7 0,0 0 1 15,0 0-1-15,0 0-1 0,0 0-8 0,0 0 7 16,0 0-7-16,0 0 4 0,0 0-4 0,0 0-2 16,0 0 8-16,0 0-11 0,0 0 1 0,0 0 3 15,0 0-2-15,0 0-2 0,0 0 0 0,0 0 3 16,0 0-5-16,0 0-1 0,0 0-3 0,0 0 4 0,0 0-2 16,0 0 3-16,0 0-1 0,0 0-2 15,0 0 1-15,0 0 0 0,0 0 0 0,-23 9 0 16,23-9 0-16,0 0 2 0,0 0-2 0,-8 1 1 15,8-1-4-15,0 0 5 0,0 0-3 0,-6 3 0 0,6-3-2 16,0 0 4-16,0 0-1 0,0 0-1 0,0 0-7 16,0 0-11-16,0 0-15 0,0 0-10 15,-6 4-21-15,6-4-15 0,0 0-12 0,0 0-19 16,0 0-15-16,-2 8-26 0,2-8-82 0,-4 5-253 16,4-5 112-16</inkml:trace>
  <inkml:trace contextRef="#ctx0" brushRef="#br0" timeOffset="24936.21">24723 6889 69 0,'0'0'120'0,"0"0"-7"0,0 0-7 16,0 0-8-16,0 0-4 0,0 0-8 0,0 0-6 16,0 0-2-16,0 0-12 0,0 0-4 0,0 0-2 15,0 0-9-15,0 0-1 0,0 0-5 0,0 0-9 16,0 0 3-16,0 0 0 0,-6-7-6 0,6 7-1 15,0 0-1-15,0 0 4 0,-13-1 1 0,13 1 0 16,0 0 3-16,-6-2 2 0,6 2 1 0,0 0 1 16,0 0-5-16,-11 4 1 0,11-4-1 0,0 0-9 15,-9 2 6-15,9-2-6 0,0 0 0 0,0 0 5 16,-11 2-3-16,11-2 2 0,0 0 3 0,0 0-1 16,-5 2-5-16,5-2 1 0,0 0-2 0,0 0 3 15,0 0-7-15,0 0-2 0,0 0 0 0,0 0-3 0,14-15-2 16,-5 11 2-16,4-2 0 0,2-1-4 15,2 1-1-15,1 1-3 0,-3-3 1 0,3 1-3 16,-5 0 2-16,2 0-3 0,2 1-1 0,-6 1 2 0,2 1 0 16,0 1-2-16,-3 0-3 0,-1 0 1 0,-1 2-2 15,-1-2 1-15,-7 3 2 0,10-4-3 16,-4 1 1-16,-6 3-1 0,7-3 3 0,-7 3 3 16,0 0 4-16,8-1 3 0,-8 1 5 0,0 0 4 15,0 0 3-15,0 0 5 0,0 0-6 0,0 0-1 0,0 0-1 16,0 0-6-16,0 0 1 0,0 0-3 0,0 0 2 15,9-2-3-15,-9 2-7 0,0 0-5 0,0 0 1 16,0 0-21-16,0 0-29 0,0 0-42 0,0 0-47 16,0 0-45-16,0 0-36 0,0 0-151 0,0 0-395 15,0 0 175-15</inkml:trace>
  <inkml:trace contextRef="#ctx0" brushRef="#br0" timeOffset="69658.14">14807 11141 107 0,'0'0'109'16,"-5"-4"3"-16,5 4-5 0,0 0-14 0,0 0-8 15,0 0 0-15,-9-4-10 0,9 4-1 0,0 0 5 0,-3-5 0 16,3 5-6-16,0 0-4 0,0 0-9 16,0 0 4-16,0 0-6 0,0 0 2 0,-6-6-6 15,6 6-1-15,0 0-11 0,0 0 2 0,0 0 1 16,0 0-6-16,0 0 3 0,0 0-5 0,0 0-9 0,0 0-5 16,0 0 5-16,0 0-3 0,0 0-3 0,0 0-1 15,0 0-3-15,0 0-3 0,0 0 1 16,0 0-1-16,0 0-5 0,0 0-3 0,0 0 2 15,0 0 2-15,0 0-7 0,0 0 0 0,0 0-3 16,0 0 2-16,0 0-3 0,0 0 4 0,0 0 0 0,0 0-5 16,0 0-1-16,0 0 3 0,2 24 1 15,-2-16-2-15,2 0-1 0,0 1 4 0,-1 1-3 16,0 0-5-16,0 2 4 0,-2-2 3 0,2 1 0 16,1 1 4-16,-2 1 3 0,0-2 1 0,0 0-4 0,2 0 7 15,1-1-4-15,-2 1 0 0,-1-3-4 0,0 1-1 16,0-1-2-16,1 0 6 0,2 0-2 0,-3-1-6 15,0-7 8-15,0 12-2 0,1-7-4 0,-1-5 2 16,1 12 0-16,-1-6 3 0,0-6 0 0,2 9 3 16,-2-9-2-16,0 9-2 0,0-9-3 0,0 7 2 15,0-7-3-15,0 0 2 0,0 0 3 0,-2 11-3 16,2-11 0-16,0 0-3 0,-1 8-2 0,1-8 11 16,0 0-8-16,-1 9-2 0,1-9 5 0,0 0 0 15,0 0 3-15,-1 8-2 0,1-8 2 16,0 0-3-16,0 0-5 0,-2 8 1 0,2-8 6 0,0 0-3 15,0 0 2-15,0 0-3 0,0 0 0 0,0 0 7 16,0 0-1-16,0 0 1 0,0 0 5 0,-2 7-2 16,2-7 2-16,0 0 1 0,0 0-2 0,0 0 3 15,0 0-4-15,0 0 1 0,0 0 0 0,0 0 1 16,0 0-1-16,0 0-6 0,0 0 2 0,0 0 5 16,0 0-3-16,0 0 4 0,0 0 0 15,0 0 2-15,0 0-2 0,0 0 2 0,0 0-1 0,0 0 2 16,0 0-6-16,0 0 2 0,0 0-5 0,0 0 0 15,0 0 1-15,0 0-2 0,0 0 0 0,0 0 1 16,0 0-1-16,0 0-3 0,0 0 1 0,0 0-3 16,0 0 0-16,0 0 2 0,0 0 0 0,0 0-3 15,-5-23 3-15,5 23-2 0,0 0 2 0,0-11-3 16,0 11 0-16,0 0-2 0,2-11-1 0,-2 11 0 16,4-8 3-16,-4 8-4 0,1-10 2 0,2 5 0 15,-3 5 1-15,4-12-3 0,-4 6 0 0,4 1 1 0,-4 5 1 16,5-13-5-16,-1 4 6 0,1-1-5 15,1 1 6-15,-1-1-3 0,2 0-2 0,-1 0-1 16,2-5 6-16,2 2-6 0,-3-1 2 0,2 1-1 16,2-1 1-16,-6 3 0 0,2 1-1 0,-1 1-3 0,0-1 7 15,0 1 0-15,-1-1-3 0,1 2-2 16,0-1 5-16,-2 0-4 0,2 2 4 0,0 0-3 16,-1-1 0-16,-1 1 0 0,2 0 2 0,-3 2-4 15,4-1 3-15,-5 1 0 0,2-1-1 0,-4 6-2 0,7-6 2 16,-7 6-1-16,5-4 1 0,-5 4-2 0,4-5 4 15,-4 5-3-15,0 0 3 0,0 0-1 16,3-6-3-16,-3 6 1 0,0 0 0 0,0 0-1 16,0 0 1-16,0 0-2 0,0 0 2 0,0 0-4 0,0 0 0 15,0 0 4-15,0 0 1 0,0 0-3 0,0 0 4 16,9 15-3-16,-9-9-1 0,2 3 6 0,-2 1-1 16,1 0 0-16,0 3 8 0,0 3-3 15,1-2 10-15,0-1-4 0,-2 4 2 0,2 1-6 0,0 0 6 16,2-1-2-16,-1 2 4 0,-1-3 5 0,0 0 1 15,1 1-5-15,0 0-1 0,-2-5-2 0,0 2 2 16,2 0-3-16,-2-1 1 0,3 3-2 0,1-6 0 16,-2 0 2-16,0 0-3 0,-1-2-1 15,-1 2 1-15,3-4-2 0,0 2 0 0,-3 0-3 0,3-4 4 16,-4-4-2-16,5 8-1 0,-3-2-2 0,-2-6 4 16,2 9-5-16,-2-9 2 0,4 4-5 15,-4-4 4-15,0 0-2 0,3 6 0 0,-3-6-6 16,0 0-6-16,0 0-18 0,0 0-15 0,0 0-21 0,2 6-16 15,-2-6-38-15,0 0-56 0,0 0-49 0,0 0-173 16,0 0-427-16,0 0 190 0</inkml:trace>
  <inkml:trace contextRef="#ctx0" brushRef="#br0" timeOffset="71026.36">13252 7978 39 0,'0'0'143'0,"0"0"-11"16,0 0-8-16,0 0-8 0,0 0-12 15,0 0-8-15,0 0-15 0,0-10-7 0,0 10-18 0,0 0 1 16,0 0-4-16,0 0 5 0,0 0 1 0,2 28-7 16,0-15 4-16,-2 3-5 0,0 3 0 0,0 5 1 15,0 4 6-15,0 0-1 0,0 0-4 0,0 2-3 16,0-2 1-16,0 3-2 0,3 0 1 15,-6 0-7-15,1-3 1 0,2 4 1 0,0 0 0 0,2-4 4 16,-2-1-1-16,0-6-7 0,0-2-4 0,0 0-4 16,0-2 1-16,0 0 2 0,5 1-1 0,-7-6-4 15,2-1-4-15,0 1-6 0,0-2 3 0,5-2-4 16,-5 0 0-16,0-2-5 0,0-6 1 0,2 13-1 16,-2-13 0-16,-2 9-4 0,2-9 1 0,0 8-3 15,0-8-1-15,0 0 1 0,2 7-7 0,-2-7-13 16,0 0-18-16,0 0-26 0,0 0-18 0,-2 9-36 15,2-9-42-15,0 0-46 0,0 0-127 0,0 0-351 16,0 0 155-16</inkml:trace>
  <inkml:trace contextRef="#ctx0" brushRef="#br0" timeOffset="71480.19">13183 8226 90 0,'0'0'145'0,"-3"-9"-2"16,3 9 0-16,-2-11-6 0,2 11-6 0,-2-9-8 15,2 9-12-15,-2-9-4 0,2 9-10 0,0-9-2 0,0 9-10 16,0 0-7-16,0-12-9 0,2 5-9 15,-2 7-9-15,6-12 0 0,-1 6-4 0,-1-1-6 16,6-2-2-16,-4 1-1 0,1 3-4 0,2-4-4 16,0 1-2-16,0 2-5 0,0-1-1 0,3 1-5 0,-2 2 3 15,1-1-4-15,-1 1-1 0,-1 1-4 16,1 3-1-16,-3-1-3 0,-7 1-1 0,16 1-1 16,-9 1 0-16,-1 0 2 0,2 1-2 0,-2 3 4 15,-1-3 0-15,-1 5-1 0,2 0 2 0,-3 0 3 16,0 4 3-16,-3-2 1 0,-3 2 5 0,-2-1-3 0,-1 3 2 15,-1 0-6-15,-1 2 3 0,-4-1-4 0,-1-2 1 16,3-3-4-16,-3 1-1 0,0 1 0 16,1 0 0-16,1-1 3 0,-3-1-5 0,5-3-2 15,-1-1 2-15,1 0-3 0,4-3-16 0,-4 4-14 0,5-5-22 16,4-2-29-16,-9 7-28 0,9-7-27 0,-5 3-56 16,5-3-121-16,-9 0-334 0,9 0 147 15</inkml:trace>
  <inkml:trace contextRef="#ctx0" brushRef="#br0" timeOffset="72848.73">14470 6706 17 0,'0'0'148'0,"0"0"-18"0,0 0-7 15,2-7-17-15,-2 7-11 0,0 0-11 0,0 0-8 16,0 0-14-16,0 0 3 0,0 0-5 0,0 0-9 16,0 0 4-16,0 0-7 0,0 0-1 0,15 14 7 15,-13-9-3-15,3 2 1 0,-2 3 6 0,1-1-2 16,1 1-11-16,-1 0 2 0,-2 2-6 0,2-1-2 16,-1-1-5-16,0 3 1 0,-1-1-9 0,0 4 4 0,1-3-4 15,-2 4 7-15,0-4 2 0,1-2 10 0,-1 0-8 16,-2 1 6-16,1-2-8 0,-2-3-3 15,2 4-1-15,-2-1 4 0,2-3 2 0,-3 0 7 16,3-7 6-16,-2 11-1 0,2-11 4 0,0 7 0 0,0-7 9 16,0 0-6-16,-2 7 10 0,2-7-2 0,0 0-2 15,-6 4-3-15,6-4-5 0,0 0-4 0,0 0 0 16,0 0-1-16,0 0 1 0,0 0-5 0,0 0-8 16,-8-14-3-16,8 14 1 0,-3-9-8 15,3 9-4-15,-2-12 1 0,2 12-2 0,0-14-2 0,0 14 11 16,2-13-13-16,-4 4-1 0,4 0-4 0,-1 2-5 15,0-5-1-15,2 1 3 0,-1-1-3 16,2 2-3-16,0-3-3 0,0 4 29 0,2-4-8 16,-1 3-2-16,2-2-2 0,-1-2-2 0,4-2 2 0,-6 4-6 15,5-1-2-15,-1-1 3 0,4-1-4 0,-1 2-4 16,-1-1-2-16,0 0 4 0,2 1-2 0,-1-2-1 16,2-1 1-16,0 1-4 0,2 1 1 0,-5 0 2 15,4 0-23-15,-7 3 5 0,2 2-2 0,-1 0 2 16,0 0 10-16,0 0-3 0,-3 0-2 0,2 1-1 15,-1 1 2-15,-1-1-2 0,0 2 4 0,-1 2 1 16,-4 4-2-16,4-10 3 0,-4 10-4 0,5-6 2 16,-5 6 3-16,4-5 6 0,-4 5-6 15,0 0-4-15,0 0-5 0,0 0 3 0,5-5-4 0,-5 5-1 16,0 0 1-16,0 0 3 0,0 0-2 0,0 0 3 16,0 0-1-16,9 16 4 0,-7-9-4 0,1 4 5 15,-1 0-2-15,2 2 3 0,-2-2-2 0,3 6 1 16,1 1 2-16,-3-2 0 0,2 0 2 0,-1 2 2 15,-2 1 15-15,2-2 5 0,0 3-5 0,0-4 3 16,0 1 2-16,-1 2-9 0,1-2-6 0,0-1 4 16,0-1-3-16,0-5 2 0,-2 0 9 0,1 0-9 15,-1-1-4-15,2 0-1 0,-1-2 3 0,-1-1 0 16,1 0-4-16,-3-6 3 0,2 7-2 0,1-3-1 16,-3-4 4-16,4 5 23 0,-4-5 3 0,0 0 9 15,0 0 14-15,4 5 6 0,-4-5 9 0,0 0 8 16,0 0 0-16,0 0-9 0,0 0-9 0,0 0-7 15,0 0 0-15,11-17-12 0,-8 14-4 16,0-3-2-16,-3 6-1 0,4-11-3 0,-2 6-4 0,-2 5-3 16,2-9-9-16,2 3-3 0,0 1-5 15,-4 5-15-15,3-10-24 0,-3 10-29 0,6-6-36 0,-6 6-36 16,0 0-40-16,0 0-50 0,0 0-59 0,2-7-47 16,-2 7-193-16,0 0-562 0,0 0 249 0</inkml:trace>
  <inkml:trace contextRef="#ctx0" brushRef="#br0" timeOffset="85426.69">14032 9333 36 0,'0'0'115'16,"0"0"-14"-16,0 0 4 0,0 0-9 0,0 0-13 16,0 0 3-16,0 0-11 0,0 0 2 0,0 0-4 15,0 0-4-15,0 0 1 0,0 0 0 0,0 0 1 16,0 0-13-16,0 0 5 0,0 0-2 0,0 0-5 0,0 0-5 15,0 0-6-15,0 0-8 0,-7-10 3 16,7 10-1-16,0 0-6 0,0 0 4 0,0 0-15 16,0 0 4-16,0 0 1 0,-11 1-7 0,11-1-2 15,0 0 0-15,0 0-1 0,-12 2-3 0,12-2 1 0,0 0-4 16,0 0-4-16,-11 2 3 0,11-2 1 0,0 0-3 16,-7 3 2-16,7-3-2 0,-6 2 0 15,6-2 1-15,0 0-2 0,0 0 0 0,-9 2-2 16,9-2-2-16,0 0 6 0,0 0 3 0,0 0-13 0,-7 4 7 15,7-4-3-15,0 0-2 0,0 0 1 0,0 0 3 16,0 0 1-16,0 0-4 0,0 0 2 16,0 0 0-16,0 0-1 0,0 0-5 0,0 0 5 15,0 0-3-15,0 0-2 0,0 0 5 0,0 0-2 0,0 0-1 16,0 0 9-16,0 0-8 0,20 2 3 0,-20-2 4 16,11-1-7-16,-11 1 1 0,16 0 6 15,-9-1-7-15,-7 1 0 0,18-3 6 0,-9 2-2 0,2-1 0 16,-4 1 0-16,4-2 2 0,-2 3-4 0,3-3 2 15,-3 3-1-15,1-2 4 0,0 0-4 16,-2-1 0-16,-1 2 3 0,-7 1-3 0,16-3 0 16,-11 2 1-16,-5 1-3 0,13-3 7 0,-4 2-7 15,-9 1 0-15,9-1-1 0,-9 1 7 0,9-3-7 0,-9 3 1 16,0 0 0-16,9-2-3 0,-9 2 3 0,0 0-6 16,0 0 10-16,9-1-5 0,-9 1 4 0,0 0-6 15,0 0-1-15,0 0 4 0,0 0 0 0,5-4-2 16,-5 4 0-16,0 0-2 0,0 0-8 15,0 0-13-15,0 0-11 0,0 0-25 0,0 0-8 0,0 0-26 16,0 0-9-16,0 0-16 0,0 0-9 0,0 0-14 16,0 0-86-16,0 0-247 0,0 0 110 0</inkml:trace>
  <inkml:trace contextRef="#ctx0" brushRef="#br0" timeOffset="86000.16">14047 9187 23 0,'-2'-4'122'16,"2"4"-1"-16,-4-5 0 0,4 5-14 0,0 0 1 15,0 0-12-15,-2-9-6 0,2 9-7 0,0 0 2 16,0 0-17-16,0 0 9 0,0 0-6 0,0 0-13 16,-1-6 3-16,1 6-4 0,0 0-4 0,0 0-1 0,0 0-9 15,0 0-7-15,0 0-4 0,0 0-1 16,0 0-9-16,0 0-4 0,0 0-3 0,0 0 2 16,0 0 2-16,0 0-2 0,0 0-5 0,0 0-1 15,0 0 0-15,0 0 1 0,7 19 3 0,-7-19 16 16,5 7 6-16,-4-2-11 0,2 4 5 0,-1-1 9 0,3 0-7 15,-2 1 4-15,-1 2-3 0,2-1-1 16,-4 1 1-16,4 0-1 0,-4 0-6 0,4 1 1 16,-3-1 3-16,1 0 0 0,0-1 2 0,0 0 4 0,0 3-1 15,-2-3 1-15,0 2 0 0,0-4-4 16,2 4-3-16,1-2-3 0,-3-1-2 0,1 1 2 16,-1 1-2-16,0-3-1 0,0 0-3 0,0-1 0 15,0-7-1-15,0 11 0 0,0-11-6 0,0 10 5 16,0-10-3-16,0 7-4 0,0-7 0 0,0 0-1 0,2 7 3 15,-2-7-3-15,0 0-5 0,0 0 3 16,2 7-1-16,-2-7 3 0,0 0-2 0,0 0-2 16,0 0 1-16,0 0-1 0,0 0-7 0,0 0 13 15,0 7-9-15,0-7-1 0,0 0 1 0,0 0 0 0,0 0-1 16,0 0 2-16,0 0 0 0,0 0-7 0,0 0-15 16,0 0-22-16,0 0-28 0,0 0-32 0,0 0-34 15,0 0-33-15,0 0-28 0,0 0-24 16,0 0-113-16,0 0-358 0,0 0 158 0</inkml:trace>
  <inkml:trace contextRef="#ctx0" brushRef="#br0" timeOffset="87216.49">14050 11305 53 0,'0'0'158'0,"0"0"-8"0,0 0-3 0,0 0-5 0,0 0-20 16,0 0-9-16,0 0-2 0,0 0-12 0,0 0-3 15,0 0-6-15,0 0-4 0,0 0-10 0,0 0-1 16,0 0-2-16,0 0-11 0,0 0-4 0,0 0-1 16,0 0-4-16,0 0 0 0,0 0 0 0,0 0-4 15,0 0-1-15,0 0 1 0,0 0-8 0,0 0-2 16,0 0-2-16,0 0 3 0,0 0-6 0,0 0 4 15,0 0-2-15,0 0 1 0,0 0 2 0,0 0-5 16,0 0 3-16,0 0-1 0,0 0-4 0,-20 10-3 16,20-10-1-16,-8 3-3 0,8-3 2 0,0 0-2 15,-4 3-1-15,4-3 1 0,0 0 2 0,0 0-4 16,0 0 1-16,-7 2-5 0,7-2 3 16,0 0-7-16,0 0 0 0,0 0-4 0,0 0 0 0,0 0-3 15,0 0 3-15,0 0 0 0,0 0-2 0,0 0 2 0,0 0 6 16,30-1-5-16,-20 0 7 0,3 0 2 15,-1-1 0-15,4-1 0 0,-3-1 1 0,-1 1-3 16,1 0 1-16,5-1-4 0,0 0 4 0,-3 1-4 16,-1 0-3-16,2-1 0 0,-2 1-2 0,-1 0 1 15,-1 0 0-15,-4 3-3 0,-3-3 0 0,6 3-1 16,-4-2 2-16,-7 2-4 0,11-1-3 0,-11 1 4 16,8-3 0-16,-8 3-2 0,8-1 0 0,-8 1 1 15,0 0 4-15,0 0-1 0,0 0 0 0,0 0 6 16,13 1 0-16,-13-1-5 0,0 0 5 0,0 0-2 0,0 0 3 15,7-2-4-15,-7 2-2 0,0 0-4 0,0 0 0 16,0 0 1-16,0 0-1 0,0 0-1 16,0 0 0-16,0 0 1 0,0 0 0 0,0 0-6 15,0 0-15-15,0 0-21 0,0 0-33 0,0 0-36 0,0 0-33 16,0 0-43-16,0 0-49 0,10 5-224 0,-10-5-491 16,0 0 218-16</inkml:trace>
  <inkml:trace contextRef="#ctx0" brushRef="#br0" timeOffset="120974.34">13753 8010 33 0,'0'0'71'0,"0"0"-4"0,0 0-3 16,-5-6-5-16,5 6-4 0,0 0-10 0,0 0 7 15,0 0-17-15,0 0 6 0,0 0-3 0,0 0 1 16,0 0-2-16,0 0 2 0,0 0-5 0,0 0 2 15,0 0 5-15,0 0-8 0,0 0-11 16,0 0 1-16,0 0 7 0,0 0-6 0,0 0 6 0,0 0 7 16,0 0-10-16,0 0-2 0,0 0-4 0,0 0 2 15,0 0-6-15,0 0 9 0,0 0 6 0,0 0-12 16,0 0 6-16,0 0-9 0,0 0 5 0,0 0 7 16,0 0-11-16,0 0 6 0,-2-8-6 0,2 8 4 15,0 0 2-15,0 0-4 0,0 0 2 0,0 0-3 16,0 0-5-16,0 0 0 0,0 0 2 0,0 0 3 15,0 0-10-15,0 0 5 0,0 0-3 0,0 0-1 16,0 0 1-16,0 0-2 0,0 0-4 0,0 0 1 16,0 0 4-16,0 0-5 0,0 0 2 0,0 0 0 15,0 0 3-15,0 0 0 0,0 0-7 0,0 0 5 16,0 0-2-16,0 0 6 0,0 0-1 0,0 0 2 16,0 0-2-16,0 0 0 0,0 0 3 0,0 0-2 15,-17 8-3-15,17-8-12 0,0 0 20 0,0 0-11 16,-7 2 6-16,7-2-2 0,0 0-1 0,0 0 1 15,-8 5-5-15,8-5 2 0,0 0 3 0,-8 3-1 16,8-3 9-16,0 0 2 0,0 0 0 0,-5 1-2 16,5-1-3-16,0 0 2 0,0 0-3 0,0 0 3 15,0 0-8-15,0 0 4 0,0 0-4 0,0 0 8 16,0 0-5-16,0 0-4 0,0 0 1 0,0 0-6 16,0 0 2-16,0 0 1 0,0 0 1 0,0 0-4 15,0 0-1-15,0 0 5 0,0 0-4 0,0 0-3 0,28-9 7 16,-18 6-3-16,-1 0 3 0,1-1-2 0,-1 0 0 15,3 1-1-15,0 0-1 0,-1-2-1 16,-2 2 3-16,3-1 2 0,-1 1 2 0,0-1 11 16,-2 2-1-16,-2-2-1 0,3-1-3 0,-4 4-4 0,3-3-1 15,-9 4-1-15,11-2 2 0,-7 0 1 0,-4 2 6 16,9-2 4-16,-9 2 2 0,0 0 8 16,7-4 4-16,-7 4 3 0,0 0 5 0,0 0 5 15,6-3 0-15,-6 3 5 0,0 0 1 0,0 0 0 16,0 0 4-16,0 0 0 0,0 0-2 0,0 0-1 0,0 0-4 15,0 0-3-15,0 0-1 0,0 0-7 0,0 0-6 16,0 0 0-16,0 0-7 0,0 0-3 16,0 0-1-16,0 0-2 0,0 0-4 0,0 0-5 15,0 0-2-15,0 0-12 0,0 0-23 0,0 0-28 0,0 0-34 16,0 0-35-16,0 0-46 0,0 0-38 0,7-2-43 16,-7 2-163-16,0 0-446 0,0 0 197 0</inkml:trace>
  <inkml:trace contextRef="#ctx0" brushRef="#br0" timeOffset="122110.48">13951 6597 54 0,'0'0'99'0,"0"0"-2"0,0 0 2 16,0 0-7-16,0 0-9 0,0 0-4 0,0 0-9 16,0 0-2-16,0 0-13 0,0 0 5 0,0 0-1 15,0 0-6-15,0 0 1 0,0 0-3 0,-28 2 5 0,28-2 3 16,-8 3 0-16,8-3-3 0,-7 3 1 15,7-3-3-15,-11 1-2 0,11-1-5 0,-9 2 2 16,9-2 3-16,-7 2-1 0,7-2 1 0,-10 1-2 16,10-1-6-16,-10 2-2 0,10-2-2 0,0 0-1 15,-11 1 5-15,11-1-2 0,0 0-1 0,-10 3 3 16,10-3 0-16,0 0-8 0,0 0 2 0,-8 0-1 16,8 0-2-16,0 0-4 0,0 0 0 0,0 0 1 15,0 0-4-15,0 0 1 0,-11 0-5 0,11 0-1 16,0 0-3-16,0 0 0 0,0 0-5 0,0 0 0 15,0 0 0-15,0 0-4 0,0 0-2 0,0 0-1 16,0 0-2-16,0 0 1 0,0 0-3 0,0 0 2 16,0 0-1-16,25-11-2 0,-17 7 1 0,-1 2 0 15,4-2-2-15,-2 0 0 0,2-1 2 0,0 2 3 16,-1-1-2-16,3 0-2 0,-1-2 3 0,-1 1-1 16,0-1 1-16,2 1-6 0,-2 1 2 0,0-1 8 0,-1 0-7 15,-1 1 0-15,-1 0-2 0,-3 3-3 0,2-2 4 16,-7 3-4-16,9-5 5 0,-5 3-1 0,-4 2-1 15,0 0-1-15,9-4 3 0,-9 4-4 16,0 0 3-16,0 0-1 0,10-3 0 0,-10 3-2 16,0 0-1-16,0 0 4 0,0 0-2 0,0 0-1 0,0 0 0 15,0 0-3-15,0 0-6 0,0 0-10 16,6-2-11-16,-6 2-25 0,0 0-26 0,0 0-22 16,0 0-36-16,0 0-28 0,0 0-13 0,0 0-139 15,0 0-344-15,0 0 152 0</inkml:trace>
  <inkml:trace contextRef="#ctx0" brushRef="#br0" timeOffset="122450.26">13834 6389 37 0,'0'0'169'0,"-5"-6"2"16,5 6-2-16,-4-5-10 0,4 5-10 0,0 0-15 0,0 0-9 15,-6-6-14-15,6 6-10 0,0 0-12 0,0 0-10 16,0 0-11-16,0 0-8 0,-5-5-6 0,5 5-7 16,0 0-7-16,0 0-4 0,0 0-3 15,0 0-5-15,0 0-1 0,0 0-2 0,17 24-5 16,-12-18 0-16,3 3-3 0,-2 0 0 0,1 0-1 0,-1 2 1 15,6 4-3-15,-3-1 1 0,-1 3-1 16,-1-1-3-16,2 1 1 0,-4 1-1 0,5 5-9 16,-5-4-47-16,-1 0-42 0,4 11-37 0,-6-4-38 15,-2 3-119-15,2-5-302 0,-4 5 134 0</inkml:trace>
  <inkml:trace contextRef="#ctx0" brushRef="#br0" timeOffset="160461.6">13995 6121 9 0,'-4'-6'54'0,"4"6"-3"15,0 0-6-15,0 0 1 0,0 0-9 0,-3-7 2 16,3 7-9-16,0 0 2 0,0 0-3 0,-6-6-4 15,6 6 0-15,0 0 0 0,0 0-5 16,0 0 0-16,0 0-4 0,-7-3 1 0,7 3-3 16,0 0-1-16,0 0-4 0,-13 0-2 0,13 0 1 0,0 0 3 15,0 0-3-15,-13 3 4 0,13-3-6 0,-9 0 2 16,9 0-5-16,-10 3 1 0,10-3-5 0,-9 5 6 16,3-4 1-16,6-1 2 0,-12 5-5 0,8 0 4 15,4-5 4-15,-9 4-3 0,0 3-4 16,3-4 3-16,-2 0 1 0,0 4-5 0,3-2 3 0,1-1 0 15,0 1-1-15,-2 0 4 0,2 1-1 0,-1 0 0 16,-1 0-4-16,2 3 12 0,-1 1-16 16,-2-1 10-16,2 2-3 0,-1-1 0 0,2 0 3 0,-1 0 0 15,1 0-1-15,-1 2 3 0,0-1-5 0,1 1 6 16,0-2-2-16,1 3 0 0,-1-3 3 0,0 2-3 16,2-3-5-16,-4 1 11 0,4 0-3 0,0 2 5 15,-2-2-6-15,3 0 1 0,-3 2-3 16,4-2 1-16,-2 3 1 0,0-3-2 0,0 0 0 15,2 3 11-15,-2-2 1 0,1 1-2 0,1-1-4 0,-2-1-2 16,4 1-2-16,-2-1 2 0,0 0 0 0,1 0-1 16,1 2-6-16,-2-2 3 0,0-1 1 0,4 4-3 15,-4-3-1-15,2 1 3 0,-2-2-1 16,4 1-3-16,-1 1 4 0,1-1 5 0,-2 2-6 16,3-4 4-16,-2 1-8 0,-1 1 3 0,4-1 6 0,-3-1-4 15,1 3 1-15,4-3-1 0,-2-1-5 0,0 1 5 16,1-2-5-16,-3 1 5 0,1-2-2 0,4 0 2 15,-4-1-5-15,1 0 3 0,3 0 9 0,1 0-11 16,-4-1-2-16,1-2 2 0,5 3-2 0,-4-2 4 16,1 0 7-16,2-1-2 0,1-1 8 0,-2 2-7 15,1-1 1-15,1-2 2 0,-1 1-6 0,-2 0-1 16,5-2-1-16,-4 1 1 0,0 1 0 0,1-2-2 16,0-1 0-16,-1 0-3 0,1 2 3 0,-2-2-1 15,2 1 1-15,-6-2 0 0,3 2 0 0,3-2 0 16,-3 1-3-16,0 2-1 0,-8 1 1 0,11-5 1 15,-4 1-3-15,-2 1-1 0,2-2 2 0,-3 1-3 16,4 0 4-16,-1-2 3 0,0 1-2 0,0-1-3 16,-3 0 0-16,1-1 0 0,2-1-1 0,-2 0 3 15,1-1-4-15,-1 2 5 0,1-1 7 0,-2-1 8 16,-2 0-3-16,1-2 4 0,2-2-5 0,-3-4-1 16,-2 0-2-16,3-2 4 0,-3 0 2 15,0 1 2-15,-2-7-3 0,1 6-6 0,-1 0 3 0,-3-7-3 16,3 9 0-16,0-2-3 0,-3 4-4 0,1-4 0 15,0 2 2-15,-1 0 2 0,1 0-7 0,-4 0 2 16,2 1-1-16,2 1 3 0,-1 3 0 0,-1-3-3 16,-2 1 1-16,2-1-2 0,-1 6 3 0,3 0-3 15,-3 1 7-15,2-3 0 0,-2 2-6 0,1-1 4 16,-1 3-3-16,0-3-3 0,-2 2-1 0,4 2-2 16,-3-2 3-16,3 0-2 0,-4 0 1 0,5 5 1 15,-3-2 1-15,3 0-1 0,4 5-5 0,-11-9 2 16,3 6 1-16,4-1-5 0,-5 1 6 0,3-1-1 15,-2 1-2-15,1 0 0 0,-1 1 0 0,8 2-1 16,-18-3-1-16,7 2 1 0,2 1-2 0,9 0 1 16,-16 1 1-16,5 2-1 0,2-1 1 0,-3 1 0 15,2-3-2-15,1 5 3 0,-1 0 0 0,-1-1 8 16,3 0-9-16,-4 2 1 0,3 3-1 0,0-1 1 16,-5 3-2-16,1 0 1 0,1 0 1 0,2-3-2 15,3 2 0-15,-3-1 1 0,2 0 2 0,1 0-3 0,1-1 9 16,-1 0-6-16,0 0 0 0,2 1-1 15,-1 0-1-15,1 1 3 0,-1 0-4 0,1-1 0 16,2 0 2-16,-3-1 1 0,3 2 0 0,2-3 1 16,0 1-2-16,-3-1-1 0,4 0 2 0,-2 1 0 0,0-1 0 15,2-7-1-15,0 13 2 0,-2-6-1 16,2-7-2-16,0 10 1 0,0-10 2 0,0 12 1 16,0-12-7-16,0 12 7 0,2-7-4 0,-2-5 1 15,2 12 1-15,0-5 0 0,-2-7-2 0,2 10 1 16,0-3 1-16,-1-1 1 0,-1-6 0 0,4 10-3 0,-2-5-1 15,-2-5-4-15,4 10 4 0,-1-5-2 16,0 0-4-16,-3-5-12 0,6 9-5 0,-4-5-5 16,1 0-2-16,-3-4-23 0,8 10-29 0,-6-6-7 15,-2-4-9-15,7 7-10 0,-2-5-19 0,-5-2-116 16,5 6-266-16,-1-3 118 0</inkml:trace>
  <inkml:trace contextRef="#ctx0" brushRef="#br0" timeOffset="162795.37">14671 8293 3 0,'0'0'13'0,"0"0"1"0,0 0 1 0,0 0-1 16,0 0 2-16,2-6-5 0,-2 6 1 0,0 0 3 0,0 0-4 15,0 0-1-15,0 0-2 0,0 0-2 16,0 0 2-16,0 0-5 0,0 0 2 0,0 0-3 0,0 0 0 16,0 0-2-16,0 0-1 0,0 0-7 15,0 0-1-15,0 0-1 0,0 0-3 0,0 0-9 16,0 0 23-16,0 0-8 0,0 0 0 0,0 0 1 16,0 0 4-16,0 0-4 0,0 0 3 0,0 0 1 15,0 0-1-15,0 0-2 0,0 0 3 0,0 0 3 0,0 0-2 16,0 0-1-16,0 0 0 0,0 0-1 0,0 0 5 15,0 0 1-15,0 0 4 0,0 0 2 0,0 0 5 16,0 0 1-16,0 0 7 0,0 0-1 16,0 0-7-16,0 0 1 0,0 0-2 0,0 0 7 0,-2-13-10 15,2 13 1-15,0 0 2 0,0-9 4 0,0 9-9 16,0 0-2-16,-2-10 2 0,2 10 2 16,0-8-12-16,0 8 13 0,0-11-3 0,0 11-1 0,0-12-2 15,0 12-2-15,0-15-2 0,2 5-1 0,-2 1 4 16,1-2-9-16,-1 0 1 0,0-5-7 0,1 3 1 15,-1-2-11-15,4-2 4 0,-3-1-28 0,0 2 43 16,1-5-34-16,2-4-39 0,0 6 17 0</inkml:trace>
  <inkml:trace contextRef="#ctx0" brushRef="#br0" timeOffset="163930.76">14724 7818 2 0,'4'-19'9'0,"0"0"5"0,2-1-3 16,-2 1 2-16,0 0 0 0,1 2-2 0,-1-2-2 15,0 2 10-15,-1 2-8 0,-1-1 6 0,3 0-2 16,-3 1-2-16,0-1-1 0,3 1 7 15,-4 2-1-15,2 0-3 0,-1-2 0 0,0 2-2 0,0 1 3 16,0 1-1-16,0 0 0 0,1-1-5 0,-3 3 12 16,2-1 14-16,1 0 0 0,-2 1-8 0,3-1-8 15,-4 4 2-15,1-2-5 0,0 0 3 0,1 2 2 16,-2-3-8-16,2 0 1 0,0 1 5 0,0 1-9 16,-1 0-1-16,-1 7 3 0,4-15-2 15,-2 7 3-15,0-1-9 0,-2 1 4 0,3-1-7 0,-2 1 2 16,-1 8 3-16,2-16 0 0,0 11 7 0,-1 0-9 15,-1 5 6-15,0-13-1 0,1 6 1 0,-1 7-9 16,0-11 15-16,0 11-3 0,0-11-1 0,0 11 2 16,2-10 5-16,-2 10-3 0,0-8 7 0,0 8-5 15,0 0-1-15,0-11-4 0,0 11 9 0,0 0-18 16,2-10 7-16,-2 10 9 0,0 0-8 0,0-7-3 16,0 7 2-16,0 0-5 0,0 0 1 0,0 0-6 15,0-8 8-15,0 8-10 0,0 0 2 0,0 0 3 16,0 0 1-16,0 0 5 0,0 0-8 0,0 0-1 15,0 0 0-15,0 0 3 0,0-8-4 0,0 8 0 16,0 0 2-16,0 0-7 0,0 0-1 0,0 0 6 16,0 0 0-16,0 0-2 0,0 0 6 0,0 0-7 15,0 0 10-15,0 0-7 0,0 0 2 0,0 0-1 16,0 0-4-16,0 0 1 0,0 0-1 0,0 0 8 16,0 0-5-16,0 0-9 0,0 0 5 0,0 0 9 15,0 0-7-15,0 0 2 0,0 0 2 0,0 0 2 16,0 0-1-16,0 0 0 0,0 0 3 0,0 0-2 15,0 0 3-15,0 0-3 0,0 0-1 0,0 0 8 16,0 0-6-16,0 0 5 0,0 0-3 0,0 0-6 16,0 0 7-16,0 0-6 0,0 0 9 0,0 0-9 15,0 0 2-15,0 0 0 0,0 0-2 0,0 0 0 16,0 0 6-16,0 0-4 0,0 0-4 0,0 0 2 16,0 0 2-16,0 0-1 0,0 0-5 0,0 0 2 15,0 0 5-15,0 0-6 0,0 0 0 0,0 0 3 16,0 0 1-16,0 0 3 0,0 0-1 0,0 0-7 15,0 0 1-15,0 0 1 0,0 0-3 0,0 0 2 16,0 0 0-16,0 0 8 0,0 0-9 0,0 0 2 16,0 0 1-16,0 0-1 0,0 0 2 0,0 0-6 15,0 0 7-15,0 0-6 0,0 0 11 0,0 0-5 16,0 0 1-16,0 0 0 0,0 0 7 0,-11-2-4 16,11 2 2-16,0 0-7 0,0 0 3 0,0 0-5 0,0 0 9 15,0 0-4-15,0 0 0 0,0 0-3 0,0 0 3 16,0 0-4-16,0 0 5 0,0 0-5 0,0 0 4 15,0 0-5-15,0 0 10 0,0 0-11 16,-3-8 4-16,3 8-4 0,0 0 0 0,0 0 10 0,0 0-13 16,0 0 2-16,0 0 3 0,0 0-3 0,0 0 2 15,0 0-3-15,0 0 3 0,0 0 1 0,0 0 2 16,0 0 3-16,0 0-9 0,0 0 9 0,0 0-8 16,0 0 1-16,0 0 2 0,0 0 0 15,0 0-2-15,0 0 5 0,0 0-3 0,0 0-4 0,0 0 1 16,0 0-1-16,0 0-4 0,0 0 9 0,0 0-3 15,0 0-3-15,0 0 2 0,0 0 1 0,0 0 7 16,-9 18-6-16,9-18-1 0,-1 12 4 16,1-12-2-16,-1 10-1 0,-1-3 9 0,0 0 2 0,0 0-1 15,2-7 5-15,-3 12-6 0,1-6 0 0,0-1-2 16,2-5 0-16,-5 10-1 0,3-3 1 16,2-7 6-16,-2 10-5 0,2-10 7 0,-5 7-10 15,5-7 6-15,-4 10-3 0,3-6 12 0,1-4-7 0,-6 11 1 16,4-7-1-16,2-4-3 0,-4 10 2 0,-1-5-8 15,5-5 1-15,-5 8 4 0,1-2-2 16,4-6-2-16,-5 10-1 0,1-5 1 0,4-5 0 0,-4 9-3 16,0-4 1-16,4-5 0 0,-6 6-4 0,6-6 8 15,-4 8-2-15,3-3-5 0,1-5 3 0,-6 8-3 16,2-3-1-16,4-5 0 0,-5 7-3 0,5-7 8 16,-4 6-2-16,4-6-2 0,-5 6 1 15,5-6-2-15,0 0 1 0,-4 4 4 0,4-4-9 0,0 0-9 16,0 0-1-16,-5 5-6 0,5-5 5 0,0 0-18 15,0 0-8-15,0 0 5 0,0 0-17 0,0 0-8 16,-4 5-11-16,4-5-2 0,0 0-9 0,0 0-11 16,0 0-14-16,0 0-67 0,0 0-191 0,0 0 85 15</inkml:trace>
  <inkml:trace contextRef="#ctx0" brushRef="#br0" timeOffset="164397.97">14755 7246 50 0,'4'-7'83'0,"-4"7"-3"16,0 0-11-16,0 0-4 0,0 0-1 0,0 0-4 15,0 0-6-15,4-4-2 0,-4 4-16 0,0 0 26 16,0 0 0-16,10-3-4 0,-10 3 2 0,0 0-6 16,13 2-8-16,-13-2-3 0,11 1-8 0,-3-2-2 15,-8 1-2-15,17 2 1 0,-6-1-4 0,-1 1 12 16,2-2 6-16,0 0 5 0,0 3-12 0,2-3-1 16,-1 1-3-16,0-1 1 0,1 0-6 0,-3 2-4 15,2-2 3-15,-2-3-4 0,0 4 2 0,0-1-5 16,-4 0 0-16,-7 0 4 0,11-1-6 15,-3 4 10-15,-8-3-1 0,9 0 4 0,-9 0 5 0,6 1 7 16,-6-1 8-16,0 0 4 0,0 0 7 0,0 0 0 16,11-1 4-16,-11 1 3 0,0 0-3 0,0 0 3 15,0 0-3-15,0 0-5 0,0 0 3 0,9-2-12 16,-9 2-5-16,0 0-5 0,0 0-4 0,0 0-4 16,0 0-4-16,0 0-3 0,0 0-4 0,0 0-1 15,0 0-7-15,0 0-13 0,0 0-20 0,0 0-22 16,0 0-23-16,0 0-30 0,0 0-32 0,0 0-39 15,0 0-35-15,0 0-174 0,0 0-401 0,0 0 178 16</inkml:trace>
  <inkml:trace contextRef="#ctx0" brushRef="#br0" timeOffset="170807.56">15721 7919 14 0,'0'0'28'0,"0"0"3"0,0 0 5 0,0 0-6 16,0 0-1-16,0 0 3 0,0 0-8 0,0 0-1 16,0 0-6-16,0 0-2 0,0 0 4 0,0 0-8 15,0 0 4-15,0 0 0 0,0 0-2 0,0 0-5 0,0 0 4 16,0 0-3-16,0 0-3 0,0 0-2 15,0 0 0-15,0 0 2 0,0 0-5 0,0 0-2 16,0 0-6-16,0 0-8 0,0 0-17 0,0 0-27 16,0 0-61-16,0 0 27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09:54:27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6553 4395 2 0,'10'3'8'0,"-2"-3"-4"0,3 2 1 15,1-2 1-15,2 2-2 0,0-2 3 0,-1 3 2 16,1-1-1-16,4 0-5 0,-4-1 2 0,-1 0-7 16,3 0 2-16,-3 1 2 0,0-2-1 15,0 0 1-15,1 1-1 0,-2-1-1 0,0 3-1 0,2-2 4 16,-2 1-3-16,2-2 8 0,-3 3-3 0,2-2 1 16,1 2-1-16,-2 0-4 0,3-3-1 0,-2 2-2 15,-1-1 4-15,1 1 0 0,0-1-1 0,1 2 2 16,-1-2-4-16,2 1 8 0,3 1-2 0,-4-1 8 15,3 0-7-15,-2-2 0 0,-2 3 3 0,-1-3 2 16,0 2-10-16,2-1 1 0,-2 0 4 0,-2 2-6 16,1 0 0-16,-2 0 6 0,2-2-4 0,-1 2 7 15,0-3-8-15,-1 2 3 0,4 0-1 0,-3-1-6 16,0 1 5-16,4-2 2 0,-1 0-1 0,0 0-1 16,0 1-1-16,-2 0-1 0,3-1 3 0,3 2-2 15,-3-1 0-15,0 0-18 0,0-2 14 0,3 3 4 16,0-2-1-16,-4 1 0 0,2-1-3 0,-2 1-2 15,6-1 3-15,-6 2 3 0,1-2-6 16,3 1 5-16,-3-1 2 0,-3 0-1 0,5 2 1 0,0-1-5 16,-3-1 6-16,4 0-8 0,-3 3 2 0,0-3 2 15,4-2 1-15,-2 4-2 0,-3-2 3 0,5 3 1 16,-5-3-4-16,5 0 1 0,-3 0-1 0,3-2-1 16,1 1 9-16,-3 1-5 0,4-2-1 0,-7 1-4 15,5-2 1-15,-2 2 7 0,0 1-1 0,-4-3-2 16,2 3-6-16,-2-1 6 0,2 0 2 0,-1 1-3 15,-2 0 3-15,3 0-4 0,-1 0 0 0,1 0-3 16,-2 1 2-16,2-1 3 0,-2 2-4 0,1-2 8 16,1 0-2-16,-2 2-3 0,0-1 2 0,-1-1-10 15,0 0 5-15,1 0 9 0,-2 2-6 0,-1-2 3 16,2 0-3-16,-3 2 0 0,-8-2 2 0,17 0-1 16,-10 0 1-16,-7 0-3 0,13 0-1 0,-6 0 0 15,-7 0 0-15,11-1 5 0,-11 1-3 0,10 1 6 16,-10-1-8-16,0 0 5 0,9 0 7 0,-9 0-9 15,0 0 11-15,0 0 0 0,0 0 4 16,10 0 2-16,-10 0-4 0,0 0-2 0,0 0 3 0,0 0-2 16,0 0 0-16,0 0 0 0,0 0 0 0,0 0 2 15,8-2-7-15,-8 2-4 0,0 0 2 0,0 0 7 16,0 0-9-16,0 0 7 0,0 0-7 0,0 0-2 16,0 0-11-16,0 0-10 0,0 0-8 0,0 0-31 15,0 0-64-15,0 0 29 0</inkml:trace>
  <inkml:trace contextRef="#ctx0" brushRef="#br0" timeOffset="868.18">6388 4388 80 0,'0'0'68'0,"0"0"-3"0,0 0-9 0,0 0-3 16,0 0-11-16,0 0-5 0,0 0 10 0,0 0-15 0,0 0-3 15,0 0-2-15,0 0-3 0,0 0 5 0,0 0-15 16,0 0 8-16,0 0-8 0,0 0 0 15,0 0 3-15,0 0-7 0,0 0-4 0,-2-15 6 16,2 15-4-16,0 0-6 0,0 0-1 0,0 0-3 16,0 0 4-16,0 0-1 0,0 0 2 0,0 0-2 15,0 0 4-15,0 0-2 0,0 0-6 0,0 0 3 16,0 0-7-16,0 0 2 0,0 0-4 0,0 0-5 16,0 0 6-16,0 0 6 0,0 0-8 0,0 0 1 15,10-7 3-15,-10 7-1 0,0 0 6 0,11-2-6 16,-11 2 3-16,12 0-1 0,-2-1-4 0,-2 1 1 15,1-2 2-15,-9 2 1 0,19 2-1 0,-7-2-11 16,1 1 4-16,0 1-5 0,1-2 4 0,-1 4-1 16,7-1-9-16,-3-1-5 0,5 1 5 0,-2 0-1 15,0 1 1-15,1 0-2 0,1-1 1 0,-2 1 3 16,2-2-4-16,0 2-1 0,-2 0 3 0,1-1-16 16,6 2 34-16,-6-4-26 0,0 2-35 0,2-2 15 15</inkml:trace>
  <inkml:trace contextRef="#ctx0" brushRef="#br0" timeOffset="66486.28">16428 5273 28 0,'0'0'73'0,"-3"-7"-4"0,3 7-6 0,0 0-1 0,0 0 0 16,-5-9-10-16,5 9-3 0,0 0-1 0,0 0 0 15,-5-3-8-15,5 3-10 0,0 0-6 0,0 0-1 16,0 0-2-16,-6-3-5 0,6 3-1 0,0 0-1 16,0 0 0-16,-13-2-8 0,13 2 8 0,-10 1-6 15,10-1 4-15,-14 0-6 0,4 1 12 0,2-1-13 16,-2 1 2-16,-2 0-1 0,2 0 0 0,10-1-1 15,-18 3 5-15,10-3-2 0,2 2-1 0,6-2 4 16,-13 1-2-16,6 2-6 0,7-3-1 16,-11 1 1-16,11-1 1 0,-9 2-5 0,9-2 4 0,-9 3 0 15,9-3 0-15,-6 4-5 0,6-4 10 0,-8 2-6 16,8-2-2-16,-5 3-5 0,5-3 6 0,0 0-8 16,0 0-1-16,-4 7 3 0,4-7-4 0,0 0 13 15,9 8-10-15,-4-5-4 0,2 1 10 0,3 2-6 16,3-1 2-16,3-1 0 0,4 2 1 0,-1 2-2 15,1-3 6-15,8 3-8 0,-1-2 4 0,4 1-1 16,-2 2 6-16,6-6 3 0,2 4 1 0,0 0 8 16,13 0 0-16,2-2-1 0,-1 5-11 0,-12-4 3 15,17 3 7-15,-1 0-7 0,0-2 0 0,5-2 1 16,2 1 3-16,2 2-1 0,3 0-2 0,22 5-3 16,-25-5 4-16,-1 1-1 0,-1-1-3 0,3-2 2 15,-2 0-3-15,-2 4 5 0,2-4-1 0,-3 0-6 16,3-1 10-16,-3 0-6 0,1 2-1 0,0-4 2 15,-2 3-2-15,1-1 0 0,-1 2 1 0,0-3-4 16,-3 0 3-16,3 0 4 0,0 1-6 0,-3-1-2 16,1-1 7-16,1 4-6 0,-3-5 0 0,4 3-2 15,0 0-4-15,-1 0 5 0,2-3-5 0,2 2 4 16,-2 2-7-16,-3-3 4 0,-2 1 2 0,0 3-2 16,0-2-1-16,-4-2-3 0,2 4 4 0,1-3-4 15,-3-1 0-15,1 0 0 0,-14 0 1 0,13 2-4 16,-12 0 4-16,14-2-2 0,-3 2 1 0,4 0-1 15,0-1 6-15,-4-1-1 0,-10 1 1 0,10 0-5 16,1 0 2-16,-14 0-4 0,2 1 7 0,11-4-8 16,-13 3 2-16,0-1-12 0,1 2 2 0,-2-3-5 0,1 1-2 15,-3 1 4-15,-2 0-2 0,4-1-4 16,-4 0-5-16,0 0-3 0,4-1-5 0,-6 0-6 16,2 1-35-16,-6-2-89 0,2 0 40 0</inkml:trace>
  <inkml:trace contextRef="#ctx0" brushRef="#br0" timeOffset="67602.05">27993 5415 16 0,'0'0'43'0,"0"0"-2"16,0 0 1-16,0 0 0 0,0 0-3 0,0 0-9 16,25-5 4-16,-10 6-6 0,4-2 5 0,9 2-1 15,4 5-9-15,4-2 5 0,4 0-1 16,14 5-3-16,2-4-1 0,-1 5-5 0,3-3 1 0,0 1-4 15,3 1-1-15,-1 0-3 0,1-2-1 16,0 1 8-16,0-1-5 0,-1-2 2 0,-1-1 0 16,1-2-8-16,-4 1 3 0,2 0-7 0,-3 1-5 0,-3-1-1 15,-11-3-6-15,9 0-11 0,-9 1-10 0,-4-2-8 16,0-2-7-16,-1 2-43 0,0-2-95 0,-4 0 42 16</inkml:trace>
  <inkml:trace contextRef="#ctx0" brushRef="#br0" timeOffset="69055.64">6687 6221 10 0,'0'0'108'16,"0"0"-10"-16,0 0-9 0,0 0-14 0,0 0-2 15,0 0-8-15,0 0-9 0,0 0-4 0,0 0-14 16,0 0 2-16,0 0-5 0,0 0-8 0,0 0-1 16,0 0-8-16,0 0 8 0,0 0-15 0,0 0-3 15,0 0 6-15,0 0-3 0,0 0-8 0,16 3 2 16,-6-2-4-16,3 1 9 0,5 0-4 0,1 1 8 15,3-1-16-15,7 4 2 0,2-3-16 16,3 0 12-16,4-2-17 0,2 0 19 0,11 1-1 0,-1 1-1 16,1-5 6-16,-13 4 1 0,20-1 4 0,2 2-1 15,-1 0 0-15,3-3-1 0,5 4 6 0,25-1-3 16,-26-1-5-16,29-1 8 0,-2 3-6 0,2-1 1 16,-4 2-6-16,1-1 1 0,3-1-4 0,-3-1 4 15,3 4 0-15,1-3-2 0,2 2-4 0,1-2 4 16,2 7 3-16,-2-7-2 0,-2 3 5 0,0 2-7 15,-2-1 7-15,0 1 0 0,2-1-8 0,-3 2 3 16,0-2-4-16,-1 0 5 0,-1 0-3 0,3 3-3 16,-5-1 4-16,2 3 4 0,0-3-7 0,2 1 3 15,4 0-4-15,5 0 3 0,-12 2-6 0,2 0-8 16,1-4-1-16,3 5 5 0,-6-1 2 0,1-1-5 16,0 2-1-16,-2-3 5 0,1 2-2 0,-1-2 6 15,-27 1-8-15,28-3 3 0,-1 5 2 0,-28-4 0 16,27 4-6-16,-23-3-7 0,23 3-1 0,-23-4-2 0,28-1-9 15,-3 0-3-15,-27 1 1 0,27-1-5 0,-27-2-2 16,29 3-1-16,-28-3-26 0,24-1-76 16,-26 0 34-16</inkml:trace>
  <inkml:trace contextRef="#ctx0" brushRef="#br0" timeOffset="74469.08">11192 8690 20 0,'-5'-4'90'0,"5"4"-6"16,0 0-13-16,-4-6 8 0,4 6 7 0,0 0-27 15,0 0-14-15,0 0-2 0,0 0-7 0,-4-6 1 16,4 6-10-16,0 0-9 0,0 0-1 0,0 0-6 16,0 0 9-16,0 0 0 0,0 0-5 0,31 4-2 15,-18-3-1-15,6 2-8 0,3 0-10 0,7-1 13 16,-1 3-3-16,4-4-5 0,-1 3-1 0,2-2-5 16,3 0-1-16,2 2-13 0,2-2 7 0,-1 2 3 15,14-1-2-15,2-1-6 0,-3-2 1 0,2 1-7 16,-3 0 5-16,1-1 0 0,0 3-5 0,-13-3 2 15,12 0-4-15,-14 0 2 0,0 0 4 0,2 0-4 16,-5 0 0-16,0-2 2 0,0 2 2 0,-2 0 2 16,-3 0 0-16,2 0 1 0,-3 0 3 0,2 0 3 15,-1 0-4-15,0-1 6 0,0 0 0 0,-1 1 6 16,1-2-7-16,-2 2 7 0,-4-2 3 0,-2 2 2 0,6-4-1 16,-6 4 8-16,0-3-2 0,-2 2 0 15,2 0-6-15,-3 1 10 0,1-3-2 0,0 2 6 16,-2-2-6-16,-3 3-2 0,4-2 2 0,-4 0-1 15,1-1 6-15,1 0 1 0,-3 3 3 0,2-1-6 0,0 0 5 16,-1-1 0-16,-1 1-5 0,1 0 0 16,1 0 2-16,-2 0 3 0,5-3-6 0,-2 4-2 15,-5 2-3-15,2-1 3 0,1-1 0 0,-3 1 3 0,3-1-3 16,-3 0-3-16,0-1-2 0,1 2 4 0,-5-2 1 16,-7 1-5-16,18 1 1 0,-12 0 0 15,1-1-4-15,-7 0 0 0,13 2 9 0,-6-2-7 0,-7 0-8 16,11 0 6-16,-11 0 5 0,7 0-6 0,-7 0 0 15,0 0 10-15,12 3-1 0,-12-3-8 0,0 0 7 16,8 1-19-16,-8-1 14 0,0 0-3 0,7 4 5 16,-7-4-4-16,0 0-4 0,7 0 8 0,-7 0-7 15,0 0 6-15,0 0-1 0,0 0 5 0,7 2 0 16,-7-2-4-16,0 0 6 0,0 0 6 0,0 0 3 16,0 0-12-16,0 0 2 0,0 0-1 0,0 0 10 15,0 0-12-15,0 0 15 0,0 0-9 0,0 0 0 16,0 0-1-16,0 0 1 0,0 0-12 0,0 0 6 15,0 0 0-15,0 0-1 0,0 0 8 0,0 0-1 16,0 0-5-16,0 0-6 0,0 0 0 0,0 0-3 16,0 0-13-16,0 0 0 0,0 0-3 0,0 0-6 15,0 0-8-15,0 0-10 0,0 0-14 0,0 0-46 16,0 0-110-16,0 0 49 0</inkml:trace>
  <inkml:trace contextRef="#ctx0" brushRef="#br0" timeOffset="75695.17">7574 7678 18 0,'0'0'63'0,"0"0"4"0,0 0-14 0,0 0-6 0,0 0-1 16,0 0-10-16,0 0-15 0,2-9-11 0,-2 9-16 16,0 0-12-16,0 0-39 0,0 0-60 0,0 0 26 15</inkml:trace>
  <inkml:trace contextRef="#ctx0" brushRef="#br0" timeOffset="76315.98">7250 10390 14 0,'0'0'90'0,"0"0"-3"0,0 0-5 0,0 0-5 16,0 0-13-16,0 0-4 0,0 0-6 0,0 0-4 15,0 0-20-15,0 0 1 0,0 0-25 0,0 0-14 16,0 0-4-16,0 0-17 0,0 0-8 0,0 0-18 16,0 0-29-16,0 0-91 0,0 0 40 0</inkml:trace>
  <inkml:trace contextRef="#ctx0" brushRef="#br0" timeOffset="77370.92">7914 11232 1 0,'0'0'64'0,"3"-6"-9"0,-3 6-20 16,2-6-18-16,-2 6-24 0,4-8-21 15,-4 8-30-15,1-5 13 0</inkml:trace>
  <inkml:trace contextRef="#ctx0" brushRef="#br0" timeOffset="83990.05">25776 8706 10 0,'0'0'43'0,"0"0"0"0,0 0-7 0,0 0 0 15,0 0 0-15,0 0 8 0,0 0 0 0,0 0-12 16,0 0 10-16,0 0-6 0,0 0-6 0,0 0-4 16,0 0 5-16,0 0-11 0,0 0 2 0,0 0-2 15,29 1-1-15,-18-1-3 0,3 2 6 0,3-2-9 16,2 2 6-16,1-2 7 0,6 3-5 16,4-2-9-16,-1 1-1 0,3 2 11 0,-1-3-7 0,2 0 2 15,2 0-3-15,1 1 0 0,4 1 2 0,12-1-5 16,-18 0-2-16,1 0-1 0,3-2 11 0,-2 0-2 15,1 0 5-15,-3 0 1 0,1 0-3 0,-1 0 0 16,4-2-6-16,-5 2 3 0,3 2 5 0,-2-2-1 16,2 0-11-16,-6 0 2 0,3 1 4 0,-3-1-11 15,-3 0 13-15,4 2-2 0,-5-2-1 0,3 1 2 16,-8-1-3-16,8-1-3 0,-2 2 9 0,1-4-9 16,-1 6-2-16,6-3 5 0,-1 2 0 0,-5-2 1 15,-6 1-6-15,9 0 6 0,-1 1-6 0,-2-1-4 16,4-1 7-16,-1 0-7 0,1 0 2 0,2 1 0 15,-3 1 0-15,4-2 1 0,-3 1 1 0,1-1 1 0,-3 1-3 16,0-1-12-16,-2 1 21 0,5 1-2 0,-4-2-12 16,2 0 3-16,-3 1 10 0,2 1-14 0,-9-1 6 15,11 0-3-15,-1 1-3 0,-1-2 5 16,-2 3-3-16,2-2-2 0,2 2 10 0,-2 0 0 0,-1-3-4 16,1 0-2-16,0 0 3 0,-1 0 1 15,0 0-5-15,1 0 6 0,1 0 5 0,-6 0 5 16,6-3 4-16,-10 3 2 0,2-1-5 0,-2-2-4 0,-1 3 0 15,1-1 0-15,1 1-2 0,1 0-5 0,-2-2 0 16,1 1 5-16,0 1-1 0,1-1-5 0,-3 0 5 16,3 1 1-16,0 0-2 0,-3 0-9 15,0-3 10-15,0 2 1 0,-1-1-4 0,0 4 4 0,0-4 2 16,1 4 0-16,-6-4-3 0,1 1 0 0,-1 1 6 16,1-1-10-16,-3 1-3 0,3 1 4 0,-3 0-3 15,-1-2 0-15,1 1-2 0,0 1 4 0,-2-1-3 16,-9 0 7-16,13 2-1 0,-6-2-3 0,-7 0 3 15,0 0 2-15,14-2 0 0,-14 2-2 0,9 0 4 16,-9 0-2-16,0 0-4 0,9-1 2 0,-9 1 0 16,0 0-4-16,0 0-2 0,8-1-1 0,-8 1 2 15,0 0-5-15,0 0-9 0,0 0-11 0,0 0-14 16,0 0-31-16,0 0-21 0,0 0-34 0,0 0-14 16,7-5-29-16,-7 5-101 0,7-7-281 0,-7 7 124 15</inkml:trace>
  <inkml:trace contextRef="#ctx0" brushRef="#br0" timeOffset="86484.84">6349 9649 26 0,'0'0'103'0,"0"0"-8"0,-4-6-10 16,4 6 8-16,0 0-18 0,0 0 0 0,-4-6-4 15,4 6-3-15,0 0-7 0,0 0 0 0,0 0-7 16,0 0 5-16,0 0-12 0,0 0-1 0,0 0 2 16,0 0-9-16,0-9 0 0,0 9-3 0,0 0-3 15,0 0-3-15,0 0-6 0,0 0-1 0,0 0 3 16,0 0-4-16,0 0 0 0,0 0-1 0,0 0 2 16,0 0-6-16,0 0 1 0,0 0-7 0,0 0 9 15,0 0-13-15,0 0 7 0,0 0-10 0,0 0 9 16,0 0-7-16,0 0 0 0,0 0-1 0,0 0 1 15,10-2 2-15,-10 2-7 0,12 0 0 0,-12 0 0 16,12 0-2-16,-3 0 7 0,3 2-9 0,-1-2 10 16,1-2-4-16,1 2 7 0,0 0-9 0,6 0 5 0,-1 2-7 15,1-2 4-15,0 0 0 0,9 0 4 16,1-2-6-16,-2 2-8 0,0 0 9 0,1 0 4 0,0 0-6 16,0 0 2-16,-6 0-6 0,6-2 2 0,-7 2 10 15,2 0-9-15,-3 0 0 0,2 2 10 0,0-2-12 16,6 3 2-16,-7-1-3 0,7-2 5 0,-7 2 1 15,8 0-1-15,1-1 2 0,-2 0-2 16,-1 1 6-16,1 0-11 0,0-2 3 0,-1 2 2 0,0 0-6 16,1-2 6-16,-1 1-1 0,-6 2 8 0,6-3-11 15,3-2 4-15,-4 4 3 0,-3 1-5 0,8-3-2 16,1 1 7-16,-1 0-7 0,-2 0 5 0,-1-2-3 16,2 4-1-16,2-1 7 0,-3 0-2 0,2-1-7 15,-1 1 5-15,1-2-2 0,0 1 3 0,-1 2-4 16,0-2 1-16,0 1 0 0,0-1-2 0,1 1-1 15,-2 0 6-15,0-1-2 0,1-1 0 0,0 2 1 16,-2 0-7-16,1-1-2 0,-1-1 14 0,0 2-12 16,-1-2 0-16,-6 2 3 0,0-4-1 0,7 5 0 15,-1-3 2-15,1 0-5 0,-8 1 6 0,3-2-1 16,5 0 2-16,-9 2-6 0,3-2 3 0,5-1-9 0,0 4 13 16,-5-2-2-16,-2 0 10 0,1-3-11 15,0 3-9-15,0-1 8 0,-2 1 3 0,1 0 0 16,0-1-2-16,-1-1 1 0,1 2 0 0,-3-1 4 0,1 1 0 15,-2-1 1-15,3 1-2 0,1 0-3 0,-4 0 2 16,3 0 1-16,-1 0-2 0,-4-1 17 0,4 1-22 16,1 0 6-16,2-2-1 0,-3 4-1 15,1-2 6-15,-1-2-7 0,0 2 0 0,1 0 8 0,-1 0-7 16,1 0-1-16,-2 0 2 0,0 0 2 0,1 0-5 16,2-2 7-16,0 1 6 0,-1 2-8 0,9-1 4 15,-6-1-6-15,5 1 6 0,-6 0-5 0,0 3 2 16,-2-3-3-16,2 0-1 0,-2 0-4 0,0 0 7 15,1 2-2-15,-3-2 1 0,2 0-2 0,-2 1 6 16,2-1-4-16,-1 0 0 0,1 0 3 0,0 2-2 16,0 0-3-16,1-2-1 0,0 0 4 0,-1 0 0 15,0 0-10-15,-1 0 12 0,1 0-3 0,0-2 3 16,-2 2-2-16,1 0 1 0,0 0-8 0,0 2 8 16,1-2-1-16,-2 0 6 0,-3 0-9 0,4-2-6 15,-2 2 8-15,1 0 0 0,1 2-3 0,-5-2 6 16,4 1-11-16,-4-2 7 0,5 1 0 0,-1 0 3 15,-5 0-2-15,3-3 5 0,2 3-5 0,-4-1-4 16,6 1 1-16,-6-1 5 0,1-1-4 0,4 2 11 0,-1-2-4 16,1 1-7-16,-4 1 3 0,2-2 5 15,2 0-2-15,0-1-2 0,-1 0-1 0,-2 2 5 16,3-1-12-16,1 1 9 0,-1-2-4 0,1 2 0 16,1 0 1-16,0 0 7 0,0-1-8 0,-4-1 5 0,1 2-3 15,-4-1 6-15,3 0-4 0,-4 1 4 0,2 1 4 16,1-3 3-16,-3 1 1 0,0 2 9 0,-2-4-5 15,1 5 1-15,-3-4 7 0,2 2-3 0,0-1-3 16,-3 0 0-16,-7 2-11 0,14-1 12 0,-6-1-7 16,-8 2 5-16,11-3-4 0,-11 3 5 0,10-1-6 15,-10 1 7-15,12-1-4 0,-12 1 4 0,8-3 3 16,-8 3-1-16,9-2-2 0,-9 2-4 0,0 0 2 16,10-2-3-16,-10 2-2 0,0 0 2 0,0 0-8 15,10 0 3-15,-10 0-1 0,0 0-4 0,0 0 3 16,8 1-2-16,-8-1-4 0,0 0 3 0,0 0 3 15,0 0-10-15,0 0 10 0,0 0 1 0,0 0-5 16,0 0 5-16,10 0 3 0,-10 0-3 0,0 0 3 16,0 0-1-16,0 0 2 0,0 0 1 0,0 0 1 15,0 0-1-15,0 0 6 0,0 0-4 0,0 0-2 16,0 0 1-16,0 0-2 0,0 0 1 0,0 0-1 16,0 0 0-16,0 0 0 0,0 0-4 0,0 0-1 15,0 0 2-15,0 0 0 0,0 0 0 0,9-3 1 16,-9 3-3-16,0 0 0 0,0 0 0 0,0 0 1 0,0 0 2 15,0 0 5-15,0 0-7 0,9 0 5 16,-9 0-2-16,0 0 1 0,0 0 2 0,0 0-3 16,0 0-3-16,10-3 2 0,-10 3-3 0,8-1 2 15,-8 1-2-15,0 0 1 0,0 0-1 0,9-2-2 16,-9 2 0-16,0 0-2 0,0 0 2 0,0 0-3 16,0 0 1-16,0 0-2 0,9 0-1 0,-9 0-1 0,0 0-1 15,0 0 4-15,0 0-2 0,0 0 2 16,0 0-3-16,0 0-1 0,0 0 2 0,0 0-3 0,0 0 2 15,0 0-1-15,0 0 1 0,11 2-1 16,-11-2-2-16,0 0 3 0,6 1-2 0,-6-1 6 0,0 0-8 16,0 0 3-16,0 0 0 0,0 0 2 15,11-1-6-15,-11 1-6 0,0 0-20 0,0 0-18 0,0 0-30 16,0 0-33-16,0 0-37 0,0 0-46 0,6-4-225 16,-6 4-450-16,0 0 199 0</inkml:trace>
  <inkml:trace contextRef="#ctx0" brushRef="#br0" timeOffset="94397.96">25884 12131 28 0,'0'0'93'0,"0"0"-23"0,0 0 12 16,0 0-11-16,0 0 0 0,0-9-13 0,0 9 1 0,0 0-11 15,0 0-4-15,0 0-6 0,0 0 1 0,0 0-8 16,0 0-3-16,0 0-3 0,0 0 3 16,0 0-2-16,0 0-12 0,0 0 9 0,0 0-7 15,0 0-2-15,0 0-3 0,0 0-2 0,0 0 6 16,0 0-8-16,0 0-1 0,0 0 7 0,0 0-9 15,0 0-1-15,0 0 1 0,0 0-8 0,0 0 10 16,0 0 0-16,0 0-7 0,0 0 1 0,0 0 6 16,0 0-7-16,0 0 2 0,0 0-4 0,0 0 3 0,0 0-2 15,0 0 2-15,0 0-4 0,0 0 8 0,0 0-2 16,0 0-1-16,0 0 1 0,0 0-4 0,0 0 9 16,0 0-12-16,0 0 11 0,0 0 2 0,-18 4-4 15,18-4-2-15,0 0 6 0,-11 0-5 0,11 0 2 16,0 0-5-16,-12-2 1 0,12 2-1 15,0 0 11-15,0 0-9 0,0 0 7 0,-9-1-8 16,9 1 1-16,0 0 0 0,0 0 4 0,0 0-3 16,0 0 11-16,0 0-8 0,0 0 0 0,0 0 0 0,0 0 1 15,0 0 7-15,0 0-5 0,0 0 4 0,0 0-3 16,0 0 7-16,0 0-7 0,0 0 1 0,0 0-7 16,0 0 3-16,0 0 0 0,28-1-4 0,-15 0 1 15,1 1 3-15,3 0-4 0,4-2 5 0,8 4-6 16,-2-4 10-16,2 2-6 0,0 2 1 0,1-4 1 15,1 1 0-15,1 2 10 0,3-1-12 0,1-1 0 16,0-2 1-16,-2 3-3 0,3-1 7 0,0 0-11 16,-1 1 4-16,-2-2 4 0,1 1-3 0,-1 1 0 15,2-3 12-15,-3 3-10 0,4 0 3 0,-5-3-3 16,3 2 9-16,-3 1-4 0,1-2-2 0,-3 1 8 16,1-1-3-16,0 2 9 0,-1 0-3 0,-1-2-9 15,0 4 0-15,-2-2 5 0,1-3-7 0,-7 2-1 16,6 2 1-16,4-2 0 0,-3-2-4 0,-1 3 0 15,4-2 0-15,-4 2-1 0,2-1 4 0,-1 0-4 0,-2 1 2 16,-4-1-1-16,8 1-2 0,-3 0 8 16,-5 1-4-16,6-1-8 0,-2 2 3 0,-4-2-6 0,-1 0 7 15,8 0-2-15,-2 0 3 0,-7 2 1 0,4-2-7 16,-3 3-4-16,6-3 9 0,-5 2-2 0,5 0-1 16,-6 0 8-16,6-1-11 0,-6 2 2 0,2-2-4 15,4 1 11-15,-6-1-7 0,0 2 0 16,6-1 6-16,-6-1-4 0,9-1 2 0,-4 1 0 15,1-1-7-15,-7 2-2 0,1-1 6 0,2-1 1 0,-4 0-1 16,3 0 0-16,0 1 6 0,-3-1-14 0,0 0 14 16,1 2-2-16,0-1-5 0,-2-1 6 0,2-1-3 15,-3 2 3-15,2-1 2 0,-1 1 6 0,0 0-8 16,-3-1-4-16,5 0 2 0,-3 2 0 0,2-2 5 16,0 0-2-16,-1 0-5 0,2 0 5 0,0 0 0 15,-2 0-4-15,2 0 7 0,1 4-6 0,-2-4 1 16,0 1-7-16,0-1 2 0,2 1 5 0,-3-1-4 15,-2 1 5-15,2-1-10 0,1 2 4 0,-1-2 4 16,-1 0 3-16,2 1-5 0,0-1-2 0,0 1 0 16,2-2-2-16,-7 1 5 0,4 0-9 0,2-1 13 15,-3 1-5-15,2 0 2 0,0 1-2 0,-2-1-2 16,1 1 0-16,1 2-1 0,0-2 4 0,-1 1-4 16,-2-1-5-16,4 1 5 0,-2 0 2 0,-5-1-1 15,0 0 6-15,6 0-12 0,-3-1 5 0,-2 2 6 0,0-1-2 16,1-1-1-16,-3 2-1 0,2 0 4 0,-1-2-3 15,-2 1-4-15,2-2 0 0,-2 1 2 16,1 1 3-16,-2-2-4 0,0 1 2 0,2 0 2 16,-12 0-3-16,14-2-1 0,-6 1 1 0,-8 1 4 0,17-1-4 15,-10 0 0-15,-7 1 5 0,13-2 5 0,-13 2-6 16,11-2-5-16,-11 2 4 0,8-3 4 16,-8 3-10-16,8 0 3 0,-8 0 0 0,0 0-23 0,0 0-19 15,12 0-6-15,-12 0-22 0,0 0-20 0,0 0-20 16,5-3-20-16,-5 3-100 0,0 0-248 0,0 0 110 15</inkml:trace>
  <inkml:trace contextRef="#ctx0" brushRef="#br0" timeOffset="96912.9">6492 12879 1 0,'0'0'91'0,"0"0"-7"0,0 0-4 16,0 0-10-16,0 0 2 0,0 0-6 0,0 0-1 15,0 0 1-15,0 0-14 0,0 0-12 0,0 0 5 16,0 0 0-16,0 0 2 0,0 0 1 0,0 0-20 16,-7-23 12-16,7 23-15 0,0 0 6 0,-8-2-11 15,8 2-3-15,-7-3 0 0,7 3-9 0,0 0 11 16,0 0-21-16,-13-1 17 0,13 1-6 15,-10-1 1-15,10 1 1 0,-11 0-2 0,11 0-2 0,-11 0 4 16,11 0-4-16,-10 1 1 0,10-1-3 0,0 0-4 16,-10 0 5-16,10 0 2 0,0 0-8 0,0 0 2 15,0 0 2-15,-9 1 3 0,9-1-9 0,0 0 6 16,0 0-2-16,0 0-2 0,0 0-5 0,0 0 5 16,0 0 9-16,0 0 0 0,0 0 3 0,0 0 0 15,0 0-9-15,0 0 12 0,0 0-8 0,0 0 0 16,0 0-3-16,0 0 5 0,0 0-4 0,0 0-1 0,0 0-2 15,0 0 6-15,0 0 7 0,34-2-6 16,-23 2 2-16,-2 1-1 0,5 0-6 0,-1 2-2 16,4-2 5-16,0-1-1 0,-3 1 1 0,-1 0-2 15,7 1-2-15,-1 0 6 0,-1-1-7 0,0 0 1 0,0 0-1 16,1 1 5-16,0-2-10 0,2 2 6 16,1 1 2-16,-1-1 4 0,7 0-1 0,1 1 2 15,0-2-2-15,7 1 2 0,-3 2 2 0,1-4 2 0,2 1 1 16,1 2 3-16,2-1-10 0,0 1 1 0,0-2 2 15,0 4-4-15,0-4-5 0,0 2 3 0,-2-3 1 16,2 1-3-16,-1 2 6 0,13 1-1 16,-15-2-4-16,3 1 3 0,-3-3-1 0,1 1 1 0,0 0 10 15,0-2 1-15,3 2 1 0,-2 1-4 0,1 0 7 16,-1 1-7-16,2-1 1 0,-1 0 4 0,-2-2-3 16,0 0 3-16,2 0-4 0,-2 0 2 0,-3-2 4 15,2 1-5-15,-1 0 1 0,-2 2 3 0,1-2-2 16,0 1-2-16,0 0 0 0,-3 0-1 0,1-2-10 15,0 2 9-15,-3-2 1 0,3 2-3 0,-3 0-8 16,-2 0 7-16,3-1 2 0,-9-1 2 0,0 0 2 16,-2 1-2-16,0-1-1 0,0 0 0 0,-6 1 2 15,-1-1-4-15,2 1 6 0,-1-2-2 0,-1-1 3 16,0 3-2-16,-1-1 5 0,2-1-8 0,-1 2 5 16,0-1-2-16,1-1 1 0,4-4 0 0,-5 4 3 15,4-1-8-15,2 1 1 0,-1-1-1 0,2 2-2 16,0-1 3-16,1-2-3 0,-2 3-3 0,2-1 2 15,0-1 1-15,0 0-1 0,-1 2-3 0,0-1-2 16,2 2 1-16,0-1 5 0,-2 1-4 0,0-2 1 16,0 2-3-16,0-1 0 0,3-2 2 0,-2 1 1 15,7 1-2-15,-5 2 0 0,-1-1 1 0,-1 1-2 0,1-2 0 16,1 2 0-16,0 0-1 0,-2-1 0 16,2 1 0-16,1-2-3 0,-4 5 0 0,0-4 0 15,2 1 0-15,-1 0 2 0,-1 1-3 0,2-2 1 0,-1 2 1 16,1-1-1-16,-3-1 1 0,3 1-4 0,0 1 2 15,-3-1-1-15,3 0 0 0,0 2 0 16,-2-2 6-16,3 0-6 0,-4 0 4 0,1 0-3 16,-1 0-1-16,0 0-2 0,1 1 2 0,-5-1 1 0,4 1 1 15,2 0-1-15,-2-1 0 0,0 0 2 0,-4 0-3 16,5 2 0-16,-1-1-1 0,-3-1 3 0,4 0-3 16,-6 1 1-16,8-1 2 0,-5 3 2 15,4-3-3-15,0 2 0 0,-3 0-3 0,-2-2 5 0,2 0-3 16,-3 2 2-16,-2-2 3 0,1 1-4 0,0-1 1 15,5-1 0-15,-4-1 1 0,-1 1-1 0,6 0 0 16,-6 2 0-16,5-2 1 0,-7 3-2 0,7-3-4 16,-4 0 3-16,4-1 3 0,-5 2-5 0,3-3 1 15,-3 4 2-15,1-2-1 0,-1 0 1 0,2 1-3 16,1 0 2-16,3-1-1 0,-1-2-1 16,1 1 0-16,0 0 2 0,-6 2-6 0,6 0 3 0,-1 0 2 15,1-3-2-15,-2 1-2 0,3 2 2 0,-2-2-1 16,-1 0 3-16,-3 1 0 0,-3 1-1 0,2 0-3 15,0-1 1-15,-3-1 2 0,3 2-4 0,-3 0 4 16,3-1 6-16,-2 1-7 0,-1 0 2 0,-2 1-3 16,1 1 4-16,1-1-2 0,-1-2 2 0,3 2-3 15,-5-1 5-15,1 1-5 0,-8-1 0 0,14 2 4 16,-6-2-3-16,-1 2-1 0,-7-2 5 0,16 1 1 16,-10 0-8-16,-6-1 2 0,13 3 2 0,-8-1-1 0,-5-2-1 15,13 0 1-15,-13 0 2 0,9 2-3 16,-9-2 3-16,5 3-3 0,-5-3 2 0,0 0-1 15,8 1 0-15,-8-1-2 0,0 0 3 0,0 0 0 16,10 1 1-16,-10-1-4 0,0 0 5 0,0 0-1 0,7 3-3 16,-7-3 5-16,0 0 0 0,0 0-4 0,0 0 0 15,0 0 5-15,6 2-1 0,-6-2-4 16,0 0 2-16,0 0-3 0,0 0 6 0,0 0 0 16,0 0-1-16,0 0 6 0,0 0 4 0,0 0 1 0,0 0 2 15,0 0 0-15,0 0 1 0,0 0 1 0,0 0 0 16,0 0-5-16,0 0 3 0,0 0-5 15,0 0 0-15,0 0 0 0,0 0-1 0,0 0-1 16,3 5 5-16,-3-5-4 0,0 0 1 0,0 0-2 0,0 0-4 16,0 0 7-16,0 0-5 0,0 0 0 0,0 0-3 15,0 0 1-15,0 0 2 0,0 0-2 0,0 0-2 16,0 0 4-16,0 0-4 0,0 0-1 0,0 0 3 16,0 0 0-16,0 0-2 0,0 0-4 0,0 0-14 15,0 0-14-15,0 0-14 0,0 0-20 0,0 0-14 16,0 0-22-16,0 0-35 0,0 0-31 0,0 0-27 15,0 0-151-15,0 0-373 0,0 0 166 16</inkml:trace>
  <inkml:trace contextRef="#ctx0" brushRef="#br0" timeOffset="133308.25">8447 4148 14 0,'0'0'57'0,"4"-5"-8"0,-4 5 0 0,0 0-1 16,0 0-9-16,0 0 3 0,5-9-11 0,-5 9 5 16,0 0-11-16,0 0-5 0,0 0 8 0,0 0-10 15,0 0 0-15,0 0-2 0,4-3-11 0,-4 3 6 16,0 0-2-16,0 0 5 0,6-4-1 0,-6 4-5 15,8-6-3-15,0 5-10 0,3-2-8 0,1 0-6 16,8-4-1-16,9 1-11 0,5-2-48 0,4-2-83 16,18-7 37-16</inkml:trace>
  <inkml:trace contextRef="#ctx0" brushRef="#br0" timeOffset="136125.29">19610 15392 39 0,'0'0'49'0,"0"0"-1"16,0 0-16-16,0 0-9 0,0 0-9 0,0 0-6 16,0 0-5-16,0 0-6 0,0 0-13 0,0 0-18 15,0 0-35-15,16 4 16 0</inkml:trace>
  <inkml:trace contextRef="#ctx0" brushRef="#br0" timeOffset="137935.31">26896 15534 57 0,'0'0'70'0,"0"0"-1"0,0 0-4 0,0 0 4 16,0 0-13-16,0 0-5 0,0 0 2 0,0 0-1 0,0 0-1 16,0 0-4-16,0 0-5 0,0 0-1 0,0 0 2 15,0 0-5-15,0 0-1 0,0 0-3 0,0 0-1 16,0 0-5-16,0 0-1 0,0 0-4 0,0 0 1 15,0 0-4-15,0 0 5 0,0 0-8 16,0 0 5-16,0 0-4 0,0 0 1 0,0 0 1 16,0 0-4-16,0 0 1 0,0 0 4 0,0 0-8 0,0 0 4 15,0 0-3-15,0 0-4 0,0 0 1 0,0 0 2 16,0 0-11-16,0 0 4 0,0 0-4 0,0 0 1 16,0 0 8-16,0 0-3 0,0 0-5 15,0 0-4-15,0 0 10 0,0 0-6 0,0 0-3 0,0 0-6 16,0 0-9-16,0 0-9 0,0 0-2 15,0 0-8-15,0 0-11 0,0 0-6 0,0 0-13 0,0 0-2 16,0 0-9-16,0 0-15 0,0 0-50 0,0 0-149 16,0 0 66-16</inkml:trace>
  <inkml:trace contextRef="#ctx0" brushRef="#br0" timeOffset="160482.87">8598 4170 26 0,'0'0'19'0,"0"0"3"0,0 0-5 15,0 0-6-15,0 0-5 0,0 0 3 0,0 0-18 16,0 0 5-16,-13-17-13 0,13 17 19 0,-6-5-16 16,6 5-15-16,-12-2 6 0</inkml:trace>
  <inkml:trace contextRef="#ctx0" brushRef="#br0" timeOffset="160824.74">8474 4095 22 0,'0'0'25'0,"0"0"-5"0,1-12 8 0,-1 12-3 16,4-7 2-16,-4 7 3 0,4-7 1 0,-4 7 1 15,5-6 7-15,-5 6-8 0,0 0-2 0,5-8-8 16,-5 8 3-16,3-5-6 0,-3 5 5 0,5-5-1 15,-5 5 3-15,5-4-7 0,-5 4-4 0,0 0 0 16,8-2-5-16,-8 2 4 0,0 0-6 0,0 0 0 16,0 0-4-16,14 2 6 0,-14-2-6 0,6 8 0 15,-2-5 3-15,0 2-4 0,1 0 3 0,0-1-2 16,-1 3 2-16,0-2 11 0,-1 0-12 0,3 3-3 16,-4-4-3-16,1 2 3 0,2-1-3 0,-3 1 4 15,-2-6 4-15,7 8-1 0,-5-3-6 16,-2-5 15-16,5 6-10 0,-1-3 1 0,-4-3 8 0,10 6 6 15,-5-4 0-15,-5-2-1 0,15 0 6 0,-3-2-9 16,6-1-5-16,12-5 7 0,0-4-24 0,18-5-4 16,2-2-14-16,6-3-21 0,4-4-70 0,24-9-124 15,-23 12 55-15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3T06:48:29.4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8373 4334 3 0,'0'0'25'0,"0"0"0"0,-7-3 1 16,7 3-7-16,0 0-7 0,0 0 8 0,-7-6-13 15,7 6-3-15,0 0-10 0,0 0-17 0,0 0-24 16,0 0 11-16</inkml:trace>
  <inkml:trace contextRef="#ctx0" brushRef="#br0" timeOffset="844.05">8659 8163 2 0,'0'0'85'0,"0"0"4"0,0 0-9 15,0 0-2-15,0 0-9 0,0 0-9 0,0 0-7 16,0 0 2-16,0 0-9 0,0 0 10 0,0 0-12 15,0 0-6-15,0 0 0 0,0 0-14 0,0 0 3 16,0 0-6-16,0 0-2 0,0 0-2 0,0 0-3 16,0 0 4-16,0 0-11 0,0 0-10 0,0 0-6 15,0 0-21-15,0 0-12 0,0 0-3 0,0 0-24 16,0 0-55-16,0 0-134 0,0 0 60 0</inkml:trace>
  <inkml:trace contextRef="#ctx0" brushRef="#br0" timeOffset="1931.31">8878 11627 2 0,'0'0'66'0,"0"0"-2"0,0 0-7 0,0 0-7 15,0 0-6-15,0 0-4 0,0 0-6 0,0 0 1 16,0 0-5-16,0 0-2 0,0 0-14 0,0 0 9 16,0 0-1-16,0 0-7 0,0 0 1 15,0 0-2-15,0 0 1 0,0 0 1 0,0 0 0 0,0 0-8 16,0 0 1-16,0 0-5 0,0 0 4 0,0 0 3 15,0 0-13-15,0 0 4 0,0 0 7 0,0 0-8 16,0 0-4-16,0 0 12 0,0 0-7 0,0 0 6 16,0 0-13-16,0 0 8 0,0 0-10 0,0 0 10 15,0 0-5-15,0 0 3 0,0 0 4 0,0 0-4 16,0 0-6-16,0 0 2 0,12-2 5 0,-12 2-1 16,0 0-1-16,0 0-8 0,0 0 1 0,0 0 2 15,0 0 3-15,0 0-1 0,7 2-4 0,-7-2 1 16,0 0-1-16,0 0-5 0,0 0-1 0,0 0 5 15,0 0-3-15,0 0-10 0,0 0 2 0,0 0-4 16,8 3-2-16,-8-3-1 0,0 0-2 0,0 0 0 16,0 0-1-16,0 0-34 0,0 0-67 0,0 0 31 15</inkml:trace>
  <inkml:trace contextRef="#ctx0" brushRef="#br0" timeOffset="86945.66">6237 7331 26 0,'0'0'39'0,"0"0"-6"0,0 0 4 0,0 0-4 0,0 0-10 16,0 0-1-16,0 0-10 0,0 0-7 0,0 0-10 16,0 0-5-16,-6 10 1 0,6-10 7 0,0 0-17 15,0 0-13-15,4 14-32 0,-4-14 14 0</inkml:trace>
  <inkml:trace contextRef="#ctx0" brushRef="#br0" timeOffset="87634.66">7305 11440 67 0,'-3'7'64'0,"3"-7"-7"0,0 0-8 15,0 0-3-15,0 0 1 0,0 0-7 0,0 0-2 16,0 0-7-16,-6 4-3 0,6-4-7 16,0 0-7-16,0 0-7 0,0 0-2 0,0 0-4 0,-9 0-4 15,9 0-7-15,0 0-11 0,0 0-8 16,-9-8-47-16,4 2-81 0,0-1 35 0</inkml:trace>
  <inkml:trace contextRef="#ctx0" brushRef="#br0" timeOffset="89991.92">5859 7347 1 0,'0'0'67'0,"0"0"-4"16,0 0-5-16,0 0 0 0,0 0-5 0,0 0-7 15,0 0 0-15,0 0 4 0,0 0-6 0,0 0-15 16,0 0-10-16,0 0-2 0,0 0-3 0,0 0 1 16,0 0-4-16,0 0 5 0,0 0-5 0,0 0-2 15,0 0 3-15,0 0-3 0,0 0-4 0,0 0 3 16,0 0-2-16,0 0-2 0,0 0 1 0,0 0-3 15,0 0 4-15,0 0-12 0,0 0 0 0,0 0-5 16,0 0-3-16,0 0-7 0,0 0-2 0,0 0-4 0,0 0-9 16,0 0 0-16,0 0 13 0,0 0-8 15,0 0-3-15,0 0 4 0,0 0 2 0,0 0-1 0,0 0 3 16,0 0 1-16,10-8 1 0,-10 8-19 0,11-4 40 16,-6 0-32-16,4 0-38 0,0-4 124 15,1 0-77-15,1 0-27 0,-1 1 13 0</inkml:trace>
  <inkml:trace contextRef="#ctx0" brushRef="#br0" timeOffset="90972.68">6010 7242 18 0,'4'-5'37'0,"-4"5"-5"0,0 0-4 0,0 0 1 0,0 0-3 15,0 0-5-15,0 0-3 0,0 0 2 0,0 0-6 16,0 0-5-16,0 0 2 0,0 0 1 0,0 0-2 16,-22 15-5-16,17-11-3 0,-1 1 4 0,-3 4-3 15,1-2 1-15,-3 2 1 0,0-2-2 0,2 2-1 16,-2 3-4-16,2-3 9 0,0 0-10 0,-1 0 4 15,2 0 3-15,0 1-5 0,1-2-1 0,-1 1-2 16,2 1 8-16,-2-1-5 0,3 2 2 0,0 1 1 16,-2-2-4-16,2 3 3 0,1-3 1 0,-1 1 3 15,1 0-6-15,0 4-1 0,1 1 5 0,-2-1-3 16,3 3 0-16,0-1 5 0,2-2-4 0,-3 3-2 16,1-1 5-16,-1 0-4 0,4 1-1 0,-1-1 1 0,0-1 2 15,2 1-2-15,-2 0-2 0,0 1 5 16,2 1 4-16,-3 0-9 0,2-1 2 0,1 0 0 15,0 2-1-15,-2-2 2 0,3 2 0 0,-3 0 2 16,1-1-3-16,0 6-1 0,4-4 1 0,-4 4 1 16,2-6 3-16,1-1-4 0,0 7 2 0,-2-6-1 15,4 7 0-15,-1-1 0 0,0-6 4 0,-3 8 3 0,1-1-8 16,1-1 3-16,-2 1-1 0,-1 1-2 0,1 1 0 16,0-1 5-16,0 2-4 0,0-1 0 0,0 3 1 15,-2-4-1-15,1 3 0 0,1-4-1 0,0 2 2 16,3 0 2-16,-5-1-7 0,2 1 5 0,1-1-1 15,-1-1-4-15,1 2 6 0,1 0-5 0,-3-2 0 16,0 3 0-16,1-1 2 0,0-1 2 0,-2-1-2 16,1 3 1-16,-1-3 1 0,2 2-5 0,-5 0 2 15,6 1 3-15,-3 3-2 0,1-2 0 0,0 1 0 16,2-2 3-16,-2 4-3 0,2-3-4 0,-2 3 5 16,1-2 1-16,0 3 1 0,0-1-2 0,0-1 14 15,-1 1-13-15,1-1-2 0,-2 1-3 0,2 0 1 16,-4 1 2-16,2 1-3 0,-1-2 9 0,1 2-5 15,-1 1-2-15,-2-1 0 0,-1-2 3 0,2 2-2 16,-2 1 2-16,3-1 1 0,-3 1-4 0,-4 11-1 16,8-1 0-16,-4-12 3 0,2 2-1 0,-2 9-4 0,1-13 4 15,0 1-4-15,0 0 2 0,1 3 1 0,2-2 9 16,-2 2-6-16,2 9 1 0,4-12 0 16,-4-1-3-16,0 0-3 0,1 0 0 0,1-2 0 15,0 2 10-15,-1 0-11 0,2-3 3 0,-2 0 5 0,2 1-5 16,1 1 2-16,-2-3-4 0,2-2 4 0,1 2-3 15,2 0 5-15,-2 1 0 0,-1-3-3 0,1 1 0 16,-4-1-2-16,2-5-2 0,3 3 5 0,-2-5 0 16,1 6-4-16,-1-6 3 0,-2 0 2 0,1 5-5 15,1 3 7-15,0-1-5 0,-2 1 3 0,-2-1-3 16,3-1 3-16,-1 0 0 0,-2-1 2 0,0-4-5 16,0 5-1-16,0 0 4 0,-2 5-1 0,0-6-1 15,1 1 3-15,0 1 0 0,0-7-6 0,-1 0 3 16,2-2 0-16,2-1 6 0,-2 0 5 0,0-5-9 15,0 2-1-15,0-2-4 0,1 1 2 0,0 2-3 16,-1-3 1-16,-1 4 5 0,1-2-1 0,1-1-4 16,0 0-1-16,-1 5 3 0,0-1 5 0,4-1-4 15,-3 2 0-15,1-5 0 0,-1 5 3 0,0-3-5 16,2 2 0-16,1-4 6 0,-2 1-5 0,2 1 0 16,0 2 2-16,1-4 0 0,0-1-3 0,0-1 3 0,0 2-4 15,2 0 7-15,-2-2 0 0,1 1-4 16,3-2 2-16,-2 1 1 0,2-2-2 0,1 0 3 15,0-2 2-15,-1 2-9 0,4-2 6 0,-3 1 5 16,1-3-1-16,3 0-2 0,-1-2-7 0,4-1 6 16,1-1 2-16,0 0-1 0,2-3-15 0,-1 1 3 15,0-1-1-15,1-4-6 0,0-2-7 0,3-4-17 16,-9 4-27-16,1-2-71 0,0-3 32 0</inkml:trace>
  <inkml:trace contextRef="#ctx0" brushRef="#br0" timeOffset="143254.37">23339 3770 122 0,'0'0'132'15,"0"0"-4"-15,0 0 6 0,0 0-11 0,0 0 5 0,0 0-3 16,0 0-12-16,12 8-6 0,-12-8-8 16,0 0-7-16,0 0-6 0,0 0-16 0,0 0-1 15,0 0-9-15,0 0-6 0,-1-25-8 0,1 15 21 16,0 10-8-16,0-19-7 0,0 4-7 0,1-1 6 15,-1 0-16-15,1-1-3 0,2-1-2 0,-2 1-4 16,2-1-4-16,2-1-2 0,-2-7-2 0,4 1-4 16,-1-1-30-16,2 2 10 0,0 0-7 0,-2 4 5 15,2-2 0-15,-2 4-6 0,3 2 3 0,4-6-3 0,0 1 12 16,-1 5-12-16,6-2 3 0,-2 6 0 16,-1-1 6-16,0 5-3 0,1-2-3 0,-4 5 4 15,-1-1 4-15,3 3-7 0,-4 2 0 0,-1-1-1 16,4 2 3-16,-2 3 3 0,-1 0-5 0,2 3 3 15,-2-1 3-15,5 3-12 0,-6 2 10 0,4 3 2 16,1-1-2-16,-1 5 0 0,0-3 6 0,-3 1-2 16,2 1 0-16,-1-1 3 0,-1 1-4 0,2 0-1 15,-1-1 6-15,-1 0-8 0,-1-1 10 0,3-1-5 16,-3 2 4-16,1-2-3 0,0-3 0 0,-1-3 2 16,0 3 1-16,3-2-5 0,-3 1 2 0,1-2 2 15,0-2-1-15,0 1 0 0,1-3-2 0,0-1 1 16,1-1-6-16,-1-1 0 0,3-2 1 0,-2-2-1 15,5 0-1-15,-1-5 4 0,2 1-10 16,-4-3 3-16,2-2 1 0,1 1 3 0,1-8 0 0,-4 5 6 16,-1 0-5-16,-2-3-6 0,1 1 1 0,2-5 2 15,-3-1 3-15,-1 5-7 0,1-5-1 16,-4 5 0-16,4 0 3 0,-2-5 3 0,-4 6 0 0,0 2-1 16,2 1 2-16,0-2-5 0,-3 6 5 15,0 1-4-15,-1-1-1 0,1 1 1 0,-1 3 2 16,-1-1-1-16,3 0 7 0,-5 7-11 0,5-8 3 0,-2 4-18 15,-3 4 8-15,6-7-5 0,-6 7 5 16,7-3 9-16,-7 3-6 0,11-3 6 0,-11 3-1 0,12 3 3 16,-4-1-4-16,4 2 2 0,-1 2 3 0,3 1 6 15,1 1 0-15,0 1-10 0,3 0 6 0,-1 2 7 16,1 0-4-16,-2 0 1 0,7 3-3 16,0 2-1-16,0 1 3 0,-6-6-1 0,3 7 3 15,2-4-3-15,-7 0 6 0,1-3-2 0,-1 2 0 16,2-3-6-16,-3 2 5 0,-3-5 4 0,1 0-1 15,-1-1 1-15,-1-2-3 0,-2 2 6 0,1-3-6 16,1 1 0-16,-3-2-2 0,-1 0 4 0,-6-2 2 16,14 1-1-16,-9-1 1 0,-5 0 3 0,12-3-5 15,-5-4-3-15,1 1 7 0,0-1-6 0,-2-3-2 16,2-4 5-16,3 0 2 0,-4-2-5 0,2 3 5 16,-1-4-3-16,-1 0 1 0,2 3 7 0,2-9-6 15,-5 5 2-15,2 1-7 0,0 1 8 0,1-1-4 16,3 1-11-16,-3-3 8 0,0 4 5 0,2 1-9 15,-2-2 3-15,2 3 0 0,1 1 2 0,-4 2-1 16,1 0-6-16,3 3-1 0,-3-1 3 0,0 4-3 16,3 0-3-16,-1 2-2 0,1 1 1 0,0-1 2 15,-1 2 7-15,0 2-3 0,1 1-1 0,-2 1-5 16,9 4 4-16,-6-1 2 0,2 1 5 16,1 1-2-16,-1 2-8 0,0-3 8 0,3 4-5 0,-5 0 3 15,3-1 7-15,0-1-2 0,0 1-1 0,-3 0 2 16,-1-4-1-16,3 2-2 0,2-2 0 0,-7-1 13 15,7 1-13-15,-3-2 2 0,-1-3-5 16,-1 1-4-16,2 0-3 0,-1 0 18 0,-1-1-19 0,0-2 9 16,1 1 0-16,-3-1 0 0,2-1 8 0,-1 0-11 15,-2-3-1-15,-1 1 11 0,4 0 2 0,-1-3 1 16,-3 2 1-16,3-3-3 0,-1 0-7 0,-1-2 13 16,5 0-9-16,-3-3 2 0,3 1 1 15,-3-4-1-15,2 2 0 0,1-4 2 0,1 5 2 16,-1-1-10-16,4-5 5 0,-4 3-18 0,0 2 8 15,3 1 4-15,-2 1 2 0,1 2-12 0,-1-1-7 16,0 3 9-16,2-1-1 0,-3 6 1 0,1 0 0 0,2 2 2 16,-3 0-3-16,5 4-1 0,-1 1 2 0,-4 2-2 15,4 1 9-15,1 2-3 0,-4 1 2 0,2 1-5 16,8 5 5-16,-3 0 3 0,1 2 0 16,-1-3-6-16,-6-3 7 0,9 4-3 0,-10-6 3 15,8 2 4-15,-6-6 1 0,2 2 3 0,-1-6-4 16,2 4-6-16,-2-7 13 0,0 3-4 0,2-3-9 15,1 0-2-15,-4-5 10 0,3 3-1 0,-1-2 2 16,7-6-13-16,-6 3 7 0,-1-2 3 0,0-1-8 16,0 2 4-16,1-1-5 0,-2-2 14 0,5-1-9 15,2-1-4-15,2-2 0 0,-4 4-8 0,5-2-8 16,-1 0 12-16,0 5-9 0,0-2 0 0,-8 6 1 16,4 1 5-16,0 2-5 0,4 1-13 0,2 0 1 15,3 3-24-15,5 1-23 0,16-1-68 0,0 1-155 16,5 0 70-16</inkml:trace>
  <inkml:trace contextRef="#ctx0" brushRef="#br0" timeOffset="147192">23402 3814 2 0,'-10'0'17'0,"10"0"-3"0,0 0-6 15,-14 0 2-15,14 0-4 0,-13 3 3 0,4-3 0 16,9 0-6-16,-14 0 3 0,7 0 1 0,7 0-6 15,-13 4 8-15,6-2-4 0,7-2 7 0,-11 1-8 16,2-1 3-16,9 0-7 0,-11 1 6 16,11-1 2-16,-7 3 0 0,7-3-5 0,-12 2 4 15,12-2 3-15,-6 1-7 0,6-1-1 0,0 0 1 16,0 0 2-16,0 0-1 0,-9 0-1 0,9 0 3 0,0 0-7 16,0 0 4-16,0 0-5 0,0 0 2 15,0 0 5-15,0 0 0 0,0 0-3 0,0 0 0 0,51-7 1 16,-18 0 5-16,19 2-9 0,9-3 5 0,28-8-4 15,8-3 0-15,7-1 8 0,5-1-5 16,11-1 4-16,6 3 4 0,6-2-4 0,2-2-4 16,4 1-5-16,5 1-4 0,1 0-7 0,-2-2-28 15,-2 1-44-15,-2-1 20 0</inkml:trace>
  <inkml:trace contextRef="#ctx0" brushRef="#br0" timeOffset="147708.01">26014 3452 16 0,'114'-11'11'0,"-7"-2"-2"0,-9 4-13 0,-4-1-2 16,-4-1-6-16,-29 5 3 0</inkml:trace>
  <inkml:trace contextRef="#ctx0" brushRef="#br0" timeOffset="166522.21">28883 7286 30 0,'0'0'116'0,"0"0"-7"0,0 0-15 0,-9-4 10 16,9 4-17-16,0 0 6 0,0 0-16 0,-7-2-2 0,7 2 1 16,0 0-6-16,0 0-10 0,0 0-7 0,0 0-8 15,0 0 2-15,0 0-3 0,0 0-11 0,35-4 7 16,-13 2 1-16,11-1-5 0,21-1 0 0,4-3-5 16,8-2 2-16,26-6 4 0,1 4 4 0,0-4-9 15,-1 4-6-15,3-5 4 0,-4 2-9 0,3 1 6 16,-2 2 4-16,-28 1-9 0,28-4 18 0,-30 5 0 15,-4 2-4-15,3 1 3 0,-7 0-6 0,-15 1-1 16,-3 1-4-16,-2-1 0 0,-3 4-3 16,0-3-7-16,-3 3 0 0,-9-1-1 0,-6 2-1 0,0 0 0 15,-2 0-2-15,-3-1-5 0,-8 1 0 16,12-1-1-16,-12 1 1 0,9-1-1 0,-9 1-3 16,0 0 2-16,9 1-4 0,-9-1-6 0,0 0-4 15,0 0-13-15,0 0-25 0,0 0-23 0,0 0-37 0,0 0-37 16,0 0-153-16,-33 2-318 0,16-3 141 0</inkml:trace>
  <inkml:trace contextRef="#ctx0" brushRef="#br0" timeOffset="170006.06">30569 6583 30 0,'0'0'107'0,"-8"-10"-12"0,7 4-6 0,1 6-1 16,-3-10-3-16,3 10-10 0,-1-9-2 0,1 9-4 16,0 0-15-16,-1-7 22 0,1 7-28 0,0 0-11 15,-4-6-1-15,4 6-6 0,0 0-7 0,0 0-2 16,0 0 1-16,0 0-3 0,0 0 5 0,0 0-9 16,6 25 5-16,-2-9 4 0,2 3-4 0,1 6-7 15,-3 2 4-15,2 5-1 0,2 2 18 0,-4 3-13 16,2 14 12-16,-1-1-10 0,-1 4 2 0,0-2-4 15,-2 3 3-15,1 0-1 0,1-1-4 0,-4 2 11 16,0-8-13-16,-3 1-1 0,5-2 0 0,-2-11-4 16,0-1 5-16,2 0-5 0,-4-1 0 0,2 0-5 15,2-1 1-15,-2-2 4 0,-1-5-5 0,2 1-3 16,0-8 2-16,-1-1 0 0,0-2-8 0,3-3-8 16,-2 2-10-16,-1-3-20 0,1-2-18 0,1-1-15 15,-2-4-17-15,1 3-18 0,-1-8-97 0,1 9-223 16,-1-9 99-16</inkml:trace>
  <inkml:trace contextRef="#ctx0" brushRef="#br0" timeOffset="170412.73">30520 6518 18 0,'0'0'38'0,"0"0"-6"16,0 0-5-16,0 0-2 0,0 0 1 0,0 0-5 15,0 0 2-15,0 0-4 0,0 0-1 0,0 0-2 16,0 0-4-16,0 0 0 0,0 0-7 0,0 0 7 15,0 0-1-15,0 0-8 0,28 3-12 0,-28-3-16 0,9 2-23 16,-9-2-51-16,5 2 23 0</inkml:trace>
  <inkml:trace contextRef="#ctx0" brushRef="#br0" timeOffset="171026.14">30573 6493 66 0,'-8'-1'74'16,"8"1"-7"-16,0 0-5 0,0 0-8 0,0 0-3 15,0 0-6-15,0 0-8 0,0 0-2 0,-5-5-4 16,5 5 3-16,0 0-9 0,0 0 2 0,0 0-1 0,0 0-6 16,0 0-3-16,0 0-3 0,0 0-5 15,0 0 1-15,0 0 9 0,0 0-6 0,0 0-4 16,0 0-4-16,0 0-1 0,0 0-4 0,0 0 0 16,0 0-3-16,0 0-2 0,0 0-3 0,0 0-6 15,0 0-3-15,0 0-4 0,0 0-2 0,0 0 7 0,0 0-9 16,0 0-3-16,0 0-10 0,0 0-2 15,0 0-3-15,0 0-37 0,0 0-84 0,0 0 37 16</inkml:trace>
  <inkml:trace contextRef="#ctx0" brushRef="#br0" timeOffset="176690.15">28728 6525 5 0,'0'0'81'16,"-2"-6"-4"-16,2 6-8 0,0 0-6 0,0 0 2 16,0 0-4-16,0 0-14 0,0 0 5 0,0 0-8 15,0 0-10-15,0 0-1 0,-4-6-8 0,4 6 4 0,0 0-8 16,0 0 9-16,0 0-9 0,0 0 10 0,0 0-11 16,0 0-1-16,0 0-1 0,0 0 5 0,0 0 4 15,0 0 5-15,0 0 7 0,0 0-1 16,0 0-1-16,0 0 4 0,0 0-3 0,0 0 9 0,0 0-2 15,0 0 1-15,0 0-8 0,0 0-5 0,-3-8-6 16,3 8 22-16,0 0 10 0,0 0 3 16,0 0-8-16,0-10-6 0,0 10-4 0,0 0-2 15,-2-8-7-15,2 8-5 0,-1-8-2 0,1 8-2 0,-2-8 0 16,2 8 0-16,0 0-8 0,0 0-4 0,0-11 0 16,0 11-3-16,0 0-4 0,0 0 0 0,0 0-1 15,0 0 1-15,0 0-6 0,0 0 1 16,0 0-3-16,0 0 3 0,0 0-2 0,0 0-2 15,-1 32 2-15,1-16 3 0,-2 0 0 0,2 3 1 0,0-1 0 16,-2 1 2-16,4 1-5 0,-2-1 8 0,-2 7 3 16,2-8 6-16,0-1-2 0,-1-1-2 0,1 1 11 15,1-2-9-15,-2-4-4 0,1 1-2 16,-1-2-3-16,1-1 1 0,0-2-1 0,0-7 0 0,1 14 1 16,-1-10-2-16,0-4 3 0,0 0 0 0,0 11 5 15,0-11 6-15,0 0 3 0,1 9 3 16,-1-9 4-16,0 0 3 0,0 0-3 0,0 0-4 15,0 0 0-15,0 0-1 0,0 0-5 0,0 0-4 0,0 0-21 16,0 0-32-16,0 0-47 0,0 0-53 0,0 0-61 16,0 0-138-16,-15-19-363 0,5 12 160 0</inkml:trace>
  <inkml:trace contextRef="#ctx0" brushRef="#br0" timeOffset="177825.28">29330 6641 126 0,'0'0'110'0,"0"0"-3"16,0 0-1-16,0 0 5 0,0 0 0 0,0 0-3 15,-25 5-3-15,25-5-10 0,-9 1 1 0,9-1-20 16,0 0-11-16,-12 0 0 0,12 0-6 0,0 0-9 16,-6 2-5-16,6-2-1 0,0 0-9 0,0 0 0 15,0 0 1-15,0 0-10 0,0 0-4 0,0 0 3 16,0 0-1-16,0 0-3 0,0 0-6 0,31-2 1 15,-21 0 1-15,3 0-5 0,-1 4-16 0,3-2-18 16,-2-2-38-16,-1 2-27 0,-2 0-38 0,-1 2-120 16,-4 0-264-16,-5-2 117 0</inkml:trace>
  <inkml:trace contextRef="#ctx0" brushRef="#br0" timeOffset="178186.83">29614 6518 90 0,'0'0'180'16,"0"0"-12"-16,0 0-15 0,0 0-14 0,0 0-13 16,0 0-13-16,0 0-10 0,0 0-10 0,0 0-4 15,-16 16-11-15,16-16-8 0,-2 11-9 0,1-5-4 0,1-6-6 16,3 13-4-16,0-7-4 0,3 1-5 15,1-1 0-15,-2 0-7 0,2-3-2 0,3 2-1 16,3 0-7-16,-4-4 3 0,1 2-2 0,1 1-2 16,0-4-4-16,-1 3 4 0,1-3-4 0,-11 0 3 15,13-4-4-15,-6 3 3 0,-1-4-5 0,-1 2-2 0,0-4 2 16,0 0 3-16,-4 1-3 0,1-4-6 16,-1 0 1-16,-1 1 1 0,-4-4-2 0,-1 4 0 15,1-2 0-15,0 1 0 0,-1-2 1 0,-4 3-2 16,2 1-1-16,-1-1-4 0,0 0 3 0,1 4-12 0,0 0-12 15,2 1-20-15,5 4-30 0,-13-6-27 16,13 6-33-16,-10 1 3 0,10-1-13 0,-13 7-115 16,6-2-276-16,3 0 124 0</inkml:trace>
  <inkml:trace contextRef="#ctx0" brushRef="#br0" timeOffset="178421.3">29872 6405 92 0,'0'0'178'16,"0"0"-17"-16,0 0-14 0,0 0-19 0,0 0-13 15,0 0-12-15,0 0-15 0,0 0-7 0,0 0-11 16,5 19-3-16,-5-8-2 0,-1 1-9 16,2 5-5-16,-1 0-6 0,-2-1-6 0,2 1 2 15,1 0-6-15,-1-6-5 0,3 6 0 0,-2-7 1 0,0 1-11 16,1-2 4-16,0 4-4 0,-1-4 1 0,1 2-17 15,1-4-26-15,-1 1-36 0,-1-2-34 0,1 1-45 16,-2-7-103-16,2 9-258 0,-2-9 115 16</inkml:trace>
  <inkml:trace contextRef="#ctx0" brushRef="#br0" timeOffset="178790.75">29915 6456 119 0,'12'0'120'0,"-2"1"-8"16,1-1-10-16,1-1-9 0,1 2-6 0,5-1-5 15,1 0-12-15,0 0-14 0,1-1-1 16,-1 1-2-16,-1-2-11 0,-7 2-15 0,3 0-12 0,-4-2-19 16,-2 1-11-16,-8 1-1 0,14-1 1 0,-14 1-12 15,9-4-6-15,-9 4-3 0,7-6 4 0,-5 1 2 16,-2 5-1-16,3-10 4 0,-2 3 8 0,-1 7 0 15,2-12 11-15,-2 5 7 0,0 7 6 16,0-13 7-16,0 13 14 0,-2-12 9 0,2 12 3 16,0-11 7-16,0 11 11 0,-1-9 15 0,1 9-5 0,0 0 1 15,-3-9-12-15,3 9-11 0,0 0-8 0,0 0-3 16,0 0 1-16,0 0 11 0,-13 21 14 0,8-5 0 16,-1 2 0-16,-2 6-7 0,0 1-3 15,3-1-9-15,-1 0 2 0,3 3-7 0,-2-1 0 16,4 0-6-16,1 1-20 0,0-2-35 0,-1 2-27 0,0 0-31 15,-1 0-32-15,0 1-31 0,-5-2-92 0,1-2-258 16,-6 0 114-16</inkml:trace>
  <inkml:trace contextRef="#ctx0" brushRef="#br0" timeOffset="179326.06">28458 7355 201 0,'0'0'198'0,"2"-12"-6"0,-2 12-4 0,0-11-10 0,0 11-1 15,0-7-15-15,0 7-15 0,0 0-19 0,-2-8-11 16,2 8-18-16,0 0-8 0,0 0-10 0,0 0-7 16,0 0-10-16,0 0-5 0,-13 19-7 0,8-9-7 15,0-1-2-15,2 3-6 0,-1-2-2 0,3 2-7 16,0-1-3-16,2 0 3 0,0 0-6 0,0-1-5 15,3 0 2-15,-2-5-2 0,5 2 0 0,1 0 2 16,0-1-6-16,3-1 2 0,2-1 1 0,1-3-2 16,0-2 0-16,3 1-1 0,-3-3 0 0,2-2 0 15,-2 2-1-15,-5-2-2 0,3-1-1 0,-2-3-1 16,0 1 2-16,-2-2-2 0,1-4-3 0,-3-3 4 16,-2 2-3-16,-1 4 2 0,-1-5-5 0,-2-1-1 15,-2 2 2-15,-1 2-2 0,-1 1 0 0,0 1-4 16,-3 1 1-16,0 1 0 0,2-1 1 0,-1 4-1 15,1 1-4-15,-6 0 0 0,5 2 0 0,-3 2-4 16,9 1-11-16,-18 1-12 0,8 2-15 0,0 2-22 16,1 0-20-16,0-1-32 0,4 1-19 0,0 2-24 15,2 0-12-15,-1 0-138 0,3 1-340 0,1-8 150 16</inkml:trace>
  <inkml:trace contextRef="#ctx0" brushRef="#br0" timeOffset="179503.52">28887 7274 45 0,'10'0'166'0,"-10"0"-5"15,0 0-13-15,10-1-17 0,-10 1-9 0,9-6-19 16,2 4-9-16,0-2-2 0,1 0-3 0,4 1-23 16,6 0-27-16,5-3-38 0,2-2-32 0,3 3-40 15,-1-3-122-15,-4 2-209 0,1-2 94 0</inkml:trace>
  <inkml:trace contextRef="#ctx0" brushRef="#br0" timeOffset="179855.19">29525 7093 29 0,'0'0'203'16,"0"0"-5"-16,0 0-12 0,0 0-17 0,0 0-20 15,0 0-14-15,0 0-16 0,0 0-8 0,0 0-12 16,-25 13-13-16,21-6-6 0,1 3-10 0,-1-1-4 16,1 1-6-16,2 1 11 0,2-1-22 0,2 1-3 15,1-3-5-15,-1 2-2 0,1 0-2 0,3-4-4 16,1 3-3-16,2-3 6 0,0-2 3 0,1 1 1 16,2-2-6-16,0-1-3 0,-2-1-1 0,2-1-4 15,-2 0 1-15,1-1 4 0,-3-1 5 0,-2-4 0 16,1 1-2-16,-2-1 0 0,-3 0 9 0,1-3-5 15,-1 1-10-15,-4-1-3 0,1 0-1 0,-3-3-5 16,-2 1 0-16,0 0-2 0,-3 0-4 0,-3 0-3 16,2 1-7-16,0 1-5 0,0 0-11 0,0 2-17 15,-1 0-21-15,1 3-18 0,1 0-27 0,2 1-23 16,6 3-30-16,-11-4-43 0,11 4-151 0,-7-1-373 16,7 1 165-16</inkml:trace>
  <inkml:trace contextRef="#ctx0" brushRef="#br0" timeOffset="180209.07">29854 7006 145 0,'0'0'146'16,"0"0"-6"-16,0 0-8 0,11-1-10 0,-11 1-13 16,9-2-11-16,-9 2-12 0,16-4-6 0,-3 2-12 15,0 0-3-15,2-1-5 0,2 1-4 0,-2-2-17 0,-2 3-5 16,-1-1-11-16,1 1-21 0,-1 0-17 15,-6 1-13-15,-6 0-3 0,12 0-2 0,-12 0-7 16,8-2 9-16,-8 2-1 0,0 0 2 0,0 0 6 16,0 0-5-16,0 0 10 0,0 0 8 0,-32-7-7 15,21 7 13-15,1-2 14 0,0 4 4 0,1-1 4 0,0 0 6 16,0 0 0-16,9-1 8 0,-13 8 0 16,5-1 7-16,1 2 4 0,-5 5 13 0,5-2 9 15,-1 4 14-15,-3 7-4 0,2-4-4 0,2-2-4 16,-1 10-5-16,-2-4 0 0,5-6-5 0,1 2-4 15,2 0-4-15,-1-1-4 0,2 1-6 0,1-1-5 16,0-4 0-16,0 3-4 0,0-4-4 0,0 2-1 16,1-2-25-16,-1-2-44 0,1 0-48 0,2 0-37 15,-2-2-44-15,1 0-119 0,-1-1-316 0,-1-8 140 16</inkml:trace>
  <inkml:trace contextRef="#ctx0" brushRef="#br0" timeOffset="180342.06">29934 7213 4 0,'11'-4'103'0,"3"0"-12"0,2-1-28 0,-3 4-29 16,4-5-41-16,2 0-41 0,-6 5-52 16,1-4 23-16</inkml:trace>
  <inkml:trace contextRef="#ctx0" brushRef="#br0" timeOffset="180670.52">30169 7078 101 0,'0'0'181'0,"0"0"-17"0,-4-5-14 0,4 5-13 15,0 0-13-15,0 0-20 0,0 0 4 0,0 0-2 16,0 0-6-16,-5 26-4 0,2-12 0 0,1 0-18 0,-2 1-4 16,3 2-4-16,-3 1-2 0,1-5-6 15,2 3-7-15,0-3-4 0,1 0-3 0,0-3-6 16,0 0-5-16,-2-4 0 0,2-6-2 0,2 16-8 15,-2-12 1-15,0-4-1 0,1 8-2 0,-1-8 0 16,1 7 12-16,-1-7 15 0,0 0 13 0,0 0 2 0,0 0-5 16,0 0-11-16,0 0-6 0,0 0-3 0,8-19-4 15,-8 9-5-15,2 0-3 0,0-8-4 16,2 1-6-16,-2 1-6 0,4-4-4 0,5-4-9 16,-5-1-4-16,2 2-7 0,4-2-9 0,-5-2-4 15,3 3-5-15,2 7-3 0,-2 1-8 0,0 2-12 0,-1 4-16 16,-1 1-17-16,1 1-18 0,-3 6-20 15,3-2-4-15,-9 4-11 0,12-4-6 0,-6 4-17 16,-6 0-124-16,11 9-308 0,-6 0 136 0</inkml:trace>
  <inkml:trace contextRef="#ctx0" brushRef="#br0" timeOffset="180808.71">30265 7170 92 0,'0'0'164'0,"0"0"-7"0,0 0-7 0,0 0-9 15,0 0-26-15,0 0-10 0,0 0-5 0,0 0-17 16,25-11-9-16,-9 3-26 0,1 3-38 0,0-5-52 0,0 2-69 16,-7 2-70-16,3-1-197 0,-2 1 87 0</inkml:trace>
  <inkml:trace contextRef="#ctx0" brushRef="#br0" timeOffset="181123.17">28814 7716 29 0,'0'0'146'0,"24"3"-21"0,6-7 3 15,20-4-4-15,14-6-23 0,34-6 0 0,3 1-12 16,9-4-5-16,0-3-17 0,-3 4-7 0,5 0 2 16,-4 3-23-16,0-1-37 0,-5 1-30 0,-6 3-62 15,-8 3-84-15,-27 3-187 0,2-2 83 0</inkml:trace>
  <inkml:trace contextRef="#ctx0" brushRef="#br0" timeOffset="184424.62">28340 7474 12 0,'0'0'66'15,"0"0"-12"-15,0 0-3 0,0 0-8 0,0 0 0 16,0 0-6-16,0 0 0 0,0 0-8 0,0 0 1 15,0 0-6-15,0 0-7 0,0 0-13 0,0 0-29 16,-14 14-11-16,14-14-29 0,-10 3-69 0,3 1 30 16</inkml:trace>
  <inkml:trace contextRef="#ctx0" brushRef="#br0" timeOffset="208906.04">6841 7229 33 0,'0'0'42'0,"0"0"-3"16,0 0 1-16,0 0-6 0,0 0-10 0,0 0 0 15,0 0-1-15,0 0-5 0,0 0-6 0,0 0-3 16,0 0-1-16,0 0-15 0,0 0-2 0,0 0-6 15,0 0-4-15,0 0-6 0,0 0-14 0,0 0-41 16,0 0 18-16</inkml:trace>
  <inkml:trace contextRef="#ctx0" brushRef="#br0" timeOffset="209506.01">7987 11627 26 0,'0'0'36'15,"-13"6"-10"-15,13-6-11 0,0 0-4 0,0 0-7 16,0 0-24-16,0 0-22 0,0 0 11 0</inkml:trace>
  <inkml:trace contextRef="#ctx0" brushRef="#br0" timeOffset="210898.08">8259 7841 34 0,'0'0'20'0,"0"0"3"0,0 0-2 0,0 0-9 0,0 0-21 15,0 0-9-15,-14 16-18 0,14-16 9 0</inkml:trace>
  <inkml:trace contextRef="#ctx0" brushRef="#br0" timeOffset="211547.87">8273 10910 17 0,'0'0'32'0,"0"0"-8"0,0 0-2 0,0 0-2 16,0 0-11-16,0 0-21 0,0 0-7 0,0 0-20 16,0 0 8-16</inkml:trace>
  <inkml:trace contextRef="#ctx0" brushRef="#br0" timeOffset="-156558.75">14836 15572 47 0,'0'0'137'0,"0"0"-12"16,0 0-12-16,0 0-11 0,-23-9 1 0,23 9-15 15,-7-2-1-15,7 2 3 0,0 0-11 0,-6-3-1 16,6 3-12-16,0 0-2 0,-9-3-3 15,9 3-7-15,0 0-6 0,-7-4-2 0,7 4-4 0,0 0-4 16,-6-4-6-16,6 4 5 0,0 0-3 0,0 0 2 16,-7-3-5-16,7 3-3 0,0 0 1 0,0 0-7 15,0 0 0-15,0 0-2 0,0 0-6 0,0 0 6 16,-7-4-8-16,7 4-5 0,0 0-1 16,0 0 2-16,0 0-2 0,0 0-4 0,0 0 9 15,0 0-6-15,31 0 0 0,-17 0 1 0,4 0-3 0,10 0 2 16,0 0-5-16,3 0 3 0,4 0-4 15,5-3-2-15,10 2-21 0,1-1-4 0,4 1-9 0,0-1-16 16,-1 2-23-16,3 2-15 0,3-1-36 16,-2 1-112-16,-4-3-259 0,4 1 115 0</inkml:trace>
  <inkml:trace contextRef="#ctx0" brushRef="#br0" timeOffset="-156192.09">17666 15509 154 0,'-9'-4'221'0,"9"4"-37"0,-5-3-19 0,5 3-18 0,0 0-11 16,0 0-12-16,0 0-13 0,28-8-10 0,-16 4-12 15,16 2-7-15,3-3-14 0,2 2-19 16,5-2-30-16,1 0-52 0,15-2-50 0,-4 6-173 16,-10 1-277-16,14 0 123 0</inkml:trace>
  <inkml:trace contextRef="#ctx0" brushRef="#br0" timeOffset="-155324.42">21945 15576 33 0,'-1'-10'142'0,"1"10"1"0,0 0 2 0,0 0 3 16,0 0-5-16,0 0-2 0,0 0-9 0,0 0-9 15,-4-6-10-15,4 6-11 0,0 0-12 0,0 0-5 16,0 0-9-16,0 0-7 0,0 0 0 0,11-3-16 16,-11 3 1-16,16-5-7 0,-3 2-7 0,3-1-1 15,6 6-5-15,7-4-8 0,3 5-4 0,4 1-25 16,0 1-26-16,3 0-35 0,15-1-34 0,0 5-51 15,-14-2-139-15,-2 1-312 0,12-2 138 0</inkml:trace>
  <inkml:trace contextRef="#ctx0" brushRef="#br0" timeOffset="-155041.28">23894 15643 152 0,'0'0'233'0,"0"0"-29"0,0 0-24 16,0 0-19-16,0 0-21 0,0 0-22 0,0 0-30 16,33-6-38-16,-20 6-30 0,6-2-46 0,3 1-22 15,-2-1-17-15,9-1-30 0,0 1-91 0,-2 1-201 16,0-4 89-16</inkml:trace>
  <inkml:trace contextRef="#ctx0" brushRef="#br0" timeOffset="-154658.92">25507 15529 126 0,'20'-3'153'0,"-7"2"-6"16,1 1-4-16,-1-1 3 0,-1 1-8 0,-6 1-9 16,5-1-10-16,0-1-15 0,1 2-13 0,-1 1-27 15,0-2-40-15,1 2-46 0,3-4-40 16,-1 4-44-16,-5-2-93 0,2 2-217 0,0-2 96 0</inkml:trace>
  <inkml:trace contextRef="#ctx0" brushRef="#br0" timeOffset="-154510.66">25954 15561 59 0,'8'0'94'0,"-8"0"-39"0,9 0-36 0,-9 0-58 0,10 1-40 15,-10-1 18-15</inkml:trace>
  <inkml:trace contextRef="#ctx0" brushRef="#br0" timeOffset="-144784.59">8373 8311 53 0,'0'0'77'0,"0"0"-7"0,0-7-14 0,0 7-3 16,0 0-3-16,0 0-6 0,0 0-8 0,0 0-5 16,0 0-2-16,-1-9-5 0,1 9-10 0,0 0-5 15,0 0-9-15,0 0-13 0,0 0-4 0,0 0-8 16,0 0-13-16,0 0-38 0,0 0-82 0,0 0 36 16</inkml:trace>
  <inkml:trace contextRef="#ctx0" brushRef="#br0" timeOffset="-144373.43">9518 11600 21 0,'0'0'62'0,"-4"4"-5"0,4-4-12 0,0 0-7 0,-5 9-13 16,5-9-2-16,0 7-4 0,0-7-13 15,0 0-15-15,0 15-15 0,-1-10-21 0,1-5-47 0,1 14 22 16</inkml:trace>
  <inkml:trace contextRef="#ctx0" brushRef="#br0" timeOffset="-136036">23089 4973 25 0,'0'0'59'0,"0"0"0"0,0 0-13 15,1-7-16-15,-1 7-8 0,0 0-26 0,0 0-8 16,0 0-26-16,0 0-41 0,0 0 19 0</inkml:trace>
  <inkml:trace contextRef="#ctx0" brushRef="#br0" timeOffset="-135762.25">24616 5061 45 0,'0'0'53'0,"0"0"-1"0,9-2-11 16,-9 2-7-16,0 0-14 0,0 0-8 0,0 0 1 16,0 0-19-16,12-2-12 0,-12 2-23 0,11 2-45 15,-2-4 19-15</inkml:trace>
  <inkml:trace contextRef="#ctx0" brushRef="#br0" timeOffset="-135320.08">26339 5019 30 0,'0'0'91'0,"12"-1"-9"0,-12 1-3 0,7-3-15 15,-7 3 5-15,6-1-5 0,-6 1-8 0,9-3 2 16,-9 3-16-16,12-5 1 0,-12 5 0 0,4-4-10 15,-4 4 13-15,5-3-5 0,-5 3-2 0,0 0-5 16,6-4-1-16,-6 4-7 0,0 0 3 0,0 0-7 16,3-6 7-16,-3 6-7 0,0 0 0 0,0 0-7 15,0 0 4-15,0 0 0 0,7-4-4 0,-7 4-4 16,0 0 5-16,0 0-3 0,0 0 1 0,0 0-2 16,0 0-10-16,0 0-1 0,0 0 10 0,0 0-2 15,0 0 0-15,-3-12-5 0,3 12 1 16,0 0-5-16,0 0 15 0,0 0-30 0,0 0 3 15,-2-10 4-15,2 10-8 0,0 0-5 0,0 0-13 16,0 0-16-16,0 0-9 0,0 0-11 0,0 0-15 0,0 0-69 16,5-6-165-16,-5 6 74 0</inkml:trace>
  <inkml:trace contextRef="#ctx0" brushRef="#br0" timeOffset="-134954.65">28685 5061 52 0,'0'0'82'0,"0"0"-11"0,0 0-12 0,0 0-16 16,5-8-38-16,-5 8-57 0,0 0-57 0,0 0 25 16</inkml:trace>
  <inkml:trace contextRef="#ctx0" brushRef="#br0" timeOffset="-123644.49">25803 8625 127 0,'0'0'128'0,"0"0"-6"0,0 0-18 0,0 0-6 0,0 0-12 15,0 0-9-15,0 0-13 0,0 0-12 0,7-2-12 16,-7 2-12-16,9 0-23 0,-9 0-33 0,15 2-28 16,-4-2-86-16,-4 2-152 0,3-4 67 0</inkml:trace>
  <inkml:trace contextRef="#ctx0" brushRef="#br0" timeOffset="-123410.3">27505 8548 7 0,'4'5'24'0,"-4"-5"-6"0,0 0-20 16,0 0-7-16,-10 11-8 0,4-10 5 0</inkml:trace>
  <inkml:trace contextRef="#ctx0" brushRef="#br0" timeOffset="-121742.27">10994 9615 14 0,'0'0'25'0,"0"0"0"16,0 0-3-16,0 0-5 0,0 0 2 0,0 0-6 15,0 0 4-15,0 0-11 0,0 0 5 0,0 0-1 16,0 0-4-16,0 0 5 0,0 0-7 0,0 0-1 16,0 0-4-16,0 0-2 0,0 0 5 0,0 0-9 15,0 0 1-15,0 0 1 0,0 0 4 0,0 0-4 16,0 0-1-16,0 0-5 0,0 0 6 0,0 0-8 16,0 0-11-16,0 0-26 0,0 0 12 15</inkml:trace>
  <inkml:trace contextRef="#ctx0" brushRef="#br0" timeOffset="-121498.5">10994 9615 16 0,'0'0'32'0,"0"0"-7"0,0 0-3 0,0 0-2 15,0 0 1-15,0 0-3 0,0 0 0 0,0 0-5 16,0 0-2-16,0 0 0 0,0 0-7 0,0 0-5 16,0 0-1-16,0 0-2 0,0 0-3 0,0 0-7 15,0 0 0-15,0 0-15 0,0 0-30 0,0 0 14 16</inkml:trace>
  <inkml:trace contextRef="#ctx0" brushRef="#br0" timeOffset="-110923.3">11535 12823 30 0,'0'0'54'0,"0"0"-3"0,0 0-9 0,0 0-2 16,-6 5-6-16,6-5-1 0,0 0-2 0,0 0-9 0,0 0 4 16,0 0-4-16,-3 8-5 0,3-8-2 0,0 0 0 15,-3 7-1-15,3-7-4 0,0 0 2 0,0 0-5 16,-1 7 2-16,1-7 2 0,0 0-9 15,0 0 6-15,0 0-2 0,0 0-3 0,0 0 3 0,0 0 4 16,0 0-6-16,0 0-1 0,0 0 1 0,0 0 4 16,0 0-8-16,0 0 0 0,0 0 3 15,0 0-1-15,0 0 6 0,0 0-10 0,0 0 2 16,0 0-3-16,0 0 6 0,0 0-1 0,0 0 1 0,0 0 0 16,0 0-1-16,3 11-4 0,-3-11 1 0,0 0 3 15,0 0-5-15,0 0 3 0,0 0 7 0,0 0-4 16,0 0-2-16,0 0-1 0,0 0-5 0,0 0 4 15,0 0 2-15,0 0 3 0,0 0-2 0,0 0-6 16,0 0-2-16,0 0 10 0,0 0-4 0,0 0 1 16,0 0 3-16,0 0-4 0,0 0 5 0,0 0-5 15,0 0-4-15,0 0 3 0,0 0 1 0,0 0-6 16,0 0 6-16,0 0 4 0,0 0-11 0,0 0 6 16,0 0 4-16,0 0-2 0,0 0-4 0,0 0 7 15,0 0-8-15,0 0 4 0,0 0 5 0,0 0-1 16,0 0 4-16,0 0-13 0,0 0 4 0,0 0 4 15,0 0-2-15,0 0-1 0,0 0-4 0,0 0 5 16,0 0-4-16,0 0 7 0,0 0-5 0,0 0 3 16,0 0 0-16,0 0-9 0,0 0 6 0,0 0-1 15,0 0 1-15,0 0 3 0,0 0-4 0,0 0 0 16,0 0 3-16,0 0 0 0,0 0 0 0,0 0-3 16,0 0-3-16,10-2 8 0,-10 2 0 0,0 0-1 15,0 0-3-15,0 0 4 0,0 0-3 0,0 0 0 16,0 0-4-16,0 0 10 0,0 0-8 0,0 0 2 15,0 0-3-15,0 0-2 0,0 0 9 0,0 0-3 16,0 0-1-16,0 0 3 0,0 0-3 0,0 0-3 16,0 0 5-16,0 0-1 0,0 0 3 0,0 0-8 15,0 0 2-15,0 0 6 0,0 0-3 0,0 0-4 16,0 0-4-16,0 0 1 0,0 0 4 0,0 0 5 16,0 0-9-16,0 0 4 0,0 0 2 0,0 0-3 0,0 0 3 15,0 0-1-15,0 0 3 0,0 0-1 16,0 0-12-16,0 0 7 0,0 0 1 0,0 0 3 15,0 0 8-15,0 0-13 0,0 0 8 0,0 0-7 16,0 0 7-16,0 0-6 0,0 0 0 0,0 0 8 16,0 0-7-16,0 0 2 0,0 0-3 0,0 0 12 0,0 0-12 15,0 0 6-15,0 0-6 0,0 0 6 16,0 0-6-16,0 0 4 0,0 0-1 0,0 0-4 16,0 0 6-16,0 0 2 0,0 0-5 0,0 0-3 15,0 0 6-15,0 0-2 0,0 0-2 0,0 0 7 0,0 0-3 16,0 0-3-16,13-3 5 0,-13 3-4 0,0 0 2 15,0 0-1-15,0 0-3 0,0 0 2 0,0 0 5 16,0 0-9-16,0 0 5 0,0 0-2 16,0 0-1-16,0 0 2 0,8-5-2 0,-8 5 1 0,0 0-1 15,0 0 3-15,0 0-1 0,0 0-2 16,0 0-3-16,0 0 5 0,0 0-4 0,0 0 6 16,0 0-8-16,0 0 3 0,0 0-1 0,0 0-1 15,0 0 1-15,0 0 2 0,0 0-5 0,6-2 2 16,-6 2-2-16,0 0-1 0,0 0 2 0,0 0-2 0,0 0-6 15,0 0-3-15,0 0 4 0,0 0-4 0,0 0 6 16,0 0-2-16,0 0-1 0,0 0-4 0,0 0 3 16,0 0-5-16,8 7 2 0,-8-7 2 0,0 0-3 15,0 0-4-15,3 3-19 0,-3-3-44 0,0 0 21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4T10:10:20.1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27844 5698 43 0,'0'0'66'0,"-2"-7"-5"0,2 7-8 0,0 0-10 15,0 0-8-15,0 0-21 0,0 0-10 0,0 0-5 0,0 0-5 16,0 0-12-16,0 0-6 0,0 0-21 0,12-5-49 16,-12 5 21-16</inkml:trace>
  <inkml:trace contextRef="#ctx0" brushRef="#br0" timeOffset="285.21">27890 5661 5 0,'0'0'25'0,"0"0"0"16,0 0-4-16,0 0 8 0,0 0 2 0,-7-11 10 15,7 11-8-15,0 0 4 0,-7-4-4 0,7 4 7 16,0 0 2-16,-4-8 4 0,4 8 2 0,0 0 4 16,0 0-8-16,-9-4 0 0,9 4-1 15,0 0-7-15,-2-3-3 0,2 3 15 0,0 0-2 16,0 0 5-16,-10-4 2 0,10 4-2 0,0 0-4 0,0 0 1 16,0 0 0-16,0 0 0 0,0 0 8 0,0 0-5 15,0 0-18-15,0 0-3 0,-7-3-8 0,7 3 5 16,0 0 7-16,0 0-12 0,0 0-14 15,0 0-1-15,0 0-15 0,0 0 2 0,0 0-12 16,0 0-26-16,0 0-14 0,0 0-11 0,0 0-12 0,0 0 5 16,0 0-4-16,0 0 6 0,0 0 3 0,0 0 1 15,0 0-2-15,0 0 9 0,0 0-1 0,0 0-34 16,0 0-105-16,0 0 46 0</inkml:trace>
  <inkml:trace contextRef="#ctx0" brushRef="#br0" timeOffset="509.57">27844 5624 125 0,'0'0'1'0,"0"0"4"16,0 0 10-16,0 0 5 0,0 0 7 0,0 0 0 15,0 0 6-15,0 0 4 0,0 0-1 0,0 0 12 16,0 0-6-16,0 0 0 0,0 0-2 16,0 0-1-16,0 0 5 0,0 0 2 0,0 0-5 15,0 0-2-15,0 0 0 0,0 0 1 0,0 0-8 16,0 0-6-16,0 0-6 0,0 0 5 0,0 0-2 0,0 0-9 16,0 0 3-16,0 0 7 0,0 0-20 0,0 0 9 15,0 0 4-15,0 0-10 0,0 0 7 0,0 0-3 16,0 0-6-16,0 0-12 0,0 0-5 0,0 0-11 15,0 0 0-15,0 0-18 0,0 0-9 16,0 0 4-16,0 0-8 0,0 0-5 0,0 0 0 16,0 0-1-16,0 0-41 0,0 0-110 0,0 0 50 0</inkml:trace>
  <inkml:trace contextRef="#ctx0" brushRef="#br0" timeOffset="27884.45">31968 4488 55 0,'0'0'76'0,"13"-4"-12"0,-5 1-9 16,-1 1-7-16,-7 2-26 0,13-1-22 0,-13 1-25 16,12 3-25-16,-7-2-53 0,-5-1 24 0</inkml:trace>
  <inkml:trace contextRef="#ctx0" brushRef="#br0" timeOffset="-88867.81">2875 9244 105 0,'0'0'133'0,"-6"-3"-16"16,6 3-3-16,0 0 2 0,-8-4 5 0,8 4-16 15,0 0-18-15,-7-4-8 0,7 4-1 0,0 0-16 16,0 0-11-16,0 0-7 0,0 0-2 0,0 0-6 16,0 0-13-16,2 23 5 0,2-11-2 0,0 5-4 15,2 1 2-15,5 7-5 0,-4 1-4 0,0 2 5 16,2-1-2-16,0 0-8 0,-2 2 2 0,-1-2 7 16,-2-8-17-16,1 6 2 0,-1-5 6 0,1-1-3 15,-3 0 3-15,1 0-12 0,0-3-10 0,-3 1-13 16,2-1-6-16,1 0-8 0,-3-4-19 0,0 1-3 15,0-2-7-15,0 1-13 0,0-5-3 0,0 1-9 16,0-8 3-16,-3 10-1 0,3-10-47 0,-5 7-149 16,5-7 66-16</inkml:trace>
  <inkml:trace contextRef="#ctx0" brushRef="#br0" timeOffset="-88596.42">2867 9292 2 0,'28'-21'87'0,"4"6"1"0,2 1-12 0,-5-1 5 16,7 6-8-16,-3 1-7 0,-3 9-6 0,-4 1-5 15,2 2-7-15,-2 4-1 0,-8 0-5 0,1 3-2 16,-4 5-10-16,-1 2 4 0,-1 5-3 0,-7-5 0 16,-2 8 7-16,-8 0-9 0,-4 4 0 0,-4-2 5 15,-3 1 0-15,-13 10 4 0,-2 1 0 0,-2-6-2 16,5-8-2-16,-10 8-5 0,8-13-4 0,0 1 4 15,0-2-2-15,3-2-18 0,0-4 11 0,7-5 2 16,4-2-2-16,-2 0-20 0,7-2-31 0,1-1-20 16,1-1-33-16,3 0-26 0,5-3-75 0,0 0-199 15,0 0 88-15</inkml:trace>
  <inkml:trace contextRef="#ctx0" brushRef="#br0" timeOffset="-88383.95">3339 9239 64 0,'0'0'125'0,"5"-10"-12"0,-5 10 1 15,0 0-7-15,4-7-14 0,-4 7-10 0,0 0-8 16,0 0-6-16,0 0-6 0,0 0-10 0,0 0-10 16,0 0 3-16,4 32 0 0,-2-15-4 15,0 0-11-15,0 8 1 0,3 1-3 0,-1-2-13 0,0 3-25 16,1-8-19-16,1 7-17 0,-2-1-22 0,3-1-18 15,0-5-84-15,1 5-182 0,-3-7 81 16</inkml:trace>
  <inkml:trace contextRef="#ctx0" brushRef="#br0" timeOffset="-88222.34">3295 9338 1024 0,'-25'-24'32'0,"1"3"-39"0,3 2 44 0,6 6-6 15,5 6-14-15,-1-1-13 0,4 4-32 16,2 1-26-16,5 3 1 0,0 0 0 0,0 0-5 16,0 0-4-16,0 0-5 0,0 0-5 0,0 0-44 15,19 32-125-15,-1-21 56 0</inkml:trace>
  <inkml:trace contextRef="#ctx0" brushRef="#br0" timeOffset="-87888.18">3618 9293 2 0,'-15'-16'135'0,"6"12"-16"0,-1 0-1 16,-1 0-7-16,-1 0-3 0,0 4-13 0,12 0-4 16,-27 0-9-16,16 2-5 0,0-1-11 0,0 2-6 15,3 1-5-15,0 0-5 0,-2 3-5 0,2 1-6 16,2-1 0-16,-1 2-12 0,6 1 0 0,1-10-7 16,-1 19 2-16,3-11 0 0,2 3 1 0,1-4-6 15,1 3 2-15,0-4-2 0,3 0-3 0,-3-1 7 16,2 0-13-16,2-2 5 0,-4 1-4 0,1-1-1 15,1-1 2-15,-2 0 4 0,-6-2 2 0,15 3-5 16,-10-3-8-16,2 2 0 0,-7-2 4 0,11 3-5 16,-7 0 0-16,-4-3 0 0,8 8-4 0,-4-5-2 15,1 5 4-15,-1 3 0 0,-1 6 1 0,-1 3-8 16,-4 9 3-16,-1 1-2 0,-4-1 11 0,0 3-5 16,-5-1 3-16,-2 0-5 0,1-2 5 0,-3 1-1 15,0-5-1-15,1 2 3 0,2-4-4 0,0-6-9 16,2 0-29-16,2-3-13 0,0 0-37 0,-1 1-35 15,3-5-96-15,0-1-238 0,0-1 105 0</inkml:trace>
  <inkml:trace contextRef="#ctx0" brushRef="#br0" timeOffset="-87670.88">3641 9465 1117 0,'6'-18'112'0,"0"6"-42"16,-2 1-49-16,-1 2-2 0,-1 1-14 0,-2 8-7 15,4-10 18-15,-4 10-6 0,4-7-11 0,-4 7 1 16,0 0-7-16,0 0 4 0,0 0-4 0,0 0 6 16,13 5-2-16,-13-5 6 0,5 14-3 0,-1-5 2 15,-2 2 1-15,3 5 1 0,-1 2-1 16,-1-2-1-16,3 4 3 0,-2-1-25 0,2 5-18 0,-2-5-19 16,-1-2-30-16,-2 2-108 0,0 1-211 15,-2-2 95-15</inkml:trace>
  <inkml:trace contextRef="#ctx0" brushRef="#br0" timeOffset="-87303.83">3673 9132 100 0,'0'0'149'0,"-7"-8"-14"0,7 8-15 0,0 0-9 16,0 0-17-16,0 0-13 0,0 0-11 15,0 0-8-15,0 0 17 0,0 0-9 0,0 0-7 16,7 37 14-16,-5-19-5 0,2 2-3 0,2-1-5 16,-1 5-10-16,0-5-6 0,2 5-2 0,-2-8-7 15,1 2-1-15,-1-1-2 0,1 1-5 0,-1-1-4 16,0-2-5-16,-1 2-35 0,1-6-28 0,0 4-16 16,0-3-27-16,0-2-17 0,-1 2-17 0,1-3-107 15,-2-2-242-15,-1-1 108 0</inkml:trace>
  <inkml:trace contextRef="#ctx0" brushRef="#br0" timeOffset="-86818.7">3658 9346 5 0,'0'0'104'0,"15"-17"-2"0,-2 5-16 16,4 1-6-16,7-7-14 0,2 1-5 0,2-2 3 15,0-1-9-15,4-3-8 0,-1 3-5 0,-2 0 1 16,2 2-11-16,-4 2 1 0,-4-2-6 0,2 4-2 15,-7 4-3-15,-2 1 4 0,-4 2 1 0,-3 1 16 16,0-1 11-16,-2 3 10 0,-7 4 16 0,8-5-3 16,-8 5-10-16,0 0-6 0,0 0-7 0,0 0-4 15,0 0-6-15,0 0-2 0,-38 6-5 0,27 2 5 16,-3 4-1-16,-2 0 4 0,0 9-10 0,0-6 0 16,5 3-1-16,-2 3-2 0,5-5-4 15,2 1-1-15,0-3-7 0,3-1 0 0,1 0-15 0,2-4 10 16,0-9-6-16,5 18 2 0,-2-11 5 0,3 0-6 15,-6-7 0-15,16 8 2 0,-4-6 0 0,-1-1 0 16,2-2 0-16,-13 1 1 0,24-2-4 0,-11-1-2 16,-3-1 5-16,-1 1-2 0,-9 3 0 0,13-7-1 15,-13 7-3-15,9-15 0 0,-5 8-1 0,-4 7 1 16,4-14-4-16,-4 14 1 0,0-15 4 0,0 15-5 16,-4-13 4-16,4 13-7 0,-4-10 13 0,4 10-1 15,0 0-5-15,-5-9 0 0,5 9-3 0,0 0-8 16,0 0 6-16,0 0-4 0,0 0 6 0,0 0-9 15,0 0 2-15,0 0 6 0,0 0-5 16,0 0 3-16,-3 32-5 0,7-21 4 0,1 1-1 16,0-1-4-16,5 2-6 0,-2-2-28 0,3 1-15 0,-1-4-41 15,4 2-23-15,2-2-31 0,0 0-25 0,1-3-89 16,-4-1-284-16,-1-6 127 0</inkml:trace>
  <inkml:trace contextRef="#ctx0" brushRef="#br0" timeOffset="-86637.86">4290 8935 170 0,'0'0'165'0,"-5"-12"-22"15,5 12-19-15,-5-5-10 0,5 5-10 0,0 0-15 16,0 0-13-16,0 0-6 0,0 0 22 16,7 33-5-16,1-9-9 0,2 5-3 0,0 2-13 15,1 2-3-15,5 12-7 0,-3 0 0 0,0-12-23 16,0 12-28-16,-3-13-30 0,4 13-22 0,-4-16-19 15,1 3-4-15,-2-1-39 0,-3-4-105 0,-3 2-236 0,-3-5 105 16</inkml:trace>
  <inkml:trace contextRef="#ctx0" brushRef="#br0" timeOffset="-86466.68">3605 10010 2053 0,'-27'10'160'0,"10"-4"-58"0,3-1-49 0,4 0-39 15,4-2-40-15,3 0 8 0,3-3 1 16,0 0-8-16,0 0-14 0,59-16-26 0,-5-9-30 16,26-14-26-16,4-5-23 0,1-1-27 0,4-3-107 15,-1-5-299-15,7 0 133 0</inkml:trace>
  <inkml:trace contextRef="#ctx0" brushRef="#br0" timeOffset="-86360">4889 9268 2380 0,'4'-10'123'0,"-4"1"-73"0,0 9-31 0,0 0-9 15,-8-22-7-15,8 22 1 0,-12-8-11 0,4 6-13 16,8 2-25-16,0 0-24 0,-32 5-45 0,14 4-44 16,-3 5-205-16,-5 2-393 0,-2 1 174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07:41:4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26 436 0 0,'0'0'8341'0'0,"3"-26"-15702"0"0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07:41:49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17932 5065 106 0,'0'0'136'0,"-1"-12"-4"16,1 12-16-16,0-8-9 0,0 8-1 0,1-11 6 15,-1 11 5-15,0-7 0 0,0 7-7 0,0 0-16 16,0-9-4-16,0 9-14 0,0 0-10 0,0 0-9 15,0 0-6-15,0 0-6 0,2-7-5 0,-2 7-7 16,0 0-5-16,0 0 4 0,0 0-10 0,0 0 1 16,0 0-5-16,3 20-2 0,1-11-1 0,-1 1 0 15,-2 1-1-15,-1-2 1 0,1 5-1 0,2-3 0 16,-3 2-6-16,1 3 3 0,2-4-2 0,-2 1-3 16,-1-1 6-16,0 5-2 0,1-6-3 0,2 5-4 15,-3-3 2-15,0 0 1 0,-2-2 0 0,1 0-5 16,1 0 5-16,1 0-1 0,-2 1 5 0,1-4-7 15,-1-1 1-15,1-7 2 0,-1 12-3 0,1-12 0 16,-2 9 2-16,2-9-2 0,0 8 6 0,0-8-7 16,0 0 10-16,-1 7-4 0,1-7-2 0,0 0 5 15,0 0 3-15,0 0 5 0,0 0-3 0,0 0 0 16,0 0 4-16,0 0-2 0,0 0 3 0,0 0-10 16,0 0 5-16,3-28-4 0,-2 17 0 0,0 1-7 15,0-2 4-15,3 1-4 0,3-4-2 0,0-2-2 16,2 3-4-16,0-1-1 0,3-1 2 0,-1 1 1 15,2 2-6-15,2-2 5 0,-2 3-8 0,1 3 1 16,2-2-5-16,-1 2 5 0,-4 3 0 0,5-4-4 16,-6 6 5-16,2 1-3 0,0 0-3 0,-2 1 2 15,-3 0-2-15,-7 2 4 0,16 0 1 0,-5 4 2 16,-5-1 1-16,3 0-1 0,0 1 0 0,-3 3 1 16,2 0 2-16,0 0-5 0,-2 2 7 0,0 0-1 15,0 1 2-15,-1-1 1 0,0 0 0 0,-1 3 3 16,-2-1-7-16,2-1 7 0,-3 0 1 0,2 0 2 15,-2-1-5-15,-1 5-5 0,0-1-15 0,1-1-20 16,-1-1-18-16,2 0-15 0,-2 6-22 0,1-3-24 16,-1-1-15-16,1 2-18 0,-1 0-87 0,0-2-259 15,4-1 115-15</inkml:trace>
  <inkml:trace contextRef="#ctx0" brushRef="#br0" timeOffset="649.12">18450 5213 8 0,'0'0'132'16,"1"-7"-3"-16,-1 7 17 0,0 0-2 0,4-7-8 16,-4 7-9-16,0 0-8 0,3-6-7 0,-3 6-14 15,0 0-8-15,0 0-6 16,0 0-16-16,0 0-10 0,0 0-3 0,0 0-7 15,0 0-8-15,0 0-4 0,0 0-3 0,0 0-7 16,0 0 1-16,10 15 1 0,-9-7-1 0,0-1-4 16,0 3 3-16,-1-1 0 0,2 3-1 0,-2 0 1 15,-3 1 1-15,3 3-6 0,-1 0 8 0,0 0-9 16,-2-6-1-16,3 6 0 0,-1 1-1 0,-3-1-4 16,4-3 2-16,-1-2-1 0,0 3-5 0,1-2 3 0,-3 1-4 15,3-2-3-15,0-1 2 0,-3 0 1 0,3 1-2 16,-1-3 1-16,0 1-4 0,1-9 3 0,-2 13 0 15,1-7 1-15,1-6-2 0,-2 10-7 0,2-10-15 0,0 8-5 16,0-8-15-16,0 0-12 0,1 8-10 16,-1-8-7-16,0 0-11 0,0 0-4 0,0 0-13 15,0 0-25-15,0 0-25 16,0 0-98-16,0 0-260 0,0 0 116 0</inkml:trace>
  <inkml:trace contextRef="#ctx0" brushRef="#br0" timeOffset="1027.04">18474 5193 21 0,'0'0'92'0,"0"-8"-6"0,0 8 8 15,0 0-3-15,-1-7-10 0,1 7-4 0,0 0-3 0,0 0-6 32,0 0 2-32,2-8-13 0,-2 8-5 0,0 0 3 0,5-4-13 0,-5 4 0 0,9 0-4 0,-9 0-6 15,0 0-1-15,14 0-2 0,-14 0-1 0,9 4 7 16,-5-1-10-16,-4-3-5 0,8 7-18 0,-8-7 17 16,9 7-8-16,-9-7-4 0,4 12-1 0,-4-12 6 15,2 12 0 1,-2-2-3-16,0-10 3 0,-2 19-13 0,-1-12 11 15,-1 3-2-15,-2 1-4 0,1-3 3 0,0 2-2 16,-2 0 0-16,1 0 6 0,-4-2 0 0,-1 6-22 0,1-6-1 16,-4 2-4-16,4-3-18 0,-7 1-8 0,6 3-7 15,-1-6-9-15,1 1-10 0,2-1-19 0,1-1-14 16,2-1-51-16,6-3-165 0,-12 7 72 0</inkml:trace>
  <inkml:trace contextRef="#ctx0" brushRef="#br0" timeOffset="1481.12">18700 5287 106 0,'0'0'130'0,"0"0"-4"0,0 0-4 0,0 0-15 16,0 0-13-16,0 0-8 0,0 0-3 0,-16 15-6 0,12-10-10 0,-1 0-1 15,0 2-15-15,1 1 2 0,2-1-6 0,-1 1 0 16,0 0-5-16,0 2-3 0,2 0-6 16,0-3-1-16,2 2 4 0,-1-9-5 0,0 13-11 15,3-7-1-15,-1-1-4 0,-2-5 13 0,4 11 5 0,0-7 14 16,0 2 2-16,0-1 5 0,-4-5-8 0,14 3 1 15,-8-1-3 1,-6-2 1-16,15 0 0 0,-7-2-5 0,-8 2 2 16,13-3 0-16,-5 1-2 0,0-5 0 0,-2 1-5 15,1 2 5-15,0-5-1 0,-2 3-2 0,-1-3-4 16,-2 0-4-16,1-1-6 0,-1 1 0 0,-2-1-1 16,0 1-2-16,0 9-3 0,-6-15-5 0,3 8 1 15,1 1-4-15,-3 0 1 0,1 0-4 0,4 6 3 16,-5-7-10-16,5 7-7 0,-8-7-17 0,3 4-19 0,5 3-19 0,-11-1-17 15,11 1-26-15,-13 3-23 0,7 1-26 0,1 0-33 16,-2 3-104-16,2-2-316 0,1 1 140 0</inkml:trace>
  <inkml:trace contextRef="#ctx0" brushRef="#br0" timeOffset="5663.37">20837 5886 36 0,'0'0'126'0,"0"0"-21"0,-1-9 5 15,1 9-12-15,0 0-7 16,0 0 2-16,-3-9-1 0,3 9-7 0,0 0-2 16,0 0 0-16,-1-9-1 0,1 9-1 0,0 0-1 15,0 0-8-15,0 0-8 0,0 0-4 0,0 0-6 16,0 0-2-16,0 0-5 0,0 0-9 0,0 0-4 15,0 0-6-15,0 0-2 0,1-9-1 0,-1 9-4 16,0 0-3-16,0 0-5 0,0 0-2 0,0 0 1 16,0 0-2-16,0 0-3 0,-4 23 3 0,4-23-4 0,-2 15-4 0,-1-4 8 15,2 0-5-15,-3 0 1 0,3 2 4 0,-4 3-1 16,0-1 3-16,0 1-3 0,2 0 1 0,1 0 0 16,-2-4-2-16,0 5 1 0,1-5 0 0,-1 4-4 15,2-4 3-15,-1-1-1 0,1 1 2 0,-2 1-1 16,3-2-2-16,-1 1-2 0,0-1 3 0,-1-2-1 15,3-1 0-15,-2-1 0 16,0 0 4-16,2-7-7 0,-1 13 3 16,1-13-2-16,-1 11-2 0,0-6 3 0,1-5-11 15,0 0-11-15,-2 12-11 0,2-12-14 0,0 7-9 16,0-7-27-16,0 0-10 0,0 0-14 0,0 0-13 16,0 0-23-16,0 0-96 0,0 0-252 0,0 0 111 15</inkml:trace>
  <inkml:trace contextRef="#ctx0" brushRef="#br0" timeOffset="6001.82">20840 5843 122 0,'11'-5'117'0,"2"4"-14"0,1-2 2 15,-2 2-10-15,1 0-11 0,-2 1-13 0,-1 2 3 16,-1-1-9-16,0 2-9 0,-3 1 3 0,-1 1-14 16,2 1 0-16,-5 0 0 0,-1 3-8 0,2 0 2 15,-4 2-2 1,-3-2 2-16,-1 3 1 0,-1 0-1 0,-2-2-5 16,0 1 0-16,-1-2-4 0,0 1-1 0,0-1-10 0,0 0 1 15,-1 0 6-15,0-2 2 0,2 0-12 16,-3-1-2-16,3 0 1 0,-1-1 1 0,0 0-5 15,3-2-20-15,6-3-18 0,-14 7-20 0,7-5-17 16,7-2-19-16,-12 3-7 0,7-1-20 0,5-2-87 16,-12 2-213-16,12-2 95 0</inkml:trace>
  <inkml:trace contextRef="#ctx0" brushRef="#br0" timeOffset="6587.61">20939 6156 100 0,'3'-2'195'0,"-3"2"-8"0,4-5-14 0,-4 5-10 16,0 0-18-16,0 0-14 0,6-4-14 0,-6 4-12 0,0 0-14 0,0 0-10 0,0 0-12 15,0 0-4-15,0 0-4 0,0 0-11 16,8 12-5-16,-6-6-1 0,-2-6-7 0,0 11-2 16,3-6-3-16,-3-5-6 0,2 13-1 0,-2-8-3 15,0-5-1-15,2 12-3 0,-2-12-1 0,0 9 0 0,0-9-2 16,-2 10-2-16,2-10 3 0,0 0-1 0,0 10-4 16,0-10 1-1,-1 7 2-15,1-7-4 0,0 0 1 0,0 0-1 16,0 0 1-16,-1 9 9 0,1-9 2 0,0 0 8 15,0 0 5-15,0 0 1 0,0 0 4 0,0 0-1 16,0 0-6-16,0 0 0 0,0 0-4 0,0 0 3 16,0 0-10-16,0 0-3 0,0 0-4 0,5-29 0 15,-2 19 3-15,-1 2-7 0,3-3 0 0,0 1-3 16,3 0-1-16,1-3 1 0,-4 2-3 0,3 1-3 0,-1 1 2 16,2 0-4-16,-2 1 1 0,2 2-1 0,0 0-1 0,-3 1 0 15,0 2 0-15,-6 3-3 0,14-7 1 0,-14 7-2 16,13-4 2-16,-13 4 2 0,13 0-2 0,-13 0 2 15,0 0-4-15,18 6 1 0,-18-6 0 0,6 8-1 16,-1-5 0-16,-5-3 1 0,9 14 2 0,-6-9 2 16,-3-5-4-16,4 14 3 0,0-7-1 0,-4-7-1 0,2 12 2 0,1-5 0 15,-2 2 3-15,0-1 0 0,1 0 1 0,0-2-3 16,-2-6-2-16,1 13-17 0,-1-13-20 16,0 0-11-16,0 14-26 0,0-14-19 0,0 12-23 15,0-12-13-15,0 0-12 0,2 12-16 0,-2-12-3 0,5 7-114 16,-3-2-299-16,-2-5 132 0</inkml:trace>
  <inkml:trace contextRef="#ctx0" brushRef="#br0" timeOffset="6966.18">21319 6202 12 0,'0'0'152'15,"3"-5"-1"-15,-3 5-13 0,0 0-8 0,0 0-9 16,0 0-20-16,0 0-11 0,0 0-3 0,0 0-12 0,0 0-1 0,0 0-1 15,0 0-5-15,0 0-6 0,0 0-5 0,0 0-6 16,-12 20-4-16,12-20-2 0,-5 10-6 0,2-6-5 16,3-4 2-16,-2 10-7 0,2-10 5 0,-3 9-6 15,1-4 0-15,2-5-5 0,0 0-1 0,2 14-1 16,1-10 6-16,-3-4 14 0,7 6 0 0,-3-3-1 16,3 1 1-1,-7-4 3-15,15 0-5 0,-5 0 1 0,0 0-1 16,-1-3-4-16,0 1 0 0,0-3 0 0,3 1-4 0,-6 1 4 15,3-2 0-15,-2 0 7 0,-1 0-7 16,-1-1 0-16,-1-4-5 0,-2 1-6 0,1 3-1 16,-3-5-1-16,0 1-3 0,0 1-4 0,0-1 0 15,-1 1-1-15,1 9-2 0,-6-17 2 0,3 12-6 16,0 0 2-16,3 5-5 0,-9-9-2 0,4 6-3 0,5 3 3 0,-12-1-4 16,12 1-9-16,-13 1-14 0,5 1-17 0,8-2-24 15,-13 5-15-15,5 0-25 0,8-5-35 0,-11 12-31 16,7-7-176-16,0 3-375 0,4-8 166 0</inkml:trace>
  <inkml:trace contextRef="#ctx0" brushRef="#br0" timeOffset="13829.77">24766 5581 106 0,'0'0'125'0,"0"0"-5"0,0 0-9 0,0 0-6 16,0-8-15 0,0 8-6-16,0 0-8 0,0 0-12 0,0 0-13 0,0 0-4 15,0 0-3-15,0 0-2 0,0 0-5 0,0 0-10 16,0 0-2-16,11 15-4 0,-11-15-3 15,2 14 5-15,0-7-6 0,-1 1-2 0,0-1-4 16,2 0 3-16,-2 3-4 0,2-4 5 0,-3 0-3 0,0-6 0 16,2 14 0-16,-2-8-7 0,2 0-4 0,-2-6 10 15,0 10-8-15,0-10 3 0,0 11-4 0,0-11 10 0,1 7-7 16,-1-7 9-16,0 0-8 0,1 7 4 0,-1-7-5 16,0 0 3-16,0 0 12 0,3 6 7 0,-3-6 10 15,0 0 11-15,0 0 8 0,0 0 14 0,0 0-5 16,0 0-10-16,0 0-8 0,0 0-1 0,0 0-2 15,0 0-4-15,0 0-2 0,0 0-5 0,0 0-6 16,0-27 1-16,2 20-8 0,0 0 0 0,0-2-2 0,1-2-5 0,1 2-2 16,-1-1-2-16,0 1-1 0,2-1-2 0,2 0-4 15,-1 1 0-15,2 2-5 0,-1-1 3 0,1 0-4 16,1 2 0-16,3 1 2 0,-5-2-4 0,1 3 1 16,-1 0 3-16,1 2-1 0,-8 2-1 0,13-1-2 15,-4 1-1-15,-9 0 2 0,15 2-2 0,-10 2 2 16,3 0 0-1,2 4 2-15,-6-1-1 0,2 1-2 0,0 0 1 0,-3 0 4 16,2-1-4-16,0 1 3 0,-3 2-1 0,0 0 2 16,1 1 1-16,-2-3-1 0,0 3-4 15,-1-2 3-15,0 1 2 0,0-2-3 0,0 2 3 0,0-1 3 16,-1 0-3-16,1-9-20 0,-1 15-17 16,0-11-16-16,1-4-7 0,-3 13-15 0,4-5-15 0,-1-8-23 15,0 9-12-15,0-9-5 0,2 12-6 0,-2-12-76 0,1 9-229 16,-1-9 102-16</inkml:trace>
  <inkml:trace contextRef="#ctx0" brushRef="#br0" timeOffset="29252.71">25108 5760 16 0,'0'0'96'0,"0"0"-3"16,-2-9-9-16,2 9-1 0,0 0-4 15,0 0 4-15,0 0-4 0,0 0 2 0,-2-8-6 0,2 8 0 0,0 0-2 16,0 0-7-16,0 0-10 0,-4-7-1 0,4 7-4 15,0 0 4-15,0 0 0 0,0 0 5 0,0 0-2 16,-5-7-1-16,5 7-6 0,0 0-4 0,0 0-7 16,0 0 3-16,0 0-9 0,0 0 1 0,0 0-2 15,0 0-4-15,0 0-2 0,0 0 0 0,0 0-10 16,0 0 1-16,0 0-6 16,0 0-3-16,0 0 3 15,0 0-8-15,0 0 1 0,0 0 0 0,0 0-1 16,0 0 1-16,0 0-5 0,0 0 7 0,-4 18-4 15,4-18-2-15,-2 13-1 0,2-6 2 0,-2 0 2 0,0 2-4 16,0 0 2-16,0 1 9 0,1 1-9 0,-1-3 2 16,1 2-2-16,-1-1-2 0,0 1 5 15,-1-1-1-15,0 1 3 0,2-3-6 0,-1 0 5 16,0 2-3-16,2-9 1 0,-3 13 0 0,1-6 0 0,1 0 0 16,-3-1 5-16,4-6-3 0,-2 12-5 0,0-6 1 15,2-6 1-15,-2 8 1 0,2-8 0 0,-3 8-4 16,3-8 1-16,-3 6 2 0,3-6-5 15,0 0-12-15,0 0-8 0,-3 7-12 0,3-7-2 16,0 0-8-16,0 0-17 0,-2 6-8 0,2-6-12 0,0 0-11 16,0 0-16-16,0 0-17 0,0 0-94 0,0 0-237 15,0 0 105-15</inkml:trace>
  <inkml:trace contextRef="#ctx0" brushRef="#br0" timeOffset="29568.07">25122 5719 3 0,'0'0'89'0,"9"-6"-3"0,-5 3-4 15,-4 3-5-15,9-4-9 0,-9 4-10 0,10-1-3 16,-10 1-12-16,0 0 1 0,9 1-8 0,-9-1 1 15,0 0-3-15,7 5-4 0,-7-5-7 16,6 8 6-16,-6-3-9 0,0-5 5 0,3 12-5 16,-3-12 10-16,-3 11-8 0,3-3-6 0,0-8 9 0,-5 13-3 15,2-7-5-15,-2 2 2 0,1 1-2 0,-1-3-2 16,1 1 2-16,-2-1-5 0,2 0-3 0,-1-1-14 16,-1 1-10-16,-2-1-5 0,0 1-6 15,1-3-10-15,-1-1-22 0,1 2-10 0,3 0-10 16,-5-2-51-16,9-2-140 0,-12 3 62 0</inkml:trace>
  <inkml:trace contextRef="#ctx0" brushRef="#br0" timeOffset="30000.71">25212 5834 14 0,'0'0'114'0,"0"0"-13"16,0 0-6-16,0 0-14 0,0 0-9 0,0 0-7 15,0 0-1-15,0 0-10 0,0 8-4 0,0-8-6 0,0 0-6 16,0 0-3-16,-7 15 0 0,7-15-8 0,-5 11 4 16,4-6-3-16,-2 0 1 0,3-5-5 15,-1 10 3-15,1-10-8 0,-1 12 9 0,1-12-5 16,2 10-1-16,0-5-1 0,-2-5 4 0,5 8-4 0,-1-4-5 15,2 0 9-15,0-1 0 0,1-1-4 0,-7-2 9 16,16 1-2-16,-8-1 0 0,4 1-3 0,-1-3 0 16,0 0 6-16,-2 0-4 0,5 1 10 15,-6-3-1-15,1-2 0 0,-1-1 1 0,-1 0-5 16,-3 2 2-16,4-4 6 0,-5-1-5 0,-1 1 5 0,2-1-4 16,0-1-6-16,-3-1-1 0,0 3 7 0,-2-2-4 15,1 0-2-15,-1 0-5 0,0 1 1 0,-2 0-4 16,1 1-9-16,-2 3 1 0,1 1-4 15,3 5 1-15,-9-9-9 0,5 5-16 0,4 4-13 16,-14-2-12-16,5 2-24 0,9 0-20 0,-20 6-31 0,7 0-27 16,-4 1-131-16,1 0-295 0,-1 2 131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10:08:43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9054 14182 76 0,'0'0'84'0,"-13"-3"6"16,13 3-9-16,0 0-1 0,0 0-3 0,0 0-2 15,0 0-11-15,0 0-9 0,-11-4 3 16,11 4-8-16,0 0-7 0,0 0 1 0,-10 0 1 0,10 0-1 16,0 0-4-16,0 0-2 0,0 0 2 0,-11 0-2 15,11 0 1-15,0 0-1 0,0 0-1 0,-11 1-2 16,11-1 3-16,-8 1-2 0,8-1-3 15,0 0 5-15,-15 0-6 0,15 0 4 0,-9 2 7 16,9-2-5-16,-9 0 1 0,9 0-2 0,-8 3-4 16,8-3-5-16,-10 1-1 0,10-1 1 0,-10 2-4 0,10-2-2 15,-10 1 0-15,3 2 8 0,7-3 16 0,-12 3-2 16,5-2-2-16,1 1-2 0,6-2 1 0,-13 3-4 16,5-3 0-16,8 0 0 0,-16 3-1 15,8-3 2-15,0 1 6 0,1 1-16 0,7-2 5 0,-17 1 4 16,11-1-2-16,6 0 3 0,-16 0-7 15,10 0 2-15,6 0-1 0,-12 2-3 0,12-2 2 0,-12-2 0 16,12 2 8-16,-9 0 3 0,9 0 2 0,-9 2 0 16,9-2-2-16,0 0-1 0,-14-2-8 0,14 2 1 15,0 0-4-15,0 0-4 0,0 0-1 0,0 0 2 16,-9 0-9-16,9 0 1 0,0 0-5 0,0 0-2 16,0 0-4-16,0 0 2 0,0 0-6 0,0 0 1 15,0 0-1-15,0 0 1 0,0 0 1 0,0 0-3 16,32-1 4-16,-22-1 0 0,3 2 0 0,0-1-3 15,0 1 0-15,4-3-4 0,1 1-1 0,0 2 1 16,1-1 3-16,0 2-2 0,1-3 1 0,1 0 2 16,0 0-2-16,0 0 3 0,-1 0-4 0,1 1 1 15,1-1-4-15,-2 0 1 0,0 0 3 0,-2 2-4 16,-1-2 5-16,0 2-2 0,-2-1-1 0,1 1 2 16,3 0-5-16,-6 0 7 0,6 0-5 0,0 0 4 15,-1 1-1-15,0-2 1 0,0 2-2 0,0-1 1 16,1-1 1-16,0 0 4 0,1 1 2 0,-2 0 0 15,1 1 0-15,2-1 1 0,-1-1-3 0,2 1 3 16,0-3 1-16,4 3-2 0,-5 0 1 0,-1-2-2 16,1 1-1-16,-1-1 5 0,2 1-1 0,-2 1 0 15,1-3-2-15,-1 2 1 0,-2 1-2 0,2-2 2 16,0 1-2-16,0 0 3 0,0 0 3 0,-1-1-2 16,1 4 2-16,1-4-1 0,-2 1-3 0,-1 0-2 15,2 0 1-15,0 1 3 0,-3-2-4 16,2 2 0-16,-2 0 1 0,2-2-4 0,-1 1 2 0,-4 1 3 15,4-2-2-15,-5 4 4 0,6-4-4 0,-2 0 0 16,-3 2 3-16,-2 0-5 0,1-2 5 16,1 1-2-16,-2 0-1 0,0 1 2 0,0 0 0 0,0-2 0 15,2 2-3-15,-3-1 2 0,0 1-5 0,0-1 4 16,0 1 1-16,2 0-3 0,-3-1 0 0,1 1 1 16,0 1 1-16,-1-1 0 0,4-1-3 0,-3 1 2 15,0 1-5-15,0-1 5 0,1 0-5 0,3 0 8 16,-3 1-3-16,7 0 4 0,-7-1-3 0,2 3-6 15,4-3 7-15,-1 0-1 0,-4 0 2 0,0 0-5 16,1-1 2-16,-2 1 3 0,1-2-1 0,-1 2 2 16,0-1 1-16,-1 0 0 0,-1 1 0 0,1-1-1 15,0 0 4-15,-1 1-6 0,-1-2 1 0,-9 2-2 16,17 0-2-16,-9-1-1 0,-8 1 0 0,16 0-1 16,-10 1 8-16,-6-1-9 0,13-1 2 0,-13 1 0 15,12-2-4-15,-12 2 4 0,9 2 2 16,-9-2 1-16,11-2 2 0,-11 2-3 0,12-1 0 0,-5 1 3 15,-7 0 0-15,13-1-8 0,-13 1 2 0,16 1-9 16,-10-1 14-16,3 0-5 0,-9 0 4 16,18-1-3-16,-12 1 2 0,6 0 4 0,-5-1-6 0,-7 1 2 15,13 1 3-15,-4-2-3 0,-9 1-2 0,14-2 3 16,-7 1 4-16,4 0-12 0,-1 1 5 0,-10 0 4 16,13-1-1-16,-4-1-5 0,-9 2-4 0,13 0 15 15,-6-1-10-15,-7 1-4 0,13-1 2 0,-13 1-5 16,12 0 7-16,-12 0-5 0,9 0 7 0,-9 0-1 15,11-1 1-15,-11 1-3 0,12 0 3 0,-12 0-1 16,12-1-1-16,-12 1 1 0,11-2 1 0,-11 2-6 16,10-1 4-16,-10 1-5 0,10 0 2 0,-10 0 3 15,9 0 4-15,-9 0-6 0,10-2 3 0,-10 2 6 16,0 0-6-16,14 0 3 0,-14 0-3 0,0 0-1 16,8 2 7-16,-8-2-9 0,0 0 8 0,9 0 0 15,-9 0-6-15,0 0-4 0,0 0 5 0,0 0 6 16,0 0 1-16,6-3 1 0,-6 3-2 0,0 0-3 15,0 0 8-15,0 0 4 0,0 0-9 0,0 0 0 16,0 0 3-16,0 0-6 0,0 0 4 0,0 0-3 16,0 0 3-16,0 0-2 0,0 0-6 0,0 0 5 15,0 0-3-15,0 0 4 0,0 0 0 0,0 0 0 16,0 0-3-16,0 0-1 0,0 0-2 0,0 0-6 16,0 0-1-16,0 0-10 0,0 0-16 0,0 0-21 15,0 0-30-15,0 0-35 0,-25 4-39 0,15 0-48 16,-5-2-55-16,1-2-56 0,-4 5-257 0,1-3-616 15,-5-4 272-15</inkml:trace>
  <inkml:trace contextRef="#ctx0" brushRef="#br0" timeOffset="2520.58">10818 12553 64 0,'0'0'76'0,"0"0"0"0,0 0 0 15,0 0-8-15,0-10 2 0,0 10-2 0,0 0 5 16,0 0-6-16,0 0-6 0,0 0-11 16,0 0 11-16,0 0-8 0,0 0-2 0,-4-7 6 0,4 7-7 15,0 0 1-15,0 0-6 0,0 0 8 0,0 0-3 16,0 0-13-16,0 0 7 0,0 0-1 16,-3-8 1-16,3 8-2 0,0 0 0 0,0 0-5 15,-2-9-2-15,2 9-4 0,0 0 4 0,-4-10-5 0,4 10-1 16,-1-8 2-16,1 8-5 0,-2-7 7 0,2 7 3 15,0 0-2-15,0-10-3 0,0 10 5 0,0 0 2 16,-1-11-1-16,1 11-4 0,-1-8 0 0,1 8 4 16,-3-7 1-16,3 7 1 0,-2-8-3 0,2 8-1 15,-4-7 9-15,4 7 1 0,0 0 1 0,-1-11 1 16,1 11 1-16,-3-6 7 0,3 6-8 0,0 0-5 16,0 0-3-16,0 0-5 0,0 0 0 0,1-12-5 15,-1 12 1-15,0 0-5 0,0 0-2 0,0 0-4 16,0 0 1-16,2-7 0 0,-2 7-6 0,0 0 3 15,0 0-3-15,0-9 2 0,0 9-4 0,0 0-1 16,0 0 5-16,0 0-1 0,0 0-1 0,0 0-2 16,0 0 3-16,0 0-4 0,0 0-6 0,0 0 4 15,0-9-2-15,0 9-1 0,0 0 1 0,0 0 0 16,0 0 2-16,0 0-3 0,0 0 2 0,0 0-6 16,0 0 7-16,0 0-3 0,0 0 2 0,0 0 0 15,0-8 1-15,0 8-1 0,0 0 0 0,0 0 1 16,0 0 0-16,0 0-3 0,0 0 2 0,0 0 0 15,0 0 4-15,0 0-7 0,0 0 4 0,0 0-4 16,0 0 0-16,0 0 1 0,0 0 2 0,0 0-2 16,1-8 0-16,-1 8-6 0,0 0 5 0,0 0 0 0,0 0-1 15,0 0-1-15,0 0 0 0,0-9 1 0,0 9 3 16,0 0-3-16,0 0-4 0,0 0 4 16,0 0-1-16,0 0-4 0,5-5-3 0,-5 5 3 15,0 0 2-15,0 0-5 0,0 0 1 0,0 0-4 0,0 0 1 16,0 0 0-16,0 0 3 0,0 0-2 15,0 0 2-15,0 0-2 0,0 0-1 0,0 0 3 0,0 0 5 16,1 24-7-16,-1-18 5 0,2 1-3 16,-2-7 1-16,1 14 1 0,-1-7-1 0,2 2-1 0,-2 1 3 15,2 0-3-15,-1-3 1 0,2 3 1 0,-2 0 1 16,1-1-1-16,-2 1 1 0,3-1-5 16,-2 3 7-16,1-3-2 0,-2 2-1 0,0 0 0 0,1 0 2 15,0 0-2-15,0 1 1 0,-1 0-2 0,2-1 2 16,-1 2-1-16,-1-1 5 0,1-2 0 0,-1 3 3 15,0-2-10-15,4 1 6 0,-3-1-2 16,-1 1-2-16,1 0 4 0,1-1 2 0,-2 1-2 0,1-2 1 16,-1 0-2-16,1 2 7 0,-1-3-10 0,0 1 1 15,2 0 2-15,-1 0 8 0,-1 0-6 0,1 0-1 16,1-1-1-16,-4 1 2 0,2 0 0 0,2-1 4 16,-2-2 0-16,2 3 1 0,-2-1-1 0,0-9 1 15,-2 16-1-15,2-6-2 0,0 0 4 0,0-3-2 16,0 2-1-16,2 3 2 0,-2-4-1 0,0 1 2 15,0-2-6-15,0 3 2 0,0 1-3 0,0 0 3 16,0 2 1-16,0-2 0 0,0 0 2 0,0 4 1 0,0-4-2 16,0 0 0-16,-2-1 2 0,4 1 2 15,-2 0 2-15,3-2-6 0,-3 1 0 0,0-1-2 16,0 3 3-16,1-2 2 0,-2 0 6 0,1-3-7 16,1 3 0-16,-1 1 1 0,1-1 1 0,-1-1-4 15,0-1 3-15,2 3 11 0,-2 1-3 0,0-5-3 16,0 3-1-16,0-1 5 0,0 3-4 0,0-3-6 15,1 2 3-15,0-3-2 0,-1 2-2 0,0-1-1 16,0 2 0-16,1-5-1 0,2 3 5 0,-3 0-1 0,0-1 0 16,0 1 2-16,0-2-4 0,0-7-2 15,2 14-5-15,0-6 5 0,-2-1-1 0,1 1-3 16,0 1 16-16,-2 1-9 0,1-10 1 0,1 14-6 16,0-7 1-16,1 0 2 0,-2-7-2 0,0 12 0 0,1-5 0 15,-1-7 0-15,1 17 3 0,1-12-5 0,0 2 8 16,-2 0-11-16,0-7 8 0,1 14 4 0,2-6 0 15,-3-1 1-15,1 2 0 0,1-1 3 16,-1-1 0-16,-1-7-2 0,1 17-2 0,-1-10-7 0,2-1 9 16,-2-6-3-16,0 13 0 0,1-5-4 0,0-2 4 15,-1-6-7-15,1 11 6 0,6-2 0 0,-6-3 10 16,-1-6-13-16,2 13-6 0,0-6-1 16,-1 1 4-16,-1-8-2 0,0 13 8 0,1-6-4 0,1 1 4 15,-1 2-6-15,1-1 3 0,0 1-5 0,-2 0 8 16,2 0-6-16,-2-1 2 0,2 1 1 0,-1-1-1 15,0 1-3-15,-1-10 3 0,1 17 6 0,-1-9-7 16,3 2-1-16,-4-2 4 0,-1 0-3 0,2-8 2 16,0 15-2-16,0-8-1 0,0-7 15 0,2 13-16 15,0-7 3-15,-2-6-2 0,3 13-2 0,-3-6 1 16,0-7 0-16,0 10 1 0,0-4 10 0,0-6-15 16,1 11 3-16,2-5 2 0,-3-6 0 0,0 12 0 15,1-7-4-15,-1-5-2 0,1 11 17 0,-1-11-11 16,0 10 1-16,0-4-2 0,0-6 1 0,1 13 2 15,-1-13 2-15,0 10-6 0,0-10 4 0,0 13-4 16,2-8 6-16,-2-5 2 0,-2 11-9 0,2-11 3 0,2 12 0 16,0-8 5-16,0 3-10 0,-2-7 2 15,0 13-2-15,1-7 7 0,-1-6-4 0,1 12-9 16,2-5 24-16,-3-7-18 0,0 9 9 0,0-9 8 16,1 11-18-16,0-6 2 0,-1-5-1 0,0 0 3 15,0 13 1-15,2-9-3 0,-2-4 6 0,0 9 10 16,0-9-18-16,0 8 1 0,0-8 2 0,1 9 0 15,-1-9-2-15,-1 9 1 0,1-9-1 0,1 8 5 16,-1-8-4-16,0 9-1 0,0-9-5 0,0 10 6 0,0-10 6 16,1 7 10-16,-1-7-12 0,0 8-5 0,0-8 0 15,0 0 5-15,3 10-2 0,-3-10 7 16,1 5-5-16,-1-5 4 0,0 0-5 0,-1 10 3 16,1-10 7-16,1 6-8 0,-1-6 5 0,0 0-6 0,0 0-2 15,0 0 4-15,-1 9-5 0,1-9 1 0,0 0-6 16,0 0 2-16,3 9 11 0,-3-9-5 0,0 0-3 15,0 0 4-15,0 9-9 0,0-9 8 0,0 0-11 16,2 7 9-16,-2-7 1 0,0 0-3 0,0 0 0 16,0 0 8-16,1 7-5 0,-1-7 1 0,0 0-4 15,0 0 1-15,0 0-2 0,0 0 5 0,0 0-1 16,0 0-2-16,0 0-4 0,0 0 6 0,0 0 0 16,-3 9-1-16,3-9 2 0,0 0 1 0,0 0 1 15,0 0-6-15,0 0-16 0,0 0-6 0,0 0-38 16,0 0-32-16,0 0-41 0,0 0-23 0,0 0-41 15,-14-23-44-15,11 14-64 0,0-1-48 0,-3 0-201 16,2-5-598-16,-1-3 265 0</inkml:trace>
  <inkml:trace contextRef="#ctx0" brushRef="#br0" timeOffset="4993.08">10930 12912 16 0,'0'0'35'15,"-2"-7"-2"-15,2 7-1 0,0 0 4 0,0 0 0 16,-3-8-7-16,3 8 1 0,0 0-1 0,0 0 1 15,-4-6-4-15,4 6-1 0,0 0-3 0,-6-5-3 16,6 5 1-16,0 0 10 0,0 0-5 0,-5-5 2 16,5 5-1-16,0 0-3 0,0 0 0 0,-5-5 6 15,5 5-4-15,0 0-7 0,0 0-4 0,0 0 5 16,0 0-4-16,0 0 0 0,0 0-2 0,0 0-3 0,0 0-6 16,0 0 5-16,0 0-2 0,0 0 0 0,-8-1 4 15,8 1 14-15,0 0-12 0,0 0-3 16,0 0 10-16,0 0-15 0,0 0 6 0,-13-3 8 15,13 3 0-15,0 0-2 0,0 0 8 0,0 0-17 0,-9 0 10 16,9 0 1-16,0 0-10 0,0 0 4 0,-11 0-1 16,11 0-4-16,0 0 6 0,0 0 4 15,0 0-8-15,-12 0 8 0,12 0-2 0,0 0-4 16,0 0 10-16,0 0 3 0,0 0 3 0,0 0-2 0,-10 0 3 16,10 0 6-16,0 0 2 0,0 0-1 0,0 0-7 15,0 0-1-15,0 0 3 0,0 0-6 0,0 0-3 16,0 0 1-16,0 0 2 0,0 0-11 0,0 0 1 15,0 0 7-15,0 0-19 0,0 0 14 0,0 0-3 16,0 0 0-16,0 0-1 0,0 0-1 0,0 0-4 16,0 0 4-16,0 0-8 0,0 0 7 0,0 0 1 15,0 0-1-15,0 0 6 0,0 0-4 0,0 0 1 16,0 0-3-16,0 0 5 0,0 0-4 0,0 0-6 16,0 0 10-16,0 0-10 0,0 0-3 0,0 0 6 15,0 0-2-15,0 0-3 0,0 0 4 0,0 0-7 16,0 0-2-16,0 0 4 0,0 0 2 0,0 0 1 15,0 0-5-15,0 0 4 0,0 0 0 0,0 0 1 16,0 0-5-16,0 0 5 0,0 0-2 0,0 0 1 16,0 0-2-16,0 0 0 0,0 0-5 0,0 0 2 0,0 0 3 15,0 0-2-15,0 0 7 0,0 0-6 16,35-1-2-16,-24 1 4 0,2-2 0 0,-3 2 0 16,4 0 4-16,-1 0-5 0,1 0 2 0,-1-1 0 15,0 2 0-15,1-2-4 0,2-1 7 0,3 2-4 0,-1 0-2 16,-1-3 1-16,2 3 5 0,-1-1-7 0,2-2 3 15,2 3 0-15,-4 0 0 0,2-1-2 0,0 1 2 16,-2-1-5-16,1 0 6 0,4 0 0 16,-3 0-3-16,2 0 3 0,6-1-2 0,-6 0-4 0,-1 2 5 15,0-2-1-15,1 0 0 0,-3 2 0 0,3-2 0 16,0 0-5-16,-1 0 6 0,-2 0-2 16,2 1-2-16,-2-1 2 0,0 0 3 0,1 0 1 15,-3 2-2-15,2-2 1 0,-2 2-2 0,2-1-3 0,-1 0 6 16,1-2 2-16,1 2-4 0,-2 0-2 0,3 0 11 15,0-1 1-15,0 2 1 0,0-1 0 0,-3-2-1 16,2 0 0-16,-4 3-4 0,2 0 0 0,0-2 1 16,0 1-2-16,2-3-2 0,-3 3 3 0,1 1 1 15,1-2-2-15,2 2 3 0,-2-3-2 0,0 3-4 16,1-2 2-16,-3 0 3 0,2 2-4 0,-6 0 0 16,3-2 2-16,4 1-3 0,-6 0 2 0,3 1 1 15,0-1-1-15,2 1-1 0,-1 0 1 0,-1-2-4 16,-2 2 3-16,-1-1-3 0,-1 1 2 0,0 0-1 15,1-1-1-15,-1 1 1 0,3-1 3 0,-3 1-2 16,4 0-7-16,0 1 7 0,1 0-3 0,-7-1 3 16,3 0-1-16,1 1-4 0,-5 1 4 0,3-2-2 15,0 0 0-15,1 2 1 0,-1-2-2 0,1 0 3 16,-3 0 3-16,2 1-9 0,1-1 6 0,-1 0 1 16,1 2-1-16,1-4 0 0,-2 4 0 0,4-2 4 15,3 0 3-15,-3-2-4 0,-4 2 0 0,2 0-1 16,-1 0 0-16,-1 0-1 0,3 0 3 0,-1 0-1 15,-3 0 2-15,1-1-6 0,1 1 2 0,-1-1 3 16,-4 1-1-16,5 0-6 0,-3 0 7 0,2 0-2 16,1-3 3-16,-1 2-3 0,1 0 3 0,-1 1-2 15,1-1-3-15,-1-1 1 0,-2 2 0 0,3-1-2 16,-1 1 4-16,1 0-4 0,-1-2 4 0,1 2-5 16,-3 0 5-16,2-2-3 0,1 1-1 0,-1 2 3 15,5-2 3-15,-5 1-4 0,2-1 3 0,-5 1-2 16,7-2-1-16,-7 2-1 0,3 0 2 0,-1 0-4 0,-1 0 3 15,3 0-1-15,-5 0 1 0,2 0 2 16,-1 0 1-16,-2 0-3 0,5 0 5 0,-3 0-7 16,-1 0 1-16,1-1 3 0,-3 0 1 0,-7 1 1 15,16 0 2-15,-9-2-1 0,-7 2 0 0,14-2 3 0,-8 2-2 16,-6 0-3-16,15 0 4 0,-7-1 1 0,-8 1 3 16,11-1-4-16,-11 1 5 0,13-3-6 0,-5 3 4 15,0 0-7-15,3-2 1 0,-11 2 0 16,14-1 2-16,-14 1-2 0,11-3 1 0,-4 2-4 0,-7 1 0 15,13-1 5-15,-8 0-3 0,-5 1 0 16,13-3-1-16,-4 2-1 0,-2-2 4 0,2 3-4 0,-1-2 1 16,-8 2-1-16,14-1 0 0,-9 1-1 0,4-2 3 15,-9 2-3-15,14-1-2 0,-6 0-1 16,-8 1 2-16,13-3 0 0,-7 3-4 0,-6 0 4 0,15-3 3 16,-8 3-5-16,-7 0 2 0,16-1-2 15,-16 1 0-15,13 0-4 0,-4-1 12 0,-2 0-7 16,-7 1-4-16,15-1 1 0,-8-1 2 0,-7 2 0 15,9-1-3-15,-9 1 2 0,11-1 1 0,-11 1 0 0,9 0-2 16,-9 0 4-16,12-1 0 0,-12 1-4 0,11-1 2 16,-11 1 2-16,12 0 0 0,-12 0-1 0,12 0-1 15,-5-1-4-15,-7 1 7 0,12-1-3 16,-12 1 1-16,13 0-2 0,-13 0 3 0,9-2-1 0,-9 2 1 16,14 0 3-16,-8-1-3 0,-6 1-4 0,13 0 4 15,-13 0 0-15,10 0 0 0,-10 0-3 0,0 0-2 16,11-1 2-16,-11 1 4 0,0 0-3 0,10 0 7 15,-10 0-9-15,0 0 0 0,10 1-2 0,-10-1 3 16,0 0 2-16,0 0-1 0,9-1 5 0,-9 1-8 16,0 0 3-16,7 1-3 0,-7-1 5 0,0 0 0 15,9 1-1-15,-9-1-4 0,0 0 2 0,0 0 2 16,9 2 0-16,-9-2 0 0,0 0-5 0,0 0 2 16,9 2 2-16,-9-2-2 0,0 0 1 0,8 0 3 15,-8 0-2-15,0 0 2 0,10 0 4 0,-10 0-1 16,0 0 0-16,7 2 5 0,-7-2 9 0,0 0-13 15,0 0 2-15,0 0-3 0,0 0-2 0,8 1 11 16,-8-1-9-16,0 0 0 0,0 0-7 0,0 0 3 16,0 0 3-16,0 0-1 0,0 0-1 0,0 0 2 15,0 0-3-15,0 0-3 0,0 0 2 0,0 0 3 16,0 0-3-16,0 0 3 0,0 0-2 0,0 0-2 0,0 0-11 16,0 0-9-16,0 0-17 0,0 0-29 0,0 0-40 15,0 0-54-15,0 0-61 0,0 0-61 16,-33 0-181-16,17-1-500 0,-6-2 222 0</inkml:trace>
  <inkml:trace contextRef="#ctx0" brushRef="#br0" timeOffset="11314.66">13978 12695 19 0,'0'0'65'0,"0"0"-12"15,0 0-10-15,0 0 8 0,0 0-5 0,0 0-3 16,0 0-5-16,0 0 1 0,0 0 3 0,0 0-1 16,0 0-6-16,0 0 13 0,0 0-4 0,0 0-9 15,0 0 4-15,0 0 0 0,0 0-3 0,0 0 3 16,0 0-4-16,0 0-1 0,0 0 0 0,0 0-6 15,0 0 6-15,0 0-3 0,0 0-2 0,0 0 4 16,0 0-4-16,0 0 6 0,0 0-5 0,0 0 0 16,0 0-1-16,0 0-1 0,0 0 2 0,0 0 0 15,0 0-3-15,0 0 9 0,0 0-5 0,0 0-14 16,0 0 2-16,0 0 2 0,0 0-2 0,0 0-8 16,0 0-1-16,0 0-2 0,0 0-1 0,0 0 0 15,0 0-1-15,0 0 1 0,0 0 7 0,0 0 2 16,0 0-1-16,0 0 4 0,2 17 10 0,-2-17 2 15,0 0-5-15,4 13 3 0,-2-8-2 0,-2-5-3 16,1 11-2-16,0-4 4 0,0 1 0 0,1-1-1 16,-2-7 4-16,2 18-9 0,0-10 4 0,-2 1 7 15,0 0-3-15,3 1-3 0,-1-1-1 0,-1 1 4 16,-1-2-3-16,0 3 6 0,0 0-6 0,0-1 8 16,-1 0-9-16,2-1 1 0,-2 4-4 0,-1-5 2 15,2 3-2-15,-3-2-4 0,3 2 1 0,-2-3 0 16,0 3 0-16,2-1 4 0,-2 1 1 0,2 0-4 15,-1 0 4-15,0 2 8 0,0-2-3 0,-1 0-2 16,2 0-2-16,-2-1-1 0,2 1-6 0,-2-3 3 16,2 2-6-16,-2-1 5 0,2-1-6 0,-2 1 1 15,2-9-1-15,-2 16 1 0,1-9 0 0,1 0 0 16,0-7-4-16,0 13-5 0,0-7 0 0,0-6 3 16,0 11-3-16,-2-5 1 0,2-6 6 0,-2 13 1 15,4-7-1-15,-2-6-4 0,-2 13 3 0,4-7 0 16,-2-6-2-16,2 13 17 0,-2-5-1 0,0-1 5 15,1 0-7-15,0 0-3 0,0 2 0 0,1-2 1 16,-2 1 6-16,0 0-1 0,0-8-4 0,2 14 3 16,-2-7-7-16,2 0 1 0,-2 1 0 0,0-8-1 0,0 16-2 15,0-16 0-15,0 12-3 0,0-7 3 16,0-5-2-16,2 14-1 0,-2-14-3 0,0 11-1 16,0-5-2-16,2 0 2 0,-2-6 2 0,1 11-2 15,1-5 2-15,-2-6-2 0,0 12 1 0,2-6-1 16,-2-6-2-16,0 11 5 0,0-11-8 0,0 9 8 0,2-2-6 15,-2-7 2-15,2 10 1 0,-2-4 1 0,0-6-2 16,0 10-1-16,0-10 0 0,3 10 0 16,-3-10 6-16,0 12 3 0,0-12 6 0,2 9-5 15,-2-9-4-15,-2 12-1 0,2-6 3 0,0-6 1 0,2 11 0 16,-1-6 0-16,-1-5-3 0,1 12-6 16,0-6 2-16,-1-6 4 0,-1 11-6 0,1-11 2 15,0 8-5-15,0-8 5 0,1 10 3 0,-1-10-3 16,0 10 3-16,0-10-5 0,0 8 0 0,0-8 1 15,0 8-2-15,0-8 0 0,0 11-1 0,0-11-1 0,2 8 5 16,-2-8-7-16,0 10 0 0,0-10 2 0,0 9 3 16,0-9-5-16,0 11 1 0,0-11 0 0,0 7 0 15,0-7 0-15,0 9 0 0,0-9 1 16,0 10 7-16,0-10-3 0,-2 9-5 0,2-9 0 0,2 9 5 16,-2-9-5-16,0 11 1 0,0-11 2 0,4 11 6 15,-6-5-2-15,2-6-2 0,-2 13 6 0,2-13-3 16,0 12-2-16,0-12 3 0,2 11-7 0,-2-6 3 15,0-5 0-15,2 13-2 0,-2-7 3 0,0-6-3 16,-2 11-1-16,4-3 4 0,-2-8-1 0,-2 10 1 16,2-10 4-16,2 13-4 0,-4-6 1 0,2-7-2 15,0 11 7-15,0-11-6 0,0 12 2 0,2-7-1 16,-2-5-3-16,0 10 3 0,0-3 0 0,0-7-5 16,0 13 0-16,0-13 0 0,-2 8 3 15,2-8 0-15,0 10-5 0,0-10 0 0,0 10-3 0,0-10 10 16,0 0-5-16,0 12-3 0,0-12 0 0,0 7 4 15,0-7-5-15,0 8 1 0,0-8 2 0,0 9 2 16,0-9 3-16,2 8 1 0,-2-8-5 0,0 8 0 16,0-8-1-16,2 9 6 0,-2-9-6 0,0 10 5 15,0-10-7-15,0 7 3 0,0-7-2 0,2 7 0 16,-2-7 0-16,0 0 0 0,0 10 3 0,0-10-1 16,0 0-1-16,1 10 3 0,-1-10-4 0,0 0 8 15,0 0-3-15,-1 10-13 0,1-10 7 0,0 0 9 16,1 8-2-16,-1-8 8 0,0 0-11 0,0 8 11 15,0-8-6-15,0 0-8 0,0 8-2 0,0-8 8 16,0 0-5-16,0 0 7 0,-1 9 1 0,1-9 1 16,0 0-3-16,0 0-3 0,1 8-4 0,-1-8-3 15,0 0-3-15,0 0 1 0,0 9 3 0,0-9 9 16,0 0-9-16,0 0 4 0,0 9 0 0,0-9-1 16,0 0 6-16,0 7-6 0,0-7-3 0,0 0-3 15,4 7 2-15,-4-7 3 0,0 0-1 0,0 7-1 16,0-7 5-16,0 0-6 0,0 0 17 0,0 0-14 15,0 8-4-15,0-8 9 0,0 0-3 0,0 0 0 16,0 0-6-16,0 0-3 0,0 0-1 0,0 0-23 16,0 0-25-16,0 0-37 0,0 0-43 0,0 0-55 15,0 0-67-15,0 0-71 0,0 0-250 0,-4-29-623 16,4 29 277-16</inkml:trace>
  <inkml:trace contextRef="#ctx0" brushRef="#br0" timeOffset="12479.25">14070 14018 11 0,'0'0'98'15,"0"0"-14"-15,0 0-10 0,0 0 2 0,0 0-5 16,0 0 3-16,0 0-10 0,0 0-7 0,0 0 2 16,0 0-6-16,0 0 1 0,0 0-9 0,0 0 9 15,0 0 0-15,0 0-5 0,0-9 0 0,0 9-16 16,0 0-1-16,0 0-3 0,-4-5-6 0,4 5-2 16,0 0 0-16,0 0 7 0,0 0 2 0,-10-5-6 15,10 5-5-15,0 0 1 0,0 0 2 0,0 0-5 16,-2-4 0-16,2 4-1 0,0 0 3 0,0 0-3 15,0 0 1-15,0 0-2 0,0 0-1 0,0 0-1 16,0 0-2-16,0 0 6 0,-4-6 1 0,4 6 1 16,0 0-7-16,0 0-1 0,0 0 0 0,0 0 4 15,0 0-2-15,-7-5 11 0,7 5-6 0,0 0-1 16,0 0-3-16,0 0 3 0,0 0 2 0,0 0 1 16,0 0 3-16,0 0 4 0,0 0 2 0,0 0-1 15,-4-5-2-15,4 5 3 0,0 0 5 0,0 0 1 16,0 0 1-16,0 0-7 0,0 0 6 0,0 0 0 15,0 0-4-15,-5-6 0 0,5 6-2 0,0 0 1 16,0 0 6-16,0 0-7 0,0 0-1 0,0 0-2 16,-7-4 0-16,7 4 1 0,0 0-1 0,0 0-3 0,0 0-2 15,0 0 0-15,0 0-2 0,0 0-5 0,0 0 2 16,0 0-2-16,0 0-2 0,0 0-3 16,0 0 0-16,0 0-3 0,0 0-1 0,0 0 0 15,0 0-2-15,0 0 0 0,0 0 0 0,0 0 2 16,0 0-2-16,0 0 0 0,0 0 0 0,0 0-3 15,0 0 1-15,0 0 2 0,0 0-1 0,0 0 0 0,0 0 4 16,0 0-1-16,0 0-7 0,0 0 0 16,0 0-4-16,0 0-7 0,0 0-4 0,0 0-3 15,0 0-2-15,0 0-17 0,0 0-14 0,0 0-10 0,-13 10-12 16,13-10 3-16,0 0-7 0,-1 6-11 0,1-6-15 16,0 0-13-16,0 9-20 0,0-9-26 15,0 0-95-15,0 0-280 0,0 0 124 0</inkml:trace>
  <inkml:trace contextRef="#ctx0" brushRef="#br0" timeOffset="14321.78">14039 13971 41 0,'0'0'88'0,"0"0"3"16,0 0 1-16,0 0-17 0,0 0-6 0,-12 0 3 15,12 0-16-15,0 0 1 0,0 0-7 0,0 0 0 16,0 0 2-16,0 0 7 0,0 0-6 0,0 0 4 15,0 0-4-15,0 0-1 0,0 0-7 0,0 0-3 16,0 0-3-16,0 0 1 0,0 0-7 0,0 0-4 16,0 0 2-16,0 0 5 0,0 0-9 0,0 0 7 15,0 0-2-15,0 0-1 0,0 0 0 0,0 0 7 16,0 0-8-16,0 0 4 0,0 0 5 0,0 0-2 16,0 0-2-16,0 0 2 0,0 0-1 0,0 0 0 15,0 0 0-15,0 0-2 0,0 0 5 0,0 0-3 16,0 0 0-16,0 0-1 0,0 0-1 0,0 0-1 15,0 0-3-15,0 0-2 0,0 0-6 0,0 0 0 0,0 0-5 16,0 0-3-16,0 0 3 0,0 0-3 0,0 0 0 16,0 0-1-16,0 0-4 0,0 0 1 0,0 0 1 15,0 0 0-15,0 0 0 0,0 0 1 16,0 0 2-16,0 0-3 0,0 0 2 0,0 0-1 16,0 0 4-16,0 0 2 0,0 0 4 0,0 0 2 0,0 0 1 15,0 0 0-15,27 0 2 0,-27 0-4 0,12 0 2 16,-12 0 0-16,12 1 2 0,-12-1-5 15,14 0 2-15,-7 0-4 0,0 0 0 0,-7 0-2 16,23-1 0-16,-13 1-3 0,-1-2-1 0,1 2 1 16,3-1-2-16,5-1 4 0,-7 1-8 0,0-1 1 0,0 1 6 15,3 1-3-15,-1 0 1 0,-1 0-4 0,1 0 1 16,5-2 2-16,0 1 3 0,-2-1-6 0,0 0 3 16,-3 1-3-16,1-1-1 0,-1 0 0 15,2 0 0-15,-1 1 1 0,0 1-3 0,4-3-1 16,-5 3 0-16,1-1-2 0,3-1 3 0,1 2-4 0,-6-1 2 15,2 1 4-15,-2-1-3 0,2 1-2 0,-1-2-1 16,1 2 1-16,-3 0 2 0,2 0-1 16,1-1-2-16,-2 1 3 0,2 0 0 0,-3-2-5 0,1 2 5 15,0 0-1-15,1 0 2 0,-1 0 0 16,1-2-1-16,-2 4 4 0,0-4-3 0,1 1-3 0,-2 1 0 16,2-1 2-16,-3 1 0 0,0 0 0 0,1 0 2 15,-1 0-1-15,1 1 4 0,0-1 0 0,2-1 0 16,-1 1 3-16,1 0-6 0,-2 0 3 0,0 0-2 15,4 0-1-15,-3 0-1 0,0 0 3 16,1-3-1-16,-1 3-1 0,0 0 3 0,0 3-3 0,0-6-1 16,-1 6-2-16,1-3 11 0,0-3-13 0,1 2 3 15,-6 2 5-15,8-1-5 0,-5-1 2 0,1 1-7 16,2 1 3-16,-2-3 3 0,0 3 0 0,-1-1 3 16,3 1 1-16,-1-2-2 0,1 1 3 15,-1 0 1-15,2-2 0 0,0 0-4 0,-4 3 0 0,2-1 1 16,1 1-2-16,-2-1-2 0,-2 1 2 0,3-2 4 15,0 1 0-15,1 0-4 0,-2 0 4 16,2-1-3-16,-1 1-1 0,1-1 6 0,-2 1-3 0,2 0-3 16,1-1 4-16,1 1-4 0,-3 0-1 15,1-2-3-15,0 2 2 0,-2-1-1 0,2 0 1 0,1-1 0 16,-3 2-3-16,-1 0 0 0,2-1 2 0,1 1 1 16,-2-2-1-16,0 1-3 0,1 1 2 0,0 0-1 15,1 1 1-15,-2-2 3 0,1 1 1 0,1 0-2 16,-6-2 0-16,6 2-1 0,-3-1-1 0,-9 1 3 15,16-3-4-15,-7 3 6 0,0-1-4 0,1 1 1 16,-1-2 1-16,-9 2-3 0,17-1 6 0,-9 0-4 16,-8 1-2-16,17 0-1 0,-7 0 3 0,2 0-1 15,-4-2 1-15,1 2 0 0,4 0 1 0,-3 0-1 16,-5 0 6-16,9 0-6 0,-4 0-2 0,2 0 5 16,-2 0-3-16,0 0 1 0,-10 0-2 0,14 0 5 15,-2 0-6-15,-2-2 8 0,1 2-4 0,-2-1 5 16,2 2-7-16,-11-1-1 0,24-1-4 0,-16 2 4 15,-8-1 6-15,15 0 1 0,-5 0 1 0,-10 0 0 16,21 0 2-16,-11-1 1 0,-10 1-5 0,18 0 1 16,-18 0-5-16,18 0 1 0,-7 0 4 0,-1-1-2 15,-10 1 2-15,21-3-6 0,-10 2 1 0,-2-1 3 16,-9 2 0-16,19 1-3 0,-19-1 3 0,15-1-2 16,-15 1 2-16,13-2-4 0,-13 2 4 0,13 0 12 15,-13 0-10-15,14 0 2 0,-14 0-6 0,14 0 3 16,-6-1 1-16,-8 1-2 0,14-2 5 0,-6 2-11 15,-8 0 2-15,0 0-1 0,15-2 6 0,-15 2 2 16,10-2-3-16,-10 2 1 0,12-2-2 0,-12 2-1 16,14-1-5-16,-14 1 5 0,13-3-2 15,-13 3-2-15,15-4-1 0,-11 4-1 0,-4 0 2 0,15-3-5 16,-15 3 21-16,15-1-33 0,-8-1 17 0,-1 1 11 16,-6 1-17-16,16 1 0 0,-16-1-1 0,14-1 5 15,-8 1 1-15,-6 0-6 0,13-2 13 0,-13 2-23 16,11-1 11-16,-11 1 5 0,14 0-4 0,-9-1 4 15,-5 1-8-15,12 0 7 0,-12 0-1 0,0 0 9 16,10-1-9-16,-10 1-1 0,12 0 0 0,-12 0-5 16,7-2-1-16,-7 2 0 0,11-1 5 0,-11 1 2 15,11 0 4-15,-11 0-4 0,9 0-7 0,-9 0 6 16,10 0 3-16,-10 0-6 0,10-1 3 0,-10 1 3 16,10-1 11-16,-10 1-20 0,7-2 2 0,-7 2 0 15,0 0 1-15,0 0-2 0,13 0 2 0,-13 0 19 16,0 0-17-16,0 0 4 0,8 3 3 0,-8-3-7 15,0 0 6-15,0 0-3 0,0 0-1 0,0 0-1 16,0 0 14-16,10-1-19 0,-10 1 1 0,0 0 10 16,0 0-10-16,0 0 7 0,10 0-5 0,-10 0 8 15,0 0-9-15,0 0 7 0,0 0 3 0,0 0-7 16,0 0-19-16,0 0 27 0,9 0-2 0,-9 0-1 16,0 0 1-16,0 0-1 0,0 0 2 0,0 0-3 15,0 0-2-15,0 0 5 0,0 0 2 0,0 0-4 16,0 0 0-16,0 0 4 0,0 0-8 0,0 0 0 15,0 0 9-15,0 0-1 0,0 0-2 0,0 0-4 16,0 0 3-16,0 0 0 0,0 0 0 0,6-3-11 16,-6 3-32-16,0 0-15 0,0 0-34 0,0 0-33 15,0 0-41-15,0 0-46 0,0 0-45 0,-33-4-53 16,23 4-264-16,10 0-613 0,-24-4 272 0</inkml:trace>
  <inkml:trace contextRef="#ctx0" brushRef="#br0" timeOffset="17032.77">14919 13258 4 0,'0'0'168'0,"-3"-6"-10"15,3 6-4-15,-2-7-7 0,2 7-8 0,-3-8-13 16,3 8 2-16,0 0-5 0,-4-7-11 0,4 7-3 16,0 0-4-16,0 0-2 0,-1-8-9 15,1 8-2-15,0 0-5 0,0 0-5 0,0 0-9 0,0 0-4 16,0 0-5-16,0 0-4 0,-5-5-6 0,5 5-5 16,0 0-4-16,0 0-11 0,0 0-6 0,0 0-2 15,0 0-2-15,0 0-2 0,0 0-3 0,0 0 2 16,0 26-6-16,0-17 1 0,2 3 1 15,-2 3 3-15,0 2 19 0,0 1-2 0,-2 0-5 0,4 0 0 16,-6 0-6-16,3 1 0 0,1-2-1 0,0 1-5 16,-1-1-2-16,0-1-2 0,-2-3 3 15,4 4-4-15,-1-5 0 0,-1 2 0 0,2-4-3 0,-2 0-3 16,1 0 1-16,1-1 0 0,-2 1-2 0,2-1 1 16,-1-1-2-16,0-8 1 0,0 12-2 0,0-6 1 15,0-6-1-15,0 12 1 0,0-12-3 0,2 10-7 16,-2-10-16-16,0 0-10 0,0 9-14 0,0-9-16 15,0 0-11-15,0 0-17 0,-3 8-30 0,3-8-43 16,0 0-26-16,0 0-29 0,0 0-125 0,0 0-368 16,0 0 163-16</inkml:trace>
  <inkml:trace contextRef="#ctx0" brushRef="#br0" timeOffset="17317.86">14930 13212 22 0,'7'-5'139'0,"3"2"-10"15,-1 0-6-15,-2 2-3 0,2 1 0 0,-9 0-4 16,19 4-12-16,-11 1-6 0,-1 0-9 0,-2 0-4 16,0 3-2-16,0 1 3 0,-3 2 2 0,0 0-5 15,-2 0-5-15,-3 2-3 0,-3-1-7 0,3-1-4 16,-4-1 9-16,0 1-8 0,1-1-5 0,-6 2-5 15,5-2-4-15,-3-2 0 0,3-1-6 0,-2-1-3 16,-2 0-4-16,2-1-4 0,3 0-1 0,0-2-9 16,0 0-17-16,-1-1-18 0,7-2-34 0,-9 5-39 15,9-5-30-15,-10 3-37 0,4-3-33 16,6 0-110-16,-11 3-317 0,11-3 140 0</inkml:trace>
  <inkml:trace contextRef="#ctx0" brushRef="#br0" timeOffset="17484.84">15076 13441 91 0,'10'-1'134'0,"2"0"-5"0,-2-1-16 16,1 2-30-16,2-1-31 0,1 1-38 0,-1-2-36 15,1 2-77-15,-3-1-108 0,0 0 48 0</inkml:trace>
  <inkml:trace contextRef="#ctx0" brushRef="#br0" timeOffset="17754.2">15378 13209 53 0,'0'0'259'0,"1"-9"-9"0,-1 9-14 16,0-8-14-16,0 8-15 0,0 0-21 0,0 0-22 15,0 0-19-15,0-9-18 0,0 9-8 0,0 0-4 16,0 0-3-16,9 20-7 0,-9-9-9 0,2-1-8 0,-1 6-10 16,1 2-5-16,-2-1-2 0,0-1-4 15,0 4-3-15,0-4-10 0,0 1-4 16,0 1-4-16,2-3-2 0,-2 0-9 0,0 1-1 0,-2-6-3 16,0 4-3-16,1-3-5 0,0 0-16 0,-2-2-26 15,3-1-25-15,-1-2-23 0,1-6-30 0,-4 14-33 16,2-10-34-16,2-4-29 0,0 9-21 0,0-9-164 15,0 0-408-15,0 0 182 0</inkml:trace>
  <inkml:trace contextRef="#ctx0" brushRef="#br0" timeOffset="18233.59">15301 13348 33 0,'0'0'134'16,"0"0"-3"-16,0 0-7 0,0 0-8 0,13-9-7 15,-6 7-5-15,5 1-2 0,1-1-6 0,0 1-4 16,4 2-1-16,0-1-3 0,2-1-3 0,0 2-5 16,-6-1 4-16,4-1-6 0,-7 1-6 0,4 1-2 15,-5-1-6-15,-2 2-9 0,-7-2-3 0,13 1-10 16,-13-1 1-16,9 4 3 0,-5-2 2 0,-4-2 1 16,8 6-6-16,-7-2-5 0,-1-4 3 0,7 9 1 0,-3-4 1 15,-1 0 1-15,-3-5-4 0,6 10-3 16,-3-5-2-16,-1 0-3 0,-2-5-4 0,9 9 0 15,-5-6-2-15,1 1 0 0,0-1-1 0,3 0-4 16,-8-3 0-16,14 0-1 0,-7-1-1 0,-7 1-4 0,20-2 3 16,-11-2 0-16,-3 1 0 0,5 0 5 0,-1-2 2 15,-4 1 4-15,-1-1-4 0,1 0-2 16,-3 0-1-16,5-4 0 0,-6 4-3 0,1 0 1 16,1-2 0-16,-4 7 4 0,4-10 2 0,-4 10-1 15,4-8 3-15,-4 8-7 0,0 0-6 0,3-8-6 0,-3 8 1 16,0 0-2-16,0 0-4 0,0 0 8 15,0 0-7-15,0 0 0 0,0 0 0 0,4 25-1 16,-4-16 2-16,-1 1 0 0,0 3-4 0,-1-3 6 16,1 2-5-16,0 1 3 0,0-2-1 0,-1 0-1 15,1 1-1-15,-2-1 3 0,2 0-1 0,2-1 1 0,-2 0-2 16,0-1-2-16,-2 1-18 0,2-3-20 16,1 1-18-16,0-8-27 0,-3 13-43 0,2-6-42 0,1-7-39 15,0 7-32-15,0-7-154 0,-2 8-423 16,2-8 188-16</inkml:trace>
  <inkml:trace contextRef="#ctx0" brushRef="#br0" timeOffset="18504.96">15862 13199 94 0,'2'-5'260'0,"-2"5"-20"0,2-8-26 15,-2 8-26-15,0 0-16 0,0 0 1 0,0 0-1 0,0 0-15 16,9 21-2-16,-7-6-2 0,-2 10-3 16,1 0-7-16,-2-4-13 0,-1 4-7 0,-1 1-9 15,-1-2 3-15,2-3-27 0,-1-2-7 0,0 1-7 0,1-1-11 16,-1 0-1-16,-1-2-7 0,3 1-4 0,-3-1-8 16,1-2-7-16,1-3-19 0,1 0-23 15,-1-1-27-15,0-3-24 0,2-1-25 0,-1 0-33 0,0 3-46 16,1-10-36-16,0 11-44 0,-3-7-173 0,3-4-446 15,-8 6 197-15</inkml:trace>
  <inkml:trace contextRef="#ctx0" brushRef="#br0" timeOffset="18961.43">15921 13312 30 0,'6'-3'201'0,"0"1"-15"0,-6 2-18 0,13-2-1 15,-13 2-10-15,9 4-16 0,-5 1-10 0,-4-5-10 16,3 11-9-16,-2-3-7 0,-1 2-9 0,-4-2-8 16,1 3-9-16,-2-1-7 0,0 0-9 0,-4 0-6 15,3-1-3-15,-2 1-7 0,2-3-7 0,-1 1-4 16,0-1-8-16,2-3-9 0,2 2-7 16,3-6-3-16,-8 4-3 0,8-4 1 0,-2 7-2 0,2-7-1 15,0 0-2-15,-4 4 4 0,4-4-6 0,0 0 3 16,0 0-1-16,0 0 1 0,27 0 1 0,-17-2-4 15,-1 0 5-15,9-2-5 0,0-1 1 0,2-1 1 16,7-1 1-16,-8 2 0 0,8-4-2 0,-6 4 1 16,-4-3 2-16,0 1-3 0,1 0 2 0,-4 0 3 15,1-2-4-15,-4 2-1 0,-2-2-1 0,1 0 5 16,-3 2 0-16,1-2 10 0,-3 1 8 0,-1 1 2 16,2-3 3-16,-4 5 0 0,-1-3 2 0,-1 8 1 15,2-10 5-15,0 3-1 0,-2 7-7 0,0 0-2 16,-4-10-4-16,4 10 0 0,-11 0-2 0,11 0 1 15,0 0 7-15,-20 8-1 0,11-2-2 0,3 2-1 16,-2 2 1-16,0 1 0 0,1 0-1 0,2-1 0 16,1 1-4-16,1 3 0 0,1-4-3 0,1 4-3 15,2-2-1-15,1-2-6 0,4 1-17 0,2 0-40 16,0 0-38-16,5-3-44 0,5 1-67 0,0-2-220 16,3-2-453-16,8-2 201 0</inkml:trace>
  <inkml:trace contextRef="#ctx0" brushRef="#br0" timeOffset="19748.68">16953 13282 49 0,'0'0'188'15,"-14"4"-14"-15,8-2-4 0,-1 0 5 0,-4 6 0 16,-5 2-14-16,5 1-14 0,0 2-12 0,0 2-12 0,0-2-6 15,2 0-8-15,-1 1-16 0,3 0-3 0,0 2-8 16,3-5-8-16,0 1-6 0,3-1-2 16,2 1-11-16,0 0-4 0,2-4-5 0,1 2-2 15,1-2-7-15,2 0-2 0,2-1-3 0,2-2-4 0,2-2-8 16,-1 1-10-16,3-2-6 0,-3-1-2 0,1-2-8 16,-1 1 0-16,0-2-3 0,1 0-3 15,-3-2 3-15,-2 0-5 0,4-2-1 0,-4 1 4 16,-1-3 0-16,-1 0-1 0,-1-1 5 0,1 2-1 0,-2-2 3 15,0-2-3-15,-3 3 0 0,2 1 4 0,-3 0 13 16,0 7 8-16,1-11 5 0,-1 11-2 0,1-8-3 16,-1 8-5-16,0 0-2 0,2-9-5 0,-2 9-1 15,0 0 1-15,0 0 1 0,0 0-3 16,0 0 1-16,0 0 0 0,-7 27 2 0,9-19-1 0,0 2 1 16,1-1-1-16,-1 0 4 0,3-1-5 0,2 1 2 15,-3-3 0-15,5 0 1 0,0-1 1 0,2 1-4 16,1-3 6-16,-1-2 4 0,3-1 5 0,-2 0 0 15,2-1 1-15,-3-3 9 0,1-1-3 0,-1 1-3 16,-2-2-4-16,-1-1 2 0,-1-1 4 0,0 2 3 16,-5-1-3-16,0 0-2 0,-2-3-1 0,-2 0-6 15,-2 0 0-15,-4 1-4 0,0-1 1 0,-2 0-2 16,-1 2-3-16,-3-1-1 0,3 3-7 0,0 0-11 16,-1 4-13-16,-1 1-13 0,0 1-15 0,2 3-14 15,-3 0-23-15,4 1-32 0,1-1-37 0,-2 4-17 16,6-2-22-16,-1 2-153 0,1-1-378 0,2-1 168 15</inkml:trace>
  <inkml:trace contextRef="#ctx0" brushRef="#br0" timeOffset="19998.64">17306 13181 261 0,'3'-6'262'0,"-1"0"-3"0,-2 6-17 0,3-10-20 16,-3 10-24-16,2-6-23 0,-2 6-21 0,0 0-9 16,0 0-5-16,10 15 3 0,-7-3-5 0,2 3-11 15,-1 4-11-15,-2 0-8 0,2 6-12 0,-2-4-5 16,0 3-9-16,-1 2-8 0,-1-6-9 0,3 4-4 16,-3-5-6-16,1 0-12 0,-1 0-39 0,0-2-28 15,0-1-32-15,0 0-35 0,-1-1-52 0,1-4-57 16,-1 0-61-16,-1-4-154 0,1 0-449 15,1-7 199-15</inkml:trace>
  <inkml:trace contextRef="#ctx0" brushRef="#br0" timeOffset="20208.34">17517 13197 248 0,'2'-5'262'16,"-2"5"-29"-16,2-7-25 0,-2 7-11 0,0 0 6 15,0 0-17-15,0 0-16 0,13 23-9 0,-7-8-9 16,-1 1-13-16,0 3-12 0,0-1-13 0,-2 1-14 16,2 7-3-16,-3-7-13 0,1 1-22 0,-2-1-35 15,2-2-30-15,-3 2-33 0,-3-1-42 0,2-1-41 16,0-1-21-16,2-2-35 0,0-2-30 0,-1-2-131 16,3 2-364-16,-1-2 161 0</inkml:trace>
  <inkml:trace contextRef="#ctx0" brushRef="#br0" timeOffset="20453.95">17638 13557 69 0,'14'-4'84'15,"-7"1"13"-15,0 0-1 0,-2-1 22 0,4-2 6 16,0-1 6-16,3 0-1 0,-2-2-3 0,4-1-1 16,-4 1 2-16,1-1-9 0,5-3-4 0,-4 0-3 15,2 3-1-15,-3-3 5 0,-2 3-5 0,0-1 3 16,-1-3-9-16,-1 0-8 0,-3 3-7 16,-1 0-2-16,0-1-3 0,-3 2 0 0,1-1-3 0,-1 4 0 15,0 7-9-15,-3-13-9 0,-1 8-4 0,4 5-8 16,-11-6-8-16,6 5-1 0,5 1-10 0,-19 5-2 15,7 1-2-15,-2 5-2 0,1 0-2 0,2 3-4 16,0-1 6-16,0 3-10 0,2-1-2 0,3 1-2 16,1 0-1-16,3 0 0 0,4 0-1 0,-1-5-8 15,4 2-23-15,0-3-28 0,5-1-33 0,-1 1-53 16,5-1-43-16,4-4-51 0,2 1-208 0,-3-4-474 16,5-2 211-16</inkml:trace>
  <inkml:trace contextRef="#ctx0" brushRef="#br0" timeOffset="20677.64">18109 13281 29 0,'-3'-8'275'0,"3"8"-14"16,-5-7-15-16,5 7-24 0,-7-3-11 0,7 3-11 16,0 0-14-16,-20 16-12 0,11-8-11 0,-2 6-16 15,0 0-9-15,-1 2-10 0,3 0-15 0,2 0-8 16,3 0-11-16,2 1-10 0,0-2-6 0,1 1-12 15,4-4-4-15,-1-1-3 0,5 0-12 0,2 0-19 0,1-3-30 16,4 1-21-16,3-4-42 0,-2 1-36 16,4-4-43-16,4 0-49 0,-2-4-41 0,-1 1-159 15,-3-2-425-15,-1-3 188 0</inkml:trace>
  <inkml:trace contextRef="#ctx0" brushRef="#br0" timeOffset="20908.59">18372 13098 190 0,'0'-11'299'16,"1"6"-12"-16,-1 5-17 0,0-10-26 0,0 10-24 15,0 0-27-15,0 0-17 0,0 0 1 0,0 0 4 0,8 20-1 16,-6-4-18-16,-2 9-7 0,3 0-2 16,-6 3-6-16,3 0-3 0,0-2-11 0,-1-2-19 15,0 2-11-15,-1-1-11 0,1-6-4 0,-1 2-12 16,0-1-8-16,1-1-5 0,-3-2-29 0,3 2-16 0,0-4-41 15,-2-2-34-15,1 0-51 0,-1-2-49 0,-1-1-49 16,2-1-55-16,-1-2-266 0,-1-3-568 16,4-4 251-16</inkml:trace>
  <inkml:trace contextRef="#ctx0" brushRef="#br0" timeOffset="21271.84">18289 13295 89 0,'0'0'186'0,"0"0"-14"16,2-8-8-16,-2 8-1 0,11-2-12 0,0-1-12 0,1 3-15 16,0 0-10-16,10-1-8 0,-2 1-8 0,3 1-9 15,-3 0-8-15,1 1-6 0,-3-2-9 16,-5 2-5-16,-1 0-8 0,-2 0-5 0,-3 1-5 16,-1-1-3-16,0 3 7 0,-2 1 11 0,1 0 6 15,-1 0-5-15,-1 2-6 0,-3-1-5 0,2 2 1 0,0-1-6 16,-3 1-5-16,2 0 0 0,-1 1-4 15,2-3-3-15,-1 1-4 0,-1-8 0 0,2 11 2 0,1-5-2 16,0 0-2-16,1-2 1 0,2 1 1 16,0-3 3-16,1 0-2 0,-1 1 3 0,2-2 0 15,2 1 2-15,-1-4 0 0,1 0 1 0,0 0 9 0,-2-1 3 16,-2 1 6-16,2-2-1 0,-2-2-8 0,-2 0-2 16,1-2-6-16,-3-3-5 0,0 2-2 0,-2-3-6 15,0 1-19-15,-1 0-21 0,-4-2-18 16,0 2-20-16,-3 1-18 0,3 2-28 0,-4-1-23 0,-1 4-23 15,0 1-28-15,1 3-25 0,-3 0-23 16,1 4-154-16,-1-1-409 0,2 2 181 0</inkml:trace>
  <inkml:trace contextRef="#ctx0" brushRef="#br0" timeOffset="21686.36">18616 13514 21 0,'7'-2'269'0,"1"1"-2"0,-1-2-9 0,2-1-15 0,1-2-15 16,-1 2-16-16,0-3-11 0,1 2-8 16,-1-2-14-16,1-2-14 0,-1 1-8 0,4-5-10 0,-3 1-10 15,1-3-13-15,-2 1-7 0,1 0-1 16,-3-1-16-16,-1-1-8 0,1 0-18 0,-3-3-2 0,-2 0-10 16,0 3-6-16,-1 0-4 0,0 0-6 0,-2 4-2 15,1 0-4-15,0 2-4 0,-3 1 4 0,3 9-11 16,-1-11-1-16,1 11-1 0,-1-9-2 0,1 9-3 15,0 0-10-15,0-12 0 0,0 12 3 0,0 0-8 16,0 0-4-16,1-7-3 0,-1 7 4 0,0 0-1 16,0 0 4-16,0 0-2 0,0 0-1 0,0 0-1 15,28 11 5-15,-10-10-4 0,-1 3 4 0,0-3-1 16,-1 2-1-16,-1 0-6 0,-3-1 0 0,0-1-3 16,-1 2-3-16,0 1 4 0,-4-1-3 0,1 3 9 15,-1-1-12-15,-1 1-1 0,0 1 4 16,-4 5-1-16,2-4 3 0,-3 3 4 0,0 0 1 15,-1 1-6-15,-1 0 15 0,0 0-12 0,-2 1 0 0,1 0-1 16,2-3-1-16,-3 3-13 0,2-3-27 0,0 0-24 16,-1-1-30-16,0-2-43 0,0 3-41 0,2-10-38 15,4 12-42-15,0-6-227 0,0-2-528 0,6-1 234 16</inkml:trace>
  <inkml:trace contextRef="#ctx0" brushRef="#br0" timeOffset="21819.92">19243 13337 55 0,'0'0'141'0,"0"0"-17"0,0 0-31 15,0 0-38-15,0 0-39 0,0 0-35 0,7-4-59 16,-7 4-84-16,0 0 38 0</inkml:trace>
  <inkml:trace contextRef="#ctx0" brushRef="#br0" timeOffset="25142.64">12286 13057 64 0,'0'0'189'0,"2"-8"-12"0,-2 8-14 0,0 0-16 16,0 0-19-16,0 0-11 0,5-3-18 16,-5 3-4-16,0 0-10 0,0 0-4 0,0 0-2 15,9 14-6-15,-4-7-5 0,-3 1-5 0,1-1-3 16,-1 2-8-16,4 1-7 0,-2 0 4 0,-1-3-8 15,1 3-2-15,1-1-5 0,-2 0-3 0,-1-4-4 16,0 1 3-16,-2-6-8 0,4 9-2 0,-4-9-4 16,2 9 0-16,-2-9 0 0,1 6 2 0,-1-6 9 15,0 0 1-15,0 0 1 0,4 6 8 0,-4-6 7 16,0 0 4-16,0 0 5 0,0 0-1 0,0 0 1 0,0 0-10 16,0 0-3-16,0 0-1 0,0 0-7 15,0 0-5-15,0 0 0 0,0-24-5 0,2 16-2 16,0 0-3-16,0 0 4 0,6-4-8 0,-4 3 0 0,7-8 0 15,-5 7-3-15,6-2 1 0,-3-1-5 0,4 1 6 16,-3 4-7-16,3 3-4 0,-3 0 6 16,3-1-4-16,-3 1-4 0,2 4-3 0,-3 1 6 15,2 0-6-15,-11 0 2 0,16 6 0 0,-8 0 2 0,-1 1 0 16,-2 1-1-16,2 3 1 0,-3 0-2 0,1 1 0 16,-1 4 4-16,-2-3-4 0,0-1 2 0,0 3-1 15,-1-2 2-15,-2 4 1 0,-1-5-4 0,2 0-16 16,0 2-24-16,-4-2-17 0,2-3-30 0,0 2-31 15,0-2-38-15,-1 0-44 0,1 1-164 0,-2-6-396 16,-1 2 176-16</inkml:trace>
  <inkml:trace contextRef="#ctx0" brushRef="#br0" timeOffset="25324.18">12701 13162 52 0,'10'-4'148'16,"-10"4"-13"-16,11-4-6 0,-4 3-14 0,2-1-11 16,2 1-21-16,-2 1-2 0,3 1-22 0,1-1-22 15,-2 2-37-15,0-1-32 0,0 1-31 0,-2 0-79 16,-1-1-153-16,0-1 68 0</inkml:trace>
  <inkml:trace contextRef="#ctx0" brushRef="#br0" timeOffset="25558.54">12952 12979 143 0,'0'-10'191'0,"0"0"-7"0,0 1-10 15,-4 2 4-15,4 7 5 0,0-13-13 0,0 13-16 16,0-9-19-16,0 9-10 0,0 0-18 0,0 0-4 16,0 0-13-16,0 0 3 0,0 0 1 0,8 32-5 15,-6-16-7-15,2 3-7 0,-1 1-1 0,-1 4-7 16,0-5-9-16,0 7 2 0,-2-7-9 15,0-1-6-15,0 1-5 0,0-1-2 0,-4 0-3 0,4-5-13 16,0-1-20-16,0 1-26 0,0-3-29 0,0 1-28 16,-2-3-26-16,2-8-28 0,0 13-23 0,0-13-15 15,0 8-16-15,0-8-135 0,0 0-351 0,0 0 155 0</inkml:trace>
  <inkml:trace contextRef="#ctx0" brushRef="#br0" timeOffset="25981.92">12900 13069 45 0,'4'-2'107'0,"2"-2"4"0,4 3-3 0,-1-1-2 15,2-1-3-15,1 0-18 0,1 3 9 0,-2 1-3 16,5 1-2-16,-5-1-3 0,3 1 1 0,-4 1-8 16,2 1 2-16,1 1 2 0,-4 2 2 0,-2-2-2 0,2 1 1 15,0 2-13-15,-5-3 1 0,1 1-8 16,-3 0-3-16,2 0-3 0,0 3-3 0,0-2-6 15,0 2-5-15,-2-2-1 0,1-3-2 0,-3-4-5 16,8 9-1-16,-4-7-2 0,4 2 0 0,-1-3-5 0,1-1-3 16,3 0-2-16,3-2 0 0,-1-3-5 0,-1 2 0 15,1-2 3-15,-1 0-5 0,-3-2-4 0,2 0-6 16,-3 1 4-16,2 0 5 0,-1-1-2 16,-5 2 10-16,2-1 3 0,-3 0-7 0,2 1 1 15,-3-2 1-15,-2 7-7 0,5-9 4 0,-1 6-2 0,-4 3-2 16,0-10-1-16,0 10-4 0,0 0-5 0,0 0 3 15,0 0-3-15,0 0 2 0,0 0-2 16,0 0 7-16,6 21-1 0,-6-10 2 0,-2 3 0 16,0-2 2-16,2 5 0 0,-4 1-1 0,4 0-1 0,-3-1 1 15,1-2-3-15,0 1 1 0,0-1-3 0,2 2 6 16,-2-5-8-16,-1 1-8 0,1-2-26 0,1-2-28 16,-3 4-28-16,2-2-32 0,2-1-26 0,-2-3-24 15,2-7-34-15,-4 11-153 0,1-6-381 16,3-5 168-16</inkml:trace>
  <inkml:trace contextRef="#ctx0" brushRef="#br0" timeOffset="26247.62">13411 12977 118 0,'0'-11'245'0,"0"4"-3"0,5 1-11 16,-5 6-14-16,1-10-20 0,1 6-20 15,-2 4-14-15,0 0-21 0,0 0-14 0,0 0-9 0,0 0 3 16,11 13-8-16,-11 3-1 0,4 3-8 0,0-1 1 16,-2 9-8-16,-2-1-13 0,-2-5-2 0,2 4-6 15,0-4-13-15,0 3 1 0,-2 2-14 0,4-7-3 16,-6-2-2-16,6 2-6 0,2-2-4 0,-6-2-24 16,0-4-12-16,0 2-15 0,2-1-22 0,-4-1-30 15,1 1-32-15,1-3-40 0,0 1-24 0,0-3-35 16,0-1-29-16,-3 0-157 0,-2-3-415 0,2 1 185 15</inkml:trace>
  <inkml:trace contextRef="#ctx0" brushRef="#br0" timeOffset="26680.79">13468 13085 70 0,'9'-6'149'0,"-9"6"-1"0,13-4-13 16,-8 1-19-16,-5 3-1 0,0 0 2 0,14 5-16 15,-12 0-3-15,0 2-11 0,-2 2 1 0,0-9-14 16,-5 15-10-16,0-5-7 0,1 0-7 0,-3 1-10 16,-1 0-10-16,1-2-10 0,-2 0-8 15,4-3-4-15,1-2-11 0,-1 2 0 0,1-1-5 16,4-5-10-16,-6 6 14 0,6-6-7 0,-4 7-3 0,4-7 1 16,0 0 9-16,0 0 0 0,0 0 5 0,0 0-4 15,0 0 2-15,0 0-6 0,0 0 7 0,25-7-10 16,-13 4 12-16,-3-2 2 0,0 2-3 0,5-4 10 15,-1 1 2-15,5-4 0 0,-7 3 0 0,2-1 2 16,3 0 9-16,-5-1-1 0,-1 1 2 0,-2 0 5 16,1 1 4-16,-2-1-2 0,0 0 2 0,-2-2 0 15,1 1-6-15,-2 0 6 0,-1 2 5 0,-1 0 2 16,0 0 7-16,0 2 4 0,-2 5 1 0,2-9 2 16,-2 9-5-16,0 0-6 0,0 0-6 0,-4-9-2 15,4 9-8-15,0 0 6 0,0 0-3 0,-22 11-3 16,13-2-3-16,0 2 0 0,0 0-5 0,-1 1 1 15,2 2-3-15,3 0-1 0,1-1 0 0,-2-1-18 0,3-1-17 16,6 2-9-16,-3-1-11 0,2 2-34 16,2-3-20-16,3-2-18 0,1 2-21 0,4-3-29 15,-3 1-160-15,0-2-347 0,0 1 154 0</inkml:trace>
  <inkml:trace contextRef="#ctx0" brushRef="#br0" timeOffset="27216.39">12831 13577 177 0,'4'-11'222'0,"2"2"-6"0,-4-1-4 16,3 4-9-16,-3 0-4 0,-2 6-25 16,6-7-19-16,-6 7-13 0,10 2-12 0,-10-2-5 15,9 10-6-15,-3 0-1 0,-3 6-8 0,4 1-12 0,-5 1-8 16,3 0-5-16,-1 7-4 0,-2-4-8 0,0-2-7 16,-2-2-5-16,3 4-3 0,-2-6-8 15,2 2-4-15,-3-5-9 0,2-3-4 0,-2 1 1 0,0-3-8 16,0-7 3-16,0 10-1 0,0-10 4 15,2 9 9-15,-2-9 8 0,0 0 0 0,0 10 5 0,0-10 7 16,0 0-19-16,0 0-6 0,0 0 1 0,0 0-7 16,0 0-1-16,0 0-3 0,10-24-4 15,-6 16-2-15,3-2-3 0,-1 0-7 0,6-1-10 16,-3 3-9-16,2-3 1 0,5 2-8 0,-5 2 4 0,3 2 1 16,1 0-3-16,-3 3 2 0,1-1 1 0,-4 2-4 15,3-1 6-15,-4 4-3 0,-1 2-2 0,1-2 2 16,-2 3 3-16,-2-1 2 0,-2 2 1 0,0 0 1 15,-2-6-1-15,-2 19 3 0,-2-10 7 0,0-2-5 16,0 3 1-16,-2-2-3 0,1 0 4 0,-3-1-1 16,-2 2-1-16,4-6-1 0,-1 4 1 0,-2-1-7 15,3-3-6-15,-4-2-14 0,2 2-18 16,3 0-19-16,5-3-29 0,-14 3-28 0,14-3-33 16,-13-1-41-16,13 1-46 0,-7-3-190 0,7 3-467 0,-7-6 207 15</inkml:trace>
  <inkml:trace contextRef="#ctx0" brushRef="#br0" timeOffset="28062.6">13295 13598 92 0,'0'0'231'0,"0"0"-5"16,-10-8-2-16,10 8-13 0,-12-1-13 0,12 1-18 15,-17 5-12-15,11 1-18 0,-5 1-10 0,4-1-14 16,-4 3-10-16,4 0-10 0,0 0-5 0,1 1-14 15,0 0-8-15,2-1-9 0,4 2-4 0,-2 0-7 16,2-3-2-16,0-8-5 0,2 15-6 0,2-9-4 16,0 1-2-16,0-2-2 0,3-1-4 0,1-3-5 15,-3 3 2-15,6-4-6 0,0-4 0 0,0 3 0 16,-1-4-6-16,-1 0-3 0,-1 1 3 0,2-1-3 16,-4-3-4-16,1 0 1 0,-1 5 3 0,1-6-8 15,-1 2 3-15,-2-2-3 0,0 2 4 0,-4 1 0 16,0 6 4-16,4-13-8 0,-4 7 0 0,0 6 4 15,3-10 6-15,-3 10-2 0,2-7-5 0,-2 7-5 16,0 0-4-16,0 0-4 0,0 0 2 0,0 0 0 16,0 0 0-16,0 0 1 0,0 0 2 0,0 0-3 15,-9 30 3-15,7-21-1 0,0 1 2 0,2 1-4 16,0-1 6-16,-2-1-4 0,4-1 2 0,-2 1 1 16,4-2 0-16,-4-7 2 0,2 10 0 0,3-6-3 15,-5-4 4-15,8 6-1 0,0-4 5 0,-8-2-3 16,15 0 3-16,-6-2-2 0,5-1 2 0,-6 0 2 15,4-1 2-15,-3-1 1 0,-5 1 16 0,3-1 8 16,-1-1-10-16,-2 0-5 0,2-4-4 0,-2 3 2 16,1-5-3-16,-3 3-3 0,2-2-1 0,-1 2 3 15,-1 0 3-15,0 4-15 0,-2-5 3 0,3 4-5 16,-3 6 1-16,2-12-1 0,-2 12 4 0,-2-10-8 16,2 10-4-16,0 0 0 0,0 0 3 0,0 0-7 15,0 0 1-15,0 0 1 0,0 0 1 0,0 0-5 16,6 23 6-16,-5-11-1 0,-1-2-4 0,0 2 4 15,0 5 5-15,0-6-6 0,0 2 3 0,4 3-3 16,-4 1 4-16,2-6-3 0,-2 5 1 0,-2-3 4 16,4-3 0-16,-2 1-1 0,-2 0-2 0,2-4-1 15,4 3-7-15,-10-3-1 0,4 1-5 0,-3-4 2 0,5-4-1 16,-5 9 3-16,5-9-5 0,-4 4 5 16,4-4 2-16,0 0-6 0,0 0 1 0,0 0-7 15,0 0-1-15,0 0-7 0,0 0 0 0,0 0-2 16,11-23-1-16,-4 15 3 0,1 0-1 0,1-1 4 15,1 1 3-15,3-4-2 0,1-2 4 0,1 0 2 0,6-4 0 16,-6 5 4-16,3-8 0 0,-5 6 5 16,-1 1-1-16,1 0 1 0,-4-2 3 0,-4 4 2 15,2-1-5-15,-1 0 8 0,-3 3 5 0,-1 0 11 16,0 3 3-16,-2-1 3 0,0 8-5 0,2-9-1 0,-2 9-3 16,0 0-2-16,-9-6-1 0,9 6 2 15,0 0-2-15,-20 11 1 0,9-4 3 0,2 3 2 16,-2 0 3-16,2 3-5 0,2 2-3 0,-1-5 3 15,0 5 0-15,4-2-4 0,2-3 1 0,1 0-1 16,1 2-8-16,3-5-23 0,3 3-9 0,2-3-28 0,2-2-24 16,1 0-27-16,1-2-34 0,6 0-37 15,2-1-25-15,1-4-27 0,-4 2-161 0,-3 0-428 16,-3-3 190-16</inkml:trace>
  <inkml:trace contextRef="#ctx0" brushRef="#br0" timeOffset="31186.45">11277 14091 33 0,'0'0'51'0,"0"0"2"16,-12 2-10-16,12-2-6 0,0 0 5 0,0 0-2 15,-10 1-4-15,10-1-6 0,0 0 4 0,0 0-4 16,-9 4 1-16,9-4-4 0,0 0 3 0,0 0 7 16,0 0-3-16,0 0 8 0,0 0-4 0,-8 0 11 15,8 0-4-15,0 0-1 0,0 0 0 0,0 0 1 16,0 0 0-16,0 0-8 0,0 0-1 0,0 0 6 16,0 0-10-16,0 0 6 0,0 0-2 0,0 0-7 15,0 0 1-15,-7 1-3 0,7-1 4 0,0 0-11 16,0 0-8-16,0 0-2 0,0 0 3 0,0 0 2 15,0 0-3-15,0 0-4 0,0 0-5 0,0 0 8 16,0 0-3-16,0 0 4 0,0 0-6 0,0 0 0 16,0 0 6-16,0 0-2 0,0 0-2 0,0 0 3 15,0 0 1-15,0 0 2 0,0 0-5 0,0 0 3 16,0 0 4-16,24 1-4 0,-24-1 3 0,10 0 2 16,-10 0 0-16,12 1 2 0,-12-1-3 0,15-1 7 15,-7 1-2-15,2-1-1 0,1 1-2 0,2-1 0 16,4 1-1-16,-6-3 2 0,1 2-2 0,0 0-3 15,1 0 3-15,-1 1-2 0,1-1 2 0,0-1-2 16,1-1-1-16,-1 2 5 0,-1-2-3 0,1 2-1 16,0-3-3-16,3 4-2 0,-3-2 0 0,0-2 1 15,0 2-2-15,0 1 2 0,0-1-2 0,1 0 7 16,-3 2 0-16,0-2-2 0,1-1-3 0,-1 2 3 16,-1 0-1-16,4 0 0 0,-2-1 1 0,-4 1 1 15,4-1-1-15,1 0 1 0,1 0 1 0,-3 1 5 16,0-2-4-16,3 3-1 0,-5-2 0 0,2 0 0 15,1 0 1-15,-2 2 1 0,0-1-2 0,1-1 3 16,-4 2-5-16,-7 0 3 0,15-3-5 0,-8 2 4 16,-7 1-2-16,11 0 1 0,-11 0-1 0,9-3-1 15,-9 3 0-15,9-1 0 0,-9 1 1 0,9-2 0 16,-9 2-2-16,8-2-1 0,-8 2 1 0,0 0 1 16,14 2-1-16,-14-2-1 0,8 0 3 0,-8 0-4 15,8-2 0-15,-8 2 3 0,0 0-4 0,12 0 0 16,-12 0-1-16,0 0-3 0,0 0 4 0,0 0-3 15,0 0 0-15,0 0 1 0,8-1-3 0,-8 1-2 0,0 0-3 16,0 0-9-16,0 0-8 0,0 0-22 0,0 0-24 16,0 0-24-16,0 0-33 0,-24 9-29 15,24-9-42-15,-13 4-138 0,13-4-357 0,-17 2 158 16</inkml:trace>
  <inkml:trace contextRef="#ctx0" brushRef="#br0" timeOffset="32840.48">11394 12922 4 0,'0'0'99'0,"-6"-5"-2"0,6 5 2 15,0 0-17-15,0 0 21 0,0 0-5 0,0 0-2 16,0 0-11-16,0 0 2 0,0 0-6 0,0 0-5 16,-2-8-10-16,2 8 0 0,0 0-4 0,0 0-4 15,0 0-8-15,0-10 2 0,0 10-7 0,0 0-1 16,0 0 3-16,0-9 8 0,0 9 2 0,0 0-5 15,0 0-2-15,0-10 4 0,0 10 0 0,0 0-7 16,0 0 4-16,0 0-6 0,0 0 0 0,0 0 0 16,0-11-1-16,0 11-12 0,0 0 2 0,0 0-5 15,0 0-4-15,0 0 3 0,0 0-6 0,0 0-5 16,0 0 3-16,0 0-4 0,0 0-4 0,0 0-7 16,0 0 3-16,0 0 4 0,0 0-5 0,0 0-5 15,0 0 0-15,0 0-1 0,0 0 4 0,0 0 1 16,0 0 2-16,0 0-6 0,-7 26 5 0,7-18 1 15,0-8 6-15,-1 18-3 0,1-8 6 0,-2 2-3 16,2-1-1-16,0-1-3 0,0 1 4 0,0 5 7 16,0-3 0-16,0 1 4 0,-1-2 4 0,1 1 0 0,0-2-2 15,-1 4-6-15,2-2 0 0,-1-3-1 16,1 2 3-16,1 1-9 0,1 2 4 0,0-3-2 16,-1 3 0-16,-2-2-3 0,3 4 0 0,0-2 15 15,-2 2 0-15,0-2-2 0,2-2-1 0,-1 4-3 16,-2-4-2-16,3 3 2 0,-2 1-2 0,0 0 3 0,-2-2 3 15,1 3-4-15,0-5 2 0,1-2-3 0,-1 1-3 16,2 1-1-16,-2-2-2 0,0 1-1 16,0 1 3-16,0-3-4 0,0 1 0 0,1 1-1 15,0-2 0-15,-1-1 0 0,0 1 2 0,5-2-7 16,-3 2 0-16,-1-2 2 0,-1 2-2 0,1-3 0 16,0 0 0-16,-1-7 4 0,3 14-4 0,-3-6 4 15,1-1-3-15,-1-7-1 0,2 14 3 0,0-7-3 16,-2 1 1-16,1 0 2 0,1-1-3 0,0 1 1 15,-2 1-1-15,2-1 5 0,-2-8-1 0,2 11-7 0,-2-3 4 16,2-2-1-16,0 1 0 0,-2-7 1 0,4 10-2 16,-4-2-3-16,2-2 3 0,-2-6 1 0,0 12 0 15,1-6-1-15,-1-6 1 0,2 14 9 16,-2-8-3-16,0-6 4 0,1 13-4 0,1-5-3 16,-2-8 1-16,2 12 1 0,-4-5-4 0,4 0 0 0,-2-7 0 15,0 13-2-15,1-6 2 0,-1-7 1 0,0 18 0 16,2-11-3-16,-2 3-1 0,0-4 0 0,1 4-2 15,-1-10 3-15,1 16-5 0,-1-11 3 0,0-5 0 16,0 14-2-16,1-9 1 0,-1 3 0 16,0-8 3-16,0 13-3 0,-1-6-1 0,1-7 2 0,0 11-2 15,0-11 3-15,1 11-5 0,-1-5 0 0,0-6 0 16,2 12 2-16,-2-7 3 0,0-5-4 0,0 12-1 16,0-12 1-16,1 11 1 0,-1-5 1 15,0-6-3-15,0 11 9 0,0-11-9 0,0 11 4 0,2-7-2 16,-2-4 0-16,2 10 1 0,-2-10-4 0,0 9 5 15,0-9-3-15,0 10-1 0,0-10-1 0,1 7 6 16,-1-7 1-16,0 0-4 0,1 8-5 0,-1-8 3 16,0 0 1-16,0 0-3 0,0 0 3 0,0 0 0 15,-1 10 1-15,1-10-1 0,0 0-1 0,0 0 0 16,0 0-2-16,3 4 1 0,-3-4 1 0,0 0-1 16,0 0-3-16,0 0 5 0,0 0-2 15,0 0-2-15,0 0 6 0,0 0-4 0,0 0-1 16,0 0 3-16,0 0-3 0,0 0 2 0,0 0 1 0,-2 10-1 15,2-10-2-15,0 0 3 0,0 0 0 0,2 10 4 16,-2-10-6-16,0 0 0 0,1 6 3 0,-1-6 1 16,0 0-3-16,0 0 5 0,0 0 1 0,0 0 3 15,0 0-3-15,0 0 6 0,0 0 20 0,0 0-9 16,0 0 3-16,0 0-4 0,0 0-8 0,0 0 8 16,20-19-7-16,-14 10 0 0,2 1 0 0,-3-1 6 15,3-3-9-15,3-1-8 0,-4 2 5 0,1 2 3 16,-1-5-5-16,2-1 4 0,1 2-7 0,-4 3 0 15,1-1 0-15,-1 2-3 0,2 0 4 0,-4 0-2 16,3 2 5-16,-5 3-5 0,2-2 1 0,1 1-1 16,-5 5-5-16,3-6-8 0,-3 6-11 0,6-8-13 15,-6 8-14-15,0 0-16 0,3-5-20 0,-3 5-23 16,0 0-26-16,0 0-33 0,0 0-37 0,0 0-35 16,-21 2-37-16,11 4-183 0,-3-3-495 0,2 0 219 15</inkml:trace>
  <inkml:trace contextRef="#ctx0" brushRef="#br0" timeOffset="33066.58">11480 14018 210 0,'0'0'225'16,"0"0"-5"-16,0 0-9 0,0 0-19 0,0 0-1 15,-26-10-4-15,20 7-8 0,6 3-10 0,-17-6-12 16,12 3-8-16,-5-1-7 0,0 1-11 0,3-1-13 15,-3 1-8-15,4 0-8 0,-3-1-11 0,-1-3-12 16,0 4-12-16,0-2-9 0,2 0-11 0,-2 0-19 16,0 1-23-16,4 1-24 0,-1-1-35 0,1-1-36 15,0 2-45-15,-1-1-53 0,1 1-57 0,-1 0-145 16,1-1-422-16,0-1 187 0</inkml:trace>
  <inkml:trace contextRef="#ctx0" brushRef="#br0" timeOffset="33742.75">11347 12908 134 0,'0'0'135'0,"0"0"-7"15,0 0-13-15,0 0-25 0,0 0 6 0,0 0-3 16,0 0-9-16,0 0-3 0,-13 19-4 16,4-13-5-16,0 1-1 0,2 0-3 0,-4 0-2 0,4 3-8 15,-7 1-7-15,6-1-2 0,-2 0-3 0,0-1-5 16,1 0-6-16,0 2-5 0,-2-3-3 0,1 1 4 16,1 0-7-16,-3 3-1 0,4-5-8 0,0 3-35 15,2-4-16-15,-1 0-32 0,5-1-33 0,-2 0-38 16,0-1-91-16,4-4-248 0,0 0 110 0</inkml:trace>
  <inkml:trace contextRef="#ctx0" brushRef="#br0" timeOffset="33967.37">11413 12894 95 0,'0'0'138'0,"7"0"2"0,-7 0-18 16,0 0-8-16,11 0-8 0,-11 0-7 16,9 5-13-16,-3-3-15 0,1 2 7 0,-2-1-21 15,3 0-1-15,-3 0-11 0,2 2 1 0,-3 0-16 0,1 1-19 16,3 0-24-16,-3-1-27 0,2 0-27 16,-2 1-22-16,1 0-93 0,-2 0-195 0,1 1 87 0</inkml:trace>
  <inkml:trace contextRef="#ctx0" brushRef="#br0" timeOffset="34693.46">11558 13305 177 0,'-1'-7'183'0,"1"7"-7"0,0 0-3 15,0 0-7-15,0 0-14 0,-1-8-11 0,1 8-14 16,0 0-15-16,0 0-9 0,0 0-11 0,0 0-5 15,0 0-3-15,0 0 5 0,0 0-9 0,0 0-7 16,16 24-6-16,-11-14-7 0,-1 0-3 0,0 3-4 16,3 2 5-16,-2 0-2 0,-2 0-7 0,1 4 12 15,0-5-3-15,-1 2-10 0,0 1 5 0,2-2 0 16,-2-2-2-16,-1-1-4 0,5-1-4 0,-5-1-3 16,0 1-6-16,1 0-1 0,1-2-2 0,0-2-3 15,-2-1-1-15,0-1-5 0,0-1 0 0,-2-4-2 16,6 9-1-16,-6-9 3 0,3 5-4 0,-3-5 13 15,5 4 14-15,-5-4 6 0,0 0-4 0,0 0-5 16,0 0-2-16,13-7 3 0,-13 7 1 0,7-11 0 16,0 3-6-16,0-3 4 0,-2 2-9 0,1-1 3 15,3-6-5-15,-4-1-4 0,4 2-1 0,-5-2-4 16,2 1 5-16,3-1-9 0,-5-1-2 0,2 1-2 16,-3 0 0-16,2-1-5 0,0 2 3 0,-2 7-2 15,2-3-1-15,-3 2 1 0,0 3 2 0,0 0-2 16,-2 7-3-16,0-7-1 0,0 7-1 0,3-8-3 15,-3 8 0-15,2-5-2 0,-2 5-3 0,0 0-3 16,0 0-10-16,0 0-4 0,0 0-5 0,0 0-11 0,0 0-24 16,0 0-20-16,-21 9-27 0,13-3-39 15,0 1-42-15,2 0-43 0,-3 2-40 0,2-1-193 16,-1 0-502-16,0 0 222 0</inkml:trace>
  <inkml:trace contextRef="#ctx0" brushRef="#br0" timeOffset="35218.35">11826 13486 81 0,'0'0'226'15,"0"0"-9"-15,0 0-11 0,0 0-13 0,0 0-18 16,8-3-16-16,-8 3-14 0,0 0-11 0,0 0-9 15,0 0-21-15,0 0-5 0,0 0-13 0,0 0-9 0,0 0-5 16,0 0-2-16,0 0-9 0,0 0-4 16,5 8-7-16,-5-8-5 0,0 0 2 0,0 0 4 15,0 10 1-15,0-10 1 0,0 10 3 0,0-10-6 16,0 10 0-16,0-10-4 0,0 10-4 0,0-2-7 0,0-8 1 16,2 13-7-16,-2-7 3 0,0-6 0 15,3 13 2-15,-3-5-5 0,1-2-4 0,-1-6 0 16,0 11 0-16,1-3-5 0,2-4 3 0,1 3-4 15,-4-7 2-15,4 10 2 0,-2-4-3 0,3-3 1 16,-1 3 3-16,1-3 5 0,0 1-4 0,2-1 7 16,-1 1-2-16,1-3 2 0,2 2 6 0,-2-2-7 0,1 0-3 15,-8-1-2-15,19 0 0 0,-12-1 3 16,-7 1 3-16,12-2 6 0,-4-1-3 0,-3-1-1 16,3 1 8-16,-6-1-9 0,4-3 1 0,-1 2-4 15,0 0 0-15,-2-2 11 0,1-1-6 0,0-1 4 0,-2 1-10 16,-1-1 24-16,-1-1-26 0,-1-1-4 0,-1 1 0 15,2 1 3-15,-5 0-8 0,2 1 2 0,0 2 2 16,-2-2-4-16,0 2-4 0,1-1-10 16,0 3 4-16,-5-1-4 0,0 3 0 0,2 1-3 0,-4-1-10 15,11 2-14-15,-23 5-14 0,11-2-27 0,0 3-23 16,0 1-26-16,-3 1-39 0,5 0-48 0,2-2-56 16,-1 1-49-16,0 3-212 0,2-4-560 15,3 0 249-15</inkml:trace>
  <inkml:trace contextRef="#ctx0" brushRef="#br0" timeOffset="39240.75">10741 11991 64 0,'0'0'71'16,"-1"-8"-7"-16,1 8 4 0,0 0-9 0,-2-10-3 16,2 10 2-16,0 0-3 0,0-9 6 0,0 9-10 15,0 0 0-15,-2-7-5 0,2 7 9 0,0 0-7 16,0 0 5-16,-1-10-3 0,1 10-1 0,0 0 3 15,0-8 4-15,0 8-14 0,0 0 11 0,0 0-3 16,0 0-2-16,0-11-3 0,0 11-2 0,0 0-6 16,0 0-3-16,0 0 5 0,0-9-5 0,0 9 5 15,0 0 1-15,0 0 7 0,0 0 1 0,1-8-3 16,-1 8 4-16,0 0-4 0,0 0-6 0,0 0 5 16,0 0 2-16,0 0-3 0,0 0 1 0,0-8-4 0,0 8 2 15,0 0-6-15,0 0-3 0,0 0-1 16,0 0-4-16,0 0-2 0,0 0-3 0,0 0-4 15,0 0-2-15,0 0-5 0,0 0-2 0,0 0-1 0,0 0 2 16,0 0-6-16,0 0-1 0,0 0 1 0,0 0 0 16,0 0 1-16,2 25-1 0,-2-25 0 0,3 12 5 15,-2-6 2-15,-1 2 1 0,2 0-4 0,-1 2 2 16,-1-1-5-16,0 1 6 0,1 0-2 0,2 2 0 16,-3-3 4-16,2 2 4 0,0 5-6 0,-1-3 0 15,2-3 1-15,-3 4 7 0,2 1-2 0,-3-4 3 16,2 1-7-16,2-1 7 0,-2 2-5 0,-2-2 0 15,6 5-3-15,-4-6 4 0,0 3-4 0,-1 0 2 16,1 1-1-16,1-2 2 0,-2 4-2 0,1-7 2 16,0 2-2-16,1 1-3 0,-2-3 3 0,0-2-4 15,0 3-1-15,1-2 8 0,-1 3 1 0,-1-2 3 16,2-2-1-16,-1-7 1 0,-1 16-4 0,2-9-1 16,0 1-2-16,0 1 1 0,-1-2-3 0,0-7 2 15,0 14-3-15,2-8-1 0,-2-6 0 0,0 13 0 16,0-7-3-16,1 1-2 0,-1-7-1 0,1 12 4 15,-1-12-6-15,2 12 3 0,-2-6-1 0,2 0 12 16,-2-6-11-16,1 14-3 0,-1-8-2 0,0-6 5 16,3 12-3-16,-2-6 2 0,-1-6-1 0,3 10 0 15,-3-3 3-15,0-7-4 0,2 9-1 0,0-3 4 16,-2-6-2-16,2 10-3 0,-2-10 9 0,3 8-6 16,-3-8-1-16,0 9 0 0,0-9-3 0,1 8 3 15,-1-8 0-15,0 7 1 0,0-7 1 0,0 0 0 16,1 7-1-16,-1-7-2 0,2 7 8 0,-2-7-2 15,0 0-4-15,2 8-1 0,-2-8 11 0,0 0-7 0,-1 8-4 16,1-8 1-16,0 0 2 0,0 0-1 16,0 0 0-16,1 10 1 0,-1-10-3 0,0 0 0 0,0 0 5 15,1 6-4-15,-1-6 1 0,0 0 0 0,0 0-4 16,0 0 2-16,2 10-5 0,-2-10-6 0,0 0-16 16,0 0-16-16,0 0-23 0,0 0-23 15,0 0-28-15,0 0-25 0,0 0-47 0,0 0-38 0,0 0-176 16,0 0-433-16,-16-4 192 0</inkml:trace>
  <inkml:trace contextRef="#ctx0" brushRef="#br0" timeOffset="39780.89">10802 11937 48 0,'0'0'120'15,"0"0"-1"-15,0 0-9 0,0 0-11 0,0 0-6 16,0 0 21-16,0 0-15 0,8 29-2 0,-5-17-3 16,-2 0-14-16,2-1 2 0,0 6 1 0,-1-2-3 15,-1 2 6-15,0 4-2 0,-1 4 1 0,3 0-3 16,-3-2-7-16,0-2-7 0,-3 4-8 0,6-10-4 16,-3 5-4-16,1 0-3 0,-1-2-6 0,0-1-7 15,1 0-2-15,0 0-2 0,1-5-2 0,-2-1-4 16,1 2-8-16,-1-3-17 0,1 1-23 0,-1-4-18 15,0 1-19-15,0-8-31 0,2 12-20 0,-1-6-33 16,-1-6-29-16,0 9-95 0,0-9-288 0,0 0 127 16</inkml:trace>
  <inkml:trace contextRef="#ctx0" brushRef="#br0" timeOffset="40424.75">10449 10999 65 0,'0'0'218'0,"0"0"-6"0,0-9-10 0,0 9-13 0,0 0-16 16,0 0-19-16,0 0-16 0,0 0-17 0,0 0-14 16,0 0-8-16,0 0-9 0,0 0-5 0,0 0-9 15,0 0-6-15,3 33-6 0,-1-16 7 16,-1 1-6-16,-1-1-1 0,0 8-2 0,0-4-3 0,0-2-4 16,-1 5-4-16,1-5-2 0,0-1-6 0,1-1-6 15,-2 0-1-15,4-2-2 0,-1 2-2 0,-4 0-4 16,4-1-6-16,-1-5-4 0,-2 1 3 15,1-2 0-15,0 0-11 0,1 0-19 0,0-1-27 0,-1-2-21 16,0 0-19-16,0-7-18 0,0 11-23 0,0-11-24 16,0 0-23-16,-4 7-20 0,4-7-144 0,0 0-354 15,0 0 157-15</inkml:trace>
  <inkml:trace contextRef="#ctx0" brushRef="#br0" timeOffset="40679.9">10475 10915 117 0,'14'-3'147'0,"2"-2"-3"0,1 2-5 0,0 3-9 16,-3 0-6-16,-1 3-5 0,1 2 2 0,-4 1-11 16,-1 0-6-16,-1 2-2 0,0 5 0 0,-3-3-15 15,-1 2-2-15,-3 2-5 0,0 1-4 0,-5 0-8 16,0-3-3-16,-3 4-6 0,-2-2-3 0,0-2-3 15,-1 3-5-15,-3-4-8 0,0-1-4 0,2-2-2 16,-2 2-1-16,2-1-26 0,0-2-20 0,1 1-28 16,1-1-41-16,0-2-22 0,3-1-33 0,0-1-35 15,1 3-118-15,0-3-314 0,5-3 139 0</inkml:trace>
  <inkml:trace contextRef="#ctx0" brushRef="#br0" timeOffset="40970.68">10682 11197 131 0,'4'4'147'0,"0"0"-1"0,-4-4-7 15,8 7-17-15,-3-4 0 0,0 1-5 16,0 1-3-16,1-2-11 0,1 1-2 0,-1-2-3 16,3 0 4-16,3-1-4 0,-5-1-8 0,5-1-5 15,-3 1 0-15,1-3-9 0,-2 1-5 0,-2-1 6 0,-6 3 2 16,10-9-6-16,-6 4-5 0,-1 0-3 0,-2-2-6 15,0 0-9-15,-1 7-2 0,4-18-9 0,-5 10 1 16,-2-2-6-16,-1 1 0 0,1-1-4 16,-3-1-4-16,1 2-6 0,0 1 3 0,-1 1-9 15,-2 0 4-15,2 4-8 0,1-3-6 0,-2 4-23 0,7 2-13 16,-15 1-19-16,5 2-23 0,-2 1-20 0,3 1-44 16,-1 1-15-16,1 0-38 0,-1 2-144 15,2 1-362-15,2-2 160 0</inkml:trace>
  <inkml:trace contextRef="#ctx0" brushRef="#br0" timeOffset="41234.58">10894 10959 59 0,'0'-11'247'0,"3"0"-11"0,1 3-5 0,-3 1-8 0,2-1-12 15,-3 8-21-15,4-9-21 0,-4 9-18 0,2-6-17 16,-2 6-13-16,0 0-4 0,0 0-10 0,12 21-6 16,-12-9-5-16,1 7 1 0,0 1-11 15,-1 5-7-15,1 1-9 0,1 1-5 0,-4-1-7 0,4-4-3 16,-4-2-6-16,1-2-8 0,1 0-16 0,0 0-19 16,0-1-23-16,0-1-30 0,-1-5-42 0,2 4-50 15,-1-4-43-15,0-3-40 0,-2 2-166 0,0-4-421 16,2-6 186-16</inkml:trace>
  <inkml:trace contextRef="#ctx0" brushRef="#br0" timeOffset="41387.31">10907 11026 21 0,'9'-5'74'0,"-9"5"-40"0,16 4-42 15,-16-4-13-15,9 7-21 0,-5 0 9 0</inkml:trace>
  <inkml:trace contextRef="#ctx0" brushRef="#br0" timeOffset="41665.65">11082 11203 141 0,'9'-7'186'0,"0"2"-4"0,3-1-11 0,-2-2-16 0,5-2-2 16,-4 1-11-16,-1 1-10 0,1-5-4 0,-1 5-7 16,-3-2-10-16,-1 1-12 0,-2-2-7 0,0 2-9 15,-2-1-8-15,0-1-2 0,-4 1 3 16,2 4-10-16,0 6-8 0,-6-13 1 0,-1 8-8 0,0-1-4 16,2 2-2-16,-3 2-4 0,8 2-1 0,-14 0-5 15,4 4-1-15,0 2-7 0,0 3 0 0,2-1-4 16,0 1-1-16,-2 4-3 0,4-3 6 15,-1 5-11-15,3-2-10 0,3-1-32 0,1 3-17 0,3-2-24 16,2 2-23-16,4-2-42 0,-2-3-36 0,2-1-23 16,0 1-145-16,4-3-366 0,-3-1 162 0</inkml:trace>
  <inkml:trace contextRef="#ctx0" brushRef="#br0" timeOffset="41894.78">11300 11196 18 0,'0'0'165'0,"0"-10"-13"0,0 10 1 15,-3-13-3-15,0 5-6 0,2 2-2 0,0-2-9 16,1-2-1-16,0 10-4 0,0-19-14 0,2 10 2 16,0-1-3-16,2 1-8 0,1-3-4 0,1 5 1 15,-1-4-8-15,3 3-1 0,0 1-13 0,-3 2-12 16,1 1-1-16,4 0-8 0,-2 3-8 0,0-1-9 16,2 2-2-16,1 2-5 0,-2 2-2 0,-1 0-3 15,1 0-2-15,1 4-3 0,-6 0-1 0,3 2-4 16,-5-2-13-16,2 3-16 0,-3 0-18 0,0 0-34 15,-1 1-36-15,-2-1-31 0,-1-1-39 0,0 1-213 16,0-2-411-16,-1 0 183 0</inkml:trace>
  <inkml:trace contextRef="#ctx0" brushRef="#br0" timeOffset="42164.61">11560 10859 140 0,'2'-5'247'0,"-2"5"-26"0,0 0-26 15,3-9-6-15,-3 9 9 0,0 0-16 16,0 0 8-16,7 20-10 0,-6-8-13 0,3 4-8 16,-3 1-14-16,2 0-13 0,-3 4-10 0,2-2-12 15,-2 0-8-15,2 0-11 0,-2 1-10 0,0-1-9 0,-2-1-5 16,2-2-8-16,0 1-1 0,2-1-11 15,-4-3-20-15,2-2-24 0,0 1-26 0,0 0-30 0,-2-2-37 16,0-2-53-16,1 0-38 0,1-8-37 0,0 10-195 16,0-10-448-16,-2 8 199 0</inkml:trace>
  <inkml:trace contextRef="#ctx0" brushRef="#br0" timeOffset="42436.68">11485 11047 101 0,'0'0'155'0,"6"-8"-25"0,-2 4-7 0,3-1-6 16,4 2-3-16,-2 1-14 0,1-1-1 0,3 1-14 15,-1 0 5-15,3 1-13 0,2-2-4 0,-2 2-3 16,2-1-8-16,-1 1 3 0,-3 1-14 0,-1 0 0 16,-1 0-4-16,-5 1-5 0,-6-1-4 0,13 3 6 15,-7-2 4-15,-6-1 12 0,8 5 1 0,-3 0 2 16,-2-1 1-16,2 2-3 0,-3-1 2 0,-2 4-3 15,0-9-8-15,2 15-6 0,-2-4-3 0,2-3 1 16,-2 3-10-16,0-1 0 0,-2 0-8 0,4-1-19 16,-2 0-24-16,0 2-37 0,0-4-41 0,0-7-41 15,0 12-49-15,-2-3-151 0,2-9-363 0,0 10 160 16</inkml:trace>
  <inkml:trace contextRef="#ctx0" brushRef="#br0" timeOffset="42596.2">11649 10903 20 0,'0'0'51'0,"0"0"-32"0,0 0-34 0,0 0-17 15,0 0 7-15</inkml:trace>
  <inkml:trace contextRef="#ctx0" brushRef="#br0" timeOffset="42978.71">11970 10975 7 0,'0'0'204'16,"0"0"-4"-16,-14-7-3 0,14 7-7 15,0 0-11-15,-19 7-5 0,11-1-15 0,0-1-11 16,-3 3-13-16,3 2-11 0,-1-1-14 0,1 1-12 0,1-1-10 15,0 1-4-15,2 1-11 0,0-5-5 0,0 3-9 16,2 1-4-16,3-2-4 0,0 0-4 0,0-8-9 16,3 11 0-16,-1-6-3 0,2-1-8 15,2-2-7-15,-6-2-6 0,14 1-2 0,-5-1-4 0,-2 0-2 16,-7 0 1-16,14-4-4 0,-8 0 2 0,-1 0-3 16,3-1 2-16,-4 0-4 0,1-2 0 0,0 2-1 15,-2 0 2-15,-1-2-1 0,1-1 3 0,-2 1-3 16,-1 7 4-16,4-12-3 0,-2 7 3 0,-2 5 5 15,2-9 6-15,-2 9 0 0,0 0-6 0,0 0-1 16,1-9-3-16,-1 9 2 0,0 0 1 0,0 0-3 16,0 0 7-16,0 0-3 0,0 0 6 15,0 0-6-15,-3 32 0 0,5-26-1 0,-2-6 0 0,2 14-1 16,2-6-3-16,-4-2-2 0,2 1-8 0,2 0-28 16,0 1-25-16,1-3-50 0,-1 0-44 0,1-1-42 15,3-1-187-15,0-1-414 0,-1-1 184 0</inkml:trace>
  <inkml:trace contextRef="#ctx0" brushRef="#br0" timeOffset="43186.15">12160 10781 162 0,'0'0'234'0,"0"-8"-22"0,0 8-22 16,0 0-11-16,0 0-10 0,0 0-1 0,0 0-4 0,-3 31-14 15,2-14-16-15,1 3-14 0,-2-1-10 0,2 9-8 16,0-2-13-16,-2-8-9 0,2 9-23 16,0-2-25-16,0 1-33 0,-2 0-50 0,2-6-44 0,-3-1-46 15,3 0-42-15,-4-2-131 0,3 0-340 16,-1-2 151-16</inkml:trace>
  <inkml:trace contextRef="#ctx0" brushRef="#br0" timeOffset="43793.81">11112 11410 166 0,'0'0'229'0,"-3"-7"-2"0,3 7-9 16,0 0-11-16,0 0-12 0,-4-8-14 0,4 8-15 15,0 0-13-15,0 0-15 0,0 0-12 0,0 0-15 0,0 0-7 16,0 0 8-16,0 0-13 0,0 0-7 0,0 0-8 16,22 18-4-16,-17-9-6 0,4 1 1 0,-1 3-5 15,1 0-11-15,1 1 1 0,-2 3-5 16,-1-1 0-16,4 1-5 0,1-3-5 0,-5 3-1 0,2-3-3 16,0 1-8-16,0 0-4 0,-3-4 0 0,2-2-3 15,-1 1-3-15,1 0 14 0,-3-1-18 0,3-2-3 16,-4 2-1-16,2-3-1 0,-2 1-1 0,-4-7-3 15,6 5 2-15,-2-2 2 0,-4-3 1 0,4 4 16 16,-4-4 23-16,0 0-10 0,0 0 11 0,0 0-17 16,15-11-1-16,-10 2-2 0,1-2 0 15,-1-1-6-15,1-4 1 0,1-2-10 0,0 0 2 0,2-9-4 16,-3 11-5-16,6-10 6 0,-6 1-4 0,1 6 5 16,-2 2-6-16,4 2-2 0,-4 0-1 0,-1 4 5 15,-1 0 0-15,-1 1-4 0,0 2-1 0,0 2-6 16,0 0 5-16,-2 6-2 0,2-9-8 0,-2 9-12 15,2-8-19-15,-2 8-26 0,0 0-27 0,1-7-17 16,-1 7-30-16,0 0-38 0,0 0-48 0,0 0-47 16,0 0-41-16,-6 22-175 0,6-22-520 0,-1 13 230 15</inkml:trace>
  <inkml:trace contextRef="#ctx0" brushRef="#br0" timeOffset="43940.24">11641 11521 64 0,'0'-9'88'0,"0"9"-55"0,0 0-65 0,0 0-32 16,0 0 14-16</inkml:trace>
  <inkml:trace contextRef="#ctx0" brushRef="#br0" timeOffset="48964.21">8566 13298 108 0,'0'0'165'15,"-1"-11"6"-15,1 3 6 0,0 8-7 0,-2-10-7 16,2 10-8-16,0-11-10 0,0 11-7 0,-1-8-10 16,1 8-10-16,0 0-15 0,0 0-9 0,0 0-13 15,0-9-10-15,0 9-7 0,0 0-7 0,0 0-3 16,0 0 2-16,0 0-2 0,0 0-3 0,-2 31 15 16,3-18 0-16,0 0-5 0,0 4-5 0,-1-1-3 15,0 1-4-15,2 0-4 0,-1 0-1 0,-2-1-3 16,1 0-1-16,-3-2-3 0,4 3-2 0,-1-5-6 15,-1 0-1-15,1-1-2 0,0-1 1 0,0 0-6 0,0 1-1 16,0-1-2-16,-2-1-1 0,0 0 0 16,2-1-4-16,0-8 0 0,-1 12-2 0,1-12-10 15,-1 13-25-15,1-6-21 0,0-7-25 0,-4 9-34 16,4-9-27-16,-3 10-25 0,3-10-19 0,0 0-17 16,-1 7-29-16,1-7-120 0,0 0-367 0,-9 0 163 15</inkml:trace>
  <inkml:trace contextRef="#ctx0" brushRef="#br0" timeOffset="49234.87">8598 13227 102 0,'14'-4'153'0,"-4"4"-9"0,2-1-10 0,2 3-11 16,-5 1-14-16,0 3-8 0,-1 0 1 0,0 2 8 15,-3 3-5-15,-1 0-5 0,-2-1-6 0,-1 2-3 16,-2 1 0-16,-3 1-3 0,-3 0-3 0,1 1-4 16,-6-2-1-16,3 2-10 0,-2-5-4 0,1 0-6 15,-2 2-3-15,2-5-2 0,-1 0-7 0,0-1 1 16,2 1-10-16,-1-2-3 0,0 0-6 0,2 0-6 0,2-1-19 16,-1-1-30-16,7-3-26 0,-7 5-40 15,7-5-48-15,-5 2-41 0,5-2-145 0,0 0-351 16,0 0 156-16</inkml:trace>
  <inkml:trace contextRef="#ctx0" brushRef="#br0" timeOffset="49412.13">8819 13455 10 0,'0'0'195'0,"11"-2"-7"0,-11 2-16 0,11-3-12 16,-6 0-12-16,6 3-15 0,0-2-13 0,-1 2-14 0,2-1-10 15,-1 2-31-15,0-1-36 0,-1 0-34 0,2 0-38 16,-2 0-38-16,2-1-39 0,-5 1-76 16,-7 0-212-16,17-3 94 0</inkml:trace>
  <inkml:trace contextRef="#ctx0" brushRef="#br0" timeOffset="49657.55">9119 13207 168 0,'0'0'225'0,"0"-12"-15"0,0 12-16 16,3-4-15-16,-3 4-21 0,0 0-17 0,0 0-12 15,0 0 7-15,0 0-8 0,0 0-6 0,8 20 6 16,-6-9-10-16,-2 0-2 0,0 3-11 16,1 2 2-16,2 2-6 0,-4-1-10 0,-1 0-7 15,-1 0-9-15,0-1-6 0,2 1-8 0,1-1-6 0,-4-5 2 16,3 2-10-16,-1-1-29 0,0-2-23 0,-1 2-36 15,1-2-24-15,-1-1-38 0,-1-1-48 0,3 1-39 16,-3-4-44-16,4-5-139 0,-6 10-402 16,6-10 178-16</inkml:trace>
  <inkml:trace contextRef="#ctx0" brushRef="#br0" timeOffset="50114.23">9049 13339 164 0,'0'0'156'0,"6"-5"-2"0,1 3-9 0,6 0-12 16,-3 1-13-16,1-2-10 0,2 2-8 15,0 0-1-15,1 0-4 0,3 1-5 0,-3 0-5 0,0-1-8 16,-3 2-4-16,1-2-10 0,-1 2-3 16,1-2-9-16,-6 2-7 0,2 0-4 0,-2 2-2 0,-6-3 5 15,12 6-6-15,-7-2 1 0,-1 0 9 0,-1 2 4 16,0-2-8-16,-3-4-1 0,6 11-6 15,-3-7-2-15,1 1-3 0,-2 1-4 0,-2-6-4 16,4 8-2-16,-4-8-4 0,3 7 4 0,-3-7 0 0,6 6-3 16,-6-6-4-16,7 3 5 0,-7-3-6 15,11 0 2-15,-11 0-2 0,11-3 2 0,-3 1 0 0,-1 0 3 16,-7 2-4-16,12-8 6 0,-5 4-5 16,-1 1 0-16,2-1 2 0,-4-2-1 0,-1 0 8 15,-3 6-4-15,6-10 3 0,-3 6 3 0,-3 4 5 0,4-6 1 16,-4 6 0-16,5-6 4 0,-5 6-8 0,3-6 1 15,-3 6-8-15,0 0-2 0,0 0-5 0,0 0-4 16,0 0-2-16,0 0 1 0,0 0 1 16,0 0 6-16,5 19-6 0,-5-10 2 0,0 1-3 0,0 3 3 15,-4 0-2-15,7-1-4 0,-3-1 4 0,0 1 1 16,1 1-2-16,-1-1-1 0,0-1-1 0,1 0-11 16,-1 2-26-16,0-3-19 0,-1 1-23 0,0-3-37 15,1 3-44-15,-3-5-45 0,3-6-47 0,0 13-167 16,-1-8-445-16,1-5 197 0</inkml:trace>
  <inkml:trace contextRef="#ctx0" brushRef="#br0" timeOffset="50392.73">9610 13180 57 0,'1'-8'277'0,"-1"8"-13"0,0-11-15 0,0 11-17 0,2-8-21 16,-2 8-23-16,0 0-19 0,4-7-21 0,-4 7-12 16,0 0-6-16,0 0 9 0,6 33-7 0,-6-18-12 15,4 3-5-15,-4 0-10 0,0 1-8 0,0 1-3 16,0-1-12-16,1-2-3 0,-2 4-9 0,-3-1-11 16,4-1-2-16,-3-2-5 0,1 2-6 0,1 0-3 15,-2-2-4-15,2-5-1 0,-1-3-23 0,2 2-26 16,-1 0-32-16,0-1-28 0,0-3-38 0,-2 0-49 15,3-7-42-15,-3 12-49 0,-3-5-185 0,0-3-470 16,-1-1 208-16</inkml:trace>
  <inkml:trace contextRef="#ctx0" brushRef="#br0" timeOffset="50865.95">9661 13252 68 0,'8'0'203'0,"-8"0"-9"0,14-2-15 0,-6 5-13 0,-1-2-16 16,-2 3-14-16,2 0-8 0,-3 0-11 0,1-1-14 15,-2 4-10-15,-1 0-4 0,-2-7-11 0,0 15 2 16,-5-5-14-16,-3-1-7 0,2 0-5 0,-5 1-6 16,1-2-2-16,1-1-12 0,2 1-8 15,0-4-4-15,0-1-4 0,3 2-2 0,-1-1 1 0,5-4 0 16,-7 4-5-16,7-4-1 0,-6 3-2 0,6-3-2 15,0 0 1-15,0 0-4 0,0 0-3 0,0 0 5 16,0 0-2-16,0 0-1 0,0 0 2 0,28-5-2 16,-17 1 0-16,1 0-2 0,1 1 0 0,2-4 4 15,2 2-3-15,1-2-1 0,2 0 0 0,0-1 2 16,-2 0 0-16,0 1-1 0,-2-2 0 0,0 1-1 16,-4 2 1-16,-1 0-1 0,-1-1 3 0,-2-1-3 15,2-1 0-15,-5-1 2 0,1 3 8 0,-4 0 12 16,1-3 1-16,1 2 3 0,-2 2 8 0,-2 6 7 15,0-11-1-15,0 11 1 0,-2-11 0 0,2 11 2 16,-6-5-4-16,6 5-3 0,-7-6-4 0,7 6-4 16,-14 3-1-16,6 3 2 0,-1 0-3 0,1 3 0 15,0 0-2-15,1-1-4 0,1 3 1 0,0 1-5 0,3 3-2 16,1 0-2-16,2 1 4 0,2-4-4 16,1 0-22-16,3 2-31 0,0-2-31 0,2 0-41 15,1-1-30-15,0-1-40 0,-2-1-48 0,1 1-146 16,1-1-408-16,-4 0 181 0</inkml:trace>
  <inkml:trace contextRef="#ctx0" brushRef="#br0" timeOffset="51310.78">8531 13982 45 0,'8'-7'214'16,"2"-1"-9"-16,-1 0-5 0,5-3-12 0,2-1-16 15,-2 2-9-15,2-1-16 0,1 1-13 0,1-1-10 16,1 0-10-16,-4-3-7 0,3 4-8 0,-1 0-5 0,-3-2-8 15,-1 1-8-15,-4 2-5 0,0 0-5 16,-3-1-3-16,-1 1 0 0,-1 0-3 0,-1 0 0 16,-2 2-8-16,-1 0-4 0,0 7-9 0,-4-10-1 15,4 10-9-15,-8-10-1 0,2 7-2 0,-2 1-3 16,-2 2 0-16,0 2 0 0,-2 1-3 0,-1 3 2 16,2 1-6-16,-3 2 3 0,1 5 5 0,0 0 9 15,3-1-7-15,2 1-2 0,0 2-1 0,0-2-2 16,4 1-1-16,0 1 0 0,4-5 4 0,1 1-9 15,3-1 0-15,0-1 0 0,3-2-1 0,3 2 1 16,5 0-2-16,0-2-15 0,-2-3-26 0,5 0-27 16,0-1-41-16,0-1-40 0,0 0-41 0,0-3-31 0,-4 1-34 15,-1-1-161-15,-2-3-434 0,0 1 192 16</inkml:trace>
  <inkml:trace contextRef="#ctx0" brushRef="#br0" timeOffset="52038.71">8892 13911 188 0,'0'0'195'0,"0"0"-4"0,0 0-5 0,10 16-10 15,-7-9-4-15,-2-1-19 0,2 1-15 0,-1-1-14 0,-1 1-5 16,2 1-7-16,-1 0-8 0,2-2-5 0,-3 1-7 16,2-1-7-16,-3-6-7 0,3 9-8 15,-3-9-2-15,1 7 7 0,-1-7 3 0,2 7 7 16,-2-7 5-16,0 0 5 0,0 0 3 0,0 0-4 15,0 0-5-15,0 0-17 0,0 0 4 0,0 0-15 0,0 0-8 16,0 0-5-16,0 0-3 0,0 0-6 0,-2-28-4 16,2 28-5-16,1-14 2 0,0 4-4 0,2-2-1 15,0 1-3-15,1-2-6 0,1 4-4 16,1-1-2-16,-4 4-1 0,2-1-5 0,0 2-2 0,3-2-1 16,-2 4-4-16,3-1 3 0,-8 4-1 0,15-2-3 15,-8 2-3-15,-7 0 0 0,19 5 13 0,-12-1-8 16,1 1-3-16,2 2-3 0,-4 0 3 15,-1-1 0-15,2 2 2 0,-1 0-4 0,-3-1 4 0,-1 0 2 16,1 0-3-16,-1-1 4 0,0 0-2 0,-2-6-1 16,3 8 1-16,-1-3 3 0,-2-5 3 0,0 0-1 15,0 0 5-15,0 9 10 0,0-9-4 0,0 0 3 16,0 0-2-16,0 0-4 0,0 0-1 0,0 0-1 16,0 0-6-16,0 0 0 0,0 0-2 0,6-22-5 15,-3 15 1-15,3-3-5 0,-1-1-9 0,1 1 2 16,4-7-7-16,1 3-5 0,-1 2 5 0,2-1 0 15,-2 5-3-15,0 0 5 0,0 2-3 0,0 1 3 16,1-1 1-16,-5 3-2 0,1 3 3 0,-7 0-4 16,14 0 7-16,-14 0 0 0,11 6-1 0,-6-2 3 15,2 1-1-15,-5 0 3 0,2 2-1 0,0 2-1 16,0-2 9-16,-2-1-5 0,2 1 1 0,0 0-2 16,1-2 5-16,-1-1 5 0,1 2 4 0,1-3 7 15,-6-3-4-15,12 4 7 0,-5-4-4 0,4 0 4 16,-1 0-1-16,1-1-4 0,-3 0 0 0,0-1-2 15,3-1 1-15,0-1-2 0,-2-2-2 0,-4 2 3 16,2-1 0-16,-3-1 2 0,1-2-6 0,-1 2 2 16,-1 0 7-16,-3 6-10 0,4-16-2 0,-3 6 1 15,-2 3-2-15,1 7 4 0,-6-16-1 0,5 13-3 16,1 3 0-16,-3-10-1 0,3 10 0 0,-2-7-2 16,2 7-5-16,0 0 0 0,-8-2 5 0,8 2-2 15,0 0 0-15,-11 16 5 0,7-8-4 0,0 3 0 16,2-2 4-16,-2 4-2 0,1-5 1 0,3 1 0 15,0 2-8-15,0-2-21 0,1 0-32 0,-1-2-43 16,2 0-48-16,0-1-44 0,-2-6-44 0,4 11-231 16,-1-6-508-16,-3-5 225 0</inkml:trace>
  <inkml:trace contextRef="#ctx0" brushRef="#br0" timeOffset="52209.8">9342 13720 128 0,'0'0'165'15,"0"0"-11"-15,0 0-18 0,0 0-36 0,0 0-45 16,0 0-38-16,0 0-41 0,0 0-40 0,0 0-48 16,0 0-120-16,19 16 53 0</inkml:trace>
  <inkml:trace contextRef="#ctx0" brushRef="#br0" timeOffset="52434.25">9513 13701 201 0,'0'-7'212'0,"0"7"-6"0,0 0-6 15,1-10-3-15,-1 10-6 0,0 0-4 0,2-7-14 16,-2 7-14-16,0 0-19 0,0 0-16 0,0 0-7 16,0 0-4-16,0 0 2 0,0 0 7 0,9 14 0 15,-8-2-7-15,1-2-9 0,-2 5-6 0,2 4-5 16,-1 0-10-16,3 5-6 0,-4-6-10 0,0-1-3 15,0-2-12-15,-2 0-2 0,2-1-3 0,2 0-3 16,-2-1-8-16,1-1-18 0,-2-2-24 0,2-2-33 16,-1 0-27-16,0-8-40 0,-3 13-52 0,3-13-59 15,-3 8-47-15,0-3-191 0,3-5-489 0,-8 3 218 16</inkml:trace>
  <inkml:trace contextRef="#ctx0" brushRef="#br0" timeOffset="52601.28">9464 13830 113 0,'4'-3'182'15,"-4"3"-13"-15,8-4-11 0,-2 2-22 0,-6 2-8 16,14-5-12-16,-1 3-33 0,-3 1-39 0,4-1-33 16,3 0-50-16,-5 0-58 0,-1-3-71 0,1 2-181 15,-1-1 80-15</inkml:trace>
  <inkml:trace contextRef="#ctx0" brushRef="#br0" timeOffset="52809.65">9662 13675 211 0,'0'0'235'0,"2"-10"-16"0,-2 10-23 16,0 0-16-16,0 0-2 0,0 0 3 0,0 0 7 15,0 0-3-15,6 25-13 0,-6-14-9 0,1 8-3 16,-2-2-7-16,1 3-11 0,-1 4-14 0,0 2-15 15,1-11-8-15,-2 3-11 0,1 0-10 0,1-1-9 16,0-4-11-16,1 3-19 0,-1-5-28 0,2 0-26 16,-2 0-29-16,0-1-35 0,1-2-52 0,-1-1-57 15,0-7-66-15,0 11-188 0,0-11-472 0,0 0 209 16</inkml:trace>
  <inkml:trace contextRef="#ctx0" brushRef="#br0" timeOffset="52969">9595 13789 84 0,'0'0'166'0,"3"-9"-5"16,-3 9-27-16,0 0-27 0,0 0-47 0,19 5-41 16,-13-1-58-16,1-1-77 0,-1 2-124 0,3-1 55 0</inkml:trace>
  <inkml:trace contextRef="#ctx0" brushRef="#br0" timeOffset="53659.64">9807 13953 204 0,'11'-6'200'0,"-5"3"-18"16,0-1-11-16,2-2-14 0,3-1-16 0,-3 3-15 15,1-4-14-15,1 2 2 0,-2-5-14 0,1 3-8 16,-2-3-9-16,-1 1-9 0,-2 1-3 0,2-1-6 0,-4 1-5 15,1-1 1-15,-2 4-3 0,0-2-6 16,-1 8-4-16,-2-12-4 0,2 12-1 0,-4-11-9 16,4 11-6-16,-5-5-4 0,5 5-2 0,-8-5-5 15,8 5-2-15,-10-2 2 0,10 2-7 0,0 0 0 16,-16 7 1-16,13-2 2 0,3-5 0 0,-10 8 1 0,6 1 11 16,-2-2-5-16,1 3 4 0,1-2-2 15,1 1 4-15,-1-1-3 0,3 2 0 0,1-2-5 16,-3 2 2-16,3-1 4 0,0 1 2 0,0-1-1 15,3 0 11-15,0 0-3 0,1-2-1 0,3 2-1 0,-1-3-2 16,1 0-4-16,1 1 0 0,1-4 0 16,-1 1-2-16,5-1-1 0,-2 0-1 0,1-2-3 0,2-1-3 15,-3 1 3-15,7-1-2 0,-4-2-6 16,4-1 2-16,-1-1-1 0,-7 1 3 0,1 0 2 16,1 0 5-16,-1-2 7 0,0-1 0 0,-5 1-3 0,3-4 4 15,-1 1 5-15,-2 1-6 0,1-3-3 0,-4-1 1 16,0 1-5-16,-2-1 0 0,3 0 1 0,-4-6 0 15,0 5-3-15,-5-3-6 0,4 2 3 0,-3 2-4 16,0 0-2-16,-1-1 0 0,2 5 14 16,1 1-2-16,-2-1 4 0,0 1-2 0,4 6 1 15,-5-10-3-15,5 10-1 0,-5-7 0 0,5 7-6 0,0 0-3 16,-1-9-3-16,1 9 1 0,0 0-3 0,0 0 0 16,0 0-1-16,0 0-1 0,0 0 3 0,0 0 1 15,0 0-4-15,0 0 5 0,0 0-6 0,0 0 3 16,20 11 2-16,-10-11-3 0,4 2 0 0,3-2 2 15,1-2-5-15,-4 2 2 0,4 0-2 0,0 0 4 16,-4 2-3-16,2-2-3 0,-3 1-2 16,-5 1 3-16,2 0-8 0,-2-2 3 0,-1 2 3 15,0 2 7-15,-2-1-8 0,-1 2 1 0,2 3 4 0,-3 2 8 16,0-2 23-16,0 2 4 0,-3 0 3 0,3 0-2 16,-3 1 0-16,0 0 10 0,-3 1-21 0,3 0-3 15,-3-1 3-15,5 0-5 0,-2-1-1 0,-2-1 1 16,4 2-5-16,-2-5-3 0,2 4-34 0,1-3-30 15,-3-7-35-15,2 11-36 0,2-7-45 0,0-1-53 16,-4-3-59-16,11 4-47 0,-11-4-204 0,11 0-570 16,-11 0 253-16</inkml:trace>
  <inkml:trace contextRef="#ctx0" brushRef="#br0" timeOffset="53783.82">10433 13891 37 0,'0'0'13'0,"0"0"-22"0,-11-3-9 16,11 3 4-16</inkml:trace>
  <inkml:trace contextRef="#ctx0" brushRef="#br0" timeOffset="71392.64">12133 14398 102 0,'0'0'103'0,"0"0"-1"0,0 0-4 0,-4-7 1 16,4 7 1-16,0 0-1 0,-4-9-4 0,4 9-1 15,-2-6-6-15,2 6-6 0,0 0 3 16,-3-7-5-16,3 7-7 0,0 0-6 0,-2-8-5 16,2 8-5-16,0 0-7 0,0 0-7 0,0 0-5 0,-3-7 0 15,3 7-7-15,0 0 11 0,0 0-24 0,0 0-12 16,0 0-24-16,0 0-28 0,0 0-37 15,0 0-28-15,0 0-19 0,0 0-98 0,0 0-246 16,0 0 109-16</inkml:trace>
  <inkml:trace contextRef="#ctx0" brushRef="#br0" timeOffset="72718.85">12983 13741 22 0,'0'0'83'0,"0"0"-14"0,0 0-3 0,0 0-5 0,0 0-7 16,0 0-5-16,0 0-7 0,0 0-1 0,0 0-8 15,0 0-9-15,0 0-6 0,0 0-4 16,0 0-1-16,0 0-3 0,0 0-1 0,0 0-6 16,0 0 6-16,0 0-2 0,0 0-2 0,0 0-1 15,0 0 0-15,0 0 6 0,0 0-7 0,0 0-2 16,0 0 3-16,0 0-1 0,0 0 0 0,0 0-2 15,0 0 1-15,0 0-3 0,0 0 9 0,0 0 9 0,0 0-7 16,0 0 3-16,0 0 4 0,0 0-2 0,0 0-1 16,0 0 4-16,20 2 2 0,-20-2 1 15,0 0 0-15,8-2 6 0,-8 2 3 0,0 0 2 0,0 0-6 16,10-5-2-16,-10 5 1 0,5-6 7 0,-5 6 2 16,8-9 0-16,-6 6-4 0,-2 3-5 15,5-7 2-15,0 3-1 0,-5 4 12 0,4-9-2 16,-2 5-6-16,-2 4-4 0,5-10 0 0,-5 5 1 15,0 5-1-15,2-11-2 0,-2 11 7 0,0-10-10 0,2 3 0 16,-2 7 0-16,-2-10-3 0,2 10-1 0,0-10 11 16,0 10-3-16,-2-8-2 0,2 8-1 15,-2-10-3-15,2 10-5 0,-5-8-5 0,3 3 6 16,2 5 4-16,-4-10-3 0,4 10 3 0,-5-8 1 0,5 8 3 16,-3-7-2-16,3 7-4 0,-6-7-5 0,6 7-2 15,-4-5 4-15,4 5 0 0,-5-4-3 0,5 4-1 16,0 0 2-16,-7-5-5 0,7 5-2 15,0 0-1-15,-11-4 1 0,11 4-4 0,-9 0 2 16,9 0 3-16,-11 0-8 0,11 0 6 0,-10 2-2 0,10-2-1 16,-11 1-1-16,11-1 7 0,-10 5-7 0,2-4-5 15,4 3-5-15,4-4-16 0,-9 6-17 0,9-6-10 16,-8 3-18-16,8-3-11 0,-3 7-26 0,3-7-9 16,-7 7-12-16,7-7-96 0,-5 7-243 0,5-7 108 15</inkml:trace>
  <inkml:trace contextRef="#ctx0" brushRef="#br0" timeOffset="74108.56">13011 13754 24 0,'0'0'49'0,"0"0"-1"0,0 0 4 16,0 0-6-16,0 0-6 0,0 0 3 16,0 0-9-16,6 2-1 0,-6-2 1 0,0 0 3 15,0 0-12-15,0 0 8 0,0 0-2 0,13-2 1 16,-13 2 3-16,0 0-6 0,8 1 11 0,-8-1-7 15,0 0-5-15,10 0-5 0,-10 0 7 0,0 0-9 16,9 0 0-16,-9 0-2 0,0 0 4 0,0 0-1 16,8 1-2-16,-8-1 5 0,0 0-2 0,0 0-1 15,0 0-1-15,0 0-3 0,7 5 7 0,-7-5-9 16,0 0-4-16,0 0 5 0,3 7-3 0,-3-7 0 16,2 5 6-16,-2-5-1 0,5 9 3 0,-5-2 1 0,0-7-4 15,2 8-3-15,0-3-4 0,-2-5 2 16,0 12 6-16,0-12-11 0,0 12 7 0,0-7-6 15,0-5 3-15,0 12 5 0,0-12 8 0,-4 11-5 16,4-6-1-16,0-5-6 0,-5 9 7 0,0-5-5 16,5-4 4-16,-6 9-8 0,3-7 7 0,-3 1-3 0,-1 0-4 15,1-1-3-15,-2 1 1 0,-1-2-1 16,9-1 1-16,-18 1-3 0,10-2-6 0,-1 4-22 16,-3-5-7-16,12 2-19 0,-15-3-9 0,6 0-10 15,-1-1-17-15,2 3-21 0,-1-5-94 0,0 2-213 0,-1 0 96 16</inkml:trace>
  <inkml:trace contextRef="#ctx0" brushRef="#br0" timeOffset="77550.23">10763 14397 88 0,'0'0'100'0,"-9"-3"-4"0,9 3-10 0,-12-4 4 16,6 3 1-16,6 1 7 0,-13-3-1 15,7 1-1-15,6 2-6 0,-10-2 0 0,10 2-3 16,-8-3-1-16,8 3-3 0,0 0-1 0,-10-3-6 16,10 3 0-16,0 0-6 0,-7-3-11 0,7 3 0 0,0 0-2 15,0 0-4-15,0 0-5 0,0 0-3 0,-9-1-4 16,9 1-5-16,0 0-3 0,0 0-9 0,0 0 0 16,0 0-5-16,0 0 4 0,0 0-7 15,0 0 2-15,36 0 0 0,-19-2 9 0,5 1-16 16,4 1 1-16,-5 0-4 0,-3-3-1 0,3 3-7 0,0-2-13 15,-6 1-8-15,-2 1-12 0,0 0-14 0,-2-1-12 16,-3 1-18-16,-8 0-23 0,17 0-5 0,-10 0-17 16,-7 0-12-16,8-1-8 0,-8 1-87 15,0 0-246-15,0 0 109 0</inkml:trace>
  <inkml:trace contextRef="#ctx0" brushRef="#br0" timeOffset="77940.63">10868 14344 72 0,'0'0'124'0,"0"0"-5"16,0 0-10-16,0 0-10 0,0 0-2 0,0 0-2 15,0 0-14-15,0 0-2 0,0 0-3 0,0 0 17 16,0 0 11-16,-8 9 1 0,8-9-9 0,-1 8-6 16,-1 0-11-16,2-1 5 0,0-7-8 15,0 18-1-15,-2-7 0 0,2 1-8 0,0 1-3 16,0-2-2-16,0 6-3 0,-4-4-4 0,4 1-6 0,-2 0-6 15,2-1-3-15,-2-1-1 0,4 0 1 0,-4 4-2 16,4-5-7-16,-2-1-2 0,0 3 1 0,-2-1-5 16,1-2-5-16,2 0 0 0,-2-1-3 15,1 1 0-15,-1 0-1 0,1-3-1 0,0-7 2 16,-3 12-3-16,3-6 0 0,0-6-1 0,-6 9 6 0,2-5-3 16,-1 0 4-16,-3-2 1 0,8-2 1 0,-11 3 0 15,11-3 3-15,-13 0 1 0,1-2-2 0,3-1-3 16,2 0-2-16,-3-2 1 0,2 1-1 15,0-3-4-15,-1 2 1 0,4-1-5 0,-1 1 1 16,1 1-3-16,-1-1-3 0,6 5-7 0,-6-9-14 0,6 9-19 16,-6-6-18-16,6 6-16 0,-5-4-51 0,5 4-19 15,0 0-39-15,0 0-34 0,0 0-154 0,0 0-396 16,0 0 175-16</inkml:trace>
  <inkml:trace contextRef="#ctx0" brushRef="#br0" timeOffset="78666.53">11155 14545 98 0,'0'0'212'0,"0"0"-4"0,0-8-8 0,0 8-10 15,0 0-13-15,0 0-12 0,0 0-6 0,-5-9-16 16,5 9-9-16,-5-4-4 0,5 4-9 0,0 0-4 15,-13-3-10-15,13 3-9 0,-11-4-9 0,4 2-8 0,7 2-5 16,-14 0-7-16,14 0-9 0,-14 3-4 16,4 0-4-16,1 0-5 0,4 0-1 0,-4 2-4 15,2 0-7-15,0 2-3 0,1 1-4 0,-1 1-1 16,2-1-1-16,1 3-2 0,0-4-2 0,-1 4-4 16,3-2-2-16,0-3 3 0,1 5-5 0,1-11 7 0,4 13-4 15,0-5-6-15,0-1 0 0,2-1 3 0,2 1-5 16,1-2 1-16,2-2-1 0,2 1 0 15,1-1 2-15,-1-2-2 0,2 0-3 0,-3 0 3 16,0-1-2-16,2 0-2 0,-2 0 2 0,0-1-2 16,-2 0-1-16,-4 0 3 0,-6 1-1 0,12-1-1 0,-12 1 1 15,10-2 1-15,-10 2 3 0,0 0-2 0,9 0-1 16,-9 0-2-16,0 0 0 0,0 0 0 16,0 0 0-16,0 0-1 0,0 0-3 0,-36-1 1 15,25 4 4-15,-1 0 0 0,-7 2-1 0,5-1 8 0,-3 4-6 16,-2 0-1-16,1 0 5 0,3 0 2 0,-3 2-4 15,1 2 4-15,2-3 2 0,3 1-2 16,-3 1-3-16,6-1 3 0,2-1-3 0,-3-1-4 16,3 2 4-16,2-1 2 0,1 1-4 0,0-1 8 0,3-1 5 15,1 2-7-15,2-2 0 0,0-1 0 16,3 0 8-16,-1 1 0 0,6-2-4 0,-1-2 2 0,3 3 0 16,1-4-2-16,4 0 2 0,-4 1-2 0,6-4 0 15,-1 1-28-15,-2-1 16 0,0-1-9 0,-4 1 5 16,1-2-4-16,-1 4-6 0,-2-5-18 0,0 0-15 15,-2 2-13-15,-8 1-17 0,11-1-18 16,-11 1-25-16,12 0-22 0,-12 0-46 0,7-6-50 0,-7 6-37 16,4-3-166-16,-4 3-470 0,0 0 207 0</inkml:trace>
  <inkml:trace contextRef="#ctx0" brushRef="#br0" timeOffset="80806.67">13913 14311 112 0,'0'0'138'0,"0"0"4"0,0 0-4 0,0 0 2 15,0 0-7-15,0 0-6 0,0 0-3 0,0 0 2 16,0 0-3-16,0 0-9 0,0 0-3 0,0 0-6 16,-12-9-4-16,12 9-7 0,0 0-7 0,0 0-3 15,0 0-10-15,0 0-4 0,0 0-5 0,-7-3-7 16,7 3-7-16,0 0-4 0,0 0-6 0,0 0-3 16,0 0-7-16,0 0-1 0,23-7-2 0,-12 7-3 15,3-2-4-15,-1 1-4 0,7-2 6 0,0-1-6 16,-1 4-2-16,1-3 3 0,-2 3-9 15,0-2 1-15,-7 0 0 0,1 2-5 0,0 0-10 0,-1 1-3 16,2-2-12-16,-7 2-13 0,-6-1-26 0,13 1-29 16,-4 1-29-16,-9-2-33 0,10 0-15 0,-10 0-17 15,4 3-131-15,-4-3-339 0,0 0 151 0</inkml:trace>
  <inkml:trace contextRef="#ctx0" brushRef="#br0" timeOffset="81278.63">14056 14280 180 0,'0'0'170'0,"0"0"-8"0,0 0-4 0,0 0-17 16,0 0-5-16,0 0-9 0,0 0-11 0,0 0-9 16,0 0-14-16,0 0-11 0,0 0-6 0,0 0-8 15,0 0-6-15,0 0 5 0,0 0 5 0,0 0-6 16,0 0-7-16,-2 16 1 0,2-16 13 0,0 13-2 15,-2-5-10-15,2-8 1 0,-1 15-3 0,0-7-7 16,-2 1-3-16,3 2-3 0,0-2-1 0,0 4 0 16,-2-4-5-16,0 2-2 0,2 0-1 0,0-1-5 15,0 2 0-15,0 0-7 0,0-3-1 0,0 1 2 16,0 0-2-16,2-1-3 0,-2 1-1 0,-2-1-2 16,2 0-1-16,0-9-7 0,0 13 0 0,2-3-1 15,-2-5-1-15,0-5 0 0,0 13 3 0,0-13-2 16,2 9 1-16,-2-9 0 0,0 10-2 0,0-10 2 15,0 0-3-15,0 8 2 0,0-8 0 0,0 0 7 16,-4 6-2-16,4-6-1 0,0 0-2 0,0 0 2 16,-13-1 0-16,13 1 0 0,0 0 0 0,-16-5-4 15,11 4-4-15,-1-4 4 0,-2 1-3 0,1-2 2 16,1 2-3-16,-2-3 1 0,0 5-1 0,2-2 0 16,-1 0-1-16,7 4-1 0,-9-7-1 0,5 4 0 15,4 3 1-15,-8-6-3 0,8 6-1 0,-6-4-7 16,6 4-12-16,0 0-18 0,-5-3-15 0,5 3-23 15,0 0-31-15,0 0-30 0,-8-4-38 0,8 4-17 16,0 0-17-16,0 0-160 0,0 0-398 0,0 0 176 16</inkml:trace>
  <inkml:trace contextRef="#ctx0" brushRef="#br0" timeOffset="81791.5">14355 14490 190 0,'0'0'195'0,"0"0"-15"16,0 0-10-16,-3-11-5 0,3 11-13 0,0 0-9 15,-8-6-4-15,8 6-4 0,-6-4-5 0,6 4-6 16,-10 0-5-16,10 0-13 0,-11-2-2 0,11 2-11 15,-16 2-6-15,7 1-4 0,0 1-8 0,-2-1-5 16,2 2-5-16,0 2-6 0,1 2 0 0,0-1 1 16,-1 1-7-16,2 1-6 0,-1-1-1 0,1 3 2 15,2-3-10-15,1 1 3 0,0 0-4 16,1-1-1-16,-1 3-2 0,2-2-1 0,1-3-1 0,2 2-4 16,-1 1-1-16,0-4-3 0,4 1 5 0,0 0-2 15,1-2 1-15,1-1-7 0,4 1-2 0,-1-3 0 16,3 3-4-16,-1-4 6 0,-1 0-8 0,1-2 3 15,3 0-16-15,-3-2-12 0,0 0-30 0,3 1-28 16,-5 0-37-16,-3-1-41 0,-6 3-43 0,18-8-45 16,-13 6-203-16,-5 2-474 0,9-7 210 0</inkml:trace>
  <inkml:trace contextRef="#ctx0" brushRef="#br0" timeOffset="93370.81">11539 14092 42 0,'0'0'59'0,"0"0"-8"16,2-9-7-16,-2 9-1 0,0 0-4 0,0 0-2 16,0 0-7-16,0 0 0 0,0 0-3 0,0 0-3 15,0 0-11-15,0 0-14 0,0 0-9 0,0 0-9 16,0 0-9-16,0 0-36 0,0 0-69 0,0 0 31 0</inkml:trace>
  <inkml:trace contextRef="#ctx0" brushRef="#br0" timeOffset="105486.78">8646 14298 5 0,'0'0'11'0,"0"0"-14"0,-2-8 8 0,2 8-3 15,0 0 5-15,0 0-7 0,0 0 1 0,-3-6 3 16,3 6 2-16,0 0-7 0,0 0 7 0,0 0-2 15,0 0 5-15,-3-7 4 0,3 7-2 0,0 0-1 16,0 0-3-16,0 0 0 0,0 0 1 0,0 0 1 16,0 0-7-16,0 0 2 0,0 0-8 0,0 0-1 15,0 0 2-15,0 0-2 0,0 0 1 0,0 0-4 16,0 0 2-16,0-10 1 0,0 10 2 0,0 0-2 16,0 0 4-16,0 0-4 0,0 0 2 0,0 0-3 15,0 0 5-15,11-3-3 0,-11 3-7 0,0 0-9 16,0 0 4-16</inkml:trace>
  <inkml:trace contextRef="#ctx0" brushRef="#br0" timeOffset="106462.92">8820 14245 14 0,'0'0'22'0,"0"0"-3"0,0 0-1 0,0 0 3 15,0 0-8-15,0 0-3 0,-18-4 1 16,18 4 2-16,0 0-2 0,-11 0-3 0,11 0-2 15,0 0 2-15,-12-1-1 0,12 1 3 0,-7-1 1 16,7 1-3-16,0 0 2 0,-14-2 3 0,14 2 12 16,-9-1-12-16,9 1-1 0,-7-2 2 0,7 2 4 15,0 0-5-15,-12-2 2 0,12 2-1 0,0 0 0 16,-9-1 3-16,9 1-8 0,0 0 8 0,-9-4-8 16,9 4 2-16,-8-2 0 0,8 2 10 0,-8-2-6 15,8 2-6-15,0 0 4 0,-9-1 3 0,9 1 7 16,0 0-4-16,-9-4 1 0,9 4-3 0,0 0-3 15,-10-2 7-15,10 2-9 0,0 0 1 0,-9-1 4 16,9 1-9-16,0 0 5 0,-9-1 0 0,9 1-6 16,0 0 3-16,0 0-3 0,-9-3 4 0,9 3 5 15,0 0 1-15,0 0-2 0,0 0 3 0,0 0-3 16,0 0 1-16,0 0-1 0,0 0 4 0,0 0-13 16,-11-2 8-16,11 2 3 0,0 0 1 0,0 0-8 15,0 0-4-15,0 0 5 0,0 0-1 0,0 0 0 16,0 0 0-16,0 0 2 0,0 0-6 0,0 0 2 15,0 0-5-15,0 0 2 0,27-4 7 0,-27 4-14 16,10-3 5-16,-10 3 3 0,11-1 1 0,-4 1-2 16,-7 0 5-16,14-3-11 0,-4 1 6 0,-2 0-2 15,2 0 6-15,1-1-9 0,0 0 8 0,0 3 0 16,2-1-4-16,-1-2 6 0,0 0-10 0,0 3 5 16,1-3 0-16,1 2 0 0,-2-2 3 0,5-2-5 15,-3 4 3-15,0 1-1 0,3-3 1 0,-2 0-8 16,-2 2 5-16,1 1 11 0,3-4-14 0,-4 3-10 15,3-1 11-15,-2 2-1 0,0-2 3 0,0 2 2 16,-1 0-7-16,0 0 0 0,6 0 9 16,-6 0-6-16,1 0 1 0,2 0 1 0,2 0-2 0,-4 0-6 15,0 0 3-15,3-1 8 0,1 1-10 0,-5 0-1 16,3-1 2-16,3 0-1 0,-6-1-4 0,0 1 12 16,6 1-7-16,-4-1-1 0,2-2-5 0,1 2 2 15,-5-1-1-15,5 1 0 0,-6 1 0 0,0 0 4 16,3-1-11-16,-2 0 5 0,0 2-6 0,-3-1-2 15,3 0 2-15,-2 1 6 0,2-2-3 0,-2 2 2 16,0-2-15-16,0 1-2 0,1 0 1 0,-1 0 0 16,0-1 3-16,3 1-6 0,-3 0 2 0,2-1-1 15,0-1 8-15,1 2-1 0,-2-1 1 0,0 1 4 16,2-2 4-16,-2 1-3 0,0 1 1 0,2-1 1 16,-2 0-6-16,-1 1-4 0,1-2 6 0,1 2-2 15,-2-1-2-15,-1 1 5 0,2 0-1 0,-2 0 3 16,0-1-12-16,3 0 8 0,-5 2 2 0,-8-1 6 15,14 0 5-15,-8 0 0 0,-6 0-5 0,12 1 6 16,-12-1-4-16,8 0-3 0,-8 0-7 0,10 1 2 16,-10-1 2-16,0 0 0 0,10 3 1 0,-10-3 4 15,0 0-2-15,8 1 2 0,-8-1 1 0,0 0-3 16,10 1-2-16,-10-1 2 0,0 0-22 0,0 0 26 16,0 0-19-16,7 2-29 0,-7-2 14 0</inkml:trace>
  <inkml:trace contextRef="#ctx0" brushRef="#br0" timeOffset="107187.89">9881 14149 8 0,'0'0'31'0,"-8"0"-4"15,8 0 5-15,0 0-1 0,0 0 6 0,0 0-9 16,0 0 4-16,-11-1 2 0,11 1-2 0,0 0 2 16,0 0-1-16,0 0-1 0,0 0-6 0,0 0 9 15,0 0-5-15,0 0-1 0,0 0 0 0,0 0-1 16,0 0-2-16,29-13 11 0,-29 13-12 0,18-5-3 15,-10 5 9-15,2-2-6 0,1 0-1 0,1 1 0 16,3-3-6-16,-3 1 4 0,6 0-5 0,0 0-5 16,-2 2 1-16,-2-2-5 0,3 0 3 0,0 3-5 15,-3-3 8-15,0 2-2 0,3 0-7 0,-4 1 2 16,3-1 0-16,-2 0 1 0,-1 1-4 0,2 0-2 16,0 0-4-16,3 0 2 0,-5 0-5 15,1 0 3-15,-1-3-7 0,1 3 2 0,-3-1-1 0,3 1 0 16,-1-1-3-16,-1 1 3 0,0 0 2 0,-1-1-10 15,1 1 3-15,1 0 1 0,-1 0 9 0,-1 0-2 16,1 0-1-16,-2 0-1 0,3 0-5 0,0 0 6 16,-2 1 0-16,-1-1 3 0,2 0-1 0,-1-1 1 15,1 1 2-15,-2 0-6 0,1 0 3 16,1 0 6-16,-1-1-10 0,0 0 8 0,-1-2-3 0,1 3-1 16,0-1 6-16,-1 0-2 0,1 1 0 0,-3-3-6 15,0 2 5-15,2 0 3 0,1 0-4 0,-11 1 2 16,16-2 1-16,-7 2 2 0,-9 0-6 0,15-2 5 15,-15 2-1-15,14-2-5 0,-14 2 3 0,13-2 0 16,-13 2 4-16,11 0 0 0,-11 0-8 16,0 0 3-16,17-2 8 0,-17 2-2 0,0 0-2 0,13-3-3 15,-13 3-2-15,0 0 6 0,12 0-4 0,-12 0-2 16,0 0-1-16,12 0 6 0,-12 0-6 0,0 0 1 16,13 0 0-16,-13 0 1 0,0 0-2 15,0 0 1-15,11 2 4 0,-11-2 2 0,0 0 2 16,0 0 2-16,12 3-8 0,-12-3-5 0,9 2 10 15,-9-2-5-15,0 0 3 0,11 4 0 0,-11-4-2 0,0 0 10 16,9 2-7-16,-9-2-6 0,0 0 3 0,12 1-4 16,-12-1 0-16,0 0-7 0,11 1 2 0,-11-1-1 15,9 2-3-15,-9-2 5 0,0 0-1 16,18 0-1-16,-18 0 4 0,0 0-2 0,17 0 0 16,-17 0-5-16,0 0 1 0,15-1 0 0,-15 1 9 15,0 0 0-15,13 0-3 0,-13 0 4 0,0 0-6 0,0 0 6 16,12-1-2-16,-12 1 9 0,0 0-6 0,0 0-3 15,0 0 0-15,0 0-2 0,12-1 1 16,-12 1-3-16,0 0-11 0,0 0 5 0,0 0-10 16,0 0-3-16,0 0-7 0,0 0 4 0,7 0-5 15,-7 0 4-15,0 0-3 0,0 0-22 0,0 0-58 16,0 0 25-16</inkml:trace>
  <inkml:trace contextRef="#ctx0" brushRef="#br0" timeOffset="107345.04">10988 14083 6 0,'0'0'24'0,"0"0"0"0,0 0-3 15,0 0-4-15,0 0 0 0,14-4-3 0,-14 4 0 16,0 0-3-16,0 0 2 0,6 0-18 0,-6 0 1 16,0 0 1-16,0 0-9 0,0 0-12 0,0 0-24 15,0 0 12-15</inkml:trace>
  <inkml:trace contextRef="#ctx0" brushRef="#br0" timeOffset="139216.63">3670 15551 97 0,'0'-11'162'0,"0"11"-4"0,0 0-10 16,-1-13-1-16,1 13-14 0,-3-7-6 16,3 7-13-16,-4-5-6 0,4 5-7 0,-8-6-6 0,8 6-7 15,-10-4-1-15,10 4-2 0,-11-3-7 0,4 3-7 16,7 0-6-16,-16 0-7 0,6 0-3 0,-3 3-5 15,3 0-2-15,-2 2-4 0,-6 3-2 16,4 2 0-16,-4-1 1 0,4 3-4 0,-4-1-1 16,-3 9-4-16,1-2-6 0,4 2 3 0,6-6-4 15,-2 2-2-15,-2 1-4 0,6 0-4 0,-1 0-2 0,2-1 0 16,3 0 0-16,-1 1-1 0,2-5-1 0,2 4-4 16,1-5 1-16,1 1-1 0,1-2-3 0,0-1-1 15,1 0 1-15,-1-3 3 0,3-1-2 0,2 2 1 16,3-2-2-16,-1 0 1 0,2-3 0 15,1-2-1-15,-2 1 1 0,4-2-5 0,3-3 4 16,-3 0 1-16,1-4-2 0,3 0 3 0,-5-2-2 0,1 0-1 16,-3-2-2-16,2 2 2 0,-1-3-1 0,-2-1 0 15,-1 1 0-15,0 0 0 0,-2-2-2 0,0 0 3 16,-2-2 0-16,0 7 2 0,-2-8 6 16,-2 6-4-16,0 1 8 0,0 0 4 0,1 2 0 15,-1 2 10-15,-1 7-5 0,1-9-3 0,-1 9-4 16,2-9-2-16,-2 9-5 0,0 0-1 0,0 0-5 15,0 0-2-15,0 0-1 0,0 0 3 0,0 0-5 16,-3 32 3-16,2-21 1 0,-2 7-2 0,1 2-1 16,-1-1 2-16,-1-1-4 0,3 0 1 0,0 1-1 0,1-1 6 15,1-3-5-15,-1-1-1 0,1 2 6 16,4-5-4-16,-3 0-2 0,3 1 2 0,-1-3 0 16,1-1-1-16,0 1 3 0,0-1-3 0,1-3 3 15,-1 0 1-15,3-3 0 0,1 0-2 0,2-1 0 16,0-1 4-16,0-2-6 0,2-2 4 0,-1-1-1 15,3-6 2-15,-1 3-1 0,-1-7 1 0,-2 2-4 16,0-3 1-16,-1-1-1 0,0-1 4 0,4-5-7 16,-3 1 6-16,-3-2-3 0,-1 0 2 0,-1-1-4 15,-2 0 2-15,-3 5-2 0,0 1 3 0,0 1-1 16,-1 1 1-16,0 7-2 0,0 0 1 0,0 4-1 16,0 6 0-16,-1-12-6 0,1 12 3 0,-1-9-4 15,1 9-2-15,0 0 0 0,0 0 4 0,0 0-3 16,0 0 3-16,0 0 0 0,-4 28-2 0,7-12 2 15,-3 3-1-15,0-1 2 0,2 7 0 0,-1-8 0 16,2 2 3-16,0-1-3 0,-1 2 0 0,1-3 0 16,-1 3 3-16,4-4-1 0,-3 1-3 0,0 0 5 15,2-1 0-15,-1 0-4 0,-2-3-6 0,2-1-1 16,-1-2-4-16,-2 0 3 0,0 0-5 0,-2 1-3 16,0-2-3-16,-2 2 0 0,-1-2-8 0,0-2-1 15,-3 0 3-15,1 0-4 0,0 0-2 0,3-4 7 16,-3 0 6-16,6-3 3 0,-6 5-4 0,6-5 3 15,0 0 3-15,0 0-1 0,0 0 2 0,0 0-1 16,-5-14 2-16,5 14-1 0,14-23 4 0,-2 9 8 16,-1-3-11-16,6-5 3 0,-1-2 4 0,0 1-3 15,3 0 3-15,-1-3-2 0,-2 1 2 0,2 0 3 16,-1 0-5-16,2 2 11 0,-4 2 6 0,3-2 4 16,-5 1 6-16,0 6 7 0,-3 3 4 15,-2 3 8-15,-5-1 10 0,4 5 7 0,-3-4 0 16,-4 10-7-16,6-9-3 0,-6 9-7 0,3-8-1 0,-3 8-8 15,0 0-3-15,0 0-5 0,0 0 1 0,0 0-8 16,-26 18 6-16,17-9-8 0,-4 4 3 0,3 0-6 16,0-2 0-16,2-2-3 0,3 3 0 0,1 3 3 15,0-5-6-15,2 3-3 0,3 0 0 16,2 1-2-16,1-2 2 0,6 3 0 0,0-1 1 16,3-1 1-16,2 1 0 0,-1-1-3 0,3-1-1 15,-3 0 1-15,0 0 1 0,0-2 0 0,0 3-1 16,-5-5 2-16,0 2-1 0,-1-3-2 0,-2 5 2 15,0-4-3-15,-2 1 3 0,-3-2-3 0,-1 1 6 16,-1 1-2-16,-4-1 2 0,-1 1-1 0,-1-2 0 16,-2 1-1-16,-1-2-6 0,-1 3-2 0,0-2-7 15,2-1-18-15,-3-1-20 0,1-1-10 0,0 0-21 16,-1-1-14-16,2-2-23 0,10-1-37 0,-14 2-27 16,14-2-29-16,0 0-129 0,-15-3-371 0,15 3 163 15</inkml:trace>
  <inkml:trace contextRef="#ctx0" brushRef="#br0" timeOffset="139583.91">4264 15726 83 0,'6'-9'184'0,"-2"3"2"15,-1 0-2-15,-3 6-14 0,5-10-10 0,-2 7-21 16,-3 3-11-16,0 0-15 0,0 0-10 0,0 0-7 16,0 0-7-16,6 13-7 0,-5-2 1 0,1 0-5 15,-1 0-6-15,1 5-7 0,0-4-1 0,-1-1-12 16,1 0-4-16,2 1-6 0,3 3-4 0,-3-4-3 15,3-1 0-15,1-1-3 0,1 0-4 0,0-1 1 16,4-1-4-16,-2-1 0 0,1-5-4 0,2 0 2 16,-1-1-1-16,2 0 1 0,-4-1 4 0,2 1 5 15,-1-3 1-15,-3 0-2 0,-2-4 3 0,1 0-3 16,-3 3-2-16,0-3 0 0,-2 2-3 16,1-5 2-16,-2 1-5 0,-2-1-2 0,-1-2-2 15,0-1 2-15,-1 4-6 0,0-2-3 0,0 4 1 0,2 7-1 16,-2-11-1-16,2 11-4 0,-3-8-5 0,3 8 3 15,0 0-8-15,0 0 1 0,0 0 4 0,0 0-2 16,-4 21 0-16,3-5 0 0,1 0-1 16,0 0 2-16,0 0 0 0,1 0 2 0,2 4-2 0,1-5-6 15,-2 3-24-15,4 0-26 0,-3-6-30 0,6 3-44 16,-4 0-37-16,-1-4-37 0,1 0-189 16,2-2-423-16,-3-1 187 0</inkml:trace>
  <inkml:trace contextRef="#ctx0" brushRef="#br0" timeOffset="140270.37">4642 15865 112 0,'0'0'179'16,"0"0"-2"-16,0 0-2 0,0 0-7 0,0 0-5 16,0 0-11-16,0 0-9 0,0 0-7 0,-3 24-9 15,3-24-6-15,-3 10-3 0,3-10-5 0,-2 10-5 16,2-10-5-16,-2 9-6 0,2-9-9 0,-3 8-1 15,3-8-2-15,-2 6 13 0,2-6 8 0,0 0 11 16,0 0 13-16,0 0 0 0,0 0-12 0,0 0-14 16,0 0-16-16,0 0-4 0,0 0-3 0,0 0-14 15,3-24-5-15,-1 14-2 0,3 0-11 0,0-2-7 16,1-1-4-16,-1 0-4 0,2-1-11 0,2 0-21 16,-1 4 12-16,0 0 0 0,-1 0-4 0,2 1-7 15,0 3-1-15,-2 1-5 0,-1 3 3 0,2-1-1 16,-8 3-1-16,14 3 2 0,-5 0 3 0,1 3-10 15,-1 1-9-15,-3 1 10 0,1 2 5 0,1 2 0 16,-1-4 1-16,-2 2-2 0,0 1-2 0,0 0 3 16,0-1-1-16,-1 0-9 0,0-2 4 0,-4-8-2 15,5 11-3-15,-5-11-1 0,5 8 1 0,-5-8 4 16,0 0-3-16,4 8 9 0,-4-8-5 16,0 0 2-16,0 0-9 0,0 0-2 0,0 0-1 15,0 0-9-15,0 0-1 0,12-17 6 0,-11 11-3 16,1-3-7-16,4 0-13 0,-4-1-8 0,6-5-8 0,1 2-1 15,-3 3 3-15,3 0 5 0,1-2 4 0,2 4 4 16,-5 2 4-16,4 0 2 0,-2-1 2 16,-2 6-2-16,0-1 10 0,-7 2 1 0,19 3 2 15,-13 1 3-15,3 2 1 0,0 1 4 0,4 0 2 16,-4 0 0-16,1 2 3 0,0 0 0 0,-1 0 3 16,0-2 2-16,1-2 1 0,-1 2 9 0,3-3 6 15,2-2 7-15,-1 1 8 0,2-3-4 0,2-1 5 16,2-3-2-16,0 0 2 0,-1-3-1 0,2-2-1 0,-3 0-2 15,3 0-1-15,-3-3 1 0,-2 1 5 16,-2-2 2-16,0-1 0 0,-4 0-5 0,-1-1 1 16,-2-1 1-16,-2 3 4 0,-3-3 2 0,-1 0-2 15,-3 1 0-15,0 3 1 0,-2 2-4 0,1 1-9 16,-1 1 8-16,-2 4 2 0,1 1-7 0,-7 3-3 16,0 3 3-16,-3 5-6 0,-1 2-9 0,1 5 8 15,-4 4 0-15,4 0 1 0,5-2-7 0,0 6 3 16,6-5-1-16,2 2-20 0,2-3-34 0,5 2-43 15,0 0-42-15,7 3-73 0,1-6-70 0,2 0-194 16,10-1-506-16,8-3 225 0</inkml:trace>
  <inkml:trace contextRef="#ctx0" brushRef="#br0" timeOffset="140679.91">6074 15563 1855 0,'9'-26'30'0,"-3"-2"-15"0,-1 4 22 0,-1 6 4 0,-3 5 11 15,2 2 18-15,0 2-14 0,-1 3-11 0,-2 0-14 16,0 6-6-16,3-7-2 0,-3 7 10 0,0 0 12 16,8 20 13-16,-5 7 23 0,-2 4 0 0,-1 2 9 15,0 13-2-15,-5 2-8 0,3-2-8 0,-5-10-18 16,5-1 7-16,-2-2-7 0,0-1-3 0,0 2-4 15,2-4-6-15,-3 1-1 0,2-2-2 16,3-4-11-16,-4-1-26 0,7-7-23 0,-3 2-31 0,-3-3-46 16,2-4-51-16,1-3-65 0,0-1-57 0,-3 0-147 15,2-2-453-15,1-6 201 0</inkml:trace>
  <inkml:trace contextRef="#ctx0" brushRef="#br0" timeOffset="141745.01">6137 15767 31 0,'13'-13'130'0,"2"3"-4"0,0-4 2 0,-2 4-3 15,1-2-3-15,-1-2 1 0,-1 4 4 0,0 1 1 16,-2-4-2-16,2 2-3 0,-5 1-5 16,1 3 5-16,-2-4 5 0,1 1-7 0,-5 0-3 15,3 0-11-15,-3 0-5 0,-4 0-9 0,2-1-7 16,2 4-6-16,-2 7-10 0,-2-14-5 0,2 14-8 0,0-10-7 15,0 10-7-15,-1-7-6 0,1 7-7 16,0 0-2-16,0 0-3 0,0 0 3 0,5 39-2 16,-2-12 2-16,-5 3-3 0,4 4-1 0,-2-2 0 15,1 2 2-15,-1-1-2 0,1-2-1 0,-1 0-6 16,0-2-3-16,-1-2 4 0,1-1-2 0,0-8-2 16,0 1 1-16,0-4 1 0,0-3-7 0,-1-1 2 15,2 0 2-15,-1-5-5 0,0 0-1 0,0-6 5 16,1 11 2-16,-1-11-2 0,2 6-2 0,-2-6 1 15,7 1 0-15,-7-1-3 0,0 0-1 0,21-11 1 16,-12 3-5-16,6-5 3 0,-1 0-1 0,1-1-5 16,5-5 2-16,-5 8-2 0,0 0 1 0,-1 1-1 15,0 1-4-15,-1 3-1 0,-1-1-1 0,-1 5 0 16,-2 0 1-16,-3 1 3 0,5 2-2 0,-2 3-1 16,2 0 3-16,-2 0-1 0,1 1 0 0,2-1 3 15,-2 0 1-15,0 2-4 0,2 1 2 0,-2-4 4 16,0 0-2-16,2 0 3 0,1-1-3 0,0-2 7 15,7-2 0-15,0-2-2 0,-1 0 3 0,-1-1 3 16,4-3 3-16,-3 0 2 0,-1-1 1 0,0-1 6 16,-1 1 2-16,-4 0-7 0,-1-2 0 0,-3 2-2 15,0-2-1-15,-1 1 1 0,-3-2-1 0,0 1-4 16,-3-2-3-16,0 2 5 0,-2 1-6 0,-2 3 0 16,0-1 2-16,-3 1-3 0,0 3-1 0,-6 1-1 15,-1 4 0-15,0 2 0 0,-6 6 2 0,-6 3 0 16,2 3 0-16,0 0 1 0,2 1-3 0,2 3 4 15,4-6-4-15,4 3-1 0,1-4 2 0,1 3-2 16,4-2-3-16,3-1 3 0,-1-1-2 0,3-3-2 16,3-1 3-16,1-1-5 0,0 0-1 0,1-2 0 15,2-1-3-15,2-2-5 0,3-1-1 0,5-3 1 16,0-2 0-16,-7 0 6 0,2 2-1 0,-1-2 5 16,-1-1-1-16,-2 0-4 0,-1 0 5 0,-1-3-2 15,1 3 1-15,-3-3 2 0,-1 1 0 0,0 3-5 16,-3-1-4-16,-1 6 6 0,3-12-1 0,-3 12 3 15,1-9-5-15,-1 9-1 0,0 0 4 0,0 0-4 16,3-4-1-16,-3 4 1 0,0 0 4 0,0 0-2 16,0 0 1-16,2 22-1 0,-2-22 2 0,-1 14 3 15,5-5-5-15,-1-1 8 0,0-4-1 0,2 4 5 16,1 1 3-16,0-4 9 0,5 1 8 16,-1-1 4-16,3-2 0 0,1-2 0 0,3-1-6 0,2 0-5 15,1-1 1-15,-2-4 6 0,3 1-10 0,-8-1-2 16,3 0 5-16,1-5 4 0,-1 2-15 0,-4-3 18 15,2 1 4-15,-5-4-2 0,-4 4-4 0,3-8 2 16,-2 1-3-16,-4-1 6 0,2-8-7 0,-1 3-5 16,-3-2-3-16,0-3 6 0,-1 1-10 0,-1-2 0 15,-2-3 11-15,2 5-10 0,-1 0-4 0,-3 3-3 16,2 8 7-16,3 3 11 0,-3 1 7 0,4 5-9 16,-2 0 3-16,2 7 0 0,-2-12-1 15,2 12-16-15,-1-7-6 0,1 7 9 0,0 0-10 0,0 0 4 16,3 33 6-16,-1-7 1 0,-3 2-2 0,1 5 0 15,-1 1-15-15,1 0 15 0,-2 0 3 16,1-2-1-16,1 1-3 0,-3-4-2 0,3 1-4 0,-2 1 12 16,3-5-7-16,-1-7 5 0,3-1-4 0,-2 0-4 15,2 1 6-15,-2-4-3 0,1 2 3 16,0-6 0-16,-1 1-10 0,2-3-12 0,-1-2-16 16,-1-1-28-16,2 1-28 0,-3-7-23 0,5 8-24 0,-5-8-22 15,0 0-34-15,0 0-56 0,0 0-43 16,0 0-29-16,0 0-166 0,0 0-521 0,4-28 232 0</inkml:trace>
  <inkml:trace contextRef="#ctx0" brushRef="#br0" timeOffset="141978.9">7080 15705 191 0,'-6'-7'177'0,"6"7"-16"0,0 0-8 0,-3-6 1 15,3 6-6-15,0 0-2 0,0 0-1 0,0 0 7 0,19-1-5 16,-8 2-3-16,7-4-1 0,3 2-3 0,5-1-6 15,5-1-3-15,-1 0-4 0,-1-2-9 16,-7 2-6-16,-3-1-8 0,0 0-7 0,-6 3-10 16,-2-1-2-16,1-1-9 0,-6 1-7 0,1 0-2 15,-7 2-12-15,12 0-2 0,-12 0-7 0,8 0-17 16,-8 0-11-16,0 0-24 0,0 0-25 0,0 0-36 16,0 0-41-16,0 0-43 0,0 0-57 0,0 0-57 0,0 0-165 15,0 0-464-15,-42 4 206 0</inkml:trace>
  <inkml:trace contextRef="#ctx0" brushRef="#br0" timeOffset="143115.29">533 15402 137 0,'0'0'201'0,"0"0"-8"16,-11-43-11-16,11 43-21 0,0 0-18 15,0 0-15-15,0 0-17 0,0 0-5 0,0 0-14 16,0 0-4-16,0 0-17 0,0 0 1 0,0 0-3 16,-13 90-6-16,7-53 29 0,2 11-12 0,-7-2-3 15,-3-1-11-15,7-11-6 0,1 1-14 0,-3-3 2 16,5-2-9-16,4-30 4 0,-10 55-10 0,4-37-1 15,6-18-5-15,-7 31 3 0,7-31-6 0,0 0-1 16,0 0-4-16,-4 35 2 0,4-35 0 0,0 0-1 16,0 0 0-16,0 0-1 0,0 0-3 0,0 0 0 15,0 0 0-15,0 0-4 0,0 0-6 0,0 0 6 16,0 0-6-16,0 0-7 0,58-69 11 0,-58 69 1 16,24-28-13-16,-10 14 8 0,-14 14-4 0,0 0 2 15,30-15-6-15,-30 15 0 0,0 0 5 0,33-8-3 16,-33 8-3-16,0 0 4 0,0 0-1 0,49 11 1 15,-49-11 1-15,31 9-3 0,-31-9 1 16,37 12 3-16,-37-12 1 0,36 5 0 0,-17-4 1 16,-2-1 2-16,1-1-4 0,0-3 2 0,0 0 4 15,0-3-1-15,-1-1-5 0,-1-1 4 0,-2 1 4 16,-5-2 2-16,5-1 0 0,-3-1 0 0,0-1 0 16,-4-1 1-16,-1 2 0 0,-3 1-2 0,3-5-2 15,-4 0-3-15,-1 0 3 0,-1 4-3 0,-3 2-12 16,1-2 13-16,-2 2-3 0,0 3-2 0,-4 0-2 15,8 7 1-15,-11-10 2 0,11 10-2 0,-13-5-3 16,13 5-1-16,-16 5-1 0,7 2-3 0,9-7 0 16,0 0 3-16,-38 43 3 0,24-22-6 0,3 3 4 15,11-24-1-15,-18 40-2 0,18-40 3 0,-2 36-1 16,4-18-1-16,2-2 3 0,4 0-17 16,2-3-22-16,4-2-25 0,1 2-22 0,3-4-31 15,3-1-42-15,5-2-46 0,-4-3-168 0,-1-1-406 0,6-6 180 16</inkml:trace>
  <inkml:trace contextRef="#ctx0" brushRef="#br0" timeOffset="143334.31">1182 15394 163 0,'-4'-11'218'0,"4"11"-17"16,0 0-25-16,0 0-14 0,0 0 1 0,0 0-1 15,0 0-2-15,0 0-8 0,-7 57-4 0,6-25-13 16,1 1-16-16,1 0-9 0,-1 4-23 0,0-3 1 16,0 2-6-16,0-1-4 0,0-3-10 0,2 0-8 15,-2-3-16-15,0 0-30 0,0-2-31 0,2-3-43 16,1-5-49-16,-2-2-42 0,0-4-58 0,-1 0-132 16,0-13-370-16,-1 16 165 0</inkml:trace>
  <inkml:trace contextRef="#ctx0" brushRef="#br0" timeOffset="143502.87">1027 15713 12 0,'0'0'162'0,"0"0"-7"16,0 0-24-16,0 0-5 0,0 0-17 0,27-2-15 15,-9 0-27-15,2 1-31 0,7 1-36 0,2-4-30 16,1-1-21-16,3 0-12 0,-1 3-62 15,1-5-136-15,-1 1 61 0</inkml:trace>
  <inkml:trace contextRef="#ctx0" brushRef="#br0" timeOffset="144134.7">1554 15630 32 0,'0'0'140'0,"10"-5"0"16,-10 5-6-16,0 0 2 0,0 0 2 0,13-3-6 16,-13 3 3-16,0 0-11 0,0 0-15 0,0 0-11 15,0 0 0-15,0 0-5 0,0 0 2 0,0 0 0 16,10 12 5-16,-10-12-10 0,-3 20 0 0,3-20-8 15,-2 26-3-15,2-9-4 0,0-1-8 0,0 0-6 16,1-2-7-16,3 0-4 0,0-2-6 0,-1-1-4 16,3-1-3-16,-1-1-1 0,1-1-5 0,-6-8 1 15,18 12-3-15,-10-9-3 0,-8-3 1 0,23 7-3 16,-12-7-1-16,-11 0-1 0,26-7 0 0,-11 1-2 16,-1-2-9-16,-2 2 9 0,2-6-3 0,-1-1 0 15,0 2-4-15,-2-3 0 0,-2-1 6 0,0 0 4 16,-2 1-4-16,-1-3-2 0,-1 5-1 0,3-5 1 15,-5 6-4-15,-1-3 5 0,-2 14 3 0,7-16 4 16,-7 16 0-16,2-12-5 0,-2 12-3 0,0 0-7 16,4-11-4-16,-4 11-4 0,0 0 0 0,0 0-1 15,0 0 3-15,0 0 5 0,13 29 5 16,-9-13-3-16,-3-5 4 0,2 7-5 0,3-4-7 16,-3 2 12-16,1-1-5 0,1-2 2 0,0-2-6 15,-1 0 8-15,1-2-3 0,-5-9-2 0,11 16 2 16,-4-9-1-16,3-1 4 0,0-1-2 0,0-1-12 0,-10-4 11 15,28-2 5-15,-10-1-3 0,-1-3-13 16,2-1 11-16,-1-2 4 0,-1-3-5 0,-2 2-2 16,-2-5 4-16,-3 1-6 0,5-2 5 0,-6-1-3 15,4-5 4-15,-8 5-1 0,0 0-2 0,-2 0-4 16,-1 5 6-16,-2 12-3 0,-1-24-2 0,1 24-3 16,-1-17 8-16,1 17-3 0,0 0-4 0,-5-17-2 15,5 17-2-15,0 0-7 0,0 0 6 0,0 0 1 16,0 0-2-16,-25 25-2 0,22-12 5 0,-4 5-5 15,5 2 0-15,0-2 2 0,2 0 0 0,0 1 2 16,4-1-4-16,0-1 0 0,2 1 2 0,2-2 1 16,2-2 0-16,-5 0-4 0,4 1 2 0,2-1 1 15,0-1 7-15,-6-3-5 0,3-1 2 16,-3 1-2-16,-5-10 4 0,8 18 7 0,-6-7 4 16,-2-11-6-16,2 20 10 0,-2-20-6 0,-7 16-3 15,0-7-14-15,-1 0-13 0,-1-2-18 0,-1 3-23 16,-1-4-31-16,1 2-36 0,-1-3-48 0,11-5-80 15,-21 7-232-15,21-7-526 0,-23 0 232 0</inkml:trace>
  <inkml:trace contextRef="#ctx0" brushRef="#br0" timeOffset="146016.84">8217 15847 50 0,'0'0'143'0,"0"0"-3"0,0 0-9 16,0 0 1-16,0 0-11 0,0 0 8 15,0 0-12-15,0 0-7 0,0 0-1 0,0 0-5 16,0 0-7-16,0 0-5 0,18-6-1 0,-8 3-2 15,-3-1-13-15,3 0-3 0,-4 0-8 0,6-3-4 0,-2 0-6 16,3-1-4-16,2 1 1 0,-1-2-3 0,-2 2 4 16,-2-2-7-16,-1 3-1 0,0-3-1 0,-2 0-1 15,1-1-5-15,1 0-3 0,-3-1-3 0,-2 0 1 16,4 0-7-16,-3 1 1 0,-2 0-4 16,0-2 1-16,0 3-6 0,-3 0 5 0,0 9-6 15,-1-13 2-15,1 7-8 0,0 6 0 0,-8-13-4 16,2 11-2-16,-1-1-2 0,-3 2 2 0,-3-1 1 15,-4 5-2-15,0 1-3 0,-4 2 0 0,2 1-2 16,-9 5 1-16,6 4-1 0,7-6 1 0,-8 6-1 16,1 2 0-16,8-3-4 0,1 1-4 0,-1 6 5 15,4-5 6-15,2 2-2 0,2 4 1 0,3-3-1 16,3-1 2-16,4 5 0 0,3-6-5 0,3-3 6 0,9 5 1 16,0-1 6-16,-1-7-3 0,6 2-2 15,3 0-2-15,1-3-4 0,0-2-18 0,1 2-18 16,-9-5-27-16,1-3-35 0,-1-1-27 0,2-1-30 15,-3 0-24-15,-4 1-23 0,2-2-108 0,-6-1-338 16,2-1 150-16</inkml:trace>
  <inkml:trace contextRef="#ctx0" brushRef="#br0" timeOffset="146812.22">8599 15834 53 0,'0'0'120'0,"0"0"19"0,0 0 5 0,0 0 0 16,0 0-13-16,0 0 0 0,8 19-1 0,-4-10-7 16,-3 4 0-16,0-2-7 0,-1 1-12 0,-1 2-8 15,1-4-6-15,-1 2-6 0,-1-1 4 0,0 0-10 16,1 0-2-16,-1-2-8 0,1-1-3 0,1-8-3 16,-1 10 10-16,1-10 5 0,-1 9 10 0,1-9 12 15,-3 6 4-15,3-6-9 0,0 0-12 0,0 0-2 16,-9 2-11-16,9-2-7 0,0 0-4 0,-9-11-6 15,3 6-2-15,6 5-9 0,-4-11 0 0,1 0-7 16,2 4-2-16,1-5-5 0,1 1-3 0,1-1 5 16,0-1-3-16,1-2-13 0,2 0 2 0,0-1-14 15,-1 4 1-15,2 2 27 0,1-2 1 0,-1 1-4 16,4 3-7-16,0 0-7 0,-2 2-2 0,3 3-3 16,0-1-12-16,-1 3 17 0,4 1-6 0,-2 1-4 15,0 3-1-15,-2 3-1 0,1 1 0 0,-1 0 0 16,-1 1 3-16,-3 0-3 0,-1 2 1 0,2 0-2 15,-2 0 3-15,-3-3 1 0,4 3-3 0,-5-1 0 16,0-3 4-16,0-1-2 0,1 1-5 0,-2-7 12 16,2 9-1-16,-2-9 6 0,2 7 12 0,-2-7 10 15,0 0 4-15,0 0-4 0,0 0-1 0,0 0-3 16,0 0-8-16,0 0-2 0,0 0-1 0,0 0 4 16,0 0-9-16,0 0-3 0,-4-28-18 0,6 18 13 15,3-2-7-15,3-3-7 0,1-2-11 0,3 1-5 16,1-5 2-16,-1 4 3 0,2 5-2 0,-2 0 1 15,3 2-1-15,-4 2-2 0,0 2 5 0,-1 2-3 16,0-1 2-16,0 4 1 0,1 1 0 0,-1 4 1 16,0 2 1-16,-2 0 1 0,2 2 4 0,-4 2-4 15,-1 1 1-15,1-1 2 0,-4 3 2 0,6-2-2 16,-6 3 2-16,2-3 1 0,0 0 0 0,1 0 2 16,-1-1 5-16,-1 1 5 0,4-5-6 15,-3 3 3-15,2-3 7 0,1-1-6 0,0 1 18 0,6-4-6 16,-4 1 5-16,3-5-6 0,-1 2 2 0,2-2-1 15,0-1 3-15,2-3-1 0,2-1-3 0,-6 1-4 16,3-4 0-16,-4 0 7 0,2 0-6 0,-4 0 1 16,-2-1-5-16,2-5-1 0,-5 5 3 0,-3-4-3 15,0 3-2-15,-1-2 3 0,-1-1-2 0,-1 0 1 16,-3 0-1-16,1 3-5 0,1 4-6 0,-1-4 16 16,1 7-5-16,1 0-5 0,3 5-1 15,-4-6-5-15,4 6 6 0,0 0-4 0,0 0 1 0,-20 13 0 16,16-4 1-16,0 1-2 0,3 0 4 0,1 2 0 15,0 0 5-15,1 5-6 0,1-5 0 0,3 3 2 16,-1-3-15-16,6 2-19 0,-4-5-23 0,4 4-32 16,-1-4-35-16,5 1-33 0,-2-4-45 15,6-1-44-15,-7 2-45 0,2-5-152 0,-3 1-479 0,1-2 213 16</inkml:trace>
  <inkml:trace contextRef="#ctx0" brushRef="#br0" timeOffset="146969.81">9117 15541 50 0,'0'0'152'0,"0"0"-28"0,0 0-27 0,0 0-34 16,0 0-41-16,0 0-39 0,0 0-66 0,13 28-87 15,-5-22 38-15</inkml:trace>
  <inkml:trace contextRef="#ctx0" brushRef="#br0" timeOffset="147209.06">9375 15577 39 0,'4'-5'186'0,"1"-1"-3"15,-1 0-6-15,0 0-8 0,-4 6-8 0,6-14-14 16,-5 8 1-16,1-1 3 0,-2 7 2 0,3-10 2 16,-3 10-10-16,3-8-11 0,-3 8-13 0,0 0-16 15,4-4-7-15,-4 4 0 0,0 0 7 0,5 22 9 16,-3-5 9-16,1 2 2 0,-2 11-3 0,0-1-10 15,2 2-10-15,-4-3-6 0,-1 2-6 16,2-1-12-16,-1 2-7 0,-1-2-8 0,2-2-5 0,0 0-4 16,-2-1 0-16,1-8-12 0,1 2-23 0,0-1-22 15,0-2-29-15,1-5-36 0,-1-1-34 0,2 2-39 16,-4-3-48-16,4-2-50 0,-2-8-34 0,-2 10-186 16,2-10-496-16,0 0 219 0</inkml:trace>
  <inkml:trace contextRef="#ctx0" brushRef="#br0" timeOffset="147378.91">9279 15744 163 0,'0'0'173'0,"0"0"-8"0,0 0-18 0,17-6-12 16,-8 6-12-16,5 0-11 0,2 0-10 0,2 0-18 15,0-1-27-15,4 1-33 0,5-2-33 0,-4 2-34 16,2-3-30-16,-4 2-21 0,-1 0-84 0,-3-1-192 15,-3-1 84-15</inkml:trace>
  <inkml:trace contextRef="#ctx0" brushRef="#br0" timeOffset="147583.5">9642 15632 67 0,'4'-10'107'0,"-3"0"1"0,2-3-3 16,-3 4 23-16,1-2 6 0,-1 4 8 0,1-3-4 16,-1 10 1-16,-1-11 3 0,1 11 1 15,-1-10-13-15,1 10-11 0,0 0-16 0,0 0-9 16,0 0 12-16,0 0 2 0,0 0 2 0,0 0-2 0,-4 29-5 15,3-11 0-15,-2 6-4 0,2 0-8 0,-3 3-12 16,3-2-7-16,-1 2 7 0,1-4-20 16,0 3-2-16,-3-9-7 0,4 4-10 0,1-2-20 0,0-2-24 15,-1-1-32-15,3 2-17 0,-3-6-37 16,1 3-53-16,2-2-44 0,-1-5-55 0,0 3-146 16,-2-4-421-16,0-7 186 0</inkml:trace>
  <inkml:trace contextRef="#ctx0" brushRef="#br0" timeOffset="147747.75">9564 15753 78 0,'0'0'182'0,"3"-10"-15"0,-3 10-17 0,6-6-17 0,0 3-18 15,-6 3-35-15,17 0-40 0,-7 0-48 16,1 3-44-16,-1 0-96 0,-1 4-160 0,0-1 71 15</inkml:trace>
  <inkml:trace contextRef="#ctx0" brushRef="#br0" timeOffset="148318.91">9760 15994 90 0,'6'0'185'0,"-6"0"-4"0,0 0-7 16,14-4-2-16,-6 0-8 0,-3-1 3 0,4-3-4 15,0 5-7-15,0-5-8 0,0 0-6 0,-2-1 0 16,5-4-11-16,-5-1-11 0,3 1-6 0,0-2-7 16,-4 1-6-16,0-3-8 0,1-1-5 0,-3 3-9 15,-2-3-10-15,-2 2-3 0,-1-1 1 0,-2 6 1 16,2-1-10-16,-3 0-7 0,2 1-12 0,-2 2 6 16,0-2-2-16,-1 6-3 0,1 0-9 15,-5-1 1-15,3 2-6 0,-2 3-8 0,8 1 0 0,-20 5 3 16,11 0 2-16,1 2-12 0,-3 1 1 0,4 4 2 15,-2 0 0-15,0 4-2 0,4-3-2 16,1 2-1-16,0-1 1 0,3-1 1 0,0 0-1 0,2 2-2 16,0-3 0-16,3 0 2 0,3-2-2 0,-1-1-2 15,2 1 1-15,1-2 3 0,7 1 7 0,-3-4-7 16,4-1-7-16,2-1 3 0,0 0 1 0,-1-3-2 16,1-1 5-16,-4 1-6 0,-1-2 3 0,4-1-1 15,-1 1 8-15,0-5-8 0,-5 3 0 16,4-2-1-16,-6-2 3 0,-1 0-2 0,6-2 0 0,-8 1-2 15,-2-1 0-15,0-3 0 0,-1 0-8 0,1 1 5 16,-4 1-5-16,0-5 5 0,1 0-2 0,-2 4 1 16,1 1-2-16,0 1 11 0,-1 0-13 0,0 3 3 15,0 7-1-15,3-12-2 0,-2 6-1 16,4-1 0-16,0 3-4 0,3-1 2 0,-1 3-2 16,4-1 4-16,-11 3 1 0,13 4-4 0,-1-1-2 15,-1 2 0-15,0 3 7 0,-2-1-4 0,1 2 14 0,-2 1-1 16,-1 0 0-16,0 6 2 0,-3-3 3 0,1 1 1 15,-4-2 1-15,2-1 1 0,-2 2-16 0,-2 0 14 16,2-1-5-16,-1 0 5 0,-1 0-4 0,2-1-8 16,-2 1-26-16,1-3-32 0,0 0-28 0,0 0-44 15,0-9-57-15,1 14-69 0,0-8-247 16,-1-6-546-16,8 9 242 0</inkml:trace>
  <inkml:trace contextRef="#ctx0" brushRef="#br0" timeOffset="148902.01">11314 15675 223 0,'-5'-9'236'15,"-4"1"-11"-15,-2 3-16 0,-7-1-6 0,-2 0-16 16,-8 4-9-16,6 2-16 0,-5 4-9 0,-1 7-15 15,1-1-13-15,1 3-11 0,4 3-10 0,0 0-14 16,2 4-2-16,-1-2-12 0,8-5-9 16,6 4-4-16,-5 0-4 0,8 0-8 0,2-2-4 0,5 0-2 15,2 2-8-15,5-5-1 0,0 1-3 0,7-2-4 16,-2-5-2-16,4 2-3 0,-1-1 10 16,2-6-14-16,1 1-1 0,-1-2-1 0,3-2 1 15,5-2-3-15,-8-2-1 0,-2 0-4 0,-1 1 5 16,-1-5-3-16,-1 0 1 0,-6 1 0 0,1-4 1 15,0-2-7-15,-4 3 5 0,0-3 0 0,-3-1 0 0,-1-2-1 16,2 1-6-16,-4 0 4 0,-1 1-2 0,-1 0-4 16,0 6 9-16,1 0 0 0,-1 3 6 0,2 7-6 15,-2-14-3-15,2 14-2 0,-2-7-9 16,2 7 6-16,0 0 5 0,0 0-8 0,0 0 0 16,3 25-3-16,-3-12 6 0,1-2-4 0,1 6 6 15,-1-1-3-15,1 0-2 0,2 2 2 0,3 0 1 0,0-2-14 16,0 0-17-16,-1-2-24 0,2-3-31 0,2 4-22 15,-4-7-48-15,1 3-42 0,0-5-26 16,0 0-30-16,-2-1-148 0,1-1-430 0,-1-2 191 16</inkml:trace>
  <inkml:trace contextRef="#ctx0" brushRef="#br0" timeOffset="149263.47">11508 15740 181 0,'0'0'194'16,"0"0"-4"-16,6 18 1 0,-2-10-14 0,-4 2-7 16,0 0-15-16,1 1-13 0,1-3-14 0,-1 4-9 15,-1-3 2-15,0 3-10 0,1-2-6 0,-1 0-10 16,2-3-9-16,-1-1-7 0,-1-6-9 0,0 10-2 16,0-10 0-16,0 8 7 0,0-8 4 0,0 0 6 15,0 0 2-15,0 0-16 0,0 0-11 0,0 0-3 16,0 0-5-16,0 0-8 0,9-22-2 0,-7 13-5 15,4-2-3-15,1-4-8 0,1 1-1 0,2-1-6 16,0 1-2-16,2-3-6 0,-1 3-2 0,1 0-1 16,2 1 0-16,-6 3-3 0,1 2 4 0,-1 3-4 15,4 0-4-15,-1 3-3 0,-2 2 4 0,3 1-5 16,-6 2 0-16,3 1 3 0,-1 5-1 0,-4 3-2 16,2 3 8-16,-2-3-4 0,-1 3-4 0,-1 2 3 15,-1-3 1-15,2 5 0 0,-4-3-3 0,-1-1-16 16,1-2-33-16,-1-2-42 0,-1 1-52 0,6-3-50 15,-3-2-51-15,0-7-182 0,0 0-461 0,2 16 204 16</inkml:trace>
  <inkml:trace contextRef="#ctx0" brushRef="#br0" timeOffset="149710.74">12096 15704 140 0,'-15'-10'214'15,"3"7"3"-15,-5-3-6 0,0 5-2 0,-3 0-10 16,2 3-9-16,-1 1-11 0,-1 3-7 0,2 3-14 16,0 1-8-16,1 3-3 0,3-1-15 0,1 3-12 15,1-2-12-15,-1 2-5 0,6 1-9 0,2-1-13 16,-1 0-2-16,6-4-8 0,0 2-10 0,4-3-4 16,2 1-6-16,4 0-1 0,3-1-11 0,3-3 3 15,-1 1-7-15,4-3-5 0,-6-2 4 0,5-1-12 16,3-2-2-16,-2 0 4 0,0 0-3 0,-2-3 0 15,-4 0-3-15,3-4-3 0,-1-2 0 0,-6 1-1 16,4-5-1-16,-2 0-2 0,-6-4 9 0,1 1-1 16,-3-2-3-16,1-9-12 0,-1 1-1 0,-5-3 3 15,1 2-4-15,-1-3 4 0,-3-1-3 0,3 2 0 16,-3-1 2-16,1-3-7 0,2 4 5 0,-2 0 2 16,0 5 6-16,1 5 5 0,0 2 13 0,1 1 13 15,2 8 9-15,-2-3 8 0,2 11-16 0,-1-10-5 16,1 10-4-16,0 0-15 0,0 0 6 15,0 0 2-15,11 23 1 0,-7-4-6 0,3 8 4 0,3 3-3 16,-3-2 10-16,0 3-11 0,-1 1-2 0,1 0-2 16,-1 0 2-16,0 0-9 0,-1-1 4 0,1-3-1 15,-4 1-15-15,0-3-34 0,2 3-29 0,-1-4-53 16,-1-5-53-16,-2-1-58 0,0-1-81 16,0 0-255-16,-2-2-611 0,-2 1 270 0</inkml:trace>
  <inkml:trace contextRef="#ctx0" brushRef="#br0" timeOffset="150463.2">12980 15593 28 0,'-6'-4'219'0,"6"4"-6"15,-13-10-14-15,8 7-8 0,-7 2-19 0,1-2-12 16,1 4-5-16,-4 2-7 0,-2 4-15 0,-2 2-8 16,3 1-7-16,-6 4-8 0,0 4-13 0,4-1 0 15,-1 2-11-15,5-3-6 0,1 1-8 0,5 1-6 16,3-2-7-16,2 3-5 0,-2-5-5 0,5-1-6 15,6 2-2-15,-1 0 0 0,-1-4-8 0,7-1 0 16,-1 0-5-16,7-2 0 0,0-2-3 0,4-2 0 16,3-1-5-16,4-1-1 0,-2-3-2 0,-7-2-6 15,9-1-2-15,-10-1-1 0,2-2 0 0,-2-2-2 16,-1 0-2-16,0-1-2 0,-2-1 1 0,-1 1-1 16,-3-2-2-16,-1-2 2 0,-5 5 2 0,-1-3-1 15,0-2-1-15,-1 4 2 0,-2-1-4 0,1 3-1 16,-3 1 1-16,0 7 0 0,2-13-1 0,-2 13 2 15,2-8-6-15,-2 8-1 0,0 0-4 0,0 0 7 16,0 0-4-16,0 0 5 0,0 0-3 0,-4 28 1 16,4-16 2-16,4-3 7 0,-2 0-7 0,5 3 4 15,-1-3-2-15,4-1 0 0,-1 2 0 0,4-4 5 16,-1-1-7-16,1-1 5 0,0 1 9 0,1-5-1 16,6 1 0-16,-3-2-2 0,0-3 1 0,0 0 5 15,-3 1 10-15,-5-2 8 0,1 0 2 0,-6-2 1 16,5-2-8-16,-5 0 0 0,0-2-5 0,-2 0-2 15,-2-1-5-15,0-4-1 0,-8 1 0 0,-1 1-5 16,-5 0 0-16,-1 0-4 0,-1 2 2 0,-2 0-3 16,-2 3-10-16,-3-5-13 0,5 9-11 0,0 2-13 15,1 2-13-15,1 2-15 0,2 0-25 16,0 2-23-16,1 0-27 0,4 3-35 0,-2 1-27 16,6-1-36-16,-1 4-123 0,6-10-396 0,-4 10 176 0</inkml:trace>
  <inkml:trace contextRef="#ctx0" brushRef="#br0" timeOffset="150721.46">13494 15409 115 0,'1'-11'227'0,"-2"0"2"0,1 11 2 15,0-20-6-15,0 20-17 0,1-13-20 0,-1 13-22 16,0 0-18-16,0 0-13 0,0 0 10 0,0 0-3 15,0 0 1-15,13 42-1 0,-12-17-10 16,1-1-11-16,0 6-12 0,0-3-7 16,0 0-4-16,-2 2-18 0,2-1 1 0,1-1-8 0,1-1-8 15,-2 1-6-15,0-2-4 0,0-7-24 0,2 2-27 16,-2-2-24-16,0-2-36 0,0 1-37 0,2-5-58 0,-4-2-50 16,3-1-32-16,-1-2-217 0,-2-7-488 15,2 13 216-15</inkml:trace>
  <inkml:trace contextRef="#ctx0" brushRef="#br0" timeOffset="150933.79">13722 15496 110 0,'2'-10'214'0,"-2"-3"1"0,-2 4 0 16,4 2-17-16,-2 7-16 0,0-12-24 0,0 12-15 15,0 0-2-15,0 0 11 0,0 0-9 0,0 0 4 16,5 28-6-16,-3-11-14 0,0 4-8 0,2 4-13 15,-4 0-11-15,5 3-8 0,-1-4-13 0,-2 3-4 16,4-1-10-16,-4-6-24 0,2 3-21 0,-2-2-28 16,-2-1-36-16,0-3-38 0,0 2-45 0,2-3-36 15,0 0-39-15,-1-3-175 0,-1-1-415 0,2-1 184 16</inkml:trace>
  <inkml:trace contextRef="#ctx0" brushRef="#br0" timeOffset="151199.94">13940 15920 100 0,'9'-8'164'16,"2"1"8"-16,-2-3-9 0,0 0 8 0,2-3-9 16,1 0-9-16,-2-2-10 0,1 1-4 0,-1-3-5 15,-1 1-1-15,-3-2-6 0,1 0 2 0,3-6-12 16,-9 5-4-16,2 2-1 0,-1 1-5 0,-2-3-14 16,-2 7 1-16,0 1 4 0,2 0-10 0,-2 0-4 15,-4 1-5-15,2 4-8 0,1 2-7 0,3 4-11 16,-12 1-3-16,12-1-11 0,-21 10-1 0,8 0-4 15,-1 3-6-15,3 3 0 0,0 1 0 0,2 1-5 16,0 0 0-16,5 1-7 0,1-2-1 0,3 0 2 16,2-2 1-16,1 1-20 0,3-1-17 0,1-5-28 15,4-1-36-15,2 3-31 0,3-5-43 0,4-1-46 16,9 0-45-16,-1-5-177 0,-8-1-460 0,7-1 204 16</inkml:trace>
  <inkml:trace contextRef="#ctx0" brushRef="#br0" timeOffset="151425.37">14420 15583 118 0,'-4'-4'199'0,"-1"0"-10"0,-2 1 2 16,7 3-3-16,-22 1-6 0,6 5-8 0,1 4-11 16,1 4-11-16,-6 3-14 0,2 3-11 0,6-3-8 15,6 1-6-15,-8 4-15 0,8-6-9 0,-1 3-10 16,7-1-5-16,-2-2-6 0,4 1-7 0,4-2-4 15,1-1-6-15,7-1 0 0,-5 0-27 0,9-4-21 16,0-2-22-16,0 2-30 0,2-2-31 0,2-4-44 16,5-3-37-16,-8 0-37 0,1-1-149 0,-2-1-375 15,-1-3 167-15</inkml:trace>
  <inkml:trace contextRef="#ctx0" brushRef="#br0" timeOffset="151661.75">14652 15412 164 0,'-1'-11'239'0,"1"11"3"16,0-18-14-16,0 18-15 0,-1-11-26 0,1 11-22 15,0 0-6-15,0 0-2 0,0 0 12 16,0 0-6-16,-1 41-5 0,0-17-11 0,-1 3-11 16,-2 0-8-16,2 2-10 0,2-2-11 0,-2 1-12 0,0-1-8 15,1 2-9-15,-3-4-5 0,4 0-7 16,0-1-8-16,0-4-13 0,0-1-20 0,3-3-20 15,-6 1-37-15,3-5-26 0,3 1-36 0,-3-2-40 16,1-2-38-16,-1 1-38 0,0-2-27 0,0-8-176 16,-4 11-447-16,4-11 198 0</inkml:trace>
  <inkml:trace contextRef="#ctx0" brushRef="#br0" timeOffset="152012.87">14562 15699 90 0,'-2'-11'169'15,"2"11"-14"-15,2-11-5 0,-2 11-7 0,4-7 0 16,-4 7-10-16,6-7-8 0,-1 5-3 0,-5 2-9 16,14-4-7-16,-5 1-7 0,2 3-9 0,3 0-2 15,-3 0-8-15,2 3-7 0,0-1-4 0,-4 2-4 16,1 1-3-16,1-1-2 0,0 0 5 0,-1 3 0 16,-2-1 4-16,1 3 10 0,-1-1-1 0,-2 1-1 15,2 1-10-15,-1-3-6 0,-1 2-4 0,2 0-6 16,-3-2-2-16,-1-1-10 0,6 1-1 0,-2 0 28 15,-3-3-5-15,1 1-6 0,1-1-1 0,-1-1-7 16,3-2-3-16,-9-1-4 0,14 0-9 0,-4-4 5 16,2 0 9-16,-3-1-2 0,0-3 4 0,0 1-3 15,-4-2 7-15,2-1-8 0,-1-2-1 0,-1-3-5 16,0-1 0-16,-3 0-1 0,0 1-7 0,0-2-1 16,-2 1-8-16,-2-1 2 0,0 1-12 0,1 3-20 15,-4-2-24-15,-1 3-18 0,-1-3-19 0,-1 6-31 16,-4 3-31-16,1 2-24 0,0 2-32 0,-2 2-36 15,-3 6-31-15,-1 2-190 0,-1 2-481 0,1 4 214 16</inkml:trace>
  <inkml:trace contextRef="#ctx0" brushRef="#br0" timeOffset="152429.12">14899 15895 151 0,'17'-5'220'0,"-3"1"-8"0,0-5-5 0,-1 3-3 15,1-4-11-15,-1-1-7 0,0-1-10 0,-2-4-1 16,1-1-4-16,-3 1-11 0,-2-2-10 0,2-5-8 16,0-2-15-16,-3 0 9 0,0 0-14 0,-1 3-8 15,-5 3-6-15,0-1-7 0,-4 1 2 0,1 3-5 16,-1 0 2-16,0 4-31 0,2 1 19 0,-3 2-9 16,1 2-7-16,-2 2-1 0,6 5-9 0,-8-10-2 15,6 8-14-15,2 2-10 0,0 0-3 0,-13 2-12 16,13-2 12-16,-10 8-10 0,10-8 5 0,-4 9-5 15,4-3-4-15,0-6 6 0,6 10-12 0,2-2 9 16,1-1 0-16,2-2 3 0,7-1-21 0,1 1 6 16,2-1-1-16,-3 2 0 0,-2-5-6 0,2 2 4 15,-1 0 4-15,-5 0-22 0,-1-1 16 0,0 1-3 16,1 0-3-16,-3 2-1 0,0 0 5 0,-1 0 1 16,0 3-6-16,-2 1 7 0,-1-1-3 0,-2 4 4 15,1 0 6-15,-2 0-5 0,-2-1 6 0,2 2 2 16,-5 1-8-16,0-2 2 0,6 2-4 0,-6-3 12 15,3 1-20-15,2 0 11 0,-4-1-11 0,2 0-2 16,0-1-29-16,-2-2-39 0,2-8-33 0,-1 14-40 16,1-6-45-16,0-8-57 0,-1 7-63 0,1-7-234 15,0 0-588-15,0 0 261 0</inkml:trace>
  <inkml:trace contextRef="#ctx0" brushRef="#br0" timeOffset="153694.44">15776 15943 105 0,'19'-8'241'0,"-1"1"-10"0,7-3-8 15,-3-6-12-15,0-1-17 0,-6 5-12 0,3-7-10 16,-4 6-10-16,-2-1-9 0,1-1-13 0,-3-2-9 15,3-5-13-15,-3 1-5 0,-4 1-17 0,1-4-3 16,-5 0-10-16,-2-2-9 0,-4 7-4 0,2-7-10 16,-5 10 2-16,-2 1-5 0,-1-3 1 0,1 5-5 15,-1-1-5-15,-3 2-5 0,3 4-3 0,1-1-2 16,-3 3-2-16,3 2-8 0,0-3-1 0,3 4-2 16,-1 1-9-16,6 2 2 0,-9-3-8 0,9 3 3 15,0 0-1-15,0 0-2 0,0 0 1 0,0 0 3 16,0 0-2-16,0 0 1 0,21 19-5 0,-8-16 1 15,6 3 0-15,1-2 1 0,3-1-3 0,-3-3-1 16,7 2 2-16,-8-1-4 0,3-1 4 0,-3 0 2 16,-6 0-3-16,-3 0-2 0,0 0 5 15,-2 1-8-15,0 1-4 0,-8-2 9 0,11 3-11 0,-6 3 2 16,-1-1 2-16,0 4 6 0,-2 1 11 0,0 2 5 16,-5 4 3-16,2 0-2 0,-3-1 3 0,1 4 6 15,-2-1 3-15,1-1-8 0,-1 1-1 0,3-1-5 16,-1-1-2-16,2-5 6 0,1 4-5 0,0-6-9 15,1 1 6-15,1-3 0 0,1 1-4 16,2 0 0-16,0-3-2 0,5 1 3 0,0-3-2 0,2 1 1 16,1-3-5-16,6-1 0 0,-1-3-2 0,3 1 1 15,0-1 1-15,0-3 0 0,-2 0-3 0,0-1 7 16,-1-2-8-16,-1 1 6 0,-2-4-2 0,-1 1 9 16,-1-1-9-16,0-1-13 0,-4-2 5 0,-2-1-7 15,-1-1 3-15,-3 2-8 0,2-3 6 0,-5 6 1 16,-2-4-3-16,-1 3 0 0,0 2 2 0,-1 3 0 15,0-1 3-15,-1 2-4 0,1 1-5 0,-1 1 5 16,-3 1 0-16,8 4-3 0,-19 1 2 0,6 5 1 16,3 0 0-16,-8 1 0 0,4 4 0 0,0 0-2 15,4-1 7-15,1 3-8 0,1 1 7 0,2-2-4 16,3 2 4-16,2-2 1 0,1 0 0 0,1 0-2 16,2-2 7-16,3 3-4 0,3-4-8 0,0 0-6 15,1-1-16-15,7-1-14 0,2-1-12 0,0-2-11 16,3-1-6-16,9 1 2 0,-3-3-12 0,4-1-1 15,-3 0-2-15,-1 0 5 0,0-3 3 0,0 0 1 16,6-3 2-16,-14 2 9 0,7-5 2 0,1 2 7 16,-2-4 1-16,-1 0 4 0,1-2 4 0,-3 1 6 15,-5 0 4-15,-3 1 14 0,-1-2 7 0,-2 0 9 16,-2 0 5-16,-3-2 9 0,-3 4 3 0,-4 1 7 16,-1-2 5-16,1 12 8 0,-9-19 5 0,3 9 7 15,-2 5 3-15,-4-1-7 0,1 2-8 0,-6 3 9 16,0 1-1-16,4 1 2 0,-5 6-3 0,0 0 5 15,-3 2-5-15,0 5 4 0,5-4-10 0,2 2 0 16,0-1-1-16,6 0-2 0,-2 2 4 0,4-3-11 16,2-3-1-16,3 7-1 0,0-6-4 0,2-1 4 15,1 0-5-15,2 1 3 0,4-1-2 16,2-2 2-16,2-1-4 0,2 0 3 0,-7-3-6 16,4 0 4-16,1-1-7 0,-1 0 0 0,-1-2 4 15,-1-2-1-15,1 0-2 0,-5 0 0 0,2 1 4 0,0 0-4 16,-1-4 1-16,0 3-4 0,-1-2 5 0,-1 2-1 15,-4 4-1-15,7-6-2 0,-7 6-1 0,5-5-5 16,-5 5-1-16,7-3-4 0,-7 3 2 0,0 0 1 16,0 0-1-16,6 11 2 0,-5-4 3 0,2 4 2 15,-2 5 5-15,1-1 2 0,-1 5-2 16,0-1 5-16,5 6 9 0,-11 1-14 0,4-2 7 0,1-3-1 16,-1 5 2-16,1-9 2 0,0 9-4 0,-1-3 2 15,-3-4 5-15,0 0-6 0,1 1 0 0,-3-4 9 16,2 4-10-16,-5-5 1 0,-2 3-2 0,0-1-1 15,-3-1-5-15,1 0 9 0,-3-5 5 16,1 0-18-16,-3-3-3 0,2 2-4 0,1-2-18 16,5-4-13-16,-2 2-17 0,2-4-24 0,2-1-27 0,1 0-38 15,7-1-54-15,-14-4-41 0,7 1-44 0,1-1-153 16,6 4-470-16,-13-17 208 0</inkml:trace>
  <inkml:trace contextRef="#ctx0" brushRef="#br0" timeOffset="153920.81">17032 15639 10 0,'7'-8'231'0,"-3"2"-12"0,-2 1-15 0,-2 5-21 16,7-7-17-16,-7 7-12 0,0 0 16 16,0 0 1-16,7 18-7 0,-5-8-12 0,-1 3-12 15,0 3-7-15,0 0-12 0,-2 1-8 0,0 0-9 16,0 0-12-16,-1-3-8 0,1 2-9 0,0-3-6 0,1-1-19 15,-2-2-23-15,2 3-18 0,-1-3-29 16,1 1-32-16,-1-2-34 0,1-9-46 0,0 14-46 16,0-14-49-16,-3 10-131 0,3-10-387 0,0 0 170 15</inkml:trace>
  <inkml:trace contextRef="#ctx0" brushRef="#br0" timeOffset="154080.57">17068 15444 66 0,'0'0'114'0,"0"0"-33"16,0 0-34-16,0 0-43 0,0 0-56 0,-10 20-57 16,10-20 25-16</inkml:trace>
  <inkml:trace contextRef="#ctx0" brushRef="#br0" timeOffset="155008.65">17326 15602 148 0,'0'0'154'0,"0"0"-11"0,-5 11-4 0,5-11 1 16,-12 10 0-16,5-2-3 0,-1 0 2 0,1 1-4 16,0 1-2-16,-2 0-7 0,3-2-6 0,-2 2-2 15,2 1-7-15,1-3-6 0,0 3-12 0,2-2-4 16,1-3-12-16,0 4 0 0,2-10-9 0,2 13-4 15,0-8 28-15,2 0-8 0,1 0-5 0,0-2-6 16,2 0-2-16,4 1-10 0,1-2-4 0,-2-2-6 16,3 0-7-16,-3 0-4 0,0 0 0 0,-2-1-4 15,-1-2-4-15,2-1-2 0,-2 0-1 0,0-4-3 16,-1 4-2-16,-3-5-3 0,0 4 0 0,-2-6-6 16,1 2-5-16,-4-3 7 0,1 0-8 0,-3-1 1 15,2 2-9-15,-1-1-4 0,-2-3 6 0,1 3-3 16,0 2 0-16,3-1 3 0,0 1-1 15,-1 2 0-15,4-1 0 0,-2 9 3 0,5-12-3 0,-3 6 2 16,5 2 1-16,-1 0-5 0,4 3 3 0,3 2 2 16,0 3 1-16,0 2-10 0,5 1 8 15,-6 4 2-15,0 4-2 0,-2-2 2 0,1 1-2 16,-3 2 4-16,0-1 6 0,-2 2 4 0,-2-4-2 0,-1 2 0 16,-1-1 5-16,-1 1 1 0,-1-4-1 15,2 0 4-15,-4-4 2 0,1 2-1 0,1-9 7 0,-1 11 0 16,1-11 3-16,-4 9-4 0,4-9 2 0,0 0-1 15,-6 5-2-15,6-5-4 0,0 0 5 0,0 0-6 16,0 0 0-16,0 0-3 0,-9-17-3 0,9 17 5 16,2-17-8-16,2 7 5 0,0 1-4 0,4-8 1 15,-1 2-6-15,2-1 3 0,0 0-8 16,3-1 3-16,-2-1-9 0,0 2 13 0,2 0-6 16,-1 3 3-16,-1 3-2 0,-1 2-7 0,-1 0-3 0,-1 3 7 15,-1 0-6-15,-6 5-6 0,10-1-4 0,-10 1 6 16,12 4 4-16,-5 5-1 0,1-2-6 15,-4 3 0-15,0 2 6 0,-1 0 1 0,0 2 3 16,0 0 5-16,-1-1-2 0,1-2 0 0,0 1-19 16,0-3 23-16,2 2 2 0,0-2 0 0,0 0 10 15,2-1 2-15,0-1-15 0,0 1 20 0,-7-8 1 0,13 6-9 16,-3-4-2-16,-1-2 4 0,2 0 1 0,2-1-6 16,-1-3-17-16,-1 1 2 0,3-4 15 0,2-1 1 15,-1 0-3-15,-5-2-3 0,4-1-3 16,-1-4 6-16,-3 2-9 0,3-4 4 0,-2 0-1 15,3-6-5-15,-1 0-3 0,-4 6 3 0,5-6-5 0,-6 8 0 16,0-2 5-16,-2 3-1 0,-1 2 1 16,0 3-5-16,-1 0 4 0,-1 2-5 0,-3 7-12 15,3-11 15-15,-3 11-2 0,0 0-5 0,0 0-4 16,0 0 5-16,0 0 11 0,0 0-5 0,0 0-2 16,-33 20-9-16,24-11 1 0,3 1-1 0,-1 0-1 15,1 4 1-15,0 1 5 0,0-3-1 0,5 0-20 16,1 6 17-16,1-3 10 0,2 3 1 0,0-3-25 15,2 2 19-15,1-2-1 0,-1 3-7 0,3-2-9 16,-2-1 0-16,3 2 0 0,-2-5 5 0,0 1-2 16,0-2 7-16,-3 0-4 0,-2-2 1 0,2 0-3 15,0 1 4-15,-3-5 9 0,0 5-10 0,-1-10 5 16,0 11 2-16,-2-5-3 0,2-6-3 0,-9 9 7 16,2-5 2-16,-2 2-1 0,-1-3-6 0,1 1-23 15,-1-1-12-15,-1-2-18 0,-1 0-24 0,2 1-23 16,-3-2-42-16,1-2-45 0,12 2-56 0,-21-4-73 15,7-2-199-15,2 3-566 0,1-2 250 0</inkml:trace>
  <inkml:trace contextRef="#ctx0" brushRef="#br0" timeOffset="158643.73">18790 15265 168 0,'0'-7'208'0,"0"7"-8"15,1-11-24-15,-1 11-14 0,0-7-21 0,0 7-13 16,0 0-16-16,0 0-17 0,0 0-5 0,0 0 4 15,0 0-5-15,1 37-4 0,-2-12 0 0,0 1-6 16,1 4-24-16,-4 1-5 0,1-2-4 0,1-3-5 16,-1 0-1-16,3 2-4 0,0-4 2 0,0-6-4 15,3 1-2-15,-1-2 1 0,0-2 0 0,-2-4-3 16,1 0-3-16,-1-1-4 0,1-2-7 0,-1-8 5 16,-1 10-1-16,1-10 3 0,2 10 13 0,-2-10 6 15,2 6 9-15,-2-6 3 0,0 0 6 0,0 0-3 16,0 0-7-16,0 0-5 0,0 0-3 0,0 0-10 15,0 0-4-15,9-23-1 0,-3 14-4 0,0-3 0 16,3 4-6-16,0-7 3 0,4 2-6 0,1 0 1 16,4 2-3-16,-1-2-5 0,1 6 1 0,-3-2-3 15,3 3 1-15,-2 1-2 0,-2 3-2 0,-1 3-2 16,5 0 0-16,-5 2 2 0,0 1-3 0,1 5-6 16,-2-3 6-16,-1 6 4 0,0 0 0 15,1 1-5-15,-3 1 5 0,0 1-14 0,0-1-16 0,-3 2-14 16,2-2-16-16,-2 2-19 0,0-4-31 0,-1-1-33 15,2-2-35-15,1 1-30 0,-2-2-188 0,0 1-424 16,3-6 189-16</inkml:trace>
  <inkml:trace contextRef="#ctx0" brushRef="#br0" timeOffset="159034.99">19429 15451 154 0,'-18'-2'156'0,"1"4"2"0,-1 2-1 16,2 2-5-16,-3 0-9 0,1 6-9 0,2-1-6 16,1 1-10-16,1 2-12 0,2 1-6 15,1 1-13-15,3 0-7 0,3 1-8 0,2 0-5 0,3-5-10 16,2 5 1-16,2-7-9 0,2 3 0 0,1-5-8 16,6 5-2-16,-5-6-3 0,2-1-2 0,3-4-5 15,-3 1-3-15,2-2 2 0,1-2-3 0,-2-2-2 16,3-2-1-16,-1-5-5 0,-3 1 3 0,2 1 8 15,-5-1 4-15,4-4 1 0,-4 2-5 16,1-4-1-16,-3 4-3 0,3-4-2 0,-6 5 0 0,3-6-3 16,-2 4 4-16,-3 2-5 0,2 0 7 0,-2 10 0 15,2-13 3-15,-2 13-9 0,1-10-2 0,0 6-4 16,-1 4-1-16,0 0 4 0,0 0-6 0,0 0-6 16,0 0 6-16,0 0-6 0,9 22 4 0,-9-13-2 15,0 2-1-15,4 1-2 0,-1 0 3 16,-2 0-1-16,4-1-1 0,-1 5 1 0,0 0-3 0,0-2-20 15,-2-3-22-15,1 2-25 0,2 0-37 0,-1-2-37 16,3-2-38-16,-4-2-30 0,1 1-147 0,-4-8-383 16,1 8 170-16</inkml:trace>
  <inkml:trace contextRef="#ctx0" brushRef="#br0" timeOffset="159488.81">19574 15440 34 0,'0'0'182'0,"2"-10"-13"0,-2 10 6 0,0 0 2 15,0 0-6-15,0 0-11 0,11 19-3 0,-6-7-10 16,-1-1-14-16,5 3-10 0,-3 2-7 0,2 0-5 0,0 1-8 16,1-3-4-16,-4-3-6 0,3 4-5 0,1-2-4 15,-4-3 7-15,2 1-14 0,0-2-5 16,-1 2-3-16,-1-6-5 0,3 1-4 0,-3-2-4 15,0 1-3-15,-2-1 2 0,-3-4 7 0,7 5 15 16,-7-5-3-16,7 0-9 0,-7 0-9 0,11-5 10 16,-11 5-10-16,8-9-19 0,-3 0-1 0,1 1-2 0,3-3-2 15,-2 0-4-15,-2 0-3 0,1 0-7 16,3-2 3-16,0-3-1 0,0-2-1 0,-3 0-2 16,3 2-7-16,-1-1-2 0,0-1 7 0,-1 3-8 15,3 0 5-15,-2 0-1 0,0 6-3 0,-3-2 6 16,1 3-11-16,-2 4-2 0,-4 4-1 0,8-11-2 15,-8 11 0-15,5-7-3 0,-5 7 1 0,0 0-6 16,9 4 7-16,-9-4 0 0,10 15 0 0,-7-4-3 16,2 2-2-16,-1 3 11 0,-3 0-10 0,2 1 8 15,-3-1-4-15,0 0 5 0,0 1-6 0,2 0 12 16,-2-2-9-16,0 1 4 0,1 2-2 0,-1-6-1 16,2 4-17-16,-4-5-35 0,2 1-31 0,0-1-41 15,-1-1-52-15,2-2-44 0,1-1-46 0,-2-7-196 16,-3 11-500-16,3-11 221 0</inkml:trace>
  <inkml:trace contextRef="#ctx0" brushRef="#br0" timeOffset="159900.34">20139 15557 110 0,'7'3'171'0,"-7"-3"-8"0,0 0-8 0,0 0-6 15,0 0 0-15,0 0-4 0,4-13-11 0,-3 6-5 16,-1 7-10-16,4-13-3 0,-1 3-3 0,1-2-7 16,5-2-5-16,0-1-8 0,3 2-9 0,-1-3-4 15,2 6 1-15,0-3-6 0,0 4-4 0,-1 2-5 16,-1 1-8-16,6 0-3 0,-5 5-3 0,-2 0-5 16,-10 1-1-16,24 5-8 0,-15 1-1 15,2 1 5-15,-4 2-13 0,1 0-5 0,0 2-1 0,-2 3 1 16,-1-2-1-16,1 4-14 0,-4-5-21 0,-1 4-36 15,-1 1-41-15,0-5-41 0,1-2-44 16,-1-9-32-16,0 15-171 0,0-15-407 0,4 10 180 0</inkml:trace>
  <inkml:trace contextRef="#ctx0" brushRef="#br0" timeOffset="160472.71">20723 15359 191 0,'-14'-1'209'0,"3"0"-5"0,-8 2-11 0,2 6-5 16,-1 0-16-16,4 4-6 0,-4-1-8 0,5 1-12 15,1 0-14-15,3-2-11 0,0 4-12 16,3-2-11-16,4 2-9 0,-1-4-7 0,3 4-11 16,3-3-2-16,1-1-7 0,1 1-7 0,1-4-4 15,3 1-2-15,3-2-6 0,-1-2-2 0,3-1-4 16,-2-1-10-16,1-2 3 0,1-1 1 0,-1-5-5 0,-1 2-4 15,0-1 6-15,-2-2 5 0,1 0 4 16,-3 0-3-16,-1 2 3 0,0-3-3 0,1 1-6 16,-3-1-3-16,1-1 0 0,-2 2-3 0,-1 1 2 15,-1-1-4-15,-2 8 0 0,7-11 7 0,-7 11-10 16,3-8 1-16,0 3-5 0,-3 5-7 0,0 0-1 16,0 0 1-16,0 0 5 0,0 0 14 0,5 28 3 15,-6-10 11-15,0 7 6 0,-3 0-1 0,2 8-3 16,1 2 4-16,-3 0-2 0,1 11-2 0,-1-12-5 15,3 1-3-15,-1 1-6 0,2-2-1 0,0-2 1 16,-1-3-6-16,0 0 3 0,-1 0-7 0,1-2 4 16,2-8-6-16,-4 6 6 0,0-7-8 0,-1-6 0 0,0 3 0 15,-3-3-2-15,3-1 6 0,-4 1-2 16,2-4-1-16,-3 0-6 0,-1-3-1 0,1 1 2 16,-3-1-3-16,-1-3 3 0,3 1 1 0,-3-3-8 15,1-1 7-15,1-3-9 0,0-1 18 0,1-1-14 16,-1-1-7-16,0-1-6 0,3-2 6 0,0-1-4 15,-2-2-2-15,5-2-5 0,-2-1-12 0,5-2 1 16,2-3-7-16,3-3-2 0,3-2 1 0,4-1-1 16,5 2 11-16,1 1-9 0,1 1 2 0,4 0 4 15,-1 3 5-15,5-1-9 0,-2 3 1 0,0 3-12 16,-2 1-9-16,-5 2-24 0,-3-1-21 0,-2 6-36 16,0 2-34-16,-2-2-44 0,1 4-34 0,-6-3-210 15,-4 6-489-15,9-9 218 0</inkml:trace>
  <inkml:trace contextRef="#ctx0" brushRef="#br0" timeOffset="160708.64">20036 15205 2276 0,'-17'-24'15'0,"3"0"45"0,0 1 16 0,5 8-12 16,3 4-19-16,-1 0-8 0,2 0-4 0,-1 4-10 16,2-3-6-16,0 4 0 0,1-1 0 0,3 7-4 15,-3-9-7-15,3 9-31 0,-4-7-32 0,4 7-38 16,0 0-34-16,0 0-33 0,0 0-45 0,0 0-131 16,0 0-365-16,0 0 161 0</inkml:trace>
  <inkml:trace contextRef="#ctx0" brushRef="#br0" timeOffset="161229.26">21415 15357 134 0,'-1'-12'226'0,"-1"0"-6"0,1 0-4 0,-2 0-4 15,2 3-1-15,0 0-7 0,-2 3-17 0,3 6-15 16,0-9-16-16,0 9-19 0,0 0-16 0,-1-9-17 15,1 9-5-15,0 0-8 0,0 0-5 0,0 0-4 16,5 33-7-16,-2-15-5 0,1 1-8 0,-2 6-8 16,2-4-3-16,-2-2-4 0,1-1-6 0,1 6-3 15,-3-4-3-15,0-1-2 0,1-3-3 0,0 3-4 16,2-1-22-16,-3-1-20 0,1-1-32 0,0 0-41 16,-3-4-34-16,0 2-38 0,-1-4-50 0,-2 3-37 15,-1-3-140-15,-1 0-421 0,-3-2 186 0</inkml:trace>
  <inkml:trace contextRef="#ctx0" brushRef="#br0" timeOffset="161401.72">21449 15234 1872 0,'-2'-26'-37'0,"-2"2"31"0,3 9 6 16,-3 3 1-16,2 3-16 0,2 9-15 15,-3-14-21-15,3 14-31 0,-4-8-18 0,4 8-4 16,0 0-11-16,0 0-108 0,0 0-240 0,0 0 106 0</inkml:trace>
  <inkml:trace contextRef="#ctx0" brushRef="#br0" timeOffset="162081.79">21926 15334 115 0,'0'0'213'0,"-19"-5"-7"0,6 2-8 0,-5 1-4 15,0-1-15-15,-2 2-3 0,-1 5-13 16,2-2-10-16,1 5-12 0,2-1-11 0,-5 4-9 16,3 0-15-16,-1 7-10 0,5-3-5 0,1 0-11 15,2 0-5-15,1 2-8 0,3-1-10 0,3 2-3 0,3 0-3 16,2-2-8-16,2 0 1 0,3-1-3 0,2-1-7 15,5 1-5-15,0-4 0 0,3 1-3 0,1-3 2 16,-2-1-4-16,3-3-1 0,0 0-3 16,2-4-3-16,0-1 0 0,-3 0-1 0,0-3-2 15,1 0 3-15,-7-2-10 0,7-1 13 0,-4-4-2 16,-1-1-14-16,-1-3 2 0,-2-1 4 0,0 0-6 16,-4-1-1-16,2-1 1 0,-4-5 1 0,-3 4-1 15,3-8 1-15,-3 2-1 0,1-1 7 0,-4 0-9 16,1 0 4-16,-4 1-5 0,2 2 1 0,1 3 1 15,-2 1-4-15,4-1 5 0,0 5-2 0,-1 2-2 16,-1 3 12-16,2 10 5 0,0-16 5 0,0 16-3 16,-1-11-4-16,1 11-1 0,0 0-9 0,0 0 0 15,0 0-1-15,0 0-1 0,0 0-1 0,0 0-1 16,0 0-1-16,5 56 12 0,-5-36-14 0,3 5 5 16,-3 4-4-16,0-1 2 0,1 1-2 0,-1 1 5 15,1-6 0-15,1 3-6 0,0-9 3 0,2 1-1 16,-1 1 2-16,2-4-2 0,-1 2 7 0,1-7-4 15,0 1 11-15,0-2-12 0,5 1 1 0,-1-3-2 16,0-2 4-16,0 2-6 0,1-5 0 0,-1 0 2 16,4-2 2-16,-3-2-2 0,0-1-1 0,3 0 0 15,-4-4-2-15,1-3 1 0,0 1 1 0,-1-1 0 16,2-3-4-16,0-2 2 0,-2 2 0 0,-1-5-4 16,-1-1 0-16,-4 1-3 0,1 1 2 0,-2 0 1 15,-2 6 5-15,2-3-3 0,-2 3 1 0,0 10 2 16,-3-17 5-16,3 17-5 0,-3-12-2 0,3 12-3 15,-8-4 2-15,8 4 0 0,0 0 7 0,-21 12-12 16,11-5 7-16,-3 4-1 0,5 3 1 0,0 0 1 16,0-3 1-16,3 5-1 0,1 0 1 0,-3-1-16 15,6-2-22-15,0 0-30 0,2-2-32 0,2 1-34 16,-1-1-33-16,4-2-40 0,0 2-25 0,0-4-160 16,3-2-422-16,0 2 186 0</inkml:trace>
  <inkml:trace contextRef="#ctx0" brushRef="#br0" timeOffset="162320.78">22354 15541 27 0,'0'-10'181'0,"1"4"-4"15,-1 6-2-15,-1-17-5 0,0 7-3 0,-1 2-3 16,1-2-7-16,0-3-3 0,1 13-3 0,0-23-7 16,2 10-9-16,2-3-12 0,-1 6 0 0,3-4-6 15,-1 3-15-15,-1 4-5 0,4-1-12 0,-4 1-6 16,-4 7-9-16,10-8-8 0,-10 8-1 0,13-1-11 15,-13 1-2-15,11 7-8 0,-4-1-2 0,0 4-3 16,0-1-6-16,0 5-1 0,-2 2-6 0,-1 1-1 16,2-1-4-16,-4 2-30 0,-2-5-40 0,-1 2-39 15,1 0-42-15,0-2-50 0,-1 0-37 0,-1-1-171 16,2-12-425-16,-2 17 187 0</inkml:trace>
  <inkml:trace contextRef="#ctx0" brushRef="#br0" timeOffset="162592.37">22644 15175 250 0,'2'-12'270'0,"-2"12"-12"0,1-11-24 0,-1 11-22 15,0-11-28-15,0 11-15 0,0 0-1 0,0 0-4 16,0 0-2-16,10 30 5 0,-6-12-12 0,-2 1-16 15,1 7-11-15,1 2-10 0,-2-3-9 0,0 3-8 16,-1-4-6-16,0-4-11 0,2 1-5 0,-2-2-9 16,0 6-8-16,3-5-5 0,-1-3-8 0,-1 1-11 15,2-3-18-15,-1-4-28 0,-1 5-21 16,-1-4-30-16,1-4-36 0,0 2-30 0,-2-10-41 0,2 11-37 16,-2-11-33-16,1 11-202 0,-1-11-473 0,0 0 211 15</inkml:trace>
  <inkml:trace contextRef="#ctx0" brushRef="#br0" timeOffset="162851.01">22597 15430 74 0,'0'0'131'0,"9"-12"7"0,0 6 2 0,3 2-10 16,0-2-3-16,6 0-1 0,-3 0-8 0,6-1-7 15,5 0-10-15,-6 3 2 0,1 2-3 16,0-2-3-16,-3 1-5 0,0 2-5 0,-5 1-8 15,0-3-6-15,-2 3-3 0,-11 0-7 0,20 3 4 0,-12 1 0 16,-2 0 3-16,-6-4-2 0,13 11 6 0,-8-1 0 16,0 1-8-16,-2-1-4 0,-2 2-2 0,2 5-8 15,-2-5-1-15,0 3-5 0,-2-2-4 16,2 4-15-16,-5-3-18 0,1-1-26 0,4-1-32 16,-2-1-36-16,-1 0-53 0,2-11-45 0,-1 20-48 15,-2-16-118-15,3-4-378 0,0 0 168 0</inkml:trace>
  <inkml:trace contextRef="#ctx0" brushRef="#br0" timeOffset="163025.91">22850 15158 130 0,'0'0'135'15,"0"0"-18"-15,0 0-49 0,0 0-43 0,-10 15-44 16,10-15-57-16,0 0-83 0,0 0 37 0</inkml:trace>
  <inkml:trace contextRef="#ctx0" brushRef="#br0" timeOffset="163418.57">23383 15290 125 0,'-8'-13'209'0,"3"9"-7"0,-4 2-6 15,-4 0-3-15,2 0-10 0,-6 2-10 0,4 4-7 16,-1 1-6-16,-1 2-10 0,0 3-8 0,-1-1-6 16,1 7-11-16,1 3-5 0,4-3-8 0,0 1-8 15,3 2-10-15,2 0-7 0,2-2-7 0,5 1-1 16,-1 0-14-16,2-2-2 0,3 0-8 0,4-2-7 15,3-3-15-15,1 2-22 0,3-3-29 0,-1 0-42 16,5-3-41-16,-1-5-37 0,9 0-41 0,-2-2-21 16,-6-2-19-16,8 0-147 0,-7-1-397 0,5-3 175 15</inkml:trace>
  <inkml:trace contextRef="#ctx0" brushRef="#br0" timeOffset="164040.81">23684 15383 29 0,'-1'-21'89'0,"1"21"5"0,-9-22 12 0,2 13-2 15,-1 2 20-15,-1-1 4 0,-3 4 14 0,-2-1 5 16,3 3 10-16,-8 1-2 0,2 4-3 0,-1 3-6 16,0-3-4-16,4 6-5 0,-2-1-7 0,5 0-4 15,2 1-11-15,-1 2-4 0,4-2-18 0,1 4-9 16,0-3-10-16,3 1-1 0,0 0-10 0,3-2-8 16,2 1-1-16,0 0-4 0,4-2-5 0,3-2-3 15,0 2-3-15,1-6-5 0,3 0 6 0,-2-2-11 16,6 2-2-16,-5-4 6 0,5 0 1 0,-1-2-3 15,-3-1-4-15,-3-1 7 0,2 1-3 0,-2 0 6 16,-2-3 0-16,-2 1 4 0,3-1-14 0,-10 8 6 16,8-15-3-16,-8 15-3 0,7-18-4 0,-5 8 0 15,-2 10-3-15,2-18-3 0,-2 18-1 0,0 0 2 16,1-15 1-16,-1 15-2 0,0 0-6 0,0 0-2 16,0 0-3-16,0 0 0 0,0 0-2 0,0 0 8 15,0 0-7-15,0 0 4 0,0 0-4 0,0 0 3 16,-9 32-4-16,8-21 7 0,1-11-4 0,1 22 4 15,-1-10-7-15,4-2 5 0,1 2-1 0,-1-3-3 16,5 0 6-16,3 0-1 0,-2 0-2 0,3-3 3 16,3-2-4-16,2 0 3 0,0-4-5 0,-5 1-4 15,1-2 4-15,-1-3-3 0,0 1-5 0,0 0-1 16,-1-3-5-16,1-1-5 0,-6 0 3 16,2-1-3-16,-1-3 0 0,-3 1 3 0,5-6-7 0,-4 0 1 15,-1 0 4-15,0 0 2 0,-1-4 1 0,1 0 1 16,-5-1-1-16,2-4 3 0,-2-2-3 0,0 4 5 15,-2-4 2-15,2 2 2 0,-4 5 5 0,0 3 1 16,2-1 11-16,-2 2 10 0,0 4 11 0,1 1 5 16,-1 2 5-16,4 9 2 0,-2-13 4 0,2 13-15 15,0 0-11-15,-4-7-1 0,4 7 9 0,0 0 14 16,-8 25-3-16,5-5 7 0,-1 4 3 0,1 0-2 16,1 4 2-16,-1-1-5 0,0 1-4 0,0 0 4 15,0 3 0-15,2-3-8 0,1 0-7 0,0-2-8 16,1 0 2-16,-1-6-1 0,1-1 1 0,2 1-7 15,-2-2-24-15,3-2-32 0,-3 2-44 0,-1-6-42 16,3 1-46-16,-1 0-49 0,-2-2-55 0,4-1-63 16,-2 0-277-16,0-2-658 0,-2-8 291 0</inkml:trace>
  <inkml:trace contextRef="#ctx0" brushRef="#br0" timeOffset="166462.84">1487 16377 5 0,'3'-2'169'0,"-3"2"-14"0,0 0-15 0,0 0-14 15,0 0-15-15,0 0-10 0,0 0-3 16,0 0 9-16,-3 27-12 0,1-10-1 0,-2 2 26 16,6 9-5-16,-6-1-8 0,3 0-10 0,1 4 0 15,-6-5-14-15,4 5 0 0,0-4-13 0,2 0-8 16,1-1-1-16,-3-2-8 0,3 2-6 0,-1-9-2 15,1 0-7-15,0-1-1 0,-3-1-9 0,4-3-3 0,2 3 4 16,-4-5-12-16,2 2 9 0,-4 1-9 16,4-5 0-16,-2 3 2 0,0-3-4 0,1-2 1 15,1 2-14-15,-2-8-21 0,0 13-16 0,0-13-18 16,0 0-30-16,2 11-10 0,-2-11-31 0,0 7-41 16,0-7-162-16,0 0-352 0,0 0 156 0</inkml:trace>
  <inkml:trace contextRef="#ctx0" brushRef="#br0" timeOffset="166796.75">1420 16441 90 0,'6'-6'152'0,"2"-3"-10"0,1 2 14 16,2 1-28-16,2 2-12 0,5-2-10 0,3 5-5 15,-4 1-6-15,3 1-10 0,-1 4 2 0,-6 0-8 16,5 4-6-16,-5 3-12 0,1-2-4 0,-5 4 2 16,-1-1-4-16,-2 2-1 0,-2 0-4 0,-2 0-3 15,-2 3 1-15,-3 1-5 0,-1-4-1 0,-3 0-4 16,-1 1-4-16,-4-2-5 0,2 2 3 0,-3-1-6 15,-8 3-5-15,9-5-2 0,-4 0-20 0,3-3-13 16,-2-1-16-16,-1 1-28 0,7-5-30 16,0 0-36-16,0 1-53 0,1-4-96 0,8-2-294 0,0 0 130 15</inkml:trace>
  <inkml:trace contextRef="#ctx0" brushRef="#br0" timeOffset="167574.57">1790 16373 222 0,'3'-7'212'0,"-3"7"-10"0,2-4-16 0,-2 4-24 16,0 0-16-16,0 0-18 0,0 0-4 0,0 0-13 16,4 21 3-16,-4-4-5 0,0 8-7 0,-1 2-7 15,1 1-11-15,-3 3-6 0,1-4-10 0,2 2-1 16,0-2-10-16,-2-1-4 0,1-1-3 0,0-7-4 15,1 0-6-15,-3-1-13 0,1 0 8 0,2-7-5 16,0 6 1-16,0-8-5 0,0 0-10 16,0-8 9-16,-2 13-6 0,2-13 2 0,0 7 1 15,0-7-1-15,0 0-2 0,-1 9 1 0,1-9 6 16,0 0 4-16,0 0-1 0,0 0-3 0,0 0-2 16,0 0-5-16,0 0 0 0,0 0-3 0,14-26 2 15,-6 15-5-15,-2 0-2 0,3-2 0 0,-1-1-6 16,0 5-2-16,-2 1 0 0,0 0 0 0,-1 3-4 15,-1 0 2-15,-4 5-4 0,10-6-8 0,-5 5 5 16,-5 1 3-16,13 2 1 0,-6 0 2 0,2 4-5 16,-2 1 1-16,2-3 1 0,2 3 2 0,-1-2-3 15,-1 0 1-15,-2 1 1 0,3 0 4 0,-2-3 0 16,-1 2 3-16,0-2 2 0,2 0-5 0,-1-1 6 16,-2-1 2-16,6 1 2 0,-12-2 1 0,14-2 2 15,-8 0-2-15,4-2-2 0,-3-2-13 0,2 1 17 16,-1-2 4-16,-5 2-4 0,6-3 2 0,-6 2-1 15,2-1 0-15,-4 1-5 0,3-4 0 0,-1 1 1 16,-2-3-7-16,0 3 0 0,0-1 4 0,-1 5 0 16,0 5-1-16,1-12-2 0,-1 12 1 0,2-9-1 15,-2 9-2-15,4-6-7 0,-4 6-1 16,0 0-2-16,0 0 2 0,0 0 1 0,0 0 1 16,5 21 0-16,-2-12 3 0,-1 1-3 0,2-1 1 15,0 2 3-15,2-3 0 0,-2 5-1 0,3-6 0 0,2 1 2 16,-2-2-10-16,1-1 10 0,-8-5 1 15,14 6 4-15,-5-5-2 0,2 0 0 0,-11-1 3 16,14-4-1-16,-4 2 0 0,-10 2-8 0,17-5 14 16,-13 1 0-16,-4 4 2 0,10-8-1 0,-10 8-2 15,10-7-1-15,-7 1 1 0,-3 6-6 0,4-10 7 16,-4 10 0-16,0 0 4 0,3-13-1 0,-3 13-1 16,0 0-4-16,0 0 1 0,3-9-1 0,-3 9-7 15,0 0-1-15,0 0 3 0,0 0-7 0,0 0 19 16,3 28 7-16,-2-9-9 0,-1 8 15 0,-3-2-2 15,1 3 5-15,-3 3 0 0,3 0-2 16,-4 2-1-16,0-2-7 0,4 0-2 0,-1 1 6 0,1-4-12 16,1 2-2-16,0-4-17 0,-3 0-28 15,4-1-30-15,-1-6-34 0,-2 4-39 0,0-9-54 16,1-1-69-16,-2-3-267 0,-1 0-566 0,0-2 250 16</inkml:trace>
  <inkml:trace contextRef="#ctx0" brushRef="#br0" timeOffset="167969.81">2352 16870 99 0,'13'-16'176'0,"0"-4"-9"15,0 2-14-15,5-2-17 0,-1-4-14 0,4 3-7 16,-2-4-16-16,0 5-2 0,-1-2-2 0,-5 1-12 15,1-1 3-15,-4 7-1 0,0 0-2 0,-4-1 4 16,-4 5 4-16,3 2-1 0,-5 9-6 0,3-15-9 16,-3 15-5-16,-1-9-7 0,1 9-6 0,0 0-7 15,0 0-5-15,0 0-8 0,0 0-1 16,0 0-2-16,-38 19-5 0,31-12-7 0,-2 5 0 16,-1 1-4-16,2 1-3 0,1-3-6 0,4 1-3 15,1 3 3-15,2-15-1 0,2 23-10 0,0-14-2 16,-2-9-8-16,12 19 11 0,-5-9-4 0,7 2-3 15,-5-3 9-15,4 2-3 0,-3-4-4 0,2 0 3 16,-1 2 3-16,-2-2-2 0,0 2 4 0,0 0-3 16,-2 1-1-16,-1 0 4 0,-6-10-6 0,6 17 4 15,-3-8-1-15,-3-9 3 0,-4 20-3 0,4-20-10 16,-8 22-11-16,3-13-24 0,-2 0-20 0,0-1-29 16,-2 1-29-16,2-1-39 0,-3-3-168 0,10-5-356 15,-17 9 158-15</inkml:trace>
  <inkml:trace contextRef="#ctx0" brushRef="#br0" timeOffset="168180.04">2727 16606 21 0,'0'0'187'15,"5"-8"5"-15,-5 8 0 0,0 0-11 0,0 0-5 16,0 0-10-16,0 37-6 0,-3-21-16 0,1 0-15 15,-2 3-5-15,3 6-16 0,-2-7-13 0,2-2-10 16,-3 9 2-16,3-7-20 0,-1-1-36 0,1-1-34 16,1 1-43-16,1-3-54 0,1 0-67 15,-2-14-139-15,-2 21-330 0,2-21 147 0</inkml:trace>
  <inkml:trace contextRef="#ctx0" brushRef="#br0" timeOffset="168350.05">2575 16473 109 0,'0'0'89'0,"0"0"-45"0,0 0-38 0,-2 43-48 15,2-30-45-15,4 2 20 0</inkml:trace>
  <inkml:trace contextRef="#ctx0" brushRef="#br0" timeOffset="168580.93">2908 16613 133 0,'0'0'187'0,"0"0"-6"0,-6-18-1 15,6 18-10-15,0 0-13 0,0 0-8 0,-16 0-5 16,16 0-5-16,0 0-8 0,-16 13-4 0,10-5-6 15,-1 3-11-15,-2 6-9 0,3-2-1 0,-2 2-14 16,4 0-5-16,-1 9-8 0,1-9-7 0,2-1-6 16,-2 1-4-16,9 7-6 0,-5-9-20 0,4 2-27 15,1-2-28-15,1-1-36 0,2-3-40 0,2-5-39 16,1 3-37-16,4-3-32 0,3-2-112 0,0-2-347 16,0-1 154-16</inkml:trace>
  <inkml:trace contextRef="#ctx0" brushRef="#br0" timeOffset="169180.23">3162 16661 177 0,'0'0'187'0,"-11"-4"3"0,11 4-7 16,0 0-14-16,-24 6 0 0,11 4-12 0,-1 0-13 16,3 4-9-16,-2 0-15 0,4-1-14 0,-1 1-1 15,2 1-15-15,3-5-11 0,1 3-8 16,1 2-4-16,2-3-9 0,1-12-6 0,2 22-2 0,-2-22-9 15,8 15-3-15,-8-15-16 0,9 11-1 0,-9-11 0 16,13 1-13-16,-13-1 6 0,18-1-4 0,-18 1 3 16,20-10 0-16,-11 7-3 0,-9 3-2 0,16-12 0 15,-11 6 2-15,-5 6-4 0,7-13-1 0,-1 4 5 16,-6 9-1-16,3-12-3 0,-3 12-2 0,2-17 3 16,-2 17 1-16,1-20-5 0,-1 20 4 0,0-11 7 15,0 11 9-15,0 0 2 0,0 0-1 0,-1-17 1 16,1 17-8-16,0 0-5 0,0 0-6 15,0 0 5-15,0 0-2 0,0 0 1 0,0 0 0 16,0 0-3-16,0 0 4 0,0 0 1 0,1 45-5 16,-1-45 1-16,5 22 2 0,0-13-2 0,0 1 1 15,0-1-2-15,-5-9 2 0,17 13 1 0,-8-10-2 16,-9-3-6-16,13 6-4 0,-2-4-8 0,-11-2 2 16,0 0-3-16,36-11-1 0,-26 6 2 0,3-4-1 15,0 0-3-15,2-1-2 0,-3 0 3 0,-3-5-2 16,1 5 7-16,-1-4 0 0,-3-2 4 0,1 1-6 15,-2-3 2-15,1-1 3 0,0-4 10 0,-4-3-5 16,-1 2 12-16,-2-1 4 0,1 5-1 0,-3-4 5 16,0-1 3-16,1 6 7 0,-4 2 14 0,4 4 13 15,-1 2 9-15,3 11 10 0,-3-17 7 0,3 17-13 16,-3-13-9-16,3 13-11 0,0 0-4 0,0 0-5 16,0 0-7-16,0 0 2 0,0 0 0 0,0 0 5 15,9 43 3-15,-7-25 0 0,4 7-3 0,-4 1 8 16,5-2-6-16,-6-5-3 0,2-1-1 0,-1 2-5 15,2 5-2-15,-1-6-3 0,-1-1-3 0,2 2-6 16,-3-4-30-16,1 2-28 0,-1-2-37 16,0 0-42-16,-1 1-52 0,0-17-57 0,0 28-60 15,-2-11-235-15,-1-4-563 0,3-13 249 0</inkml:trace>
  <inkml:trace contextRef="#ctx0" brushRef="#br0" timeOffset="170025.93">4013 16640 143 0,'-6'-10'233'0,"1"3"-15"16,-3 2-3-16,0-4-10 0,-1 4-6 0,-3 0-12 15,1 0-9-15,0 3-8 0,11 2-9 0,-22-2-13 16,10 4-13-16,0 1-13 0,-3 6-4 0,1 5-6 16,0 1-15-16,-3 4-10 0,2 2-6 0,3-4-12 15,0 5-6-15,5-4-6 0,0-1-4 0,4 1-7 16,2 0-1-16,-1-2-5 0,5 1-2 0,-2-7-9 16,5 1-1-16,-3-1 3 0,4-3-7 0,2 1 0 15,1-4-1-15,1 0 2 0,2-3-1 0,-13-1-21 16,23-1 16-16,-23 1-3 0,30-10 3 0,-15 1-3 15,-1 2-1-15,0-3 2 0,-5 1-1 16,5-3-2-16,-5-3-14 0,0 1 13 0,-3-1 1 16,3-1-3-16,-5-1 0 0,0 0-2 0,0-3-2 15,0-6-6-15,-3 7-1 0,0-7 0 0,1 1-6 16,-2-1 8-16,1 0-3 0,0 0-1 0,4-3 1 16,-5 3-2-16,1 7 7 0,-1-1-2 0,0 4 7 15,0 4 4-15,0 12 7 0,-1-17 4 0,1 17-4 16,0 0-12-16,-4-16-1 0,4 16-1 0,0 0-2 15,0 0-5-15,0 0 3 0,0 0-4 0,0 0-4 16,-5 59 9-16,1-30-2 0,4 1-14 0,-4 3 19 16,1 0-1-16,3-2-3 0,1-1 3 0,-4-1 4 15,5 0-4-15,3-4 5 0,0-1-7 0,-2-6 1 16,2-3-1-16,3 1 7 0,0-1-4 0,0-5-8 16,6 2 9-16,-3-5-1 0,2-2 2 0,5-1-7 15,-6-2 5-15,5-1 6 0,1 1 0 0,-18-2-5 16,26-7 0-16,-7 1-2 0,-9 1 0 0,3-1-2 15,1-5-5-15,-2 3 3 0,-1-5-2 16,-3 3-3-16,1-4 4 0,-2 0-17 0,-1 3 13 16,-4-1-1-16,-1 0 5 0,2 1 2 0,-2 1-6 0,1 0 3 15,-2 10-1-15,0-13-2 0,0 13-1 0,0 0 1 16,-4-11-7-16,4 11 6 0,0 0-6 0,0 0 5 16,0 0 0-16,0 0-2 0,0 0 0 0,-3 32 3 15,2-20 4-15,1-12-4 0,1 33-18 16,-1-15-9-16,1-3-27 0,5 3-22 0,-3-1-34 15,2-1-40-15,3-1-37 0,-2-4-70 0,1 4-210 16,-2-8-511-16,3 1 226 0</inkml:trace>
  <inkml:trace contextRef="#ctx0" brushRef="#br0" timeOffset="170192.42">4166 16411 103 0,'0'0'72'0,"0"0"-51"0,0 0-54 0,0 0-36 16,25 27 16-16</inkml:trace>
  <inkml:trace contextRef="#ctx0" brushRef="#br0" timeOffset="170888.23">4473 16841 52 0,'0'0'276'0,"0"0"-8"0,0 0-18 0,0 0-10 16,0 0-16-16,0 0-12 0,-16-23-2 0,16 23-11 15,-2-16-14-15,-1 5-12 0,-1 1-19 0,4-1-13 16,0-2-14-16,3-4-14 0,-2 4 4 0,3-2-6 15,0 0-10-15,0 1-5 0,1-2-15 16,1 6-13-16,3 0-2 0,-3-2-19 0,2 5 1 16,1-1-5-16,0 1-11 0,1 6-5 0,-10 1-3 15,21 4-4-15,-10-1-4 0,1 3 2 0,-2 0-4 0,1 7-1 16,1 0-1-16,-3 1-3 0,-2 1 2 0,1 1 0 16,-3-1 0-16,-1-3-2 0,-1 0 2 15,-1 0-2-15,-2-12 2 0,4 19-5 0,-4-19 0 16,3 12 2-16,-3-12-3 0,0 0 8 0,2 14 8 15,-2-14-4-15,0 0 12 0,0 0-7 0,0 0 4 16,0 0-5-16,0 0 5 0,0 0-10 0,0 0-2 16,0 0-1-16,0 0 3 0,0 0-5 0,0 0-5 15,0 0 6-15,0 0-6 0,0 0-7 0,3-49-4 16,1 35 3-16,2-2-4 0,2 0-7 0,-1 1-5 16,2 0 0-16,0 3 0 0,0 2-1 0,-3 2 5 15,1 0-6-15,-7 8 8 0,14-9-1 0,-14 9-6 16,13-4 6-16,-13 4-6 0,0 0 11 0,23 11-9 15,-16-3 5-15,2 5 3 0,-1-2 0 0,-3 0 0 16,3 6 0-16,-2-3 1 0,1 1-2 0,3-1 6 16,-1-1 5-16,1 0 4 0,3 1 2 0,-6-6 2 15,4-1 5-15,4 1 4 0,-3-2 3 0,-1-3-4 16,3 1 5-16,-14-4-16 0,27 0 17 0,-14-3 0 16,1 0 2-16,2-4-1 0,-3 3 2 15,0-1-1-15,0-2 0 0,-3-2 0 0,-1 2 0 16,0-2 6-16,0-5-17 0,-5 4 11 0,-1-2-4 15,-3 12-7-15,4-22 1 0,-5 8-2 0,1 14 2 16,-4-27-4-16,-1 16 2 0,-1 2-9 0,6 9 2 16,-11-16 2-16,5 11-3 0,6 5-3 0,-10-7 1 15,10 7-1-15,0 0 3 0,0 0-10 0,-30 12-6 16,20-1 17-16,1 2-18 0,2 2 10 0,1-4 15 16,0 5 1-16,0-2-5 0,4 2-3 0,0 3-1 15,2-19-5-15,0 27-20 0,2-15-36 0,2 4-31 16,8-2-30-16,-5-3-42 0,2-3-42 0,-9-8-65 15,27 12-58-15,-15-7-208 0,0-1-576 0,-12-4 255 16</inkml:trace>
  <inkml:trace contextRef="#ctx0" brushRef="#br0" timeOffset="171585.2">5188 16700 131 0,'0'0'243'0,"0"0"-20"0,0 0-4 0,0 0-8 16,0 0-16-16,0 0-3 0,0 0-1 0,0 0-11 16,8 43-11-16,-8-43-20 0,2 15 6 0,-2-15-7 15,0 18-9-15,2-8-9 0,-2-10-4 0,1 16-19 16,-1-16 1-16,0 0-7 0,0 16 1 0,0-16 5 16,0 0-3-16,0 0 3 0,0 0 5 0,0 0 1 15,-1 14-14-15,1-14-7 0,0 0-14 0,0 0-8 16,0 0 0-16,0 0-4 0,0 0-21 0,0 0 2 15,0 0-6-15,0 0-10 0,0 0-12 0,-4-44-4 16,4 44-2-16,6-28-5 0,2 9 1 0,-2 2-7 16,4-5-2-16,-3 4-5 0,2 1-3 0,-4 7 6 15,3 0-4-15,-2-2-4 0,0 4-3 0,3 2 4 16,-9 6-3-16,13-9 2 0,-13 9-6 16,13-3 5-16,-13 3-4 0,0 0 1 0,22 16 2 15,-16-7-8-15,1 2 13 0,0 5 1 0,-2-1 4 16,0 1 4-16,0-1-3 0,-1 0 2 0,3 1 2 15,-5-5 4-15,5 1 0 0,-7-12 6 0,6 19-1 16,-2-9-1-16,-4-10 0 0,6 12 4 0,-6-12-4 16,8 9 8-16,-1-2-1 0,-7-7-3 0,13 1 4 0,-13-1-10 15,0 0 0-15,31-11-1 0,-21 6 3 16,6-4 2-16,-1-2-5 0,-2 0-1 0,0-1 3 16,-1 0 0-16,0-2-17 0,-1-1 9 0,-2 1 7 15,-1-3 2-15,-4 0 1 0,3 0-11 0,0-2 4 16,-3 0-8-16,-2 0 12 0,1 1 3 0,-2 0-12 15,2 6 4-15,-3 12 5 0,1-23 0 0,-1 13-4 16,0 10-5-16,0 0-10 0,0 0 5 0,-3-18-1 16,3 18-4-16,0 0 1 0,0 0 3 15,0 0 4-15,-18 31-3 0,15-16-4 0,-4 1 3 0,3-1 6 16,2 3-4-16,0-2-7 0,2 3 7 0,2-2 3 16,-1 1-2-16,2-1 3 0,-1-2 0 15,1-3-2-15,2 3 4 0,0-1-4 0,1-3 4 0,-1 0-10 16,3 4 8-16,-3-5-3 0,0 1 2 0,2-2-12 15,-5 3-4-15,1-1 5 0,-3-11-8 0,4 21 4 16,-4-21 2-16,-2 19 2 0,-2-9-4 0,-3 0 8 16,2-1-4-16,-3 0-16 0,0 0-8 0,-4 0-26 15,1-2-6-15,1-1-28 0,-6 0-23 16,3-2-44-16,-2 0-50 0,2-1-78 0,-6 1-259 16,2-2-595-16,2-2 264 0</inkml:trace>
  <inkml:trace contextRef="#ctx0" brushRef="#br0" timeOffset="172125.74">5781 16629 176 0,'-2'-9'256'0,"2"9"-5"0,-2-8-9 0,2 8-13 0,0 0-7 15,0 0-4-15,0-11-11 0,0 11-7 0,0 0-23 16,0 0-16-16,0 0-20 0,-1-8-20 0,1 8-14 16,0 0-11-16,0 0-6 0,0 0-6 0,3 32-10 15,-2-16-2-15,0 4-1 0,0 5-9 16,3-8-5-16,-1 10-1 0,-3-3-11 0,1-4 0 16,3 7-4-16,-1-1-13 0,0-1 4 0,0-7-2 15,-2-1-30-15,3-2-36 0,-3-2-30 0,-1-2-47 16,1-3-62-16,1-1-67 0,-2-7-252 0,0 0-534 0,-2 15 237 15</inkml:trace>
  <inkml:trace contextRef="#ctx0" brushRef="#br0" timeOffset="172303.92">5733 16386 62 0,'0'0'163'0,"0"0"-26"0,0 0-43 16,0 0-42-16,0 0-53 0,0 0-44 0,-2 33-32 15,5-22-84-15,1 0 37 0</inkml:trace>
  <inkml:trace contextRef="#ctx0" brushRef="#br0" timeOffset="173232.93">5992 16656 178 0,'-8'6'215'0,"1"5"-12"0,-1 2-9 16,0 0-10-16,-3 4-3 0,3-2-17 16,-1 2-11-16,0-4-15 0,4-1-8 0,3 1-4 15,-1 3-10-15,3 1-9 0,1-5-14 0,2 4-8 16,-2-7-4-16,3 2-10 0,-1-5-4 0,3 4-5 15,-1-3-9-15,4 0-2 0,0-3-6 0,1-2-3 16,0-1-8-16,1-3 0 0,1-1-6 0,0-2 0 0,1 1-2 16,-4 1-1-16,-2-3-1 0,2-2-1 0,-1-2-4 15,-3 1-1-15,0 0-11 0,-1-1-2 16,-1-1-5-16,-1 0-9 0,-1-3 4 0,-1 3-10 16,-1-3 4-16,-1 5-2 0,-2-7 1 0,-1 7 1 15,1-4-1-15,0 2 1 0,1-2 3 0,-2 3 0 16,3 0 2-16,1 0 0 0,1 0 3 0,0 10-7 15,2-14 10-15,-1 9-4 0,-1 5 2 16,7-7 1-16,-1 4 3 0,-6 3 0 0,15 0 5 0,-2 3-7 16,-1 1 5-16,4 3-6 0,0 2 5 0,-1 0 0 15,0 5 10-15,-2 1 3 0,-3-2-1 0,-1 3 1 16,0 1 3-16,-1-3 0 0,-2 5 7 0,1 1-3 16,-2-2 6-16,-4-6-2 0,-1 1 4 0,0-2 7 15,0-2 2-15,-1-1 5 0,1-8 5 16,-3 10 2-16,3-4 4 0,0-6-1 0,0 0-2 15,-7 9 4-15,7-9 2 0,0 0-7 0,0 0-2 0,0 0-3 16,0 0 0-16,0 0-8 0,-18-20 0 0,16 11 1 16,2 9-7-16,4-22-1 0,1 7-5 0,2-2-10 15,2 0 1-15,3-6 7 0,2 0-20 0,-3 8 13 16,3-2-18-16,-3 3 6 0,3-1-7 0,-2 2 0 16,-1 2-8-16,-1 3 7 0,-2 2-7 0,4 2 1 15,-12 4 3-15,14-2 0 0,-14 2 0 0,14 4-7 16,-8 1 10-16,2 3-7 0,-2 1 4 0,-1 2 0 15,3 3 7-15,-4-2-1 0,1 1-1 16,1 2 6-16,-2-4-1 0,-1 1 0 0,2-2 0 0,-1 1-2 16,0 1 0-16,2-3 4 0,-2-3-1 0,2 1 1 15,-6-7 1-15,8 8-2 0,-2-5-3 0,-6-3 15 16,18 3-18-16,-6-5 5 0,-12 2 1 16,28-5 2-16,-16 1-1 0,-1-1 7 0,-2 0-7 15,1-5 3-15,-4 2-2 0,2-2 5 0,-3-1-1 16,0 1-10-16,4-4 3 0,-2-3 1 0,-4-1 3 15,0 3-2-15,1-2-7 0,-2 0 6 0,1 4-8 16,1-3 2-16,-3 6 4 0,-1 1-9 0,0 9 3 16,2-14-3-16,-2 14-3 0,0-9 3 0,0 9-4 0,0 0 2 15,0 0-2-15,0 0 5 0,0 0-2 0,0 0 3 16,0 0-10-16,-20 28 2 0,14-17-2 16,2 1 4-16,-1 3-1 0,1 3-1 0,1-2 1 15,1 0-3-15,3-2 6 0,0 4-3 0,3-4 0 16,0 2-6-16,0-3 3 0,-2-3-2 0,2 2-3 15,4 4-1-15,-3-4 3 0,3 2-1 0,-2-4 4 16,1-1-3-16,-2 1 3 0,-1-1 6 0,-1-2-17 16,0 2 7-16,-3-9-8 0,5 16-2 0,-4-8 1 15,-1-8 3-15,-2 15-2 0,-5-8-5 0,2 0-6 16,-4 4-6-16,0-5-11 0,-3-1-18 0,3 1-15 16,-3-2-19-16,-2 2-25 0,-3-3-39 0,3 0-24 15,0 1-56-15,0-3-206 0,-4 0-491 0,3-1 218 16</inkml:trace>
  <inkml:trace contextRef="#ctx0" brushRef="#br0" timeOffset="173890.78">7289 16663 117 0,'-7'-7'207'0,"-2"0"-1"16,0 2-7-16,0-1-11 0,-4 2-9 0,3 0-11 15,-2 2-10-15,2 2-15 0,-2 3-10 0,0 3-13 16,-1 4-1-16,-2 1-12 0,1 4-3 0,1-2-8 15,-1 12-5-15,1-2-11 0,2-2 1 0,3-4-10 16,4 1-9-16,1 1-8 0,1 1-4 0,3-2-3 16,2-2-5-16,2-2-1 0,1-2-6 0,3-4 1 15,0 1-6-15,3-4 1 0,0-3-4 16,0 1-3-16,1-1-1 0,-1-2-1 0,0-2-3 0,-12 2-4 16,24-4 3-16,-14 0-4 0,1-3 1 15,-1-2 0-15,-1 0 2 0,0-3-5 0,-3 4 1 16,1-3-2-16,-4 2-2 0,1-2-4 0,-1 0 6 15,-2 1-5-15,0-3 0 0,-1 3 2 0,0-2-2 0,-1 1 0 16,0 3-3-16,0 0 0 0,1 8 4 0,-2-11 5 16,2 11-6-16,-1-11-1 0,1 11-2 0,0 0 1 15,0 0-3-15,0 0 5 0,0 0 5 16,0 0 4-16,0 0 8 0,0 0-7 0,-5 42 4 16,5-31-5-16,1-1-3 0,0 6 0 0,-1 3-1 15,3-6-2-15,0 3-1 0,2 0-19 0,0-3-20 16,0 1-36-16,-1-5-32 0,1 1-38 0,0-1-53 15,-1-4-30-15,-4-5-30 0,7 10-166 0,-7-10-451 16,4 5 200-16</inkml:trace>
  <inkml:trace contextRef="#ctx0" brushRef="#br0" timeOffset="174284.56">7363 16734 4 0,'0'0'195'0,"0"0"5"0,0 0-2 0,0 0-4 16,0 0-11-16,0 0-3 0,0 0-11 0,19 28-9 16,-15-16-2-16,0 7-6 0,-1-4-18 0,1 2-6 15,-3-5-15-15,3 3-11 0,-2-1-7 0,2-5-11 16,-4 2-2-16,1-2-15 0,-1-9 7 0,2 14-9 16,-2-14 8-16,1 11 3 0,-1-11 13 0,0 0-12 15,1 8 7-15,-1-8-2 0,0 0-7 16,0 0-12-16,0 0-8 0,0 0-3 0,0 0-5 15,0 0 0-15,14-27-9 0,-9 16-1 0,2 1-6 0,0-4-5 16,4-3-2-16,4-3-4 0,-5 3-5 0,6-5-8 16,-2 6 4-16,5-3-2 0,-6 5-7 0,-4 8 4 15,4-5-5-15,-2 6 5 0,-2-2-1 0,1 2-8 16,-10 5 2-16,14-1 1 0,-14 1-3 0,18 7 1 16,-10-1-3-16,-2 1 5 0,-1 3-10 15,-1 1 14-15,1 0-4 0,-1 5 13 0,-2-4-14 16,2 4-2-16,-1-2 5 0,2 5-1 0,-4-6-23 15,4 2-21-15,-3-3-32 0,3-3-39 0,-2 0-41 0,-3-9-53 16,8 13-49-16,-4-10-23 0,-4-3-160 0,10 4-474 16,2-2 209-16</inkml:trace>
  <inkml:trace contextRef="#ctx0" brushRef="#br0" timeOffset="174738.84">7998 16734 44 0,'-10'-8'218'0,"0"4"5"0,-2-1-3 16,-4 0 3-16,-1 0-4 0,3 4 0 0,-4 1-11 16,-1 1-7-16,3 4-11 0,0 2-2 0,1 0-15 15,-2 2-4-15,2 3-13 0,1-1-11 0,2 4-9 16,4 0-16-16,-1 0-10 0,3 2-10 0,1 0-4 16,3 0-11-16,-1-1-9 0,3-2-2 0,6 0-8 15,-3-3-8-15,2-1-8 0,2-3-2 0,2 1-5 16,1-2-5-16,3-1 2 0,1-3-9 0,4-2 1 15,2-2-1-15,2 1-3 0,-3-3-8 0,-1-3-2 16,-2 1 2-16,1-3-2 0,-3 0-1 0,-3 1 2 16,2-4-8-16,-4-4 9 0,5-6 0 0,-5 5-7 15,-2-2-7-15,0 0 4 0,1-7 11 0,-3 0-13 16,-1 3-3-16,0-5-1 0,1 0 0 16,0 1 2-16,-3-2-7 0,2-1 3 0,-1 0 1 0,0 1 17 15,-1-1-18-15,1 2 1 0,-2 4 0 16,2 7 12-16,-2 4 24 0,-1 4 3 0,1-1 0 15,-1 10 0-15,0-12-21 0,0 12 0 0,0 0-1 0,0 0 2 16,0 0-2-16,8 28 3 0,-8-3 2 0,1 2-7 16,-1 2-8-16,5 0 18 0,-5 4-3 0,0-2-4 15,1 1-3-15,-1 0-2 0,0 1-4 0,0-3 5 16,2-3-7-16,-2 2-33 0,1 0-23 16,0-2-26-16,0-4-35 0,1-3-45 0,-4-1-39 15,1-4-40-15,1 1-44 0,0 1-61 0,-1-5-232 16,0-1-614-16,-2 1 271 0</inkml:trace>
  <inkml:trace contextRef="#ctx0" brushRef="#br0" timeOffset="179954.04">9247 16585 112 0,'-2'-12'181'0,"2"12"-11"0,-7-5-2 0,-1 3-4 15,-3-2-12-15,0 3-10 0,0-2-9 0,-4 3-12 16,1-1-10-16,-4 1-3 0,4 1-7 0,-3 2-6 15,-2 1-4-15,3-2-6 0,-2 4-10 0,5-2-4 16,1 2-5-16,-3 1-5 0,2 2-7 0,2 0-1 16,3 1-27-16,2 0-2 0,-1 1-3 0,1-1-1 15,2 3-5-15,2-2 0 0,-1 2 3 0,3 0-5 16,0-1-1-16,3 2 7 0,-1-1-10 0,6-4 2 16,-1 1 3-16,1-5-3 0,1 4-4 0,2-6 1 15,1 2 3-15,0-4-1 0,-1 2 0 0,2-5 0 16,-13 2 2-16,27-4-5 0,-13 1 1 15,-4 0 4-15,0-1 9 0,2-2 12 0,-3 0-12 0,-2 0 0 16,1-2-5-16,-2 5-1 0,1-9 3 0,0 5-2 16,-1-1-2-16,-6 8-1 0,3-13 1 0,1 4-2 15,-4 9 0-15,5-16-2 0,-5 8-2 0,0 8-2 16,0-16 1-16,0 16 2 0,4-11-4 0,-4 11-3 16,0 0 2-16,-3-16-1 0,3 16 1 15,0 0 1-15,-1-10 0 0,1 10-3 0,0 0-1 0,0 0 0 16,0 0 3-16,-2-10-6 0,2 10 1 15,0 0-1-15,0 0 2 0,0 0-3 0,0 0 4 16,0 0-2-16,0 0 4 0,0 0-6 0,0 0 3 0,0 0-3 16,0 0 3-16,0 0-1 0,7-8 3 0,-7 8-2 15,0 0-1-15,0 0 2 0,0 0 1 0,0 0-2 16,0 0 3-16,0 0-2 0,0 0 1 0,11-7 0 16,-11 7 1-16,5-8 2 0,-5 8-4 15,4-9 1-15,-4 9 5 0,8-13-7 0,-4 4 2 16,-1-2-3-16,-2 1 4 0,2-2-2 0,-3-1 4 15,1 1-5-15,-1-5 3 0,1 2 1 0,-3-3-8 16,0 0 7-16,-1 1 6 0,-1 0-10 0,1-1 7 16,1 1-3-16,-3 2 5 0,1-1 7 0,1 6 6 15,3 10 6-15,-2-18 15 0,2 18-7 0,-3-11-6 16,3 11-3-16,0 0-3 0,-4-13-4 0,4 13-5 16,0 0-3-16,0 0-1 0,0 0-5 0,0 0 1 15,0 0 7-15,12 39-5 0,-7-13-2 0,2-2-3 16,0 3 2-16,1 0 1 0,-3 1-3 0,2-3 4 15,-3 3-5-15,1-2-1 0,0-1 0 0,-1-4 2 16,1 2-1-16,-2-4-1 0,3 6 2 0,-2-9-1 16,1 0 1-16,-2 2-5 0,1-6-21 15,-2-2-19-15,2 2-26 0,0-2-39 0,0 1-34 0,-4-11-32 16,7 20-34-16,-3-12-34 0,-1-2-150 0,-3-6-425 16,0 0 188-16</inkml:trace>
  <inkml:trace contextRef="#ctx0" brushRef="#br0" timeOffset="180294.63">9499 16612 86 0,'0'0'182'0,"0"0"4"0,0 0-15 15,0 0-18-15,-1 25 0 0,-1-15-9 0,2 0-10 16,0-1-12-16,0 2-10 0,3 1-15 0,-2-2-6 15,4-1-7-15,-1 2-9 0,0-4-2 0,1 1-8 16,2-1-3-16,-2-4-4 0,3 1-6 0,-1 0-2 16,3-3-1-16,2-1 1 0,-2-2-4 0,0-1 3 15,1 0-3-15,-1-2-7 0,1 0 4 0,-3-3-3 16,1 2-1-16,-3 0-1 0,-2-1-4 0,0-1-2 16,-2 1-1-16,0 0 0 0,-4-4-4 0,0 1-6 15,-3 1-2-15,-1 0-2 0,-3 1-1 0,-2 0-3 16,-4 0-2-16,-1 3 0 0,-2-2-3 0,-1 4 0 15,1-1-16-15,-1 4-10 0,0 2-13 0,1 1-18 16,0-1-22-16,2 2-27 0,3 0-32 0,3 0-33 16,-2 1-31-16,6 0-157 0,-1 2-381 0,7-7 168 15</inkml:trace>
  <inkml:trace contextRef="#ctx0" brushRef="#br0" timeOffset="180546.31">9795 16577 206 0,'3'-1'209'16,"-3"1"-7"-16,0 0-7 0,8-3-25 0,-8 3-14 15,0 0-15-15,0 0 1 0,0 0 1 0,5 13-7 0,-5-2 4 16,-3 1-4-16,1 6-9 0,-1 2-8 0,1-2-8 16,-1 3-10-16,-1 5-10 0,-1 0-7 0,2-2-11 15,0 4-3-15,-4 1-8 0,5-4-6 16,-2-6 0-16,3-1-8 0,-2 0-6 0,2 2-4 15,-1-2-13-15,2-1-20 0,-1-2-23 0,1-4-29 16,0 1-29-16,0-2-26 0,0-4-36 0,3 5-34 16,-2-6-29-16,-1-5-23 0,0 10-127 0,0-10-381 15,0 0 168-15</inkml:trace>
  <inkml:trace contextRef="#ctx0" brushRef="#br0" timeOffset="180812.47">9729 16634 76 0,'9'-8'166'0,"2"1"-4"0,5-3-2 0,-1 4-2 0,2 2-14 16,2 0-13-16,-6 4-2 0,4 2-5 0,0 3-9 16,-3-1-17-16,0-1 1 0,-1 6-11 0,-3-4-4 15,-1 2-8-15,-1 1-8 0,-1 1-4 0,0-2-4 16,-5 3 2-16,1-1-6 0,-3-9-2 0,0 16-2 15,0-16-5-15,-6 18-4 0,-1-9-4 16,-3 0-6-16,0 2-3 0,-3-2-11 0,3 0-23 0,1-1-23 16,-8-1-26-16,6 0-23 0,-1-2-35 0,2 0-25 15,0-1-27-15,3-1-149 0,7-3-337 16,0 0 150-16</inkml:trace>
  <inkml:trace contextRef="#ctx0" brushRef="#br0" timeOffset="181023">10047 16626 118 0,'0'0'201'0,"9"-8"-2"0,-9 8-17 15,6-9-12-15,-6 9-19 0,6-3-13 0,-6 3-15 16,0 0 0-16,0 0 0 0,0 0-2 0,12 13-13 16,-12-13-4-16,2 18-11 0,0-7-10 0,1 5-3 15,-2-4-7-15,-1 5-9 0,0-5 2 0,0 4-36 16,-4-4-20-16,4 3-19 0,-1-5-25 0,1-10-30 15,-1 26-33-15,2-15-36 0,-1-11-32 0,0 16-145 16,0-16-335-16,1 14 147 0</inkml:trace>
  <inkml:trace contextRef="#ctx0" brushRef="#br0" timeOffset="181436.17">10203 16755 174 0,'0'0'190'0,"0"0"-14"0,0 0-13 15,0 0-8-15,0 0 2 0,0 0-4 0,0 0-9 16,9-17-14-16,-9 17 2 0,2-16-3 0,2 9-7 16,0-3-4-16,1 0-2 0,1 1 2 0,0 0-15 15,3 1-9-15,-3 0-10 0,2 1-8 0,0 2-7 16,0 4-9-16,-1 0-3 0,-7 1-7 0,19 4-7 15,-10-1-7-15,0 4-3 0,-1 1 0 0,-1-1 1 16,0 3-7-16,-4 3-5 0,3-1-13 0,-1 2-18 16,-5-3-33-16,-1 5-37 0,1-5-27 15,-3 6-47-15,3-6-66 0,-1 1-182 0,1-12-432 16,-4 17 192-16</inkml:trace>
  <inkml:trace contextRef="#ctx0" brushRef="#br0" timeOffset="181993.91">10581 16645 160 0,'-7'-1'237'0,"-4"1"-11"0,1 3-13 0,-1-2-8 16,-1 5-13-16,-3 1-7 0,2 3-23 0,3-2-18 15,0-1-13-15,2 5-10 0,3-3-12 0,-2 1-9 16,4-1-13-16,-1 3-6 0,3-6-5 0,1-6-10 15,1 14-3-15,3-10-8 0,-1 3-8 0,-3-7-2 16,13 5-2-16,-1-6-7 0,-2 1 0 0,0-2-6 16,2 0 3-16,-2-4-10 0,0 3-1 0,0-3-5 15,-1 0 2-15,0-1-3 0,0 2-1 0,-2 0 0 16,-1 0-1-16,-1-2-5 0,-1 1 2 0,0 1 2 16,1-1-6-16,-5 6 0 0,8-9 4 0,-7 4-9 15,-1 5 3-15,0 0-2 0,5-5-2 0,-5 5-2 16,0 0-4-16,0 0 9 0,0 0 6 0,6 22 2 15,0-5 7-15,-4 10 6 0,-2 3 2 0,4 6 11 16,0 12 24-16,2 1-12 0,2 1 5 16,0 1-6-16,0-3-2 0,-4-13-2 0,5 13-6 0,-8-16-2 15,3 1-3-15,-4-1 0 0,3-3 5 0,-3-1 2 16,0-2-14-16,-3 1 12 0,2-11-16 0,-2 1-3 16,0-4 8-16,-4 2-3 0,0-5-6 0,-1 3-4 15,-2-5 4-15,-4 0-4 0,-2-1 0 0,2-2 2 16,-4-5-4-16,-1 0-5 0,-1-2-11 15,-2-2-10-15,-5-2 3 0,7-2 1 0,-5-5-1 0,1-2 7 16,2-3-16-16,6-2-4 0,0-4-2 0,5 0-1 16,2-3-9-16,3-4-3 0,-1-1-10 0,7 2-2 15,1-3-12-15,3 0-1 0,5 2 2 0,4-1 5 16,1 3 7-16,3-3-3 0,1 6 6 0,2-1-16 16,3 4-8-16,4-4-12 0,2 3-28 15,8-6-31-15,-3 9-19 0,9-2-43 0,4 2-32 16,-13 5-145-16,0 0-409 0,3 3 181 0</inkml:trace>
  <inkml:trace contextRef="#ctx0" brushRef="#br0" timeOffset="182959.64">11500 16573 194 0,'-7'-17'216'0,"7"17"-6"0,0 0-14 0,-15-2-9 16,15 2-16-16,-21 4-2 0,9 4-14 15,-4 2-8-15,2 4-7 0,-6 5-11 0,4 2-4 16,1 3-13-16,-2-2-10 0,7 2-1 0,-3-2-17 16,4-4-8-16,4-1-6 0,2 2-8 0,3 0-7 15,3-1-4-15,1-6-7 0,3 3 0 0,2-1-11 16,0-1-5-16,3-5-16 0,3 0-14 0,2-4-15 15,-3-2-3-15,5-1-5 0,0-1 0 0,2-3-1 16,-1-3-1-16,-2-2 1 0,4 3 2 0,-7-5 2 16,2 3 6-16,-2-4 0 0,-2 1 1 0,0-1 4 15,0 0-6-15,-2-1 7 0,-3 2 2 0,4-3 1 16,-4 0 1-16,-3 2-2 0,0 0 2 0,-1 0 1 16,1 1 4-16,-5 10 7 0,4-14 8 0,-2 9 3 15,-2 5 2-15,0 0-4 0,2-12 2 0,-2 12-6 16,0 0-3-16,0 0 8 0,0 0 8 15,0 0 1-15,0 0 0 0,-10 33-2 0,4-18-1 0,2 0-2 16,-2 1 0-16,1-1-3 0,3 3 0 16,0-1-3-16,0 2 2 0,4-2-4 0,-4-5 3 0,7-2-4 15,-1 2 2-15,-2-2-6 0,4-1 5 0,-3-4-5 16,6 2 2-16,-4-2 1 0,-5-5-3 0,13 6 2 16,-5-4-4-16,-8-2 1 0,0 0 0 0,28-8 1 15,-17 5-3-15,-11 3 2 0,18-12 0 0,-11 8-2 16,-1-6 0-16,1-1-3 0,0 0 3 15,-3 1-4-15,-2 1 1 0,0-4-1 0,-1 2-1 16,3-1-3-16,-4 12-1 0,-2-22-1 0,2 9-1 16,0 3-1-16,-2-2-1 0,2 12 2 0,2-20 2 0,0 12-6 15,-2 8-1-15,3-11-1 0,-3 11-1 16,9-12 5-16,-1 8-3 0,-8 4 2 0,15-1 3 0,-15 1 3 16,21 7-3-16,-10 1 1 0,3 2 2 15,-5 1 0-15,0 2 3 0,-2 2 4 0,-1-4-5 16,1 3 4-16,1 1-2 0,-4 3 0 0,0-3 3 15,-4 2 6-15,2 2 13 0,-1-5-1 0,1-4-3 16,-2-10-1-16,2 13 0 0,-2-13-1 0,1 11 8 16,-1-11 1-16,0 0 14 0,0 0-3 0,-1 11 1 15,1-11-7-15,0 0 0 0,0 0-2 0,0 0 0 16,0 0-6-16,0 0 1 0,0 0-4 0,12-45 1 16,-4 29-1-16,0 0 1 0,3-1-2 0,1 1 1 15,2-6-7-15,-2 8 0 0,3-2-2 0,-3 4 10 16,1 1-9-16,-3 3-2 0,0 1 2 0,3 2 0 15,-4 0-2-15,-9 5 6 0,14-2-2 0,-14 2-1 16,18 5 4-16,-9 1-6 0,-1 1-3 0,-3 1 1 16,0 2 3-16,-2 1-3 0,-2 4 3 0,2 2-5 15,-3 0-16-15,2-1-35 0,-2 2-26 0,2-4-47 16,0 0-37-16,3 0-52 0,1 1-69 0,1-2-195 16,4 0-510-16,5-3 227 0</inkml:trace>
  <inkml:trace contextRef="#ctx0" brushRef="#br0" timeOffset="183582.84">12556 16620 109 0,'-12'-7'198'0,"12"7"-6"0,-12-2-11 15,12 2-10-15,-17 4-6 0,6 3-14 0,-4 1-6 16,1 6-10-16,-7 4-13 0,4 3-7 0,-2 2-7 16,3 2-3-16,4-1-14 0,2 0-7 0,2 0-8 15,3 2-5-15,2-7-7 0,2 0-5 0,6 4-6 16,-1-4 0-16,2-2-6 0,3-2-8 0,1-2 1 15,3 0-2-15,5-4-6 0,0-2-1 16,2-2-3-16,-2-4-6 0,11 2 1 0,-9-5-2 16,3 2-3-16,-6-4 0 0,4-1-1 0,-6-3-1 15,1 1-4-15,3-1 1 0,-10 1 1 0,1 0-5 0,2-6-1 16,-5 4-1-16,1-2 3 0,-3-6-3 16,1 2 0-16,-5-1-1 0,-1 0-6 0,-1-1 1 15,-3 2-2-15,2-1 1 0,-4 6 0 0,1 0 0 0,1 2 0 16,4 8 3-16,-10-11-7 0,6 8-1 15,4 3 1-15,0 0 1 0,-18-2 4 0,18 2-1 16,-23 16 0-16,10-4 9 0,6-1-9 0,-2 4 7 16,3 3-6-16,2 6 5 0,-2-5-2 0,4-3 3 15,2 2-5-15,2 0-21 0,4-2-29 0,0-2-33 16,5-2-41-16,-1 0-72 0,2-1-33 0,-1-4-151 16,1-2-409-16,-3-2 181 0</inkml:trace>
  <inkml:trace contextRef="#ctx0" brushRef="#br0" timeOffset="183966.69">12799 16863 41 0,'0'0'218'0,"0"0"-5"15,0 0-13-15,0 0-10 0,0 38-19 0,0-31-16 16,0-7-3-16,0 20-4 0,0-20-13 0,-2 12-1 15,2-12-22-15,2 11-6 0,-2-11-9 0,0 0 2 16,-2 11 5-16,2-11 8 0,0 0 1 0,0 0 14 16,0 0-20-16,0 0-12 0,0 0-7 0,0 0 0 15,0 0-19-15,0 0 1 0,0 0-13 16,0 0 4-16,0 0-16 0,0 0-7 0,0-47-1 16,2 35-3-16,4-1-8 0,-1-2-7 0,-1 0 0 15,5-1-5-15,-2 4-2 0,4-2 1 0,-4 2-7 16,1 3 0-16,0 1 5 0,1 3-8 0,1-2-3 15,0 3 2-15,-1 3 4 0,-9 1-9 0,20 1-1 16,-9 3 1-16,-4 2 2 0,-3 0-2 0,4 3 0 16,-4 2-5-16,0 4 2 0,1 0 15 0,-3 2-10 15,-2 0 3-15,0-1-3 0,-2 1 2 0,2-4-30 16,-3-2-29-16,2 2-34 0,0-2-38 0,-1-1-50 16,2-10-44-16,0 12-247 0,0-12-508 0,-2 12 225 15</inkml:trace>
  <inkml:trace contextRef="#ctx0" brushRef="#br0" timeOffset="184250.69">13023 16563 220 0,'0'0'257'0,"-2"-12"-28"16,2 12-23-16,0-11-20 0,0 11-21 0,0 0-16 15,0 0-2-15,0 0-2 0,0 0-8 0,0 0 1 16,13 28-11-16,-8-11-10 0,0 2-1 16,1-1-6-16,-1 7-5 0,-1-2-9 15,0 1-6-15,-2 1-10 0,1-6-2 0,1 1-6 0,-1-2-7 0,0 8 2 16,1-2-13-16,-4-6-4 0,4-1-4 0,-4-2-5 16,4-2-23-16,-3-1-18 0,1-1-26 15,0-1-26-15,2-2-34 0,-4-8-29 0,2 15-36 16,-2-15-37-16,-2 13-31 0,2-8-194 0,0-5-446 15,0 0 197-15</inkml:trace>
  <inkml:trace contextRef="#ctx0" brushRef="#br0" timeOffset="184922.92">13077 16762 9 0,'0'0'205'15,"16"-4"-2"-15,-6 4-18 0,-10 0-12 0,23 2-11 16,-11 1-11-16,-1 3-7 0,0 1-14 0,1 0-10 16,-1 4-4-16,-1-3 0 0,2 5-9 0,-3 1-1 15,0-2-1-15,2 1-13 0,-4 1-8 0,-1-3-12 16,-3 0-1-16,-1 1-11 0,-2-3 0 16,2 2-4-16,-2-11-3 0,-4 17-6 0,-3-12-5 0,3 3-4 15,-1 1-2-15,1-4-3 0,4-5-4 0,-12 10-7 16,6-6 6-16,2-1 0 0,4-3-7 0,0 0-4 15,-12 4 1-15,12-4-2 0,0 0-9 0,0 0-6 16,0 0-5-16,0 0-7 0,0 0-5 0,20-36 0 16,-8 24-2-16,-1-4 5 0,6-3 1 15,4 1 2-15,-1 0-4 0,-2 1 6 0,-6 5-5 16,1-2 3-16,1 1 1 0,-1-1 1 0,-2 5 5 0,0-3 3 16,-4 6 7-16,0-3 8 0,1 4 2 0,-8 5 5 15,8-9 3-15,-8 9 2 0,8-8 1 0,-8 8 2 16,0 0-9-16,7-7 4 0,-7 7-8 15,0 0-3-15,0 0-3 0,0 0 5 0,0 0 2 16,0 0 5-16,-23 32-1 0,14-20 1 0,-1 4 0 16,3-1-3-16,-3 4-2 0,2-3 2 0,1 2 0 15,3 0-4-15,0-2 1 0,4 2 0 0,2-1 0 16,2-4-2-16,5 1 2 0,-5-4 0 0,5-1-3 16,5-2 1-16,1 0-1 0,6-2-4 0,8-1 4 15,-2-1-4-15,0-3 2 0,-4-3-6 0,-4-1 3 16,2-2 1-16,-4 0-6 0,1-4 4 0,-4 2-3 15,-2 0 2-15,-2-4-4 0,-1-2 3 0,1-1-3 16,-2 0 4-16,-1-2-1 0,-3 0-2 0,1 1 1 16,-4 0-2-16,1 6 12 0,-2 0-16 0,2 1 4 15,-2 9 2-15,-2-13 3 0,2 13-5 0,0 0-1 16,0-16-1-16,0 16 2 0,0 0 0 0,0 0 5 16,0 0-1-16,0 0 1 0,-14 38-1 0,11-22-1 15,-1 0 3-15,0-1-9 0,4 3 6 0,-2-1 1 16,2 2-5-16,0-2-1 0,0-3 5 0,2 2-22 15,0-6-20-15,2 3-19 0,-1-2-24 0,-1-3-25 16,2-2-37-16,-4-6-24 0,10 10-34 0,-10-10-30 16,9 6-28-16,-9-6-140 0,0 0-430 0,13-1 191 15</inkml:trace>
  <inkml:trace contextRef="#ctx0" brushRef="#br0" timeOffset="185182.31">13821 16587 180 0,'0'0'242'0,"0"-12"-20"0,0 12-22 15,0 0-23-15,0 0-2 0,0 0 4 16,0 0 0-16,0 0-8 0,0 0-7 0,15 40-12 16,-11-25-3-16,0 4-3 0,0 5-8 0,0 2-16 15,1-1-7-15,-3-6-10 0,-2 0 2 0,4 7-16 16,-2-1-11-16,0 0-10 0,0-7 1 0,0 7-10 15,-1-7-4-15,-1 1-14 0,0-4-19 0,0 0-18 16,0-2-27-16,0-3-28 0,0 2-27 0,0-5-27 16,0-7-35-16,-5 16-42 0,5-16-34 0,0 10-31 15,0-10-155-15,-8 5-434 0,8-5 192 0</inkml:trace>
  <inkml:trace contextRef="#ctx0" brushRef="#br0" timeOffset="185490.02">13769 16798 116 0,'0'0'206'16,"-5"-7"-10"-16,5 7-12 0,0 0-22 0,-4-7-11 15,4 7-19-15,0 0-11 0,0 0-7 0,23-10-14 16,-12 8-5-16,9 0-11 0,-5-2-8 0,4 4-3 16,-2-4-8-16,4 0 2 0,-1 3-4 0,0-2-2 15,-2 1-2-15,-5 1-10 0,1-1 0 0,-3 1 2 16,-11 1-2-16,18 0-5 0,-18 0-3 15,13-1-2-15,-13 1-2 0,12 1-6 0,-12-1-1 0,11 6 9 16,-4-2 10-16,-3 3 2 0,3 1 4 0,-5 0-8 16,6 1 5-16,-6 2 6 0,0 1-4 0,0 7-2 15,-2-3-6-15,0-1-8 0,0 1 4 0,0-1-8 16,0 2-2-16,0-6-5 0,0 2-19 16,-2-3-22-16,0 2-25 0,2-3-29 0,0-9-36 15,0 17-33-15,0-17-44 0,0 0-35 0,0 14-196 16,0-14-446-16,0 0 198 0</inkml:trace>
  <inkml:trace contextRef="#ctx0" brushRef="#br0" timeOffset="185655.52">13993 16634 50 0,'-5'-9'175'0,"5"9"-27"15,0 0-24-15,0 0-23 0,0 0-34 0,0 0-54 16,0 0-55-16,0 0-64 0,0 0-116 0,0 0 52 16</inkml:trace>
  <inkml:trace contextRef="#ctx0" brushRef="#br0" timeOffset="186603">14249 16766 70 0,'0'0'179'0,"0"0"-10"0,0 0-1 0,0 0 1 16,-3 11-1-16,3-11-6 0,0 0 2 0,-17 19-6 16,9-10-8-16,-2 1-4 0,1 5-6 0,3-1-15 15,1-2-8-15,-1-1-11 0,2 2-8 16,0-3-8-16,2 1-8 0,2-11-7 0,0 24-9 16,2-15-5-16,1-2-4 0,2 0-4 0,-5-7-2 15,9 11-9-15,-1-6 0 0,-1-3-6 0,5 1-4 0,-2-1-4 16,-1 0-1-16,-9-2 0 0,23-3-6 15,-12-2-2-15,3-1 0 0,-4 3-1 0,0-5 0 16,-1 3-7-16,0-4-3 0,-3 0-1 0,-6 9-2 16,10-22-3-16,-8 11-1 0,0 0-8 0,-2 0 6 15,4-2-7-15,-8-3 0 0,2 6-4 0,0-2 3 16,2 0 11-16,-2 1-9 0,2 1 3 0,0 10-1 16,-3-14 5-16,3 14 4 0,0-12 3 0,0 12-2 15,3-11 2-15,-3 11-3 0,0 0-5 0,0 0 8 16,0 0-8-16,13-1 9 0,-13 1-10 0,16 10 3 15,-8-5-1-15,-1 5 1 0,0 0-2 0,2 5 2 16,-2 0-1-16,-1-1 9 0,-4-2 1 0,3 0 11 16,-7-1-5-16,6 0 0 0,-2-1-3 0,2-1 2 15,-4-9-2-15,4 16 0 0,-4-16-1 0,2 10 6 16,-2-10 6-16,0 0 13 0,0 9 3 0,0-9 1 16,0 0 9-16,0 0 7 0,0 0-15 15,0 0 3-15,0 0-13 0,0 0 3 0,0 0-7 0,0 0 4 16,0 0-10-16,0 0-1 0,0 0-5 0,9-38 8 15,-7 25-13-15,5-3 2 0,-1-1-8 0,2 0-2 16,0 0-5-16,1 3 1 0,1-1-2 0,-2 2 1 16,1 0-4-16,-2 2-2 0,0 4-1 0,-1 1 9 15,1-2-7-15,-7 8 3 0,10-6-2 0,-10 6 0 16,11-3-4-16,-11 3 1 0,0 0 2 0,15 9-2 16,-11-2 2-16,-4-7 2 0,7 14-3 0,-4-4 9 15,-1-1-6-15,0 1 0 0,2 2 2 0,-1 0 1 16,1 3 1-16,0-6 9 0,1 2 5 0,0-3-1 15,4 2-1-15,-3-3-1 0,3-1-1 16,3-2 3-16,-12-4 2 0,24 4 1 0,-13-4-6 0,-11 0 8 16,27-4-6-16,-15-2-8 0,0 0 11 15,0 0-2-15,-3-2-1 0,5-3 0 0,-5 2-2 16,2-4 2-16,-2 3 3 0,-2-6-2 0,0 4-8 16,1-3 0-16,0-1 3 0,-4 0-3 0,3-1 5 15,-3 1-1-15,0 0 1 0,-3 4-8 0,2-1 5 0,-2 4-4 16,0-1 2-16,-1 10-1 0,2-13 1 15,-2 13-3-15,2-10 6 0,-2 10-11 0,0 0 0 16,0 0 0-16,0 0-2 0,0 0 2 0,0 0 2 16,0 0-3-16,-27 16 0 0,21-5 3 0,0 0-3 15,-1 1 1-15,1 3 2 0,1 0 0 0,1 2 5 16,1 1-6-16,1-6-3 0,2 3 0 0,2-3-10 16,1 4-1-16,1-1-5 0,1 2 2 0,0-1-7 15,1-1 3-15,-2-3 1 0,6 3-5 0,-6 0-5 16,4-4 7-16,1-1 2 0,-3-1-4 0,2 1 3 15,-5-2 3-15,3 0 3 0,-2-1 2 0,-4-7 3 16,5 15-3-16,-3-8 8 0,-2-7-2 0,0 17 8 16,3-11 9-16,-3-6 2 0,-5 17 4 0,1-8 5 15,0-2-4-15,-3 1-1 0,1 1-1 0,-3-3-2 16,-1 2-3-16,1-3-16 0,-2 2-26 0,-3 1-34 16,2-4-38-16,-1-1-47 0,2 1-65 15,-1-2-61-15,-1-2-189 0,3 1-509 0,10-1 226 0</inkml:trace>
  <inkml:trace contextRef="#ctx0" brushRef="#br0" timeOffset="186762.92">15123 17041 234 0,'17'2'289'0,"-7"-2"-7"0,-2 2-1 0,-8-2 4 0,12 2-17 16,-12-2-14-16,0 0-23 0,0 0-16 0,20-4-24 15,-20 4-25-15,0 0-24 0,0 0-32 16,0 0-43-16,10-2-52 0,-10 2-87 0,0 0-85 0,0 0-311 15,0 0-505-15,0 0 225 0</inkml:trace>
  <inkml:trace contextRef="#ctx0" brushRef="#br0" timeOffset="195796.28">14584 13948 44 0,'0'0'57'0,"0"0"-5"0,0 0-3 16,0 0-4-16,0 0-4 0,0 0-16 0,0 0-13 16,0 0-22-16,0 0-43 0,0 0-57 0,5 6 26 15</inkml:trace>
  <inkml:trace contextRef="#ctx0" brushRef="#br0" timeOffset="208846.73">21890 12972 62 0,'0'0'91'0,"0"0"6"0,0 0-16 15,0 0 0-15,0 0-9 0,0 0 0 0,0 0-3 0,0 0 4 16,0 0-10-16,0 0-2 0,0 0-6 0,0 0-5 16,0 0-5-16,0 0-4 0,0 0 5 15,0 0-10-15,0 0 0 0,0 0 2 0,0 0-5 16,0 0-4-16,0 0-8 0,-13-6 2 0,13 6-2 0,0 0 0 15,-7 0-5-15,7 0 2 0,0 0-6 0,-11 0 2 16,11 0 2-16,-11-2-2 0,11 2-2 0,-10-2-4 16,10 2 6-16,-11 0 1 0,11 0 3 0,-11-3 3 15,11 3-4-15,-13-4-1 0,7 2-4 0,-3 1 11 16,9 1-3-16,-14-2 10 0,7 1 1 0,0-2 1 16,7 3-4-16,-13-3 1 0,5 1-3 0,8 2-12 15,-15-2 4-15,15 2 9 0,-11-3 3 0,11 3 1 16,-11 0 1-16,11 0-1 0,-9-1 0 0,9 1-3 15,0 0-5-15,-9-4 2 0,9 4-5 0,0 0 3 16,0 0-5-16,0 0-3 0,-7-1-3 0,7 1 3 16,0 0-3-16,0 0-2 0,0 0 2 0,0 0-2 15,0 0 1-15,0 0-5 0,0 0-1 0,0 0 3 16,0 0-2-16,0 0 1 0,0 0 9 0,0 0 1 16,0 0-3-16,0 0 4 0,0 0-2 0,21 11-2 15,-13-9 1-15,-1 1 4 0,0 0 3 0,5-2-6 16,-1 1 5-16,1 1-4 0,2 1 2 0,-1 0-2 15,2-3-3-15,2 3-1 0,-1 0 0 0,1 0-4 16,-1-1 0-16,1 0 2 0,1 1 2 0,1-2-4 0,0-1 0 16,2 4-1-16,2-3-1 0,-3 0-1 0,8 1-2 15,0 0 5-15,0-3-2 0,-6 1-1 16,9-1-1-16,-1 0 3 0,-3 3-5 0,3-3 0 16,-1 1 3-16,2 1 0 0,1-2-2 0,1 1-1 0,0 0-1 15,-1-2 3-15,0 4-3 0,0 1-2 16,-3-5 5-16,1 2-3 0,-1-1-3 0,1 0 4 15,-1 2 0-15,-2-4 0 0,0 5-5 0,1-3 2 0,0-3 1 16,0 7 0-16,3-3 1 0,-2-2 0 0,-1 2 2 16,-1 0-1-16,1 0-1 0,-7-2-2 0,0 3-1 15,1 1 0-15,1-3 4 0,-2 1-2 0,2-1 1 16,-2 1-2-16,0-1 5 0,-1 0-2 0,2 2 0 16,-3 0 2-16,3-1 0 0,-2 3 2 0,-1-4-2 15,2-1 3-15,0 4 1 0,-1-5-2 0,0 4 5 16,1-2-2-16,-1 0-1 0,2 0 2 0,-3-3-1 15,-2 3-3-15,0 0 8 0,1 0-9 0,2 1 6 16,-3 1-3-16,3-2-1 0,-3 0 2 0,1 1 0 16,0-2 1-16,1 1 1 0,-1 1-3 0,1-1 3 15,-1 0-1-15,0-1 1 0,1 1-1 0,-2-4 1 16,3 4-4-16,-2 0 3 0,-1 0 0 0,0 1 1 16,3 0-2-16,-1-1-4 0,-6 0 2 0,7-1 1 15,-3 2 0-15,1 1-1 0,-4-2-2 0,4-2 3 16,-3 4 1-16,-1-2-6 0,-1 0 3 0,5-3-1 15,-5 4 3-15,6 1-1 0,-2-2 2 0,0 0 1 16,3 0-1-16,-4 0 2 0,2 0 0 0,-1 0 1 16,1 0-2-16,-4 0 0 0,4-2 0 0,2 2 4 15,-2-4-7-15,-4 3 0 0,3 1-1 0,2-3 4 0,-6 3-7 16,1-1 2-16,-2 2 1 0,6-4-2 16,-5 3 1-16,1 0-1 0,-1-1-5 0,-2 1 6 0,5 2-4 15,-5-2 5-15,3-2-1 0,-3 0-3 16,0 2-3-16,0 0 2 0,1 0 1 0,2 0-1 0,-2-2-2 15,-2 3 5-15,3-2-4 0,-3 1 5 16,2 0-6-16,-1-1 14 0,-5 2-11 0,-6-1-1 0,13 0-1 16,-3-1 4-16,-10 1-5 0,14 1 5 0,-7 0-5 15,2-1 2-15,-9 0-3 0,10 0-7 0,-10 0-21 16,0 0-10-16,0 0-32 0,10-1-28 0,-10 1-44 16,0 0-45-16,0 0-52 0,0 0-190 0,0 0-464 15,0 0 206-15</inkml:trace>
  <inkml:trace contextRef="#ctx0" brushRef="#br0" timeOffset="210758.81">24251 12958 22 0,'0'0'79'0,"0"0"0"0,0 0 0 0,0 0 0 0,0 0-1 15,0 0-4-15,0 0-3 0,0 0-13 0,0 0 2 16,-9 1-16-16,9-1-1 0,0 0 3 0,-9 1-11 16,9-1 2-16,-8 3-1 0,2 0-13 0,6-3 8 15,-11 5-12-15,6-4-6 0,-1 3 9 0,6-4-2 16,-10 3-12-16,10-3 10 0,-9 3 0 0,9-3-4 16,-8 3-6-16,8-3 1 0,-9 3-6 0,9-3 0 15,-6 3-2-15,6-3 1 0,0 0 5 0,-8 4-2 16,8-4 7-16,0 0-10 0,0 0 0 0,-6 3 0 15,6-3 10-15,0 0-2 0,0 0-2 0,0 0 5 16,0 0 2-16,0 0 4 0,0 0 4 0,-8 0-1 16,8 0 0-16,0 0 1 0,0 0-8 0,0 0 3 15,0 0-3-15,0 0 8 0,0 0-10 0,0 0 1 0,0 0-7 16,0 0 5-16,0 0 0 0,0 0 10 16,0 0 1-16,23 6 5 0,-13-5-5 0,2 1 3 15,2-2 0-15,2 1 1 0,2-2 2 0,2 2 1 0,1 2-7 16,6-1 7-16,0 4 1 0,2-6-3 15,-8 0-3-15,9 5 2 0,-1-4-4 0,-1 0 4 16,2 4 1-16,2-2-2 0,-1 2 3 0,1-1 0 16,-3-4 0-16,3 0 0 0,0 3-3 0,3-1-4 0,-5 3 2 15,6-1-2-15,-1-2-3 0,-2 1 4 0,4-3 1 16,-1 0-5-16,1 1-4 0,-1-1 3 16,2 0-1-16,-3 2-1 0,-2 0 3 0,1 2-3 0,0-6 1 15,-1 4-7-15,-3 0 4 0,1 0-1 16,-4-2-1-16,-2 0-2 0,3 0 1 0,2 0 0 0,-2 0 2 15,-7 0-1-15,9 0 0 0,-1 2-4 0,-2-2 4 16,0 0-4-16,1 2-1 0,-1-2-2 0,-3 2 2 16,3-4 2-16,0 2 3 0,4 0-4 0,-2 2 1 15,-2-4-1-15,2 0 3 0,0 1-2 0,-3 2 0 16,1-3 7-16,2 0-4 0,-10 2-8 0,2 2 5 16,2-2-3-16,-2-3 3 0,0 4-2 0,0-1 3 15,-2 2-6-15,4-2 3 0,-3-2 2 0,0 4-1 16,9-2-3-16,-8-2 5 0,8 4-3 0,0-5 2 15,-2 3 2-15,-7 0 0 0,1 0 1 0,8-3-1 16,-7 3-6-16,-2-1 0 0,1-1 2 0,1 4 1 16,-1-3 1-16,-1 1-1 0,0-2 2 0,3 0 3 15,-4 1-2-15,2 1-1 0,0-2 2 0,0 1 1 16,2 2-3-16,-5-3 0 0,2 2-1 0,2 0-2 16,-3-1-1-16,0 1-3 0,0-2 4 0,-2 1-1 15,2 0 1-15,1-2-2 0,0 2 1 0,-2 0 1 16,0-1-3-16,2 0 1 0,-1 2 0 0,-2-1 4 15,-3 1-6-15,-3-2 6 0,5 1-4 0,-3 1 0 0,3-1-5 16,2-2 3-16,0 3-2 0,1-2 4 0,-2 1-5 16,2-1 5-16,-2 1-3 0,-4 1 0 15,7-3 0-15,-6 2 1 0,1 0-1 0,4 0 1 16,-2-1-3-16,2 1 0 0,-6-2 0 0,1 3 3 0,-1 0-1 16,3-1 0-16,-5-1 0 0,2 0 2 0,1 1-4 15,-3 0 1-15,3-1-1 0,-1 1 1 16,-2 0-2-16,3 1 3 0,1-2-1 0,-1 2-1 15,-3 0 0-15,5-2-1 0,-3 2-1 0,1-2 1 0,-1 2 2 16,-2-1 1-16,1-1-1 0,1 0 4 0,-1 4-3 16,-1-4 3-16,2 2-6 0,-2 0 6 0,0 2-3 15,3-4 9-15,-2 4-8 0,0-2 0 0,0-2 3 16,-1 2 3-16,0-1-7 0,3 0 2 0,-1 0-2 16,-1-2-1-16,-1 3 4 0,2 0-1 0,1-1 3 15,-1-1-8-15,-1 1 1 0,1 1 3 16,1 0 3-16,-4-1 2 0,2 2 1 0,2-2-5 0,-3 1 7 15,3-3 0-15,-1 3-5 0,0 0 3 0,0 0 0 16,-2 1-4-16,2-2 1 0,0-2 0 0,-3 3-4 16,4 0 4-16,-3 0-1 0,3 0 0 0,-3-2 0 15,2 2-1-15,-1-1 0 0,-1 0-1 0,3 2 1 16,-3-1-2-16,1-1 6 0,-1-1 3 0,-1 2-9 16,1-1-1-16,-1 1 1 0,1 0 4 0,-2-1-3 15,3 2-2-15,-4-2 0 0,-8 1 2 0,19-2 0 0,-9 2 0 16,-4 0-6-16,6-1 8 0,-3-1-3 15,0 2 0-15,0 0-1 0,3 0 2 0,-1-2-5 16,-11 2 4-16,16-1 0 0,-6 1-4 0,-3 1 8 16,3-1-3-16,-1 0 2 0,1-1 0 0,0 2-2 0,1-2 4 15,0 0-7-15,1 2 0 0,-2-2 5 16,0 1-2-16,1 1-2 0,-1-2 1 0,0-1-1 0,-10 2 1 16,18 0 1-16,-8 0-5 0,-2-1 2 15,1 2 1-15,-9-1 0 0,18-2 2 0,-7 2 0 0,-2 0 1 16,2-1 2-16,2 1-1 0,-3 1 0 0,-1-1 0 15,3 0-2-15,-2 0 7 0,-2 1-7 0,-8-1 2 16,19 1-1-16,-11-1-1 0,-1 0 6 0,1 2 4 16,-8-2-9-16,13-2 3 0,-4 4 1 0,0-1 0 15,-9-1-2-15,11 0-1 0,-11 0 3 0,9 1 5 16,-9-1-2-16,10 0 2 0,-10 0-7 0,0 0 5 16,10 2-3-16,-10-2-1 0,0 0 3 0,0 0-6 15,11-2-3-15,-11 2 3 0,0 0 3 0,7-2-4 16,-7 2-3-16,0 0 7 0,0 0-2 0,0 0 6 15,0 0-8-15,0 0 0 0,0 0-2 0,0 0 3 16,11 1-3-16,-11-1 3 0,0 0 0 0,0 0 4 16,0 0-4-16,0 0-4 0,0 0 3 0,0 0-4 15,0 0 4-15,0 0-1 0,0 0-1 0,0 0 3 16,0 0-3-16,0 0 0 0,0 0 2 0,0 0 5 16,0 0-10-16,0 0-2 0,0 0-12 0,0 0-8 15,0 0-10-15,0 0-19 0,0 0-19 0,0 0-34 16,0 0-36-16,0 0-45 0,0 0-27 0,0 0-36 15,-27-13-181-15,16 8-466 0,0 1 206 0</inkml:trace>
  <inkml:trace contextRef="#ctx0" brushRef="#br0" timeOffset="212748.52">21371 13005 49 0,'0'0'72'0,"0"0"-8"0,4-20-6 0,-4 20-14 16,0 0 2-16,0 0-5 0,0 0-5 0,0 0 2 16,0 0-7-16,0 0-4 0,0 0-2 15,0 0-1-15,-14 1-5 0,14-1-2 0,0 0-6 0,-10 0-9 16,10 0 9-16,0 0-4 0,0 0 0 0,-9 4-3 15,9-4-5-15,0 0 4 0,0 0 1 0,-7 3-4 16,7-3 0-16,0 0 0 0,0 0-2 0,0 0 5 16,0 0 3-16,0 0-12 0,-13-2 10 0,13 2 6 15,0 0-10-15,0 0-1 0,-10 2 5 0,10-2-6 16,0 0 7-16,-7 1-2 0,7-1-1 16,0 0 1-16,0 0-4 0,-12 2 6 0,12-2-3 15,-7 0-2-15,7 0-3 0,-9 4-5 0,9-4 4 0,0 0 3 16,-13 1 3-16,13-1 1 0,0 0 6 0,-9 2-6 15,9-2 3-15,-6 1 5 0,6-1 5 0,0 0-6 16,-12 0 1-16,12 0 6 0,-10 0 2 0,10 0-5 16,0 0 5-16,-14-3 7 0,14 3-1 0,-10 0-7 15,10 0 6-15,-11 3 9 0,4-3-12 0,7 0 6 16,-17 1-4-16,11-1 3 0,6 0-2 0,-14-1 0 16,14 1-26-16,-12 1 24 0,12-1 10 0,-10 0-2 15,10 0 7-15,0 0-6 0,-10 0 3 0,10 0-1 16,-9 0-4-16,9 0-9 0,0 0 3 0,-12-1 5 15,12 1 13-15,0 0-1 0,-9-3-1 0,9 3-6 16,0 0 10-16,0 0-12 0,-10-1 1 0,10 1 6 0,0 0-4 16,0 0-9-16,0 0 4 0,-10 0-5 15,10 0-1-15,0 0-6 0,0 0 9 0,0 0-7 16,0 0-2-16,-7-4 0 0,7 4 1 0,0 0 0 16,0 0-1-16,0 0-5 0,0 0-1 0,0 0 6 0,0 0-3 15,0 0-7-15,0 0 0 0,0 0 5 16,0 0-5-16,0 0 1 0,0 0-3 0,0 0 0 15,0 0 2-15,0 0-5 0,0 0 7 0,0 0-4 16,0 0 1-16,0 0 4 0,26-2-1 0,-26 2 2 0,14-1 0 16,-6 1-5-16,3 0-2 0,-2 0 7 0,4 0 2 15,0 0-3-15,-2 0 6 0,4 0-3 16,-2 0-2-16,1-3-3 0,-1 1 2 0,5 2-1 0,-5-1-7 16,0 0 9-16,1 2 4 0,0-3-7 0,-2 2-1 15,1-2 2-15,1 2-5 0,-2-1-5 0,-1 1 6 16,3 0 0-16,-1-1 1 0,0 2 1 0,0-1-2 15,1 0 0-15,-3 0-1 0,2 0-1 0,0 1-3 16,-2-1 5-16,1 2 1 0,-1-2-3 0,0 1-3 16,1 0 3-16,-1 0-1 0,-1-1-1 0,3 1 0 15,-4 1 3-15,2-3-1 0,0 1-1 0,-1 3-2 16,0-2 5-16,2 1-2 0,-1 0-3 0,0-2 2 16,3 0 0-16,-1 0 0 0,-1 2 2 0,0-2 1 15,-1 1-2-15,3-1 2 0,-1-1-1 0,-1 2-1 16,5-1 6-16,1 2-4 0,-2-4 0 0,2 1 2 15,-5 1 0-15,5 0-1 0,-4-2 0 0,0 0-1 16,-1 2 1-16,-2 0 1 0,1 0 0 0,-1 0 1 16,-1 0 0-16,-2 2-4 0,0-2 1 0,-8 0-1 15,15 0-2-15,-8 0 1 0,-7 0-1 0,11 0-1 16,-11 0 1-16,10 2 0 0,-10-2-2 0,8 3-17 16,-8-3-12-16,6 1-8 0,-6-1-11 0,0 0-17 15,0 0-9-15,11 1-18 0,-11-1-13 0,0 0-10 16,0 0-21-16,0 0-20 0,0 0-120 0,0 0-298 15,0 0 131-15</inkml:trace>
  <inkml:trace contextRef="#ctx0" brushRef="#br0" timeOffset="213016.89">21728 13008 10 0,'-9'3'142'0,"9"-3"-12"0,0 0 1 0,0 0-4 0,0 0-17 16,27 3 0-16,-13-3-8 0,2-1-15 0,2 2-2 15,0-1-10-15,1 0-8 0,3 1 0 0,-3 1-9 16,-1-4 1-16,3 0-8 0,-1 1-4 0,0 0-4 16,2 1-4-16,-1-2-8 0,-1 0-2 0,-1 2-2 15,2-2-12-15,-3 1-19 0,-2 1-13 0,-2-1-22 16,-2 1 1-16,-1-3-16 0,3 3-10 0,-3 0-12 15,1-2-13-15,-12 2-9 0,14 0-97 0,-7 0-209 16,-7 0 93-16</inkml:trace>
  <inkml:trace contextRef="#ctx0" brushRef="#br0" timeOffset="-208043.89">22887 10854 81 0,'0'0'144'0,"0"0"-15"16,3-8-12-16,-3 8-3 0,0 0-4 0,0 0-6 16,-4-11 1-16,4 11-1 0,0 0-6 0,0 0 3 15,1-9-10-15,-1 9-6 0,0 0-5 0,0 0-3 16,-3-8 0-16,3 8-3 0,0 0-3 0,0 0-1 15,-3-8 2-15,3 8-5 0,0 0-2 0,0 0-2 16,0 0-4-16,-6-6-6 0,6 6-3 0,0 0-8 16,0 0-1-16,0 0-1 0,-1-7-2 0,1 7 3 15,0 0 2-15,0 0-2 0,-5-6-2 0,5 6-2 16,0 0-3-16,0 0-6 0,0 0-2 0,0 0 2 16,0 0-5-16,0 0-4 0,0 0-6 0,0 0 0 15,0 0 0-15,0 0-6 0,0 0 1 0,0 0 3 16,0 0-8-16,0 0 4 0,0 0-5 0,0 0 0 15,0 0 4-15,0 0-1 0,0 0 0 0,0 0 1 16,5 25 2-16,-2-19 5 0,-3 4-5 0,-2-2 3 16,2-8 1-16,2 17-1 0,-5-7-3 0,3 0 8 0,1 1 8 15,2 1 1-15,-2 0 0 0,1 0-2 0,-4 1 0 16,2 3-1-16,-1 0-2 0,0 0 0 16,-3 0 2-16,3 0 2 0,-2-5-6 0,2 3 5 0,2 2 0 15,-2 1 1-15,1-2-9 0,-3 0 2 0,3-3 3 16,3 4-1-16,-3 1 1 0,0-5 0 0,0 1-2 15,2 2 2-15,-2-1-2 0,2-3-6 0,-2 6 3 16,-2-1 0-16,2-2-3 0,0 2 10 0,0-2-12 16,0 3 0-16,0-3 1 0,-1-1 0 0,1-2-3 15,-1 1 4-15,-2 2-4 0,3-4 1 0,0 1-2 16,4 0 0-16,-4 5 4 0,1-4-3 0,1 0 0 16,-2-3 0-16,1 1-2 0,-1 1 3 0,4 0-6 15,-7-1 0-15,6 1 4 0,-2-3-3 0,0 3 4 16,2-1-3-16,-1 0 0 0,0 0 1 0,0-1-2 15,1 1 2-15,-1 2 1 0,0-2-3 0,-1 1 1 16,0-2 2-16,3 0-4 0,-1 2 7 0,-2-1 2 16,0 1 2-16,0-1-3 0,-1 0-1 0,2 2 1 15,-2-3 2-15,0-1-3 0,1 1-5 0,-1 1 4 16,0-3-2-16,1 1-1 0,-1-8-1 0,2 14 1 16,-1-7 2-16,1 3 2 0,-2-1 3 0,2-2-3 0,-2 1-1 15,1 1-12-15,-2 0 0 0,1-9 2 16,2 13 3-16,0-5-3 0,1 0-1 0,-3 2 1 0,2-3 5 15,-1 2 0-15,3 1-3 0,-4 0 1 0,1 1-4 16,-1 0 7-16,0-2 10 0,2 1-16 0,0 0 5 16,-2 1-7-16,-2 1 14 0,4-2 3 15,0-1-1-15,-2 1-4 0,2-1 6 0,-1 3-9 0,-2-3 6 16,1-1 1-16,-2-1-2 0,2 5 6 0,-1-2 2 16,2 0 1-16,1-2 0 0,-4 4 0 15,2-3-6-15,-1 3 6 0,-2-1-3 0,3-2-2 0,0 2-3 16,0-2 4-16,3 0-6 0,-2 0 3 0,1 1-1 15,-1 1 8-15,-2-2-15 0,1 2 4 0,1 0-9 16,-2-1 13-16,-1 1-9 0,0 2 2 0,-2-3 1 16,3 4 1-16,-1-2-8 0,2-2 9 15,-2 1 1-15,1 1 3 0,1-2-7 0,-3 2 6 0,3-3-3 16,0 2 2-16,-1 1 0 0,0 0-1 0,-1-1 2 16,2 0 2-16,-1 0-8 0,0-1 2 0,-2 1 9 15,2 0 1-15,1 0-6 0,0 1-5 0,-3-2 8 16,2 1-2-16,1-1-5 0,-3 0 6 0,2 0-5 15,1 1-2-15,-1 0 2 0,1 0 0 0,-1 1-5 16,1-2 11-16,-3 1-9 0,3-2 15 0,-1 2-13 16,1-1 4-16,0 1-8 0,-3-3 2 0,1 2-1 0,2-3 1 15,0-7 3-15,-3 19 2 0,3-9-2 16,-1-1-1-16,1 0-3 0,-1-2 5 0,2 1 15 16,-1-8-17-16,0 14 13 0,-1-7-13 0,1-7-4 15,0 16 0-15,0-10 4 0,0-6 1 0,0 14-9 16,1-7 14-16,-1-7-9 0,0 14 6 0,1-7 0 15,-1 0-1-15,0-7 3 0,1 14 4 0,-2-8-5 16,1-6 0-16,1 16 5 0,-1-9-4 0,0 0-4 0,2 2 4 16,-2 0-10-16,0-1 3 0,0 0 8 0,0-8-7 15,0 16 0-15,0-11-1 0,1 6 2 0,-1-11 0 16,-1 15-1-16,2-8-2 0,-1 3-2 0,0-3 3 16,1-1-1-16,-1-6-1 0,0 12 1 0,3-6 5 15,-3-6-2-15,1 12 3 0,0-5-1 16,-1-7-5-16,2 12-3 0,-2-12 5 0,1 10-2 0,0-3 7 15,-1-7-7-15,0 9-1 0,0-9 1 0,1 9-6 16,-1-9 4-16,2 10-2 0,-2-10 3 0,-2 10 0 16,2-10 0-16,0 8 0 0,0-8-1 0,0 11 6 15,0-11-1-15,0 9-1 0,0-9 0 0,-1 10 5 16,1-10-6-16,0 0 0 0,0 10-2 0,0-10 4 16,1 6-7-16,-1-6 4 0,0 0-8 0,0 0 8 15,0 0-1-15,0 0 9 0,-2 10-12 0,2-10 2 16,0 0 5-16,0 0-4 0,0 0 4 0,0 0-2 0,0 0-4 15,0 0 6-15,0 0-1 0,0 0-2 16,0 0 0-16,0 0-5 0,0 0 0 0,0 0-14 16,0 0-25-16,0 0-21 0,0 0-28 0,0 0-27 15,0 0-37-15,0 0-38 0,0 0-36 0,0 0-44 16,-21-13-44-16,18 6-59 0,-1 2-212 0,-1-4-634 16,5-4 281-16</inkml:trace>
  <inkml:trace contextRef="#ctx0" brushRef="#br0" timeOffset="-205512.39">21179 13392 191 0,'0'0'191'16,"-1"-8"-5"-16,1 8-8 0,-4-7-13 0,4 7-7 15,-6-6-8-15,6 6-8 0,-4-5-15 0,4 5-13 16,0 0-10-16,0 0-11 0,0 0-15 0,0 0-7 16,0 0-5-16,0 0 6 0,0 0-9 0,-7 18-4 15,5-6-2-15,0 5-1 0,-1 0-5 0,1 0-2 16,0 2 1-16,1 0-4 0,-3 1-2 15,0-1-1-15,2 0-6 0,-1 0-1 0,2 5-5 0,-2-6-1 16,2-1-5-16,0-1 0 0,0 1-3 0,-1 0-3 16,0-1-2-16,0-2-2 0,0-2 2 0,2 0-3 15,-1 2-1-15,1-4-4 0,2 0 4 0,-3 0-19 16,0 1-20-16,1-11-27 0,0 13-16 0,-2-7-22 16,2-6-18-16,2 12-22 0,-2-12-6 0,0 6-10 15,0-6-9-15,0 0-38 0,0 0-108 0,0 0-326 16,0 0 144-16</inkml:trace>
  <inkml:trace contextRef="#ctx0" brushRef="#br0" timeOffset="-205260.22">21178 13386 115 0,'13'-4'132'16,"1"1"-7"-16,3 0-14 0,-3 3-3 0,-1 1-8 0,-1 3-6 15,2 0-4-15,-5 2-14 0,5 2-4 16,-5 0-8-16,0 2-7 0,-2-1-5 0,-1 2-5 0,-3 1-9 16,-3 0-1-16,0 3 2 0,-3-2-4 15,-3 2-4-15,-3-2 2 0,1 0 0 0,0-2 0 16,-3 2-5-16,-1-1 2 0,-2-2-8 0,2 0 1 0,0-3-3 16,-1 0-6-16,3-2-15 0,-3-1-18 15,3 0-13-15,4-2-33 0,-2 0-41 0,8-2-134 16,0 0-259-16,-15-5 115 0</inkml:trace>
  <inkml:trace contextRef="#ctx0" brushRef="#br0" timeOffset="-205082.91">21546 13564 45 0,'5'-2'142'15,"3"-1"-4"-15,-1 1-23 0,1-1-24 0,0 2-28 0,2-2-26 16,1 2-31-16,0-1-27 0,-3 2-27 0,0-2-47 16,-8 2-103-16,15-4 46 0</inkml:trace>
  <inkml:trace contextRef="#ctx0" brushRef="#br0" timeOffset="-204870.16">21761 13357 55 0,'0'0'187'0,"-4"-13"6"0,4 13-1 16,-1-11 2-16,1 11-13 0,-3-7-12 0,3 7-26 16,0 0-15-16,0 0-15 0,0 0-9 0,0 0 4 15,0 0-6-15,0 0-6 0,2 36 16 0,-2-19-12 16,0 3-11-16,-3 6-9 0,1-2-7 16,-2 2-7-16,1-7-6 0,-2 5-6 0,0-5-5 0,1 7-25 15,-3-7-36-15,3-1-36 0,0 0-40 0,1-2-35 16,2-2-34-16,1-3-39 0,0 1-146 0,-1-4-370 15,1-8 164-15</inkml:trace>
  <inkml:trace contextRef="#ctx0" brushRef="#br0" timeOffset="-204454.13">21695 13490 8 0,'0'0'163'0,"3"-8"-11"0,-3 8-2 0,8-7-12 0,-3 4-9 15,2 0 4-15,0 2-10 0,3-1-13 0,-2 0-6 16,4 4-7-16,-1 0-6 0,-1-1-6 0,1 3-11 16,0-1-6-16,-2 1-3 0,-1 1-5 0,2-1-8 15,-2 0-5-15,-2 1-4 0,2 1-1 0,-3-1-5 16,0-2-3-16,-1 1-2 0,-4-4-3 0,7 7-4 16,-7-7 1-16,7 4-5 0,-7-4 4 0,4 3 5 15,-4-3 12-15,0 0 4 0,10 3 4 0,-10-3-6 16,0 0-1-16,11-9-5 0,-5 6 0 0,-1-2 5 15,1 0 1-15,-2-1-7 0,2-1-1 0,-3 2-3 16,-3 5 8-16,6-8 1 0,-2 3 2 0,-4 5-5 16,4-11-5-16,-2 6-2 0,-2 5-3 0,4-7-1 15,-4 7 0-15,4-6-4 0,-4 6-8 0,0 0-2 16,0 0-3-16,0 0-1 0,0 0 1 0,0 0-3 16,0 0-3-16,5 15 1 0,-4-4 1 0,1 2 2 0,-2 4-2 15,1-1-3-15,-2 1 2 0,1 2-1 16,1 1 1-16,-4-1 4 0,2-2-4 0,-1 2 0 15,-1-2 3-15,0 1-5 0,1 0-6 0,-1-2-28 16,1 1-40-16,-1 0-28 0,1-5-34 0,1 0-42 0,1-2-45 16,-2 0-192-16,1-4-444 0,1-6 196 0</inkml:trace>
  <inkml:trace contextRef="#ctx0" brushRef="#br0" timeOffset="-204223.91">22033 13428 144 0,'-1'-7'231'0,"2"-3"-13"0,-1 10-18 0,-1-10-14 15,1 10-21-15,0 0-9 0,0 0 2 0,0 0-11 0,0 0-1 16,19 25-10-16,-14-11-13 0,-1 3-12 0,-1 1-10 16,3 0-9-16,-1 7-8 0,-4 1-8 15,1-8-8-15,0 1-7 0,0 5-5 0,-4 0-4 16,4-9-12-16,-4 3-30 0,2-3-23 0,-4 0-24 0,2-3-36 15,-1 1-45-15,-2-4-40 0,1 2-44 0,1-1-158 16,-3-1-390-16,1-2 172 0</inkml:trace>
  <inkml:trace contextRef="#ctx0" brushRef="#br0" timeOffset="-203819.9">22107 13499 69 0,'6'-5'178'0,"-1"3"-10"0,-5 2-11 16,11-5-3-16,-11 5-4 0,0 0-11 0,10 3-15 16,-10-3-9-16,5 7-14 0,-5-7-9 0,0 10-11 15,0-10-7-15,-2 11-8 0,2-11-6 0,-5 15-3 16,2-8-7-16,-1 0-6 0,-1-4-4 16,2 2-3-16,3-5-4 0,-4 9-6 0,4-9-1 0,-4 5 1 15,4-5-7-15,-4 6-1 0,4-6 1 0,0 0-5 16,0 0-2-16,0 0 3 0,0 0-2 0,23-4-2 15,-14-1-3-15,4-1 0 0,-2-1 0 0,3-1 0 16,3-1 1-16,-3 0-2 0,1-1-2 16,1-2 2-16,-2 2-1 0,0-2 0 0,-3 1 2 0,2 0 8 15,-5 3 6-15,-2-2 8 0,0 1-3 0,-2 0 0 16,-1-1-4-16,-2 0 1 0,-1 4 1 0,0 6-3 16,-4-10-3-16,4 10 5 0,-9-8-1 0,4 4-3 15,5 4 1-15,-13 0-2 0,13 0-2 0,-16 7 2 16,7 0-3-16,-1 1 1 0,0 1 0 0,3 1 2 15,-2 4-4-15,4 1 2 0,-1 1-5 0,2-3-2 16,1 0 1-16,2 3-1 0,2 0-20 0,-1-3-22 16,3 0-45-16,-1-3-68 0,6-1-55 0,-3 1-198 15,-1-4-430-15,0-2 191 0</inkml:trace>
  <inkml:trace contextRef="#ctx0" brushRef="#br0" timeOffset="-203597.8">22498 13340 24 0,'8'9'237'0,"0"2"-20"16,0 4-13-16,0 4-14 0,0 5-9 0,-4 2-18 15,-2 1-14-15,-2-1-16 0,-1-2-12 0,-5 4-9 16,-2-2-13-16,-3 0-23 0,-1 0-31 0,-4-2-36 15,-4 1-41-15,1-2-47 0,-2 1-39 0,-1-3-45 16,-5-1-99-16,1-3-283 0,-2 1 126 0</inkml:trace>
  <inkml:trace contextRef="#ctx0" brushRef="#br0" timeOffset="-203310.06">20912 13368 166 0,'-22'23'191'0,"0"4"-16"0,-6 13 7 0,2 3-9 16,4-1-4-16,2 1-5 0,11-8-16 0,0 10-12 0,5 0-10 15,7-9 1-15,6 9 2 0,6-1-23 16,2-14-12-16,2 2-7 0,5-4-10 0,14 8-7 0,3-7-7 16,4-2-31-16,4-4-34 0,4-5-44 0,0-4-56 15,3-6-62-15,2 0-187 0,-2-5-379 0,1-3 169 16</inkml:trace>
  <inkml:trace contextRef="#ctx0" brushRef="#br0" timeOffset="-200914.72">24228 13330 15 0,'0'0'170'16,"0"0"-13"-16,0 0-19 0,0 0 12 0,-3-11-5 15,3 11-8-15,0 0-1 0,0 0-6 0,0 0-9 16,-5-7-8-16,5 7-16 0,0 0-8 0,0 0-7 16,0 0-4-16,0 0-7 0,-19 18 5 0,11-8-5 15,-4 5-3-15,1 2-5 0,-4 3-5 0,3 5-4 16,6-8-6-16,-2 7 16 0,2-5-8 0,1 1-5 15,3-1-6-15,0 0-4 0,-1-1-3 0,2 0-3 16,1-3 4-16,3 3-3 0,0-7-8 0,-1 5-3 16,2-4 0-16,-1 0 0 0,5-2-2 0,0 4-3 15,-1-6-11-15,2 2-29 0,0-2-33 0,0-2-34 16,0 1-48-16,4-3-44 0,-4 1-40 0,-4-2-137 16,1-1-386-16,-6-2 172 0</inkml:trace>
  <inkml:trace contextRef="#ctx0" brushRef="#br0" timeOffset="-200506.65">24370 13514 47 0,'8'13'191'15,"-5"-7"-11"-15,-2 2 5 0,2 3-11 0,-2 0-14 16,1 1-3-16,-2-1-14 0,-2 5-15 0,2-4-10 15,2 0-8-15,-2 2-11 0,-2-4-10 0,2 0-1 16,-3-1-2-16,3-1-8 0,0-8-1 0,-2 12-1 16,2-12 8-16,0 9 9 0,0-9 10 0,0 7 7 15,0-7 5-15,0 0-16 0,0 0-7 0,0 0-8 16,0 0-8-16,0 0-6 0,-14-16-4 0,14 6-12 16,0-1-6-16,1 0-4 0,3-5-7 0,2-2-2 15,-1 2-3-15,3-1-4 0,0-2-3 0,3 2-4 16,0 2 5-16,-1 0-11 0,3 2-5 0,-3 0 2 15,-1 5-2-15,6-1-7 0,-6 3 3 0,4 4-3 16,-2 1 0-16,0 1-3 0,1 3 2 0,0-1 0 16,-2 6 2-16,7 1-4 0,-4 4 3 0,-2-1-2 15,-2 0 2-15,1 4-4 0,0-1 2 0,-1 2 1 16,-4-1 0-16,3-2-2 0,-5 3 0 0,2 0-23 16,-3-2-22-16,2 2-28 0,-4-1-25 0,0 0-42 15,0-5-47-15,0-1-41 0,0 1-48 0,0-11-148 16,-2 17-458-16,2-17 203 0</inkml:trace>
  <inkml:trace contextRef="#ctx0" brushRef="#br0" timeOffset="-200280.89">24779 13576 167 0,'3'-5'190'0,"-3"5"-15"0,0 0-22 0,0 0-13 16,0 0-19-16,0 0-9 0,0 0-8 0,0 0-13 15,0 0-4-15,16 4-11 0,-16-4-17 0,12 2-18 16,-5 0-36-16,0-2-29 0,1 2-40 0,4-2-29 16,-1 0-31-16,-3 0-79 0,-8 0-220 0,20-2 98 15</inkml:trace>
  <inkml:trace contextRef="#ctx0" brushRef="#br0" timeOffset="-200055.19">25065 13377 63 0,'0'0'238'0,"-1"-8"0"16,1 8-9-16,0 0-15 0,0 0-20 0,1-7-24 15,-1 7-13-15,0 0-5 0,0 0-3 0,0 0 0 16,5 24 3-16,-5-11-9 0,3 5-9 0,-1-1-13 15,-2 2-12-15,0 0-11 0,-2 0-13 0,2 1-8 16,0-3-1-16,-2 2-10 0,1 0-10 0,1 0-18 16,0-2-31-16,-1 0-22 0,-2 1-32 0,2-4-49 15,-2-2-51-15,3 0-53 0,-3-3-53 0,0-1-141 0,3-8-425 16,-8 16 189-16</inkml:trace>
  <inkml:trace contextRef="#ctx0" brushRef="#br0" timeOffset="-199625.83">24999 13540 53 0,'7'-3'186'0,"3"-1"5"16,2 1-6-16,-1-1-12 0,1 1-12 0,1 2-8 16,1 0-11-16,-1-2-12 0,0 3-10 0,0 0-6 15,0 0-8-15,-1 1-11 0,2 2-9 0,-3-2-7 0,-2 2-8 16,-2-1-4-16,0 1 3 0,2 2 4 0,-3 2-3 15,-1-3-6-15,0 1-6 0,1 1 0 16,-4 0-7-16,1-1-4 0,-3-5-4 0,6 10-5 16,-3-6-1-16,-1-1-1 0,5 1-3 0,-7-4-5 15,7 6 0-15,-1-2 0 0,0-3-4 0,-6-1-2 0,14 0-1 16,-5-1-3-16,0 1 0 0,0-4-1 16,1-1-1-16,0 2-3 0,0 0 5 0,-2-3 2 15,-1 2 1-15,2-2 1 0,-3 1 2 0,0-1 8 16,-2 1 1-16,-1-1 1 0,-1 0 0 0,6 1 6 0,-8 5-4 15,4-8 4-15,-4 8 2 0,0 0-11 0,6-7-8 16,-6 7-1-16,0 0-8 0,0 0-2 16,0 0 3-16,0 0-4 0,2 16 1 0,-2-6-2 15,0 2 1-15,-2 2-3 0,-2 4 2 0,2-2-3 16,0 1 3-16,0 2-5 0,2-3 3 0,0 2-4 0,-2-1 6 16,2 2-13-16,0-4-27 0,-2 1-28 0,1-3-31 15,-1 1-39-15,0-4-50 0,0 2-29 0,2-4-42 16,-2 4-213-16,2-12-498 0,-5 13 220 0</inkml:trace>
  <inkml:trace contextRef="#ctx0" brushRef="#br0" timeOffset="-199365.83">25544 13530 1554 0,'1'-29'44'0,"-1"3"23"0,-1 1 20 0,1 7 9 0,-2 1-2 16,2 6 13-16,0-1 5 0,0 2 4 0,0 4-13 15,0 6-5-15,-2-11-14 0,2 11-8 16,0 0-9-16,0 0-6 0,0 0 5 0,0 0-2 0,8 30-1 16,-4-11 1-16,0 7-8 0,-2 2 1 0,-2-2-9 15,1 4 0-15,1-1-11 0,-2-1 5 0,0-2-6 16,-2 1-7-16,1-3-4 0,-1 0 9 0,0 3-10 16,0-2 0-16,0-5-10 0,1-2-17 0,0 1-25 15,-3-1-22-15,0-2-36 0,-1-4-32 16,3 0-37-16,-2-4-30 0,-2 1-32 0,4-4-37 0,-6 1-147 15,8-6-433-15,-11 4 192 0</inkml:trace>
  <inkml:trace contextRef="#ctx0" brushRef="#br0" timeOffset="-198948.88">25614 13539 86 0,'9'-4'195'16,"-2"2"-12"-16,0 0-3 0,-7 2-1 0,16 3-14 15,-16-3-5-15,11 5-5 0,-7-1-18 0,1 2-14 16,-5-6-12-16,0 15-9 0,0-7-10 0,-5 3-6 16,-2 0-10-16,-1-1-6 0,-4 1-11 0,-1 0-4 15,4-3-6-15,-5-1-4 0,5 0-3 0,2 0-9 16,1-3-3-16,-1-1-4 0,7-3-6 0,-7 7-5 16,3-4-3-16,4-3-1 0,0 0-4 0,0 0 2 15,0 0 3-15,0 0-5 0,0 0 1 0,24-1-2 16,-14-2 2-16,4-2-3 0,1-1-3 0,3-2 5 15,-2 2-4-15,4-3 2 0,0 2-2 0,-2-1-1 16,3-2 3-16,3-3-3 0,-2 0 3 0,-6 2 0 16,-3 1-1-16,-1 0 1 0,-3 2 6 0,-1 0 5 15,-3 0 5-15,2-1 7 0,-6 4 1 0,-1-2-2 16,0 7 6-16,-1-13-1 0,1 13 1 0,-10-9 0 16,6 6-2-16,4 3 0 0,-13-1-3 0,2 5 1 15,-1 1 0-15,2 2 0 0,-7 5 4 0,5 0 2 16,-1 1-7-16,3 0-1 0,3 3-4 0,-2-2-2 15,6 0 0-15,1 0-4 0,2-4-6 0,0 1-19 16,4 0-31-16,2-1-29 0,2-2-47 0,3-1-44 16,1-1-44-16,5-2-52 0,-5 0-148 0,1-4-436 15,-1 1 192-15</inkml:trace>
  <inkml:trace contextRef="#ctx0" brushRef="#br0" timeOffset="-197851.65">22906 13372 183 0,'0'0'173'0,"-10"-4"5"0,10 4 6 0,-9-2-7 16,9 2-6-16,-10 0-14 0,10 0-8 0,0 0-15 0,0 0-13 15,-12-3-14-15,12 3-5 0,0 0-10 0,0 0-6 16,0 0-14-16,0 0-4 0,-6-1-8 0,6 1-1 16,0 0-7-16,0 0-1 0,29-2-6 0,-15 0-3 15,-1 1-3-15,9-3-2 0,-3 0-7 0,3 3-4 16,-2-1-7-16,-3-3-11 0,1 3-21 0,-5 0-19 16,-1 2-19-16,-3-1-25 0,-1 1-15 0,-8 0-5 15,13 0-2-15,-13 0-6 0,7-3-3 16,-7 3-13-16,0 0 8 0,0 0 6 0,2-6 7 15,-2 6 7-15,0 0 15 0,0 0 2 0,0 0 7 0,-18-9 17 16,18 9 11-16,-8-1 12 0,8 1 3 0,-6-3 22 16,6 3 6-16,0 0 5 0,0 0 3 0,-9-2 12 15,9 2 31-15,0 0-18 0,0 0 11 0,0 0 3 16,-9-1 8-16,9 1-7 0,0 0 0 0,0 0 13 16,0 0 6-16,-3 12-5 0,1-6 10 0,3 5 9 15,-1 0 6-15,-3 6-1 0,3 1-1 0,2 0-7 16,-2 3-7-16,0-2-1 0,1 6-6 0,-2-5-2 15,2 5-8-15,-1-8-1 0,0 7-5 0,0-6-1 16,0-1-10-16,-1 1-1 0,1-2-7 0,0 1 2 16,0-1-7-16,0-1-1 0,-2-5-1 0,1 0-2 15,-1-1-2-15,-2 1 1 0,2-3-4 0,-3 2 3 16,-1-2-3-16,0 0 1 0,-1-1-2 0,-1-2-3 16,1 0 1-16,-5-1-1 0,2 0-4 0,1-3 4 15,-2 0-3-15,0-2 2 0,4-1-7 0,-3-2-14 16,1-1-21-16,-2 0-16 0,1-1-29 0,2 0-28 15,1 2-32-15,3-1-40 0,1 0-36 0,3 6-182 16,-6-11-425-16,6 11 187 0</inkml:trace>
  <inkml:trace contextRef="#ctx0" brushRef="#br0" timeOffset="-197522.1">23338 13541 45 0,'0'0'292'0,"0"0"-7"0,5-7 7 0,-5 7-13 15,0 0-17-15,2-6-25 0,-2 6-20 16,0 0-12-16,0 0-8 0,0 0-8 0,-10 24-5 16,3-14-13-16,1 5-7 0,-1 2-16 0,2-2-15 15,-1 2-8-15,-1 0-16 0,3-1-6 0,1 1 1 0,0 1-16 16,0-1-3-16,2 0-7 0,1-4-9 0,0 3 4 15,1-4-19-15,1 0-4 0,0-1-1 16,2-3-3-16,1 3-9 0,0-4 1 0,4 1-2 16,-1-3-7-16,1 0 14 0,4-1-10 0,-3 0-10 0,1-4-9 15,2 1-15-15,0-2-27 0,0 2-28 0,-2-5-29 16,2 2-31-16,-1-1-30 0,-2-2-31 0,1 1-36 16,-2 0-41-16,2-3-29 0,-1 0-34 15,-4 0-168-15,-2-2-526 0,0 1 232 0</inkml:trace>
  <inkml:trace contextRef="#ctx0" brushRef="#br0" timeOffset="-197360.61">23405 13704 234 0,'0'0'233'0,"0"0"-5"0,0 0-12 16,0 0-18-16,0 0-23 0,0 0-16 0,0 0-17 15,14-14-10-15,-6 10-12 0,-1 0-26 0,-1 2-35 16,3-2-45-16,-1 0-47 0,0-3-65 0,-1 1-58 15,-1 1-131-15,0 0-310 0,-2-3 138 0</inkml:trace>
  <inkml:trace contextRef="#ctx0" brushRef="#br0" timeOffset="-197205.72">23382 13524 49 0,'-7'-1'235'0,"7"1"-17"0,0 0-16 16,0 0-15-16,0 0-11 0,0 0-7 0,0 0-17 15,21-12-14-15,-9 9-9 0,7-1-15 0,1-1-22 16,1 1-40-16,1 1-51 0,5-2-60 0,2-2-65 16,-9 3-165-16,1 0-313 0,-4-2 140 0</inkml:trace>
  <inkml:trace contextRef="#ctx0" brushRef="#br0" timeOffset="-192127.32">27122 13437 73 0,'0'0'67'0,"0"0"-7"16,0 0-1-16,0 0-8 0,0 0-9 0,0 0-3 16,0 0 0-16,0 0-10 0,0 0-12 0,0 0 8 15,0 0-6-15,0 0-4 0,0 0 4 0,0 0-9 16,0 0-4-16,0 0 1 0,0 0-1 0,0 0-3 16,0 0 0-16,0 0-7 0,0 0 0 0,0 0-2 15,0 0-7-15,0 0-3 0,0 0-12 0,0 0-4 16,0 0-49-16,0 0-88 0,0 0 39 0</inkml:trace>
  <inkml:trace contextRef="#ctx0" brushRef="#br0" timeOffset="-191632.88">27214 13392 39 0,'0'0'156'0,"-2"-8"-2"0,2 8-5 16,0 0-3-16,-2-11-3 0,2 11-7 0,-4-7-1 15,4 7-3-15,0 0-8 0,-2-8 0 16,2 8-7-16,0 0-6 0,0 0-12 0,0 0-5 16,0 0-10-16,-4-7-9 0,4 7-5 0,0 0-13 0,0 0-7 15,0 0-6-15,0 0-2 0,0 0-1 0,0 0-6 16,0 0-1-16,2 28-3 0,-2-17 2 0,0 0-2 16,2 2 1-16,-4 3 1 0,0 1 2 15,2 0-6-15,0 0-1 0,-2 0-4 0,2-1 3 16,0 1-6-16,0-1 5 0,-1 0-9 0,0 0 0 0,0 0-1 15,-1-4 1-15,0 2-2 0,2-4-3 16,0 2-1-16,0-1-2 0,0 0 1 0,0-1-3 0,0-3 0 16,0 0 0-16,0-7 1 0,0 12-2 15,0-5 0-15,0-7 1 0,0 10-2 0,0-10-2 0,0 9 2 16,0-9-9-16,0 0-15 0,0 10-7 0,0-10-15 16,0 0-14-16,0 0-16 0,-2 7-18 0,2-7-30 15,0 0-32-15,0 0-35 0,0 0-19 0,0 0-122 16,0 0-354-16,-16-13 157 0</inkml:trace>
  <inkml:trace contextRef="#ctx0" brushRef="#br0" timeOffset="-191344.75">27265 13275 101 0,'12'-3'134'0,"-1"3"-3"0,1 1 4 0,-2 2-13 16,-1 0-9-16,0 5 1 0,-2-1-15 0,0 2-7 15,-3-1-3-15,1 3-7 0,-4 0-8 0,-1 3-6 16,-1-3-2-16,-2 4 5 0,-3-1-5 0,1 2 3 16,-5-1-6-16,2-3-4 0,-3 2-7 0,-1-2-1 15,-1-2-2-15,4-1-9 0,-5 1-3 0,4-2-1 16,1-1-6-16,-1 0-4 0,1-2-14 0,-1 2-23 15,2 0-26-15,0-3-23 0,-1-1-33 0,2-1-20 16,0 0-30-16,2 2-128 0,5-4-293 0,0 0 129 16</inkml:trace>
  <inkml:trace contextRef="#ctx0" brushRef="#br0" timeOffset="-191170.01">27507 13533 53 0,'7'-2'86'0,"5"1"-20"0,-3-2-26 0,5 0-27 16,-3 2-29-16,2-3-25 0,-1 2-43 0,-2-1 19 16</inkml:trace>
  <inkml:trace contextRef="#ctx0" brushRef="#br0" timeOffset="-190942.29">27732 13334 62 0,'0'0'219'0,"0"-8"3"0,0 8-10 16,0 0-7-16,0-8-22 0,0 8-17 0,0 0-22 16,0 0-14-16,0 0-21 0,0 0 4 0,0 0-5 15,0 0 0-15,5 25-6 0,-5-9 18 0,2 2-9 16,-4 1 2-16,2 0-15 0,0-1-8 0,-5 7-8 15,3-6-6-15,0-1-10 0,1 3-5 0,-3-3-7 16,2-2-10-16,0 3-22 0,0-2-22 0,2-1-42 0,-1-5-44 16,2 0-36-16,-1-1-59 0,0-1-49 0,0-3-164 15,0-6-425-15,2 9 188 0</inkml:trace>
  <inkml:trace contextRef="#ctx0" brushRef="#br0" timeOffset="-190526.05">27781 13441 65 0,'12'-2'173'16,"-5"0"-11"-16,-7 2 0 0,13 2-12 0,-6-1-13 0,-7-1-12 16,14 4-14-16,-8-3-7 0,1 3-5 15,-1 0-13-15,0-1-5 0,0 0-9 0,0 2-4 16,-1-1-5-16,0 1 1 0,2-2 0 0,0 1-5 15,-3 1-6-15,6-1-2 0,-3-1-8 0,2-1-1 0,0-1-6 16,2 1 2-16,2-1-1 0,-5-2-3 16,2-1-2-16,0-1 1 0,1 1-2 0,-4-1 5 15,3-1 0-15,-1 0-1 0,-4 0 2 0,4-2-4 16,-1-1 2-16,-3 1 3 0,0 1 2 0,-2-2-1 16,-1 0-2-16,2 0-4 0,-1 2 2 0,-3 5 9 0,2-11-5 15,3 6-2-15,-5 5 0 0,4-8 0 0,-4 8-2 16,1-6-4-16,-1 6-3 0,0 0-7 0,0 0-4 15,0 0-1-15,0 0-2 0,0 0-1 16,0 0 0-16,1 25-2 0,-1-13 4 0,-1 0-4 0,0 5-2 16,0-2 0-16,-5 2 3 0,4 1-1 0,0-2-2 15,2 2-2-15,-3-1 0 0,3 0 3 16,-1-2-9-16,-2-2-23 0,3-1-23 0,0-1-37 16,0 0-40-16,0-11-41 0,3 17-47 0,-2-10-217 0,-1-7-462 15,0 0 204-15</inkml:trace>
  <inkml:trace contextRef="#ctx0" brushRef="#br0" timeOffset="-190280.13">28243 13257 158 0,'0'-7'259'0,"0"7"-22"0,1-11-24 0,-1 11-27 16,3-6-15-16,-3 6-4 0,0 0 4 0,4 19-2 15,2-2-11-15,-4 1-9 0,0 8-17 0,-1 4-11 16,-2-4-11-16,-1 3-9 0,2-4-8 0,0 2-11 16,-2-1-6-16,-2-2-10 0,2 2-3 0,-1-2-6 15,2-5-3-15,-2-2-21 0,2 1-21 0,0-3-34 16,1-3-30-16,-2 0-41 0,0 0-47 0,2-1-40 16,-2-4-39-16,1 2-170 0,-3-5-422 0,4-4 188 15</inkml:trace>
  <inkml:trace contextRef="#ctx0" brushRef="#br0" timeOffset="-189850.07">28362 13444 180 0,'4'-3'177'0,"-4"3"-8"0,10-1-14 15,-10 1-6-15,8 0-8 0,-8 0-15 0,0 0-11 16,4 9-10-16,-4-9-12 0,0 0-8 0,-6 14-4 15,1-9-8-15,0 2-11 0,-1-3-5 0,0 0-4 16,1 2-8-16,5-6-3 0,-5 6-6 0,1-2-2 16,4-4-8-16,-3 5-4 0,3-5 1 0,0 0-3 15,-3 7-4-15,3-7 1 0,0 0 0 0,0 0-3 16,11 6 1-16,-11-6-1 0,12 1-4 0,-12-1 3 16,15-1 2-16,-6 0-8 0,-9 1 5 0,18-2-4 15,-5-1 0-15,-3-1-2 0,0-2-2 0,2 2 6 16,-4-1 4-16,1 2 7 0,-2-4 2 0,-2 1 1 15,-1 1 4-15,-2-3 5 0,0 1-1 0,-2-2 1 16,0 9 1-16,0-14 0 0,0 8-1 0,0 6 5 16,-5-10-1-16,2 4 2 0,3 6-6 15,-5-7-5-15,5 7 0 0,-4-5-8 0,4 5 4 0,0 0-3 16,0 0 1-16,-15 15 2 0,10-8-2 0,0 4-2 16,-2-2-1-16,4 5 0 0,-3-3-3 0,3 3 0 15,1-2-1-15,0-2-2 0,2 2-2 0,2-3-1 16,1 2-17-16,1-1-21 0,0-1-26 0,-1 0-49 15,4-2-38-15,0-3-48 0,-1-1-44 0,1 0-148 16,-7-3-413-16,17-4 183 0</inkml:trace>
  <inkml:trace contextRef="#ctx0" brushRef="#br0" timeOffset="-189628.22">28694 13192 111 0,'0'0'245'0,"14"16"-2"16,-11-5-12-16,-2 6-22 0,1 2-18 0,-2 5-15 15,0 2-14-15,0 0-9 0,0 1-13 0,-2-3-13 16,-2 2-13-16,4-6-14 0,-5 5-7 0,2-6-12 16,-1 0-28-16,-2-1-22 0,0-1-31 0,-2 0-37 15,-2-1-38-15,-3 0-42 0,0-3-38 0,-3 1-41 16,-7 1-118-16,-3-3-339 0,1-4 150 0</inkml:trace>
  <inkml:trace contextRef="#ctx0" brushRef="#br0" timeOffset="-188626.92">26524 13268 129 0,'0'0'165'0,"-13"-2"-9"0,8-1-4 16,5 3-11-16,-12-3-9 0,12 3-4 0,-10-2-5 16,10 2-2-16,-7-3-6 0,7 3 0 0,0 0-13 15,-12-3-3-15,12 3-9 0,0 0-9 0,0 0-8 16,0 0-4-16,0 0-8 0,0 0-6 0,0 0-8 15,0 0-1-15,0 0-6 0,21-5-4 0,-5 1-1 16,1 2-4-16,6 0-1 0,4-4-4 0,-7 6-3 16,0-3-9-16,1 3-13 0,-4 0-10 0,-3-3-12 15,-1 2-13-15,1-1-21 0,-3 4-9 0,2-2-16 16,-3-2-13-16,-3 2-16 0,-7 0-7 0,15-1-2 16,-15 1 10-16,9 1 3 0,-9-1 8 0,0 0 11 15,0 0 5-15,0 0 7 0,0 0 3 0,0 0 8 16,0 0 7-16,0 0 11 0,0 0 6 0,0 0 11 15,0 0 12-15,0 0 6 0,-25-10 14 0,19 7 12 16,6 3 7-16,-12-2 12 0,12 2 9 0,-11-2 3 16,11 2 7-16,-6-3-1 0,6 3 1 0,0 0-3 15,-12-3-7-15,12 3-4 0,0 0 3 0,0 0 16 16,-5 10 13-16,5-10-3 0,-2 11-2 0,2-2 0 16,0 3 3-16,0 3 4 0,0 0 2 0,2 1-10 15,-4 0-3-15,4 3-9 0,-4-2-5 0,4 1-2 16,-4-2 4-16,2 0-13 0,-2 0-3 0,2-1-3 15,-2-3-3-15,-2 3 0 0,1-3 0 0,-1-1 2 16,-1 0 2-16,-2 0-4 0,1 0 2 0,1 0-4 16,-3-1 3-16,0-1-4 0,-1 0-8 0,-3-1 1 15,2-3 1-15,-1 2-1 0,2-2-3 0,0-1-2 16,4 0-1-16,-1-2 3 0,6-2-4 0,-9 6-14 16,9-6-19-16,-12 1-24 0,12-1-18 0,-9-1-23 15,9 1-25-15,0 0-18 0,-8-6-13 0,8 6-22 16,0 0-20-16,-2-8-125 0,2 8-333 0,0 0 147 15</inkml:trace>
  <inkml:trace contextRef="#ctx0" brushRef="#br0" timeOffset="-188281.52">26906 13471 55 0,'0'0'192'0,"0"0"-4"0,0 0-13 0,0 0-13 15,0 0-11-15,-4-15-12 0,4 15-11 0,0 0-8 16,-10-2-6-16,10 2-2 0,0 0-8 0,-13 0-2 16,13 0-7-16,0 0-12 0,-14 5-7 0,8-1-2 15,-3 1 1-15,4 3 4 0,-4 1 0 0,0-1-7 16,3 1-2-16,1 3-4 0,-4 1-6 0,2-4 1 15,3 4-5-15,2-3-9 0,-3 0-1 0,1 0-2 16,4 0-2-16,-4 1-4 0,6 0-4 0,-2 0-1 16,2-4-4-16,-2 0-2 0,0-7-3 0,4 13-2 15,1-7 0-15,1 1-1 0,1-3-19 0,0-1-26 16,2 1-33-16,2-2-39 0,0-1-42 0,0 0-51 0,0-2-52 16,-1 0-155-16,-1-2-429 0,1-3 190 15</inkml:trace>
  <inkml:trace contextRef="#ctx0" brushRef="#br0" timeOffset="-187297.99">27231 13194 118 0,'-8'-7'145'0,"8"7"-16"0,0 0-3 15,0 0-9-15,-9-1-4 0,9 1 2 0,0 0-7 0,-12 11 0 16,5-3 4-16,-1 1-5 0,-4 4-8 16,1 3-5-16,-4 5 1 0,1 5 3 0,1-1-6 15,-1 3-9-15,3 1-9 0,4-2-7 0,-2 4 0 16,2 1-9-16,1-1-4 0,5 3-3 0,1-2-6 0,0-1-6 15,3 3-3-15,3 1-4 0,3-2-1 16,1 1 0-16,1-3-4 0,3-2-10 0,-1-1-19 16,3 1-13-16,-1-6-16 0,1-3-13 0,0 2-28 15,2-6-15-15,1 3-31 0,-2-8-15 0,0 0-28 0,2 0-17 16,-4-3-97-16,3 2-297 0,0-5 132 16</inkml:trace>
  <inkml:trace contextRef="#ctx0" brushRef="#br0" timeOffset="-182700.02">22040 10168 178 0,'0'0'168'16,"0"0"-19"-16,0 0-14 0,0 0-7 0,2 18-5 16,-4-8-7-16,-1 1-4 0,-2 4 0 0,3 0-10 15,-2 2-10-15,1 1-10 0,1 0-6 0,-1-1-6 16,2-2-7-16,-2 2-6 0,0-5-10 0,1 2 1 15,-1 0-7-15,-2-2-3 0,3 0-14 0,1-1-20 16,-1 1-18-16,0-1-23 0,-2-1-34 0,3 1-27 0,-1-5-25 16,0 5-30-16,-1-6-93 0,-1 1-265 15,4-6 119-15</inkml:trace>
  <inkml:trace contextRef="#ctx0" brushRef="#br0" timeOffset="-182289.45">21981 10217 166 0,'0'-6'191'0,"0"6"0"16,1-12-7-16,-1 12-16 0,0-9-13 0,0 9-22 15,4-5-15-15,-4 5-11 0,0 0-6 0,0 0-3 16,12 2-1-16,-12-2-3 0,16 10-11 0,-8-3-7 16,-3 3-9-16,5-2-4 0,-4 1-1 0,2 0-11 15,-1 1-2-15,0-2-5 0,3 1-2 0,-3-1 0 16,-1-1-7-16,2 1 3 0,1-3 6 0,-3-1 2 15,3 0-1-15,1 0-2 0,1-4-4 0,-1 0 0 16,3-2-3-16,-1-2-2 0,0-1-7 0,6 0 2 16,-5 1 0-16,-1-2-4 0,0-1-2 0,2-3-3 15,-1 0-2-15,-3 2 6 0,0-2-10 0,3 0-3 16,-2 0 3-16,-2 1-3 0,-1-1 1 0,1 1 3 16,-1 1-7-16,-2 1 0 0,-2 2-2 0,0 0 0 15,-4 5-3-15,6-8 2 0,-6 8-6 0,5-5 0 16,-5 5 0-16,0 0 6 0,0 0-8 0,0 0 3 0,13 13-1 15,-10-3-2-15,-1 2 8 0,2 0-6 16,-1 6-3-16,-1 0 7 0,-2 0-2 0,4-1 2 16,0 3 0-16,-3-1 1 0,0-2-2 0,-1 1 2 15,1-2-14-15,-1 3-24 0,-1-4-33 0,1 1-34 0,0-4-38 16,0-2-45-16,3 0-41 0,-3 1-166 0,-2-3-423 16,4 0 186-16</inkml:trace>
  <inkml:trace contextRef="#ctx0" brushRef="#br0" timeOffset="-182001.94">22482 10405 60 0,'5'-5'182'0,"3"-3"1"0,0 1-7 16,0-1 0-16,0 2-8 0,2-3-16 0,-2 1-9 0,1 0-10 16,0 1-6-16,2-3-9 0,-2 1-8 0,-1-1-3 15,1 0 0-15,-2 1-12 0,0 3-3 16,-1-4-8-16,-1 0-4 0,0 2-7 0,0-2 2 0,-3 0-1 15,-1 4 3-15,-1 6-14 0,1-13-7 0,-1 13-2 16,-1-9 5-16,1 9-14 0,-3-10-6 0,3 10 0 16,0 0-8-16,-5-5-4 0,5 5-4 0,0 0-2 15,0 0-4-15,-15 13-3 0,13-4 4 0,-4 1-5 16,3 1 1-16,0 2-1 0,-1-3-3 0,2 4-4 16,2-2 2-16,1-2-9 0,0 1-27 0,4 0-27 15,0 0-31-15,1-1-46 0,1-3-48 0,5 0-40 16,-5 0-190-16,4-3-445 0,0 0 197 0</inkml:trace>
  <inkml:trace contextRef="#ctx0" brushRef="#br0" timeOffset="-181843.12">22684 10019 38 0,'0'0'74'0,"0"0"-33"16,5 23-29-16,0-7-40 0,1 0-30 0,1 4 13 16</inkml:trace>
  <inkml:trace contextRef="#ctx0" brushRef="#br0" timeOffset="-181601.99">22831 10322 64 0,'0'0'225'0,"0"0"-7"0,0 0-13 15,0 0-8-15,0 0-12 0,-4-27-12 0,5 20-11 16,2-2-12-16,1-2-14 0,2 0-4 0,0-4-17 16,1 4-5-16,3-2-6 0,0 2-7 0,2 1-2 15,-2 3-14-15,0 0-7 0,0 2-4 0,1 2-7 16,1 1-2-16,-3 2-8 0,0 2-5 0,1 1-7 16,1 2-1-16,-4 2-8 0,2 0 0 0,-2 3-8 15,-1-1-1-15,-1 1-1 0,0 1 1 0,0 3-21 0,-5-4-30 16,3 3-31-16,-3 0-23 0,-1 0-35 0,1 1-36 15,-2-2-41-15,0-2-47 0,-1-1-124 16,3-3-393-16,0-6 175 0</inkml:trace>
  <inkml:trace contextRef="#ctx0" brushRef="#br0" timeOffset="-181308.06">23076 10252 187 0,'-2'-9'186'0,"2"9"-3"0,0 0-6 0,0 0-11 0,0 0-10 16,0 0 3-16,0 0 2 0,-6 22-14 0,5-15-12 16,1-7-15-16,3 13-12 0,-1-7-8 0,2 0-1 15,1 0-5-15,2-2-7 0,-1 1-6 0,0-3-6 16,2 1-5-16,3-1-2 0,1 1-4 0,0-3-2 16,2-2-4-16,-3 0-4 0,3-3-2 0,-4 1 2 15,1-1-3-15,-1-2 4 0,-2 1 0 0,-5 1-1 16,4-3-2-16,-5 1-1 0,0 0-16 0,-1-2 2 15,-2 0-4-15,-3 0-2 0,-1 1-10 0,-3 0-16 16,0 1-18-16,-2 0-15 0,1 3-26 0,-1 0-19 16,-3 2-19-16,2 2-13 0,-3 3-29 0,1 2-22 15,1 3-28-15,-2 2-39 0,0 2-165 0,2 2-418 16,0-1 185-16</inkml:trace>
  <inkml:trace contextRef="#ctx0" brushRef="#br0" timeOffset="-180789.87">23222 10407 193 0,'5'-6'218'0,"-2"1"-6"15,2-4-8-15,-2 3-19 0,0-4-21 0,-1 1-9 16,1-2-15-16,1-1-12 0,-3-1-9 0,0-3-11 16,-1 1-14-16,3 2-7 0,-3-2-8 0,-3 0-6 15,2-4-5-15,0 3-10 0,-2-1 0 0,2 5 4 16,0 1 1-16,1 1 0 0,-2 2-6 0,2 8-3 15,0-12-6-15,2 5-4 0,-2 7-6 0,2-9-2 16,3 6-6-16,2-2-2 0,4 4-6 0,0 1-3 16,0-2-1-16,3 4-4 0,-2-1 0 0,5 4-2 15,0 0-1-15,-2 2-3 0,1 2-2 0,-2 0 1 0,-3 2-2 16,0 0 3-16,0 3-2 0,-3-1 1 0,-2-2 0 16,-2 2 5-16,1-2-4 0,-4 2 5 15,1-1 4-15,-1-3 3 0,-1 1 3 0,0-3-3 16,0 1-3-16,0-8-4 0,0 12 1 0,1-6 0 0,-1-6 9 15,4 10-10-15,-1-6 1 0,-3-4 0 0,9 6-2 16,-4-4 3-16,-5-2-1 0,12-2 2 0,-12 2 5 16,15-2-12-16,-5-2 3 0,-1-2-1 15,1-1 0-15,1-1-2 0,-2 0 0 0,0-2-1 0,3-2-2 16,-5-2 8-16,0 3-11 0,-3-1 5 0,0 0-3 16,-1 0 1-16,-1 0 0 0,0 0 4 0,1 2 3 15,-3 1 3-15,0 9-1 0,0-14 1 16,0 14 0-16,0-9 2 0,0 9-7 0,0-8-2 0,0 8-1 15,0 0-6-15,0 0-1 0,0 0 2 0,0 0 0 16,0 0 0-16,0 0-1 0,-10 30 1 0,7-21 12 16,3 2-10-16,-1-1-3 0,-1 0-2 0,1 4-5 15,0-5-17-15,0 4-30 0,1-4-34 0,-2 3-45 16,2-3-45-16,2-2-52 0,-4 2-261 0,1-1-529 16,1-8 234-16</inkml:trace>
  <inkml:trace contextRef="#ctx0" brushRef="#br0" timeOffset="-180625">23498 9974 46 0,'0'0'173'15,"-5"-3"-27"-15,5 3-30 0,0 0-34 0,0 0-38 16,0 0-47-16,0 0-98 0,5 26-110 0,0-16 50 15</inkml:trace>
  <inkml:trace contextRef="#ctx0" brushRef="#br0" timeOffset="-180391.93">23710 9990 209 0,'0'0'238'0,"4"-7"-1"15,-4 7-2-15,2-9-14 0,-2 9-22 16,0 0-22-16,7-3-19 0,-7 3-8 0,0 0-10 15,7 19 20-15,-4-8 0 0,-1 6 8 0,1 2-23 0,-3 6-6 16,1-5-12-16,-1 5-11 0,-1 0-11 0,0 1-8 16,1-7 5-16,0 0-22 0,-2 1-10 0,1-3-4 15,-1 1-4-15,2-1-10 0,0-2-22 16,0-3-23-16,0 2-27 0,0-4-31 0,1 0-29 0,-1 0-43 16,0-3-40-16,0-7-38 0,0 12-33 0,0-12-42 15,-5 10-141-15,2-6-452 0,3-4 200 0</inkml:trace>
  <inkml:trace contextRef="#ctx0" brushRef="#br0" timeOffset="-180016.42">23792 10171 71 0,'6'-3'154'0,"-2"-1"-15"0,1 1 4 16,-5 3 8-16,14 0-6 0,-14 0-3 0,14 6-3 15,-6 0-2-15,-2 1-10 0,2 1-3 0,-3 1-8 16,1-1-4-16,0 1-8 0,1 0-8 0,1 0 1 15,-2-1-7-15,2-1-7 0,-2 0-7 16,3-1-5-16,0-1-5 0,2-1-1 0,0-2-1 0,1-1 2 16,-2-2-1-16,1-1 1 0,-1 0 4 0,1-3 0 15,0 2 3-15,-4-1 0 0,2 0 1 16,-3-4 3-16,0 1-14 0,-1 3-6 0,-1-2-2 16,1-3-1-16,-1 3-3 0,-1 0-3 0,-1-2-8 0,-2 8 8 15,4-9-6-15,-4 9-5 0,3-7-5 0,-3 7-7 16,2-4-4-16,-2 4-2 0,0 0 11 0,0 0-18 15,0 0 3-15,4 22-1 0,-5-11 6 0,1 5-5 16,-3 1 7-16,2 0 1 0,-2 2-2 0,0-1 7 16,0 3 1-16,-1-2-10 0,0 0 4 0,1-2 0 15,1 0 0-15,0 0-4 0,-1-5-5 0,0 5 4 16,0-6-6-16,-1 1-29 0,1 2-22 0,1-5-27 16,-2 3-38-16,0-3-40 0,-1 2-44 0,2-6-71 15,-2 4-48-15,-1-1-192 0,1-2-542 0,5-6 240 16</inkml:trace>
  <inkml:trace contextRef="#ctx0" brushRef="#br0" timeOffset="-179755.75">24467 10039 18 0,'-9'-8'286'0,"-3"3"-25"0,2-1-13 16,-2 3-11-16,3 1-11 0,-4 4-21 0,1 1-14 0,-3 8-16 16,-1 1-13-16,1 3-16 0,0 9-12 0,-2-2-13 15,4 2-11-15,2 4-10 0,3-1-9 0,2-1-9 16,4-6-3-16,2 4-12 0,2-5-19 0,2 0-23 16,3-1-19-16,1-1-22 0,2-4-36 0,5-2-37 15,1-1-41-15,3-3-43 0,-1-1-46 0,2-1-172 16,1-2-421-16,-2-3 187 0</inkml:trace>
  <inkml:trace contextRef="#ctx0" brushRef="#br0" timeOffset="-178679.25">24662 10135 52 0,'-6'-9'239'0,"-2"1"-9"0,3 3-5 0,-1 1-11 15,6 4-10-15,-16 0-8 0,7 4-13 0,-2 1-10 16,-4 5-11-16,0 1-13 0,1 4-14 0,2-1-8 15,0 1-16-15,3 1-11 0,1-1-7 0,3 0-13 16,5-2-4-16,0-1-6 0,3 2-6 0,-1-4-7 16,2 2-7-16,1-2-5 0,3-1-8 0,0-3-9 15,1 1-1-15,1-3-14 0,0-3-5 0,3 1-7 16,-3-2-2-16,-1 0-2 0,1 0 6 0,-1-3-5 16,3-3 4-16,-6 3-2 0,3-4-1 0,0 4 1 15,-4-4 3-15,0-2-1 0,-1 1-2 0,0-1-2 16,0-3 2-16,0 4 0 0,-2-1 1 0,0-1 1 15,0 3 1-15,-2 7 0 0,1-12 3 0,-1 12 5 16,0-9-1-16,0 9 1 0,3-8-3 0,-3 8-6 0,0 0-2 16,0 0 0-16,0 0 5 0,0 0 1 15,0 0-4-15,0 0 7 0,0 0-1 0,5 29-2 16,-5-22 4-16,0 3-2 0,0-2 2 0,2 3 4 0,2-3 0 16,3 3-5-16,-5-1 3 0,6-2 1 0,0 1-4 15,-1-1 3-15,2-3 5 0,1 1-5 0,1-3-3 16,0 1 13-16,2-1-13 0,0-3 0 15,1-2-1-15,-1 1 4 0,1-2-1 0,-3-1-5 0,0-1 4 16,0 0-2-16,-2-1 2 0,-2 0-2 0,1-2-5 16,-2-1 11-16,-3-3-7 0,0 2-3 0,-2-4 2 15,-1 2-3-15,-1-4 0 0,-3 0 1 16,0 0-2-16,-2-1 0 0,0-1 1 0,-1 8 4 0,1-6 5 16,-1 5 14-16,2 0-9 0,-3 3 7 0,3-1 0 15,1 4-4-15,4 5 0 0,-6-10-1 0,3 6 0 16,3 4-4-16,-5-7-4 0,5 7-3 0,0 0-4 15,0 0 0-15,0 0-1 0,0 0 3 0,0 0 0 16,0 0 0-16,22 1-4 0,-11 3 0 0,1 1-1 16,7 0 3-16,0-2 2 0,0 5-5 0,-2-2 1 15,2 1 0-15,-5 1-6 0,-2-1-2 0,-1-2 0 16,-2 4 1-16,0 0 3 0,-2 0-1 0,-1 0-3 16,-1 1 7-16,-1-1 7 0,1 3 7 0,0-3-2 15,-3 2 3-15,-1-2-4 0,0 1 8 0,2 0-6 16,-1 0-9-16,2-1 15 0,-2 0-9 0,1-2 0 15,0 1-5-15,1-3 3 0,0 0 2 0,-1 0-11 16,3 1 11-16,-2-3-2 0,2 1 5 0,1-1 0 16,1-1-5-16,-1-2 1 0,-7 0 1 0,17-2-2 15,-10 0 7-15,0 0-11 0,0-1 4 0,4-3-3 0,-6-2-3 16,3 0 1-16,-4-2-6 0,1 0-7 0,-3-3 0 16,3 1-3-16,-1-3-2 0,-3 3 8 15,1-1-5-15,0-4 2 0,0 6 1 0,-2-6 0 16,-2 5 1-16,2 2 0 0,0-1 3 0,-2 5-2 0,2 6-6 15,2-12 4-15,-2 12 3 0,0-10-3 0,0 10 9 16,0 0-18-16,2-7 3 0,-2 7 3 0,0 0-2 16,0 0 0-16,19 6-2 0,-13-2 14 15,3 2-14-15,-2 3 15 0,2 1-10 0,-2 1 1 0,1-1 3 16,1 5-3-16,-3 1 0 0,2-2 3 0,-4-4 7 16,1 3-6-16,1-1 2 0,-3-2-5 0,4 1 4 15,-2-1-1-15,3 0 0 0,-4-3 3 0,3 1 1 16,-2-2-2-16,-1-1 4 0,3-1 2 0,-3 0 1 15,-4-4 0-15,9 3 3 0,-9-3 3 0,10-1-1 16,-10 1-3-16,9-6-1 0,-3 2-1 0,-3-1-4 16,1-1 5-16,-2-4 12 0,3 0-13 0,-2 1-2 15,-2 1-2-15,0-4 1 0,1 2 0 0,-1-2 3 16,2 0-4-16,-1 0 0 0,-2 2 2 0,0-4-5 16,0 5 1-16,2 1 3 0,-2 8 1 0,1-13-7 15,0 8 6-15,-1 5-5 0,0 0-1 0,0 0 4 16,0 0 4-16,0 0 4 0,0 0-3 0,0 0 2 15,0 0-3-15,0 0 6 0,-2 31-2 0,2-21-3 16,0 1 5-16,-2-1-4 0,0-1-1 0,0 1-3 16,1 2-1-16,1-2-28 0,0-1-29 0,1 1-42 15,-1-3-49-15,-1 3-68 0,1-10-54 0,1 12-245 16,-1-5-557-16,0-7 247 0</inkml:trace>
  <inkml:trace contextRef="#ctx0" brushRef="#br0" timeOffset="-178520.67">25320 9971 1983 0,'-7'-12'55'0,"1"0"-40"0,3 4-20 16,-2 2-30-16,3 1-24 0,2 5-16 0,-6-5 4 16,6 5-11-16,0 0-23 0,0 0-55 15,0 23-84-15,2-9-264 0,0 0 117 0</inkml:trace>
  <inkml:trace contextRef="#ctx0" brushRef="#br0" timeOffset="-177959.72">25599 10249 73 0,'11'-2'262'0,"-11"2"8"0,9-4 0 16,-5 1-5-16,1-1-12 0,-5 4-1 0,12-8-28 15,-6 3-17-15,-1 0-6 0,1 0-28 0,-1-3-16 16,1 0-15-16,1-2-14 0,-3 1-8 0,3-2-14 15,-5 0-16-15,1 0-6 0,1 2-9 16,-4-1-9-16,0 1-6 0,0 1-7 0,0 8-3 0,-7-15-7 16,3 8-5-16,-3 2-3 0,1 0-5 0,-3 0-3 15,1 2-7-15,0 1 9 0,-2 2-13 0,-3 1-3 16,3 3-2-16,-1 2 0 0,1 1-5 0,-1 2 9 16,1 4-8-16,2-2 5 0,3 3-4 0,-3 0 7 15,2 1-6-15,4-1 6 0,2-3-3 0,2 0-4 16,-1 1 12-16,6 3-8 0,-1-4-8 0,5 0 7 15,-1-2-6-15,5 1 4 0,1-1-9 0,1-2 10 16,2-1 0-16,-3-2 3 0,-3-2-3 0,3 1-8 16,2-2 9-16,-3-1-1 0,-1-1-1 0,-1-1-1 15,1-1-3-15,-1 2 4 0,-2-4 0 0,-1-2-1 16,-2 1-2-16,1-1-1 0,1-3 0 0,-1 2 2 16,-3-2 1-16,0-1-4 0,-1-1-2 0,-2-1 1 15,-1 0-5-15,2 0 3 0,-3-4-3 0,1 1 4 0,-2 5-11 16,2-1-1-16,-2 1 11 0,0 0-5 15,0 3-4-15,0 1 3 0,0 7 1 0,0-13 4 16,0 13-2-16,2-9-2 0,0 3-2 0,-2 6-1 0,0 0 13 16,9-5-19-16,-4 4 9 0,-5 1 0 0,18 3-3 15,-9 2-5-15,2 1 3 0,-4-1 3 0,0 2-3 16,1 1 1-16,0 1 0 0,-2 1 3 16,-1 0 6-16,1 1 8 0,-2 0 3 0,-1 1-2 0,2-2 3 15,-3 2 8-15,0-1 0 0,0-1-1 16,1 1-8-16,-3-1 6 0,4 2-3 0,-4-5-10 0,2 0 9 15,0 3-23-15,0-4-24 0,-2 1-44 0,0-7-41 16,2 13-54-16,-2-6-70 0,0-7-59 0,0 10-243 16,0-10-587-16,-2 8 260 0</inkml:trace>
  <inkml:trace contextRef="#ctx0" brushRef="#br0" timeOffset="-176917.32">26551 10075 2737 0,'-5'-10'49'0,"-5"-1"-12"0,-2 3-17 16,3 1 7-16,-2-1 1 0,-1 5 9 0,-1-1 12 15,-1 3-1-15,1 2 3 0,-3 4 4 0,-1 5 8 16,1 0 6-16,-2 6 0 0,4 1-1 0,3 1-12 0,2-1-1 16,0 2-6-16,4 0-4 0,3 1-3 15,0-1-5-15,4 0 3 0,2-1-7 0,1 1 1 0,9 2-10 16,-1-6 2-16,1-2-26 0,1-2-15 0,4-2-17 15,-2-2-11-15,3-2-16 0,1 0-8 16,-4-2-15-16,2-3-8 0,-2-3 0 0,0-1 2 16,-5 1 2-16,3-2 12 0,-5-1 7 0,2 0 5 0,3-5-2 15,-8 4 10-15,1-1 9 0,0-2 2 0,-1-1 4 16,-1 0 11-16,-1-1 9 0,0 2 1 0,-1-6 8 16,-2 5 15-16,-2 0 4 0,3 0 5 0,-3 3 9 15,0-3 8-15,0 11 3 0,0-9-1 0,0 9-6 16,0-8 1-16,0 8-5 0,0 0-6 0,0 0 0 15,0 0 11-15,0 0 1 0,0 0 7 0,-5 24-4 16,1-14 0-16,1 0-5 0,1 0 0 0,2 6 0 16,0-4-5-16,0 1-1 0,5-1 2 0,-1-1-5 15,1 0 0-15,1 0 0 0,1-2-3 0,2 0 0 16,-2-2 2-16,4-1-1 0,1-1 0 0,-2-2-3 16,1 0-2-16,-1-3-6 0,3 0-6 0,-4 0 0 15,-3-2 1-15,2-2-2 0,-2 0 1 0,1-2 0 16,-1-2-8-16,0-1-4 0,-4 1 13 0,0-2-10 15,0 0-3-15,-2-3 2 0,0 1-5 0,-2 1-4 16,0-5 2-16,0 4 0 0,2 0 1 0,0-2 0 0,-4-1 2 16,2-3 3-16,2 8 0 0,0 1 5 0,0 2 4 15,0 7-2-15,0-11 0 0,0 11-1 16,6-5 2-16,-6 5 2 0,15 0 3 0,-4 1-1 16,-1 3 11-16,3 1-1 0,1 4 0 0,1 0 0 0,-6-1-2 15,4 4 3-15,0 0 6 0,-6-4-9 0,1 2 0 16,0 1 10-16,-3-2-6 0,-1 1-7 15,3-3 5-15,-2 1-2 0,-3-3 4 0,0-1 10 0,-2-4-1 16,5 10 11-16,-5-10 12 0,6 5 22 0,-6-5-11 16,2 4 11-16,-2-4-6 0,0 0 1 0,0 0-3 15,0 0-9-15,0 0 0 0,0 0-6 0,0 0-2 16,4-18 6-16,-3 13-13 0,3-4-8 0,4 0-4 16,-4 0-5-16,2-1-5 0,1-1-7 0,3 1-9 15,-2-2 0-15,5 2 5 0,-3 3-2 0,3-2-2 16,0 2 1-16,1 2-3 0,-3 4-2 0,1-3-1 15,1 5 7-15,-4 2-5 0,2 0 0 0,-2 1 2 16,-2 3-2-16,2-1-2 0,-4 3 4 0,1 1-4 16,0 0 0-16,-3 0 7 0,1 3-1 0,-2-3-27 15,2 1-28-15,-4 0-26 0,-2 2-43 0,0-2-56 16,0-1-55-16,-2 1-68 0,0-3-203 0,-1 1-549 16,5-9 242-16</inkml:trace>
  <inkml:trace contextRef="#ctx0" brushRef="#br0" timeOffset="-176506.68">27324 10084 123 0,'-5'-10'226'0,"5"10"-25"16,0 0 1-16,0 0 3 0,0 0 9 0,-15 17-14 15,7-7-6-15,4 2-12 0,-5 3-18 16,3 1-13-16,2-2-8 0,-4 3-11 0,6 0-11 15,0-5-10-15,4 5-13 0,-2-2-5 0,4-4-11 0,-2 0-6 16,6 0-12-16,-2-2-4 0,3 0 9 16,3-5-18-16,1 2-4 0,5 1 7 0,2-4-12 15,1-1-9-15,1-4-1 0,-2 2 1 0,0-4-4 16,1 0-1-16,-1-2-5 0,-3 0-1 0,-1 1 0 0,-4-2-3 16,-1 0-4-16,-2-3-1 0,2-1 5 0,-2 0-4 15,-1 1-1-15,-3 0-3 0,3-7 1 0,-6 1-3 16,2 1-2-16,-4-3 1 0,2 7 2 0,-4-2 4 15,2 2 1-15,-2 0 6 0,-1 3-1 0,-1 1 2 16,-1 1 0-16,3 1-1 0,-5 1-4 0,7 4-1 16,-13 0 7-16,13 0 2 0,-20 8-5 15,11-1-4-15,-7 3 7 0,5 1 0 0,0 2 3 0,-1 3-9 16,4-4 6-16,3 4 3 0,3-3-9 0,0-2-7 16,2 2-30-16,2-1-35 0,2 0-37 0,1 2-54 15,1-3-53-15,3-3-51 0,5 3-57 0,-6-2-198 16,1-2-547-16,5 0 242 0</inkml:trace>
  <inkml:trace contextRef="#ctx0" brushRef="#br0" timeOffset="-176223.27">27748 10290 148 0,'0'0'263'16,"7"-4"-7"-16,-7 4-5 0,0 0 0 0,6-4-8 16,-6 4-10-16,0 0-12 0,5-6-4 0,-5 6-11 15,0 0-12-15,0 0-10 0,0 0-5 0,-1-12-25 16,1 12-7-16,0 0-3 0,-6-11-2 0,6 11 5 15,-2-8-9-15,2 8-8 0,0-12-11 0,2 5-10 16,-2 7-17-16,6-15 0 0,-2 4-13 0,0 2-8 16,4-2-7-16,-1-4-2 0,3 5-12 0,0 0-7 15,-1 2-5-15,1 2-6 0,-1 0-3 0,0 0-7 0,-1 4-18 16,0 0 9-16,2 1-3 0,0 4 0 16,-1-1-6-16,-1 1-5 0,-1 3 2 0,-1 2 3 15,-1-2-4-15,2 4 5 0,-4-1-10 0,1 1 4 0,-2 0-20 16,0 1-14-16,0 0-38 0,-3 0-37 0,0-1-39 15,-3 1-52-15,0 0-65 0,1-2-58 0,-8 0-279 16,8-1-652-16,-3-1 288 0</inkml:trace>
  <inkml:trace contextRef="#ctx0" brushRef="#br0" timeOffset="-175962.44">28091 9887 286 0,'-2'-12'313'0,"1"1"-3"0,0 3-14 16,-1 1-31-16,2 7-21 0,-2-10-30 0,2 10-21 15,0 0-19-15,0 0-11 0,0 0-5 0,2 34-4 16,-4-10-6-16,7 5-13 0,-5 0-6 0,3 2-10 16,-2-3-2-16,0 1-10 0,2-4-3 0,-3 4-10 15,2-4-6-15,0 2-13 0,3-1 8 0,-4-2-16 16,3-6-11-16,-4 1-8 0,4-3-8 0,-3-3-34 15,0-1-34-15,2-1-31 0,-2 1-41 0,0-2-48 16,1 0-52-16,-2-3-53 0,4-1-37 0,-4-6-228 16,0 10-562-16,0-10 249 0</inkml:trace>
  <inkml:trace contextRef="#ctx0" brushRef="#br0" timeOffset="-175378.73">28179 10119 62 0,'6'-9'219'0,"2"3"7"0,1 1-7 16,-1 2-11-16,1 1-7 0,-1 2-13 0,-8 0-9 16,20 6-8-16,-9 0-9 0,-2 1-15 0,4 2-8 0,-3 1-14 15,-1 0-6-15,-3-1-9 0,1 3-7 16,0 3-12-16,-3-6-7 0,-1 1-8 0,-1 2-3 0,0 0-9 16,-2-4-1-16,-2-1-6 0,-1 0-2 15,-3 0-5-15,0-2-6 0,-2 1 0 0,2-3-4 0,-1 1 7 16,1-1-13-16,6-3 2 0,-11 4 0 0,6-3 6 15,5-1-3-15,0 0-4 0,0 0-2 0,0 0-6 16,-7-14-4-16,7 14 0 0,9-13-6 0,-3 3-4 16,5 2-4-16,0-5-3 0,2 0-6 0,4 2-2 15,6-5-7-15,1-1 5 0,-1 6-1 0,-1-4-1 16,3 2 1-16,-12 1 2 0,5 2-1 16,-7 4 0-16,-2-2-1 0,2 4 4 0,-4-1 1 0,0 0 2 15,-2 2-2-15,-1-1 8 0,-4 4-2 0,9-1-5 16,-9 1 7-16,0 0-7 0,0 0 7 0,0 0 6 15,-12 19 9-15,4-11 3 0,2 4 7 0,0-2 4 16,-2 0 20-16,2 0-11 0,0 2 6 0,1-1-8 16,0 0 1-16,0 0-6 0,2-2-6 0,2 1-3 15,-1 0 1-15,2-2 0 0,0-8-5 0,3 11 1 16,0-5 2-16,3-2-6 0,1 0-13 0,1-2 0 16,3-1-10-16,1-2 1 0,0-1-4 0,1-2 3 15,0 1-2-15,0-2 0 0,1-2 0 0,-5 1-5 16,1-2 6-16,-2 0 3 0,-1-3-6 0,0 1 6 15,-2 1 12-15,1 1-18 0,-2 1 3 0,1-2 6 16,-2 3-16-16,-3 6 11 0,2-12-4 0,1 8 15 0,-3 4-21 16,1-6-2-16,-1 6 2 0,0 0 2 15,0 0 2-15,0 0 17 0,0 0-8 0,0 0-1 16,5 23 11-16,-4-12-8 0,-1-1-5 0,0 2 5 0,0 0-9 16,3-1-10-16,-4 0-30 0,2 4-38 15,1-4-47-15,0-1-51 0,-1 1-57 0,4-4-59 16,-2 1-270-16,2-3-612 0,4-2 271 0</inkml:trace>
  <inkml:trace contextRef="#ctx0" brushRef="#br0" timeOffset="-175106.45">28827 9965 1 0,'0'-15'307'0,"0"2"-7"0,0 2 5 16,4 2 3-16,-3 1-15 0,2 2-12 0,-3 6-25 15,2-9-21-15,-2 9-32 0,0 0-16 0,0 0-3 16,0 0-6-16,10 20 0 0,-5-3 5 0,-1 3-2 16,0 0-9-16,1 3-20 0,-2 2-5 0,-1 1-15 15,2-2-7-15,-1-3-10 0,-2-2-7 0,-1 5-10 16,2-5-11-16,1 2-6 0,-2-3-10 0,1 0-4 16,-2-1-6-16,0-1-9 0,1-3-21 0,-1-1-25 15,0-2-43-15,0 0-32 0,0-3-39 0,2 0-25 16,-2-7-30-16,-2 9-28 0,2-9-30 0,-1 9-31 15,1-9-36-15,0 0-33 0,-4 7-230 0,4-7-596 16,0 0 264-16</inkml:trace>
  <inkml:trace contextRef="#ctx0" brushRef="#br0" timeOffset="-174826.83">28819 10135 19 0,'0'0'246'0,"-1"-10"-10"0,1 10-9 0,1-11-10 16,-1 11-13-16,5-8-10 0,0 5-14 0,1 0-14 15,6-1-19-15,0 2-9 0,7-2-15 0,0 3-13 0,8-3-10 16,1 3-11-16,-1-2-6 0,-5-1-12 16,-2 4-5-16,2-4-9 0,-3 3-6 0,-2 1-3 15,-3-1-6-15,-3 2-6 0,0-1-3 0,-3 1-8 16,-1 0-4-16,-1 3 3 0,1-1 5 0,-2 1 2 0,0 1 4 16,-3 1-1-16,-2-6 1 0,7 13 6 0,-3-3 9 15,-3-2 0-15,0 2 11 0,2-1-12 16,-3-1-4-16,0 1-6 0,0 3-1 0,0-2 0 0,0-1-6 15,0 0-4-15,1 1-13 0,-1-1-28 0,0 1-37 16,0-10-47-16,-4 15-61 0,4-10-65 0,0-5-54 16,-5 10-188-16,4-3-502 0,1-7 222 0</inkml:trace>
  <inkml:trace contextRef="#ctx0" brushRef="#br0" timeOffset="-174659.15">29159 9922 123 0,'-2'-6'245'0,"0"0"-27"0,2 6-29 15,-4-9-14-15,4 9-18 0,0 0-17 0,0 0-19 16,0 0-45-16,0 0-50 0,-6 21-51 0,6-21-60 16,6 20-142-16,-3-8-246 0,1 1 110 0</inkml:trace>
  <inkml:trace contextRef="#ctx0" brushRef="#br0" timeOffset="-174096.68">29351 10084 157 0,'0'0'211'0,"6"2"-8"0,-6-2-2 15,5 3 2-15,-5-3-9 0,0 0-4 0,7 3 0 16,-7-3-4-16,1 8 4 0,-1-8-8 0,1 10-8 0,0-2 3 16,-1-1-15-16,0-7-8 0,-2 19-9 15,1-9-16-15,-1 0-4 0,1 1-12 0,-1-1-15 16,0 1-11-16,1-3-1 0,0 2-16 0,0-1 1 0,2 1-5 15,-1-3-9-15,0-7-4 0,2 12-6 16,2-5 0-16,1-2-1 0,0 0-6 0,2-2-13 0,-1-1 5 16,-6-2-6-16,13 2-2 0,-5-2-3 0,-1 0-3 15,-7 0 0-15,13-5-3 0,-7 1-1 0,2-2 2 16,-1-1-1-16,-1-1-2 0,0-2-6 0,-3 0 1 16,-1 1-3-16,1-1 1 0,0-3-6 15,-1 1 6-15,-1 1 2 0,1-2-2 0,2-3-4 0,-3 5 11 16,0 0-17-16,3 1-1 0,-2 1-1 0,0 0 5 15,0 2 0-15,-2 7-6 0,4-8-3 0,-4 8 1 16,8-3 3-16,-8 3 17 0,0 0-18 0,20 11 11 16,-10-5-6-16,-2 2-1 0,1 1 5 15,1 5 15-15,1-1 2 0,-4-3 1 0,1 4-2 0,-3 2-1 16,-1-6 3-16,-2 1 14 0,2 0-15 0,-2-1 0 16,-1-3 25-16,0 0 1 0,-1-7 6 0,4 9 4 15,-4-9 4-15,2 7 8 0,-2-7 4 0,0 0-2 16,2 6-1-16,-2-6-1 0,0 0-7 0,0 0-1 15,0 0-9-15,0 0-6 0,0 0-5 0,9-18-4 16,-4 11-10-16,1-2-2 0,3 1-4 0,3-6-5 16,0 4-10-16,5-2-6 0,-2 2 0 0,2 1 1 0,1-1 1 15,-2 3-4-15,3-1 4 0,0 2-7 16,-6 3 4-16,-1 0-7 0,1 3 9 0,-3 1-9 16,0 2-4-16,0 1 4 0,-3 1-1 0,-1 2 4 0,1 0 1 15,-2 2 0-15,1 0 4 0,-2 2-4 16,-3-6 4-16,2 5 0 0,-2-1-26 0,2-1-49 15,-3 1-38-15,1-2-42 0,-1-7-57 0,-3 13-57 16,-1-8-73-16,1 1-348 0,-5-1-749 0,3-2 332 0</inkml:trace>
  <inkml:trace contextRef="#ctx0" brushRef="#br0" timeOffset="-155440.03">20555 12225 55 0,'0'0'81'16,"0"0"-6"-16,-8 1-3 0,8-1-3 0,0 0-10 0,0 0 3 15,0 0-4-15,0 0-6 0,0 0-2 0,0 0-4 16,-10-3 2-16,10 3-12 0,0 0 6 15,0 0 3-15,0 0-6 0,0 0-1 0,0 0-5 16,0 0 3-16,0 0-5 0,-8-2 4 0,8 2-4 0,0 0 6 16,0 0-16-16,0 0 6 0,0 0-5 0,0 0 6 15,0 0-1-15,0 0 1 0,0 0 1 0,0 0-6 16,0 0 4-16,0 0 1 0,0 0-4 0,0 0 3 16,0 0 3-16,0 0-6 0,0 0 1 0,0 0-1 15,0 0-1-15,0 0 0 0,0 0 5 0,0 0-5 16,0 0-2-16,0 0 2 0,0 0 3 0,0 0-6 15,0 0 2-15,0 0 0 0,0 0 2 0,0 0 1 16,0 0-2-16,0 0 0 0,0 0-3 0,0 0-1 16,0 0 0-16,0 0-5 0,0 0 3 0,0 0 0 15,0 0-3-15,0 0-2 0,0 0-1 0,0 0 4 16,0 0 1-16,0 0-2 0,0 0 3 0,0 0-3 16,0 0-4-16,31 1 5 0,-22-2-1 0,1 0-1 15,1 0 0-15,0 1 3 0,0-1-4 0,1 1 2 0,0 0-4 16,-1-1-2-16,0 1 1 0,-1 0 3 15,1-2-5-15,0 4 1 0,-2-2 1 0,-1 0 0 16,3-2-4-16,-1 4 2 0,1-2-1 0,-1 0 0 16,-10 0 0-16,15-2-1 0,-7 2 6 0,-8 0-5 15,15 0-1-15,-8-1 4 0,-7 1 2 0,12 3-3 16,-7-2 1-16,-5-1 3 0,12 0-2 0,-12 0 2 16,10 0 1-16,-10 0-1 0,9-3 3 0,-9 3-5 15,0 0-2-15,12-1-2 0,-12 1 0 0,0 0 4 0,0 0-4 16,10 0-5-16,-10 0 0 0,0 0 0 0,0 0 3 15,0 0-2-15,0 0-3 0,10 0-12 0,-10 0-11 16,0 0-16-16,0 0-17 0,0 0-13 0,0 0-17 16,7 4-26-16,-7-4-21 0,0 0-16 0,0 0-24 15,3 3-98-15,-3-3-293 0,0 0 129 0</inkml:trace>
  <inkml:trace contextRef="#ctx0" brushRef="#br0" timeOffset="-155025.92">21106 12218 76 0,'0'0'177'0,"0"0"-6"0,0 0-14 0,0 0-10 16,0 0-5-16,0 0-11 0,0 0-7 0,0 0-5 15,0 0-8-15,0 0-5 0,0 0-4 0,0 0-5 16,0 0-7-16,0 0-4 0,0 0-5 0,11-3-5 0,-11 3-7 16,0 0 0-16,9-2-6 0,-9 2-6 0,10-2-7 15,-10 2 0-15,17-2-2 0,-6 0-5 16,1 0-4-16,-1 0-3 0,0 0-2 16,1 2-6-16,-2-3 3 0,1 3-4 0,0-2-4 0,-2 0 2 0,1 2-5 15,-10 0 2-15,16-2-2 0,-10 2 4 16,-6 0 1-16,14-2-7 0,-14 2 0 0,8 0 3 15,-8 0-7-15,7-1-1 0,-7 1 1 0,0 0-5 16,0 0 1-16,11-2-3 0,-11 2-1 0,0 0 0 0,0 0-2 16,6-3-1-16,-6 3 3 0,0 0-1 0,0 0-10 15,0 0-17-15,0 0-13 0,0 0-15 16,0 0-22-16,0 0-31 0,0 0-20 0,0 0-31 0,0 0-11 16,0 0-11-16,10 5-20 0,-10-5-113 0,0 0-333 15,9 0 147-15</inkml:trace>
  <inkml:trace contextRef="#ctx0" brushRef="#br0" timeOffset="-154588.66">21578 12198 93 0,'0'0'181'16,"0"0"-10"-16,0 0-9 0,0 0-12 0,0 0-6 15,0 0-17-15,0 0-3 0,0 0-10 0,0 0-6 16,0 0-4-16,0 0-4 0,0 0-6 0,0 0-4 16,0 0-1-16,0 0-10 0,0 0-6 0,0 0-4 15,0 0-4-15,0 0-3 0,0 0-11 0,8 0-5 16,-8 0-3-16,0 0-6 0,0 0-2 0,0 0-4 16,12 0-2-16,-12 0-3 0,10 0-3 0,-10 0-6 15,9 0 2-15,-9 0-3 0,9 2-1 0,-9-2-1 16,10 1 0-16,-10-1-5 0,10-1 2 0,-10 1-4 0,12 0 1 15,-6 1 1-15,-6-1-1 0,14 0-3 0,-6 0 0 16,-2 2-2-16,-6-2 3 0,13 0-4 0,-13 0-1 16,11 0 2-16,-5 1 1 0,-6-1 3 0,11-1-3 15,-11 1-1-15,8 1 2 0,-8-1 4 0,0 0-2 16,9 0 4-16,-9 0 0 0,0 0 1 0,0 0 0 16,0 0-2-16,11 0 0 0,-11 0-2 15,0 0-1-15,0 0 2 0,0 0-3 0,0 0-1 16,0 0 4-16,0 0-7 0,0 0-12 0,6 3-15 0,-6-3-14 15,0 0-22-15,0 0-32 0,0 0-26 0,0 0-28 16,0 0-17-16,0 0-31 0,0 0-137 0,0 0-360 16,0 0 160-16</inkml:trace>
  <inkml:trace contextRef="#ctx0" brushRef="#br0" timeOffset="-154263.89">21957 12201 195 0,'0'0'183'0,"7"2"-14"0,-7-2-14 16,0 0-15-16,0 0-9 0,0 0-12 0,0 0-8 16,12-2-9-16,-12 2-7 0,0 0-6 0,13 0-10 15,-13 0-1-15,10 0-5 0,-10 0-14 0,12 0 3 16,-4 0-9-16,-8 0-1 0,13 0-7 0,-13 0-6 0,14 0-4 15,-8 2 7-15,5-4-3 0,-11 2 0 16,18 0-1-16,-8 0-3 0,-1 0-4 0,0 0-6 16,-9 0-3-16,16 2 2 0,-8-1-5 0,0-1 1 15,-8 0-3-15,13 0-3 0,-13 0 1 0,11 0-7 0,-11 0 0 16,8-1-14-16,-8 1-19 0,7-2-22 0,-7 2-23 16,0 0-22-16,0 0-21 0,12 0-15 15,-12 0-26-15,0 0-25 0,0 0-96 0,7 0-297 16,-7 0 131-16</inkml:trace>
  <inkml:trace contextRef="#ctx0" brushRef="#br0" timeOffset="-154004.8">22325 12200 109 0,'0'0'158'0,"7"-2"-15"0,-7 2-13 0,0 0-12 0,12 0-2 16,-12 0-10-16,7-2-9 0,-7 2-5 0,9 0-1 16,-9 0-10-16,11 0 1 0,-11 0-6 0,12-1-1 15,-12 1-7-15,12 1-5 0,-4 1-2 0,-8-2-10 16,14 0-6-16,-7 0-3 0,-7 0-6 0,13-2-10 16,-13 2-23-16,12-1-21 0,-12 1-22 0,13 1-8 15,-6-2-35-15,-7 1-20 0,15 0-24 16,-7 0-6-16,1-3-87 0,-9 3-238 0,12-2 105 0</inkml:trace>
  <inkml:trace contextRef="#ctx0" brushRef="#br0" timeOffset="-153821.45">22653 12198 65 0,'0'0'150'0,"0"0"-8"15,0 0-1-15,0 0-6 0,0 0-15 0,13-2-12 16,-13 2-9-16,0 0-11 0,10 0-6 0,-10 0-12 0,0 0-3 15,14 0-13-15,-14 0-2 0,9 0-13 16,-9 0-15-16,9-2-16 0,-9 2-23 0,11-2-26 16,-4 1-21-16,-7 1-21 0,14-2-24 0,-5 0-83 15,-4 0-205-15,1-1 91 0</inkml:trace>
  <inkml:trace contextRef="#ctx0" brushRef="#br0" timeOffset="-153671.25">22840 12163 22 0,'10'0'144'0,"-10"0"-7"0,0 0 2 0,8-1-19 16,-8 1-1-16,0 0-20 0,14-2-1 0,-14 2-14 16,9 0-13-16,-9 0-6 0,9 0-6 15,-9 0-28-15,10 2-23 0,-10-2-27 0,9-2-29 0,-9 2-38 16,11-2-89-16,-6 0-187 0,-5 2 83 0</inkml:trace>
  <inkml:trace contextRef="#ctx0" brushRef="#br0" timeOffset="-153525.49">23046 12146 5 0,'7'2'160'0,"-7"-2"-10"0,0 0-15 0,0 0-8 15,9 1-11-15,-9-1-18 0,0 0-9 0,6 1-22 16,-6-1-20-16,0 0-39 0,0 0-28 0,0 0-36 16,0 0-99-16,0 0-167 0,0 0 74 0</inkml:trace>
  <inkml:trace contextRef="#ctx0" brushRef="#br0" timeOffset="-152416.33">20484 11671 84 0,'0'0'213'0,"0"-9"-5"0,0 9-14 0,0 0-14 16,0 0-15-16,2-8-15 0,-2 8-17 0,0 0-16 16,0 0-13-16,0 0-11 0,0 0-7 0,0 0-12 0,0 0-9 15,0 0-6-15,0 0-5 0,0 0-5 0,0 0-4 16,0 0-1-16,0 0-4 0,5 22 0 16,-4-16-5-16,-1-6-6 0,0 15 1 0,1-5 3 0,1 0 5 15,0 0-6-15,1-1-1 0,-2 2-1 0,0-1-3 16,0 0-2-16,1-4-4 0,-2 2-1 0,1-1-1 15,-1-7-5-15,1 13 2 0,-1-7-2 16,0-6-1-16,3 11-5 0,-3-11 3 0,1 9-5 0,-1-9 0 16,1 9 2-16,-1-9-2 0,2 7-1 0,-2-7 1 15,0 0 1-15,0 6 6 0,0-6-3 0,0 0-6 16,0 0 2-16,0 0 6 0,0 0 9 0,0 0 8 16,0 0 6-16,0 0 1 0,0 0-2 0,0 0-2 15,0 0-3-15,0 0-7 0,0 0 3 0,0 0-4 16,0 0-4-16,6-25 0 0,-2 15-4 0,0 3 2 15,0-5-3-15,1 3 0 0,1-2-4 0,1 0 0 16,1-3-1-16,0 0 0 0,2 0-5 0,3-1 0 16,0 2 4-16,-1-1-6 0,3-1 6 0,-2 5-3 15,2-2 0-15,-2-1 3 0,1 5-7 0,-3 1 1 16,0-1 2-16,-1 1-1 0,-1 1-3 0,-2-1 0 16,2 2 2-16,1 1-5 0,-3 1 1 0,1 3 2 15,-8 0-2-15,15 0-2 0,-9 2 0 0,1 2 3 16,-2-1-2-16,2 2 2 0,-2 0 0 0,1 2 3 15,0 1 0-15,-2 2-5 0,1-1 1 0,0 2 3 0,-1 1-3 16,-2-1 1-16,1 0 0 0,-2-1 3 0,1 2 5 16,-1 0-5-16,-1-2 4 0,1 1-3 15,-1 1-1-15,3-1-9 0,-2 0-30 0,0-1-36 16,1 0-36-16,0-2-53 0,4 0-35 0,1 2-220 0,1-1-453 16,-1-3 200-16</inkml:trace>
  <inkml:trace contextRef="#ctx0" brushRef="#br0" timeOffset="-147025.55">20987 11762 72 0,'0'0'72'0,"0"0"-10"0,0 0 4 16,0 0-9-16,0 0-10 0,0 0-2 0,0 0 5 15,0 0-6-15,0 0-8 0,0 0 2 0,0 0-13 16,0 0 5-16,0 0-2 0,0 0-3 0,0 0-4 16,0 0 7-16,0 0-3 0,0 0-9 0,0 0 2 15,0 0 5-15,0 0-18 0,0 0 13 0,0 0-10 0,0 0 0 16,0 0 2-16,0 0 2 0,0 0 4 15,0 0-12-15,0 0 4 0,0 0 4 0,0 0 8 16,0 0-11-16,0 0 2 0,0 0 5 0,0 0-10 16,0 0 5-16,0 0 5 0,0 0 2 0,0 0 5 0,0 0 4 15,0 0-4-15,0 0 11 0,0 0-7 0,0 0 5 16,0 0 3-16,0 0-4 0,0 0-15 16,0 0 17-16,0 0-5 0,0 0 7 0,0 0-8 15,0 0 0-15,0 0 5 0,0 0-1 0,0 0 3 0,0 0-5 16,0 0 3-16,0 0-1 0,0 0-2 0,0 0 6 15,0 0 1-15,0 0-8 0,0 0 1 0,0 0 5 16,0 0-2-16,0 0 0 0,0 0-2 0,0 0-3 16,0 0 0-16,0 0 4 0,0 0-1 0,0 0-7 15,0 0-2-15,0 0 0 0,0 0-1 0,0 0 2 16,0 0 0-16,0 0 1 0,0 0-4 0,0 0-1 16,0 0 2-16,0 0-1 0,0 0 0 15,0 0 1-15,0 0-1 0,0 0-3 0,0 0 3 0,0 0-1 16,0 0 2-16,0 0 1 0,0 0-3 0,0 0-4 15,0 0-1-15,0 0-1 0,0 0-4 0,0 0 1 16,0 0 3-16,0 0-4 0,0 0-2 0,0 0-2 16,0 0-2-16,0 0 2 0,0 0-5 0,0 0-3 15,0 0 2-15,0 0-6 0,0 0 6 0,0 0 1 16,0 0 1-16,0 0 2 0,0 0-5 0,0 0 0 16,-5 13 3-16,5-13-4 0,0 11 2 0,0-4-1 15,0-7 4-15,-2 14-2 0,2-7-3 0,-1 2 5 16,2 0 0-16,-2 2 1 0,0-4-3 0,-1 3 3 15,2-10-3-15,-1 15-4 0,0-6 5 0,0-2 2 16,-1 3-1-16,1 0 5 0,0-3-5 0,-1 1 1 0,2-8 1 16,-1 13 0-16,0-7 1 0,1-6-6 15,-2 12 2-15,1-5-1 0,1-7 2 0,0 11 2 16,0-11 0-16,-1 10 1 0,1-10-1 0,-3 9-3 0,3-9 5 16,-2 9-1-16,2-9 2 0,-3 8-6 0,3-8 9 15,-1 6-3-15,1-6 1 0,-1 7-3 0,1-7 1 16,0 0 0-16,-1 8 1 0,1-8-2 15,0 0 0-15,0 0-3 0,-2 7 2 0,2-7 1 0,0 0-4 16,0 0 5-16,0 0 3 0,0 0-2 0,0 0-1 16,0 0 0-16,0 0 1 0,0 0-1 0,0 0 0 15,0 0-4-15,0 0-6 0,0 0-10 0,0 0-15 16,0 0-15-16,0 0-39 0,0 0-18 0,0 0-22 16,0 0-24-16,0 0-23 0,0 0-147 0,0 0-344 15,-16-13 153-15</inkml:trace>
  <inkml:trace contextRef="#ctx0" brushRef="#br0" timeOffset="-146390.37">20978 11811 102 0,'0'0'102'0,"0"0"2"0,0 0-2 15,0 0 4-15,-2-11-4 0,2 11-11 0,0 0 5 16,0 0 3-16,0 0-14 0,-2-7-2 0,2 7 1 0,0 0-2 16,0 0-8-16,0 0-1 0,0 0-10 0,0-10-2 15,0 10-11-15,0 0 6 0,0 0-5 16,1-8-3-16,-1 8-3 0,0 0-7 0,0 0 3 0,-1-11 1 16,1 11-7-16,0 0-2 0,4-6-2 0,-4 6 0 15,0 0-6-15,2-8-1 0,-2 8-5 16,4-5-5-16,-4 5 5 0,6-4-9 0,-6 4 6 15,5-5-2-15,-5 5-7 0,6-6 3 0,-6 6-5 16,6-3 4-16,-6 3 1 0,9-5-6 0,-9 5-1 0,8-3-3 16,-8 3 5-16,7-2-2 0,-7 2-3 0,8-1 0 15,-8 1-1-15,0 0-2 0,13 2 5 16,-13-2 0-16,7 4-1 0,-7-4-1 0,7 6 0 0,-5-2 1 16,-2-4-4-16,7 7-5 0,-5-3 8 0,-2-4 1 15,3 11 0-15,-3-11 0 0,2 13-2 0,-2-7 2 16,0-6 0-16,0 14 1 0,-2-8-5 0,-1-1 3 15,3-5 0-15,-3 13 0 0,-1-6-1 0,1-1 2 16,-1 0 2-16,-3 0-2 0,3 1 0 0,-4-4 3 16,2 2-2-16,-2 0 0 0,3-1-1 0,0-1 2 15,-3-1-1-15,8-2-6 0,-10 7 2 0,3-6-14 16,7-1-3-16,-10 4-12 0,10-4-13 0,-7 4-5 16,7-4-24-16,0 0-7 0,-7 1-16 0,7-1-26 15,0 0-33-15,0 0-101 0,-10 0-275 0,10 0 122 16</inkml:trace>
  <inkml:trace contextRef="#ctx0" brushRef="#br0" timeOffset="-145483.72">21261 11845 51 0,'0'0'117'16,"0"0"-6"-16,0 0-16 0,-7-4-2 0,7 4 7 16,0 0-3-16,-7-4-7 0,7 4-5 0,0 0-1 15,0 0-10-15,-9-2-2 0,9 2-2 0,0 0-4 16,-10-2-7-16,10 2-1 0,0 0-16 0,-11-1 4 15,11 1-1-15,0 0 2 0,-12 3 1 0,12-3-3 16,-11 1 1-16,4 2-8 0,1-1 1 0,-3 0 2 16,9-2 4-16,-12 6-10 0,6-2-4 0,1-2 1 15,0 2-4-15,5-4-5 0,-9 6-3 0,5-3 0 16,4-3-1-16,-5 9-3 0,1-5 5 0,4-4-8 16,-4 8-2-16,2-3-1 0,2-5 1 0,-4 7 4 15,4-7-4-15,-4 12-2 0,4-6 1 0,0-6 2 16,-1 9 2-16,1-9-7 0,0 11 3 0,0-11-1 15,0 7-4-15,0-7 2 0,5 10 2 0,-4-5 0 16,-1-5-2-16,4 7-8 0,-4-7 7 0,6 7 1 0,-3-2-4 16,-3-5 4-16,11 5 0 0,-3-4-1 15,-3 1-3-15,-5-2 3 0,12 4-1 0,-7-2 4 16,-5-2-5-16,11 0 5 0,-11 0-7 0,9 0 5 16,-9 0 2-16,11-2 1 0,-11 2-4 0,11-5 3 0,-11 5 6 15,6-5 10-15,-6 5 0 0,5-4-3 0,1 1-1 16,-2-3-3-16,-4 6-4 0,7-11-1 0,-4 6 0 15,-1-2 4-15,1 1-2 0,-2-1 6 16,-1 7-3-16,3-15-3 0,-2 4-2 0,-1 4 0 0,0-3 2 16,1-1-1-16,-1 11-1 0,-2-17 4 15,0 11 1-15,2 6-4 0,-1-13 1 0,1 6-1 16,0 7-4-16,-4-10-2 0,2 2 0 0,-2 3 1 0,4 5-2 16,-6-8-5-16,6 8-2 0,-8-5-5 0,3 1-18 15,5 4-4-15,-9-2-13 0,9 2-21 0,-13 1-14 16,13-1-21-16,-14 5-13 0,7-2-30 0,1 1-12 15,0 0-29-15,-1 2-133 0,2-2-340 0,5-4 151 16</inkml:trace>
  <inkml:trace contextRef="#ctx0" brushRef="#br0" timeOffset="-141714.66">23941 11651 9 0,'-16'12'50'0,"16"-12"-8"16,0 0-22-16,-9 4-41 0,9-4-21 0,-9 4 9 16</inkml:trace>
  <inkml:trace contextRef="#ctx0" brushRef="#br0" timeOffset="-135318.15">21122 12118 19 0,'0'0'31'0,"0"0"-3"16,0 0-7-16,0 0-10 0,0 0-12 0,0 0-18 15,0 0-19-15,0 0 9 0</inkml:trace>
  <inkml:trace contextRef="#ctx0" brushRef="#br0" timeOffset="-134532.79">21119 12175 42 0,'0'0'61'0,"0"0"-8"16,0 0-1-16,0 0-3 0,0 0-7 0,0 0-4 15,0 0-2-15,0 0-4 0,0 0-12 0,0 0-8 16,0 0-5-16,0 0-14 0,0 0-12 0,0 0-16 16,0 0-30-16,0 0-68 0,0 0 31 0</inkml:trace>
  <inkml:trace contextRef="#ctx0" brushRef="#br0" timeOffset="-124586.61">22915 11553 28 0,'0'0'25'0,"0"0"-3"15,0 0-3-15,0 0-4 0,-1-10 2 0,1 10-3 0,0 0 1 16,0 0-2-16,0 0 3 0,0 0 0 0,0 0-1 15,0 0-2-15,0 0-1 0,0 0-2 0,0 0 0 16,-4-6 3-16,4 6-2 0,0 0 0 0,0 0-2 16,0 0 0-16,0 0 2 0,0 0 0 0,0 0-3 15,0 0-2-15,0 0-1 0,0 0 1 0,0 0-1 16,0 0-2-16,0 0 2 0,0 0-3 0,0 0 0 16,0 0-1-16,0 0 1 0,0 0-2 0,0 0 4 15,-4-6-3-15,4 6-1 0,0 0 0 0,0 0 1 16,0 0-4-16,0 0 5 0,0 0-1 0,0 0 1 15,0 0 3-15,0 0-2 0,0 0 1 0,0 0-5 16,0 0 6-16,0 0 2 0,0 0-7 0,0 0 1 16,0 0 2-16,0 0 1 0,0 0-4 0,0 0 0 15,0 0 3-15,0 0 0 0,0 0-3 0,0 0 3 16,0 0 5-16,0 0-1 0,0 0 0 0,0 0-4 16,0 0 0-16,0 0 2 0,0 0-5 0,0 0-2 15,0 0 3-15,0 0-2 0,0 0 7 0,0 0-1 16,0 0-6-16,0 0 2 0,0 0 2 0,0 0-3 0,0 0 3 15,0 0-1-15,0 0-2 0,0 0 0 16,0 0 6-16,0 0-5 0,0 0-1 0,0 0 4 0,0 0-7 16,0 0-1-16,0 0 2 0,0 0-3 15,0 0 2-15,0 0-2 0,0 0 5 0,0 0-6 0,0 0 1 16,0 0-1-16,0 0 3 0,0 0-2 0,0 0 4 16,0 0-2-16,0 0 2 0,0 0-3 0,0 0 1 15,0 0-8-15,0 0 1 0,0 0-8 0,0 0-2 16,8-7 5-16,-8 7-8 0,0 0 3 0,0 0-5 15,0 0 0-15,0 0 2 0,0 0 1 0,0 0-15 16,0 0-39-16,0 0 129 0,0 0-80 0,5-5-29 16,-5 5 14-16</inkml:trace>
  <inkml:trace contextRef="#ctx0" brushRef="#br0" timeOffset="-122829.95">22920 11548 8 0,'0'0'67'0,"0"0"-11"0,0 0-4 16,0 0-4-16,0 0 0 0,0 0-12 0,0 0 0 15,0 0-6-15,0 0-3 0,0 0-2 0,0 0-5 16,0 0 5-16,0 0-10 0,0 0 1 0,0 0-5 16,0 0 1-16,0 0-2 0,0 0 6 0,0 0-7 15,0 0-2-15,0 0 2 0,0 0 2 0,0 0-5 0,-18-2 1 16,18 2-1-16,0 0 3 0,0 0-1 0,0 0 1 16,0 0-2-16,0 0 2 0,0 0-3 15,0 0 4-15,0 0 6 0,0 0-8 0,0 0-4 16,0 0 7-16,0 0-3 0,0 0 0 0,0 0 0 0,0 0 2 15,0 0-11-15,0 0 5 0,0 0-3 0,0 0 4 16,0 0-6-16,-12 0 6 0,12 0 0 0,0 0 0 16,0 0-4-16,0 0 5 0,0 0-1 0,0 0-2 15,0 0 3-15,0 0 4 0,0 0-12 0,0 0 7 16,-11 0-6-16,11 0 7 0,0 0-4 0,0 0 2 16,0 0-1-16,0 0 1 0,0 0-1 0,0 0 1 15,0 0 2-15,0 0 2 0,0 0-5 0,0 0 5 16,0 0-2-16,0 0 9 0,0 0-4 0,0 0 0 15,0 0 2-15,0 0 3 0,0 0-1 0,-7 0 2 16,7 0-7-16,0 0 5 0,0 0-3 0,0 0 1 16,0 0-5-16,0 0 4 0,0 0-1 0,0 0-5 15,0 0 3-15,0 0-1 0,0 0 2 0,0 0-5 16,0 0 1-16,0 0 3 0,0 0-1 0,0 0-1 16,0 0-4-16,0 0 5 0,0 0-8 0,0 0 8 15,0 0-6-15,0 0 7 0,0 0-4 0,0 0-5 0,0 0 6 16,0 0-3-16,0 0-1 0,0 0 5 15,0 0-13-15,0 0 15 0,0 0-4 0,0 0 4 0,0 0-11 16,0 0-1-16,0 0 5 0,0 0-5 0,0 0 0 16,0 0 8-16,0 0-6 0,0 0 3 0,0 0 3 15,0 0 7-15,0 0 0 0,0 0-2 0,0 0 1 16,0 0 5-16,0 0-11 0,0 0 3 0,0 0 2 16,0 0 3-16,0 0-2 0,0 0 0 0,0 0 2 15,0 0-5-15,0 0 4 0,21 4 0 0,-21-4-3 16,0 0 4-16,11 3-10 0,-11-3 8 15,7 0 2-15,-7 0 3 0,0 0 0 0,12 0 4 0,-12 0 0 16,11 0-4-16,-11 0-4 0,9 1 3 0,-9-1-4 16,9 0-1-16,-9 0 1 0,12-1-2 0,-12 1-3 15,10 1 5-15,-10-1-5 0,13-1 6 0,-4 1-4 16,-9 0-1-16,12 0-1 0,-4 0 5 0,-8 0-6 16,14-2 1-16,-7 4-2 0,-7-2 2 0,11-2 0 15,-11 2-2-15,11 0 0 0,-11 0 4 0,12 0 0 16,-12 0 1-16,13 0-2 0,-13 0 1 0,10 0 6 15,-4 2-9-15,-6-2-3 0,9 0 4 0,-9 0-3 0,12 0 8 16,-12 0-1-16,8 0-2 0,-8 0 2 0,9 0 0 16,-9 0-3-16,0 0-1 0,8 1 0 0,-8-1 4 15,0 0 1-15,0 0 7 0,12 0-1 16,-12 0 6-16,0 0-9 0,9 1 2 0,-9-1 2 0,0 0-6 16,0 0 2-16,10 0-1 0,-10 0 0 0,0 0-1 15,0 0-5-15,0 0 0 0,9-1-1 16,-9 1-2-16,0 0-2 0,0 0 3 0,0 0 1 0,0 0-13 15,0 0-15-15,4 6-17 0,-4-6-20 0,0 0-13 16,0 0-19-16,0 0-17 0,0 0-11 0,-3 9-19 16,3-9-89-16,0 0-245 0,0 0 108 0</inkml:trace>
  <inkml:trace contextRef="#ctx0" brushRef="#br0" timeOffset="-121975.64">23397 11556 68 0,'0'0'95'0,"0"0"-15"15,0 0 0-15,0 0-2 0,0 0-9 0,0 0-5 16,0 0-5-16,0 0-15 0,0 0 8 0,0 0-2 16,0 0 5-16,0 0-8 0,0 0 2 0,0 0-2 15,-10-10 2-15,10 10-1 0,0 0-1 0,0 0-3 16,0 0-3-16,0 0 0 0,-5-5-2 0,5 5-6 16,0 0 8-16,0 0-2 0,0 0-2 0,0 0-1 15,0 0 3-15,0 0-4 0,0 0 2 0,0 0-8 16,0 0 3-16,0 0-11 0,0 0 3 0,0 0-3 15,5-11-2-15,-5 11-2 0,0 0-5 0,9-3-2 16,-9 3 1-16,7-1-1 0,-7 1 3 0,11-3-4 16,-11 3 2-16,11-2-7 0,-11 2 0 0,10 0 0 0,-10 0 6 15,12 0-6-15,-6-3-2 0,-6 3-1 0,10-1 0 16,-10 1 2-16,11 0 0 0,-11 0-5 16,10-2 2-16,-10 2 1 0,0 0 0 0,10 2 0 0,-10-2 1 15,9 1 4-15,-9-1 0 0,8 1 1 0,-8-1 1 16,9 2-2-16,-9-2 0 0,0 0 0 15,0 0 3-15,10-2-1 0,-10 2-4 0,0 0 3 16,0 0 2-16,0 0-1 0,8-1 2 0,-8 1 0 0,0 0 2 16,0 0 1-16,0 0 3 0,0 0-1 0,0 0 3 15,0 0-3-15,0 0 3 0,0 0-4 0,0 0 1 16,0 0-3-16,0 0-1 0,0 0 2 0,0 0-2 16,0 0 2-16,0 0-5 0,0 0-1 0,0 0-4 15,10 1-11-15,-10-1-6 0,0 0-13 0,0 0-10 16,0 0-17-16,0 0-9 0,3 5-20 0,-3-5-10 15,0 0-13-15,0 0-20 0,7 5-14 0,-7-5-93 16,0 0-251-16,2 6 111 0</inkml:trace>
  <inkml:trace contextRef="#ctx0" brushRef="#br0" timeOffset="-121378.14">23748 11565 108 0,'0'0'105'0,"0"0"-1"16,0 0-4-16,0 0-11 0,0 0 3 16,0 0-1-16,0 0-1 0,0 0-5 0,0 0-4 0,0 0-7 15,0 0 2-15,0 0-6 0,0 0-2 0,0 0-7 16,0 0-2-16,0 0-1 0,0 0 0 0,0 0-1 16,0 0-9-16,0 0 2 0,0 0-7 0,0 0 5 15,0 0-5-15,0 0-6 0,0 0-2 0,0 0-4 16,0 0-1-16,0 0-7 0,0 0 0 0,0 0-5 15,0 0 3-15,0 0-3 0,0 0-2 0,0 0 1 16,9 2-1-16,-9-2-2 0,14 2 1 0,-9-2-2 16,6 2-1-16,0-2-1 0,1 0 0 0,-2 2 2 15,1-2 0-15,1 0-4 0,1 2 2 0,-2-2 3 16,1 0 0-16,0 0 4 0,-1 2-3 0,0-1 0 16,1 0-1-16,-2-1-3 0,-2 0 2 0,0 2-1 15,2-2 3-15,-10 0-1 0,16-2 1 0,-16 2 3 16,12 0-2-16,-7-1-2 0,-5 1 3 0,0 0 3 15,14-1 1-15,-14 1 7 0,6 1-5 0,-6-1 6 16,0 0-1-16,0 0 1 0,9 0 0 0,-9 0-2 0,0 0-6 16,0 0-1-16,0 0-1 0,8 1 2 15,-8-1-7-15,0 0-1 0,0 0-4 0,0 0 3 16,0 0-1-16,0 0-6 0,0 0-3 0,0 0-13 16,0 0-13-16,0 0-19 0,5 3-13 0,-5-3-22 0,0 0-25 15,0 0-31-15,0 0-19 0,-1 10-34 16,1-10-145-16,0 0-360 0,0 0 159 0</inkml:trace>
  <inkml:trace contextRef="#ctx0" brushRef="#br0" timeOffset="-120873.18">24251 11604 98 0,'0'0'156'0,"0"0"-13"0,0 0-1 16,3-6-11-16,-3 6-4 0,0 0-5 0,0 0-8 16,0 0-2-16,0 0-7 0,0 0-7 0,0 0-3 15,2-8-4-15,-2 8-4 0,0 0-7 0,0 0-2 16,0 0-6-16,0 0-5 0,0 0-1 0,3-6-6 15,-3 6-1-15,0 0-7 0,0 0-3 0,0 0-6 16,0 0-4-16,0 0-6 0,0 0-3 0,0 0-2 16,6-3-4-16,-6 3-1 0,0 0-1 0,6-4-5 15,-6 4-2-15,8-2-2 0,-8 2 1 16,11-2-1-16,-11 2-1 0,12-2-4 0,-6 0 2 0,-6 2-2 16,15 0 3-16,-4-1-3 0,-1 1-2 0,-1 0 3 0,1 0-1 15,-10 0-1-15,15 1 3 0,-5-2-4 16,-4 2-3-16,4-2 3 0,1 0 2 0,-11 1-2 15,13 0 4-15,-6 0 0 0,-7 0 0 0,12 1 0 16,-5 0 0-16,-7-1 1 0,10-1 1 0,-10 1-4 0,10 1 3 16,-10-1-2-16,0 0-1 0,10-1-3 0,-10 1 3 15,0 0-1-15,0 0-1 0,11 0-1 0,-11 0-2 16,0 0-4-16,0 0 2 0,0 0-2 0,0 0-11 16,10 1-12-16,-10-1-16 0,0 0-12 0,0 0-16 15,0 0-21-15,2 6-23 0,-2-6-17 16,0 0-26-16,4 7-18 0,-4-7-149 0,0 0-350 0,2 8 155 15</inkml:trace>
  <inkml:trace contextRef="#ctx0" brushRef="#br0" timeOffset="-120439.83">24750 11608 31 0,'0'0'180'0,"0"0"-13"0,2-7-13 15,-2 7-9-15,0 0-9 0,0 0-9 0,0 0-7 16,0 0-11-16,0 0-3 0,0 0-8 0,0 0-10 16,0 0-4-16,5-5-10 0,-5 5-8 0,0 0-9 15,0 0-4-15,0 0-7 0,9-2-4 0,-9 2-2 16,6-2-2-16,-6 2-6 0,9-1-1 0,-9 1-3 15,9-1-3-15,-9 1 0 0,9-1-2 0,-9 1 3 16,0 0 3-16,14 0-2 0,-9-3-4 0,-5 3 1 16,12-1 1-16,-12 1-2 0,14-1 2 0,-14 1-4 0,11-2-3 15,-11 2 2-15,8-1 3 0,-8 1-4 0,9-2-3 16,-9 2 1-16,10 3 1 0,-10-3 2 16,0 0 2-16,9-3-4 0,-9 3 4 0,0 0 1 15,8-2-2-15,-8 2 2 0,0 0-2 0,0 0-4 0,0 0-4 16,12 0 3-16,-12 0-4 0,0 0-2 0,0 0-2 15,0 0 3-15,0 0-2 0,0 0-5 0,9 1-8 16,-9-1-13-16,0 0-18 0,0 0-20 16,0 0-24-16,0 0-21 0,0 0-36 0,0 0-22 0,0 0-22 15,0 0-152-15,0 0-357 0,2 6 158 0</inkml:trace>
  <inkml:trace contextRef="#ctx0" brushRef="#br0" timeOffset="-120002.28">25123 11573 82 0,'0'0'165'0,"0"0"-12"0,0 0-10 0,7-2-10 15,-7 2-9-15,0 0-9 0,0 0-10 0,0 0-5 16,10-4-5-16,-10 4 0 0,0 0-10 0,5-2-3 16,-5 2-12-16,9-1-1 0,-9 1-5 0,0 0-2 15,11 0-5-15,-11 0 1 0,0 0-6 0,11-2-2 16,-11 2-7-16,0 0-4 0,10 0-1 0,-10 0-6 16,9 0-2-16,-9 0 4 0,10 0-3 0,-10 0-1 15,9 0-3-15,-9 0 0 0,9 0 0 0,-9 0-3 0,9 0-5 16,-9 0 1-16,0 0-1 0,12 0 3 15,-12 0 2-15,0 0 2 0,11 0 1 0,-11 0-1 16,0 0 2-16,5-3 2 0,-5 3 1 0,0 0 1 0,0 0 9 16,0 0-8-16,0 0-1 0,13 0-4 0,-13 0 0 15,0 0-5-15,0 0-1 0,0 0 0 0,0 0-4 16,0 0-2-16,0 0-3 0,0 0-12 16,0 0-16-16,0 0-14 0,0 0-22 0,0 0-21 0,0 0-18 15,0 0-33-15,0 0-30 0,0 0-29 0,0 0-15 16,0 0-138-16,0 0-364 0,0 0 162 0</inkml:trace>
  <inkml:trace contextRef="#ctx0" brushRef="#br0" timeOffset="-119641.63">25399 11568 109 0,'0'0'160'16,"0"0"-10"-16,0 0-12 0,0 0-6 0,13-1-10 16,-13 1-8-16,0 0-5 0,9-2-5 0,-9 2-9 15,9 2-6-15,-9-2-6 0,0 0-3 0,12 0-5 16,-12 0 0-16,10 1-7 0,-10-1-4 0,8 0-3 16,-8 0-7-16,10 1-2 0,-10-1-6 0,9 3 1 15,-9-3-1-15,0 0-5 0,12-3-3 0,-12 3 2 16,0 0 0-16,0 0 5 0,9 2-4 0,-9-2-3 15,0 0 0-15,0 0 3 0,0 0-9 0,0 0-1 0,7 1 3 16,-7-1-7-16,0 0-3 0,0 0-2 0,0 0-5 16,0 0 1-16,0 0 1 0,0 0-6 0,0 0 4 15,0 0-5-15,0 0-3 0,0 0-2 16,11-3-13-16,-11 3-15 0,0 0-13 0,0 0-21 0,0 0-21 16,0 0-28-16,0 0-26 0,0 0-21 0,0 0-30 15,0 0-146-15,0 0-353 0,0 0 156 0</inkml:trace>
  <inkml:trace contextRef="#ctx0" brushRef="#br0" timeOffset="-119318.24">25651 11607 200 0,'0'0'205'0,"0"0"-16"0,0 0-8 0,3-7-15 0,-3 7-11 16,0 0-12-16,0 0-15 0,0 0-9 0,0 0-12 16,0 0-8-16,0 0-9 0,0 0-10 0,0 0-7 15,5-4-9-15,-5 4-5 0,0 0-7 0,0 0-5 16,0 0-3-16,0 0-4 0,0 0-5 0,0 0-4 0,0 0-5 15,14-2-4-15,-14 2-1 0,0 0-9 16,0 0-17-16,0 0-10 0,0 0-17 0,9 0-24 16,-9 0-30-16,0 0-25 0,0 0-35 0,8 0-26 15,-8 0-123-15,0 0-318 0,0 0 141 0</inkml:trace>
  <inkml:trace contextRef="#ctx0" brushRef="#br0" timeOffset="-114568.18">23983 11107 118 0,'-1'-8'136'0,"1"8"6"0,-4-8 0 15,3 2 0-15,1 6-10 0,-2-8-1 0,2 8-2 16,-3-10-5-16,3 10-13 0,-2-9-6 0,2 9 0 15,-3-11 0-15,3 11-3 0,-1-8-6 0,1 8-10 16,-3-11-2-16,3 11 4 0,-1-7-2 0,1 7-9 16,0 0-2-16,-1-11-12 0,1 11 0 0,-2-9-1 15,2 9-5-15,-2-5 3 0,2 5 1 0,0 0-9 16,0 0 0-16,-2-11-4 0,2 11-3 0,0 0-7 16,0 0-3-16,0 0-3 0,-1-7-1 0,1 7-10 15,0 0-2-15,0 0-5 0,0 0 0 0,0 0-3 16,0 0 4-16,0 0-7 0,0 0-2 0,0 0 1 15,0 0-1-15,3 32-2 0,-3-22-2 0,1-1 1 16,-2 4 1-16,1 3 0 0,-2-3-4 0,0 2 0 16,3 0 0-16,-1-2 0 0,0-1 3 0,-1 5-3 15,-1-5 1-15,2 1-1 0,0-2 0 0,-1 1 5 16,2 0-7-16,-1-1-2 0,-1 1 12 0,1-2-2 16,-1 0-6-16,1 0 1 0,-1-1 0 0,1 1 3 0,0-10-2 15,-2 14-1-15,2-9 0 0,0-5 3 16,-2 13-1-16,1-7-2 0,1-6-2 0,-3 9 6 15,3-9-3-15,-1 8-12 0,1-8-14 0,-1 7-14 16,1-7-15-16,-3 7-24 0,3-7-15 0,-3 6-21 0,3-6-33 16,0 0-18-16,-5 8-17 0,5-8-32 0,0 0-135 15,-6 1-376-15,6-1 167 0</inkml:trace>
  <inkml:trace contextRef="#ctx0" brushRef="#br0" timeOffset="-114211.42">23943 11032 95 0,'5'-12'138'0,"-2"6"-16"0,3 1 0 16,-2 0-17-16,1 1-12 0,0 0 0 0,-5 4-11 15,14-5-9-15,-7 5 0 0,-7 0-6 0,16 3-4 16,-7 0-1-16,0 1-3 0,-3-1-3 0,3 3-5 16,0 1-7-16,-3-1-1 0,2 1-8 0,0 3-2 15,-5 0-3-15,1-2 2 0,1 1-10 0,-3-1-3 16,0 0 1-16,-2-1 1 0,2 2 12 0,-5 1-3 16,-1-5 4-16,2 2 0 0,-5 0-3 0,-2-2-1 15,2 2-2-15,-2-1-6 0,0 0 10 0,-4-1-12 16,4 0-1-16,-1-2-6 0,-2 3-6 0,5-2-15 15,0-2-8-15,-2 0-23 0,9-2-21 0,-10 6-21 0,5-5-21 16,5-1-21-16,-8 4-19 0,8-4-95 0,-6 4-255 16,6-4 114-16</inkml:trace>
  <inkml:trace contextRef="#ctx0" brushRef="#br0" timeOffset="-113596.2">24234 11311 59 0,'0'0'211'0,"0"0"-4"0,0 0-8 0,0 0-11 15,1-6-17-15,-1 6-15 0,0 0-17 0,0 0-17 16,0 0-12-16,0 0-11 0,0 0-11 0,0 0-16 16,0 0-1-16,0 0-5 0,0 0-8 0,0 0-2 15,8 17-3-15,-8-17-5 0,3 10-6 0,-3-3-3 16,0-7-1-16,0 11-4 0,0-11 1 0,0 13-5 16,1-8-1-16,-1-5-5 0,0 10 4 0,0-10-2 15,-1 10-12-15,1-10 8 0,0 9-1 0,0-9-3 16,-3 8 0-16,3-8-4 0,0 0 0 0,0 9-1 15,0-9 0-15,0 0-3 0,0 0-1 0,0 0 5 16,0 0-3-16,0 0 2 0,-1 8 6 0,1-8 4 16,0 0 15-16,0 0-1 0,0 0 2 0,0 0-5 15,0 0-5-15,0 0-3 0,0 0 3 0,0 0-6 16,0 0 1-16,0 0-6 0,0 0-2 0,4-25 1 16,-4 25 0-16,2-11-6 0,1 6 3 0,2-1 5 15,-3 0-8-15,1 0-6 0,1-1 12 0,-2 1-14 16,3 0 1-16,1 1-1 0,-3-2-1 0,4 1-1 15,-2 1 5-15,0 2-3 0,-5 3-3 0,9-7 11 16,-4 5-12-16,-5 2-1 0,11-5 1 0,-11 5 2 0,11-1-1 16,-11 1-2-16,9 1 1 0,-9-1-3 0,8 3 3 15,-8-3-2-15,10 6 2 0,-7-1-3 16,0-1 2-16,-3-4 2 0,7 10 4 0,-3-3-7 0,-2-2 2 16,-2-5-1-16,2 11 1 0,-2-5 1 0,0-6 1 15,1 11-5-15,1-7 2 0,-2-4-3 16,3 10 11-16,-3-10-6 0,-2 9-21 0,2-9-23 0,0 0-26 15,-3 14-38-15,1-9-21 0,2-5-45 0,0 0-32 16,-3 10-198-16,3-10-437 0,-3 6 194 0</inkml:trace>
  <inkml:trace contextRef="#ctx0" brushRef="#br0" timeOffset="-113228.5">24586 11339 191 0,'0'0'232'0,"0"0"-8"16,0 0-16-16,0 0-13 0,0 0-23 0,0 0-17 15,0 0-12-15,0 0-13 0,0 0-12 0,0 0-14 16,-21 1-10-16,21-1-7 0,-8 6-9 0,8-6-6 16,-3 7-8-16,3-7-6 0,-6 6-6 0,4 0-3 15,2-6-7-15,-3 10-4 0,3-10 1 0,0 0 1 16,5 8 2-16,-5-8-1 0,12 5 2 0,-5-1-6 15,3-2 2-15,-1-2 0 0,2 1-3 0,0-1-4 16,-2-1 2-16,2 1-2 0,-1-2-2 0,0 0 0 16,-1-1 0-16,-3 1-3 0,-6 2-1 0,13-7 0 15,-8 4-2-15,1-3-1 0,-3 1-1 0,-3 5-5 16,4-13 0-16,-5 5 1 0,1 8-5 0,-5-16 1 16,0 8-3-16,1-1 0 0,-4 2-5 0,-1 0 4 15,-1 1-6-15,1 2-6 0,1 0 12 0,1 3-10 16,-5-2-14-16,2 3-25 0,1 0-21 0,-4 1-31 0,2 2-37 15,0 2-52-15,1-1-48 0,3 3-204 0,-1-2-467 16,3 0 208-16</inkml:trace>
  <inkml:trace contextRef="#ctx0" brushRef="#br0" timeOffset="-105826.14">25705 11605 10 0,'0'0'62'0,"0"0"-1"0,0 0-7 0,0 0 2 16,0 0-7-16,0 0 3 0,0 0-5 15,-10-19 1-15,10 19-14 0,0 0 0 0,0 0-1 16,0 0 3-16,0 0 13 0,0 0-11 0,-3-8-3 16,3 8 8-16,0 0-10 0,0 0 4 0,0 0-1 15,0 0-8-15,0 0-2 0,0 0-6 0,-6-3-3 16,6 3 6-16,0 0 1 0,0 0-3 0,0 0-4 0,0 0 3 15,0 0-4-15,0 0-3 0,0 0 2 0,0 0-1 16,-7-4 0-16,7 4 5 0,0 0-7 0,0 0 2 16,0 0 7-16,0 0-2 0,0 0 1 0,0 0 4 15,0 0 2-15,0 0-4 0,0 0-5 0,0 0 4 16,0 0-6-16,0 0 5 0,26 8 3 0,-20-6-6 16,-6-2-4-16,11 1-1 0,-5-1 2 0,-6 0 3 15,14 2-3-15,-7-1 0 0,0 0-5 0,-7-1 9 16,16 1-5-16,-8-1 0 0,-8 0-3 0,12 0 0 15,-12 0-1-15,13 2 5 0,-6-1 3 0,-7-1 0 16,14 0-1-16,-8 1 0 0,-6-1-6 0,9 3 7 16,-9-3-6-16,7 0 1 0,-7 0-2 0,0 0 9 15,10 2 0-15,-10-2 3 0,0 0 1 0,0 0 4 16,0 0 1-16,0 0 0 0,0 0 4 0,12 0 0 16,-12 0 0-16,0 0-2 0,0 0-3 0,0 0-4 15,0 0 1-15,0 0-2 0,0 0-9 0,0 0 0 16,0 0-1-16,0 0 1 0,0 0-10 0,0 0-12 15,0 0-11-15,0 0-12 0,0 0-19 0,0 0-14 16,0 0-16-16,0 0-10 0,7 1-10 0,-7-1-12 16,0 0-14-16,0 0-16 0,0 0-77 0,7 4-239 15,-7-4 106-15</inkml:trace>
  <inkml:trace contextRef="#ctx0" brushRef="#br0" timeOffset="-105222.58">25820 11608 70 0,'0'0'71'0,"0"0"-1"0,0 0-10 15,0 0 2-15,0 0-3 0,0 0 4 0,0 0-12 16,23 1 5-16,-23-1-7 0,12 0-7 0,-12 0 12 16,9-1-1-16,-9 1 6 0,8 1-5 0,-8-1-7 15,11 0 1-15,-11 0-4 0,12 1 4 0,-12-1-6 16,13 0 5-16,-13 0 0 0,12 0-3 0,-12 0 4 15,11 0-5-15,-6 1-7 0,-5-1 4 0,13-1-7 16,-13 1 2-16,11-1 1 0,-11 1 1 0,7-2 0 16,-7 2-4-16,6-3-1 0,-6 3-4 0,0 0 4 15,10-3 4-15,-10 3 4 0,0 0 1 0,0 0-2 16,7-1 3-16,-7 1-5 0,0 0 3 0,0 0-5 0,0 0-1 16,0 0-3-16,0 0-2 0,0 0-4 0,0 0-7 15,0 0 0-15,0 0-4 0,8-3-11 16,-8 3-20-16,0 0-21 0,0 0-14 0,0 0-28 15,0 0-15-15,0 0-22 0,0 0-18 0,0 0-14 16,0 0-103-16,0 0-272 0,0 0 120 0</inkml:trace>
  <inkml:trace contextRef="#ctx0" brushRef="#br0" timeOffset="-105011.92">26082 11605 59 0,'6'-4'143'0,"-6"4"-10"16,0 0-21-16,0 0-5 0,0 0-12 0,9-1-9 15,-9 1-8-15,0 0-10 0,10-2-10 0,-10 2-2 16,10 0-10-16,-10 0-10 0,9-1-16 0,-9 1-25 16,12 0-25-16,-12 0-14 0,9 1-12 0,-1 1-14 15,-8-2-16-15,10 1-49 0,-10-1-146 0,6 0 66 16</inkml:trace>
  <inkml:trace contextRef="#ctx0" brushRef="#br0" timeOffset="-104896.8">26207 11597 34 0,'0'0'32'0,"0"0"-25"0,0 0-20 15,0 0-12-15,0 0 5 0</inkml:trace>
  <inkml:trace contextRef="#ctx0" brushRef="#br0" timeOffset="-104032.15">26291 11654 8 0,'0'0'44'0,"0"0"-3"0,0 0 7 0,0 0-3 15,0 0 2-15,0-11-10 0,0 11 5 0,0 0-5 16,0 0 6-16,-2-8-12 0,2 8 7 16,0 0 0-16,-6-7-3 0,6 7 4 0,0 0-1 0,0 0-6 15,0 0 1-15,0 0-5 0,-2-7 0 0,2 7 3 16,0 0 1-16,0 0 3 0,-6-3 1 0,6 3-3 15,0 0 0-15,0 0 1 0,-7-3 5 0,7 3-4 16,0 0-1-16,0 0 3 0,0 0 0 0,0 0-3 16,0 0 4-16,0 0-4 0,0 0 8 0,0 0-2 15,-7-4 0-15,7 4-2 0,0 0 2 0,0 0 1 16,0 0 2-16,0 0 0 0,0 0 0 0,-2-7-2 16,2 7 2-16,0 0-6 0,0 0 2 0,0 0-4 15,0 0 2-15,-2-7-7 0,2 7-1 0,0 0 0 16,0 0 2-16,0 0-8 0,0 0 4 0,-7-6-6 15,7 6 1-15,0 0 1 0,0 0-1 0,0 0-1 16,0 0-3-16,0 0-3 0,0 0 0 0,0 0-4 16,0 0-2-16,0 0 0 0,0 0-1 0,0 0-5 15,-3-5 2-15,3 5-4 0,0 0 2 0,0 0 0 16,0 0 1-16,0 0 2 0,0 0-5 0,0 0 0 16,-8 15 2-16,8-15-7 0,0 8 2 0,0-8 2 15,-5 11 3-15,5-5-3 0,0-6 0 0,-4 13 1 16,2-7-2-16,0 3 3 0,-1-2-3 0,1 3 6 0,1-3-2 15,-1 0-2-15,2-7 1 0,0 14 1 0,0-4 3 16,-2-2-3-16,2-1 4 0,0-7 0 0,0 16-1 16,0-6-2-16,0-2 5 0,0-1 5 0,0-7 0 15,0 13-1-15,-2-5-1 0,2-8-6 0,-2 14-3 16,4-7 3-16,-2-7 2 0,-2 10 0 0,2-10-5 16,0 12 3-16,0-12-2 0,0 7 1 0,0-7-3 15,-2 7 7-15,2-7-10 0,0 0 5 0,0 0-3 16,-1 10 2-16,1-10-1 0,0 0 4 0,0 0-2 15,0 0-4-15,0 0 2 0,0 0-1 0,0 0-1 16,0 0 0-16,0 0 4 0,0 0 1 0,0 9-3 16,0-9 4-16,0 0-2 0,0 0-3 0,0 0-1 15,0 0-14-15,0 0-10 0,0 0-26 0,0 0-22 16,0 0-46-16,0 0-12 0,0 0-21 0,0 0-15 16,0 0-124-16,-6 3-313 0,6-3 139 15</inkml:trace>
  <inkml:trace contextRef="#ctx0" brushRef="#br0" timeOffset="-103565.89">26218 11991 84 0,'0'0'169'0,"0"0"-11"15,0 0-4-15,0 0-6 0,0 0-6 16,0 0-10-16,0 0-2 0,0 0-8 0,0 0-4 16,0 0-12-16,0 0-5 0,0 0-1 0,0 0-9 0,3-15-5 15,-3 15-7-15,0 0-2 0,0 0-10 0,0 0-3 16,0 0-7-16,0 0-5 0,0 0-6 0,0 0-4 16,0 0-7-16,0 0-7 0,0 0 5 15,0 0-6-15,0 0-4 0,0 0-3 0,0 0 0 0,0 0-3 16,0 0-4-16,0 0-1 0,9 12 3 0,-9-12-2 15,0 0-1-15,0 9 3 0,0-9-3 0,0 0 1 16,0 14 1-16,0-14 2 0,0 7-5 0,0-7 0 16,0 9-1-16,0-9-3 0,0 8 5 0,0-8-6 15,0 0 2-15,0 11 2 0,0-11-4 16,2 8 3-16,-2-8-4 0,2 6 2 0,-2-6-2 0,0 0-2 16,0 0 0-16,0 9 1 0,0-9-3 0,0 0 2 15,0 0 0-15,0 0 2 0,0 0-10 0,0 0-8 16,0 0-16-16,-2 9-7 0,2-9-13 0,0 0-12 15,0 0-12-15,0 0 0 0,0 0-8 0,0 0-9 16,0 0-15-16,0 0-12 0,0 0-8 0,0 0-6 16,0 0-5-16,0 0 1 0,0 0 0 0,0 0 0 15,0 0-76-15,0 0-228 0,0 0 101 0</inkml:trace>
  <inkml:trace contextRef="#ctx0" brushRef="#br0" timeOffset="-103371.89">26232 12087 52 0,'0'0'18'0,"0"0"4"0,0 0 6 0,0 0 5 16,0 0 3-16,2 7 8 0,-2-7 1 0,0 0 6 15,0 0 5-15,0 0 11 0,0 0-4 0,0 0-9 16,-4 13 2-16,4-13 2 0,0 0 0 0,0 0 7 0,0 0-3 16,2 6 10-16,-2-6-11 0,0 0-1 15,0 0 2-15,-2 9-7 0,2-9 2 0,0 0-9 0,0 8-2 16,0-8-4-16,0 0-6 0,0 0-5 16,2 7-1-16,-2-7-7 0,0 0-2 0,0 9-26 0,0-9-16 15,0 0-21-15,-2 8-20 0,2-8-14 0,0 0-11 16,0 0-17-16,-2 8-83 0,2-8-200 0,0 0 89 15</inkml:trace>
  <inkml:trace contextRef="#ctx0" brushRef="#br0" timeOffset="-103181.79">26228 12211 24 0,'0'0'107'0,"0"0"-22"0,0 0 0 0,0 0-4 16,0 0-13-16,0 0-14 0,0 0-14 0,6 6-9 16,-6-6-12-16,0 0-12 0,0 0-19 0,0 0-26 15,5 2-55-15,-5-2-99 0,0 0 45 16</inkml:trace>
  <inkml:trace contextRef="#ctx0" brushRef="#br0" timeOffset="-102999.58">26288 12247 2 0,'0'0'158'0,"0"0"-8"0,0 0-10 0,0 0-15 16,0 0-10-16,0 0-12 0,0 0-10 0,0 0-11 16,5 4-11-16,-5-4-2 0,0 0-20 0,0 0-20 15,0 0-17-15,0 0-31 0,0 0-27 0,0 0-21 16,0 0-25-16,0 0-71 0,0 0-176 0,0 0 79 15</inkml:trace>
  <inkml:trace contextRef="#ctx0" brushRef="#br0" timeOffset="-101825.45">26293 12226 22 0,'0'0'84'0,"0"0"-5"0,0 0 0 16,0 0-6-16,0 0-5 0,0 0 4 0,2-9-6 0,-2 9 3 16,0 0-6-16,0 0-1 0,4-6-11 0,-4 6 16 15,0 0-2-15,0 0 0 0,0 0-4 16,0 0 2-16,3-7-4 0,-3 7 5 0,0 0-9 0,0 0-2 15,0 0 1-15,0 0-3 0,0 0-9 0,-3-12 1 16,3 12 1-16,0 0-5 0,0 0-2 0,-4-7 3 16,4 7-1-16,0 0 0 0,0 0 0 0,0 0-8 15,0 0 6-15,0 0-6 0,0 0-3 0,0 0-4 16,0 0-3-16,-2-7-2 0,2 7-4 0,0 0-1 16,0 0-3-16,0 0 3 0,0 0-9 0,0 0 4 15,0 0-3-15,0 0-3 0,0 0-2 0,0 0 6 16,-2 27-4-16,2-19 4 0,0-8 6 0,0 10-3 15,2-3-3-15,0 3 1 0,-2-3 0 0,0-7-2 16,0 14 0-16,2-9-5 0,-2-5-2 0,2 14 7 16,1-7-1-16,-3 0 1 0,0-7 0 0,0 13 4 15,0-7 1-15,0-6-1 0,2 11 6 0,0-5-5 16,0 0-5-16,-2-6 2 0,0 10-1 0,0-10-2 0,0 8-2 16,0-8 0-16,0 0 0 0,0 10 2 0,0-10 0 15,0 0-4-15,4 5 4 0,-4-5 0 16,0 0-1-16,0 0-1 0,0 0-1 0,0 0-2 0,0 0-11 15,0 0-12-15,0 8-21 0,0-8-21 0,0 0-17 16,0 0-22-16,0 0-25 0,0 0-7 0,0 0-16 16,0 0-107-16,0 0-280 0,0 0 124 15</inkml:trace>
  <inkml:trace contextRef="#ctx0" brushRef="#br0" timeOffset="-101658.72">26333 12427 39 0,'0'0'90'0,"0"0"-8"15,0 0-6-15,0 0-13 0,0 0-7 0,9 2-22 16,-9-2-18-16,0 0-20 0,9 1-15 0,-9-1-4 16,0 0-46-16,7 2-74 0,-7-2 33 0</inkml:trace>
  <inkml:trace contextRef="#ctx0" brushRef="#br0" timeOffset="-101466.18">26419 12427 39 0,'0'0'81'0,"0"0"-11"16,0 0-6-16,4-6-10 0,-4 6-4 0,0 0-9 15,0 0-5-15,0 0-19 0,0 0-7 0,0 0-12 16,0 0-17-16,0 0-17 0,0 0-32 0,0 0-73 0,4-7 33 16</inkml:trace>
  <inkml:trace contextRef="#ctx0" brushRef="#br0" timeOffset="-100544.61">26441 12407 28 0,'0'0'92'0,"0"0"-7"0,0 0-9 0,0 0-13 0,0 0-5 15,0 0-2-15,0 0-9 0,0 0-7 16,0 0-7-16,0 0-6 0,0 0-2 0,0 0-1 16,0 0-11-16,0 0 0 0,0 0 6 0,0 0-6 0,0 0 1 15,0 0 3-15,0 0-11 0,0 0 12 0,0 0-14 16,0 0 19-16,0 0-8 0,0 0 3 0,0 0 4 15,0 0 0-15,0 0 13 0,0 0-7 0,0 0 6 16,0 0 2-16,0 0 7 0,0 0 5 0,0 0 4 16,0 0-5-16,0 0 9 0,0 0-1 0,-20-7-5 15,20 7 7-15,0 0-12 0,0 0-7 0,0 0 3 16,0 0 0-16,0 0-2 0,0 0-9 0,0 0-4 16,-7-2-1-16,7 2-4 0,0 0 1 0,0 0-3 15,-10-3-3-15,10 3-2 0,0 0 1 0,0 0-4 16,-13 3-1-16,13-3-1 0,0 0 1 0,0 0-4 15,-6 3-4-15,6-3-1 0,0 0-2 0,0 0 7 16,0 0-6-16,0 0 6 0,0 0-4 0,0 0 2 16,-10 2-5-16,10-2-2 0,0 0 1 0,0 0-7 15,0 0-2-15,0 0-6 0,0 0 0 0,0 0-5 16,0 0-1-16,0 0-2 0,0 0 2 0,0 0 3 16,0 0 0-16,0 0 1 0,0 0 7 0,0 0-2 15,0 0 3-15,0 0 0 0,0 0 8 0,0 0 2 16,0 0-4-16,-6 2-7 0,6-2 11 0,0 0-7 15,0 0 5-15,0 0-4 0,0 0 6 0,0 0 3 0,0 0 3 16,0 0-6-16,0 0-2 0,0 0 2 16,0 0-1-16,0 0 1 0,0 0 1 0,0 0 11 0,0 0-5 15,0 0-1-15,0 0 6 0,0 0-2 0,0 0 6 16,25 0-6-16,-25 0-2 0,16 2 1 0,-9-2-7 16,3 0 7-16,-1-2-4 0,5 2 3 0,-3 2-10 15,1-2-8-15,1 0-8 0,-4 0-13 16,5 0-8-16,-2 0-11 0,3 0-19 0,-4-3-2 15,2 4-16-15,1-1-3 0,-1-1 1 0,1 1-2 0,-3-1-1 16,3-1 6-16,-2 2 8 0,-3 0 6 0,5-1 11 16,-9 2 3-16,6-1 11 0,-11 0 2 0,16-1 8 15,-12 2 3-15,-4-1 5 0,9 0 10 0,-9 0 8 16,9 0 4-16,-9 0 0 0,0 0 11 0,11-1 2 16,-11 1 1-16,0 0 12 0,11 0-5 0,-11 0 10 15,0 0-1-15,12 0 3 0,-12 0 3 0,9 0-1 16,-9 0 3-16,8 0-3 0,-8 0 1 0,11 1 1 15,-11-1 0-15,12-1-13 0,-12 1 5 0,13 0-2 16,-5 1-2-16,-8-1-8 0,15 2-2 0,-9-2-1 16,4 1-3-16,-10-1-5 0,15 0 5 0,-8 0 1 15,-7 0-2-15,16-1 3 0,-7-1-14 0,0 2 12 16,-9 0-4-16,14-1 0 0,-14 1 6 0,13 0-3 16,-7 0 1-16,-6 0-2 0,12-2-6 0,-12 2 1 15,11-2 6-15,-11 2 1 0,12-1-1 0,-12 1 4 16,8-4-9-16,-8 4 0 0,9 2 3 0,-9-2 5 15,0 0-2-15,11 0-5 0,-11 0 0 0,0 0-1 16,14 0 4-16,-14 0 3 0,9 1-2 0,-9-1 0 16,8 0-5-16,-8 0-6 0,10 0-8 0,-10 0-7 15,11-1-3-15,-11 1-4 0,12-2-5 0,-6 0-4 16,-6 2-1-16,13-2-10 0,-8 1-28 0,4 0-83 0,0-1 37 16</inkml:trace>
  <inkml:trace contextRef="#ctx0" brushRef="#br0" timeOffset="-100378.64">27139 12377 164 0,'0'0'-2'0,"12"-1"6"16,-12 1 1-16,7-1 18 0,-7 1 2 0,0 0 3 15,6-2 5-15,-6 2 0 0,0 0 5 0,0 0-3 16,0 0 2-16,9-1-15 0,-9 1 17 0,0 0 6 16,0 0-4-16,0 0-7 0,10-3 12 0,-10 3-4 0,0 0 5 15,0 0-3-15,10 0 6 0,-10 0-11 0,7-1 0 16,-7 1-2-16,12-2-5 0,-12 2-1 0,11-2-5 16,-3 2-5-16,-8 0-10 0,14-2-5 0,-5 0-18 15,-3 1-26-15,-6 1-5 0,15-1-16 0,-9 1-16 16,-6 0-67-16,13-1-153 0,-6-1 68 15</inkml:trace>
  <inkml:trace contextRef="#ctx0" brushRef="#br0" timeOffset="-100217.21">27403 12341 78 0,'0'0'65'0,"8"-1"-11"0,-8 1-1 0,0 0-2 0,13-3-10 15,-5 2-12-15,-8 1-20 0,17-1-11 0,-9-1-21 16,3 2-9-16,1-1-23 0,-2-1-57 0,1 0 26 16</inkml:trace>
  <inkml:trace contextRef="#ctx0" brushRef="#br0" timeOffset="-100050.79">27661 12309 51 0,'0'0'97'0,"6"-2"-7"0,-6 2 9 0,0 0-25 16,0 0-7-16,12 0 0 0,-12 0-11 0,9-2-6 16,-9 2-2-16,10-2-7 0,-2 2-10 0,-8 0-10 15,19-3-14-15,-12 3-13 0,4-1-22 0,-1 0-27 16,2 1-64-16,-12 0-128 0,17-3 57 0</inkml:trace>
  <inkml:trace contextRef="#ctx0" brushRef="#br0" timeOffset="-99890.64">27977 12278 32 0,'0'0'80'0,"9"3"-9"0,-9-3-6 16,0 0-10-16,9 1-11 0,-9-1-20 0,11 0-19 0,-11 0-20 15,10 1-46-15,-2 1-64 0,-8-2 28 0</inkml:trace>
  <inkml:trace contextRef="#ctx0" brushRef="#br0" timeOffset="-99712.63">28249 12281 73 0,'0'0'112'0,"10"2"-10"0,-10-2 0 0,0 0-12 16,8 3-9-16,-8-3-13 0,9 3-2 0,-9-3-13 15,13 0-27-15,-6 1-8 0,-7-1-20 0,15-1-19 16,-7-1-18-16,3 0-21 0,-1 3-52 0,0-2-121 16,2 1 54-16</inkml:trace>
  <inkml:trace contextRef="#ctx0" brushRef="#br0" timeOffset="-99552.29">28537 12275 79 0,'5'0'157'0,"-5"0"-13"0,0 0-18 0,0 0-9 16,0 0-14-16,0 0-13 0,0 0-8 0,0 0-2 16,0 0-16-16,0 0-23 0,8 1-21 0,-8-1-27 15,0 0-19-15,0 0-26 0,0 0-23 0,0 0-83 16,0 0-170-16,13-1 76 0</inkml:trace>
  <inkml:trace contextRef="#ctx0" brushRef="#br0" timeOffset="-92516.68">27171 12112 14 0,'0'0'143'0,"0"-12"-9"0,0 12-6 0,0-7-2 16,0 7 0-16,0 0 5 0,-2-10-8 0,2 10 0 15,0 0-4-15,0 0-3 0,0-11-5 0,0 11-5 16,0 0-2-16,0 0-8 0,0 0-8 0,0-8-7 0,0 8-7 16,0 0-9-16,0 0-2 0,0 0-9 0,0 0-3 15,0 0-10-15,0 0-3 0,0 0-3 16,0 0-6-16,0 0-3 0,0 0-3 0,0 0-4 0,0 0-2 16,0 0-2-16,0 0-1 0,0 0-1 0,0 0-1 15,0 0-3-15,0 0 4 0,0 0-1 0,4 26-4 16,-4-26-2-16,2 8 0 0,-2-8 1 0,2 10-4 15,-2-4 0-15,0-6 1 0,3 12-1 0,-1-8-1 16,-2-4 2-16,0 10-1 0,0-10 4 0,1 10-4 16,-1-10-2-16,2 9 0 0,-2-9 2 0,0 6-1 15,0-6 1-15,0 0 0 0,0 10 1 0,0-10-4 16,0 0 2-16,0 0 1 0,2 7 0 0,-2-7 3 16,0 0-4-16,0 0 6 0,0 0 4 0,0 0 15 15,0 0 4-15,0 0 6 0,0 0 2 0,0 0-1 16,0 0-4-16,0 0-2 0,0 0-2 0,0 0-4 15,0 0 0-15,0 0-5 0,0 0-2 0,4-27 1 16,0 20-5-16,-2-2 4 0,1 0-15 0,1-2 0 16,-2 3 0-16,4-2-5 0,0 0 8 0,-1 1-1 15,-1-1-5-15,4 0-1 0,-2 3-1 0,3-1 0 16,-3 1-1-16,1-1 1 0,-1 0 1 0,2 2-3 16,1 1 1-16,-3 0 0 0,3 2 0 0,-2-1-2 15,-1 1 1-15,1 0-1 0,-7 3 1 0,11-1 0 0,-1 1-1 16,-10 0-1-16,11 0 0 0,-11 0 1 15,13 4 3-15,-8-3-5 0,-1 3 5 0,1 0-4 16,-5-4 2-16,8 7 1 0,-5-2-1 0,-1 2 0 16,3 0 0-16,-5-7 2 0,4 10 2 0,-3-4-4 0,1-1 1 15,-2-5-1-15,2 11 0 0,0-7-8 0,-2-4-10 16,0 14-9-16,0-8-16 0,0-6-30 0,0 14-38 16,0-9-30-16,0-5-19 0,2 11-29 15,-2-11-22-15,-2 11-111 0,2-11-350 0,2 11 155 0</inkml:trace>
  <inkml:trace contextRef="#ctx0" brushRef="#br0" timeOffset="-91772.27">27573 12098 129 0,'0'0'161'0,"0"0"-5"0,0 0-13 15,0 0 6-15,0 0-11 0,0 0-4 16,0 0-1-16,4-4-3 0,-4 4-8 0,0 0-5 15,3-8-10-15,-3 8-1 0,0 0 0 0,2-10-1 16,-2 10-9-16,0 0-3 0,0-10-6 0,0 10-8 0,0 0 1 16,3-7-2-16,-3 7-11 0,0 0-5 15,0 0-7-15,2-6-10 0,-2 6-1 0,0 0-7 0,0 0-9 16,0 0-3-16,0 0-2 0,0 0-3 0,0 0-2 16,0 0 4-16,0 0-8 0,0 26 1 0,0-19-5 15,0 2 3-15,2 3-1 0,-2-4-1 0,-2 3 1 16,2-2-4-16,0 2 0 0,-1-1-3 0,-3 1-1 15,4 0 2-15,0 0-1 0,-2 0 0 0,2-3-2 16,0-8 4-16,0 17-3 0,-3-6 5 0,3-4-6 16,0-7-1-16,0 14 1 0,0-5-2 0,0 0-8 15,0-9-11-15,3 10-13 0,-3-10-12 16,-3 10-10-16,3-10-19 0,0 9-15 0,0-9-18 0,0 10-23 16,0-10-20-16,0 0-17 0,-2 9-19 0,2-9-152 15,-7 4-364-15,7-4 161 0</inkml:trace>
  <inkml:trace contextRef="#ctx0" brushRef="#br0" timeOffset="-91494.61">27582 12060 130 0,'0'0'133'0,"11"-1"-15"0,-11 1-3 16,11 1-11-16,-11-1-1 0,12 5-15 0,-8-1-8 16,0-1-6-16,1 1-9 0,-1 2-8 0,-4-6-4 15,5 9-4-15,-3-4 0 0,-2-5 0 0,5 12-8 16,-5-6-10-16,0-6-2 0,2 10-3 0,-2-10 1 0,-2 11 1 16,2-11-6-16,-5 11 2 0,2-7-14 15,1 1-23-15,-4 2-6 0,1-4-13 0,-1 1-20 16,6-4-23-16,-10 6-16 0,4-3-31 0,0 0-62 15,6-3-199-15,-11 3 88 0</inkml:trace>
  <inkml:trace contextRef="#ctx0" brushRef="#br0" timeOffset="-91051.8">27815 12172 53 0,'0'0'214'0,"0"0"-10"0,0 0-17 15,0 0-23-15,0 0-12 0,0 0-19 0,0 0-11 16,0 0-18-16,0 0-4 0,0 0-12 0,0 0-4 15,-17 13-6-15,13-7-7 0,1 1-10 0,-2-4 1 16,1 7-7-16,2-3-8 0,1 1-1 0,1-8-2 16,-4 11-5-16,4-11 0 0,3 13-8 0,-1-7-1 15,-1 0-6-15,-1-6 1 0,7 7-1 0,-1-1 2 16,2-3-7-16,-1 0 3 0,0-2 0 0,1 0-2 16,0 1 3-16,2-1 2 0,-10-1 0 0,12-3 1 15,-1 1 1-15,-5-1-1 0,-1 0 2 0,-5 3 2 16,14-6-3-16,-10 0 4 0,0 1 1 0,-3 0 1 15,-1 5-2-15,0-17-1 0,0 7-4 0,-4 3-7 16,-1-1-1-16,0 0-3 0,-2 1-3 0,1 1 0 16,-1 2-3-16,-1 0-21 0,-2 1-17 0,-1 3-22 15,-1 0-21-15,-1 3-46 0,0 1-32 0,-1 0-41 16,1 4-188-16,-2 2-410 0,5-3 181 0</inkml:trace>
  <inkml:trace contextRef="#ctx0" brushRef="#br0" timeOffset="-81244.01">23350 12264 48 0,'0'0'69'0,"0"0"8"15,0 0-9-15,2-21 4 0,-2 21-12 0,0 0-9 16,0 0 4-16,0 0-2 0,0 0-15 0,0 0 2 16,0 0 1-16,0 0-2 0,3-7-8 0,-3 7-1 15,0 0-8-15,10-3 3 0,-4 0-10 0,-6 3 8 16,16-2-9-16,-4 4-1 0,-1-2-2 0,3 0 3 16,2-2-13-16,2 4 9 0,2 0-10 0,0-1-6 15,0-2-1-15,8 2-5 0,-7 1 8 0,8 0-12 16,3-2-8-16,-1 0-2 0,2 3 2 0,-1-4-5 15,1 3-5-15,-1-3 2 0,0 4-9 0,0-3 1 16,-1-2 1-16,-2 2 0 0,1 0 0 0,-1 0 1 16,-1 0 10-16,-6 0-7 0,6-1 7 0,-6 1 5 15,-2 0 2-15,4 1 3 0,-2-1-1 0,-1 2 8 16,-1-2 1-16,0 1-3 0,-2-1 13 0,3-1-1 0,-3 1 2 16,-5 0-1-16,7 1-5 0,-3 1 3 0,0-1-5 15,-2 2 0-15,2 0-3 0,0-3 2 0,1 2-4 16,0 0-4-16,2-2-2 0,-3 1-13 0,1-1-31 15,1 0 14-15</inkml:trace>
  <inkml:trace contextRef="#ctx0" brushRef="#br0" timeOffset="-52267.93">21950 12160 52 0,'0'0'88'0,"-5"-9"-2"16,5 9-5-16,0 0-11 0,0 0-3 0,-5-7-3 16,5 7-4-16,0 0-11 0,0 0-2 0,0 0-3 15,0 0-2-15,-5-4-21 0,5 4-4 0,0 0-11 16,0 0-9-16,0 0-7 0,0 0-5 0,0 0-5 0,0 0-3 16,0 0-8-16,0 0-10 0,0 0-13 15,0 0-46-15,0 0-108 0,0 0 48 0</inkml:trace>
  <inkml:trace contextRef="#ctx0" brushRef="#br0" timeOffset="-51552.32">27608 12182 52 0,'0'0'49'0,"0"0"-13"0,0 0-7 15,0 0-14-15,0 0-10 0,0 0-9 0,0 0-27 16,0 0-33-16,0 0 15 0</inkml:trace>
  <inkml:trace contextRef="#ctx0" brushRef="#br0" timeOffset="-50829.08">21319 12072 33 0,'0'0'59'16,"0"0"-8"-16,0 0-4 0,0 0-1 0,0 0-6 15,0 0-4-15,0 0-7 0,0 0-1 0,0 0 0 16,0 0-12-16,0 0 2 0,0 0 0 0,0 0-5 0,0 0 3 15,0 0-9-15,0 0-4 0,0 0-4 16,0 0-6-16,0 0-7 0,0 0-10 0,0 0-5 16,0 0-9-16,0 0-25 0,0 0-67 0,0 0 29 0</inkml:trace>
  <inkml:trace contextRef="#ctx0" brushRef="#br0" timeOffset="-48252.54">27587 12441 25 0,'0'0'53'0,"6"-2"11"0,-6 2-11 15,0 0-8-15,0 0 1 0,0 0-13 0,0 0 1 16,0 0-4-16,0 0-1 0,0 0-2 0,4-7 3 16,-4 7-15-16,0 0 0 0,0 0-7 0,0 0-9 0,0 0-2 15,0 0-11-15,3-5-17 0,-3 5-2 16,0 0-39-16,0 0-76 0,0 0 35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4T10:23:38.9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20156 16122 79 0,'-4'-7'101'0,"4"7"6"0,-5-8-18 0,5 8-9 16,-4-8-17-16,4 8-4 0,-4-6-10 0,4 6-7 15,0 0-27-15,-2-7-18 0,2 7-4 0,0 0-25 16,0 0-23-16,0 0-44 0,0 0-105 0,0 0 47 16</inkml:trace>
  <inkml:trace contextRef="#ctx0" brushRef="#br0" timeOffset="3127.41">15296 17003 25 0,'0'0'62'0,"0"0"-6"0,0 0-6 15,-4-4 1-15,4 4-11 0,0 0-1 0,0 0-9 16,0 0-12-16,0 0-7 0,0 0 1 0,0 0-7 15,0 0-9-15,0 0-8 0,0 0-10 0,0 0 2 16,0 0-3-16,0 0-5 0,0 0 1 16,0 0-18-16,0 0-47 0,0 0 22 0</inkml:trace>
  <inkml:trace contextRef="#ctx0" brushRef="#br0" timeOffset="67561.6">11294 6665 5 0,'0'0'12'0,"-2"-6"-16"15,2 6-2-15,0 0 1 0</inkml:trace>
  <inkml:trace contextRef="#ctx0" brushRef="#br0" timeOffset="74783.64">10770 5418 17 0,'0'0'16'0,"0"0"1"0,0 0 2 0,0 0 2 16,0 0 2-16,0 0-1 0,0 0 0 16,0 0-3-16,0 0-5 0,0 0 0 0,0 0 3 15,0 0-7-15,4-13-3 0,-4 13 3 0,0 0 6 0,0 0-7 16,0 0 0-16,0 0-3 0,0 0-2 0,0 0 5 15,0 0-4-15,0 0 2 0,0 0-2 0,0 0-1 16,0 0-1-16,0 0 4 0,0 0-7 16,0 0 1-16,0 0 1 0,0 0 1 0,-2-13 0 15,2 13-1-15,0 0 1 0,0 0 5 0,0 0-3 0,0 0-8 16,0 0 6-16,0 0 4 0,0 0-7 0,0 0-8 16,0 0 6-16,0 0 18 0,0 0-4 0,0 0-14 15,0 0 2-15,0 0 5 0,0 0-2 0,0 0-2 16,0 0 2-16,0 0 3 0,0 0-6 15,0 0 1-15,0 0 0 0,0 0-6 0,0 0 8 0,0 0-1 16,0 0 0-16,0 0-3 0,0 0-2 0,0 0 2 16,0 0 1-16,0 0-2 0,0 0-4 0,0 0 10 15,0 0-3-15,0 0-4 0,0 0-1 0,0 0 6 16,0 0 1-16,0 0-4 0,0 0-1 0,0 0 1 16,0 0-1-16,0 0 2 0,0 0-3 15,0 0 2-15,0 0 2 0,0 0-1 0,0 0-3 0,0 0-1 16,0 0-2-16,0 0 6 0,0 0 2 0,0 0-2 15,0 0 0-15,0 0 0 0,0 0 1 16,0 0-2-16,-2 27 0 0,2-27 0 0,0 8-2 0,0-8 4 16,0 11-3-16,0-11 2 0,0 11-2 15,0-11 5-15,2 11-6 0,-2-5 0 0,0-6 7 16,0 12-1-16,1-5 2 0,-1-7-6 0,0 11 1 0,1-5 0 16,-1-6 0-16,0 9 0 0,0-9-2 0,2 10-2 15,-2-10 27-15,1 8-23 0,-1-8 0 16,2 8 3-16,-2-8-3 0,2 8 0 0,-2-8-6 15,0 8 8-15,0-8 0 0,0 0-6 0,1 8 4 16,-1-8-3-16,0 9 6 0,0-9-3 0,1 7-3 0,-1-7 0 16,0 9 9-16,0-9-5 0,0 0 0 0,0 9 1 15,0-9-2-15,2 9-3 0,-2-9 2 0,0 0 5 16,-2 8-5-16,2-8-2 0,0 9 7 0,0-9-1 16,0 8-4-16,0-8 2 0,0 8 4 0,0-8-8 15,-1 8 1-15,1-8 5 0,0 8-4 16,0-8 4-16,0 11-3 0,0-11 3 0,-1 10 7 0,1-10-7 15,-2 12 0-15,2-12-6 0,-1 9 3 16,1-9 7-16,-1 10-9 0,1-10-2 0,-1 9 3 16,1-9-5-16,0 10 4 0,0-10 5 0,0 10-2 15,0-10 0-15,-3 8-1 0,3-8 2 0,0 8-1 16,0-8 6-16,-1 10-4 0,1-10-4 0,-3 10-11 16,3-10 13-16,0 8 3 0,0-8 0 0,-1 8 0 0,1-8-8 15,-1 9 11-15,1-9-6 0,0 9-6 0,0-9 3 16,-2 10 0-16,2-10 5 0,-2 7-3 15,2-7-3-15,0 10 6 0,0-10-2 0,-1 7 5 16,1-7-3-16,-3 8-3 0,3-8 1 0,0 8 1 16,0-8-3-16,0 0 4 0,0 13-6 0,0-13 3 15,0 7 3-15,0-7 0 0,0 0-6 0,0 9 3 16,0-9 4-16,0 0-4 0,0 12 1 0,0-12-3 16,0 7 13-16,0-7-17 0,0 9 9 0,0-9-4 15,-1 10 1-15,1-10 4 0,0 10-1 0,-1-4 0 16,1-6-2-16,0 13-1 0,-2-8-3 0,2-5 9 15,-1 12-9-15,1-12 6 0,0 14 0 0,0-6-2 0,0-8 3 16,-1 14-2-16,1-7 4 0,0-7-4 16,-2 14-5-16,2-9 9 0,0-5-9 0,-1 15 6 15,0-10 2-15,1-5-5 0,0 12 1 0,0-12-1 16,-1 14-2-16,-2-9 3 0,4 4-1 0,-2 1 0 16,1-3 3-16,0-7 5 0,0 13 1 0,0-7-14 15,-1 2 1-15,1-8 4 0,0 12 8 0,0-5-8 16,0-7 3-16,-2 12-5 0,2-12 0 0,-1 12 5 15,1-6-5-15,0-6 6 0,0 11-4 0,0-11-1 0,0 12 1 16,1-7 13-16,-1-5-14 0,-1 11-3 16,1-11 8-16,1 10-1 0,-1-10-3 0,0 10 0 15,2-5 0-15,-2-5 3 0,1 9 5 0,-1-9-10 0,1 12 7 16,-1-12-7-16,0 9 2 0,3-3 2 16,-3-6 2-16,0 11-5 0,2-4 5 0,-2-7 9 15,2 10-16-15,-2-10 3 0,1 10 3 0,2-6-4 16,-3-4 2-16,1 10 1 0,-1-10-3 0,1 8 0 15,-1-8 4-15,3 8-4 0,-3-8-4 0,0 0 2 16,1 10 5-16,-1-10 0 0,0 7-7 0,0-7 7 0,4 10-1 16,-4-10 3-16,1 8 3 0,-1-8 1 15,1 8-14-15,0-2 8 0,-1-6-5 0,3 7 3 16,-3-7 0-16,1 10-3 0,-1-10 6 0,2 8-4 16,-2-8 1-16,1 10-2 0,-1-10 8 0,0 8-4 15,0-8-4-15,1 12 5 0,-1-12 5 0,1 10-5 16,1-5-1-16,-2-5-4 0,0 10-4 0,0-10 5 15,1 10 2-15,-1-4 1 0,0-6-6 0,1 13 3 16,-1-13-3-16,0 9 2 0,0-9 7 0,0 10-3 16,2-6-1-16,-2-4 0 0,0 12 1 0,0-12 4 15,1 10-9-15,-1-4 7 0,0-6-2 0,1 11-5 16,0-5 1-16,-1-6 1 0,0 10 6 0,0-10 0 16,2 10 3-16,-2-4-14 0,0-6 4 0,0 9 5 15,0-9-3-15,0 11-3 0,0-11 5 0,1 7-5 16,-1-7 4-16,0 8 10 0,0-8-6 0,0 9 4 15,0-9-2-15,1 8-17 0,-1-8 11 0,0 0-2 16,-1 9-4-16,1-9 2 0,0 0 3 0,0 0 2 16,0 0 1-16,0 7 0 0,0-7 0 0,0 0 5 0,0 0-3 15,0 0 9-15,0 0 10 0,0 0-8 16,0 9 0-16,0-9 8 0,0 0-6 0,0 0 3 16,0 0 4-16,0 0-7 0,0 0-8 0,0 0 7 15,0 0-1-15,0 0 5 0,0 0-7 0,0 0 5 16,0 0 13-16,0 0-12 0,0 0-2 0,0 0 3 15,0 0-10-15,0 0-1 0,0 0 6 0,0 0-6 16,0 0-2-16,0 0 5 0,0 0 0 0,0 0-9 16,0 0 10-16,0 0-7 0,0 0-5 0,0 0 0 15,0 0-6-15,0 0-22 0,0 0-28 0,0 0-29 16,0 0-74-16,0 0-170 0,0 0 76 0</inkml:trace>
  <inkml:trace contextRef="#ctx0" brushRef="#br0" timeOffset="84711.69">14103 6546 21 0,'0'0'39'15,"0"0"-1"-15,0 0-4 0,0 0-2 0,0 0-2 16,0 0-1-16,0 0-5 0,0 0 2 0,0 0-9 16,0 0 2-16,0 0-1 0,-8-21-2 0,8 21-7 15,0 0 2-15,0 0 0 0,0 0-1 0,0 0-1 16,0 0-1-16,0 0-2 0,0 0-1 0,0 0 0 16,0 0-5-16,0 0-4 0,0 0 1 0,0 0-5 15,0 0-4-15,0 0-11 0,0 0-9 0,0 0-25 16,0 0-60-16,0 0 28 0</inkml:trace>
  <inkml:trace contextRef="#ctx0" brushRef="#br0" timeOffset="88980.21">14249 6423 33 0,'0'0'40'16,"0"0"-5"-16,0 0-6 0,0 0 2 0,-1-9-16 15,1 9-4-15,0 0-18 0,0 0-25 0,0 0-34 16,0 0 16-16</inkml:trace>
  <inkml:trace contextRef="#ctx0" brushRef="#br0" timeOffset="109504.83">17802 7544 6 0,'0'0'49'0,"-9"-3"-2"0,9 3 1 16,0 0-9-16,0 0 4 0,-7-3-5 0,7 3-2 16,0 0-3-16,0 0-3 0,0 0-4 0,-7-3 0 15,7 3-3-15,0 0 0 0,0 0-1 0,0 0 6 16,0 0 0-16,-8-4-4 0,8 4-5 0,0 0 1 16,0 0-1-16,0 0 1 0,0 0-8 0,0 0 4 15,0 0 0-15,0 0-1 0,0 0-1 0,0 0 3 16,0 0 3-16,0 0-8 0,0 0-4 0,0 0 5 15,0 0-4-15,0 0 1 0,0 0 2 0,0 0-7 16,0 0-1-16,0 0 4 0,0 0-7 0,0 0 2 16,0 0-1-16,0 0-2 0,0 0 0 0,0 0 7 15,0 0-5-15,0 0 3 0,0 0-5 0,0 0 3 16,0 0 10-16,0 0-3 0,0 0 4 0,22 7-1 16,-22-7-14-16,9 1 5 0,-9-1-1 0,8 0 2 0,-8 0 8 15,11 2 5-15,-11-2-12 0,10 1 4 16,-3-1-4-16,-7 0 10 0,14 3 1 0,-8-3 8 15,-6 0-9-15,13 2-1 0,-4-1-4 0,-2-1 3 16,-7 0 6-16,15 1-6 0,-9 0 2 0,-6-1 2 16,16 0-8-16,-8 1 2 0,4-1 5 0,-2 0 0 15,1 0-1-15,2-1 0 0,0 2-3 0,1-2-1 16,-1 1 1-16,5-1 3 0,-4 0-9 0,2 1 7 16,-2-1-4-16,0-1 4 0,1-1-4 0,-4 3 4 15,3-1-7-15,-1-1 3 0,0 1-9 0,-2 1 6 0,2-2 1 16,-2 1 1-16,-3-1-4 0,2 0 1 15,-1 2-2-15,-9 0-1 0,16-2 3 0,-10 1-4 16,-6 1 1-16,14 0-2 0,-6 0 3 0,-8 0-6 16,14-3 5-16,-8 3-1 0,-6 0 1 0,12-1 0 15,-12 1-5-15,12 0 6 0,-5 1-3 0,-7-1 2 0,13 2-1 16,-7-1 1-16,-6-1 0 0,15 0-3 16,-8 0 1-16,1 1 3 0,-8-1-3 0,16-1-1 15,-10 1 0-15,-6 0 3 0,19 0 7 0,-11 0-1 16,0 0 2-16,2 0 0 0,-2-1-3 0,2 2 4 0,-10-1-1 15,14-3 3-15,-6 3 0 0,-8 0-1 16,18-1-2-16,-11-1-2 0,4 2-6 0,-1 0 4 16,-10 0-2-16,15 0 4 0,-9 0-4 0,2 0 0 15,4 0 3-15,-12 0-1 0,14 0 1 0,-8 0-2 16,3-2-2-16,-9 2 2 0,14 2-6 0,-7-2 3 0,-7 0 2 16,15 0-1-16,-9 0-1 0,-6 0 3 0,13 0-2 15,-13 0-2-15,17 0 0 0,-11 0-1 0,4-2 4 16,-1 4-1-16,1-2 3 0,1 0-1 15,0 0-1-15,-3 0-4 0,2 0 5 0,1 0-1 16,-2 0-1-16,2 0 1 0,-11 0 3 0,14 0-3 0,-7 0-2 16,-7 0-3-16,13-2 0 0,-13 2 2 15,14 0-4-15,-7 0 5 0,-7 0 0 0,12 0 0 16,-12 0-3-16,11 0 4 0,-11 0-2 0,9 2-3 16,-9-2 1-16,0 0 4 0,10 0-8 0,-10 0 5 0,0 0 6 15,7 0-3-15,-7 0-3 0,0 0-3 0,0 0-1 16,0 0 5-16,13 0 0 0,-13 0 2 0,7 0-4 15,-7 0 2-15,0 0 0 0,12 0-2 16,-12 0 1-16,8 0 1 0,-8 0-1 0,8 3-1 16,-8-3-1-16,10 2 1 0,-10-2 3 0,8 0 0 0,-8 0 2 15,9 1-2-15,-9-1-1 0,7 1 4 0,-7-1-8 16,10 0 4-16,-10 0-1 0,8 2 2 0,-8-2-7 16,0 0 7-16,0 0-5 0,9 0 1 0,-9 0-1 15,0 0 4-15,0 0 2 0,0 0 0 16,8 2-3-16,-8-2 2 0,0 0 1 0,0 0-2 0,0 0 4 15,0 0-4-15,0 0 3 0,0 0 0 0,0 0 2 16,0 0-2-16,0 0 0 0,0 0 1 0,0 0 1 16,0 0-1-16,0 0-2 0,0 0 4 0,0 0-1 15,0 0 1-15,0 0-5 0,9 0 1 0,-9 0 1 16,0 0 0-16,0 0 4 0,0 0-4 0,0 0 0 16,0 0 2-16,0 0-4 0,0 0 0 0,0 0 8 15,0 0-5-15,0 0-1 0,0 0-4 0,0 0 4 16,0 0 0-16,0 0-5 0,0 0 1 0,0 0 6 15,0 0 1-15,0 0 0 0,0 0 13 0,0 0-3 16,0 0-4-16,0 0-4 0,0 0-1 0,0 0 2 16,0 0-2-16,0 0-2 0,0 0 3 0,0 0-1 15,0 0-2-15,0 0 1 0,0 0 1 0,0 0 0 16,0 0-2-16,0 0-1 0,0 0 1 0,0 0 2 16,0 0-1-16,0 0 7 0,0 0-9 0,0 0 2 15,0 0-2-15,0 0-3 0,0 0 6 0,0 0-4 16,0 0-1-16,0 0-1 0,0 0-1 0,0 0-5 15,0 0-28-15,0 0-34 0,0 0-40 0,0 0-30 16,0 0-48-16,0 0-112 0,0 0-319 0,5-9 141 16</inkml:trace>
  <inkml:trace contextRef="#ctx0" brushRef="#br0" timeOffset="120233.99">18405 7276 80 0,'0'0'85'0,"0"0"-7"0,0 0-9 0,0 0-6 16,0 0-5-16,0 0-9 0,0 0-4 0,10-2-25 15,-10 2-15-15,0 0-19 0,0 0-18 0,0 0-53 16,0 0-91-16,0 0 41 0</inkml:trace>
  <inkml:trace contextRef="#ctx0" brushRef="#br0" timeOffset="120683.99">21551 6900 44 0,'0'0'165'0,"0"0"-17"16,0 0-4-16,0 0-9 0,0 0-14 0,0 0 0 16,0 0-17-16,0 0-15 0,0 0-2 0,0 0-11 15,8 2-7-15,-8-2-11 0,0 0-20 0,0 0-16 16,0 0-17-16,0 0-20 0,0 0-28 0,0 0-11 16,0 8-21-16,0-8-21 0,0 0-95 0,0 9-206 15,0-9 91-15</inkml:trace>
  <inkml:trace contextRef="#ctx0" brushRef="#br0" timeOffset="121033.4">24819 6944 233 0,'0'0'227'0,"9"1"-23"0,-9-1-20 15,0 0-20-15,9 2-12 0,-9-2-16 16,0 0-17-16,0 0-7 0,9 0-14 0,-9 0-5 16,0 0-13-16,0 0-8 0,0 0-15 0,0 0-29 0,0 0-25 15,0 0-40-15,0 0-40 0,0 0-54 0,-15 16-156 16,2-10-310-16,-6-2 138 0</inkml:trace>
  <inkml:trace contextRef="#ctx0" brushRef="#br0" timeOffset="121858.9">21334 6953 31 0,'0'0'31'0,"0"0"-26"0,0 0-17 16,0 0-12-16,0 0 6 0</inkml:trace>
  <inkml:trace contextRef="#ctx0" brushRef="#br0" timeOffset="128705.05">17127 6185 6 0,'0'0'10'0,"0"0"-8"0,0 0 5 16,0 0-4-16,0 0 3 0,0 0-8 0,0 0 9 16,0 0-5-16,0 0-4 0,0 0 2 0,0 0 1 15,0 0-2-15,0 0-1 0,0 0-5 0,0 0 9 16,0 0-8-16,0 0-6 0,0 0 3 0</inkml:trace>
  <inkml:trace contextRef="#ctx0" brushRef="#br0" timeOffset="139535.15">20197 5656 15 0,'0'0'33'0,"0"0"4"0,0 0-5 0,0 0 3 0,0 0-10 16,0 0-4-16,0 0 6 0,0 0-6 0,0 0 8 16,0 0-20-16,0 0 8 0,0 0-9 0,0 0 1 15,-2-9-9-15,2 9-11 0,0 0-8 0,0 0-8 16,0 0-17-16,0 0-47 0,0 0 21 0</inkml:trace>
  <inkml:trace contextRef="#ctx0" brushRef="#br0" timeOffset="139982.84">19231 6118 28 0,'0'0'51'0,"0"0"-14"0,0 0-7 0,0 0-10 15,0 0-13-15,0 0-14 0,0 0-21 16,0 0-30-16,0 0 14 0</inkml:trace>
  <inkml:trace contextRef="#ctx0" brushRef="#br0" timeOffset="142064.87">19392 6046 46 0,'0'0'50'0,"0"0"-9"15,0 0 4-15,0 0-11 0,0 0-3 0,0 0-3 0,0 0 0 16,0 0-5-16,0 0 0 0,0 0-5 0,0 0 0 15,0 0 2-15,0 0-9 0,0 0-3 0,0 0 3 16,0 0-7-16,0 0-1 0,0 0-1 0,0 0-4 16,0 0 3-16,0 0-4 0,0 0 2 0,0 0-5 15,0 0-4-15,0 0 0 0,0 0-1 0,0 0 6 16,0 0 0-16,0 0-2 0,0 0-7 0,0 0-3 16,0 0-6-16,0 0 1 0,0 0-30 0,0 0-56 15,0 0 25-15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10:15:43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11664 6483 33 0,'0'0'57'0,"0"0"-15"16,0 0 0-16,0 0-5 0,0 0 2 0,0 0-7 15,0 0-2-15,0 0-4 0,0 0-3 0,0 0-1 0,0 0 0 16,0 0-7-16,0 0-2 0,0 0-16 0,0 0 17 16,0 0 3-16,0 0-9 0,0 0 2 0,0 0 0 15,0 0-4-15,0 0 0 0,0 0 2 16,0 0-5-16,0 0 0 0,0 0 5 0,0 0-1 0,0 0 3 16,0 0-6-16,0 0 2 0,0 0-2 0,0 0-1 15,0 0 4-15,0 0 0 0,0 0-4 0,0 0 0 16,0 0-2-16,0 0 2 0,0 0-7 0,0 0-5 15,0 0 12-15,0 0 3 0,0 0 1 0,0 0-4 16,0 0-9-16,0 0 7 0,0 0 4 0,0 0-8 16,0 0 7-16,0 0-4 0,0 0-5 0,0 0-1 15,0 0-3-15,0 0-3 0,0 0-1 0,0 0-2 16,0 0-2-16,0 0-2 0,0 0 4 0,0 0 3 16,0 0-5-16,0 0 0 0,0 0 14 0,0 0-1 15,0 0-4-15,0 0 3 0,0 0 5 0,0 0-5 16,0 0-3-16,0 0 1 0,0 0 2 0,0 0 3 15,18-12 0-15,-18 12-2 0,0 0 2 0,0 0 6 16,0 0-2-16,0 0-1 0,0 0 5 0,0 0 1 16,2-5 1-16,-2 5-4 0,0 0 6 0,0 0 2 15,0 0 0-15,0 0-1 0,0 0 3 0,3-7-5 16,-3 7 5-16,0 0-9 0,0 0 2 0,0 0-5 16,0 0 1-16,0 0-2 0,0 0 1 0,0 0-5 15,0 0 3-15,0 0 5 0,0 0-3 0,0 0 1 16,0 0-7-16,0 0 3 0,0 0-13 0,0 0 10 15,0 0-1-15,0 0-5 0,0 0-2 0,0 0-2 16,0 0-4-16,0 0-3 0,0 0-4 0,0 0-5 0,0 0-31 16,0 0-64-16,0 0 29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08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78 448 0 0,'-7'-13'1312'0'0,"-5"-7"2103"0"0,30 34-2379 0 0,91 119-380 0 0,-92-110 482 0 0,-2-62-318 0 0,-8 11-630 0 0,23-118 189 0 0,-30 145-527 0 0,-11 28-6036 0 0,9-17 4462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08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5 432 0 0,'0'0'2462'0'0,"-25"-5"-421"0"0,22 7-1986 0 0,-1 0 0 0 0,1 1 0 0 0,-1-1 0 0 0,1 1 1 0 0,0 0-1 0 0,0 0 0 0 0,0 0 0 0 0,0 0 0 0 0,0 0 0 0 0,1 1 0 0 0,-1-1 0 0 0,1 1 0 0 0,0 0 0 0 0,0-1 0 0 0,1 1 0 0 0,-1 0 1 0 0,1 0-1 0 0,-2 7 0 0 0,2-9-54 0 0,1 0 1 0 0,-1 0 0 0 0,1 0 0 0 0,0 0 0 0 0,0 0-1 0 0,-1 1 1 0 0,1-1 0 0 0,0 0 0 0 0,1 0-1 0 0,-1 0 1 0 0,0 0 0 0 0,1 0 0 0 0,-1 0 0 0 0,1 0-1 0 0,0 0 1 0 0,-1 0 0 0 0,1 0 0 0 0,0 0-1 0 0,0 0 1 0 0,0 0 0 0 0,1-1 0 0 0,-1 1 0 0 0,0 0-1 0 0,1-1 1 0 0,-1 1 0 0 0,1-1 0 0 0,-1 1-1 0 0,1-1 1 0 0,0 0 0 0 0,-1 0 0 0 0,1 0 0 0 0,0 0-1 0 0,0 0 1 0 0,0 0 0 0 0,0 0 0 0 0,0-1-1 0 0,2 1 1 0 0,4 1-54 0 0,-1-1-1 0 0,1 0 1 0 0,-1 0 0 0 0,1 0-1 0 0,-1-1 1 0 0,14-2 0 0 0,-20 2 330 0 0,-7 1-268 0 0,0 0 0 0 0,0 1-1 0 0,0-1 1 0 0,0 1 0 0 0,-7 5-1 0 0,-37 21-26 0 0,47-27 16 0 0,1 1 0 0 0,-1 0 0 0 0,1 0-1 0 0,0 0 1 0 0,-1 0 0 0 0,1 0 0 0 0,0 0-1 0 0,0 1 1 0 0,0-1 0 0 0,1 1 0 0 0,-1-1-1 0 0,1 1 1 0 0,-1 0 0 0 0,1-1 0 0 0,-2 6 0 0 0,3-6-8 0 0,1-1 1 0 0,-1 0 0 0 0,0 0 0 0 0,0 0 0 0 0,1 1 0 0 0,-1-1 0 0 0,1 0 0 0 0,-1 0 0 0 0,1 0 0 0 0,0 0 0 0 0,-1 0 0 0 0,1 0 0 0 0,0 0-1 0 0,0 0 1 0 0,0 0 0 0 0,0 0 0 0 0,-1-1 0 0 0,1 1 0 0 0,0 0 0 0 0,0 0 0 0 0,1-1 0 0 0,-1 1 0 0 0,0-1 0 0 0,0 1 0 0 0,0-1-1 0 0,0 1 1 0 0,0-1 0 0 0,1 0 0 0 0,-1 1 0 0 0,0-1 0 0 0,3 0 0 0 0,38 4-3402 0 0,-34-4 2104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08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17 396 0 0,'5'-17'4106'0'0,"-4"32"-1976"0"0,-1 13-1989 0 0,3 20 493 0 0,-1-4-1066 0 0,1-16-4049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09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49 248 0 0,'3'-4'234'0'0,"1"0"0"0"0,-1 0 0 0 0,1 0-1 0 0,0 0 1 0 0,0 0 0 0 0,0 1 0 0 0,1 0 0 0 0,-1 0 0 0 0,1 0-1 0 0,0 1 1 0 0,0-1 0 0 0,0 1 0 0 0,0 0 0 0 0,6-1 0 0 0,-10 3-180 0 0,1 0 0 0 0,-1-1 0 0 0,1 1 0 0 0,0 0 0 0 0,-1 0 0 0 0,1 0 0 0 0,-1 0 0 0 0,1 1 0 0 0,0-1 0 0 0,-1 0 0 0 0,1 1 0 0 0,-1-1 0 0 0,1 1 0 0 0,-1 0 0 0 0,1-1 0 0 0,-1 1 0 0 0,1 0 0 0 0,-1 0 0 0 0,2 1 0 0 0,-1 0-25 0 0,0 1-1 0 0,-1-1 1 0 0,1 0-1 0 0,-1 1 1 0 0,0-1 0 0 0,1 0-1 0 0,-1 1 1 0 0,0 0-1 0 0,-1-1 1 0 0,1 1-1 0 0,0-1 1 0 0,-1 1-1 0 0,0 0 1 0 0,1 0 0 0 0,-1 4-1 0 0,-1-1 21 0 0,1 1 0 0 0,-1-1 0 0 0,0 0 0 0 0,0 0 0 0 0,-1 0 0 0 0,0 0 0 0 0,0 0 0 0 0,-1 0 0 0 0,-2 6 0 0 0,-9 22 246 0 0,14-33-228 0 0,2 1-64 0 0,0 0 1 0 0,1 0-1 0 0,0-1 1 0 0,-1 1-1 0 0,1-1 1 0 0,0 0-1 0 0,0 0 1 0 0,-1 1-1 0 0,1-2 1 0 0,6 2-1 0 0,-2 1 5 0 0,-5-3-11 0 0,1 1 1 0 0,-1 0 0 0 0,0 0 0 0 0,1 0-1 0 0,-1 1 1 0 0,0-1 0 0 0,0 0 0 0 0,0 1-1 0 0,0-1 1 0 0,0 1 0 0 0,-1 0 0 0 0,1 0 0 0 0,0 0-1 0 0,-1 0 1 0 0,0 0 0 0 0,1 0 0 0 0,-1 0-1 0 0,0 0 1 0 0,0 0 0 0 0,0 1 0 0 0,0-1 0 0 0,0 0-1 0 0,0 4 1 0 0,-1-3 11 0 0,0-1 0 0 0,-1 1 1 0 0,0-1-1 0 0,1 0 0 0 0,-1 1 0 0 0,0-1 0 0 0,0 0 0 0 0,0 0 1 0 0,0 1-1 0 0,-1-1 0 0 0,1 0 0 0 0,0 0 0 0 0,-1 0 0 0 0,0 0 1 0 0,1-1-1 0 0,-1 1 0 0 0,0 0 0 0 0,0-1 0 0 0,0 1 1 0 0,0-1-1 0 0,0 0 0 0 0,0 0 0 0 0,-3 2 0 0 0,-62 29-405 0 0,20-18-3062 0 0,36-13 2047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12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48 212 0 0,'-16'-19'5489'0'0,"21"33"-5491"0"0,-3-7 63 0 0,3 6 27 0 0,0 0 0 0 0,0-1 1 0 0,1 1-1 0 0,0-1 0 0 0,1 0 1 0 0,1-1-1 0 0,0 0 0 0 0,17 19 743 0 0,-5-64-282 0 0,38-108-1039 0 0,-58 141 199 0 0,3 23-4307 0 0,-3-16 3211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1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11 268 0 0,'-3'-1'163'0'0,"1"-1"1"0"0,-1 1-1 0 0,1 0 0 0 0,-1 0 0 0 0,0 0 1 0 0,0 0-1 0 0,1 0 0 0 0,-1 1 1 0 0,0-1-1 0 0,0 1 0 0 0,0 0 1 0 0,0-1-1 0 0,0 2 0 0 0,0-1 0 0 0,1 0 1 0 0,-1 0-1 0 0,0 1 0 0 0,0 0 1 0 0,0-1-1 0 0,0 1 0 0 0,1 0 0 0 0,-1 0 1 0 0,0 1-1 0 0,1-1 0 0 0,-1 0 1 0 0,1 1-1 0 0,0 0 0 0 0,-4 2 0 0 0,4-2-140 0 0,0-1-1 0 0,0 0 0 0 0,0 1 0 0 0,0-1 1 0 0,1 1-1 0 0,-1 0 0 0 0,0 0 0 0 0,1 0 0 0 0,-1-1 1 0 0,1 1-1 0 0,0 1 0 0 0,-1-1 0 0 0,1 0 0 0 0,0 0 1 0 0,0 0-1 0 0,1 1 0 0 0,-1-1 0 0 0,0 0 0 0 0,1 1 1 0 0,-1-1-1 0 0,1 0 0 0 0,0 1 0 0 0,0-1 0 0 0,0 1 1 0 0,0-1-1 0 0,0 1 0 0 0,1-1 0 0 0,-1 0 0 0 0,1 1 1 0 0,-1-1-1 0 0,1 0 0 0 0,0 1 0 0 0,1 2 1 0 0,1-2-63 0 0,-1 0 0 0 0,1 0 1 0 0,0-1-1 0 0,0 1 0 0 0,0-1 1 0 0,0 0-1 0 0,0 1 0 0 0,0-1 0 0 0,1-1 1 0 0,-1 1-1 0 0,6 2 0 0 0,24 1-3149 0 0,-25-6 2008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1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1 472 0 0,'1'9'5078'0'0,"0"27"-4577"0"0,-6 30-206 0 0,-5-25-4318 0 0,9-37 2716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13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28 224 0 0,'1'-2'145'0'0,"1"-1"-1"0"0,0 1 1 0 0,0 0-1 0 0,0 0 1 0 0,0 0 0 0 0,0 1-1 0 0,0-1 1 0 0,0 0-1 0 0,1 1 1 0 0,-1 0-1 0 0,1-1 1 0 0,-1 1 0 0 0,1 0-1 0 0,-1 0 1 0 0,1 0-1 0 0,0 1 1 0 0,-1-1 0 0 0,1 1-1 0 0,0-1 1 0 0,0 1-1 0 0,-1 0 1 0 0,1 0 0 0 0,3 1-1 0 0,-4-1-106 0 0,0 1-1 0 0,0 0 1 0 0,0 0-1 0 0,0-1 1 0 0,-1 2-1 0 0,1-1 1 0 0,0 0-1 0 0,-1 0 1 0 0,1 0 0 0 0,-1 1-1 0 0,1-1 1 0 0,-1 1-1 0 0,0-1 1 0 0,0 1-1 0 0,1-1 1 0 0,-1 1-1 0 0,0 0 1 0 0,0 0-1 0 0,-1-1 1 0 0,1 1 0 0 0,0 0-1 0 0,-1 0 1 0 0,1 0-1 0 0,-1 0 1 0 0,1 0-1 0 0,-1 0 1 0 0,0 0-1 0 0,0 0 1 0 0,0 0-1 0 0,0 0 1 0 0,0 0 0 0 0,-1 3-1 0 0,0-1 13 0 0,1 0 0 0 0,-1 0 0 0 0,0 0 0 0 0,-1 0 1 0 0,1 0-1 0 0,-1 0 0 0 0,1-1 0 0 0,-1 1 0 0 0,0 0 0 0 0,-1-1 0 0 0,1 1 0 0 0,-1-1 0 0 0,1 0 0 0 0,-1 0 0 0 0,0 0 0 0 0,0 0 0 0 0,-5 3 1 0 0,7-6 7 0 0,6 1-72 0 0,0-1 8 0 0,0 1 0 0 0,0 0 0 0 0,0 0 0 0 0,-1 1 0 0 0,1 0 1 0 0,4 2-1 0 0,-7-4 3 0 0,0 1 1 0 0,0 0-1 0 0,0 0 1 0 0,-1 0-1 0 0,1 0 1 0 0,0 0-1 0 0,-1 1 1 0 0,1-1-1 0 0,0 0 1 0 0,-1 1-1 0 0,0-1 1 0 0,1 1-1 0 0,-1-1 1 0 0,0 1-1 0 0,0 0 1 0 0,0 0-1 0 0,0 0 1 0 0,0-1-1 0 0,1 4 1 0 0,-2-4 2 0 0,-1 0 1 0 0,1 0-1 0 0,0 1 1 0 0,0-1-1 0 0,-1 0 1 0 0,1 0-1 0 0,-1 0 1 0 0,1 0-1 0 0,-1 0 1 0 0,0 0 0 0 0,1 0-1 0 0,-1 0 1 0 0,0 0-1 0 0,1 0 1 0 0,-1 0-1 0 0,0 0 1 0 0,0 0-1 0 0,0-1 1 0 0,0 1-1 0 0,0 0 1 0 0,0-1-1 0 0,0 1 1 0 0,0-1-1 0 0,0 1 1 0 0,0-1-1 0 0,-1 1 1 0 0,0-1-1 0 0,-32 10-16 0 0,32-9 2 0 0,-43 9-3444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19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66 380 0 0,'20'-52'6634'0'0,"15"81"-5962"0"0,-25-18-595 0 0,0 2-1 0 0,-1-1 1 0 0,-1 1 0 0 0,0 0-1 0 0,-1 1 1 0 0,0 0 0 0 0,-1 0-1 0 0,6 22 1 0 0,18-106 1111 0 0,29-42-1056 0 0,-59 111-178 0 0,14 10-4016 0 0,-10-1 1286 0 0,-3-4 1192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20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12 236 0 0,'0'0'1964'0'0,"-15"-11"1172"0"0,10 14-3037 0 0,0 0 0 0 0,1 1 1 0 0,-1-1-1 0 0,1 1 0 0 0,0 0 0 0 0,0 1 1 0 0,1-1-1 0 0,-1 1 0 0 0,1-1 0 0 0,0 1 1 0 0,0 0-1 0 0,-3 10 0 0 0,5-13-107 0 0,0 0 1 0 0,0-1-1 0 0,1 1 0 0 0,-1 0 0 0 0,1 0 1 0 0,0 0-1 0 0,0 1 0 0 0,-1-1 1 0 0,1 0-1 0 0,1 0 0 0 0,-1 0 0 0 0,0 0 1 0 0,0 0-1 0 0,1 0 0 0 0,-1 0 1 0 0,1 0-1 0 0,-1 0 0 0 0,1 0 0 0 0,0-1 1 0 0,0 1-1 0 0,0 0 0 0 0,0 0 1 0 0,0 0-1 0 0,0-1 0 0 0,1 1 1 0 0,-1-1-1 0 0,1 1 0 0 0,-1-1 0 0 0,1 0 1 0 0,-1 1-1 0 0,1-1 0 0 0,0 0 1 0 0,-1 0-1 0 0,1 0 0 0 0,0 0 0 0 0,0 0 1 0 0,0-1-1 0 0,3 2 0 0 0,27 7-3620 0 0,-24-8 2111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20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14 320 0 0,'-1'-1'156'0'0,"1"0"-1"0"0,-1 0 1 0 0,0 0 0 0 0,0 0 0 0 0,0 1-1 0 0,0-1 1 0 0,0 0 0 0 0,0 0 0 0 0,0 0-1 0 0,0 1 1 0 0,0-1 0 0 0,0 1 0 0 0,0-1-1 0 0,0 1 1 0 0,-1-1 0 0 0,1 1-1 0 0,0-1 1 0 0,0 1 0 0 0,-1 0 0 0 0,1 0-1 0 0,0 0 1 0 0,0 0 0 0 0,-1 0 0 0 0,1 0-1 0 0,0 0 1 0 0,-3 1 0 0 0,0 0 22 0 0,0 0 0 0 0,1 0 1 0 0,-1 0-1 0 0,0 1 0 0 0,1 0 0 0 0,-1 0 1 0 0,1 0-1 0 0,-1 0 0 0 0,-3 4 0 0 0,4-4-115 0 0,0-1 0 0 0,1 1 0 0 0,-1 1 0 0 0,0-1 0 0 0,1 0 0 0 0,0 1 0 0 0,0-1 0 0 0,0 1 0 0 0,0 0 0 0 0,0-1 0 0 0,0 1 0 0 0,1 0 0 0 0,-1 0 1 0 0,1 0-1 0 0,0 0 0 0 0,0 1 0 0 0,0-1 0 0 0,0 0 0 0 0,1 0 0 0 0,-1 1 0 0 0,1-1 0 0 0,0 0 0 0 0,0 1 0 0 0,0 4 0 0 0,2-5-80 0 0,1 0 1 0 0,-1 0-1 0 0,1 0 1 0 0,0 0 0 0 0,-1 0-1 0 0,1-1 1 0 0,0 0-1 0 0,1 1 1 0 0,-1-1 0 0 0,0 0-1 0 0,1 0 1 0 0,-1-1-1 0 0,1 1 1 0 0,-1-1-1 0 0,1 1 1 0 0,0-1 0 0 0,0 0-1 0 0,4 0 1 0 0,8 2-1490 0 0,0-1 0 0 0,32 1 1 0 0,-30-3-217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2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42 236 0 0,'5'15'5011'0'0,"43"117"-3566"0"0,-48-131-1323 0 0,33-55 1964 0 0,-27 43-2036 0 0,5-10-39 0 0,0 0 0 0 0,-2-1 0 0 0,12-36 1 0 0,-21 57-241 0 0,2-1-786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23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0 460 0 0,'0'0'4225'0'0,"2"48"-3106"0"0,-3-26-798 0 0,0-18-219 0 0,1 0 1 0 0,-1 0 0 0 0,1 0 0 0 0,0 0-1 0 0,0 0 1 0 0,0 0 0 0 0,0 0 0 0 0,1 0-1 0 0,-1 0 1 0 0,1-1 0 0 0,0 1 0 0 0,1 0-1 0 0,-1 0 1 0 0,1 0 0 0 0,1 3 0 0 0,-1-6-87 0 0,0 0 1 0 0,-1 0 0 0 0,1 0 0 0 0,-1-1-1 0 0,1 1 1 0 0,0-1 0 0 0,0 1-1 0 0,-1-1 1 0 0,1 1 0 0 0,0-1 0 0 0,0 0-1 0 0,-1 0 1 0 0,1 0 0 0 0,0 0-1 0 0,0 0 1 0 0,2-1 0 0 0,37-5-715 0 0,-28 3 58 0 0,26-6-3049 0 0,-26 5 1987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25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84 0 0,'0'-25'5997'0'0,"3"86"-5609"0"0,0-19-113 0 0,-4 62 0 0 0,0-104-542 0 0,-3 13-3962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25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6 308 0 0,'23'-6'2428'0'0,"-21"8"-2388"0"0,0-1 0 0 0,0 1 0 0 0,-1 0 0 0 0,1-1 0 0 0,-1 1 0 0 0,1 0 0 0 0,-1 0 0 0 0,0 0 0 0 0,0 0 0 0 0,0 0 0 0 0,0 1 0 0 0,0-1 0 0 0,0 0 0 0 0,-1 0 0 0 0,1 0 0 0 0,-1 1 0 0 0,1-1 0 0 0,-1 0 0 0 0,0 1 0 0 0,0-1 1 0 0,0 0-1 0 0,0 1 0 0 0,-1-1 0 0 0,1 0 0 0 0,0 1 0 0 0,-1-1 0 0 0,0 0 0 0 0,-1 4 0 0 0,0-3-3 0 0,0 0 0 0 0,0 0 0 0 0,0 0 0 0 0,0 0-1 0 0,-1 0 1 0 0,0 0 0 0 0,1-1 0 0 0,-1 1 0 0 0,0-1 0 0 0,0 0 0 0 0,-1 0 0 0 0,1 0 0 0 0,0 0 0 0 0,-1 0 0 0 0,1-1 0 0 0,-6 2-1 0 0,8-3-10 0 0,-2 14-30 0 0,42 41 14 0 0,-15-26-2663 0 0,-21-24 1578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18:25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1 560 0 0,'0'4'5040'0'0,"1"16"-4653"0"0,-2-7-169 0 0,0 10 135 0 0,1 0 0 0 0,0 0 0 0 0,6 32 0 0 0,-6-54-328 0 0,0 0 1 0 0,0 1-1 0 0,1-1 0 0 0,-1 1 0 0 0,0-1 0 0 0,1 0 0 0 0,0 1 0 0 0,-1-1 0 0 0,1 0 0 0 0,0 0 0 0 0,-1 0 1 0 0,1 1-1 0 0,0-1 0 0 0,0 0 0 0 0,0 0 0 0 0,0 0 0 0 0,0 0 0 0 0,0 0 0 0 0,2 1 0 0 0,27 0-192 0 0,-23-2 4 0 0,64-7-4490 0 0,-55 3 2885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1:38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121 105 36 0 0,'0'0'609'0'0,"-35"-16"86"0"0,-50-7-329 0 0,85 23-305 0 0,1-2-21 0 0,0 1 0 0 0,1 1-1 0 0,-1-1 1 0 0,1 0 0 0 0,0 0-1 0 0,-1 1 1 0 0,1-1 0 0 0,0 0-1 0 0,-1 1 1 0 0,1 0-1 0 0,0-1 1 0 0,-1 1 0 0 0,1 0-1 0 0,0 0 1 0 0,2 0 0 0 0,50-4-58 0 0,-26 2 78 0 0,131-19 80 0 0,-67 8-46 0 0,121-3-1 0 0,-182 16-1856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1:39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80 0 0,'0'0'802'0'0,"35"1"-401"0"0,-20-1-281 0 0,68 7 208 0 0,-79-7-320 0 0,1 1 0 0 0,-1 0 0 0 0,0 0 1 0 0,1 0-1 0 0,-1 1 0 0 0,0-1 0 0 0,0 1 0 0 0,0 0 1 0 0,0 0-1 0 0,-1 0 0 0 0,1 1 0 0 0,0-1 1 0 0,-1 1-1 0 0,0 0 0 0 0,5 5 0 0 0,-7-7-22 0 0,-1 1 0 0 0,1 0 0 0 0,0-1-1 0 0,-1 1 1 0 0,0 0 0 0 0,1 0 0 0 0,-1 0-1 0 0,0-1 1 0 0,0 1 0 0 0,0 0 0 0 0,0 0 0 0 0,0 0-1 0 0,0 0 1 0 0,0-1 0 0 0,-1 1 0 0 0,1 0 0 0 0,-1 0-1 0 0,-1 3 1 0 0,-16 30-826 0 0,8-19 412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0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35 188 0 0,'0'-7'5320'0'0,"3"4"-5752"0"0,34-3 957 0 0,-29 6-407 0 0,0-1 0 0 0,0-1 0 0 0,0 0 0 0 0,0 0 0 0 0,10-4 0 0 0,-18 5-90 0 0,11-3-119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0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0 224 0 0,'0'0'1403'0'0,"-38"36"107"0"0,32-30-1440 0 0,4-5 0 0 0,0 1 1 0 0,0 0-1 0 0,1 0 0 0 0,-1 0 0 0 0,0-1 0 0 0,1 2 0 0 0,-1-1 1 0 0,1 0-1 0 0,0 0 0 0 0,0 0 0 0 0,-2 4 0 0 0,3-4-99 0 0,1 0 0 0 0,-1 0 0 0 0,1-1 0 0 0,-1 1 0 0 0,1-1 0 0 0,0 1 0 0 0,0 0 0 0 0,-1-1 0 0 0,1 1 0 0 0,0-1 0 0 0,0 0 0 0 0,1 1 0 0 0,-1-1 0 0 0,0 0 0 0 0,0 0 0 0 0,1 1-1 0 0,-1-1 1 0 0,0 0 0 0 0,3 1 0 0 0,7 6-1685 0 0,-6-4 724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2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81 244 0 0,'-3'13'4746'0'0,"3"-30"-3431"0"0,1 11-1261 0 0,-1 0 0 0 0,1 0 0 0 0,1 0 0 0 0,-1 0 1 0 0,1 0-1 0 0,4-10 0 0 0,-5 15-52 0 0,0 0 0 0 0,1 0 0 0 0,-1 0-1 0 0,0 0 1 0 0,1 0 0 0 0,-1 0 0 0 0,0 1 0 0 0,1-1 0 0 0,-1 1 0 0 0,1-1 0 0 0,-1 1-1 0 0,1-1 1 0 0,-1 1 0 0 0,1 0 0 0 0,0 0 0 0 0,-1 0 0 0 0,1 0 0 0 0,-1 0-1 0 0,1 0 1 0 0,-1 0 0 0 0,1 0 0 0 0,0 0 0 0 0,-1 1 0 0 0,1-1 0 0 0,-1 1 0 0 0,0-1-1 0 0,1 1 1 0 0,-1 0 0 0 0,1 0 0 0 0,1 1 0 0 0,4 2-39 0 0,0 0 1 0 0,0 0-1 0 0,-1 0 1 0 0,0 1-1 0 0,6 5 1 0 0,-11-10 68 0 0,-1 0 0 0 0,0 0 0 0 0,1 0 0 0 0,-1 0 0 0 0,1-1 1 0 0,-1 1-1 0 0,1 0 0 0 0,-1 0 0 0 0,0-1 0 0 0,1 1 1 0 0,-1 0-1 0 0,1-1 0 0 0,-1 1 0 0 0,0 0 0 0 0,1-1 0 0 0,-1 1 1 0 0,0 0-1 0 0,0-1 0 0 0,1 1 0 0 0,-1-1 0 0 0,0 1 1 0 0,0 0-1 0 0,0-1 0 0 0,1 1 0 0 0,-1-1 0 0 0,0 1 0 0 0,0-1 1 0 0,0 1-1 0 0,0-1 0 0 0,0 1 0 0 0,0-1 0 0 0,0 1 0 0 0,0-1 1 0 0,0 1-1 0 0,0-1 0 0 0,14-29-160 0 0,-13 29 115 0 0,-1 0 0 0 0,1 0 0 0 0,0 1 0 0 0,0-1 0 0 0,-1 0 0 0 0,1 1 1 0 0,0-1-1 0 0,0 0 0 0 0,0 1 0 0 0,0 0 0 0 0,0-1 0 0 0,0 1 0 0 0,0-1 0 0 0,0 1 0 0 0,0 0 0 0 0,0 0 0 0 0,0-1 0 0 0,0 1 0 0 0,0 0 0 0 0,0 0 1 0 0,0 0-1 0 0,0 0 0 0 0,0 0 0 0 0,0 1 0 0 0,0-1 0 0 0,0 0 0 0 0,0 0 0 0 0,0 1 0 0 0,0-1 0 0 0,0 0 0 0 0,1 2 0 0 0,1-1-7 0 0,-1 1-1 0 0,0 0 0 0 0,0 0 0 0 0,1 0 1 0 0,-1 0-1 0 0,-1 1 0 0 0,1-1 0 0 0,0 0 1 0 0,-1 1-1 0 0,1-1 0 0 0,-1 1 0 0 0,1 0 1 0 0,-1-1-1 0 0,0 1 0 0 0,0 0 0 0 0,-1 0 1 0 0,1 0-1 0 0,0 3 0 0 0,0 19-4040 0 0,-3-19 2549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1 240 0 0,'-2'8'376'0'0,"2"-4"200"0"0,1 6-332 0 0,-1-5-8 0 0,0-1-28 0 0,1 2-4 0 0,0-1-56 0 0,0 0-36 0 0,-1 0-64 0 0,1 4-152 0 0,-1-5-60 0 0,1 0-192 0 0,-2 3-952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3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1 116 0 0,'0'0'420'0'0,"8"13"-844"0"0</inkml:trace>
  <inkml:trace contextRef="#ctx0" brushRef="#br0" timeOffset="1">67 170 52 0 0,'1'-3'172'0'0,"0"0"1"0"0,1 0-1 0 0,0 0 1 0 0,-1 0-1 0 0,1 0 1 0 0,0 0-1 0 0,1 0 0 0 0,-1 1 1 0 0,0-1-1 0 0,1 1 1 0 0,0-1-1 0 0,-1 1 1 0 0,1 0-1 0 0,0 0 0 0 0,0 1 1 0 0,0-1-1 0 0,0 0 1 0 0,1 1-1 0 0,-1 0 1 0 0,0 0-1 0 0,0 0 0 0 0,1 0 1 0 0,-1 0-1 0 0,1 1 1 0 0,3-1-1 0 0,-5 2-138 0 0,0-1 1 0 0,-1 1-1 0 0,1 0 0 0 0,-1 0 0 0 0,1 0 0 0 0,-1 0 1 0 0,0 0-1 0 0,1 0 0 0 0,-1 0 0 0 0,0 0 0 0 0,0 0 1 0 0,0 0-1 0 0,0 1 0 0 0,0-1 0 0 0,0 0 1 0 0,0 1-1 0 0,0-1 0 0 0,0 1 0 0 0,-1-1 0 0 0,1 1 1 0 0,-1 0-1 0 0,1-1 0 0 0,-1 1 0 0 0,1 2 1 0 0,4 42-3354 0 0,-5-39 2151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22 280 0 0,'0'0'1609'0'0,"3"35"-322"0"0,-2-34-1243 0 0,0 0 1 0 0,0 0-1 0 0,0 0 0 0 0,0 0 0 0 0,0-1 0 0 0,1 1 0 0 0,-1 0 0 0 0,0 0 1 0 0,0-1-1 0 0,1 1 0 0 0,-1-1 0 0 0,0 1 0 0 0,1-1 0 0 0,-1 0 0 0 0,1 1 0 0 0,-1-1 1 0 0,0 0-1 0 0,1 0 0 0 0,-1 0 0 0 0,1 0 0 0 0,-1 0 0 0 0,0 0 0 0 0,1 0 1 0 0,-1-1-1 0 0,1 1 0 0 0,-1-1 0 0 0,0 1 0 0 0,1-1 0 0 0,-1 1 0 0 0,0-1 1 0 0,1 1-1 0 0,-1-1 0 0 0,0 0 0 0 0,0 0 0 0 0,0 0 0 0 0,0 0 0 0 0,1-1 0 0 0,0 1-18 0 0,-1-1-1 0 0,0 1 1 0 0,0-1-1 0 0,0 1 1 0 0,0-1-1 0 0,0 0 0 0 0,0 1 1 0 0,0-1-1 0 0,-1 0 1 0 0,1 0-1 0 0,-1 1 1 0 0,1-1-1 0 0,-1 0 1 0 0,1 0-1 0 0,-1 0 0 0 0,0 0 1 0 0,0 0-1 0 0,0 1 1 0 0,0-1-1 0 0,0 0 1 0 0,-1 0-1 0 0,1 0 0 0 0,-1 0 1 0 0,1 0-1 0 0,-1 1 1 0 0,1-1-1 0 0,-1 0 1 0 0,0 0-1 0 0,-1-1 1 0 0,2 3-159 0 0,-1-1 0 0 0,1 1 0 0 0,-1 0 1 0 0,1 0-1 0 0,-1-1 0 0 0,1 1 1 0 0,-1 0-1 0 0,0 0 0 0 0,1 0 0 0 0,-1 0 1 0 0,1-1-1 0 0,-1 1 0 0 0,1 0 1 0 0,-1 0-1 0 0,1 0 0 0 0,-1 0 1 0 0,0 0-1 0 0,1 0 0 0 0,-1 1 0 0 0,1-1 1 0 0,-1 0-1 0 0,1 0 0 0 0,-1 0 1 0 0,1 0-1 0 0,-2 1 0 0 0,-4 1-1089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3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27 356 0 0,'4'3'502'0'0,"-1"0"0"0"0,0 0 0 0 0,1 0 0 0 0,-1 1 0 0 0,-1 0 0 0 0,1-1 0 0 0,-1 1 0 0 0,1 0 0 0 0,1 5 0 0 0,-3-12-436 0 0,-1-1-1 0 0,1 0 0 0 0,0 1 0 0 0,0-1 0 0 0,1 1 0 0 0,-1-1 1 0 0,0 1-1 0 0,1 0 0 0 0,0-1 0 0 0,0 1 0 0 0,0 0 0 0 0,0 0 0 0 0,1 0 1 0 0,-1 1-1 0 0,1-1 0 0 0,0 0 0 0 0,-1 1 0 0 0,1 0 0 0 0,0 0 0 0 0,5-3 1 0 0,-7 5-58 0 0,1 0-1 0 0,-1 1 5 0 0,1 0 0 0 0,0 0-1 0 0,0 0 1 0 0,-1 0 0 0 0,1 0 0 0 0,-1 0 0 0 0,1 0 0 0 0,-1 1-1 0 0,1-1 1 0 0,-1 0 0 0 0,1 1 0 0 0,-1-1 0 0 0,0 1 0 0 0,2 2 0 0 0,-3-3-138 0 0,1 0 0 0 0,-1 0 1 0 0,0 0-1 0 0,1 0 0 0 0,-1 0 0 0 0,1 0 1 0 0,-1-1-1 0 0,0 1 0 0 0,0 0 1 0 0,0 0-1 0 0,0 0 0 0 0,1 0 1 0 0,-1 0-1 0 0,0 0 0 0 0,-1 0 1 0 0,1 0-1 0 0,0 0 0 0 0,0 0 1 0 0,0 0-1 0 0,-1 0 0 0 0,1 0 1 0 0,0 0-1 0 0,-1 0 0 0 0,1 0 1 0 0,-1-1-1 0 0,1 1 0 0 0,-1 0 1 0 0,1 0-1 0 0,-1 0 0 0 0,1-1 1 0 0,-1 1-1 0 0,-1 1 0 0 0,-3 2-1448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4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0 456 0 0,'0'0'1349'0'0,"1"45"637"0"0,-2 22-718 0 0,-6-25-4277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34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3 256 0 0,'37'-2'2363'0'0,"-35"3"-2287"0"0,0-1 0 0 0,0 1 0 0 0,1 0 0 0 0,-1 0-1 0 0,0 0 1 0 0,0 0 0 0 0,0 1 0 0 0,0-1 0 0 0,-1 1 0 0 0,1-1 0 0 0,0 1 0 0 0,-1 0 0 0 0,1-1 0 0 0,-1 1-1 0 0,1 0 1 0 0,-1 0 0 0 0,0 0 0 0 0,0 0 0 0 0,0 0 0 0 0,0 0 0 0 0,0 0 0 0 0,0 1 0 0 0,0-1 0 0 0,0 4-1 0 0,1 7 18 0 0,0 1-1 0 0,-1-1 1 0 0,0 18-1 0 0,0 1-1302 0 0,-1-20-616 0 0,0-7 784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4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56 101 140 0 0,'0'0'3090'0'0,"32"-20"-2236"0"0,-29 19-832 0 0,0-1-1 0 0,0 0 0 0 0,0 0 0 0 0,-1-1 0 0 0,1 1 0 0 0,-1-1 1 0 0,1 1-1 0 0,-1-1 0 0 0,0 0 0 0 0,0 0 0 0 0,0 0 0 0 0,0 0 0 0 0,0 0 1 0 0,-1 0-1 0 0,1 0 0 0 0,-1-1 0 0 0,0 1 0 0 0,0 0 0 0 0,0-1 1 0 0,-1 1-1 0 0,1-1 0 0 0,-1-6 0 0 0,0 9-21 0 0,-1 1-1 0 0,1-1 1 0 0,-1 0 0 0 0,1 1-1 0 0,-1-1 1 0 0,0 1-1 0 0,1-1 1 0 0,-1 1 0 0 0,0-1-1 0 0,1 1 1 0 0,-1 0-1 0 0,0-1 1 0 0,0 1 0 0 0,1 0-1 0 0,-1 0 1 0 0,0-1-1 0 0,0 1 1 0 0,0 0 0 0 0,1 0-1 0 0,-1 0 1 0 0,0 0-1 0 0,0 0 1 0 0,0 0 0 0 0,1 0-1 0 0,-1 0 1 0 0,0 0-1 0 0,0 1 1 0 0,0-1 0 0 0,1 0-1 0 0,-1 0 1 0 0,0 1-1 0 0,0 0 1 0 0,-25 8-20 0 0,19-5 24 0 0,1 0 0 0 0,0 0 0 0 0,0 1 0 0 0,0 0 0 0 0,1 0-1 0 0,-1 0 1 0 0,1 0 0 0 0,1 1 0 0 0,-1 0 0 0 0,1 0 0 0 0,0 1 0 0 0,-4 9 0 0 0,6-14 1 0 0,1 0-1 0 0,0 0 1 0 0,1 1-1 0 0,-1-1 1 0 0,0 1-1 0 0,1-1 1 0 0,-1 1-1 0 0,1-1 0 0 0,0 1 1 0 0,-1-1-1 0 0,1 1 1 0 0,1-1-1 0 0,-1 1 1 0 0,0-1-1 0 0,1 1 1 0 0,-1-1-1 0 0,1 1 1 0 0,0-1-1 0 0,-1 1 1 0 0,1-1-1 0 0,1 0 1 0 0,-1 1-1 0 0,0-1 1 0 0,0 0-1 0 0,1 0 1 0 0,-1 0-1 0 0,1 0 1 0 0,0 0-1 0 0,0 0 0 0 0,-1-1 1 0 0,1 1-1 0 0,0 0 1 0 0,0-1-1 0 0,1 0 1 0 0,-1 1-1 0 0,0-1 1 0 0,0 0-1 0 0,5 1 1 0 0,37 9-2907 0 0,-37-11 1852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47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5 268 0 0,'0'0'272'0'0,"4"-4"312"0"0,3 3-444 0 0,0 1-192 0 0,5 0-240 0 0,-4 1-96 0 0,-2-1 92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4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0 119 336 0 0,'34'-13'1826'0'0,"-25"9"-1576"0"0,0-1 0 0 0,-1 1 0 0 0,1-2 0 0 0,-1 1 0 0 0,0-1 0 0 0,-1 0 0 0 0,1-1 0 0 0,-1 0 0 0 0,-1 0-1 0 0,1 0 1 0 0,-1-1 0 0 0,-1 0 0 0 0,7-11 0 0 0,-12 19-240 0 0,1 0 0 0 0,-1 0 0 0 0,0 0 1 0 0,0-1-1 0 0,0 1 0 0 0,0 0 0 0 0,0 0 0 0 0,0 0 0 0 0,0 0 0 0 0,0 0 0 0 0,0 0 0 0 0,0-1 0 0 0,1 1 1 0 0,-1 0-1 0 0,0 0 0 0 0,0 0 0 0 0,0 0 0 0 0,0 0 0 0 0,0-1 0 0 0,0 1 0 0 0,0 0 0 0 0,0 0 0 0 0,0 0 0 0 0,0 0 1 0 0,0 0-1 0 0,0-1 0 0 0,0 1 0 0 0,0 0 0 0 0,0 0 0 0 0,-1 0 0 0 0,1 0 0 0 0,0 0 0 0 0,0-1 0 0 0,0 1 1 0 0,0 0-1 0 0,0 0 0 0 0,0 0 0 0 0,0 0 0 0 0,0 0 0 0 0,0 0 0 0 0,0-1 0 0 0,-1 1 0 0 0,1 0 0 0 0,0 0 1 0 0,0 0-1 0 0,0 0 0 0 0,0 0 0 0 0,0 0 0 0 0,-1 0 0 0 0,1 0 0 0 0,0 0 0 0 0,-12 1 170 0 0,-9 7-101 0 0,20-6-93 0 0,-1-1-1 0 0,1 0 0 0 0,-1 0 1 0 0,1 1-1 0 0,0-1 1 0 0,-1 1-1 0 0,1-1 0 0 0,0 1 1 0 0,0 0-1 0 0,0-1 1 0 0,1 1-1 0 0,-1 0 0 0 0,0 0 1 0 0,0-1-1 0 0,1 1 0 0 0,-1 0 1 0 0,1 0-1 0 0,0 0 1 0 0,0 0-1 0 0,-1 0 0 0 0,1 0 1 0 0,0 0-1 0 0,1 2 1 0 0,0 2-66 0 0,1 1 1 0 0,0-1-1 0 0,0 0 1 0 0,1 1-1 0 0,4 7 1 0 0,-5-10-17 0 0,1 1 1 0 0,-1 0-1 0 0,0 0 0 0 0,0 0 1 0 0,-1 0-1 0 0,1 0 1 0 0,-1 1-1 0 0,0 5 0 0 0,-1-9 43 0 0,0 0 0 0 0,-1 0-1 0 0,1 0 1 0 0,-1 0-1 0 0,1 0 1 0 0,-1 0-1 0 0,0 0 1 0 0,0 0-1 0 0,0 0 1 0 0,0-1-1 0 0,0 1 1 0 0,0 0 0 0 0,-1 0-1 0 0,1-1 1 0 0,-1 1-1 0 0,1-1 1 0 0,-1 0-1 0 0,1 1 1 0 0,-1-1-1 0 0,0 0 1 0 0,0 0-1 0 0,1 0 1 0 0,-1 0 0 0 0,0 0-1 0 0,-4 1 1 0 0,-25 9-1798 0 0,23-8 994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49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17 380 0 0,'-3'-1'162'0'0,"0"0"0"0"0,0 1 0 0 0,0-1 0 0 0,0 1-1 0 0,1 0 1 0 0,-1 0 0 0 0,0 0 0 0 0,0 0 0 0 0,0 1 0 0 0,0-1 0 0 0,0 1 0 0 0,0-1 0 0 0,0 1-1 0 0,0 0 1 0 0,1 0 0 0 0,-1 0 0 0 0,0 1 0 0 0,1-1 0 0 0,-1 1 0 0 0,1-1 0 0 0,-5 5 0 0 0,4-4-90 0 0,-1 1 1 0 0,1 0-1 0 0,0 0 1 0 0,0 0-1 0 0,0 1 1 0 0,0-1-1 0 0,1 1 1 0 0,-1 0-1 0 0,1-1 1 0 0,0 1-1 0 0,0 0 1 0 0,0 0-1 0 0,1 0 1 0 0,-2 6-1 0 0,3-10-65 0 0,0 1 0 0 0,0-1 0 0 0,0 1 1 0 0,0 0-1 0 0,-1-1 0 0 0,2 1 0 0 0,-1-1 0 0 0,0 1 0 0 0,0-1 0 0 0,0 1 0 0 0,0 0 0 0 0,0-1 0 0 0,0 1 0 0 0,0-1 1 0 0,1 1-1 0 0,-1-1 0 0 0,0 1 0 0 0,1-1 0 0 0,-1 1 0 0 0,0-1 0 0 0,1 1 0 0 0,-1-1 0 0 0,0 0 0 0 0,1 1 1 0 0,-1-1-1 0 0,1 1 0 0 0,-1-1 0 0 0,1 0 0 0 0,-1 1 0 0 0,1-1 0 0 0,-1 0 0 0 0,1 0 0 0 0,-1 1 0 0 0,1-1 1 0 0,-1 0-1 0 0,1 0 0 0 0,-1 0 0 0 0,1 0 0 0 0,0 0 0 0 0,-1 0 0 0 0,1 0 0 0 0,-1 0 0 0 0,1 0 0 0 0,-1 0 0 0 0,1 0 1 0 0,0 0-1 0 0,-1 0 0 0 0,1 0 0 0 0,-1 0 0 0 0,1-1 0 0 0,-1 1 0 0 0,1 0 0 0 0,-1 0 0 0 0,1-1 0 0 0,-1 1 1 0 0,1 0-1 0 0,0-1 0 0 0,30-17 217 0 0,-29 15-207 0 0,1-1 0 0 0,0 1 1 0 0,-1-1-1 0 0,0 0 1 0 0,0 0-1 0 0,0-1 0 0 0,0 1 1 0 0,1-7-1 0 0,-3 10 5 0 0,4-2-12 0 0,-3 11-22 0 0,0-4 14 0 0,-1 0-1 0 0,1 1 1 0 0,-1-1-1 0 0,1 0 1 0 0,1 0-1 0 0,-1 0 1 0 0,0 0-1 0 0,1 0 1 0 0,0 0-1 0 0,0 0 1 0 0,0 0-1 0 0,1-1 1 0 0,3 5-1 0 0,-5-7-1 0 0,0 0 0 0 0,0 0 0 0 0,0 0 0 0 0,0 0 0 0 0,0 0-1 0 0,0 0 1 0 0,0-1 0 0 0,0 1 0 0 0,1 0 0 0 0,-1-1 0 0 0,0 1 0 0 0,0-1 0 0 0,1 1 0 0 0,-1-1 0 0 0,0 0-1 0 0,1 0 1 0 0,-1 1 0 0 0,1-1 0 0 0,-1 0 0 0 0,0 0 0 0 0,1 0 0 0 0,-1-1 0 0 0,0 1 0 0 0,1 0-1 0 0,-1 0 1 0 0,0-1 0 0 0,1 1 0 0 0,-1-1 0 0 0,0 1 0 0 0,1-1 0 0 0,-1 0 0 0 0,0 1 0 0 0,0-1 0 0 0,0 0-1 0 0,0 0 1 0 0,0 0 0 0 0,0 0 0 0 0,0 0 0 0 0,0 0 0 0 0,0 0 0 0 0,0 0 0 0 0,0 0 0 0 0,-1 0 0 0 0,1 0-1 0 0,0 0 1 0 0,0-2 0 0 0,10-33-60 0 0,-10 29 40 0 0,0 0 0 0 0,1 1 0 0 0,0-1 0 0 0,0 0 0 0 0,6-10-1 0 0,-8 17 18 0 0,1-1 0 0 0,0 0-1 0 0,-1 0 1 0 0,1 1 0 0 0,0-1-1 0 0,-1 0 1 0 0,1 1-1 0 0,0-1 1 0 0,0 0 0 0 0,0 1-1 0 0,0-1 1 0 0,-1 1 0 0 0,1-1-1 0 0,0 1 1 0 0,0 0-1 0 0,0 0 1 0 0,0-1 0 0 0,0 1-1 0 0,0 0 1 0 0,0 0 0 0 0,0 0-1 0 0,0 0 1 0 0,0 0-1 0 0,0 0 1 0 0,0 0 0 0 0,0 0-1 0 0,0 0 1 0 0,0 0 0 0 0,0 1-1 0 0,0-1 1 0 0,0 0-1 0 0,0 1 1 0 0,0-1 0 0 0,0 1-1 0 0,-1-1 1 0 0,1 1-1 0 0,0-1 1 0 0,0 1 0 0 0,0 0-1 0 0,-1-1 1 0 0,1 1 0 0 0,0 0-1 0 0,1 1 1 0 0,0 0-6 0 0,0 1 0 0 0,0-1 0 0 0,0 1 0 0 0,0 0 1 0 0,0 0-1 0 0,0-1 0 0 0,0 1 0 0 0,-1 0 0 0 0,0 1 0 0 0,0-1 1 0 0,1 0-1 0 0,-2 0 0 0 0,1 0 0 0 0,1 6 0 0 0,-3-7 12 0 0,2 0-1 0 0,-1 0 0 0 0,0 0 1 0 0,0 0-1 0 0,1 0 0 0 0,-1 0 0 0 0,1 0 1 0 0,-1 0-1 0 0,1 0 0 0 0,0 0 1 0 0,0-1-1 0 0,0 1 0 0 0,0 0 1 0 0,0-1-1 0 0,0 1 0 0 0,0 0 1 0 0,0-1-1 0 0,1 0 0 0 0,-1 1 1 0 0,1-1-1 0 0,-1 0 0 0 0,1 1 0 0 0,-1-1 1 0 0,1 0-1 0 0,0 0 0 0 0,0 0 1 0 0,0-1-1 0 0,-1 1 0 0 0,1 0 1 0 0,0-1-1 0 0,0 1 0 0 0,0-1 1 0 0,0 0-1 0 0,0 1 0 0 0,3-1 1 0 0,-2 0 15 0 0,1 0 0 0 0,-1 1 1 0 0,0-1-1 0 0,0-1 0 0 0,0 1 1 0 0,0 0-1 0 0,0-1 1 0 0,0 0-1 0 0,0 1 0 0 0,0-1 1 0 0,0-1-1 0 0,0 1 1 0 0,0 0-1 0 0,0-1 0 0 0,0 1 1 0 0,-1-1-1 0 0,1 0 1 0 0,-1 0-1 0 0,1 0 0 0 0,-1 0 1 0 0,0 0-1 0 0,0 0 1 0 0,0-1-1 0 0,0 1 0 0 0,0-1 1 0 0,0 0-1 0 0,-1 1 1 0 0,1-1-1 0 0,-1 0 0 0 0,0 0 1 0 0,0 0-1 0 0,0 0 1 0 0,0 0-1 0 0,0 0 0 0 0,-1 0 1 0 0,1 0-1 0 0,-1-1 1 0 0,0 1-1 0 0,0 0 0 0 0,0 0 1 0 0,-1-4-1 0 0,1 7-17 0 0,0-1 0 0 0,0 1-1 0 0,0 0 1 0 0,-1 0 0 0 0,1-1-1 0 0,0 1 1 0 0,0 0 0 0 0,0 0-1 0 0,0-1 1 0 0,0 1 0 0 0,-1 0-1 0 0,1 0 1 0 0,0-1 0 0 0,0 1-1 0 0,0 0 1 0 0,-1 0 0 0 0,1 0 0 0 0,0 0-1 0 0,0-1 1 0 0,0 1 0 0 0,-1 0-1 0 0,1 0 1 0 0,0 0 0 0 0,0 0-1 0 0,-1 0 1 0 0,1 0 0 0 0,0 0-1 0 0,-1 0 1 0 0,1 0 0 0 0,0 0-1 0 0,0 0 1 0 0,-1 0 0 0 0,1 0-1 0 0,0 0 1 0 0,-1 0 0 0 0,1 0-1 0 0,0 0 1 0 0,0 0 0 0 0,-1 0 0 0 0,-14 8 33 0 0,-8 13-21 0 0,20-17-62 0 0,0 0 0 0 0,1 0 1 0 0,0 0-1 0 0,0 0 0 0 0,0 0 1 0 0,0 1-1 0 0,1-1 0 0 0,-2 7 1 0 0,3-9-302 0 0,-1 1 0 0 0,1 0 0 0 0,0-1 0 0 0,0 1 0 0 0,0 0 0 0 0,0-1 0 0 0,1 1 1 0 0,-1 0-1 0 0,2 4 0 0 0,1-1-995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49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1 244 0 0,'3'0'4499'0'0,"-1"17"-3218"0"0,-2 26-1322 0 0,-7-18-3451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49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64 564 0 0,'2'-27'2798'0'0,"0"24"-2673"0"0,0 0 1 0 0,0 1-1 0 0,1-1 1 0 0,-1 0 0 0 0,1 1-1 0 0,-1 0 1 0 0,1 0 0 0 0,0-1-1 0 0,0 2 1 0 0,0-1-1 0 0,0 0 1 0 0,0 1 0 0 0,0-1-1 0 0,0 1 1 0 0,1 0 0 0 0,-1 0-1 0 0,0 0 1 0 0,1 0-1 0 0,-1 1 1 0 0,1 0 0 0 0,-1-1-1 0 0,6 1 1 0 0,-7 1-111 0 0,0-1 1 0 0,0 0-1 0 0,0 1 1 0 0,0 0-1 0 0,0-1 0 0 0,0 1 1 0 0,0 0-1 0 0,0 0 1 0 0,0 0-1 0 0,-1 0 0 0 0,1 0 1 0 0,0 0-1 0 0,-1 1 1 0 0,1-1-1 0 0,-1 1 0 0 0,1-1 1 0 0,-1 1-1 0 0,0-1 1 0 0,1 1-1 0 0,-1 0 1 0 0,0 0-1 0 0,0-1 0 0 0,0 1 1 0 0,-1 0-1 0 0,1 0 1 0 0,0 0-1 0 0,-1 0 0 0 0,1 0 1 0 0,-1 0-1 0 0,1 0 1 0 0,-1 0-1 0 0,0 0 0 0 0,0 1 1 0 0,0-1-1 0 0,0 0 1 0 0,-1 0-1 0 0,1 0 1 0 0,-1 2-1 0 0,0 1-346 0 0,0-1-1 0 0,0 1 1 0 0,-1-1 0 0 0,1 0 0 0 0,-1 0-1 0 0,0 0 1 0 0,0 0 0 0 0,-1 0 0 0 0,1 0-1 0 0,-1-1 1 0 0,-4 5 0 0 0,-1 1-1286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50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96 112 0 0,'4'20'4548'0'0,"-2"-36"-2396"0"0,5-28-1634 0 0,-6 41-510 0 0,1 0-1 0 0,-1 1 1 0 0,0-1-1 0 0,1 0 1 0 0,0 1-1 0 0,-1-1 1 0 0,1 1-1 0 0,0 0 1 0 0,1 0-1 0 0,-1 0 1 0 0,0 0-1 0 0,5-3 1 0 0,-6 4-11 0 0,0 1 0 0 0,1-1 1 0 0,-1 0-1 0 0,0 1 0 0 0,1 0 0 0 0,-1-1 1 0 0,0 1-1 0 0,1 0 0 0 0,-1 0 0 0 0,1 0 1 0 0,-1 0-1 0 0,0 0 0 0 0,1 0 1 0 0,-1 0-1 0 0,1 0 0 0 0,-1 0 0 0 0,0 1 1 0 0,1-1-1 0 0,1 2 0 0 0,0-1-1 0 0,-1 1 0 0 0,1 0 0 0 0,-1-1 0 0 0,0 1 0 0 0,0 0 0 0 0,0 1 0 0 0,0-1 0 0 0,0 0 0 0 0,0 1 0 0 0,0-1 0 0 0,-1 1 0 0 0,0-1 0 0 0,1 1 0 0 0,-1 0 0 0 0,0 0 0 0 0,0-1 0 0 0,0 1 0 0 0,-1 0 0 0 0,1 0 0 0 0,-1 0 0 0 0,1 0 0 0 0,-1 0 0 0 0,0 4 0 0 0,0-6 27 0 0,-1-1-14 0 0,-1 2 0 0 0,1-1 40 0 0,0-1-48 0 0,1-1-1 0 0,-1 1 0 0 0,1 0 1 0 0,0 0-1 0 0,-1-1 0 0 0,1 1 1 0 0,-1 0-1 0 0,1-1 1 0 0,0 1-1 0 0,-1-1 0 0 0,1 1 1 0 0,0 0-1 0 0,-1-1 0 0 0,1 1 1 0 0,0-1-1 0 0,0 1 0 0 0,-1-1 1 0 0,1 1-1 0 0,0-1 0 0 0,0 1 1 0 0,0-1-1 0 0,0 1 0 0 0,0-1 1 0 0,0 0-1 0 0,0 1 1 0 0,0-1-1 0 0,0 1 0 0 0,0-1 1 0 0,0 1-1 0 0,0-1 0 0 0,0 1 1 0 0,0-1-1 0 0,0 1 0 0 0,0-1 1 0 0,1 1-1 0 0,-1-1 0 0 0,0 1 1 0 0,0-1-1 0 0,1 1 0 0 0,-1-1 1 0 0,0 1-1 0 0,1 0 1 0 0,0-1-1 0 0,10-23-96 0 0,-9 20 54 0 0,1 1 0 0 0,-1-1 0 0 0,1 1 0 0 0,0 0 1 0 0,0 0-1 0 0,1 0 0 0 0,-1 0 0 0 0,0 1 0 0 0,1-1 0 0 0,0 1 1 0 0,0 0-1 0 0,0 0 0 0 0,8-3 0 0 0,-11 5 30 0 0,-1 0 1 0 0,1-1-1 0 0,0 1 0 0 0,0 0 1 0 0,0 0-1 0 0,0 0 0 0 0,1 0 0 0 0,-1 0 1 0 0,0 0-1 0 0,0 0 0 0 0,0 0 1 0 0,-1 1-1 0 0,1-1 0 0 0,0 0 1 0 0,0 1-1 0 0,0-1 0 0 0,0 0 1 0 0,0 1-1 0 0,0-1 0 0 0,0 1 0 0 0,0 0 1 0 0,-1-1-1 0 0,2 2 0 0 0,-1 0 6 0 0,0-1-1 0 0,0 1 0 0 0,0 0 0 0 0,0 0 0 0 0,0 0 0 0 0,-1 0 0 0 0,1 0 0 0 0,-1 0 0 0 0,1 0 0 0 0,-1 0 1 0 0,0 0-1 0 0,0 1 0 0 0,0-1 0 0 0,0 0 0 0 0,0 0 0 0 0,-1 2 0 0 0,0 4-38 0 0,0 0-1 0 0,-1 0 1 0 0,0-1 0 0 0,-1 1-1 0 0,-4 8 1 0 0,-10 18-3524 0 0,15-29 2179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50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1 128 0 0,'-31'22'2440'0'0,"28"-19"-2288"0"0,0 1 0 0 0,0-1-1 0 0,1 1 1 0 0,-1 0 0 0 0,1 0-1 0 0,0 0 1 0 0,-2 5 0 0 0,4-8-133 0 0,0-1-1 0 0,-1 1 1 0 0,1 0 0 0 0,0-1 0 0 0,-1 1-1 0 0,1 0 1 0 0,0-1 0 0 0,0 1 0 0 0,0 0-1 0 0,0 0 1 0 0,-1-1 0 0 0,1 1 0 0 0,0 0 0 0 0,1 0-1 0 0,-1-1 1 0 0,0 1 0 0 0,0 0 0 0 0,0-1-1 0 0,0 1 1 0 0,0 0 0 0 0,1 0 0 0 0,-1-1-1 0 0,0 1 1 0 0,1 0 0 0 0,-1-1 0 0 0,0 1-1 0 0,1 0 1 0 0,-1-1 0 0 0,1 1 0 0 0,-1-1 0 0 0,1 1-1 0 0,-1-1 1 0 0,1 1 0 0 0,-1-1 0 0 0,1 1-1 0 0,0-1 1 0 0,-1 0 0 0 0,1 1 0 0 0,0-1-1 0 0,-1 0 1 0 0,1 1 0 0 0,0-1 0 0 0,0 0-1 0 0,-1 0 1 0 0,1 0 0 0 0,1 0 0 0 0,0 0-7 0 0,0 0 1 0 0,-1 0 0 0 0,1-1-1 0 0,0 1 1 0 0,0-1-1 0 0,-1 1 1 0 0,1-1 0 0 0,-1 0-1 0 0,1 1 1 0 0,0-1-1 0 0,-1 0 1 0 0,1 0 0 0 0,-1 0-1 0 0,0 0 1 0 0,1-1 0 0 0,-1 1-1 0 0,0 0 1 0 0,0-1-1 0 0,0 1 1 0 0,0 0 0 0 0,2-3-1 0 0,21-38 266 0 0,-18 29 103 0 0,-6 13-232 0 0,1 3-127 0 0,-1 1 0 0 0,1 0 0 0 0,-1 0 1 0 0,0 0-1 0 0,0 0 0 0 0,-1 0 0 0 0,-1 7 1 0 0,1-4-85 0 0,-8 32-82 0 0,0-14-3007 0 0,6-19 1705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51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93 256 0 0,'25'-27'1824'0'0,"-18"18"-1059"0"0,1 0 1 0 0,0 1 0 0 0,1 0-1 0 0,0 0 1 0 0,0 1 0 0 0,16-10 285 0 0,-14 52-463 0 0,-10-5-543 0 0,1-10-231 0 0,-1 0 0 0 0,-1 0-1 0 0,-1 0 1 0 0,-1 0 0 0 0,0-1 0 0 0,-2 1 0 0 0,-7 25 0 0 0,-5-24-3769 0 0,11-18 2313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51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50 152 0 0,'0'1'65'0'0,"0"0"0"0"0,0 0 0 0 0,0 0 0 0 0,0 0 0 0 0,0 0 0 0 0,0 0 0 0 0,0 0 1 0 0,0 0-1 0 0,0-1 0 0 0,1 1 0 0 0,-1 0 0 0 0,0 0 0 0 0,0 0 0 0 0,1 0 0 0 0,-1 0 0 0 0,1 0 0 0 0,-1 0 0 0 0,1-1 0 0 0,-1 1 0 0 0,1 0 0 0 0,0 0 0 0 0,-1-1 1 0 0,1 1-1 0 0,0-1 0 0 0,0 1 0 0 0,-1 0 0 0 0,1-1 0 0 0,0 1 0 0 0,0-1 0 0 0,0 0 0 0 0,0 1 0 0 0,0-1 0 0 0,0 0 0 0 0,-1 1 0 0 0,1-1 0 0 0,0 0 0 0 0,0 0 1 0 0,0 0-1 0 0,0 0 0 0 0,0 0 0 0 0,0 0 0 0 0,0 0 0 0 0,0 0 0 0 0,0 0 0 0 0,0 0 0 0 0,0 0 0 0 0,0-1 0 0 0,0 1 0 0 0,0 0 0 0 0,1-1 0 0 0,0 0 37 0 0,1 0-1 0 0,0 0 0 0 0,0 0 0 0 0,-1 0 0 0 0,1 0 1 0 0,-1 0-1 0 0,1-1 0 0 0,-1 1 0 0 0,0-1 0 0 0,1 0 0 0 0,-1 0 1 0 0,0 0-1 0 0,0 0 0 0 0,0 0 0 0 0,0 0 0 0 0,-1 0 1 0 0,3-4-1 0 0,-1-20 669 0 0,-3 25-788 0 0,0 0-1 0 0,0 0 1 0 0,0 1 0 0 0,-1-1 0 0 0,1 0-1 0 0,0 1 1 0 0,0-1 0 0 0,-1 0-1 0 0,1 1 1 0 0,0-1 0 0 0,-1 1 0 0 0,1-1-1 0 0,-1 0 1 0 0,1 1 0 0 0,-1-1-1 0 0,1 1 1 0 0,-1-1 0 0 0,1 1 0 0 0,-1 0-1 0 0,1-1 1 0 0,-1 1 0 0 0,0-1 0 0 0,1 1-1 0 0,-1 0 1 0 0,0 0 0 0 0,1-1-1 0 0,-1 1 1 0 0,0 0 0 0 0,1 0 0 0 0,-1 0-1 0 0,0 0 1 0 0,0 0 0 0 0,0 0-1 0 0,-13 3-3061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51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54 132 0 0,'3'4'389'0'0,"1"-1"-1"0"0,-1 1 1 0 0,1 0 0 0 0,-1 0 0 0 0,0 0-1 0 0,0 0 1 0 0,-1 1 0 0 0,0-1-1 0 0,1 1 1 0 0,-1-1 0 0 0,-1 1-1 0 0,3 9 1115 0 0,-5-16-1444 0 0,1 0-1 0 0,-1-1 1 0 0,0 1 0 0 0,1 0 0 0 0,0-1 0 0 0,-1 1 0 0 0,1-1 0 0 0,0 1 0 0 0,1-1 0 0 0,-1 1 0 0 0,1-3 0 0 0,2-2-18 0 0,1 0 0 0 0,0 1 0 0 0,1 0 0 0 0,-1 0 0 0 0,1 0 0 0 0,0 1 1 0 0,1 0-1 0 0,-1 0 0 0 0,1 0 0 0 0,0 0 0 0 0,0 1 0 0 0,1 0 0 0 0,-1 0 0 0 0,1 1 0 0 0,9-4 0 0 0,-16 7-43 0 0,1 0 0 0 0,-1 0 0 0 0,1 0 0 0 0,-1-1-1 0 0,1 1 1 0 0,0 0 0 0 0,-1 0 0 0 0,1 0 0 0 0,-1 0-1 0 0,1 0 1 0 0,-1 0 0 0 0,1 0 0 0 0,-1 0 0 0 0,1 0-1 0 0,-1 0 1 0 0,1 0 0 0 0,-1 0 0 0 0,1 0 0 0 0,0 1-1 0 0,-1-1 1 0 0,1 0 0 0 0,-1 0 0 0 0,0 1 0 0 0,1-1-1 0 0,-1 0 1 0 0,1 1 0 0 0,-1-1 0 0 0,1 0 0 0 0,-1 1 0 0 0,0-1-1 0 0,1 0 1 0 0,0 2 0 0 0,3 20 15 0 0,-11 21-627 0 0,-10-15-3478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5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1 160 0 0,'0'0'92'0'0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5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44 0 0,'1'1'155'0'0,"0"-1"1"0"0,0 0-1 0 0,0 1 0 0 0,-1-1 0 0 0,1 1 1 0 0,0-1-1 0 0,0 1 0 0 0,-1 0 1 0 0,1-1-1 0 0,-1 1 0 0 0,1 0 0 0 0,0-1 1 0 0,-1 1-1 0 0,1 0 0 0 0,-1 0 1 0 0,1-1-1 0 0,-1 1 0 0 0,0 0 0 0 0,1 0 1 0 0,-1 0-1 0 0,0 0 0 0 0,0 0 1 0 0,0-1-1 0 0,1 1 0 0 0,-1 0 0 0 0,0 0 1 0 0,0 0-1 0 0,0 0 0 0 0,-1 2 1 0 0,5 31 529 0 0,-3-21-501 0 0,0 37 381 0 0,-1-47-796 0 0,0-1-1 0 0,-1 0 1 0 0,1 1 0 0 0,0-1 0 0 0,-1 0 0 0 0,1 0 0 0 0,-1 1 0 0 0,0-1 0 0 0,0 0-1 0 0,0 0 1 0 0,0 0 0 0 0,0 0 0 0 0,0 0 0 0 0,-1 0 0 0 0,1 0 0 0 0,-4 3 0 0 0,1-3-1013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2:5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61 132 0 0,'13'-40'2386'0'0,"-10"37"-2272"0"0,0 1 0 0 0,0 0 0 0 0,1 0 1 0 0,-1 0-1 0 0,1 0 0 0 0,-1 1 1 0 0,1-1-1 0 0,-1 1 0 0 0,1 0 1 0 0,0 0-1 0 0,-1 0 0 0 0,1 1 1 0 0,0-1-1 0 0,0 1 0 0 0,0 0 0 0 0,0 0 1 0 0,-1 0-1 0 0,1 1 0 0 0,0-1 1 0 0,0 1-1 0 0,0 0 0 0 0,-1 0 1 0 0,1 0-1 0 0,6 4 0 0 0,-9-5 6 0 0,31-3 1016 0 0,-23 2 2014 0 0,-9 27-3141 0 0,0-25-6 0 0,0 0 0 0 0,0-1 0 0 0,0 1 0 0 0,0-1 0 0 0,0 1 0 0 0,0-1 0 0 0,0 1 0 0 0,0-1 0 0 0,1 1 0 0 0,-1-1 1 0 0,0 1-1 0 0,0-1 0 0 0,0 1 0 0 0,1-1 0 0 0,-1 1 0 0 0,0-1 0 0 0,1 1 0 0 0,-1-1 0 0 0,0 0 0 0 0,1 1 0 0 0,-1-1 0 0 0,1 0 1 0 0,-1 1-1 0 0,0-1 0 0 0,1 0 0 0 0,-1 1 0 0 0,1-1 0 0 0,-1 0 0 0 0,1 0 0 0 0,-1 0 0 0 0,1 1 0 0 0,-1-1 0 0 0,1 0 1 0 0,-1 0-1 0 0,1 0 0 0 0,-1 0 0 0 0,1 0 0 0 0,0 0 0 0 0,-1 0 0 0 0,1 0 0 0 0,-1 0 0 0 0,1 0 0 0 0,-1 0 0 0 0,1 0 0 0 0,-1-1 1 0 0,1 1-1 0 0,-1 0 0 0 0,1 0 0 0 0,-1 0 0 0 0,1-1 0 0 0,-1 1 0 0 0,1 0 0 0 0,-1-1 0 0 0,0 1 0 0 0,1 0 0 0 0,-1-1 1 0 0,1 1-1 0 0,-1-1 0 0 0,0 1 0 0 0,1 0 0 0 0,-1-1 0 0 0,0 1 0 0 0,0-1 0 0 0,1 0 0 0 0,24-28 97 0 0,-25 28-112 0 0,1 3 2 0 0,0-1 0 0 0,-1 0 0 0 0,1 1 0 0 0,-1-1 0 0 0,1 0 0 0 0,-1 1 0 0 0,1-1 0 0 0,-1 1 0 0 0,0-1 0 0 0,0 1 0 0 0,1-1 0 0 0,-1 1 0 0 0,0-1 0 0 0,0 1 0 0 0,-1-1 0 0 0,1 1 0 0 0,0-1 0 0 0,-1 3 0 0 0,-6 43-3 0 0,5-36 1 0 0,-28 132-127 0 0,24-125-139 0 0,0 1 0 0 0,0-1 0 0 0,-2-1 1 0 0,0 1-1 0 0,-17 24 0 0 0,19-34-297 0 0,0-1 0 0 0,0 0 0 0 0,-1 0 0 0 0,1 0 0 0 0,-1-1 0 0 0,-1 0 0 0 0,-8 5 0 0 0,-1-2-1370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2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1 108 0 0,'0'0'1127'0'0,"4"6"-1917"0"0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68 120 0 0,'-16'16'2952'0'0,"16"-15"-2885"0"0,0-1 0 0 0,-1 0-1 0 0,1 1 1 0 0,0-1 0 0 0,-1 1 0 0 0,1-1 0 0 0,0 0 0 0 0,0 1 0 0 0,-1-1-1 0 0,1 1 1 0 0,0-1 0 0 0,0 0 0 0 0,0 1 0 0 0,0-1 0 0 0,0 1 0 0 0,-1-1-1 0 0,1 1 1 0 0,0-1 0 0 0,0 1 0 0 0,0-1 0 0 0,0 1 0 0 0,0-1 0 0 0,0 1 0 0 0,1-1-1 0 0,-1 1 1 0 0,0-1 0 0 0,0 0 0 0 0,0 1 0 0 0,0-1 0 0 0,0 1 0 0 0,1-1-1 0 0,-1 1 1 0 0,0-1 0 0 0,0 0 0 0 0,1 1 0 0 0,-1-1 0 0 0,1 1 0 0 0,0-1 74 0 0,39-21 1022 0 0,-38 19-1097 0 0,1 0-1 0 0,0 0 0 0 0,0-1 1 0 0,-1 1-1 0 0,1-1 0 0 0,-1 0 0 0 0,0 1 1 0 0,0-1-1 0 0,0 0 0 0 0,0 0 1 0 0,0 0-1 0 0,0-1 0 0 0,-1 1 1 0 0,0 0-1 0 0,0-1 0 0 0,0 1 1 0 0,0 0-1 0 0,0-1 0 0 0,0-5 0 0 0,-1 8-69 0 0,0 0 0 0 0,-1 0 0 0 0,1 0 0 0 0,0 1 0 0 0,-1-1-1 0 0,1 0 1 0 0,-1 0 0 0 0,1 1 0 0 0,-1-1 0 0 0,1 0-1 0 0,-1 1 1 0 0,1-1 0 0 0,-1 0 0 0 0,0 1 0 0 0,1-1 0 0 0,-1 1-1 0 0,0-1 1 0 0,0 1 0 0 0,1-1 0 0 0,-1 1 0 0 0,0 0-1 0 0,0-1 1 0 0,0 1 0 0 0,1 0 0 0 0,-1 0 0 0 0,0-1 0 0 0,0 1-1 0 0,0 0 1 0 0,0 0 0 0 0,0 0 0 0 0,0 0 0 0 0,1 0-1 0 0,-1 0 1 0 0,0 1 0 0 0,0-1 0 0 0,0 0 0 0 0,0 0 0 0 0,1 1-1 0 0,-1-1 1 0 0,0 0 0 0 0,0 1 0 0 0,0-1 0 0 0,1 0-1 0 0,-1 1 1 0 0,0 0 0 0 0,1-1 0 0 0,-1 1 0 0 0,0-1 0 0 0,0 2-1 0 0,-30 28-151 0 0,29-28 143 0 0,0 1 0 0 0,0 0-1 0 0,0 0 1 0 0,1 0 0 0 0,-1 0-1 0 0,1 0 1 0 0,0 0 0 0 0,0 0 0 0 0,0 1-1 0 0,0-1 1 0 0,1 0 0 0 0,-1 1 0 0 0,1-1-1 0 0,0 0 1 0 0,0 1 0 0 0,0-1 0 0 0,0 1-1 0 0,1-1 1 0 0,-1 0 0 0 0,1 1 0 0 0,0-1-1 0 0,0 0 1 0 0,0 0 0 0 0,0 0 0 0 0,1 0-1 0 0,-1 0 1 0 0,1 0 0 0 0,0 0-1 0 0,0 0 1 0 0,0 0 0 0 0,0-1 0 0 0,0 1-1 0 0,4 2 1 0 0,-3-3-267 0 0,0 0 0 0 0,1 0 1 0 0,-1 0-1 0 0,1 0 0 0 0,-1-1 0 0 0,1 1 0 0 0,0-1 0 0 0,0 0 1 0 0,-1 0-1 0 0,1 0 0 0 0,6 0 0 0 0,-5 0-1253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6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14 712 0 0,'0'-5'1724'0'0,"-2"0"460"0"0,7 1-1988 0 0,3 6-236 0 0,-2 0-124 0 0,1 0-132 0 0,0 1-428 0 0,-1 0-776 0 0,-1 0 344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7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0 104 204 0 0,'0'0'3865'0'0,"39"-34"-631"0"0,-35 28-3009 0 0,1 0 1 0 0,-1 0 0 0 0,0 0 0 0 0,-1-1-1 0 0,1 0 1 0 0,-1 0 0 0 0,0 0-1 0 0,2-10 1 0 0,-5 17-151 0 0,-17 3-3 0 0,16-2-95 0 0,-1-1 1 0 0,1 1-1 0 0,-1 0 0 0 0,0 0 1 0 0,1 0-1 0 0,-1 0 1 0 0,1 0-1 0 0,0 0 0 0 0,-1 0 1 0 0,1 1-1 0 0,0-1 1 0 0,0 0-1 0 0,0 1 0 0 0,0-1 1 0 0,0 1-1 0 0,0-1 1 0 0,0 1-1 0 0,0-1 0 0 0,1 1 1 0 0,-1 0-1 0 0,0-1 0 0 0,1 1 1 0 0,0 0-1 0 0,-1 0 1 0 0,1-1-1 0 0,0 1 0 0 0,0 0 1 0 0,0 0-1 0 0,0 0 1 0 0,0-1-1 0 0,0 1 0 0 0,1 0 1 0 0,-1 0-1 0 0,1 1 1 0 0,3 5-172 0 0,-1-1 0 0 0,1 0 0 0 0,1-1 0 0 0,0 1 0 0 0,0-1 0 0 0,7 8 0 0 0,15 22-582 0 0,-27-36 754 0 0,0 1-1 0 0,0 0 1 0 0,0-1 0 0 0,0 1-1 0 0,0 0 1 0 0,0-1 0 0 0,0 1 0 0 0,0 0-1 0 0,0-1 1 0 0,0 1 0 0 0,0 0-1 0 0,0-1 1 0 0,-1 1 0 0 0,1 0 0 0 0,0-1-1 0 0,0 1 1 0 0,-1-1 0 0 0,1 1-1 0 0,0 0 1 0 0,-1-1 0 0 0,1 1 0 0 0,-1-1-1 0 0,1 1 1 0 0,-1-1 0 0 0,1 1-1 0 0,-1-1 1 0 0,1 0 0 0 0,-2 1-1 0 0,-8 4-3506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7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3 284 0 0,'-2'-3'4666'0'0,"1"9"-4478"0"0,-5 26 1031 0 0,-12 44 1 0 0,18-75-919 0 0,-1-7 619 0 0,0 1-845 0 0,0 0 0 0 0,0-1 0 0 0,0 1 0 0 0,1 0 0 0 0,0-1 0 0 0,1-7 1 0 0,0 9-73 0 0,0 0 1 0 0,1 0 0 0 0,-1 0 0 0 0,1 0 0 0 0,0 0 0 0 0,0 0 0 0 0,0 0 0 0 0,1 1 0 0 0,-1-1 0 0 0,1 1 0 0 0,0-1 0 0 0,6-4 0 0 0,-8 7-10 0 0,0 1 0 0 0,0-1 0 0 0,0 1 0 0 0,0-1 0 0 0,0 1 0 0 0,0-1 0 0 0,0 1-1 0 0,1-1 1 0 0,-1 1 0 0 0,0 0 0 0 0,0 0 0 0 0,0 0 0 0 0,1 0 0 0 0,-1 0 0 0 0,0 0 0 0 0,0 0 0 0 0,1 0 0 0 0,1 1 0 0 0,0 0 1 0 0,-1 0 1 0 0,0 0-1 0 0,0 0 0 0 0,1 1 1 0 0,-1-1-1 0 0,0 1 1 0 0,0-1-1 0 0,0 1 0 0 0,-1 0 1 0 0,1 0-1 0 0,0 0 1 0 0,2 3-1 0 0,15 36-18 0 0,-19-41 202 0 0,0 0-181 0 0,-1 0 0 0 0,1 0 0 0 0,-1-1 0 0 0,1 1 0 0 0,-1-1 0 0 0,1 1-1 0 0,-1-1 1 0 0,1 1 0 0 0,-1 0 0 0 0,1-1 0 0 0,0 1 0 0 0,-1-1 0 0 0,1 0 0 0 0,0 1 0 0 0,-1-1 0 0 0,1 1-1 0 0,0-1 1 0 0,0 1 0 0 0,-1-1 0 0 0,1 0 0 0 0,0 1 0 0 0,0-1 0 0 0,0 0 0 0 0,0 1 0 0 0,0-1 0 0 0,0 1-1 0 0,0-1 1 0 0,0 0 0 0 0,0 1 0 0 0,0-1 0 0 0,1 0 0 0 0,-1 1 0 0 0,0-1 0 0 0,0 1 0 0 0,0-1 0 0 0,1 0-1 0 0,-1 1 1 0 0,1-1 0 0 0,10-25-202 0 0,-10 25 198 0 0,0-1 0 0 0,0 1 0 0 0,0 0 0 0 0,1-1 0 0 0,-1 1 0 0 0,0 0 0 0 0,1 0 1 0 0,-1 0-1 0 0,0 0 0 0 0,1 0 0 0 0,0 0 0 0 0,-1 1 0 0 0,1-1 0 0 0,-1 0 0 0 0,1 1 0 0 0,0-1 0 0 0,-1 1 0 0 0,1 0 0 0 0,0-1 0 0 0,0 1 0 0 0,-1 0 0 0 0,1 0 0 0 0,0 0 0 0 0,0 0 0 0 0,-1 1 0 0 0,1-1 0 0 0,0 0 0 0 0,-1 1 0 0 0,1-1 0 0 0,0 1 1 0 0,-1 0-1 0 0,1-1 0 0 0,-1 1 0 0 0,1 0 0 0 0,-1 0 0 0 0,1 0 0 0 0,-1 0 0 0 0,1 0 0 0 0,-1 0 0 0 0,0 1 0 0 0,0-1 0 0 0,0 0 0 0 0,0 1 0 0 0,0-1 0 0 0,0 1 0 0 0,0-1 0 0 0,0 1 0 0 0,0 1 0 0 0,3 3-203 0 0,-1 0 0 0 0,0 1 0 0 0,-1-1 1 0 0,1 1-1 0 0,-1-1 0 0 0,1 10 0 0 0,-1 18-4135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8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1 412 0 0,'4'0'4411'0'0,"1"21"-3105"0"0,0 27-1848 0 0,-7-22-2637 0 0,2-21 1823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78 504 0 0,'0'-4'263'0'0,"1"-1"-1"0"0,0 1 1 0 0,-1 0-1 0 0,2-1 1 0 0,-1 1-1 0 0,0 0 1 0 0,1 0-1 0 0,0 0 1 0 0,0 0-1 0 0,0 0 1 0 0,0 0-1 0 0,0 1 1 0 0,1-1-1 0 0,0 1 1 0 0,0-1-1 0 0,0 1 1 0 0,0 0-1 0 0,6-4 1 0 0,-8 7-241 0 0,0 0 1 0 0,0-1-1 0 0,0 1 0 0 0,0 0 1 0 0,0 0-1 0 0,-1 1 0 0 0,1-1 1 0 0,0 0-1 0 0,0 0 0 0 0,0 0 1 0 0,0 1-1 0 0,0-1 0 0 0,-1 0 1 0 0,1 1-1 0 0,0-1 0 0 0,0 0 1 0 0,-1 1-1 0 0,1-1 0 0 0,0 1 1 0 0,0 0-1 0 0,-1-1 1 0 0,1 1-1 0 0,-1-1 0 0 0,1 1 1 0 0,-1 0-1 0 0,1 0 0 0 0,-1-1 1 0 0,1 1-1 0 0,-1 0 0 0 0,1 0 1 0 0,-1-1-1 0 0,0 1 0 0 0,0 0 1 0 0,1 0-1 0 0,-1 0 0 0 0,0 1 1 0 0,10 38-156 0 0,-9-34-98 0 0,1 17-3290 0 0,-1-19 2151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8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0 556 0 0,'0'0'1523'0'0,"-13"50"933"0"0,12-45-2241 0 0,0 24 584 0 0,1-28-768 0 0,0 0 0 0 0,0 0 0 0 0,0 0 0 0 0,0-1 0 0 0,0 1 0 0 0,0 0 0 0 0,0 0 0 0 0,1-1-1 0 0,-1 1 1 0 0,0 0 0 0 0,1 0 0 0 0,-1-1 0 0 0,0 1 0 0 0,1 0 0 0 0,-1-1 0 0 0,1 1 0 0 0,-1-1 0 0 0,1 1 0 0 0,0-1 0 0 0,-1 1 0 0 0,1-1 0 0 0,-1 1 0 0 0,1-1 0 0 0,0 1 0 0 0,-1-1 0 0 0,1 0 0 0 0,0 1 0 0 0,0-1 0 0 0,-1 0 0 0 0,1 0 0 0 0,1 1 0 0 0,-1-1 107 0 0,-1-1-7 0 0,3 0-29 0 0,-1-1 1 0 0,0 0-1 0 0,-1 0 1 0 0,1 0 0 0 0,0 0-1 0 0,0 0 1 0 0,-1 0-1 0 0,0-1 1 0 0,1 1-1 0 0,0-3 1 0 0,-7-27 77 0 0,4 31-382 0 0,1 0 0 0 0,0 0-1 0 0,-1 0 1 0 0,1-1 0 0 0,-1 1-1 0 0,0 0 1 0 0,1 0 0 0 0,-1 0-1 0 0,0 0 1 0 0,1 0 0 0 0,-1 1-1 0 0,0-1 1 0 0,0 0 0 0 0,0 0-1 0 0,0 0 1 0 0,0 1 0 0 0,0-1-1 0 0,0 0 1 0 0,0 1 0 0 0,0-1 0 0 0,0 1-1 0 0,0-1 1 0 0,0 1 0 0 0,0 0-1 0 0,-3-1 1 0 0,-2 1-1407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9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0 118 312 0 0,'2'-1'307'0'0,"-1"0"-1"0"0,0-1 1 0 0,0 1 0 0 0,0-1 0 0 0,0 0-1 0 0,0 1 1 0 0,-1-1 0 0 0,1 0-1 0 0,0 1 1 0 0,-1-1 0 0 0,1 0-1 0 0,-1 0 1 0 0,1-2 0 0 0,-3-46 1938 0 0,1 15-1329 0 0,1 34-915 0 0,0 1-1 0 0,1-1 0 0 0,-1 1 1 0 0,1-1-1 0 0,-1 1 0 0 0,0 0 1 0 0,1-1-1 0 0,-1 1 0 0 0,1-1 0 0 0,0 1 1 0 0,-1 0-1 0 0,1-1 0 0 0,-1 1 1 0 0,1 0-1 0 0,-1 0 0 0 0,1-1 1 0 0,0 1-1 0 0,-1 0 0 0 0,1 0 1 0 0,-1 0-1 0 0,1 0 0 0 0,0 0 1 0 0,-1 0-1 0 0,1 0 0 0 0,0 0 0 0 0,-1 0 1 0 0,1 0-1 0 0,0 0 0 0 0,-1 0 1 0 0,1 1-1 0 0,-1-1 0 0 0,1 0 1 0 0,0 0-1 0 0,-1 1 0 0 0,1-1 1 0 0,-1 0-1 0 0,1 1 0 0 0,-1-1 0 0 0,2 1 1 0 0,22 13-18 0 0,-4 22 102 0 0,-18-32-56 0 0,0 0-1 0 0,0 0 1 0 0,0 0 0 0 0,0 0 0 0 0,1 0 0 0 0,0 0-1 0 0,4 4 1 0 0,-7-7-17 0 0,1-1 0 0 0,0 0 0 0 0,0 1 0 0 0,0-1 1 0 0,0 0-1 0 0,0 0 0 0 0,0 0 0 0 0,-1 1 0 0 0,1-1 0 0 0,0 0 0 0 0,0 0 0 0 0,0 0 0 0 0,0-1 1 0 0,0 1-1 0 0,0 0 0 0 0,0 0 0 0 0,0 0 0 0 0,-1-1 0 0 0,1 1 0 0 0,0 0 0 0 0,0-1 0 0 0,0 1 0 0 0,0-1 1 0 0,-1 1-1 0 0,1-1 0 0 0,0 1 0 0 0,-1-1 0 0 0,1 0 0 0 0,0 1 0 0 0,-1-1 0 0 0,1 0 0 0 0,-1 1 0 0 0,1-1 1 0 0,-1 0-1 0 0,1 0 0 0 0,-1 1 0 0 0,1-1 0 0 0,-1 0 0 0 0,1-2 0 0 0,16-31 358 0 0,-11 12-113 0 0,-3 15 3 0 0,-1 29-275 0 0,-1-15-244 0 0,2 20 139 0 0,3-10-5162 0 0,-3-12 3157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19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80 0 0,'0'0'220'0'0,"-7"8"-272"0"0,7-1-136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0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1 776 0 0,'1'10'6078'0'0,"1"38"-4699"0"0,-19 13 68 0 0,1-13-2158 0 0,13-16-4583 0 0</inkml:trace>
  <inkml:trace contextRef="#ctx0" brushRef="#br0" timeOffset="1">50 96 180 0 0,'0'0'1911'0'0,"30"30"1312"0"0,-7-31-1016 0 0,-22 1-2112 0 0,0 0 0 0 0,0 0-1 0 0,0 0 1 0 0,-1 0-1 0 0,1-1 1 0 0,0 1 0 0 0,-1 0-1 0 0,1 0 1 0 0,0-1-1 0 0,0 1 1 0 0,-1 0 0 0 0,1-1-1 0 0,0 1 1 0 0,-1-1-1 0 0,1 1 1 0 0,-1-1 0 0 0,1 1-1 0 0,-1-1 1 0 0,1 1 0 0 0,-1-1-1 0 0,1 0 1 0 0,-1 1-1 0 0,1-1 1 0 0,-1 0 0 0 0,0 1-1 0 0,1-1 1 0 0,-1 0-1 0 0,0 1 1 0 0,1-2 0 0 0,9 40 529 0 0,-11-16-572 0 0,0 0 1 0 0,-2 0 0 0 0,-5 23-1 0 0,5-36-1014 0 0,1-1 0 0 0,-1 1 0 0 0,-1-1 0 0 0,1 0-1 0 0,-1 0 1 0 0,-6 9 0 0 0,2-7-1545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0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11 360 0 0,'-5'4'462'0'0,"0"0"0"0"0,0 1 0 0 0,1-1 0 0 0,-1 1 0 0 0,1 0 0 0 0,0 0-1 0 0,1 1 1 0 0,-1-1 0 0 0,1 1 0 0 0,-4 11 0 0 0,5-13-330 0 0,0 0 1 0 0,0 0-1 0 0,1 0 1 0 0,0 1-1 0 0,0-1 0 0 0,0 0 1 0 0,0 0-1 0 0,1 1 1 0 0,0-1-1 0 0,-1 0 0 0 0,2 1 1 0 0,-1-1-1 0 0,0 0 1 0 0,1 0-1 0 0,0 1 0 0 0,0-1 1 0 0,2 5-1 0 0,-2-8-88 0 0,0 1-1 0 0,1 0 1 0 0,-1-1-1 0 0,1 1 1 0 0,-1-1-1 0 0,1 0 1 0 0,0 1 0 0 0,-1-1-1 0 0,1 0 1 0 0,0 0-1 0 0,0 0 1 0 0,0 0-1 0 0,0 0 1 0 0,0-1 0 0 0,0 1-1 0 0,0-1 1 0 0,0 1-1 0 0,0-1 1 0 0,0 0-1 0 0,0 1 1 0 0,0-1 0 0 0,0 0-1 0 0,0-1 1 0 0,1 1-1 0 0,-1 0 1 0 0,0-1-1 0 0,0 1 1 0 0,0-1 0 0 0,0 1-1 0 0,0-1 1 0 0,0 0-1 0 0,0 0 1 0 0,-1 0-1 0 0,3-1 1 0 0,1 0 57 0 0,0-1 0 0 0,0 1 0 0 0,0-1 0 0 0,-1 0 0 0 0,1-1 0 0 0,-1 1-1 0 0,0-1 1 0 0,0 0 0 0 0,0 0 0 0 0,-1 0 0 0 0,1 0 0 0 0,2-6 0 0 0,-4 6-56 0 0,0 0-1 0 0,0 0 1 0 0,-1 0 0 0 0,0-1 0 0 0,0 1-1 0 0,0 0 1 0 0,-1-1 0 0 0,1 1-1 0 0,-1-1 1 0 0,0 1 0 0 0,0-1 0 0 0,-1 1-1 0 0,1 0 1 0 0,-1-1 0 0 0,0 1-1 0 0,0-1 1 0 0,0 1 0 0 0,-1 0 0 0 0,0 0-1 0 0,0 0 1 0 0,0 0 0 0 0,0 0 0 0 0,0 0-1 0 0,-1 1 1 0 0,1-1 0 0 0,-7-5-1 0 0,8 8-100 0 0,0 1 0 0 0,-1 0 0 0 0,1 0 0 0 0,0 0-1 0 0,0 0 1 0 0,-1 0 0 0 0,1 0 0 0 0,0 0 0 0 0,0 0-1 0 0,0 0 1 0 0,-1 1 0 0 0,1-1 0 0 0,0 0-1 0 0,0 1 1 0 0,0-1 0 0 0,0 1 0 0 0,0 0 0 0 0,0-1-1 0 0,0 1 1 0 0,0 0 0 0 0,0-1 0 0 0,0 1 0 0 0,-1 1-1 0 0,-22 19-3876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0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23 440 0 0,'0'0'693'0'0,"27"-10"3268"0"0,9 5-3929 0 0,-12 0-2884 0 0,-17 3 1570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1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1 596 0 0,'0'0'2734'0'0,"-10"34"-396"0"0,0 46-702 0 0,7-26-5796 0 0,3-44 2392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1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63 340 0 0,'-5'17'10143'0'0,"4"-19"-10131"0"0,1 0 0 0 0,0 1 0 0 0,0-1 0 0 0,0 0 0 0 0,-1 0 0 0 0,2 1 0 0 0,-1-1 0 0 0,0 0 0 0 0,0 1 0 0 0,1-1 0 0 0,-1 0 0 0 0,0 1 1 0 0,1-1-1 0 0,0 0 0 0 0,-1 1 0 0 0,1-1 0 0 0,0 1 0 0 0,0-1 0 0 0,0 1 0 0 0,0 0 0 0 0,0-1 0 0 0,0 1 0 0 0,0 0 0 0 0,1 0 0 0 0,-1-1 0 0 0,0 1 0 0 0,1 0 0 0 0,-1 0 0 0 0,1 1 0 0 0,-1-1 0 0 0,1 0 0 0 0,-1 0 0 0 0,1 1 0 0 0,-1-1 1 0 0,3 0-1 0 0,-1 1-24 0 0,-1 0 1 0 0,1 1 0 0 0,-1-1 0 0 0,0 0 0 0 0,1 1 0 0 0,-1 0-1 0 0,0 0 1 0 0,1-1 0 0 0,-1 1 0 0 0,0 0 0 0 0,0 1 0 0 0,0-1-1 0 0,0 0 1 0 0,0 1 0 0 0,0-1 0 0 0,0 1 0 0 0,0-1-1 0 0,-1 1 1 0 0,1 0 0 0 0,-1 0 0 0 0,1 0 0 0 0,-1 0 0 0 0,0 0-1 0 0,0 0 1 0 0,1 0 0 0 0,0 4 0 0 0,2-6 162 0 0,2-12-159 0 0,-4 7-17 0 0,0 0 0 0 0,0 1 0 0 0,1-1 0 0 0,0 0 0 0 0,0 1 0 0 0,0 0 0 0 0,0 0 0 0 0,7-7 0 0 0,-9 11 23 0 0,0-1-1 0 0,0 0 1 0 0,0 0-1 0 0,0 0 1 0 0,0 0 0 0 0,0 1-1 0 0,1-1 1 0 0,-1 0-1 0 0,0 1 1 0 0,0-1-1 0 0,0 1 1 0 0,1-1 0 0 0,-1 1-1 0 0,0 0 1 0 0,1-1-1 0 0,-1 1 1 0 0,0 0 0 0 0,1 0-1 0 0,-1 0 1 0 0,0 0-1 0 0,0 0 1 0 0,1 0 0 0 0,-1 1-1 0 0,0-1 1 0 0,1 0-1 0 0,-1 1 1 0 0,0-1-1 0 0,0 1 1 0 0,1-1 0 0 0,-1 1-1 0 0,0-1 1 0 0,0 1-1 0 0,0 0 1 0 0,0 0 0 0 0,0-1-1 0 0,0 1 1 0 0,0 0-1 0 0,0 0 1 0 0,0 0 0 0 0,0 0-1 0 0,-1 0 1 0 0,1 0-1 0 0,0 1 1 0 0,-1-1 0 0 0,1 0-1 0 0,0 0 1 0 0,-1 0-1 0 0,0 1 1 0 0,1-1-1 0 0,-1 0 1 0 0,0 1 0 0 0,1 1-1 0 0,1 9-865 0 0,1 0 0 0 0,-2 0 0 0 0,1-1 0 0 0,-1 18 0 0 0,-1-23-1428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2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10 648 0 0,'-4'-9'5234'0'0,"3"8"-5047"0"0,-2 4 27 0 0,-1 0 0 0 0,1-1 1 0 0,0 1-1 0 0,0 0 1 0 0,0 1-1 0 0,0-1 1 0 0,-3 5-1 0 0,5-6-165 0 0,0-1 1 0 0,0 1-1 0 0,0-1 0 0 0,0 0 0 0 0,1 1 0 0 0,-1 0 1 0 0,0-1-1 0 0,1 1 0 0 0,-1-1 0 0 0,1 1 0 0 0,-1 0 0 0 0,1-1 1 0 0,0 1-1 0 0,0 0 0 0 0,0 0 0 0 0,0-1 0 0 0,0 1 1 0 0,0 0-1 0 0,0-1 0 0 0,1 1 0 0 0,-1 0 0 0 0,1 2 0 0 0,-1-4-50 0 0,0 0-1 0 0,0 1 1 0 0,1-1-1 0 0,-1 0 0 0 0,0 1 1 0 0,0-1-1 0 0,0 0 0 0 0,1 1 1 0 0,-1-1-1 0 0,0 0 1 0 0,0 0-1 0 0,1 0 0 0 0,-1 1 1 0 0,0-1-1 0 0,0 0 0 0 0,1 0 1 0 0,-1 0-1 0 0,0 1 0 0 0,1-1 1 0 0,-1 0-1 0 0,0 0 1 0 0,1 0-1 0 0,-1 0 0 0 0,0 0 1 0 0,1 0-1 0 0,-1 0 0 0 0,0 0 1 0 0,1 0-1 0 0,-1 0 1 0 0,0 0-1 0 0,1 0 0 0 0,-1 0 1 0 0,0 0-1 0 0,1 0 0 0 0,-1 0 1 0 0,0 0-1 0 0,1 0 1 0 0,-1-1-1 0 0,12-9 17 0 0,0-1 113 0 0,-11 12-119 0 0,0-1 0 0 0,-1 0 0 0 0,1 1 0 0 0,-1-1-1 0 0,1 1 1 0 0,0-1 0 0 0,-1 1 0 0 0,1-1 0 0 0,-1 1 0 0 0,0-1 0 0 0,1 1-1 0 0,-1 0 1 0 0,1-1 0 0 0,-1 1 0 0 0,0-1 0 0 0,1 1 0 0 0,-1 0 0 0 0,0-1 0 0 0,0 1-1 0 0,1 0 1 0 0,-1 0 0 0 0,0-1 0 0 0,0 1 0 0 0,0 0 0 0 0,0-1 0 0 0,0 1-1 0 0,0 0 1 0 0,0 0 0 0 0,5 51 199 0 0,-5-19-5928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27 648 0 0,'17'-26'5981'0'0,"-10"26"-3755"0"0,-4 18-1581 0 0,-4 9 104 0 0,-7 45 0 0 0,-6-7-3731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2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4 524 0 0,'0'0'368'0'0,"-1"-3"208"0"0,4 17-1736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3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42 540 0 0,'6'37'5675'0'0,"-5"-36"-5627"0"0,0 0 0 0 0,1 0 0 0 0,-1 0 0 0 0,1 0 0 0 0,-1 0 1 0 0,1 0-1 0 0,0-1 0 0 0,-1 1 0 0 0,1 0 0 0 0,0-1 0 0 0,-1 0 0 0 0,1 1 0 0 0,0-1 0 0 0,0 0 0 0 0,-1 0 0 0 0,1 0 0 0 0,0 0 0 0 0,0 0 0 0 0,0 0 0 0 0,-1 0 0 0 0,1-1 0 0 0,0 1 0 0 0,0 0 0 0 0,-1-1 0 0 0,1 0 0 0 0,0 1 1 0 0,-1-1-1 0 0,1 0 0 0 0,-1 0 0 0 0,1 0 0 0 0,-1 0 0 0 0,1 0 0 0 0,-1 0 0 0 0,0-1 0 0 0,0 1 0 0 0,1 0 0 0 0,-1-1 0 0 0,0 1 0 0 0,0 0 0 0 0,0-1 0 0 0,0 0 0 0 0,-1 1 0 0 0,1-1 0 0 0,0 1 0 0 0,-1-1 0 0 0,1 0 1 0 0,-1 0-1 0 0,1 1 0 0 0,-1-1 0 0 0,0 0 0 0 0,0 0 0 0 0,0 1 0 0 0,0-1 0 0 0,0 0 0 0 0,0 0 0 0 0,0 0 0 0 0,-1 1 0 0 0,1-1 0 0 0,-1 0 0 0 0,0-3 0 0 0,-4-13-3786 0 0,7 18 3685 0 0,-1 0-1 0 0,0 0 1 0 0,0 1-1 0 0,1-1 0 0 0,-1 0 1 0 0,0 1-1 0 0,0-1 1 0 0,0 1-1 0 0,0 0 1 0 0,0-1-1 0 0,0 1 1 0 0,1 0-1 0 0,-1-1 1 0 0,-1 1-1 0 0,1 0 0 0 0,0 0 1 0 0,1 1-1 0 0,4 3 284 0 0,0 0-1 0 0,-1 0 0 0 0,1 0 0 0 0,-1 1 1 0 0,0 0-1 0 0,-1 0 0 0 0,5 8 1 0 0,-8-13-62 0 0,28-36 2010 0 0,-4 5-1994 0 0,-25 29-173 0 0,1 0 0 0 0,-1 0 0 0 0,1 1 0 0 0,-1-1 0 0 0,1 0 0 0 0,0 1-1 0 0,-1-1 1 0 0,1 0 0 0 0,0 1 0 0 0,-1-1 0 0 0,1 1 0 0 0,0-1-1 0 0,0 1 1 0 0,0-1 0 0 0,0 1 0 0 0,-1 0 0 0 0,1-1 0 0 0,0 1-1 0 0,0 0 1 0 0,0 0 0 0 0,0 0 0 0 0,0-1 0 0 0,0 1 0 0 0,0 0 0 0 0,0 0-1 0 0,0 0 1 0 0,0 1 0 0 0,-1-1 0 0 0,1 0 0 0 0,0 0 0 0 0,0 0-1 0 0,0 1 1 0 0,0-1 0 0 0,0 0 0 0 0,0 1 0 0 0,-1-1 0 0 0,1 1-1 0 0,0-1 1 0 0,0 1 0 0 0,0-1 0 0 0,-1 1 0 0 0,2 1 0 0 0,-1 0-118 0 0,0 0 0 0 0,0 0 0 0 0,-1 0 0 0 0,1 0 0 0 0,0 0 1 0 0,-1 0-1 0 0,0 1 0 0 0,1-1 0 0 0,-1 0 0 0 0,0 0 0 0 0,0 0 0 0 0,0 0 1 0 0,-1 1-1 0 0,1-1 0 0 0,0 0 0 0 0,-1 0 0 0 0,1 0 0 0 0,-3 4 0 0 0,3-5-279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3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 0 0,'0'0'52'0'0</inkml:trace>
  <inkml:trace contextRef="#ctx0" brushRef="#br0" timeOffset="1">99 8 544 0 0,'0'0'1957'0'0,"4"41"2087"0"0,-18 31-1689 0 0,-3-30-5575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23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1 568 0 0,'0'0'981'0'0,"47"12"3450"0"0,-46-12-4388 0 0,1 1 0 0 0,-1 0-1 0 0,0 0 1 0 0,0 0 0 0 0,0 0 0 0 0,0-1 0 0 0,0 2 0 0 0,0-1-1 0 0,0 0 1 0 0,-1 0 0 0 0,1 0 0 0 0,0 0 0 0 0,0 1 0 0 0,-1-1 0 0 0,1 0-1 0 0,-1 0 1 0 0,1 1 0 0 0,-1-1 0 0 0,0 0 0 0 0,1 1 0 0 0,-1-1-1 0 0,0 1 1 0 0,0-1 0 0 0,0 0 0 0 0,0 1 0 0 0,0-1 0 0 0,0 1-1 0 0,-1-1 1 0 0,0 2 0 0 0,-11 51 422 0 0,6-33-846 0 0,-4 24-4046 0 0,9-40 2781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45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 0 0,'0'0'761'0'0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2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24 268 0 0,'0'0'7011'0'0,"-28"-22"-6869"0"0,24 22-148 0 0,-1-1-1 0 0,1 1 0 0 0,-1-1 0 0 0,1 1 0 0 0,-1 1 0 0 0,1-1 1 0 0,-1 1-1 0 0,1-1 0 0 0,-1 1 0 0 0,1 1 0 0 0,0-1 0 0 0,-1 1 1 0 0,1-1-1 0 0,0 1 0 0 0,-4 3 0 0 0,5-3 5 0 0,0 0-1 0 0,0 0 0 0 0,0 0 1 0 0,1 0-1 0 0,-1 1 0 0 0,1-1 1 0 0,-1 1-1 0 0,1 0 0 0 0,0 0 1 0 0,0-1-1 0 0,0 2 1 0 0,1-1-1 0 0,-1 0 0 0 0,1 0 1 0 0,0 0-1 0 0,-1 1 0 0 0,1-1 1 0 0,1 1-1 0 0,-1-1 1 0 0,0 0-1 0 0,1 1 0 0 0,0 0 1 0 0,0-1-1 0 0,0 1 0 0 0,0-1 1 0 0,1 1-1 0 0,-1-1 1 0 0,1 1-1 0 0,0-1 0 0 0,1 4 1 0 0,-1-4-14 0 0,1 0 0 0 0,-1 0 0 0 0,1 0 0 0 0,0 0 0 0 0,0 0 0 0 0,0 0 0 0 0,0 0 0 0 0,1-1 0 0 0,-1 1 0 0 0,1-1 0 0 0,0 0 0 0 0,-1 0 0 0 0,1 0 0 0 0,0 0 0 0 0,0 0 0 0 0,0 0 0 0 0,0-1 0 0 0,1 0 0 0 0,-1 1 0 0 0,0-1 0 0 0,1 0 0 0 0,-1-1 0 0 0,1 1 0 0 0,-1-1 0 0 0,1 1 0 0 0,-1-1 0 0 0,1 0 0 0 0,5-1 0 0 0,-9 1 11 0 0,-1 0 0 0 0,1 0 0 0 0,0 0 0 0 0,-1 0 0 0 0,1 0 0 0 0,-1 0 0 0 0,1 0 0 0 0,-1 0 0 0 0,1-1 0 0 0,-1 1 0 0 0,1 0 0 0 0,-1 0 0 0 0,1 0 0 0 0,0-1 0 0 0,-1 1 0 0 0,1 0 0 0 0,0 0 0 0 0,-1-1 0 0 0,1 1 0 0 0,-1 0 0 0 0,1-1 0 0 0,0 1 0 0 0,0 0 0 0 0,-1-1 0 0 0,1 1 0 0 0,0-1 1 0 0,0 1-1 0 0,-1-1 0 0 0,1 1 0 0 0,0 0 0 0 0,0-1 0 0 0,0 1 0 0 0,0-1 0 0 0,0 1 0 0 0,0-1 0 0 0,0 1 0 0 0,0-1 0 0 0,0 1 0 0 0,0-1 0 0 0,0 1 0 0 0,0 0 0 0 0,0-1 0 0 0,0 1 0 0 0,0-1 0 0 0,0 1 0 0 0,0-1 0 0 0,1 1 0 0 0,-1-1 0 0 0,0 1 0 0 0,0 0 0 0 0,0-1 0 0 0,1 1 0 0 0,-1-1 0 0 0,0 1 0 0 0,1 0 0 0 0,-1-1 0 0 0,0 1 1 0 0,1 0-1 0 0,0-1 0 0 0,-12 5 1 0 0,1 1 0 0 0,-1 0 0 0 0,1 1 0 0 0,0 0 0 0 0,1 0 0 0 0,-12 11 0 0 0,16-13-3 0 0,1 0 0 0 0,-1 0 1 0 0,1 1-1 0 0,0-1 1 0 0,0 1-1 0 0,1 0 1 0 0,-1 0-1 0 0,1 1 0 0 0,0-1 1 0 0,0 1-1 0 0,1-1 1 0 0,0 1-1 0 0,-3 9 1 0 0,5-14 7 0 0,0 0 0 0 0,0 0 0 0 0,0 0 1 0 0,0 0-1 0 0,0 0 0 0 0,0 0 0 0 0,0 0 1 0 0,0 0-1 0 0,1 0 0 0 0,-1 0 1 0 0,0 0-1 0 0,1 0 0 0 0,-1 0 0 0 0,0 0 1 0 0,1 0-1 0 0,-1 0 0 0 0,1-1 0 0 0,0 1 1 0 0,-1 0-1 0 0,1 0 0 0 0,0 0 0 0 0,-1-1 1 0 0,1 1-1 0 0,1 1 0 0 0,29 9-3 0 0,-20-9-223 0 0,-1-1 0 0 0,1-1-1 0 0,20-1 1 0 0,44-13-3131 0 0,-57 9 2163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3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9 412 0 0,'0'0'1466'0'0,"18"-2"1849"0"0,18-2-3457 0 0,2 1-2816 0 0,-33 3 1777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3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0 280 0 0,'0'0'296'0'0,"5"2"12"0"0,1-1-84 0 0,-1 0-56 0 0,2 0-108 0 0,0 0-136 0 0,1-1-136 0 0,-1 1-228 0 0,1-2 104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5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3 404 0 0,'0'0'2046'0'0,"-31"-2"2359"0"0,49 6-4137 0 0,1-2-1 0 0,28 1 1 0 0,24 4 41 0 0,-70-7-344 0 0,1 1 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5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97 524 0 0,'-4'-1'157'0'0,"1"1"0"0"0,-1 0 0 0 0,0 0 0 0 0,1 0 0 0 0,-1 0 1 0 0,1 1-1 0 0,-1-1 0 0 0,0 1 0 0 0,1 0 0 0 0,-1 0 0 0 0,1 0 0 0 0,0 0 0 0 0,-1 1 0 0 0,1 0 0 0 0,0-1 0 0 0,0 1 1 0 0,0 0-1 0 0,0 1 0 0 0,0-1 0 0 0,1 0 0 0 0,-1 1 0 0 0,1-1 0 0 0,-1 1 0 0 0,1 0 0 0 0,0 0 0 0 0,0 0 0 0 0,-3 6 1 0 0,3-6-129 0 0,0 0 0 0 0,0 1 0 0 0,1-1 0 0 0,-1 1 0 0 0,1-1 0 0 0,0 1 0 0 0,0 0 0 0 0,0 0 0 0 0,1-1 0 0 0,-1 1 0 0 0,1 0 0 0 0,0 4 0 0 0,0-6-9 0 0,0 0 0 0 0,0 0 0 0 0,1 0 0 0 0,-1 0 0 0 0,1 0 0 0 0,0 0 0 0 0,0 0 0 0 0,-1 0 0 0 0,1-1 0 0 0,0 1 0 0 0,1 0 0 0 0,-1-1 0 0 0,0 1 0 0 0,0 0 0 0 0,1-1 0 0 0,-1 1 0 0 0,1-1 0 0 0,-1 0 0 0 0,1 0 0 0 0,-1 1 0 0 0,1-1 0 0 0,0 0 0 0 0,2 1 0 0 0,-2-1-18 0 0,-1-1 0 0 0,1 1 0 0 0,0 0 0 0 0,-1-1 0 0 0,1 1 0 0 0,0-1 0 0 0,-1 1 0 0 0,1-1 0 0 0,0 0 0 0 0,0 0 0 0 0,-1 0 0 0 0,1 0 0 0 0,0 0 1 0 0,0 0-1 0 0,-1 0 0 0 0,1-1 0 0 0,0 1 0 0 0,-1 0 0 0 0,1-1 0 0 0,0 0 0 0 0,-1 1 0 0 0,1-1 0 0 0,2-1 0 0 0,-1-1 14 0 0,-1 1 1 0 0,1-1-1 0 0,-1 1 1 0 0,0-1-1 0 0,0 0 1 0 0,0 0-1 0 0,0 0 0 0 0,0 0 1 0 0,-1 0-1 0 0,1 0 1 0 0,1-4-1 0 0,1-8 63 0 0,0 0 0 0 0,-1 0 0 0 0,0 0 0 0 0,1-16 0 0 0,-2-39 506 0 0,-3 41 176 0 0,0 23-328 0 0,0 10 12 0 0,-8 41-783 0 0,-9 55 1380 0 0,18-92-1653 0 0,-1 0-1 0 0,1 0 1 0 0,1 0-1 0 0,-1 0 1 0 0,1 0-1 0 0,1 0 1 0 0,0-1-1 0 0,0 1 1 0 0,6 14-1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23 308 0 0,'0'0'608'0'0,"6"9"2742"0"0,16 28-2227 0 0,-15-21-677 0 0,0 0 1 0 0,17 28-1 0 0,-13-25 142 0 0,-11-19-532 0 0,1-1-1 0 0,0 1 1 0 0,-1 0 0 0 0,1 0 0 0 0,-1 0-1 0 0,1 0 1 0 0,0-1 0 0 0,-1 1-1 0 0,1 0 1 0 0,-1-1 0 0 0,1 1 0 0 0,-1 0-1 0 0,1-1 1 0 0,-1 1 0 0 0,0-1 0 0 0,1 1-1 0 0,-1 0 1 0 0,1-1 0 0 0,-1 1-1 0 0,0-1 1 0 0,1 1 0 0 0,-1-1 0 0 0,0 0-1 0 0,0 1 1 0 0,0-1 0 0 0,1 1-1 0 0,-1-1 1 0 0,0 1 0 0 0,0-1 0 0 0,0 0-1 0 0,0 0 1 0 0,14-29 124 0 0,-12 25-35 0 0,51-109-133 0 0,-52 113-324 0 0,13 23-3799 0 0,-14-14 2213 0 0,1 2 143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6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24 0 0,'0'0'564'0'0,"5"0"-13"0"0,48-4 641 0 0,273-33 2944 0 0,-318 36-4581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6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82 102 604 0 0,'-3'-1'278'0'0,"1"0"1"0"0,0 0-1 0 0,0 0 1 0 0,-1 1-1 0 0,1-1 0 0 0,0 0 1 0 0,-1 1-1 0 0,1-1 1 0 0,-1 1-1 0 0,1 0 1 0 0,0 0-1 0 0,-1 0 0 0 0,1 0 1 0 0,-1 0-1 0 0,1 1 1 0 0,-1-1-1 0 0,1 1 0 0 0,-4 1 1 0 0,4-1-243 0 0,0 0 1 0 0,0 0-1 0 0,0 0 1 0 0,0 0-1 0 0,0 1 0 0 0,0-1 1 0 0,1 1-1 0 0,-1-1 1 0 0,0 1-1 0 0,1-1 1 0 0,-1 1-1 0 0,1 0 1 0 0,0 0-1 0 0,0 0 0 0 0,-1 0 1 0 0,1 0-1 0 0,0 0 1 0 0,1 0-1 0 0,-1 0 1 0 0,0 0-1 0 0,1 0 1 0 0,-1 0-1 0 0,1 1 0 0 0,0-1 1 0 0,-1 0-1 0 0,1 0 1 0 0,0 1-1 0 0,0-1 1 0 0,1 0-1 0 0,-1 0 1 0 0,1 4-1 0 0,0-4-42 0 0,-1 0 0 0 0,0-1 1 0 0,1 1-1 0 0,-1 0 0 0 0,1-1 0 0 0,0 1 1 0 0,-1-1-1 0 0,1 1 0 0 0,0-1 0 0 0,0 0 0 0 0,0 1 1 0 0,0-1-1 0 0,0 0 0 0 0,0 1 0 0 0,0-1 1 0 0,1 0-1 0 0,1 1 0 0 0,-2-1 10 0 0,0-1-1 0 0,0 1 1 0 0,0-1-1 0 0,0 0 1 0 0,0 0 0 0 0,0 0-1 0 0,1 0 1 0 0,-1 0-1 0 0,0 0 1 0 0,0 0-1 0 0,0 0 1 0 0,0 0 0 0 0,0 0-1 0 0,0 0 1 0 0,0-1-1 0 0,0 1 1 0 0,0 0 0 0 0,0-1-1 0 0,0 1 1 0 0,1-2-1 0 0,1 0 40 0 0,1 0 0 0 0,-1 0-1 0 0,0-1 1 0 0,-1 1-1 0 0,1-1 1 0 0,0 0 0 0 0,-1 0-1 0 0,0 0 1 0 0,1 0 0 0 0,-1 0-1 0 0,0-1 1 0 0,-1 1-1 0 0,3-5 1 0 0,-1-4 138 0 0,-1 0-1 0 0,0 1 1 0 0,0-1-1 0 0,-1 0 1 0 0,-1-14-1 0 0,3-30 1447 0 0,-3 55-1328 0 0,-1 61 91 0 0,-3 20-532 0 0,5-26-6456 0 0,0-46 4183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17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78 616 0 0,'1'-1'128'0'0,"1"1"1"0"0,0-1-1 0 0,-1 1 0 0 0,1 0 1 0 0,0-1-1 0 0,0 1 0 0 0,-1 0 0 0 0,1 0 1 0 0,0 0-1 0 0,0 0 0 0 0,-1 0 1 0 0,1 0-1 0 0,0 1 0 0 0,0-1 1 0 0,-1 1-1 0 0,1-1 0 0 0,0 1 1 0 0,-1 0-1 0 0,1-1 0 0 0,-1 1 0 0 0,1 0 1 0 0,-1 0-1 0 0,1 0 0 0 0,-1 0 1 0 0,1 0-1 0 0,-1 1 0 0 0,0-1 1 0 0,0 0-1 0 0,0 1 0 0 0,0-1 0 0 0,0 0 1 0 0,0 1-1 0 0,0-1 0 0 0,0 1 1 0 0,0 0-1 0 0,-1-1 0 0 0,1 1 1 0 0,0 1-1 0 0,0 0-50 0 0,-1 0 0 0 0,1-1 0 0 0,0 1 0 0 0,-1 0 0 0 0,0-1 0 0 0,0 1 0 0 0,0 0 0 0 0,0-1 0 0 0,0 1 0 0 0,0 0 0 0 0,-1 0 0 0 0,1-1 0 0 0,-1 1 0 0 0,0-1 0 0 0,0 1 0 0 0,0-1 0 0 0,0 1 0 0 0,0-1-1 0 0,0 1 1 0 0,-1-1 0 0 0,1 0 0 0 0,-1 0 0 0 0,0 1 0 0 0,-3 2 0 0 0,-13 6 789 0 0,26-24-318 0 0,25-25-333 0 0,105-95 1481 0 0,-143 137-1667 0 0,1 0 0 0 0,-1 0 0 0 0,0 1 0 0 0,1-1 0 0 0,-7 10 0 0 0,9-11-15 0 0,-3 3 0 0 0,1-1 0 0 0,-1 1-1 0 0,1 0 1 0 0,1 1 0 0 0,-1-1 0 0 0,1 1-1 0 0,0-1 1 0 0,-3 12 0 0 0,6-16-85 0 0,-1 0 0 0 0,1 0 0 0 0,-1 1 0 0 0,1-1-1 0 0,0 0 1 0 0,0 0 0 0 0,0 0 0 0 0,0 0 0 0 0,0 1 0 0 0,1-1 0 0 0,-1 0 0 0 0,1 0 0 0 0,-1 0 0 0 0,1 0 0 0 0,0 0-1 0 0,0 0 1 0 0,0 0 0 0 0,0 0 0 0 0,0 0 0 0 0,0 0 0 0 0,0 0 0 0 0,1-1 0 0 0,-1 1 0 0 0,1 0 0 0 0,-1-1-1 0 0,1 0 1 0 0,0 1 0 0 0,-1-1 0 0 0,1 0 0 0 0,0 0 0 0 0,0 0 0 0 0,3 2 0 0 0,25 10-4327 0 0,-13-8 1853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1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58 292 0 0,'3'-29'4811'0'0,"-1"35"-4748"0"0,0 0 0 0 0,-1-1-1 0 0,0 1 1 0 0,0 0 0 0 0,0 0 0 0 0,0 11 0 0 0,-13 93 521 0 0,12-110-444 0 0,17-51 906 0 0,-8 35-1001 0 0,1-1 0 0 0,1 1-1 0 0,16-18 1 0 0,-23 28-42 0 0,1 1 0 0 0,-1 0 1 0 0,2 0-1 0 0,-1 1 0 0 0,0-1 0 0 0,1 1 0 0 0,0 0 0 0 0,0 1 1 0 0,0-1-1 0 0,0 1 0 0 0,1 0 0 0 0,8-2 0 0 0,-13 5-7 0 0,-1 0 0 0 0,1 0 0 0 0,-1 0-1 0 0,1 0 1 0 0,-1 0 0 0 0,0 0-1 0 0,1 1 1 0 0,-1-1 0 0 0,1 0 0 0 0,-1 1-1 0 0,0-1 1 0 0,1 1 0 0 0,-1 0-1 0 0,0-1 1 0 0,0 1 0 0 0,0 0 0 0 0,1 0-1 0 0,-1 0 1 0 0,0 0 0 0 0,0 0-1 0 0,0 0 1 0 0,0 0 0 0 0,0 0 0 0 0,0 0-1 0 0,-1 0 1 0 0,1 0 0 0 0,0 1-1 0 0,-1-1 1 0 0,1 0 0 0 0,-1 1 0 0 0,1-1-1 0 0,-1 0 1 0 0,1 1 0 0 0,-1-1-1 0 0,0 1 1 0 0,0-1 0 0 0,0 1 0 0 0,0 2-1 0 0,2 10 14 0 0,-1 0 0 0 0,-1 0 0 0 0,-1 15 1 0 0,1-15-41 0 0,-1 7-304 0 0,3 28-4006 0 0,-1-43 2825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2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 76 0 0,'2'-6'5605'0'0,"-1"31"-5253"0"0,-1 1 1 0 0,-2-1 0 0 0,0 0 0 0 0,-10 39 0 0 0,0 7-287 0 0,8-50-1322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2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26 64 0 0,'0'0'425'0'0,"20"-26"2953"0"0,-22 28-3354 0 0,0-1 0 0 0,1 0 0 0 0,-1 1 0 0 0,1-1 0 0 0,-1 1 0 0 0,1 0 0 0 0,-1-1 0 0 0,1 1 0 0 0,0 0 0 0 0,0 0 0 0 0,0 0 1 0 0,0 0-1 0 0,0 0 0 0 0,0 0 0 0 0,0 0 0 0 0,1 0 0 0 0,-1 0 0 0 0,1 1 0 0 0,0-1 0 0 0,-1 0 0 0 0,1 0 0 0 0,0 0 0 0 0,0 1 0 0 0,1-1 0 0 0,-1 0 0 0 0,0 0 0 0 0,1 0 0 0 0,-1 1 0 0 0,1-1 0 0 0,0 0 0 0 0,-1 0 0 0 0,1 0 0 0 0,0 0 0 0 0,0 0 0 0 0,1 0 1 0 0,-1-1-1 0 0,0 1 0 0 0,1 0 0 0 0,-1-1 0 0 0,1 1 0 0 0,-1 0 0 0 0,1-1 0 0 0,0 0 0 0 0,0 1 0 0 0,-1-1 0 0 0,1 0 0 0 0,0 0 0 0 0,0 0 0 0 0,0 0 0 0 0,0 0 0 0 0,0-1 0 0 0,1 1 0 0 0,-1-1 0 0 0,0 1 0 0 0,0-1 0 0 0,0 0 0 0 0,1 0 0 0 0,-1 0 0 0 0,0 0 0 0 0,0 0 1 0 0,0 0-1 0 0,1-1 0 0 0,-1 1 0 0 0,0-1 0 0 0,0 1 0 0 0,0-1 0 0 0,2-1 0 0 0,-13 7-137 0 0,0 0-1 0 0,0-1 1 0 0,-1 0 0 0 0,1-1-1 0 0,-14 3 1 0 0,-9-2-2649 0 0,27-4 1602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4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0 120 0 0,'0'0'1712'0'0,"-26"43"-1116"0"0,-70 89-4 0 0,47-62-291 0 0,24-38 2 0 0,17-23-164 0 0,1 0 0 0 0,0 1 0 0 0,1 0 1 0 0,-1 0-1 0 0,2 0 0 0 0,0 1 0 0 0,-8 21 0 0 0,9-18 48 0 0,-2 0 0 0 0,0-1 0 0 0,-10 17 1 0 0,-11 27 288 0 0,26-56-479 0 0,-6 34 258 0 0,7-31-223 0 0,-11 81 559 0 0,1-23-406 0 0,10-61-180 0 0,1 8 3 0 0,-1-8 16 0 0,1 2 90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5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0 316 0 0,'0'0'1612'0'0,"-14"49"363"0"0,12-28-1530 0 0,-1 0-1 0 0,-1 0 1 0 0,-11 33 0 0 0,14-53-421 0 0,-4 31 488 0 0,-1 32-78 0 0,6-63-412 0 0,1 12 129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5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43 376 0 0,'0'0'4272'0'0,"-7"31"-2703"0"0,7-25-1421 0 0,1 1-1 0 0,0-1 0 0 0,0 1 1 0 0,0-1-1 0 0,1 1 0 0 0,0-1 1 0 0,1 0-1 0 0,3 8 0 0 0,-4-11-99 0 0,-1 0 0 0 0,1 1 0 0 0,0-1 0 0 0,0 0 0 0 0,1 0 0 0 0,-1 0 0 0 0,1 0 0 0 0,-1-1 0 0 0,1 1 0 0 0,0-1 0 0 0,0 1 0 0 0,0-1 0 0 0,0 0 0 0 0,1 0 0 0 0,3 2 0 0 0,-6-4 32 0 0,5-2-6 0 0,0 0-1 0 0,0-1 1 0 0,-1 1-1 0 0,1-1 1 0 0,-1-1 0 0 0,1 1-1 0 0,-1-1 1 0 0,0 1-1 0 0,0-1 1 0 0,-1-1-1 0 0,6-5 1 0 0,4-3 50 0 0,47-44 540 0 0,-16 14-1803 0 0,-14 17-4352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7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38 136 8 0 0,'-36'12'574'0'0,"35"-12"-510"0"0,8-5 28 0 0,0 0-1 0 0,1 1 1 0 0,-1 0-1 0 0,1 0 1 0 0,0 0-1 0 0,0 1 1 0 0,12-2-1 0 0,4-5-105 0 0,35-23 129 0 0,-47 25-75 0 0,0 1 1 0 0,1 0 0 0 0,22-9-1 0 0,-30 14-40 0 0,76-22-116 0 0,-74 22 83 0 0,1 1 0 0 0,0-1 0 0 0,0 1 0 0 0,0 1-1 0 0,0 0 1 0 0,-1 0 0 0 0,1 0 0 0 0,11 3 0 0 0,-16-2-433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7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7 100 0 0,'0'0'108'0'0,"7"-2"52"0"0,-1 1-84 0 0,-1-1 52 0 0,3 1-68 0 0,-4 1 4 0 0,3-1-76 0 0,-1 1-344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9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1 180 0 0,'0'0'363'0'0,"3"9"2254"0"0,10 32-2145 0 0,-8-14-74 0 0,-2 1 0 0 0,0 54-1 0 0,-3-52-207 0 0,1-1-1 0 0,7 44 1 0 0,-1-40-119 0 0,-4-11-197 0 0,2-1 0 0 0,12 38 0 0 0,-15-55-70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5:59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0 100 0 0,'-2'19'296'0'0,"0"-13"4"0"0,-1 2 44 0 0,-2 1-104 0 0,2-2-24 0 0,-3 1-4 0 0,0 2-68 0 0,-2 1-4 0 0,1-1-4 0 0,-1-2-48 0 0,0 1-72 0 0,0 0-64 0 0,0 0-72 0 0,1-1-48 0 0,-1-1-148 0 0,2-2-348 0 0,0 0 156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00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0 248 0 0,'4'6'268'0'0,"1"1"4"0"0,3 1-32 0 0,-1 2-48 0 0,1 0-92 0 0,3 3-96 0 0,-4-3-92 0 0,0 0-120 0 0,2 4-224 0 0,-3-4 100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00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0 120 0 0,'3'4'210'0'0,"0"-1"0"0"0,0 1 1 0 0,0 0-1 0 0,0 0 0 0 0,-1 1 0 0 0,1-1 0 0 0,-1 1 0 0 0,0-1 1 0 0,-1 1-1 0 0,1-1 0 0 0,-1 1 0 0 0,0 0 0 0 0,0 0 0 0 0,0 0 1 0 0,0 0-1 0 0,-1 7 0 0 0,0-11-9 0 0,0-3-103 0 0,-1 1 0 0 0,1 0-1 0 0,0 0 1 0 0,0 0-1 0 0,0-1 1 0 0,0 1 0 0 0,0 0-1 0 0,0 0 1 0 0,0 0-1 0 0,0-1 1 0 0,0 1 0 0 0,1 0-1 0 0,-1 0 1 0 0,1 0-1 0 0,-1 0 1 0 0,1 0 0 0 0,-1-1-1 0 0,1 1 1 0 0,-1 0 0 0 0,1 0-1 0 0,1-1 1 0 0,21-32-148 0 0,-22 32 38 0 0,1 0 0 0 0,0 0 1 0 0,0 1-1 0 0,0-1 0 0 0,0 1 1 0 0,0 0-1 0 0,1-1 0 0 0,-1 1 1 0 0,0 0-1 0 0,0 0 0 0 0,1 1 1 0 0,-1-1-1 0 0,1 0 0 0 0,-1 1 1 0 0,1-1-1 0 0,-1 1 0 0 0,1 0 0 0 0,-1 0 1 0 0,1 0-1 0 0,-1 0 0 0 0,3 1 1 0 0,-2 0 32 0 0,-1 0-1 0 0,0 1 1 0 0,1-1 0 0 0,-1 0 0 0 0,0 1 0 0 0,0 0 0 0 0,0-1 0 0 0,0 1 0 0 0,0 0 0 0 0,-1 0 0 0 0,1 0-1 0 0,-1 0 1 0 0,1 1 0 0 0,-1-1 0 0 0,0 0 0 0 0,2 4 0 0 0,3 9-650 0 0,-2 0 1 0 0,0 0-1 0 0,0 0 0 0 0,-1 1 1 0 0,1 20-1 0 0,-4-29-677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0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1 236 0 0,'6'4'4294'0'0,"-4"9"-3875"0"0,1 1 0 0 0,-2 0 0 0 0,0-1-1 0 0,-1 1 1 0 0,-1 22 0 0 0,-1-23-599 0 0,2 0 0 0 0,0 0 1 0 0,0 0-1 0 0,1 1 0 0 0,6 22 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0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3 404 0 0,'3'-1'165'0'0,"-1"1"0"0"0,1-1 0 0 0,-1 1 0 0 0,1-1 0 0 0,-1 1 1 0 0,1 0-1 0 0,-1 0 0 0 0,1 0 0 0 0,-1 0 0 0 0,1 1 0 0 0,-1-1 0 0 0,1 1 0 0 0,4 1 0 0 0,-6-2-97 0 0,0 1-1 0 0,0 0 1 0 0,0-1-1 0 0,0 1 1 0 0,-1 0-1 0 0,1-1 1 0 0,0 1-1 0 0,0 0 1 0 0,0 0-1 0 0,-1 0 1 0 0,1 0-1 0 0,0 0 1 0 0,-1 0 0 0 0,1 0-1 0 0,-1 0 1 0 0,1 0-1 0 0,-1 0 1 0 0,1 0-1 0 0,-1 0 1 0 0,0 1-1 0 0,1 0 1 0 0,-1 2-37 0 0,0-1 1 0 0,-1 0-1 0 0,1 1 1 0 0,-1-1-1 0 0,1 0 1 0 0,-1 0-1 0 0,0 0 1 0 0,0 0-1 0 0,0 0 1 0 0,-1 0-1 0 0,1 0 1 0 0,-1 0-1 0 0,0 0 1 0 0,0 0 0 0 0,0-1-1 0 0,0 1 1 0 0,0-1-1 0 0,0 1 1 0 0,-4 2-1 0 0,1-1-481 0 0,1 0-1 0 0,-1-1 1 0 0,0 1-1 0 0,0-1 1 0 0,-10 5-1 0 0,3-5-749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01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 52 0 0,'0'0'352'0'0,"-6"-4"-104"0"0,1 3-240 0 0,-4 4-376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59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44 0 0,'1'0'9'0'0,"0"-2"1"0"0,0 1 117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6:59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4 0 0,'10'-3'217'0'0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2T10:27:3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56 0 0,'0'0'1092'0'0,"-1"4"-880"0"0,-7-5-1312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10:19:27.3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25152 13185 2 0,'0'0'1'15,"0"0"8"-15,0 0 0 0,0 0 6 0,0 0-4 16,0 0 4-16,0 0-1 0,0 0 5 0,0 0-3 16,0 0 5-16,0 0 1 0,0 0 1 0,0 0-1 0,0 0-1 15,0 0 3-15,0 0-9 0,0 0 5 16,0 0-9-16,0 0 5 0,0 0 3 0,0 0-7 16,0 0 5-16,0 0-3 0,0 0-5 0,0 0-3 15,0 0 2-15,0 0 0 0,0 0 2 0,0 0 0 0,0 0-2 16,0 0 10-16,0 0-10 0,0 0 4 15,0 0 1-15,0 0 1 0,0 0 1 0,0 0-2 16,0 0 4-16,0 0 3 0,0 0-2 0,0 0-4 16,0 0-4-16,0 0-1 0,0 0 2 0,0 0 2 0,0 0-6 15,0 0 7-15,0 0-3 0,0 0-3 0,0 0-5 16,0 0 1-16,0 0-2 0,0 0 4 16,0 0 1-16,0 0-8 0,0 0 3 0,0 0-2 15,0 0-1-15,0 0 5 0,0 0-10 0,0 0 9 0,0 0 1 16,0 0-3-16,0 0 5 0,0 0-4 0,0 0 2 15,0 0-7-15,0 0 5 0,0 0-4 0,0 0-11 16,0 0 20-16,0 0 0 0,0 0-7 0,0 0-4 16,0 0 4-16,0 0 0 0,0 0-4 0,0 0 7 15,0 0 1-15,0 0-6 0,0 0 9 0,0 0-9 16,0 0 4-16,-3 9-1 0,3-9-6 0,0 0-2 16,0 0 7-16,-1 9-3 0,1-9 4 15,0 0 0-15,0 0 1 0,-3 8-3 0,3-8 1 0,0 0 3 16,0 0-2-16,0 10-7 0,0-10 2 0,0 0 1 15,0 0 7-15,0 9-10 0,0-9 11 0,0 0-10 16,-1 6 5-16,1-6 9 0,0 0-4 0,-1 9-2 16,1-9-4-16,0 0-3 0,-3 7 3 0,3-7 5 15,0 0-4-15,0 0 3 0,0 7-3 0,0-7-1 16,0 0 4-16,0 0-5 0,0 0-4 0,0 0 13 16,2 9-6-16,-2-9-2 0,0 0 2 0,0 0-4 15,0 0 5-15,0 0-2 0,0 0-4 0,0 0 7 16,0 0-4-16,0 0 1 0,0 0 5 0,0 0-4 15,0 0 2-15,0 0-3 0,0 0-8 0,0 0 5 16,0 0 3-16,0 0 0 0,0 0 1 0,0 0 0 16,0 0 0-16,0 0-7 0,0 0 5 0,0 0-1 15,0 0 6-15,0 0-3 0,0 0-1 0,-2 8-3 16,2-8 3-16,0 0-1 0,0 0 0 0,0 0-5 16,0 0 12-16,0 0-5 0,0 0-2 0,-2 9-3 15,2-9 0-15,0 0 9 0,0 0 0 0,0 0-7 0,0 0 2 16,0 0-1-16,0 0 2 0,2 8 1 15,-2-8-5-15,0 0 4 0,0 0 0 0,0 0 2 16,0 0 0-16,0 0-1 0,0 0 8 0,0 0-7 16,0 0 9-16,0 0-1 0,0 0-2 0,0 0 5 0,0 0-3 15,0 0 1-15,0 0-7 0,0 0 11 0,0 0 7 16,0 0-1-16,0 0 2 0,0 0-11 16,0 0 3-16,0 0 3 0,0 0 2 0,0 0 4 15,0 0-13-15,0 0-4 0,0 0 3 0,0 0-5 0,0 0 10 16,0 0-11-16,5-21 0 0,-5 21 0 0,3-6 1 15,-3 6-2-15,1-11-2 0,-1 11-2 0,3-8 5 16,-3 8 1-16,2-7-10 0,-2 7 7 0,0-7-2 16,0 7 7-16,2-7-8 0,-2 7 3 0,2-9 0 15,-2 9 3-15,0-8-7 0,0 8 3 0,1-10-4 16,-1 10 0-16,3-7 3 0,-3 7-4 0,0 0 6 16,0-9-4-16,0 9 6 0,0 0 1 0,0 0 0 15,0 0 1-15,0 0 5 0,-1-10 7 0,1 10-12 16,0 0-8-16,0 0 17 0,0 0-8 0,0 0-3 15,0 0-8-15,0 0 7 0,0 0 1 0,0 0-8 16,0 0 6-16,0 0 2 0,0 0 0 0,0 0-5 16,0 0 9-16,0 0-8 0,0 0-5 0,0 0 4 15,0 0 0-15,0 0-3 0,0 0-4 0,0 0 8 16,0 0-5-16,0 0 4 0,0 0-6 0,0 0 3 16,0 0 3-16,0 0 5 0,0 0-8 0,0 0 8 15,0 0-1-15,0 0-6 0,0 0-2 0,0 0 10 16,6 24-6-16,-6-24-3 0,1 8 5 0,-1-8 5 15,2 7-11-15,-2-7-1 0,2 7 7 0,-2-7-5 16,4 8 9-16,-4-8-2 0,0 8-9 0,0-8 7 16,0 0-4-16,3 8-2 0,-3-8 7 0,2 7-6 15,-2-7 9-15,0 0-4 0,0 0-7 0,0 9 9 16,0-9-5-16,0 0-2 0,1 7 5 0,-1-7-1 16,0 0-3-16,0 0 4 0,0 0 2 0,0 0-8 0,0 0-3 15,0 0 1-15,0 0 6 0,0 7 1 0,0-7 2 16,0 0-3-16,0 0 0 0,0 0 0 0,0 0 3 15,0 0 0-15,0 0 0 0,0 0 2 16,0 0-2-16,0 0 2 0,0 0-3 0,0 0 3 0,0 0 6 16,0 0-6-16,0 0 12 0,0 0-4 0,0 0 2 15,0 0 3-15,0 0-5 0,0 0 6 16,0 0-5-16,0 0-7 0,0 0 5 0,0 0-4 0,0 0 0 16,0 0 3-16,0 0-4 0,0 0-2 0,0 0 2 15,0 0-4-15,-1-26 3 0,1 26-4 0,0 0 10 16,0-8-9-16,0 8-3 0,0 0 2 0,-5-8-4 15,5 8 4-15,0 0 5 0,0 0-3 0,0 0 1 16,-3-7-1-16,3 7-9 0,0 0 5 0,0 0 6 16,0 0-12-16,0 0 5 0,0 0 3 0,0 0-3 15,0 0 3-15,0 0-1 0,0 0-6 0,0 0 4 16,0 0 2-16,0 0 4 0,0 0-8 0,0 0 6 16,0 0-1-16,0 0-1 0,0 0 1 0,0 0 5 15,0 0-7-15,0 0 4 0,0 0 3 0,0 0-12 16,0 0 7-16,0 0-6 0,0 0 5 0,0 0-14 0,0 0 18 15,0 0-4-15,0 0-8 0,0 0 8 16,0 0 1-16,0 0-6 0,0 0 1 0,0 0 1 16,0 0 1-16,0 0 5 0,0 0-1 0,0 0-6 15,0 0 4-15,0 0-4 0,0 0 5 0,0 0 4 16,0 0-7-16,0 0-1 0,0 0-3 0,0 0 13 0,0 0-8 16,0 0 2-16,0 0 7 0,0 0-11 15,0 0 2-15,0 0 2 0,0 0-5 0,0 0 3 16,0 0-1-16,0 0 0 0,0 0 0 0,0 0 1 15,0 0 6-15,0-10-5 0,0 10 3 0,0 0-6 0,0 0-1 16,0 0-4-16,0 0 10 0,0 0 0 16,0 0 4-16,0 0-5 0,0 0-3 0,0 0 0 15,0 0 6-15,0 0-4 0,0 0 3 0,0 0-8 0,0 0 6 16,0 0-2-16,0 0 0 0,0 0 0 0,0 0-3 16,0 0 9-16,0 0-2 0,0 0-11 0,0 0 7 15,0 0-3-15,0 0 5 0,0 0-4 0,0 0 1 16,0 0 4-16,0 0-8 0,0 0 3 0,0 0-1 15,0 0 4-15,0 0-2 0,0 0-4 0,0 0 5 16,0 0 2-16,0 0-3 0,0 0-5 0,0 0-4 16,0 0 10-16,0 0 0 0,0 0 2 0,0 0-2 15,0 0 1-15,0 0-6 0,0 0 8 0,0 0-8 16,0 0 8-16,0 0 4 0,0 0-6 0,0 0-2 16,0 0 9-16,0 0-2 0,0 0-7 0,0 0 2 15,0 0-1-15,0 0 3 0,0 0 2 0,0 0 1 16,0 0-3-16,0 0-3 0,0 0 8 0,8-3-2 15,-8 3-4-15,0 0-1 0,0 0 10 0,0 0-13 16,0 0 5-16,0 0 2 0,0 0-7 0,0 0-3 16,0 0 7-16,0 0 1 0,0 0 1 0,0 0 2 0,0 0-3 15,0 0-6-15,0 0-12 0,0 0 18 16,0 0-8-16,0 0 2 0,0 0 6 0,0 0 5 16,0 0-9-16,0 0 0 0,0 0-3 0,0 0 2 15,0 0 3-15,0 0 5 0,0 0-10 0,0 0 4 0,0 0 0 16,0 0-5-16,0 0 1 0,0 0 4 0,0 0-3 15,0 0 4-15,0 0-4 0,0 0 2 16,0 0 2-16,0 0-4 0,0 0 6 0,0 0-4 0,0 0 9 16,0 0-2-16,0 0-5 0,0 0 0 0,0 0 6 15,0 0-7-15,0 0 0 0,0 0-4 0,0 0 5 16,0 0-4-16,0 0-9 0,0 0 15 16,0 0-5-16,0 0 2 0,0 0 0 0,0 0 6 0,0 0-9 15,0 0 1-15,0 0 11 0,0 0-13 0,0 0 2 16,0 0 2-16,0 0 2 0,0 0-1 0,0 0-5 15,0 0 4-15,0 0-2 0,0 0 1 0,0 0 0 16,0 0-4-16,0 0 10 0,0 0-1 0,0 0-9 16,0 0 7-16,0 0-5 0,0 0 1 0,0 0 2 15,0 0 3-15,0 0 1 0,0 0-1 0,0 0-6 16,0 0 2-16,0 0 0 0,0 0 1 0,0 0 3 16,0 0 0-16,0 0-1 0,0 0-4 0,0 0 6 15,0 0-2-15,0 0-1 0,0 0-1 0,0 0 4 16,0 0 3-16,0 0-8 0,0 0 3 0,0 0-4 15,0 0 4-15,0 0-1 0,0 0-1 0,0 0-3 16,0 0 6-16,0 0-6 0,0 0 5 0,0 0-1 16,0 0-3-16,0 0 1 0,0 0-3 0,0 0 5 15,0 0-3-15,0 0 0 0,0 0 2 0,0 0 1 16,0 0-1-16,0 0 4 0,0 0-4 0,0 0-11 0,0 0 13 16,0 0-3-16,0 0-1 0,0 0-2 0,0 0 3 15,0 0 5-15,0 0 2 0,0 0-6 16,0 0 3-16,0 0-7 0,0 0 8 0,0 0-1 15,0 0-2-15,0 0 3 0,0 0-8 0,0 0 6 0,0 0-2 16,0 0-1-16,0 0-1 0,0 0 4 16,0 0 0-16,0 0 0 0,0 0-3 0,0 0-1 0,0 0 7 15,0 0-6-15,0 0 5 0,0 0-13 16,0 0 4-16,0 0 10 0,0 0-4 0,0 0-3 0,0 0 1 16,0 0-4-16,0 0 15 0,0 0-19 0,0 0 12 15,0 0-4-15,0 0 3 0,0 0-2 16,0 0-4-16,0 0 0 0,0 0 5 0,0 0-4 0,0 0 5 15,0 0 2-15,0 0-1 0,0 0 0 0,0 0 1 16,0 0-7-16,0 0 5 0,0 0-5 0,0 0 10 16,0 0-5-16,0 0 3 0,0 0-7 15,0 0 4-15,0 0 2 0,0 0-5 0,0 0 6 0,0 0 1 16,0 0-11-16,0 0 7 0,0 0-10 0,0 0 1 16,0 0-4-16,0 0-23 0,0 0-17 0,0 0-12 15,0 0-6-15,0 0-10 0,0 0-8 0,0 0-103 16,0 0-205-16,0 0 90 0</inkml:trace>
  <inkml:trace contextRef="#ctx0" brushRef="#br0" timeOffset="17630.39">22125 13189 16 0,'0'0'22'0,"0"0"-7"0,0 0 1 0,0 0-1 0,0 0-4 16,0 0 1-16,0 0-3 0,0 0-4 15,0 0-3-15,0 0-2 0,0 0 4 0,0 0-6 16,0 0 4-16,0 0-2 0,0 0 2 0,0 0 1 16,0 0-2-16,0 0-2 0,0 0 3 0,0 0-4 0,0 0 2 15,0 0-3-15,0 0-3 0,0 0-2 0,0 0-12 16,0 0-21-16,0 0 10 0</inkml:trace>
  <inkml:trace contextRef="#ctx0" brushRef="#br0" timeOffset="21946.24">25510 13264 2 0,'0'0'13'0,"0"0"-9"0,0 0 1 0,0 0-6 15,0 0-4-15,0 0-3 0,0 0 2 16</inkml:trace>
  <inkml:trace contextRef="#ctx0" brushRef="#br0" timeOffset="23980.19">24928 13230 2 0,'0'0'26'0,"4"-7"-4"0,-4 7-11 0,0 0 8 16,0 0-7-16,0 0-6 0,0 0-1 0,0 0-4 16,0 0-4-16,2-7-15 0,-2 7-18 0,0 0 9 15</inkml:trace>
  <inkml:trace contextRef="#ctx0" brushRef="#br0" timeOffset="29293.09">25194 13207 21 0,'0'0'31'0,"0"0"-2"0,0 0-2 16,0 0-3-16,0 0 2 0,0 0-6 0,0-8 4 16,0 8-1-16,0 0 0 0,0 0 2 0,0 0-1 15,0 0-4-15,4-5-2 0,-4 5-1 16,0 0-1-16,0 0-2 0,7-5 3 0,-7 5-5 0,0 0 1 16,5-7 2-16,-5 7 2 0,0 0 2 0,5-3-1 15,-5 3-4-15,0 0-2 0,4-7 2 0,-4 7 8 16,0 0-11-16,4-6 8 0,-4 6-5 0,0 0 9 15,0 0-9-15,4-5 8 0,-4 5 0 0,0 0-13 16,0 0 14-16,3-6-6 0,-3 6 1 0,0 0-10 16,0 0 2-16,0 0 6 0,0 0-3 0,2-8 5 15,-2 8-3-15,0 0-4 0,0 0-1 0,0 0 2 16,0 0 5-16,0 0-8 0,0 0-5 0,0 0 1 16,0 0 5-16,0 0-3 0,0 0-2 0,0 0-3 15,0 0-17-15,0 0 18 0,0 0-4 0,0 0 4 16,0 0 0-16,0 0-1 0,0 0 4 0,0 0-3 15,0 0 0-15,0 0-1 0,0 0-1 0,0 0-8 16,0 0 5-16,-8 21 8 0,8-21-4 0,0 0 0 16,-2 10-12-16,2-10 12 0,-3 8-6 0,3-8 1 15,-4 9 0-15,3-4 4 0,1-5 2 0,-5 11-2 16,1-6 5-16,4-5-4 0,-2 10 0 0,-2-5-6 16,4-5 3-16,-4 9-1 0,3-2 11 0,1-7-6 0,-4 8-1 15,0-4-7-15,4-4 8 0,-3 10-3 16,3-10 0-16,-2 8-1 0,2-8-4 0,-5 10 5 15,5-6 3-15,0-4-6 0,-6 10 4 0,6-10 1 16,-3 7-3-16,3-7 2 0,-2 7-4 0,2-7 3 16,-3 8 9-16,3-8-5 0,-3 7-2 0,3-7-8 15,-3 4 12-15,3-4-9 0,0 0 0 0,0 0 8 16,-2 7-4-16,2-7 1 0,0 0 3 0,0 0-5 16,0 0 3-16,0 0 0 0,0 0 0 0,0 0 0 0,0 0 1 15,0 0-3-15,0 0 5 0,0 0-6 0,0 0-2 16,0 0 6-16,0 0 1 0,0 0 1 0,0 0-2 15,0 0 5-15,0 0-14 0,0 0 9 16,0 0 2-16,0 0-3 0,0 0 8 0,0 0 1 0,0 0-9 16,0 0 8-16,0 0-2 0,0 0-4 0,0 0 3 15,11-22 4-15,-11 22-6 0,2-7-6 0,1 2-2 16,-3 5 16-16,6-7-12 0,-6 1 3 0,0 6-4 16,5-11-2-16,-1 5-4 0,-2 0 10 0,3 1-2 15,-3-2-3-15,0 1 1 0,1 0 5 0,-3 6-1 16,6-14-7-16,-6 9 0 0,2-1 2 15,-2 6 8-15,5-11-2 0,-5 11-3 0,1-10-1 0,-1 10 6 16,1-9-1-16,-1 9 4 0,3-6-14 0,-3 6 8 16,0 0-2-16,2-7 3 0,-2 7-7 0,0 0-2 15,0 0 3-15,0 0-1 0,2-7-3 0,-2 7 8 16,0 0-2-16,0 0-2 0,0 0-3 0,0 0 11 16,0 0-3-16,0 0-1 0,0 0-9 0,0 0-6 15,0 0 11-15,0 0-1 0,0 0-1 0,0 0 1 16,0 0-1-16,0 0-12 0,0 0 13 0,0 0 5 15,0 0-2-15,0 0-8 0,0 23 11 0,0-23-3 16,0 0 3-16,-2 16-7 0,2-16 4 0,-2 8 4 16,2-8-6-16,-2 11-3 0,2-11 2 0,0 11 6 15,0-11-4-15,2 11-4 0,-2-5-3 0,0-6 10 16,0 11-4-16,0-11-1 0,2 10-1 0,-2-10 0 0,-2 8 2 16,2-8 2-16,0 0-8 0,-2 8 6 0,2-8 4 15,0 0-1-15,-1 9-3 0,1-9-3 16,0 0 4-16,0 0-6 0,1 7 3 0,-1-7-14 15,0 0-10-15,0 0-3 0,0 0-10 0,0 0-9 0,0 0-12 16,0 0-22-16,0 0-59 0,-10 3-153 0,10-3 67 16</inkml:trace>
  <inkml:trace contextRef="#ctx0" brushRef="#br0" timeOffset="33486.89">24351 13079 6 0,'0'0'38'0,"0"0"-1"16,0 0-3-16,0 0-4 0,0 0 10 16,0 0-17-16,0 0 2 0,0 0 3 0,0 0-2 0,0 0 0 15,0 0 4-15,0 0-3 0,0 0-4 16,0 0 2-16,0 0 10 0,0 0-4 0,0 0 0 0,0 0-3 15,0 0 2-15,0 0-6 0,0 0-9 16,0 0 12-16,0 0-3 0,0 0 2 0,0 0-10 16,0 0 8-16,0 0-2 0,0 0-2 0,0 0 0 15,0 0-5-15,0 0 3 0,0 0 0 0,0 0 4 0,0 0 3 16,0 0-9-16,0 0-1 0,0 0 10 0,0 0-10 16,4 24-1-16,-4-24 3 0,-1 14 2 0,1-6 2 15,-3 1-15-15,2 1-1 0,-3 0 5 0,-1 0 4 16,3 1-4-16,-1-1 3 0,1-1-21 0,-2 2 21 15,1 0-2-15,-1-1-11 0,1 1 12 0,0-1-6 16,-1 2 2-16,2-2-3 0,0 0 2 0,0-1-5 16,1 1-4-16,-2 0 19 0,2 0-11 0,-1-2 9 15,0 2 3-15,2-3 1 0,-3-1-8 0,3-6 1 16,-1 13-6-16,0-8 5 0,1-5-8 0,-2 10 5 16,2-10-6-16,0 8 1 0,0-8-12 0,0 0 18 15,0 0-4-15,0 10 9 0,0-10-1 0,0 0 3 16,0 0 2-16,0 0 2 0,0 0 0 0,0 0-1 15,-2 6 3-15,2-6-2 0,0 0 0 0,0 0-9 16,0 0 3-16,0 0 3 0,0 0-5 0,0 0-7 16,0 0 3-16,0 0 5 0,4-24-3 0,-4 24-3 15,1-11-6-15,-1 11 6 0,4-11-4 0,-3 5 2 16,-1 6 4-16,3-12-4 0,-2 6-4 0,2-1 2 16,-3 7 0-16,3-15-4 0,-1 10 0 0,3-4 3 15,-3-1 2-15,0 4-1 0,1-2-6 0,-1 0-3 0,0-1 3 16,1 2 8-16,-1 0-4 0,-2 7-1 15,4-12 0-15,-2 5 3 0,0 0-6 0,-2 7 3 16,4-13 1-16,0 7-1 0,-4 6 0 0,3-10-1 16,-1 4-3-16,-2 6 11 0,5-11-17 0,-2 5 7 0,-1 0 9 15,-2 6-2-15,4-7-6 0,-4 7-2 16,5-9-2-16,-2 6 7 0,-3 3 2 0,3-10 3 16,-3 10-11-16,3-5-18 0,-3 5 26 0,0 0 1 0,1-8 0 15,-1 8-4-15,0 0 2 0,3-7 1 0,-3 7-3 16,0 0 3-16,0 0 1 0,0 0 0 0,3-6-5 15,-3 6 3-15,0 0-2 0,0 0 2 0,0 0 2 16,0 0-10-16,0 0 3 0,0 0 5 0,0 0-4 16,0 0-1-16,0 0-3 0,0 0 5 0,0 0 2 15,0 0-7-15,0 0 2 0,0 0-3 0,0 0-4 16,0 0 8-16,0 0 7 0,0 0-8 0,0 0 1 16,0 0 9-16,4 17 2 0,-4-17-19 0,3 9 14 15,-3-9 12-15,1 7-19 0,-1-7 1 0,0 7 2 16,0-7 3-16,0 0-5 0,2 10-3 0,-2-10 7 15,1 7-5-15,-1-7 6 0,0 0 2 0,3 8-8 16,-3-8 6-16,1 9 1 0,-1-9-2 0,1 5-6 16,-1-5 14-16,0 0-10 0,1 9-4 0,-1-9 2 15,0 0-1-15,0 0-5 0,3 6-8 0,-3-6-4 16,0 0-16-16,0 0-10 0,2 6-9 0,-2-6-10 16,0 0-8-16,0 0-4 0,0 0-19 0,5 7-78 0,-5-7-189 15,2 4 83-15</inkml:trace>
  <inkml:trace contextRef="#ctx0" brushRef="#br0" timeOffset="33928.65">25313 13250 48 0,'0'0'68'0,"0"0"-12"15,0 0-3-15,0 0-20 0,0 0-9 0,0 0-1 16,0 0-16-16,0 0 1 0,0 0-19 0,0 0-13 16,-12 0-24-16,12 0-51 0,0 0 22 0</inkml:trace>
  <inkml:trace contextRef="#ctx0" brushRef="#br0" timeOffset="34576.31">24261 13288 16 0,'0'0'45'0,"0"0"-5"0,0 0 1 16,0 0-4-16,0 0-3 0,0 0 0 0,0 0-3 15,0 0 0-15,0 0-7 0,0 0-4 16,0 0 3-16,0 0-2 0,0 0-4 0,0 0-5 0,0 0 0 16,0 0 5-16,0 0-9 0,0 0 3 0,0 0-6 15,0 0 5-15,0 0 3 0,0 0-1 0,0 0-6 16,0 0 4-16,0 0 1 0,0 0-4 0,0 0 3 15,0 0-4-15,0 0 6 0,0 0-2 0,0 0 2 16,0 0 1-16,0 0-8 0,0 0 1 0,0 0-5 16,0 0-8-16,0 0-6 0,0 0-6 0,0 0-11 15,0 0-4-15,0 0-16 0,0 0-29 0,0 0-85 16,0 0 38-16</inkml:trace>
  <inkml:trace contextRef="#ctx0" brushRef="#br0" timeOffset="35646.15">24248 13282 20 0,'0'0'18'0,"0"0"-20"0,0 0-4 15,0 0-7-15,0 0 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5:32:53.9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25194 13168 5 0,'0'0'86'0,"0"0"-5"0,0 0 1 16,0 0 5-16,1-21-14 0,-1 21 5 0,0 0-2 15,0 0 0-15,0 0-5 0,0 0-2 0,0 0 6 16,-1-10-8-16,1 10-2 0,0 0 5 0,0 0-15 16,0 0 0-16,0 0 1 0,0 0-12 0,0 0-1 15,0 0-6-15,0 0 2 0,0 0-8 0,0-7-2 16,0 7-1-16,0 0 3 0,0 0-6 0,0 0 1 16,0 0 3-16,0 0-1 0,0 0-1 0,0 0-2 0,0 0-1 15,0 0 0-15,0 0-2 0,0 0-7 0,0 0 2 16,0 0 1-16,0 0-3 0,0 0 0 15,0 0-5-15,0 0 10 0,0 0-3 0,0 0 0 0,0 0 5 16,0 0-4-16,0 0 6 0,0 0 3 0,0 0 2 16,0 0 1-16,0 0-6 0,0-10 5 0,0 10-6 15,0 0-3-15,0 0-4 0,0 0 4 0,0 0-5 16,0 0-2-16,-2-9 0 0,2 9 2 0,0 0-1 16,0 0 0-16,0 0 1 0,0 0 1 0,-2-10 0 15,2 10 2-15,0 0-10 0,0 0 3 0,0 0 5 16,0 0-1-16,0 0-7 0,0 0 4 0,0 0 1 15,0 0-1-15,0 0-5 0,0 0 4 0,0 0-4 16,0 0 1-16,0 0-1 0,0 0-4 0,0 0 0 16,0 0-1-16,0 0-3 0,0 0 3 0,0-7-3 15,0 7 3-15,0 0-3 0,0 0-3 0,0 0-2 16,0 0 1-16,0 0 1 0,0 0 3 0,0 0-5 16,0 0 1-16,0 0 5 0,0 0 0 0,0 0-4 15,-5 23 2-15,5-23 2 0,-2 9-2 0,2-9-3 16,-1 11 1-16,1-3 7 0,-1 0-4 0,1-8-1 15,-2 15 2-15,-1-8-2 0,3 3-2 0,-4-1 3 16,4 0 0-16,0-1-3 0,-1-1 6 0,0 2-1 16,-2 0 12-16,3 2-3 0,-2-3 1 0,0 0-4 15,0 0 1-15,0 0 2 0,1 1-3 0,0-2 0 16,1-7-2-16,-3 12 2 0,3-6-4 0,0-6-1 16,-2 13 2-16,2-7-1 0,0-6 2 0,-3 12-2 15,2-5 0-15,-2 1-1 0,3-8 0 0,-3 13-1 16,3-6 3-16,0-7-2 0,-2 11 0 0,2-5-2 15,0-6 2-15,-2 12 2 0,2-12-1 0,0 10-3 16,0-10 4-16,-2 8-2 0,2-8 0 0,-2 7 0 16,2-7 0-16,0 0-2 0,0 11 2 0,0-11-2 15,0 0 3-15,0 0-3 0,-3 6-1 0,3-6 3 16,0 0 0-16,0 0 0 0,0 0 1 0,0 0 0 16,0 0 3-16,-1 7-3 0,1-7 5 0,0 0 3 15,0 0 5-15,0 0 1 0,0 0 6 0,0 0 2 0,0 0-1 16,0 0-3-16,0 0 2 0,0 0-6 15,0 0 3-15,0 0-5 0,0 0 0 0,0 0-5 16,2-25 1-16,-2 25 0 0,3-12 2 0,0 5 0 16,-3-1 0-16,0 8-7 0,2-14 5 0,-2 7-5 0,2 0-2 15,-1-2 0-15,1 0-1 0,1 0 2 0,-2-1-4 16,0 0 1-16,1 2 1 0,2-3-3 16,-3 1 6-16,0 0-8 0,2 1 3 0,-1-1-4 15,0 0 3-15,-2 1 0 0,2-1-2 0,-2 10 0 16,0-13 1-16,0 6-2 0,0 7 0 0,1-11 1 0,1 6 2 15,-2 5-3-15,1-10 3 0,-1 10-2 0,0-8 2 16,0 8 0-16,1-9-3 0,-1 9 2 16,1-7 0-16,-1 7-2 0,0 0 1 0,0 0 1 15,3-7-1-15,-3 7 0 0,0 0 5 0,0 0-8 0,0 0 2 16,0 0-1-16,0 0-1 0,0-10 1 0,0 10-1 16,0 0-1-16,0 0 4 0,0 0-4 0,0 0-2 15,0 0 0-15,0 0-1 0,0 0 1 0,0 0 2 16,0 0 1-16,0 0-1 0,0 0 1 15,0 0 0-15,3 24 6 0,-3-24-3 0,-3 14-5 0,3-7 5 16,0 3-1-16,-3 0-2 0,2 0 5 0,0 0-4 16,0 1 0-16,1 0 1 0,-2-1 2 0,4 2-1 15,-1-2 2-15,-2 0-1 0,-1 0-1 0,2 0 5 16,-1-1-2-16,1 0-3 0,0-1 2 0,0 3-3 16,0-5 1-16,0-6 4 0,0 14-4 0,0-9 4 15,0-5-2-15,0 11-2 0,0-11 2 0,0 9-1 16,0-9 2-16,0 7-1 0,0-7 1 0,3 7-2 15,-3-7 0-15,0 0 0 0,0 0-1 0,0 0 3 16,1 9-1-16,-1-9 0 0,0 0 1 0,0 0 1 16,0 0 2-16,0 0 1 0,0 0-2 0,0 0 0 15,0 0 3-15,0 0 0 0,0 0 3 0,0 7-7 16,0-7 4-16,0 0 1 0,0 0 1 16,0 0-1-16,0 0 0 0,0 0-2 0,0 0 0 0,0 0-3 15,0 0 1-15,0 0-2 0,-1-26 3 0,1 26-4 16,1-17 0-16,0 10 2 0,-1 7 1 0,0-14-1 15,1 7 1-15,-1-1-3 0,3-2 1 0,-3 1-1 16,0-1-3-16,0 0 4 0,0-1-1 0,3 3-5 16,-1-2 4-16,-1 2-2 0,0 1 0 0,1 0 3 15,-2 7-3-15,1-14 1 0,0 9-2 0,-1 5-1 16,3-13 1-16,-3 7 0 0,0 6 1 0,0-11 0 16,0 11 1-16,4-7-1 0,-4 7-2 0,0 0 4 15,0-8-3-15,0 8 2 0,0 0-1 0,0 0-2 16,1-7 3-16,-1 7-4 0,0 0 0 0,0 0-3 15,0 0-3-15,0 0-2 0,0 0-2 0,0 0-3 16,0 0 2-16,0 0 2 0,0 0 3 0,0 0 1 16,0 0 1-16,0 0 0 0,3 24 3 0,-3-15-1 15,0-2 0-15,1 3 3 0,-2 0 0 0,2-1 0 16,-2 1 0-16,2 0 4 0,-1-2-4 0,0 2 2 16,-1-2 0-16,1-8-1 0,1 14 2 0,-1-7 1 15,0 1-1-15,0-8 8 0,-1 13-9 0,1-13 1 16,0 9-1-16,0-9 0 0,0 8 5 0,0-8 9 15,0 0-12-15,0 8 1 0,0-8 1 0,0 0 0 16,2 6 5-16,-2-6-3 0,0 0 1 0,0 0 4 16,0 0 4-16,0 0 6 0,0 0 0 0,0 0-4 15,0 0 1-15,0 0-4 0,0 0 1 0,0 0-1 16,0 0-1-16,0 0 0 0,-5-23-3 0,5 23 0 16,-1-14 1-16,1 5-5 0,0-1 3 0,1 0-3 15,-2-1-2-15,1-1 3 0,0 2-2 0,0-1 0 16,0-1-1-16,0 2 2 0,0 0-1 0,0 3-1 15,0 7-1-15,1-12 1 0,-1 12-1 0,-1-10 1 0,1 10-8 16,0 0-7-16,1-7-11 0,-1 7-12 16,0 0-21-16,0 0-18 0,0 0-15 0,0 0-2 15,0 0 8-15,0 0-19 0,0 0-21 0,0 0-30 16,0 0-24-16,-5 23-110 0,1-17-313 0,1 1 140 16</inkml:trace>
  <inkml:trace contextRef="#ctx0" brushRef="#br0" timeOffset="17589.18">25203 13290 26 0,'0'0'40'15,"0"0"-1"-15,0 0-1 0,0 0-10 0,0 0-5 16,0 0-2-16,0 0 0 0,0 0-4 0,0 0 3 15,0 0-5-15,0 0 1 0,0 0-2 0,0 0 8 0,0 0-6 16,0 0 2-16,0 0 0 0,0 0-2 16,0 0-5-16,0 0 9 0,0 0-9 0,0 0-3 15,0 0 4-15,0 0-2 0,0 0-5 0,0 0 8 16,0 0-6-16,0 0 7 0,0 0 1 0,0 0-9 16,0 0 7-16,0 0-10 0,0 0 8 0,0 0-1 0,0 0-2 15,0 0-8-15,0 0-5 0,0 0-6 16,0 0-12-16,0 0-4 0,0 0-3 0,0 0-3 15,0 0 4-15,0 0 1 0,0 0 0 0,0 0 0 16,0 0 1-16,0 0 1 0,0 0-2 0,0 0 2 0,0 0-14 16,0 0-42-16,0 0 18 0</inkml:trace>
  <inkml:trace contextRef="#ctx0" brushRef="#br0" timeOffset="19302.74">25249 13319 20 0,'0'0'30'0,"0"0"-4"0,0 0-2 16,0 0-3-16,0 0-3 0,0 0 0 0,0 0-4 15,0 0-3-15,0 0-3 0,0 0-14 0,0 0-4 16,0 0-2-16,-7-5-3 0,7 5-10 0,0 0-27 15,0 0 13-15</inkml:trace>
  <inkml:trace contextRef="#ctx0" brushRef="#br0" timeOffset="19832.24">25172 13277 5 0,'0'0'13'0,"0"0"-1"0,0 0-3 0,0 0 1 16,0 0-1-16,0 0-3 0,0 0 1 0,0 0-6 15,0 0-3-15,0 0 1 0,0 0 1 0,0 0-2 16,0 0 2-16,0 0-1 0,0 0 4 0,0 0 1 16,0 0 4-16,0 0 3 0,0 0 1 0,0 0 7 15,0 0-5-15,0 0 3 0,0 0-3 0,0 0 6 16,0 0 1-16,0 0 5 0,0 0 1 0,0 0-5 15,0 0-2-15,0 0 3 0,0 0-3 0,0 0-3 16,0 0-3-16,0 0-4 0,0 0 5 0,0 0-2 16,0 0-3-16,0 0-2 0,0 0 2 15,0 0-5-15,0 0-1 0,0 0-3 0,0 0 5 0,0 0 4 16,0 0-2-16,0 0-2 0,0 0-3 0,0 0-5 16,0 0 4-16,0 0-1 0,0 0 0 0,0 0-1 15,0 0 0-15,0 0 1 0,0 0 2 16,0 0-1-16,0 0-4 0,0 0-4 0,0 0 3 0,0 0-14 15,0 0-6-15,0 0 4 0,0 0-1 0,0 0-3 16,0 0-5-16,0 0-5 0,0 0-21 0,0 0-58 16,0 0 26-16</inkml:trace>
  <inkml:trace contextRef="#ctx0" brushRef="#br0" timeOffset="30611.85">25736 12976 1 0,'0'0'5'0,"7"-1"1"16,-7 1-8-16,10-3 6 0,-10 3-3 0,12-3 0 15,-12 3-1-15,9-1 3 0,-3-1-4 0,-6 2 3 16,12-2 7-16,-12 2-9 0,11-5 1 0,-5 5-1 16,-6 0 3-16,9-2-5 0,-9 2 4 0,8-3-4 15,-8 3 4-15,8-1 1 0,-8 1 0 0,9-3 0 16,-9 3-3-16,9 0 0 0,-9 0 1 0,9-3-2 15,-9 3 5-15,9-2-3 0,-9 2-3 0,11-2 1 16,-11 2 4-16,10-3-4 0,-10 3-1 0,11 0 1 16,-11 0 5-16,8-4-4 0,-8 4 2 0,13-1-1 15,-13 1 0-15,12-2-4 0,-12 2 1 0,11 0 3 16,-3-2-1-16,-8 2 0 0,10-1-2 0,-10 1 1 16,12-2-1-16,-5 1 1 0,-7 1 0 0,13-3-1 15,-7 2 2-15,-6 1-2 0,12-1 3 0,-7-2 2 16,-5 3-2-16,11-1 1 0,-11 1-3 0,10-4 3 15,-10 4-4-15,10 0 2 0,-3-2 0 0,-7 2 0 16,11-1-2-16,-11 1 0 0,13-3 0 0,-6 3 1 16,-7 0-2-16,14-1 0 0,-7-1 2 0,-7 2-2 15,13-1 2-15,-7 0-1 0,-6 1-2 0,14-3-4 16,-9 2 2-16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4T10:13:25.2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5494 5060 49 0,'0'0'113'0,"0"0"-17"16,0 0-11-16,0 0-12 0,0 0-21 0,0 0-20 16,0 0-23-16,0 0-19 0,0 0-24 0,0 0-44 15,0 0-84-15,0 0 38 0</inkml:trace>
  <inkml:trace contextRef="#ctx0" brushRef="#br0" timeOffset="1445.74">4365 5238 53 0,'0'0'131'0,"-10"0"-7"15,10 0-10-15,0 0-10 0,0 0-14 0,0 0-5 16,0 0-8-16,0 0-11 0,0 0-18 0,-9-1-14 16,9 1-9-16,0 0-21 0,0 0-11 0,0 0-19 15,0 0-12-15,0 0-17 0,0 0-3 0,0 0-4 16,0 0-6-16,0 0-40 0,0 0-115 0,0 0 52 15</inkml:trace>
  <inkml:trace contextRef="#ctx0" brushRef="#br0" timeOffset="81890.32">21788 2739 39 0,'-9'-9'200'0,"9"9"-15"0,-5-5-24 16,5 5-19-16,0 0-15 0,0 0-25 0,-5-8-36 15,5 8-39-15,0 0-41 0,0 0-41 0,0 0-109 16,0 0-176-16,0 0 78 0</inkml:trace>
  <inkml:trace contextRef="#ctx0" brushRef="#br0" timeOffset="52914.18">4681 3930 8 0,'0'0'17'16,"0"0"-5"-16,0 0 1 0,0 0 1 0,0 0-5 15,0 0 2-15,0 0-3 0,1-5-2 0,-1 5 4 16,0 0 3-16,0 0-11 0,0 0 4 0,0 0 5 16,0 0-9-16,0 0 2 0,0 0-1 15,0 0-1-15,3-8-3 0,-3 8 3 0,0 0 1 16,0 0-4-16,0 0 0 0,0 0 0 0,0 0 1 15,4-6 1-15,-4 6-2 0,0 0 4 0,0 0-3 0,0 0 1 16,0 0 4-16,0 0-2 0,0 0-6 0,0 0 6 16,0 0-1-16,0 0 0 0,0 0-4 15,0 0 4-15,0 0-4 0,0 0 1 0,0 0 2 16,0 0 0-16,0 0-2 0,0 0-1 0,0 0 3 16,0 0-3-16,0 0 0 0,0 0 1 0,0 0 4 15,0 0-1-15,0 0-1 0,0 0-1 0,0 0 1 16,0 0-2-16,0 0-3 0,0 0 6 0,0 0-4 15,2-6 2-15,-2 6-2 0,0 0 0 0,0 0 2 16,0 0 5-16,0 0-7 0,0 0-1 0,0 0-1 16,0 0 2-16,0 0 2 0,0 0-2 0,0 0 1 15,0 0-1-15,0 0 1 0,0 0 1 0,0 0-4 16,0 0 2-16,0 0 3 0,0 0-4 0,0 0 4 16,0 0-2-16,0 0 2 0,0 0-2 0,0 0 0 15,0 0-2-15,0 0 6 0,0 0-8 0,0 0 10 16,0 0-5-16,0 0 0 0,0 0-3 0,0 0-2 15,0 0 1-15,0 0-2 0,0 0 0 0,0 0-1 16,0 0 2-16,0 0-2 0,0 0-2 0,0 0 6 16,0 0-2-16,0 0 4 0,0 0-3 0,0 0 1 15,0 0 1-15,0 0-1 0,0 0-2 0,0 0 7 16,0 0-13-16,0 0 11 0,0 0-9 0,0 0-9 16,0 0 4-16</inkml:trace>
  <inkml:trace contextRef="#ctx0" brushRef="#br0" timeOffset="110834.82">17039 6813 28 0,'-9'-9'41'0,"5"6"-2"0,-1-3-2 16,-4 0-5-16,4 3-5 0,-1-2 16 0,-2 0-2 16,-4 0-7-16,2 4-4 0,-3-4 6 0,-3 3-2 15,-2-4-5-15,-1 6-1 0,0 0 3 16,-2 2-10-16,-1 2 3 0,-5-2-8 0,-1 3 4 15,0-1-5-15,1 5-6 0,3 0 5 0,-3 1 1 0,0-1 2 16,1 2-3-16,0-1 0 0,1 3 4 0,3-1 4 16,-1 1-12-16,4 0 2 0,3 0-5 0,1 0 9 15,1 0-2-15,-4 6 3 0,5-3 1 0,-1 1-2 16,4 0 2-16,-2 7-3 0,-2-1-1 0,4 3 8 16,0-2-3-16,1 0 1 0,1 2 0 0,1 0 3 15,-1-1 2-15,3 1-11 0,0 2-9 0,2-3 8 16,-1 0-5-16,2-5 0 0,2 8 0 0,-2-2 2 15,2-3 6-15,3 2 1 0,0 2 1 0,-1-8-7 16,5 7 0-16,0 0 0 0,1-3 7 0,2 2-11 0,0-1 5 16,3 0-10-16,1-2 7 0,4 0 0 15,0-5-3-15,4 1 5 0,2 0-4 0,5-6-3 16,1-1 1-16,3-2 2 0,3-3 5 0,0-4-11 16,15-3 2-16,-14-2-5 0,18-4 6 0,0-3-1 15,-3-4 3-15,2-1 0 0,-2-3 0 0,-2-3-10 16,0-1 4-16,-2-2 1 0,-2 0 3 0,-1-3-8 15,-4 2 6-15,-9 3 0 0,-3-1-4 0,-1 0 3 16,7-11-2-16,-11 7 2 0,-4 1-4 0,-1-3-4 16,-7-2 11-16,-2 0-3 0,-3-3 0 0,-6 1 5 15,-3-3-5-15,-4-9-1 0,-5 12-1 0,-6-12-3 16,-7 1 8-16,3 15-12 0,-13-7 11 0,-11 0-9 16,-6 6-3-16,-10 6-2 0,-30-3 3 0,-8 15 10 15,-9 12-4-15,-3 18-24 0,-10 15-35 0,-17 20-35 16,-14 19-85-16,-12 15-194 0,-12 7 86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10:30:19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25347 16251 4 0,'0'0'43'0,"0"0"6"0,0 0-5 16,-4-14-7-16,4 14-1 0,0 0-7 0,-7-8 0 15,7 8 1-15,-10-5-16 0,10 5 6 0,-12-3-4 16,12 3-1-16,-12-1-1 0,5 0-8 0,-1-2 1 16,8 3-4-16,-14-1 2 0,1 1-4 0,6-3 5 15,-2 2 3-15,-3-2-5 0,4 2 8 0,8 1 0 16,-19-4-1-16,12 3 4 0,7 1 4 0,-17-4-6 16,9 4 5-16,8 0-7 0,-12-3-2 0,7 2 3 15,5 1 3-15,-11-4-1 0,11 4 0 0,0 0 4 16,-10 0-10-16,10 0 3 0,0 0-1 0,0 0 0 15,-8-1-3-15,8 1-1 0,0 0-5 0,0 0 4 16,0 0 2-16,0 0-2 0,-9-1 6 0,9 1 0 16,0 0-5-16,0 0 3 0,0 0 1 0,0 0-4 15,0 0 2-15,0 0 3 0,0 0-9 0,0 0 5 16,0 0 8-16,0 0-6 0,0 0-9 0,0 0 13 16,0 0-8-16,0 0-10 0,36 5 17 0,-36-5-4 15,19 1 0-15,-7-1-1 0,1 1 11 0,6-1-8 16,-1 0 9-16,2 0-4 0,2 1 3 0,8-3-4 15,-1 3-3-15,-9-3 5 0,11 2 3 0,-4-3 0 16,1 3 13-16,-6-1-21 0,8 0 1 0,3-1 21 16,-2-1-19-16,0 3 6 0,-1-2 2 0,4 1-5 15,-1-2-4-15,1 3 5 0,-1 0 7 0,-1 0-8 16,2 0-6-16,-1-2 1 0,-1 3-5 0,4 0 2 16,-2-1-4-16,1 2 6 0,-1-4-4 0,4 5 8 15,3-3 1-15,-3 0-1 0,11 1 1 0,-10-3-13 16,1 3-5-16,12-4 9 0,-1 5 5 0,3-4 0 15,-16 2 1-15,14 0 6 0,0 2 0 16,-12-4 2-16,12 2-6 0,1 0-5 0,-12 0 4 0,8 0 0 16,-10 0-3-16,12 2 5 0,-10-4-4 0,10 2 3 15,1 0 2-15,-16 0-4 0,18 2 1 0,-16-4-1 16,14 4 1-16,-1-4-2 0,1 1 4 0,4 2-8 16,-4-2 0-16,-3 1 6 0,-9-1-1 0,12 2-7 15,2-2 1-15,-7-1 1 0,-6 0 1 0,-5 1 2 16,4-2-4-16,1 3 3 0,-5-1-5 15,2 1 1-15,0-1 1 0,0 1-2 0,3 0 6 0,-5-2-4 16,-2 2 2-16,1 3-3 0,3-3-4 0,-2 3 4 16,0-2-1-16,-2 1 2 0,-1-1-8 0,2 1 7 15,-3-1 3-15,0 0-3 0,0 2 0 0,-5 0-1 16,-5 0 1-16,5-1-1 0,-5 0 2 0,-1 1-5 16,-4-3 12-16,1 2-6 0,-4-2-4 0,2 1 1 15,-2-1 3-15,-1 1-4 0,-2-2 3 0,0 2-5 16,0-1 5-16,-1 1-2 0,-1-1 1 0,2-2-3 15,-11 2 3-15,12 2 1 0,-12-2 1 0,8 0-2 16,-8 0 1-16,0 0 4 0,9 0-3 0,-9 0 2 16,0 0-10-16,0 0 5 0,10 1 3 0,-10-1 3 15,0 0 6-15,0 0-4 0,0 0 4 16,0 0-2-16,0 0 5 0,6 3-1 0,-6-3-7 0,0 0 5 16,0 0-6-16,0 0 0 0,0 0-2 0,0 0 2 15,0 0-1-15,0 0-6 0,0 0 5 0,0 0-4 16,0 0 0-16,0 0-1 0,0 0 1 0,0 0-2 15,0 0 1-15,0 0 0 0,0 0-1 0,0 0-4 16,0 0 2-16,0 0 2 0,0 0 1 0,0 0-4 16,0 0 0-16,0 0 4 0,0 0-5 0,0 0 3 15,0 0-3-15,0 0 2 0,0 0-1 0,0 0-2 16,0 0 1-16,0 0 3 0,0 0-1 16,0 0-2-16,0 0 3 0,0 0-10 0,0 0 9 0,0 0-3 15,0 0 6-15,0 0-2 0,0 0-1 0,0 0 2 16,0 0-3-16,0 0 0 0,0 0 5 0,0 0-10 15,0 0 8-15,0 0 1 0,0 0 2 0,0 0-5 16,0 0 2-16,0 0-6 0,0 0 5 0,0 0 1 16,0 0-2-16,0 0-2 0,0 0 5 0,0 0-4 15,0 0 5-15,0 0 3 0,0 0-3 0,0 0 3 16,4 5-3-16,-4-5 3 0,0 0-2 0,0 0-1 16,0 0-1-16,0 0 7 0,0 0-6 0,0 0-2 15,0 0 3-15,0 0-4 0,0 0 2 0,0 0-2 16,0 0-2-16,0 0 2 0,0 0 1 0,0 0-1 15,0 0-3-15,0 0 0 0,0 0 2 0,0 0 3 16,0 0-6-16,0 0 1 0,0 0 3 0,0 0-3 16,0 0 4-16,0 0-4 0,0 0 0 0,0 0 3 15,0 0 0-15,0 0-2 0,0 0 4 0,0 0-4 16,0 0-4-16,0 0 2 0,0 0 0 0,0 0-10 16,0 0-5-16,0 0-5 0,0 0-22 0,0 0-10 15,0 0-14-15,0 0-5 0,0 0-34 0,0 0-12 16,0 0-16-16,-13 15-34 0,6-7-97 0,-5-4-288 15,-5-3 128-15</inkml:trace>
  <inkml:trace contextRef="#ctx0" brushRef="#br0" timeOffset="4965.18">15748 17241 40 0,'-6'-4'58'0,"6"4"-7"0,-7-7-2 16,7 7-1-16,-6-5 15 0,6 5-12 0,-9-6-2 16,9 6 2-16,-8-7-13 0,8 7 4 0,-7-6 3 15,7 6 3-15,-8-5 0 0,8 5-9 0,-8-4 4 16,8 4-4-16,-6-5-1 0,6 5 2 0,0 0-9 15,-5-3 1-15,5 3-9 0,0 0 5 0,0 0-3 16,-5-5-14-16,5 5 3 0,0 0 5 0,0 0-4 16,0 0 1-16,0 0-8 0,0 0 3 0,0 0-9 15,0 0 1-15,0 0 7 0,0 0 2 0,0 0-6 16,0 0-1-16,25 1 4 0,-8 1-4 0,-6 0 5 16,6-1-3-16,3-1-1 0,2 3-1 0,4-2-10 15,7 2 8-15,-5-3-1 0,3 2-2 0,-1 1 1 16,4 1 6-16,5-1-6 0,-2-3 4 0,0 4 4 15,2-2-5-15,12 4 14 0,0-5-12 0,3 2-3 16,-1-1-6-16,2 0 6 0,0 0 3 0,0 0 5 16,-1-5-6-16,1 7 14 0,0-3-4 15,0 1-5-15,3-1 8 0,5-1-4 0,2 1-1 16,-2-2 1-16,3 0-1 0,28 2-2 0,-5 0 1 0,-31 1 5 16,3 1-4-16,0 1-4 0,4-1-1 15,1 0 1-15,24 1 6 0,-26 2-7 0,-1-3 2 0,29 4-4 16,-26-4 3-16,0 3-4 0,27 0 2 15,-29-1-3-15,28 1 5 0,-31-1-4 0,34-2 1 16,-6 5-1-16,-27-5 1 0,3 0-1 0,32 1 1 16,-1 0 2-16,-7 0-1 0,-24 0-10 0,28-3 9 15,1 3-1-15,-32 0-4 0,32 0 10 0,-36-1-6 16,9 1 7-16,-1 3 1 0,28-2-1 0,-33 2 7 0,4-3-5 16,2 4-5-16,-2-3 8 0,27 3 3 15,-31-2-1-15,3 1 0 0,1-3 2 0,-1-1-2 16,27-3 0-16,-35 0-3 0,3 2 4 0,0-2 4 15,-2-2-4-15,2 2-2 0,-4-5-5 0,-5 3 2 16,-11 0 1-16,-1 0 1 0,-3-2-9 0,0 5 8 16,-4-3-5-16,-2 1-1 0,-7 1-5 0,-2-3 2 15,-1 2 3-15,-5 1-10 0,-1 0-14 0,-1-2-21 16,-12 2-4-16,0 0-27 0,25 2-20 16,-16-2-23-16,-9 0-17 0,10 2-28 0,-10-2-83 0,0 0-257 15,0 0 114-15</inkml:trace>
  <inkml:trace contextRef="#ctx0" brushRef="#br0" timeOffset="43116.3">12641 6863 7 0,'0'0'26'0,"0"0"-1"0,0 0-3 0,0 0 5 16,0 0-6-16,0 0 5 0,0 0-14 0,0 0 6 16,0 0-5-16,0 0-2 0,0 0-1 0,0 0 5 0,0 0-11 15,0 0 1-15,0 0 3 0,0 0-2 0,0 0-1 16,0 0-2-16,0 0 6 0,0 0-3 0,0 0-1 16,0 0-3-16,0 0 2 0,0 0-5 0,0 0-5 15,0 0-3-15,0 0-4 0,0 0-8 0,0 0 0 16,0 0-16-16,0 0-40 0,0 0 19 0</inkml:trace>
  <inkml:trace contextRef="#ctx0" brushRef="#br0" timeOffset="44320.06">16682 7267 8 0,'0'0'42'0,"0"0"-5"0,0 0 0 0,0 0-6 15,0 0 2-15,0 0-7 0,0 0-1 0,0 0-3 16,0 0-2-16,0 0-3 0,0 0 3 0,0 0-9 0,0 0 2 16,0 0-1-16,0 0-4 0,0 0 0 0,0 0 7 15,0 0-3-15,0 0-4 0,0 0-18 16,0 0 19-16,0 0 0 0,0 0-4 0,0 0-7 15,0 0 2-15,0 0 8 0,0 0-10 0,0 0 4 0,0 0-2 16,0 0-2-16,0 0 2 0,0 0-11 0,0 0 5 16,0 0-3-16,0 0 1 0,0 0-3 0,0 0-8 15,0 0-7-15,0 0-2 0,0 0-23 0,0 0-55 16,0 0 24-16</inkml:trace>
  <inkml:trace contextRef="#ctx0" brushRef="#br0" timeOffset="44943.05">12402 6931 4 0,'0'0'38'0,"0"0"-5"15,0 0-13-15,0 0-14 0,0 0-12 16,0 0-11-16,0 0-16 0,0 0 8 0</inkml:trace>
  <inkml:trace contextRef="#ctx0" brushRef="#br0" timeOffset="45646.95">16070 6993 50 0,'0'0'61'16,"0"0"-9"-16,0 0-4 0,0 0-6 0,0 0-3 15,0 0-5-15,0 0-2 0,0 0-1 0,0 0-1 16,0 0 2-16,0 0-5 0,0 0 4 0,0 0-5 16,0 0 1-16,0 0-5 0,0 0 0 0,0 0-3 15,0 0-5-15,0 0 3 0,0 0-2 0,0 0-3 16,0 0 2-16,0 0-6 0,0 0-5 0,0 0-15 15,0 0-12-15,0 0-2 0,0 0-15 0,0 0-18 16,0 0-32-16,0 0-100 0,0 0 45 0</inkml:trace>
  <inkml:trace contextRef="#ctx0" brushRef="#br0" timeOffset="46267.45">12475 6851 19 0,'0'0'46'15,"0"0"-1"-15,0 0-4 0,0 0-6 0,0 0 0 16,0 0-9-16,0 0-2 0,0 0-3 0,0 0-7 15,0 0-15-15,0 0-11 0,0 0-12 0,0 0-22 16,0 0-48-16,8-1 22 0</inkml:trace>
  <inkml:trace contextRef="#ctx0" brushRef="#br0" timeOffset="73773.39">1026 3352 82 0,'0'0'140'0,"0"0"-4"0,0 0-7 15,1-3 0-15,-1 3-5 0,0 0-11 0,0 0-10 16,0 0-4-16,0 0-3 0,0 0-10 16,0 0-5-16,0 0-3 0,0 0-6 0,0 0-10 15,0 0-8-15,0 0-2 0,0 0-2 0,0 0-9 16,0 0-2-16,0 0-1 0,0 0-7 0,0 0-3 15,0 0-5-15,-27-2 0 0,27 2-1 0,0 0-2 16,-16 2-8-16,16-2 0 0,-18 0-2 0,18 0-2 16,-17 2 3-16,17-2 4 0,-12 0-4 0,12 0 3 15,-11 1-3-15,11-1 0 0,0 0 0 0,0 0-7 16,0 0-1-16,-13 0 0 0,13 0-8 0,0 0 3 16,0 0-1-16,0 0 4 0,0 0 4 0,0 0 4 15,42 9 2-15,-13-11-6 0,3-2-4 0,3 2-7 16,1 0-14-16,4-3-16 0,-2 2-14 0,-1-2-16 15,-1 1-24-15,0 0-26 0,-3 1-2 0,-4 0-21 16,-10 0-106-16,-1 3-266 0,-18 0 119 0</inkml:trace>
  <inkml:trace contextRef="#ctx0" brushRef="#br0" timeOffset="74318.14">1131 3315 55 0,'0'0'116'0,"0"0"-7"0,0 0 16 0,0 0-4 0,0 0-8 15,6 27-3-15,-6-14-9 0,2 2 7 0,0 2-11 16,-1 9-11-16,0-7 1 0,0 6-4 0,-1 0-5 15,-1-1-6-15,2 4-2 0,-3-9 1 0,2 6-10 16,0-7 0-16,0 3-5 0,-1-4 2 0,1 2-14 16,-2-4-3-16,4 2-3 0,-4 0-2 15,2-1-5-15,0-16-2 0,-2 23-6 0,2-12 2 16,0-11-8-16,2 21 4 0,-2-11-8 0,0-10 4 16,2 15-4-16,-2-15 2 0,1 13-2 0,-1-13 1 15,0 0-3-15,2 16-2 0,-2-16-5 0,0 0-1 16,0 0 3-16,0 0-1 0,0 11 0 0,0-11-4 15,0 0-7-15,0 0 0 0,0 0-4 0,0 0-6 0,-17 3-4 16,17-3 0-16,0 0-4 0,0 0 4 16,-27-7-9-16,27 7 8 0,-19-6 1 0,8 3 4 15,11 3-1-15,-19-8 7 0,11 5 0 0,8 3-3 16,0 0 3-16,-17-2 3 0,17 2 1 0,0 0-3 16,-16-5 1-16,16 5 2 0,0 0-1 0,-7-6-1 15,7 6-2-15,0 0 2 0,0 0 0 0,0 0 1 16,0 0 2-16,0 0 0 0,0 0 11 0,0 0 6 15,0 0 1-15,0 0 1 0,0 0 8 0,0 0-1 16,0 0 4-16,0 0-6 0,44 8-2 0,-44-8-10 16,34-7-1-16,-14 5-4 0,-2 0-17 0,5-1-20 15,-3 1-23-15,0 0-27 0,0-2-29 16,1 2-23-16,-2 2-135 0,-1 0-295 0,-6-2 131 0</inkml:trace>
  <inkml:trace contextRef="#ctx0" brushRef="#br0" timeOffset="74687.2">1481 3636 117 0,'0'0'226'15,"0"0"-9"-15,0 0-16 0,0 0-11 0,0 0-22 16,0 0-12-16,0 0-24 0,0 0-10 0,0 0-14 15,0 0-10-15,0 0-17 0,0 0-4 0,0 0-5 16,0 0 6-16,0 0-7 0,0 0 2 0,0 0-12 16,0 0-3-16,-9 44-7 0,5-32 19 0,1 3 0 15,-2-2-2-15,1 2-7 0,1 2-3 0,0 1 4 16,-2-1-15-16,2-6-5 0,-1 5 0 16,2-2-1-16,2-14-12 0,-2 22 0 0,4-10-5 0,-2-12 1 15,1 20-6-15,2-11 1 0,-3-9 2 0,0 18-8 16,2-8 3-16,-2-10 4 0,5 14-8 15,-5-14 4-15,11 13-4 0,-5-9 1 0,-6-4-3 16,15 10 1-16,-6-7-3 0,2 0-12 0,-11-3-17 16,24 3-22-16,-12-3-29 0,-12 0-22 0,24-1-42 15,-24 1-36-15,24-5-29 0,-14-2-26 0,-1 2-152 16,0-2-409-16,-9 7 181 0</inkml:trace>
  <inkml:trace contextRef="#ctx0" brushRef="#br0" timeOffset="74900.3">1577 3798 45 0,'-7'-5'230'0,"7"5"-7"16,0 0-6-16,0 0-15 0,0 0-16 0,0 0-20 16,0 0-17-16,0 0-15 0,0 0-10 0,0 0-8 15,0 0-15-15,0 0-10 0,0 0-9 0,30-11-11 16,-30 11-22-16,21-4-27 0,-9 1-31 0,-12 3-38 15,19-6-35-15,-6 3-31 0,-3 0-40 16,-10 3-21-16,17-7-98 0,-17 7-295 0,11-7 131 0</inkml:trace>
  <inkml:trace contextRef="#ctx0" brushRef="#br0" timeOffset="75065.67">1514 3627 52 0,'0'0'195'16,"0"0"-10"-16,0 0-15 0,0 0-18 0,0 0-19 16,0 0-7-16,0 0-11 0,0 0-19 0,32-20-30 15,-12 15-39-15,1 1-46 0,5-2-55 0,-4 3-130 16,0 2-221-16,6-4 97 0</inkml:trace>
  <inkml:trace contextRef="#ctx0" brushRef="#br0" timeOffset="75282.64">2039 3609 199 0,'0'0'302'16,"0"0"-9"-16,0 0-20 0,0 0-21 0,0 0-28 15,14 4-14-15,-14-4-26 0,0 0-17 0,0 0-16 16,0 0-19-16,20-7-16 0,-20 7-23 0,21-8-30 15,-11 5-33-15,3-1-37 0,-13 4-45 0,21-2-37 16,-21 2-44-16,21-1-37 0,-21 1-25 0,17 1-146 16,-17-1-369-16,0 0 164 0</inkml:trace>
  <inkml:trace contextRef="#ctx0" brushRef="#br0" timeOffset="75468.09">2061 3723 154 0,'0'0'203'0,"0"0"-2"0,-10 7-2 0,10-7-15 16,0 0-12-16,0 0-15 0,0 0-15 0,0 0-18 15,0 0-7-15,0 0-13 0,0 0-7 0,0 0-11 16,0 0-24-16,37-2-29 0,-20 1-33 0,-17 1-45 16,40-6-42-16,-19 6-60 0,-1 0-146 0,-6-3-318 15,-14 3 142-15</inkml:trace>
  <inkml:trace contextRef="#ctx0" brushRef="#br0" timeOffset="76830.23">2686 3591 81 0,'-17'-13'96'15,"17"13"-12"-15,-9-3-6 0,9 3-4 0,-9-1-2 16,9 1 0-16,-13-2 4 0,13 2 0 0,-13-1-1 16,5 1-8-16,8 0 7 0,-12-2-3 0,5 0 2 15,7 2 1-15,0 0-1 0,-12 0 0 0,12 0-2 16,0 0-2-16,0 0-3 0,-11 0-4 0,11 0-6 15,0 0-5-15,0 0-6 0,0 0-5 0,0 0-5 16,0 0-6-16,0 0-7 0,0 0 4 0,0 0 5 16,0 0-6-16,0 0-5 0,32-1 1 0,-16 0-1 15,6 0-8-15,6-3-10 0,-7 3-21 0,0-3-23 16,7 2-28-16,-1-1-35 0,-5 1-30 0,-2 1-136 16,-2 1-292-16,-5-1 129 0</inkml:trace>
  <inkml:trace contextRef="#ctx0" brushRef="#br0" timeOffset="77311.87">2757 3536 112 0,'-8'1'147'0,"8"-1"-12"0,0 0-14 0,0 0-14 15,0 0-14-15,0 0-18 0,0 0-2 0,0 0-6 16,1 16-1-16,-1-6-3 0,-1-1 0 0,1 4-4 16,-2 5 4-16,2 2-5 0,-1 4 0 0,-2 1-2 15,2-6 4-15,-1 6-11 0,4 1-3 0,-3-2 3 16,0-5-11-16,1 0-7 0,0-2 4 0,0 2-3 16,0-2-1-16,1 0-2 0,-1-2-4 0,1 2-3 0,0-6-4 15,-1-1 3-15,2 0-2 0,-2-1-3 16,1 0 1-16,0-1-5 0,1-2 7 0,-2-6-8 15,0 13 0-15,0-13 1 0,0 6-1 0,0-6-2 16,1 7 5-16,-1-7-6 0,0 0 3 0,0 0 0 16,-9 7-2-16,9-7 2 0,-10 0-5 0,1 0 2 15,9 0-7-15,-18-1 8 0,6 1-8 16,-1-2 5-16,3 1-2 0,-1 2-2 0,1-3 0 0,0 1 1 16,10 1-4-16,-13-1-1 0,13 1 0 0,-11-2 2 15,11 2 1-15,-7-1-3 0,7 1 2 0,0 0 5 16,0 0-6-16,0 0 1 0,0 0-1 0,0 0-4 15,0 0 4-15,0 0 1 0,0 0 3 0,28-1-3 16,-12-3 3-16,6 2-4 0,-4-1 2 0,4 1-9 16,6 1-15-16,-7-1-21 0,6-1-23 0,-1 1-33 15,-4 0-30-15,-2-2-24 0,-1 4-116 16,-2-3-292-16,-4 3 130 0</inkml:trace>
  <inkml:trace contextRef="#ctx0" brushRef="#br0" timeOffset="77572.45">3048 3852 10 0,'0'0'208'0,"1"-11"2"0,-1 11-1 15,0 0-12-15,0 0-15 0,0-11-16 0,0 11-20 16,0 0-16-16,0 0-17 0,0 0-9 0,0 0-12 16,0 0-1-16,0 0-10 0,0 0-4 0,0 0-6 15,1 39-2-15,-1-26-3 0,-1 3-6 0,0 0 10 16,1 0-3-16,-2 3-4 0,0-2-2 0,0-1-11 15,1 0-3-15,0-4-7 0,-1 1 0 0,1-1-4 0,1-2-2 16,-1 2-6-16,2-1 0 0,-2 0-1 16,1 1-5-16,2-2-17 0,-2 1-19 0,0 0-29 15,0-11-24-15,0 19-30 0,2-11-32 0,-2-8-33 16,0 13-29-16,0-13-176 0,0 11-396 0,0-11 175 16</inkml:trace>
  <inkml:trace contextRef="#ctx0" brushRef="#br0" timeOffset="77841.78">3021 3760 76 0,'9'-4'166'0,"2"-1"-4"0,-1 3-15 15,2-1-11-15,1 0-12 0,-13 3-17 0,23 0-15 16,-13 2-2-16,0 2-9 0,2-1-15 15,-2 2-1-15,-10-5-7 0,14 9-5 0,-9 0-1 16,-5-9-2-16,5 17-10 0,-4-8 3 0,-3 2-7 16,2-11-4-16,-9 21 1 0,3-11-8 0,-1 0 1 15,-2 1-1-15,-1-2-2 0,4-1-4 0,-3 0-7 0,1 1-21 16,0-2-19-16,2-1-33 0,2 0-25 16,4-6-29-16,-8 10-23 0,6-3-96 0,2-7-253 0,-7 9 112 15</inkml:trace>
  <inkml:trace contextRef="#ctx0" brushRef="#br0" timeOffset="78314.2">3442 3820 168 0,'0'0'220'0,"-11"-6"-12"15,11 6-13-15,-10-2-17 0,10 2-15 0,0 0-17 16,-23 5-16-16,16-1-13 0,0 4-12 0,-4-1-2 16,0 0-19-16,5 3-1 0,-2 0-12 0,0 1-8 15,4-1-6-15,1 1-6 0,0 1-6 16,2 0 1-16,-1-1-10 0,1 0 0 0,1-11-4 16,4 20-1-16,-3-13-4 0,4 2-1 0,2-4-3 0,-2 1-3 15,4-2-3-15,0 1 2 0,1 0-2 0,0-3-1 16,2 1-3-16,-1-3 0 0,-11 0-2 0,17 0 3 15,-17 0-2-15,14-1 2 0,-14 1-3 16,9-2 4-16,-9 2-7 0,0 0 2 0,9-6 5 16,-9 6-4-16,0 0 4 0,0 0-4 0,0 0-3 15,0 0 1-15,0 0-3 0,0 0-1 0,-28-11 3 16,28 11-2-16,-20 2-2 0,7 1 3 0,1 1-2 16,-2 2-2-16,2-1 1 0,-1 2 2 0,-2 0-2 0,0 4-3 15,0 2 4-15,2-2 4 0,0 1 5 0,4-2 0 16,0 3-4-16,0 0 2 0,4-3 0 15,-1 1 3-15,2-2-5 0,4-9 2 0,-1 19-1 16,1-19 0-16,2 14 1 0,2-7 0 0,-4-7 0 16,18 11-7-16,-8-7-21 0,9 2-23 0,-2-5-45 15,11 1-47-15,-6-4-51 0,6-1-41 0,-8 1-158 16,2-1-412-16,5-6 182 0</inkml:trace>
  <inkml:trace contextRef="#ctx0" brushRef="#br0" timeOffset="78668.39">3862 3778 138 0,'0'0'205'0,"0"0"-15"15,0 0-13-15,0 0-7 0,0 0-17 0,0 0-12 0,-3-12-15 16,3 12-9-16,0 0-6 0,0 0-7 0,-8-3-3 16,8 3 2-16,0 0-2 0,-9-3-3 0,9 3-4 15,0 0-2-15,0 0-2 0,-10-1-7 0,10 1-5 16,0 0-6-16,0 0-8 0,0 0-4 16,0 0-6-16,0 0-3 0,0 0-11 0,0 0-1 15,0 0-7-15,0 0-1 0,0 0-1 0,0 0 1 16,27-4 1-16,-10 2-11 0,1 0-1 0,9 3 0 0,-5-3-4 15,-1-1 1-15,8-2-5 0,-8 4-26 0,-1 1-17 16,-1 1-30-16,-6 0-37 0,0-2-40 0,1 1-41 16,-2 1-39-16,-12-1-179 0,15 3-428 15,-15-3 190-15</inkml:trace>
  <inkml:trace contextRef="#ctx0" brushRef="#br0" timeOffset="78916.23">4024 3617 76 0,'0'0'265'0,"-3"-8"-4"0,3 8-10 0,-3-4-20 16,3 4-19-16,0 0-27 0,0 0-21 0,0 0-20 16,0 0-16-16,0 0-11 0,0 0-7 0,-9 12-10 15,6 1-8-15,0 3 4 0,0 3-8 0,0-2-4 16,-2 8-10-16,0-5-6 0,2 6-8 0,-4-1-3 15,4 2-8-15,2-2 0 0,0-5-7 0,1-1-18 16,-2 4-35-16,1-2-33 0,-2-1-47 0,1 0-50 16,2-1-64-16,-4-2-218 0,0 0-457 0,-1-2 202 15</inkml:trace>
  <inkml:trace contextRef="#ctx0" brushRef="#br0" timeOffset="79449.69">4405 3575 108 0,'0'0'260'15,"-8"-3"-18"-15,8 3-16 0,0 0-16 0,0 0-15 16,0 0-20-16,0 0-18 0,0 0-10 0,0 0-15 15,0 0-14-15,0 0-10 0,0 0-12 0,14-8-12 16,0 6-10-16,4 0-3 0,4-2-7 0,6 0-11 16,-6 2-1-16,0-2-18 0,-1 3-19 0,-1-1-33 15,-1 1-26-15,-2 0-25 0,-4-1-39 0,2 2-39 16,-4-1-32-16,-4 1-24 0,-7 0-107 0,12 0-334 16,-12 0 148-16</inkml:trace>
  <inkml:trace contextRef="#ctx0" brushRef="#br0" timeOffset="79950.23">4585 3517 186 0,'0'0'208'0,"-5"-3"-9"0,5 3-7 0,0 0-12 16,0 0-9-16,0 0-17 0,0 0-11 16,0 0-17-16,0 0-11 0,0 0-14 0,0 0-12 0,0 0-12 15,0 0-6-15,0 0-10 0,-5 13-4 0,2-4 0 16,3 2 2-16,3 1-5 0,-6 4-3 0,2 4 0 15,2 4 7-15,-2-5-1 0,2 6-1 0,-2-6-6 16,0 0-4-16,-1 4-2 0,2 4-4 0,0-3 0 16,-1-4-2-16,1-4-6 0,0 1-1 15,-1 0-5-15,1 0 0 0,0-4 1 0,0 3-4 16,-1-4-4-16,1-1-1 0,1 0 1 0,-1-2-5 0,1 1 0 16,-1-3 2-16,0-7-3 0,0 14-3 0,0-9 0 15,0-5-2-15,-1 12 3 0,1-12-3 16,0 9 3-16,0-9-3 0,0 0-5 0,1 10 0 15,-1-10 1-15,0 0-2 0,0 0-10 0,0 0-13 0,0 0-12 16,-9 1 2-16,9-1 3 0,0 0-5 16,-16-7-2-16,9 1 1 0,1 2 5 0,1 1-1 0,-6-1 2 15,1-1 3-15,0 0 0 0,1 2 4 0,0 1-2 16,3-1 2-16,-3-2 2 0,1 3 3 16,-1 2 0-16,9 0 3 0,-14-2-2 0,14 2 4 15,-13-1-3-15,13 1 3 0,-9 0 3 0,9 0-4 16,-9 1 5-16,9-1 0 0,0 0-4 0,-4 5 6 15,4-5-3-15,0 0 2 0,0 0 4 0,0 0-8 16,0 0 12-16,16 10-3 0,-6-8 1 0,3-1 4 0,-2 0-1 16,3 1-15-16,4-2-21 0,0 1-17 15,1-2-26-15,1 1-15 0,0 0-32 0,-1-2-19 16,2 0-11-16,-2 0-18 0,-6 2-117 0,-1-1-312 16,-1-1 138-16</inkml:trace>
  <inkml:trace contextRef="#ctx0" brushRef="#br0" timeOffset="80373.5">4711 3907 122 0,'2'-9'146'0,"-2"9"2"0,5-7-3 0,-5 7 4 16,0 0-1-16,0 0-13 0,5-9-6 0,-5 9-12 15,0 0-16-15,0 0-7 0,0 0-6 0,0 0-9 16,0 0-4-16,15 7 3 0,-12 2-2 0,-1-1-6 16,0-3-3-16,2 7-4 0,-2-2 8 15,-3 1-1-15,2 5 1 0,-2-3 7 0,0-3-2 0,2 6-10 16,-4-5-6-16,2 0-1 0,0-2-8 0,-1-2-6 15,0-2-2-15,2-5-5 0,-3 11 2 0,3-11 12 16,-1 7 6-16,1-7 7 0,0 0 7 0,-1 8 5 16,1-8 5-16,0 0 9 0,0 0-1 0,0 0-6 15,0 0-8-15,0 0-6 0,0 0-6 0,0 0-4 16,0 0-10-16,0 0-3 0,-17-25-8 0,17 16-6 16,0 9 0-16,3-23-12 0,-1 8 5 0,6-3-16 15,-2 0-2-15,2 0-13 0,1 1 9 16,6-5 3-16,-7 6-6 0,6-6-3 0,-4 7 8 0,1 1-7 15,0 5 0-15,-3-1-6 0,1 4 4 0,2 1-4 16,-1 1 0-16,1 2-6 0,1 0 2 16,-12 2 0-16,18 2 2 0,-8 4 1 0,-1 2-2 0,-1 1 0 15,0 2 3-15,1 3-4 0,0 1 1 0,-4-4 6 16,1 6-3-16,-1-1 4 0,-1 1 0 16,-1-2 2-16,-2-3 0 0,0 0-5 0,-1 0-7 15,3-2 0-15,-2 2-32 0,-1-12-38 0,0 19-45 0,1-11-42 16,-1-8-51-16,3 14-57 0,-3-14-209 0,0 0-525 15,2 13 233-15</inkml:trace>
  <inkml:trace contextRef="#ctx0" brushRef="#br0" timeOffset="81016.03">5371 3776 143 0,'0'0'238'0,"0"0"-12"0,0 0-8 15,-9-10-20-15,9 10-6 0,-9-6-8 0,9 6-11 16,-9-1-5-16,9 1-15 0,-17 1-14 0,17-1-15 16,-20 6-14-16,9-1-8 0,0 0-11 0,1 1-4 15,-1 3-10-15,3 1-9 0,0 0-5 0,1 0-7 16,-1 0-3-16,3 1-7 0,1 0-5 0,3 1-2 16,1-2-6-16,1 0-1 0,1 0-12 0,4 0 6 15,-3-2-1-15,5 0 2 0,1-2-7 0,0 0 3 16,1 0-1-16,2 1-4 0,-1-4-1 0,1 1-1 15,-1-1-1-15,-1 0 0 0,0 1-3 0,-2-4 0 16,-1 3 7-16,-7-3-9 0,13 0 3 16,-13 0 1-16,10 0-2 0,-10 0-7 0,0 0 9 0,9-3-3 15,-9 3-3-15,4-4-1 0,-4 4 6 0,0 0-1 16,0 0-1-16,0 0-2 0,0 0 0 0,-16-13-4 16,16 13 0-16,-14-2 1 0,5 2 0 0,-2 2-2 15,-1-2 2-15,1 5-2 0,-3 0 7 0,-2 2 9 16,1 3-9-16,6-1 1 0,-6-2 14 0,2 5 4 15,-4-2-6-15,10 0-2 0,-1-1 11 16,1 1-8-16,1 0-5 0,2 0 4 0,1 0-2 0,1-1-4 16,1 1 3-16,2-1 1 0,2 0-3 15,-1-1-3-15,6 1 12 0,0 0-15 0,2-4 0 16,1 2 6-16,6 0-1 0,2-4-3 0,2-1-3 0,8 3-19 16,-2-2 24-16,-5-3-13 0,1 1-9 0,-3-3-10 15,1 0-13-15,-2 2-13 0,-5 0-15 16,-3-5-20-16,3 4-17 0,-3-2-24 0,0 0-25 15,-3 0-46-15,1-2-50 0,-4 0-60 0,-5 5-158 16,4-9-494-16,-4 9 218 0</inkml:trace>
  <inkml:trace contextRef="#ctx0" brushRef="#br0" timeOffset="84765.95">692 4528 79 0,'0'0'200'0,"0"0"-9"0,0 0 1 0,0 0-7 16,0 0-8-16,-38-20-9 0,38 20-12 0,0 0-7 15,0 0-14-15,0 0-14 0,0 0-11 0,0 0-11 16,0 0-12-16,0 0-11 0,0 0-5 0,0 0-11 0,0 0-5 16,0 0-7-16,0 0-5 0,0 0-1 0,0 0-4 15,0 0-6-15,0 0-10 0,69-10-19 16,-48 8-17-16,6 1-28 0,-5-2-28 0,-4 3-27 0,1-1-23 15,-1-1-27-15,-1 2-30 0,-3 0-135 16,-3 2-338-16,-11-2 149 0</inkml:trace>
  <inkml:trace contextRef="#ctx0" brushRef="#br0" timeOffset="85229.47">815 4492 15 0,'0'0'141'16,"0"0"-14"-16,0 0-16 0,0 0-10 0,0 0 4 16,0 0 1-16,0 0-1 0,0 0-5 0,-21 47-3 15,21-47-3-15,0 36-5 0,0-36-6 0,-2 50-6 16,-1-24 5-16,3-26-5 0,0 40-5 0,0-40-7 16,0 43 4-16,0-43-9 0,-2 38-3 0,2-38-5 15,0 34-6-15,0-34-1 0,0 0-8 0,2 45-3 16,-2-45 0-16,0 0-7 0,1 34 0 0,-1-34 0 15,0 0-6-15,0 0 0 0,3 33-5 0,-3-33 3 16,0 0-6-16,0 0 4 0,0 0-1 0,0 0 2 16,0 0-4-16,0 0-1 0,1 33-4 0,-1-33 3 15,0 0 1-15,0 0-1 0,0 0-2 0,0 0 0 16,0 0-2-16,0 0 4 0,0 0-7 16,0 0-2-16,0 0-1 0,0 0-1 0,0 0 0 15,0 0-1-15,0 0-5 0,0 0 3 0,0 0 5 0,0 0-3 16,0 0-6-16,0 0 6 0,0 0-1 0,0 0-1 15,0 0 0-15,-81-36 4 0,81 36-2 0,0 0-3 16,0 0-2-16,0 0 4 0,0 0-1 16,0 0-1-16,0 0-2 0,0 0 1 0,0 0-5 15,0 0 5-15,0 0 2 0,0 0-1 0,0 0 1 16,0 0 1-16,0 0 2 0,0 0-5 0,0 0-26 16,60 1-9-16,-41-3-19 0,-2-1-36 0,3 1-35 15,-1 1-23-15,-2-2-30 0,-3 2-99 0,-5 1-305 16,4-2 136-16</inkml:trace>
  <inkml:trace contextRef="#ctx0" brushRef="#br0" timeOffset="85499.52">1010 4789 107 0,'0'0'207'0,"0"0"-16"15,0 0-17-15,-1-7-14 0,1 7-22 0,0 0-19 16,0 0-10-16,0 0-1 0,0 0-7 0,0 0 2 15,-4 28-4-15,2-11-12 0,-1-1-2 0,1 1-7 16,-1 0 0-16,1-1-10 0,0 2-1 0,0 1 1 16,-1-2-2-16,1 0-6 0,0 0-8 0,0-2-5 15,0-1-5-15,0-3-2 0,2 1-3 0,0-2-3 16,-1 2-1-16,-1-2-4 0,4-1-3 16,-4 0-10-16,2-1-13 0,-1 1-17 0,1-9-20 0,0 13-19 15,0-13-21-15,0 0-15 0,-1 14-33 16,1-14-21-16,0 0-23 0,0 0-25 0,-3 9-100 15,3-9-316-15,0 0 140 0</inkml:trace>
  <inkml:trace contextRef="#ctx0" brushRef="#br0" timeOffset="85760.23">986 4734 63 0,'0'0'163'15,"7"-9"-9"-15,-1 5-10 0,0 1-12 0,-6 3-12 16,17-3-12-16,-8 3-12 0,1 0-4 0,0 4-17 16,-1 0 3-16,1 0-10 0,-2 3-7 0,-1-1-8 15,3 2 0-15,-8 0-4 0,5 2-6 0,-6 1 1 16,-1-2-2-16,-3 3-7 0,1-1-2 0,-3 0-2 16,-3-1-6-16,0 2-1 0,1-4-4 15,0 1 0-15,-2 0 0 0,2-2-9 0,-1 0-16 0,3-1-7 16,-4-1-18-16,9-5-21 0,-9 11-30 0,7-7-29 15,-2-1-32-15,4-3-96 0,0 0-257 0,-9 9 113 16</inkml:trace>
  <inkml:trace contextRef="#ctx0" brushRef="#br0" timeOffset="86229.39">1320 4805 74 0,'0'0'207'0,"-13"-7"-10"16,13 7-7-16,-10-2-11 0,10 2-12 0,-14 3-16 15,3 0-18-15,0 1-8 0,2 1-9 0,1 2-14 16,-2 0-12-16,3 2-10 0,1-1-6 0,-4 1-16 16,6 3 4-16,2-3-6 0,-1 1-3 0,1 0-9 15,2 0-6-15,0-1-1 0,2 0-3 0,2-2-2 16,1 1-2-16,3-2-3 0,-2-2-2 0,2 1-2 15,2-2-1-15,1 1-2 0,-2-2-1 0,2 0-1 16,-2-2 0-16,-2 0-3 0,-7 0 3 0,13 0-4 16,-5 0-1-16,-8 0 6 0,9 0 2 0,-9 0 1 15,0 0 6-15,8-4-3 0,-8 4 4 0,0 0-3 16,0 0-2-16,2-5 3 0,-2 5-3 0,0 0-6 16,0 0 0-16,0 0-3 0,-23 0-3 0,11 1-1 15,1 3-2-15,-3 0 1 0,-2 4-1 0,-2-2-3 16,2 2 5-16,-2 1-5 0,3-1 5 0,1 1-3 15,3-1-2-15,1 0 0 0,2 0 7 0,1 1 2 16,0-1 5-16,-2 1-4 0,5-1 1 0,1-2 3 16,2 0-9-16,1-6-2 0,-3 13 6 15,3-6-2-15,0-7 0 0,5 11 6 0,-1-6-6 16,5-1 4-16,-4 0-6 0,8-2-5 0,6 0-25 0,-2-2-27 16,1 1-38-16,2 0-37 0,-2-3-49 15,1 0-44-15,0-2-39 0,-1 1-128 0,1 0-412 16,-2-3 182-16</inkml:trace>
  <inkml:trace contextRef="#ctx0" brushRef="#br0" timeOffset="86529.5">1577 4896 4 0,'0'0'238'16,"0"0"-10"-16,0 0-17 0,0 0-8 0,0-13-23 15,0 13-6-15,0 0-8 0,16-3-9 0,-16 3-7 16,17-1-3-16,-6-3-4 0,0 4-18 0,1-1-7 16,0 0-8-16,-1 0-5 0,1-1-8 0,1 0-2 15,-13 2-7-15,20-2-3 0,-20 2-6 0,13 0 0 16,-13 0-6-16,13-3-1 0,-13 3 2 0,0 0-4 16,12 0-1-16,-12 0-3 0,0 0-2 0,0 0-4 15,0 0 0-15,0 0-9 0,12-2-4 16,-12 2-2-16,0 0-6 0,0 0-2 0,0 0-6 15,0 0-8-15,0 0-23 0,0 0-26 0,0 0-44 16,0 0-51-16,0 0-65 0,0 0-66 0,0 0-283 0,0 0-579 16,0 0 255-16</inkml:trace>
  <inkml:trace contextRef="#ctx0" brushRef="#br0" timeOffset="87271.78">2155 4731 253 0,'0'0'256'0,"0"0"-8"0,0-10 17 16,0 10-18-16,0 0-10 0,0 0-17 15,2-10-21-15,-2 10-21 0,0 0-20 0,0 0-16 16,0 0-19-16,0 0-19 0,0 0-9 0,0 0-3 16,0 0-19-16,0 0-3 0,6 37-9 0,-6-18-2 15,3 2-11-15,-3 4 0 0,1 1-3 0,-2-2-9 16,0 2 0-16,-2-5-4 0,3-3-2 0,-1 0-3 15,-2 0-2-15,3-1-13 0,0-3 7 0,0-3 0 16,-1 1-4-16,-1-1-1 0,2 1-3 0,-1-5 3 16,1-7 0-16,1 13-6 0,-1-8 4 0,0-5-1 15,0 8-1-15,0-8 2 0,-2 9-1 0,2-9 3 16,0 0-1-16,0 0 1 0,0 0 13 0,1 8 10 16,-1-8 2-16,0 0 1 0,0 0-8 0,0 0-5 15,0 0 0-15,0 0 0 0,0 0 0 0,-2-28-8 16,4 16-1-16,-1 1-7 0,2-1-1 0,2 1-1 15,0-4-3-15,3-2-3 0,-2 1-3 0,5 1 6 16,-4 1-7-16,2 1-6 0,0 4 4 0,-1 0-4 16,2 2 1-16,-1 0 2 0,-3-1-1 0,2 4-1 15,1 3-5-15,1 1-4 0,-10 0 13 0,21 3-7 16,-10 1 0-16,-2 2-2 0,0 1 1 0,0 1 1 16,-1 2 3-16,-2-3 0 0,2 4 3 0,-1-2-2 15,0 1-1-15,-3 2 3 0,1-3 3 0,-3 2-7 16,2 0-25-16,0-1-30 0,-3-2-20 0,-1 2-33 15,0-10-33-15,4 14-34 0,-4-14-45 0,3 11-46 16,-3-11-182-16,-2 12-490 0,2-12 216 0</inkml:trace>
  <inkml:trace contextRef="#ctx0" brushRef="#br0" timeOffset="87626.24">2502 4906 81 0,'0'0'183'0,"0"0"-7"0,0 0-1 16,0 0-2-16,0 0-14 0,0 0-11 0,-9 29-10 15,6-18-14-15,1-1-14 0,0 0-8 0,1 0-3 16,2 1-2-16,-1-2-9 0,-1-1-10 0,1-8-7 16,4 13-4-16,0-7-12 0,1 2-1 0,0-2-3 0,0-1-4 15,3 0 4-15,1-1 5 0,0-2 0 16,2 0-3-16,-2 0-1 0,-1-2 5 0,1 0-3 15,-9 0 2-15,16-4 3 0,-7 1-6 0,2 0 7 16,-5-1 3-16,-1-1-2 0,2-2-4 0,-1-1-4 16,-1-1-3-16,-1-1-4 0,-3 1-8 0,-1-3-4 15,0 2-3-15,-3-2-2 0,1 2-12 0,-3-1 4 16,0 2 0-16,-2-1-4 0,2 3-3 0,0 1-4 16,1 0-7-16,-2 3-8 0,6 3-24 0,-13-7-16 15,5 6-18-15,-2-1-18 0,-2 6-22 0,0 0-27 16,1 1-39-16,-2 1-34 0,4 1-46 0,0-1-147 15,0 1-428-15,4-2 190 0</inkml:trace>
  <inkml:trace contextRef="#ctx0" brushRef="#br0" timeOffset="87873.87">2728 4746 171 0,'3'-8'282'16,"-3"8"-29"-16,0 0-22 0,0 0-27 0,2-4-22 16,-2 4-20-16,0 0-6 0,0 0-7 0,4 19-2 15,-4-6 5-15,0 6-5 0,-3 1-9 0,3 5-13 16,-2 0-12-16,2 0-11 0,-3-6-12 0,3 6-5 16,-2-6-8-16,4 6-9 0,-3-6-5 0,0-2-29 15,2 0-39-15,-1-1-35 0,0 0-42 0,0 0-39 16,1-6-59-16,-1 0-43 0,0 2-191 0,0-12-448 15,2 16 199-15</inkml:trace>
  <inkml:trace contextRef="#ctx0" brushRef="#br0" timeOffset="88179.79">2802 5121 28 0,'7'-3'219'0,"-7"3"-1"0,10-7-3 15,-6 5-11-15,2 0-10 0,0-2-10 0,-6 4-10 16,13-5-12-16,-4-1-8 0,1 0-3 15,-1-1-9-15,4 0-11 0,-1 1-2 0,-1-1-4 16,1-2-7-16,-3 2-10 0,2-2 1 0,-3 0-5 16,5-2-10-16,-5 2-9 0,-1-1-3 0,-2-3-13 15,0-3-2-15,-1 1-11 0,0 1 4 0,-3 1-7 0,0 2 2 16,-1 0-15-16,0 2 22 0,-2-1-2 16,2 10-4-16,-3-13-12 0,2 7-7 0,1 6 10 15,-5-7-18-15,5 7-7 0,-9 0-7 0,9 0 5 16,-18 12-3-16,8-3 0 0,-4 4 0 0,5 1-20 15,-2 2 16-15,1 1-7 0,3-2 5 0,3 1 1 16,1 0-4-16,2-3-16 0,2-1-25 0,2-1-21 16,4 1-28-16,1-3-43 0,5 0-53 0,2 0-66 15,3-3-63-15,0 0-192 0,1-3-539 0,11-1 239 16</inkml:trace>
  <inkml:trace contextRef="#ctx0" brushRef="#br0" timeOffset="89077.54">3481 4897 90 0,'-4'-5'293'0,"4"5"-9"0,-9-10-17 0,3 7-17 0,-1-2-18 16,0 0-18-16,0 2-20 0,-2 1-17 0,-1 1-16 15,10 1-20-15,-20 3-14 0,11 0-14 0,-2 2-11 16,2 1-5-16,-2 2-17 0,-2 3-7 0,2 1-11 16,0 2-2-16,5 0-4 0,-2 0-8 15,2 1-7-15,2-4 9 0,2 2-12 0,0-3-5 16,1 2-3-16,2-3-2 0,5 2-10 0,-1-3 6 0,2 1-6 15,0 0 2-15,0-4-1 0,5 0-5 16,-3-1 4-16,1 0-5 0,1-3 1 0,0 1-3 16,-1-4-2-16,1 0 1 0,1-2 0 0,-1-2-4 15,0 0-2-15,-1-2 6 0,-1 2-4 0,0-3 0 0,-2 0 2 16,-1-6-10-16,-1-1 6 0,0 0-4 0,-3-2 3 16,2 0 0-16,-1-7-3 0,-2 6 0 0,1-9 3 15,-3 9-3-15,2-2 2 0,-2-4 0 16,1 0 1-16,0 6-2 0,-1 0-2 0,1 1 7 15,-1 1 17-15,-1 1 5 0,2 4 7 0,-1 5-9 16,1-3 14-16,0 10-4 0,-2-10 0 0,2 10-1 0,-2-10-5 16,2 10-3-16,-1-7-9 0,1 7-11 0,0 0-2 15,0 0 2-15,0 0-5 0,0 0 0 0,0 0-3 16,-2 31 4-16,0-12 0 0,1 6 5 0,0 3-3 16,-2 0-2-16,2 0-3 0,1-1 2 15,0-1 3-15,-1 0-3 0,2-6 0 0,0-2 2 16,0 1-3-16,2-3 1 0,1 0 2 0,0-1 0 0,1-4-3 15,1-1 0-15,0-1 2 0,2-1 4 16,2 0 2-16,1-2-2 0,-1-2-3 0,2 0 6 16,0 0-5-16,0-3 1 0,0 0 6 0,0-1-7 15,-1-1 3-15,1-3-5 0,-1-1 2 0,-1 1 4 16,0-5-6-16,0 2 0 0,-1-1-4 0,-2-2 1 16,0-1 2-16,-2 0-6 0,0-5 1 0,0 6 6 0,-2-3-1 15,-1 2-5-15,-1 2 3 0,-1-1-2 0,0 3-18 16,0 7 16-16,2-12 1 0,-2 12 2 15,0-7-8-15,0 7-16 0,0 0 18 0,0 0-2 16,0 0-1-16,0 0 1 0,0 0 2 0,0 0 0 16,0 0-3-16,-12 20 5 0,10-9-4 0,2-1 0 15,0 0-31-15,1 0-11 0,0 1-29 0,-1-1-30 0,4 2-40 16,-1-3-48-16,2 1-64 0,-1-1-250 16,-4-9-554-16,7 10 246 0</inkml:trace>
  <inkml:trace contextRef="#ctx0" brushRef="#br0" timeOffset="89253.24">3637 4683 61 0,'0'0'47'0,"0"0"-43"0,0 0-23 15,0 0-20-15,0 0 8 0</inkml:trace>
  <inkml:trace contextRef="#ctx0" brushRef="#br0" timeOffset="89538.36">3947 4657 95 0,'2'-5'264'16,"-2"5"-10"-16,2-7-6 0,-2 7-12 0,0 0-13 15,-1-11-9-15,1 11-17 0,0 0-21 0,0 0-18 16,0 0-21-16,0 0-10 0,0 0-17 0,0 0-8 16,0 0-8-16,-9 23-12 0,5-5-9 0,-1 2 4 15,-1 6-2-15,1 3 9 0,1-2-5 0,-2 4-5 16,1-1-5-16,1 0 0 0,2 1-5 0,-3-3-5 16,2-3-5-16,1 2-2 0,2-2-6 0,-1 2-6 15,-1-10-1-15,0 1-6 0,3 1 4 0,-2-1 3 16,3 0-17-16,-2-2-2 0,2 0-26 0,-2-5-14 15,0 0-20-15,1 0-21 0,0-1-25 0,-1-10-24 16,1 14-26-16,-1-14-34 0,2 10-42 0,-2-10-37 16,0 0-210-16,-5 8-496 0,5-8 220 0</inkml:trace>
  <inkml:trace contextRef="#ctx0" brushRef="#br0" timeOffset="89698.89">3786 4971 118 0,'8'-5'157'0,"2"0"-16"15,0 1-20-15,7-2 4 0,-3 2-44 0,4-2-28 16,2 0-45-16,1 2-36 0,-1-3-102 0,-2 1-140 16,1 1 63-16</inkml:trace>
  <inkml:trace contextRef="#ctx0" brushRef="#br0" timeOffset="89970.17">4180 4631 176 0,'0'0'240'16,"-8"-11"-5"-16,8 11-14 0,-1-9-12 0,1 9-21 16,0 0-21-16,0 0-15 0,0 0-16 0,0 0-13 15,0 0-8-15,0 0 3 0,-17 29-1 0,12-10-5 16,-1 7-8-16,-3 3 0 0,2 0-2 0,1 0-7 15,3 2-1-15,1-2-3 0,-1 2-9 0,3-5-17 16,-3 1 9-16,0-1-7 0,2-7-5 0,1 1-3 16,-1-3-6-16,2-1-5 0,-1 1-5 0,-3-3-15 15,5-4 9-15,-1 2-6 0,-1-2-24 0,1 1-25 16,-1-11-19-16,0 17-31 0,0-8-31 0,0-9-23 16,0 0-45-16,1 15-41 0,-1-15-41 0,4 8-183 15,-4-8-467-15,0 0 208 0</inkml:trace>
  <inkml:trace contextRef="#ctx0" brushRef="#br0" timeOffset="90830.25">4030 4946 149 0,'4'-9'202'0,"-4"9"-19"0,8-9-11 0,-2 2-17 15,6 2-11-15,-1 0-17 0,7-2-10 0,3-1-12 16,-1 1-11-16,7 0-9 0,0 0-9 0,-1 1-7 15,1 0-8-15,-1-1-6 0,-6 4-10 16,1 0-5-16,-4-1-5 0,-2 2-4 0,-4-1-3 16,-4-1 0-16,2 3-5 0,-3-1 5 0,-6 2 10 15,12-4-1-15,-9 1 5 0,-3 3-3 0,8-4 1 0,-8 4 2 16,2-5-1-16,-2 5 1 0,0 0-1 0,0 0 0 16,0 0-4-16,0 0-2 0,0 0-3 15,0 0-6-15,0 0-4 0,0 0-3 0,0 0 7 16,0 0-2-16,-17 14 5 0,14-5 2 0,2 3-2 15,-2-2 4-15,2 4 1 0,-2-3 0 0,2 2-5 16,1-3-1-16,1 2-3 0,2-1 2 0,1 1-3 0,0-2-5 16,2 0 0-16,-1-2-4 0,3 0 1 0,-2-2 0 15,2 1 1-15,-2-3-3 0,3 2 0 0,-1-4-1 16,2 1 2-16,-1-2-5 0,1-1-1 0,-1 0-4 16,3 0-2-16,-12 0 1 0,16-6 0 15,-8 3-5-15,2-4 0 0,-2 0-3 0,0 1 4 16,-2-3-1-16,0-3-2 0,-1 3 2 0,-1-3 0 0,0 0-3 15,4-2 3-15,-6-1-1 0,1 1-2 0,2-1 3 16,-4 5 2-16,-1-1-3 0,0-1 3 16,0 2 0-16,0 3 12 0,0 7 9 0,-1-13 4 15,1 13 1-15,1-8-4 0,-1 8-8 0,0 0-3 16,0 0-2-16,0 0 1 0,0 0-6 0,0 0-4 16,0 0 7-16,0 0-3 0,5 26-1 0,-5-17 3 0,3 3-4 15,-2 1-1-15,1-2 2 0,1 1-4 16,1-2 4-16,-1 0 1 0,1 1 4 0,3-3 4 15,-2 2-4-15,-1-4 2 0,3-1 11 0,-3 0 9 16,6 0-5-16,-3-1 5 0,2-3 0 0,4 2 0 16,-1-3-4-16,-1 0-4 0,2-3 3 0,-3 2-3 15,2-4-15-15,-1-3 13 0,3 0 4 0,0-3-6 16,-1 2 0-16,0-4 0 0,-6 3-6 0,2-3-1 16,-2-3 2-16,-3-1-6 0,3 2 0 0,-3-1-5 15,-1 1-4-15,0-1 7 0,0 1 0 0,-2 3 5 16,1 3-9-16,-2 9 5 0,0-15-2 0,0 15-3 15,0-12-4-15,0 12 2 0,0 0-1 0,1-10-7 16,-1 10 2-16,0 0-5 0,0 0 3 0,0 0 2 16,0 0-3-16,0 0 2 0,-18 20 2 0,13-11-2 15,1 2 1-15,0-1-1 0,2 2 0 0,2 4-4 16,-2-4 0-16,1 4-2 0,1-5-1 0,3 0-1 16,-1 1 1-16,1 0 11 0,-2-2-9 0,5 2 0 15,-1-2 0-15,-1-3 0 0,4 4 5 0,-3-3-3 16,0 2 1-16,0-2 2 0,0 0 1 0,-1-2 6 15,-1 0-6-15,-2 1 2 0,-1-7 1 0,7 9-2 16,-6-5 3-16,-1-4 6 0,0 9-7 0,0-9 0 16,0 0-1-16,-5 14-3 0,2-11-10 0,3-3-15 15,-10 7-20-15,4-2-17 0,-1-1-21 0,7-4-24 16,-15 4-33-16,5 0-46 0,10-4-52 0,-12 2-196 16,12-2-478-16,0 0 211 0</inkml:trace>
  <inkml:trace contextRef="#ctx0" brushRef="#br0" timeOffset="91058.14">5031 4710 222 0,'8'-8'227'0,"-8"8"-23"0,0 0 5 0,0 0-8 15,0 0-7-15,0 0 0 0,1 22-2 0,-1-12-14 16,-1 3-14-16,-1-1-18 0,-1 3-12 0,1 0-9 0,1-2-18 15,-1 3-5-15,0-3-10 0,1-2-7 0,1 4-13 16,0-3-4-16,1-1-9 0,-3 0-15 0,2-1-27 16,0-10-25-16,0 19-39 0,1-11-46 0,-1-8-67 15,0 12-57-15,0-12-202 0,-3 11-453 0,3-11 201 16</inkml:trace>
  <inkml:trace contextRef="#ctx0" brushRef="#br0" timeOffset="91234.58">5077 4566 146 0,'0'0'124'15,"-20"11"-43"-15,16-6-47 0,1 2-70 0,-2 5-23 0,0-2-63 16,2 0 29-16</inkml:trace>
  <inkml:trace contextRef="#ctx0" brushRef="#br0" timeOffset="91854.2">5188 4767 29 0,'0'0'226'16,"5"5"-6"-16,-5-5-6 0,0 0-12 0,-9 13-11 15,9-13-18-15,-5 14-13 0,1-7-17 0,2 1-12 16,-1 1-13-16,1 2-12 0,0-1-9 0,1 1-11 16,0 0-6-16,1-2-5 0,1-1-9 0,0 0-6 15,2 0-4-15,2-2-8 0,0 3 1 0,0-5-8 16,3 3-2-16,-3-1-5 0,2-3-1 0,0 1-5 16,0-1 1-16,-1-1-7 0,-6-2 1 0,13 0-1 15,-13 0-9-15,11-2-1 0,-11 2-3 0,12-7-4 16,-7 3-3-16,0-2 1 0,-2 0-2 0,0-4 1 15,0 1 1-15,-2-2-1 0,2 2 1 0,-2-4-1 16,-1 3-3-16,0 0-1 0,0-2 2 0,0-2-2 16,1 4 1-16,-1 1 1 0,2-1 8 0,-4 1 3 15,2 9 2-15,3-12 4 0,-2 7-7 0,-1 5-2 16,5-10-5-16,-1 8 0 0,-4 2-3 0,13 2 2 16,-3 0-1-16,-1 5-1 0,1-1 0 0,0 3-1 15,-2 1 2-15,4 3-2 0,-5-2 2 0,2 3-2 16,-2-2 2-16,0 2-4 0,-3-3 3 0,2-1 0 15,0-1 5-15,-4 0-1 0,1-2 12 0,-1-1 7 16,-2-6 15-16,3 9 13 0,-3-9 11 0,1 6 10 16,-1-6 11-16,0 0-9 0,0 0-5 0,0 0-3 15,0 0 2-15,0 0-12 0,0 0-8 0,0 0-3 16,0 0-6-16,-6-28 5 0,7 18-7 0,2-3-6 16,1 1 1-16,2-2-6 0,3-2 0 0,1 2-5 15,-1-1-1-15,4 0-1 0,-2 2-1 0,2 0-7 16,0 6 4-16,1-2-3 0,2 1 2 0,-3 4-6 15,0 3 4-15,0 1 3 0,1 0-10 0,-1 1 1 16,-2 1-6-16,2 3 6 0,-1 1-9 0,-1 2 5 16,-3-1 2-16,-1 3-3 0,1-2 9 0,-3 2-15 15,0 0 1-15,0 0 10 0,-2-1-6 0,1 1 3 16,0-2 1-16,-3 2 4 0,-1-1-5 0,0 0-19 16,0-3-39-16,-3 5-55 0,-1-1-59 0,1 0-88 15,-4-1-97-15,1 0-178 0,-1-1-576 0,0 0 255 16</inkml:trace>
  <inkml:trace contextRef="#ctx0" brushRef="#br0" timeOffset="96735.64">6088 4678 26 0,'-5'-10'182'0,"5"10"-8"0,-8-4-12 0,8 4-6 16,-9-4-12-16,3 3-16 0,6 1-6 0,-15 1-11 16,15-1-11-16,-17 6-9 0,5-2-9 0,-2 3-6 15,5 1-6-15,-2 0-5 0,2 1-6 0,-1 3-3 16,-2 2-5-16,1 0-6 0,4 0-2 0,-2 0-6 15,3 0 1-15,3 0-7 0,2-3 1 0,0 0-7 16,2 5-3-16,2-5-3 0,1 1 0 0,-1-1 0 16,5-1-3-16,0-1-1 0,1-1 0 0,6 0 0 15,0-2-2-15,3-2 1 0,-2-1-9 0,3 0-3 16,-6-3-6-16,0 0 1 0,0 0 3 0,1-3-4 16,-2 1 2-16,-2-1 1 0,1-2 3 0,1-1-4 15,-2 0 1-15,3-2 2 0,-3 0-1 0,1-2 11 16,-1 3 14-16,-4-3 0 0,1 0 7 0,-2-2-1 15,4-1-1-15,-3-3 3 0,0 2-3 0,-2 1 4 16,0 2 0-16,-1-2 8 0,0 2 5 0,0-1 4 16,-2 2 5-16,0 3 4 0,1 0 4 0,-2 7-6 15,1-9-6-15,-1 9-7 0,1-8-9 0,-1 8-7 16,3-6-3-16,-3 6-9 0,0 0 1 0,0 0-4 16,0 0-1-16,0 0-4 0,-1 28 1 0,1-13-1 15,0-3-1-15,1 3 3 0,0 3-5 0,2-2 3 16,1-1 1-16,0 2-1 0,-1-7 0 0,5 6-4 15,-2-6 1-15,2 0-2 0,0-1 1 0,2-2 1 16,-1-1 2-16,0 0-1 0,2-1-1 0,-2-2 0 16,3-1 6-16,-2-1-10 0,0-1 8 0,0 0-7 15,1 0 1-15,-11 0-1 0,12-5 3 0,-4-1-4 16,1 0 1-16,-4 1 3 0,0-1-2 0,-2-2-3 16,-1 1 2-16,2-5-3 0,0 2 1 0,-3 0 1 15,1-3 4-15,1-2-4 0,-1 2 1 0,-1 1 0 16,0 1-4-16,-1-2 4 0,1-3-3 0,-1 6-1 15,0 3 1-15,0 7 7 0,0-13 2 0,2 7-1 16,-2 6 0-16,1-10-1 0,-1 10-7 0,0 0-1 16,1-9-1-16,-1 9-6 0,0 0 1 0,0 0 0 15,0 0 1-15,0 0 0 0,5 25 4 0,-2-15-2 16,0 4 9-16,-2-2-7 0,2 1 1 0,-2-1-1 16,3 4 0-16,-1-5 7 0,0 2-8 0,-1-4-1 15,1 2 0-15,1-2 1 0,0 0 6 0,1-1-1 16,0 1 3-16,1-3-4 0,-1-2 6 0,4 0 2 15,-1 2 9-15,1-4-15 0,0 1 3 0,1-3-2 16,2 0 3-16,-1 0-4 0,1-3 8 0,0 0-3 16,-3-1-1-16,2-2-2 0,0 1-2 0,-3-2 0 15,1 1-4-15,0-1-2 0,-4-3-5 0,0 1-4 16,-1-3-4-16,1 0-4 0,-5-1-5 0,1-2-8 16,-2-2 4-16,-2 2 3 0,2 3 1 0,-3 0 3 15,-1 0-1-15,1 2 0 0,-3 0 3 0,-1 1 3 16,3 3 5-16,-2-1-5 0,2 1 6 0,-2 4-2 15,7 2-1-15,-11-6-1 0,8 3 4 0,3 3-2 16,-7-4-1-16,7 4 1 0,0 0 1 0,0 0 3 16,0 0 1-16,0 0 0 0,0 0 4 0,0 0-2 15,0 0 2-15,19 10 8 0,-5-7-6 0,-1-3 0 16,6 0 3-16,2-3-5 0,-3 1 3 0,1 2 2 16,-6-3 2-16,4 1-4 0,-5 2 3 0,0 0-1 15,-2 0 1-15,-3 0-4 0,-7 0 2 0,12 0-5 16,-12 0 3-16,10 0 4 0,-10 0-8 0,0 0 0 15,12 1 1-15,-10 3 1 0,-2-4-2 0,4 9 2 16,-1-2 15-16,0 2-5 0,-1 1 9 0,-1 1 6 16,-1 3-1-16,-1-3-3 0,-1 2-3 0,2-2 0 15,0-1 0-15,0 1-1 0,2 1-2 0,-1-1-1 16,0 0-2-16,0-2 2 0,2 1-3 0,1-1 2 16,1-1-2-16,0-2-1 0,-1-1 5 0,4 1-1 15,-1 0 0-15,1-2-5 0,1-3 7 0,0 1-4 16,-3 0-1-16,2-1-2 0,5-1 5 0,-4 1 0 15,1-2-4-15,-2 0 0 0,3-3 0 0,-2 1-1 0,0-1-1 16,0 0-2-16,-1-3-4 0,-1-1-11 16,-2 0 3-16,-1-2-4 0,2 1-1 0,-2-1-3 15,-1-3-1-15,-2 0-3 0,1-2 7 0,-4 3-2 16,1-5 2-16,-3 5 1 0,1 2 1 0,-3-1 1 16,1-2-1-16,1 4 1 0,-2 1 1 0,1 0 3 15,0 3 1-15,1 0-2 0,-3 0 1 0,7 5 3 16,-6-8 0-16,6 8-1 0,-5-6-2 0,5 6-4 15,-3-6 4-15,3 6-6 0,0 0 5 0,0 0 1 16,0 0 1-16,0 0 0 0,0 0 1 0,28 6-2 16,-15-5 3-16,1 1 1 0,0 1 2 0,0-2-1 15,-1 0 0-15,0 0 0 0,1 1 0 0,-4 1 3 16,2-1 2-16,-5 2-5 0,2 0-4 0,-1 2 1 16,1 1-4-16,-4-1 7 0,-1 1 0 0,1 1 3 15,-2 1 3-15,1 2-4 0,-2-2 0 0,-1 2 1 16,1 0 1-16,0 0-4 0,-2 1 3 0,3-2 0 15,-2 1 1-15,1-2 2 0,2 1-1 0,0 0 0 16,-1-4 4-16,1 2-2 0,-1-4-2 0,4 2-1 16,-2-1 2-16,0-1 4 0,1 0-1 0,0-1 5 15,1-1-2-15,2-1 2 0,-9-1 3 0,18-1 4 16,-8-3 0-16,2 0-3 0,-2 0 2 0,0-1 6 16,-2-1-4-16,2 1 3 0,-1-5-3 0,-1 1-4 15,-2 1-1-15,-1-3 0 0,0 0 3 0,2-1-4 16,-4-1-3-16,1 2-1 0,-1-4 1 0,-3 2 0 15,1 0-4-15,-1 3 1 0,-1-2-4 0,0 2 0 16,-1 2 2-16,2 8-1 0,-2-11-2 0,-1 6-3 16,3 5-2-16,-6-5-4 0,6 5 2 0,0 0 3 15,-17 11 4-15,11-5-8 0,-3 3 3 0,1 2 1 16,1-1 1-16,1 5-3 0,0-3 4 0,1-2 2 16,2 0-11-16,1 2-26 0,1-1-34 0,2-1-42 15,1 1-42-15,5-1-37 0,-3-2-46 0,1 1-167 16,1-4-436-16,3 2 192 0</inkml:trace>
  <inkml:trace contextRef="#ctx0" brushRef="#br0" timeOffset="97154.23">7636 4698 197 0,'-2'-10'258'0,"2"10"-32"16,0 0-21-16,0 0-27 0,0 0-16 0,0 0-11 15,0 0-13-15,0 0-12 0,0 0-10 0,5 30-10 16,-5-19-4-16,2 0-9 0,-2 0-6 0,2 3-10 16,0-4-7-16,-2 1-7 0,0-1-4 0,1 0-5 15,-1-10-4-15,0 13-3 0,1-8-2 0,-1-5-1 16,0 10 19-16,0-10-1 0,0 0 16 0,0 0 7 16,0 7 2-16,0-7-9 0,0 0-3 15,0 0-6-15,0 0-7 0,0 0-8 0,0 0-7 0,0 0-1 16,-6-26-8-16,6 19-5 0,0 7 0 0,4-23-6 15,1 8-6-15,2 1 2 0,1 0-9 0,1-1 3 16,4 0-3-16,-3 1-4 0,0 4-4 16,4-2 3-16,-5 5-3 0,-1-1-4 0,1 4 1 0,-2 3-6 15,0-3 3-15,-7 4 0 0,14 1-4 0,-4 3 1 16,-2-1 0-16,0 3-6 0,0 2 5 0,0 0-4 16,0 2 6-16,-3 0 2 0,1 2-6 0,1-1 3 15,-4 1 0-15,1-2 1 0,0 0 2 0,1 2 1 16,-1-2 1-16,-1 0-4 0,2 0-28 15,-2-1-22-15,0-3-35 0,0 0-35 0,-1 1-43 16,1-3-33-16,-3-4-40 0,6 7-22 0,-6-7-160 0,5 3-454 16,-5-3 202-16</inkml:trace>
  <inkml:trace contextRef="#ctx0" brushRef="#br0" timeOffset="97420.1">8062 4503 99 0,'3'-12'225'0,"-2"4"10"0,2-2 2 0,-2 3-6 0,-1 7-18 16,3-10-17-16,-3 10-19 0,1-6-24 0,-1 6-13 16,0 0-18-16,0 0 1 0,0 0-13 0,0 0 11 15,1 23 8-15,-1-7-9 0,0 1-9 0,0 2-6 16,0 9-1-16,-1-9 0 0,-2 6-11 16,2-6 3-16,0 6-11 0,1-6-2 0,-1 2-11 0,1-6-2 15,1 3-6-15,0-1-6 0,0-5-6 0,1 0-4 16,0-1 5-16,2 1-15 0,2-4-8 0,-1 1 2 15,1-1-3-15,-3-1-17 0,5 1-17 0,1-3-17 16,-3-1-26-16,1-1-31 0,1-1-39 0,3-2-49 16,-11 0-42-16,17-2-39 0,-11 0-265 15,-6 2-555-15,13-7 246 0</inkml:trace>
  <inkml:trace contextRef="#ctx0" brushRef="#br0" timeOffset="97583.1">7979 4591 124 0,'-3'-3'244'0,"3"3"-13"16,-8-5-13-16,8 5-16 0,0 0-23 0,0 0-18 0,0 0-17 15,13-9-9-15,-1 5-25 0,5 0-29 0,2 1-44 16,0-3-61-16,11 0-53 0,-1 1-59 16,-2-2-136-16,-5 5-294 0,-3-3 130 0</inkml:trace>
  <inkml:trace contextRef="#ctx0" brushRef="#br0" timeOffset="107915.79">639 5976 93 0,'0'0'119'0,"0"0"-11"0,0 0-8 16,0 0-3-16,0 0-8 0,0 0-14 0,0 0-5 16,0 0-3-16,0 0-22 0,0 0 4 0,0 0 1 15,0 0-8-15,0 0-3 0,0 0-3 0,0 0-8 16,0 0 6-16,0 0-10 0,0 0-3 0,0 0 1 15,0 0-5-15,94-22 0 0,-67 18-4 0,0-1-18 16,1 0-21-16,-7-1-14 0,8 3-4 0,-6 0-29 16,-4 0-21-16,0-1-69 0,0 2-175 0,-6 0 78 15</inkml:trace>
  <inkml:trace contextRef="#ctx0" brushRef="#br0" timeOffset="108400.78">798 5945 16 0,'0'0'179'16,"0"0"-16"-16,0 0-12 0,0 0-21 0,0 0-11 16,0 0-17-16,0 0-11 0,0 0-7 0,0 0-2 15,0 0-2-15,0 0-5 0,-14 47 1 0,14-47-1 16,3 37-9-16,-3-37-4 0,3 46-6 0,-3-46-2 0,0 40 0 15,0-40-9-15,3 52 2 0,-3-52-7 0,3 39-1 16,-3-39-6-16,-2 35 1 0,2-35-7 16,2 33-1-16,-2-33-4 0,2 26-4 0,-2-26-1 15,0 0 5-15,0 0-7 0,-2 41 0 0,2-41 2 16,0 0-3-16,0 0-1 0,0 0-2 0,0 0 1 16,0 34-4-16,0-34 0 0,0 0 1 0,0 0-1 15,0 0 0-15,0 0-11 0,0 0-4 0,0 0-4 0,0 0-4 16,-27 20-2-16,27-20-1 0,0 0 0 15,0 0-1-15,0 0-1 0,-42 0 4 0,42 0 0 16,0 0 5-16,0 0 0 0,0 0 0 0,0 0-1 16,-42-3-1-16,42 3 4 0,0 0 4 0,0 0 1 15,0 0 0-15,0 0 1 0,0 0 1 0,0 0-3 16,0 0 1-16,0 0 0 0,0 0-1 0,0 0 3 16,0 0 1-16,0 0 11 0,0 0 3 0,0 0-1 15,0 0 0-15,0 0 2 0,0 0-3 0,0 0 1 16,0 0-4-16,63-10-4 0,-42 6-19 0,0-1-24 15,6-2-18-15,-6 4-23 0,6-5-36 0,-6 3-23 16,-4 0-18-16,2 2-85 0,-7-2-262 0,0-1 116 16</inkml:trace>
  <inkml:trace contextRef="#ctx0" brushRef="#br0" timeOffset="108811.77">1031 6253 24 0,'0'0'131'0,"0"0"-6"0,7 14 0 16,-5-9 4-16,-1 2 5 0,1 3 3 0,0 1 0 16,-2 0-14-16,0 0-9 0,0 1-12 0,2-3-6 15,-2 1-7-15,0 0-6 0,-2-1-3 0,2-2 0 16,0-7-6-16,0 13-4 0,0-13-3 16,-2 10 1-16,2-10 13 0,-2 8 4 0,2-8 9 0,0 0 10 15,0 11 5-15,0-11-6 0,0 0-5 0,0 0-11 16,0 0-8-16,0 0-4 0,0 0-7 0,0 0 2 15,0 0-3-15,-18-15-11 0,18 15-2 16,-1-11-9-16,1 1-4 0,0 10-4 0,4-18-5 16,-3 8 0-16,6-1-3 0,-1-3-5 0,-1 3-4 0,1 1-1 15,-1 0-5-15,4 0-3 0,-2 1 0 0,2 0-10 16,1 1 4-16,0 2 1 0,-1 0-4 0,0 3-3 16,2 0-3-16,-4 3 4 0,2-1-1 15,-9 1-2-15,18 2 6 0,-11 1-7 0,2 1 0 16,0 2 6-16,-2 0-4 0,-1 1-4 0,1 1 4 15,1-1 0-15,-2 4-3 0,0-1 1 0,-1 0 8 16,-1 1-5-16,-2 0 0 0,2-2-3 0,0 3-24 16,-4-2-16-16,0 1-24 0,2-2-27 0,-2 0-31 15,0 2-30-15,0-5-40 0,2 2-46 0,-2-8-185 0,0 0-461 16,-4 18 204-16</inkml:trace>
  <inkml:trace contextRef="#ctx0" brushRef="#br0" timeOffset="109186.24">1398 6399 109 0,'7'-4'218'0,"2"0"-13"0,-5-3-11 0,1 3-8 16,0-2-14-16,3 0-15 0,-1-1-10 0,0 0-10 15,1-1-10-15,1-1-5 0,-2 1-8 0,0 0-9 16,-1-2-9-16,-1 4 5 0,2-3-5 0,-1 1-6 15,-6 8-11-15,5-18-9 0,-5 11-4 0,0 7-8 16,0-13-5-16,0 13-3 0,0-12-2 16,0 12-5-16,-4-11-9 0,4 11-3 0,-11-6-5 0,6 4-1 15,5 2-9-15,-14 2 2 0,14-2-8 0,-18 7 1 16,7-1-4-16,2 3 1 0,-3 2-2 0,3 4 0 16,-3 0-1-16,2 0 3 0,0 0 2 0,2-1 1 15,2 2 4-15,1-4-1 0,2 0 2 0,3 5 16 16,1-3-6-16,1-4-4 0,4 2 2 0,-1-2 0 15,0 1-6-15,2-3 1 0,2-1 4 0,2 0 1 16,5-1-3-16,-3-2-4 0,4 0-17 0,4-3-24 16,-2 1-31-16,9-2-34 0,-9-2-36 0,1 2-47 15,0-3-43-15,0 0-41 0,-2 0-150 0,-5-1-439 16,3-3 193-16</inkml:trace>
  <inkml:trace contextRef="#ctx0" brushRef="#br0" timeOffset="109473.95">1781 6282 34 0,'5'-1'217'0,"-5"1"-1"0,0 0-9 0,9-3-8 16,-9 3-10-16,12-1-11 0,0 0-11 0,-5 1-12 15,-7 0-14-15,19-3-10 0,-9 0-6 0,0 3-7 16,1 3-4-16,-2-3-10 0,3-1-5 0,-12 1-10 15,14 0-2-15,-8-2-2 0,-6 2-2 0,12 0-3 16,-12 0 7-16,8-1-4 0,-8 1-5 0,0 0 9 16,0 0-13-16,0 0 1 0,13-2-6 0,-13 2-9 15,0 0-5-15,0 0-4 0,0 0-5 0,0 0-8 16,0 0-10-16,9 0-9 0,-9 0-27 0,0 0-41 16,0 0-47-16,0 0-55 0,0 0-71 0,0 0-58 15,0 0-197-15,0 0-517 0,0 0 228 0</inkml:trace>
  <inkml:trace contextRef="#ctx0" brushRef="#br0" timeOffset="135242.26">16631 7682 2 0,'0'0'9'16,"0"0"-4"-16,0 0 3 0,0 0-3 0,0 0 4 15,0 0-2-15,0 0-2 0,0 0-2 0,0 0 3 16,0 0 1-16,0 0-2 0,0 0-3 0,0 0 0 16,0 0 0-16,0 0 4 0,0 0-10 0,0 0 12 15,0 0-7-15,0 0 3 0,0 0-4 0,0 0-1 16,0 0 1-16,0 0 7 0,0 0-4 0,0 0 0 16,0 0-1-16,0 0-1 0,0 0 1 0,0 0 6 15,0 0 1-15,0 0-1 0,0 0 6 0,0 0 6 16,0 0 0-16,0 0 2 0,0 0 3 0,0 0-6 15,0 0-3-15,0 0 6 0,0 0 4 0,0 0-4 16,0 0 9-16,0 0-11 0,0 0 5 0,0 0-2 16,0 0 3-16,0 0-7 0,0 0-1 0,0 0-1 0,0 0 10 15,0 0-5-15,0 0 6 0,0 0-6 0,0 0-1 16,0 0-1-16,0 0 3 0,0 0-6 16,0 0 4-16,0 0-7 0,0 0 6 0,0 0-5 0,0 0 2 15,0 0-1-15,0 0-11 0,0 0 2 0,0 0 3 16,0 0-2-16,0 0 6 0,0 0-7 0,0 0 2 15,0 0-5-15,0 0 1 0,0 0-11 0,0 0 11 16,0 0-3-16,0 0 2 0,0 0-3 0,0 0 3 16,0 0-5-16,0 0 2 0,0 0-1 0,0 0 6 15,0 0-2-15,0 0-10 0,0 0-4 0,0 0 1 16,0 0 4-16,0 0-4 0,0 0-7 0,0 0-3 16,0 0 4-16,0 0-10 0,0 0-6 15,0 0 0-15,0 0-3 0,0 0-8 0,0 0-9 0,0 0 0 16,0 0-39-16,0 0-97 0,0 0 44 0</inkml:trace>
  <inkml:trace contextRef="#ctx0" brushRef="#br0" timeOffset="143545.1">16302 7591 57 0,'0'0'49'0,"0"0"2"0,0 0-11 0,0 0-7 16,0 0-7-16,0 0-9 0,0 0-7 0,0 0-18 16,0 0 0-16,0 0-13 0,0 0-20 0,0 0-45 15,0 0 19-15</inkml:trace>
  <inkml:trace contextRef="#ctx0" brushRef="#br0" timeOffset="161142.07">2374 6288 141 0,'9'-6'130'0,"0"-2"-7"0,-1 1-2 16,1-1 0-16,-1-1-3 0,0 1-3 16,0-2-5-16,2-3-5 0,1 1-8 0,-4 2-1 0,1 1-6 15,-2 0-4-15,2 0-3 0,-3-1-11 0,1 1 9 16,-2-1-11-16,0 1 1 0,0 1-7 16,-2-1-11-16,-2-1-6 0,4 0-9 0,-3 4 2 15,-1-4-6-15,0 10 2 0,-2-12-8 0,2 12 0 16,-5-10-4-16,5 10-4 0,-4-7-3 0,4 7-4 0,-9-5-4 15,2 3 1-15,7 2-5 0,-15-1-1 0,5 3-1 16,0 0-3-16,-3 3 3 0,1 0-7 0,-4 6 0 16,3 0 7-16,0 0-4 0,3 2 4 0,2 0-5 15,2 0 1-15,0 0 1 0,-2 0 0 0,4 6-1 16,-1-4-4-16,5 1 5 0,0-3-5 0,1 1 2 16,1-3-1-16,4 4 1 0,0 1-1 0,4-3 4 15,2 0-1-15,3-2-2 0,-1-3-12 0,-1-4-9 16,8 2-17-16,0-3-16 0,1-3-29 0,9 0-27 15,-3-4-9-15,3-1-21 0,-1-2-21 0,0-2-87 16,-3 2-273-16,-3-6 121 0</inkml:trace>
  <inkml:trace contextRef="#ctx0" brushRef="#br0" timeOffset="161355.91">2801 5904 24 0,'0'0'176'15,"0"0"-20"-15,0-13-14 0,0 13-17 0,0 0-14 16,0 0-12-16,0 0-12 0,0 0 1 0,0 0-14 16,0 0-1-16,2 32-6 0,-2-15-3 0,0 3-6 15,0 6-6-15,-1 5-5 0,1-4-3 0,-1 3 0 16,1-2-3-16,0 1-16 0,-1-3-21 16,1 3-17-16,0-5-18 0,0-5-32 0,2-2-11 0,1 1-21 15,-1-3-25-15,0-3-82 0,-1-1-217 16,0-3 97-16</inkml:trace>
  <inkml:trace contextRef="#ctx0" brushRef="#br0" timeOffset="161639.72">2925 6207 108 0,'10'-10'149'0,"1"-2"-5"0,-1 2-4 0,1-4-6 15,-1 2-4-15,0 1-4 0,0-2-10 16,1 1-6-16,-3 1-6 0,-2 0-1 0,0 2-10 15,-2-3 4-15,2 5-9 0,-3-3 0 0,0 3-3 16,-2 0-9-16,-1 7-9 0,0-12-7 0,0 12-10 0,-3-7-4 16,3 7-4-16,-6-9-8 0,6 9-2 15,-11-3-4-15,11 3-4 0,-13 3-6 0,3 3 2 0,-1-1-8 16,2 2 0-16,-3 6-3 0,1 1-1 16,5-3 1-16,-1 0-3 0,4 3 0 0,-2-2-2 15,3 0-15-15,1 3-18 0,2-2-8 0,2-1-22 16,2 0-9-16,3-4-7 0,2 4-25 0,1-5-18 0,1 0-14 15,1-2-8-15,5-1-10 0,-2 0-94 0,5-1-263 16,-4-4 117-16</inkml:trace>
  <inkml:trace contextRef="#ctx0" brushRef="#br0" timeOffset="161856.04">3284 5974 47 0,'0'0'183'0,"-8"-9"-12"0,5 5-21 15,3 4-12-15,-11-4-11 0,3 4-19 0,8 0 1 16,-16 7-9-16,7-1-9 0,-1 3 1 0,1 1-11 16,0 3-7-16,0 0-7 0,1 1-5 0,5 2-4 15,-1-4-8-15,1 4-4 0,2 0-6 0,1-3-7 0,4-1 2 16,2 3-3-16,-2-4-8 0,3 0-26 0,2-2-22 16,4 3-11-16,3-5-14 0,-4 0-49 15,5-1-15-15,-4-3-17 0,5 1-115 0,-4-1-265 16,0-3 118-16</inkml:trace>
  <inkml:trace contextRef="#ctx0" brushRef="#br0" timeOffset="162078.06">3445 5869 72 0,'-1'-12'211'0,"-2"2"-3"0,2 1 0 15,0 3 0-15,1 6-19 0,-3-13-16 0,3 13-20 16,-1-5-25-16,1 5-13 0,0 0-10 0,0 0-14 15,0 0-7-15,0 0-8 0,4 40-6 0,-4-20-7 16,2 3-7-16,-1 4-2 0,1-1-6 0,-1 0-7 16,2-2-3-16,-1 1 0 0,1 3-7 0,-1-4-11 15,1 1-26-15,-2-6-19 0,0 0-9 0,2-2-32 16,-3 2-31-16,1-3-43 0,2-3-25 0,-6-3-160 16,2 2-352-16,1-12 157 0</inkml:trace>
  <inkml:trace contextRef="#ctx0" brushRef="#br0" timeOffset="162878.76">3457 6031 12 0,'0'0'150'0,"7"-6"-3"0,-7 6-4 16,12-1 10-16,-6 1-20 0,-6 0-5 0,18 10-1 15,-9-1-7-15,1-3-6 0,0 0-19 0,-1 2-4 16,-1 1-10-16,1-1-6 0,0 1-4 0,-1 1-9 15,-3-3-7-15,1 3-4 0,-2-2-4 0,1 0-5 16,-1-2-4-16,-4-6-5 0,4 7 3 0,-3-2-2 16,-1-5-3-16,0 0 2 0,6 6 4 0,-6-6 7 15,0 0-1-15,0 0-3 0,0 0-2 0,0 0-5 16,0 0-5-16,0 0-6 0,0 0-5 0,0 0-4 16,-2-24-4-16,2 24-6 0,2-16-2 0,4 5-4 15,-3-1-5-15,6-3-7 0,-4 4-1 0,6-6 2 16,0 4 5-16,-2 0-7 0,-1 3 7 0,2-2-3 15,0 5-8-15,-4 0 9 0,0 2 0 0,-2 0-1 16,1 3 0-16,-5 2 2 0,8-2-6 0,-8 2 5 16,0 0 4-16,7 12 0 0,-6-6-3 0,-1 2 2 15,-2 2 2-15,2 2 2 0,-2 4-2 0,0-5 2 16,-1 3 4-16,2-4 2 0,-2 2-3 16,2-1 0-16,2-1 1 0,-2-1-1 0,1 4-1 0,1-7 6 15,1 0-3-15,3 4-2 0,-3-6 6 0,2 1-2 16,-4-5-6-16,7 7 3 0,-7-7-1 0,7 4-1 15,-7-4 1-15,8 3 3 0,-8-3 4 16,0 0-4-16,11-13 2 0,-7 9-1 0,-1-2 0 0,-1-4-4 16,0-1 0-16,-1 0 1 0,0 1-3 0,2 1 7 15,-2-4-8-15,-1 0 6 0,0-3 1 0,0 5 2 16,0-1-5-16,1-1 6 0,-2 1-11 0,1 0 6 16,1 1 1-16,-1 4 0 0,0 7-1 0,3-12-4 15,1 8 1-15,-4 4-3 0,7-6 4 0,0 4-5 16,-7 2 6-16,18 4-3 0,-8 0 2 0,1 3-5 15,0 0 2-15,1 4 4 0,-2-2-6 0,2 2 4 16,-4 0 1-16,3 1 2 0,-1 3-2 0,-2-5-1 16,1 1 4-16,-3-3-7 0,-2-1 5 0,1 0 1 15,-1 0-1-15,0-1 4 0,-4-6 2 16,5 9 10-16,-1-5 16 0,-4-4 8 0,0 0-4 16,0 0-5-16,0 0 0 0,0 0-6 0,0 0-5 0,0 0 2 15,0 0-2-15,-9-26 0 0,9 15-6 0,0 0 5 16,0-1-3-16,4-5-3 0,1-1-5 0,-1 0-5 15,4 2-1-15,1 0-2 0,-1 1 0 0,4 1 1 16,-6 4 3-16,5 2-2 0,-1-1-3 0,-1 5 1 16,1-2 0-16,0 4-2 0,2-1-1 0,2 4 3 15,-4 1-3-15,0 0 3 0,3 4-3 0,-3-2 2 16,-1 3 0-16,3 1 0 0,-3 1-3 0,-4 1 8 16,2 1-2-16,0 0-1 0,-2 0 5 0,-1 0-3 15,-2 0-9-15,0 0-22 0,-2 0-28 0,0 2-41 16,-3 3-47-16,-1-6-40 0,0 5-155 0,2-5-367 15,-3 1 164-15</inkml:trace>
  <inkml:trace contextRef="#ctx0" brushRef="#br0" timeOffset="164926.7">4695 5768 216 0,'-8'-7'203'0,"-1"2"-9"0,0-1-11 16,0 3-29-16,3 1-23 0,6 2-14 0,-17 0-9 15,6 5-9-15,2 2-15 0,-1 8-4 0,-2 0-12 16,-1 8-2-16,2 2-8 0,5 1-2 0,3 0-7 15,2 0-7-15,1-7-1 0,2 0-5 0,5 0-2 16,1-3-2-16,0-1 1 0,8 6-6 0,-2-9 1 16,-1-3-6-16,2 1 1 0,0-2 0 0,3-3-4 15,-1-3 3-15,0 0-7 0,1-2 2 0,0 0-3 16,-4-2-1-16,4-3-2 0,-1-2-4 0,-2 0-1 16,2-3-1-16,-4 0 1 0,-2 1-3 0,1-2-2 15,-1-2-1-15,-1-1 0 0,-2-1-3 0,-2-2 4 16,1 1 1-16,-2 1-1 0,0-2-2 0,-3 2 4 15,0-1-1-15,-1 1-6 0,2 2 8 0,-3 1 0 16,0 2 10-16,2 2-7 0,-1 1-4 0,-1 7 2 16,2-10-2-16,-2 10-1 0,1-7-5 0,-1 7-1 15,0 0 4-15,0 0-2 0,0 0 0 0,0 0-1 16,8 26 4-16,-6-14-1 0,0 1-2 0,0-1 1 16,2 4 3-16,1 1-2 0,-1-3-2 0,2 1 1 15,-2-4 5-15,1 0-4 0,3 0 4 0,-4-3-2 16,2 0 3-16,-1-2-7 0,-1-1 6 0,0 0-3 15,2 0 5-15,-1-1-1 0,-5-4-2 0,12 4 4 16,-6-4 3-16,-6 0-3 0,16-3 0 0,-9 2-1 16,0-3-3-16,2-1 3 0,-2-2-1 0,1 0-6 15,-2-3 5-15,3-4-2 0,-5 2 2 0,0 0-2 16,0 0 2-16,0-4 6 0,-2 1-7 0,-2-2-1 16,0 7 0-16,0-2 1 0,0 2 4 0,-1 3 8 15,1 7 1-15,-1-12 1 0,1 12-1 0,-2-9-7 16,2 9-1-16,0 0-4 0,0 0-2 0,0 0-4 15,0 0 1-15,0 0-1 0,0 0 2 0,0 0 0 16,3 27 3-16,0-14-2 0,-3 2 1 0,1-3-4 16,1 3 1-16,3-2 4 0,-1-1-4 0,3 1 3 15,-4-2 2-15,4-1-2 0,1 0 2 0,2-1-1 16,-3-1 4-16,2-3-3 0,3-2 7 0,-2 1-3 16,3-3 5-16,1 0-1 0,-1-1-4 0,2-1 1 15,-2-1 1-15,0-1 0 0,-1-1 1 0,0-2-2 16,1-2-1-16,-3 0-4 0,1-1 5 0,-3 0-4 15,0-1 0-15,-4 0-2 0,-1-3 4 0,0-2-3 16,-4 0-4-16,-1 1-3 0,0 2-2 0,-3-5-1 16,0 7 3-16,-3-7-4 0,-1 6 0 0,4 1-2 15,-4 2 0-15,2-2 2 0,-1 3 3 0,3 1-2 16,-3 1 5-16,4 0-4 0,-1 0 1 0,5 5-1 16,-4-5-1-16,4 5-6 0,0 0 4 0,0 0-1 15,0 0 4-15,0 0-2 0,0 0 2 0,19-4 0 16,-6 4 4-16,0 2-3 0,5 1 0 0,-2 0 2 15,2 0 3-15,-1 0 0 0,-5 1-5 0,0 0-3 16,0 0 4-16,-2 1-5 0,-1 1 3 0,0 3-1 0,-2-3 4 16,1 2-3-16,-2 1-1 0,1 1 2 15,-2-1 4-15,1 1-4 0,-2 0 3 0,-1 0-2 16,2 3 3-16,-3-3-2 0,2 3 4 0,0-4-5 16,0 1 5-16,0-1-1 0,-1-1 0 0,3-1-2 15,-1 1 2-15,-1-1 0 0,1 1 4 0,4-2 2 0,-2-2-4 16,0 1 1-16,-1-3 6 0,3 1-5 15,1-3-2-15,-1 1 4 0,3-2-2 0,-2-2-1 16,0 0 5-16,0-1-2 0,1 0 6 0,-2-4 0 16,5-2-2-16,-7 3-1 0,5-5 4 0,-1-1-3 15,-2-1-5-15,-2 0 1 0,-1-2 2 0,0-1-3 0,-2 0 1 16,0 4-1-16,-1-3-3 0,-1 0 4 16,-2-1-5-16,-1 3 1 0,-2 3-3 0,3-1 2 15,-2 2-1-15,-1 1-1 0,3 9 0 0,-2-11 1 16,-2 8 0-16,4 3-3 0,-4-9 2 0,4 9-3 15,0 0-2-15,-6-4-1 0,6 4 3 0,0 0-6 16,0 0 4-16,-13 11 2 0,8-7-2 0,-2 1-1 0,4 1 1 16,3-6-4-16,-6 10 1 0,5-5-1 15,-3 1 4-15,4-6-4 0,-2 9 0 0,2-9 0 16,-4 8 0-16,4-8 0 0,0 7 4 0,0-7 1 16,0 0 1-16,0 0 0 0,-1 9 6 0,1-9-2 15,0 0 4-15,0 0 2 0,0 0 8 0,0 0-1 16,0 0-3-16,0 0 2 0,0 0-3 0,0 0-1 15,0 0 4-15,0 0-10 0,0 0 3 0,0 0-1 16,0 0-2-16,0 0-5 0,10-21 1 0,-10 21-1 16,5-4-1-16,-5 4 1 0,9-3-2 0,-9 3-1 15,9-1 4-15,-9 1-1 0,10 0-4 0,-10 0 3 0,0 0 1 16,13 1 2-16,-13-1-2 0,9 3-4 16,-9-3-3-16,6 3 4 0,-6-3 0 0,5 3-1 15,-5-3 3-15,7 5-2 0,-2-2 1 0,-5-3-2 16,4 4 4-16,-4-4-1 0,3 5 3 0,-3-5-4 15,0 0 9-15,4 6-9 0,-4-6-1 0,3 6-1 16,-3-6 7-16,0 0-5 0,0 0 1 0,0 11 0 16,2-7 3-16,-2-4-3 0,2 8 2 0,-2-8 0 15,4 10 1-15,-4-5-3 0,0-5 1 0,2 9 0 16,1-3 1-16,-3-6-1 0,2 11 5 0,1-6 0 16,-3-5-2-16,3 9-1 0,-1-4-1 0,-2-5 2 15,5 7-4-15,-5-7 5 0,4 7-2 0,0-3 4 16,-4-4-2-16,6 3 1 0,-6-3 3 0,11 2-3 15,-11-2 4-15,16-2-6 0,-5 1 2 0,2-2 2 16,-4-1 1-16,3 1-1 0,-1-2-2 0,-2 3 2 16,4-5 0-16,-6 3 0 0,3-3-1 0,-5 1 0 0,2-1-1 15,-2-1-2-15,0 0 4 0,-1 1-3 0,-1-3-2 16,-2 0 2-16,-1-1-1 0,0 0 0 0,-1 0-2 16,0 1 2-16,-1 0-3 0,0 2 0 15,0 0-1-15,0 1 2 0,-1-1 6 0,3 8-3 16,-2-9-1-16,2 9 0 0,-3-9 0 0,3 9-2 0,-4-6 0 15,4 6-4-15,0 0-5 0,0 0-4 16,0 0-6-16,0 0 2 0,0 0 3 0,0 0 1 0,0 0 1 16,0 0-2-16,0 0 1 0,22 15 1 15,-14-8 6-15,-2 3-5 0,-1-1 1 0,0 1 5 16,1-1-2-16,-3 2 7 0,4-2-5 0,-2 3 1 0,-1-3 3 16,0 2-1-16,-2-1 3 0,2 0-3 0,1-3 1 15,-2 1-1-15,2-1 2 0,-2 1 1 0,3 0-1 16,-1-3 1-16,-3 2 2 0,3-4-4 15,2 1 5-15,-1-1 0 0,1-1 3 0,-1 1 4 16,-6-3 8-16,15 0-1 0,-6 0 4 0,-9 0-6 0,17-5 9 16,-6 2-1-16,-2-3-7 0,0-2 1 0,1 1-3 15,-1-1-2-15,-2-1 1 0,2 0 0 0,-3-1 0 16,-1 0-2-16,-1-1-3 0,-3 0-3 16,2-1 5-16,-3 1 0 0,1 1 5 0,-1 1-4 15,0 2 6-15,0 7-5 0,-2-12-1 0,2 12-2 0,-3-10-2 16,3 10-1-16,-4-4-3 0,4 4 0 0,0 0-1 15,0 0-1-15,-23 11 2 0,16-1-1 16,-1-2-16-16,0 2-18 0,3 1-21 0,-1 2-31 16,2-1-30-16,3-1-36 0,1 0-33 0,1-1-30 15,0 0-123-15,3-1-364 0,-1-2 161 0</inkml:trace>
  <inkml:trace contextRef="#ctx0" brushRef="#br0" timeOffset="165163.84">6331 5811 14 0,'3'-7'244'0,"0"2"-14"16,-3 5-9-16,4-10-3 0,-1 3-14 0,-3 7-12 0,5-12-12 15,-3 5-11-15,2 3-11 0,0-4-15 16,1 3-10-16,-1-4-17 0,0 0-9 0,1 3-15 16,0-2-6-16,-1 2-12 0,1 1-11 0,-5 5-5 15,7-8-7-15,-4 4-14 0,-3 4-6 16,8-2-11-16,-8 2-6 0,0 0 1 0,11 7-4 0,-6-2-1 0,-1 0-10 15,0 0-16-15,-1 4-8 0,0 2-17 0,1 0-24 16,-2 0-31-16,-1 0-46 0,1 0-27 16,0 0-42-16,-2 0-144 0,0-2-384 0,0-9 170 15</inkml:trace>
  <inkml:trace contextRef="#ctx0" brushRef="#br0" timeOffset="165407.22">6612 5463 226 0,'-1'-8'242'15,"1"0"-4"-15,0 8-19 0,2-10-27 0,-2 10-21 0,0-9-23 16,0 9-12-16,0 0-16 0,0 0-5 0,8 22-11 16,-7-6-9-16,0 11-7 0,2 1-8 15,0-2-8-15,-2 1-5 0,0 1-4 0,3-1-7 16,-4-3-5-16,1 2-3 0,3 0-6 0,-5-10-22 15,-2 1-17-15,8-2-30 0,-5-2-34 0,1-2-41 16,1-2-39-16,-2-9-29 0,1 13-21 0,-1-13-127 16,0 0-344-16,-9 9 153 0</inkml:trace>
  <inkml:trace contextRef="#ctx0" brushRef="#br0" timeOffset="165562.59">6499 5650 119 0,'0'0'171'0,"9"-4"-5"16,0 0-11-16,-2 2-17 0,4-2-12 0,3-1-12 16,4 1-14-16,1 0-7 0,2 0-14 0,-2 2-37 15,0-1-47-15,-2 0-46 0,-3 2-34 0,-3 2-109 0,-3 0-210 16,-8-1 93-16</inkml:trace>
  <inkml:trace contextRef="#ctx0" brushRef="#br0" timeOffset="166411.14">0 7603 2092 0,'0'0'-167'0,"36"35"-10"0,-36-35-115 16,34 13-315-16,-34-13 139 0</inkml:trace>
  <inkml:trace contextRef="#ctx0" brushRef="#br0" timeOffset="166725.81">419 7025 32 0,'0'0'185'0,"0"0"-15"15,-14-51-5-15,14 51-18 0,0 0-7 0,0 0-9 16,-15-25-6-16,15 25-13 0,0 0-6 0,0 0-6 16,0 0-18-16,0 0-8 0,0 0-5 0,-19-17-10 15,19 17-6-15,0 0-7 0,0 0-6 0,0 0-4 16,0 0-8-16,0 0 6 0,0 0-6 0,0 0-5 15,-20 84-5-15,17-60 6 0,3-24-12 0,-2 46 4 16,2-46-5-16,0 37 3 0,0-37 0 0,0 36 0 16,0-36-5-16,5 33 4 0,-5-33-1 0,5 33-3 15,-5-33-1-15,0 0 3 0,6 36-3 0,-6-36 1 16,0 0-11-16,5 34-25 0,-5-34-20 0,0 0-37 16,0 0-13-16,4 30-35 0,-4-30-13 0,0 0-11 15,0 0-94-15,0 0-271 0,0 0 121 0</inkml:trace>
  <inkml:trace contextRef="#ctx0" brushRef="#br0" timeOffset="167227.97">350 7096 146 0,'0'0'156'0,"0"0"-2"0,0 0-12 0,0 0 2 16,0 0-14-16,0 0-11 0,0 0-14 0,0 0-16 0,0 0-7 16,0 0-12-16,0 0-11 0,0 0-3 15,0 0-6-15,0 0-2 0,0 0 0 0,0 0 1 16,-2 68 13-16,2-68-6 0,0 50-3 0,-2-21 1 15,2-29-6-15,2 54 2 0,0-28-8 0,-2-26-1 16,1 47-2-16,-1-47-3 0,0 44-5 0,0-44-3 16,5 32-5-16,-5-32 2 0,6 33 2 0,-6-33-9 15,0 0 2-15,3 39-3 0,-3-39 2 0,0 0-2 16,4 33-2-16,-4-33-28 0,0 0-16 0,4 32-16 16,-4-32-27-16,0 0-28 0,0 0-33 0,0 0-15 15,-4 37-19-15,4-37-111 0,0 0-299 0,0 0 133 16</inkml:trace>
  <inkml:trace contextRef="#ctx0" brushRef="#br0" timeOffset="168163.53">319 7261 123 0,'0'0'141'0,"0"0"-8"0,0 0-15 16,39-22-2-16,-39 22-11 0,0 0-14 0,0 0-6 0,57 11-6 15,-57-11-12-15,33 18-2 0,-33-18-9 0,31 25-6 16,-18-12-1-16,-13-13-2 0,23 30-1 16,-23-30-8-16,18 29 0 0,-18-29-5 0,9 26-10 15,-9-26 5-15,0 0-5 0,4 33-4 0,-4-33 4 16,0 0-6-16,0 0 2 0,0 0-4 0,0 0 2 16,-15 43-6-16,15-43 1 0,0 0 1 0,0 0-3 15,0 0 3-15,0 0-8 0,0 0 4 0,0 0-1 16,0 0 0-16,0 0-7 0,0 0 2 0,0 0-5 15,-32-78 6-15,32 78 5 0,0 0-4 0,12-53-5 16,-12 53-3-16,11-34 4 0,-11 34 1 0,11-26-2 16,-11 26 0-16,0 0-2 0,14-30 2 0,-14 30 0 15,0 0-3-15,0 0-3 0,17-17 5 0,-17 17-2 16,0 0-3-16,0 0 1 0,0 0 0 0,0 0-3 16,0 0 4-16,0 0 5 0,0 0-10 0,0 0 12 15,36 52-2-15,-36-52 2 0,0 0-2 0,12 28 1 16,-12-28 3-16,0 0 2 0,13 22-6 15,-13-22 5-15,0 0 2 0,0 0-2 0,16 24-2 0,-16-24 0 16,0 0 2-16,0 0 0 0,0 0 4 0,27 13 0 16,-27-13 3-16,0 0-4 0,0 0-3 0,0 0 2 15,0 0-3-15,0 0 1 0,0 0-6 0,0 0 6 16,0 0 2-16,0 0-2 0,36-46-4 0,-36 46 0 16,0 0-2-16,0 0-1 0,-9-42-1 15,9 42 9-15,0 0-10 0,0 0 0 0,0 0 3 0,-18-48-1 16,18 48 1-16,0 0-2 0,0 0 0 15,0 0-2-15,0 0 0 0,9-36 0 0,-9 36-2 16,0 0 1-16,0 0 3 0,41-3 0 0,-29 6-2 16,0 3 6-16,6 0-6 0,0 1 8 0,0 2 3 0,-4 1-7 15,1-1 5-15,-1 2-8 0,-3-4 4 16,0 0 8-16,-2 1-3 0,0-3-4 0,-2 1 3 0,-3 0 0 16,-4-6 0-16,8 6 3 0,-8-6 16 15,6 7 15-15,-6-7 2 0,0 0 3 0,0 0-10 16,0 0 0-16,0 0-7 0,0 0-2 0,0 0 0 15,0 0-3-15,-23-17-2 0,23 17-4 0,-6-13 1 16,1 4-6-16,2-2-5 0,1 0 4 0,2-2-7 16,5-1-3-16,-3 1-3 0,5-3 1 0,-1 1-4 15,1 1 2-15,3 4-3 0,-1 0-2 0,1 2 7 16,0 1-4-16,3 1-2 0,-4 2 2 0,5 3 1 16,-14 1 2-16,20 1-3 0,-7 3-1 0,-6 2 3 15,3-2 3-15,0 2 2 0,-3 0-3 0,0 0 1 16,-7-6 1-16,8 12 4 0,-2-7-2 0,-6-5-2 15,8 13 0-15,-8-13 2 0,5 5 1 0,-5-5-3 16,0 0 13-16,4 8 6 0,-4-8-7 0,0 0 6 16,0 0-12-16,0 0 8 0,0 0 0 0,0 0-3 15,0 0-1-15,0 0-3 0,-2-31 0 0,4 21-4 16,0-1-4-16,0 2-2 0,3-1-1 0,-5 10-7 16,7-13 9-16,-2 4-1 0,1 2 0 0,-6 7-2 15,11-11-4-15,-11 11 0 0,14-1 1 0,-14 1-3 16,13 4 3-16,-13-4-2 0,14 8 6 0,-8 1-5 15,-1 1 1-15,-1 0-15 0,-1 2-10 0,-1 3-18 16,-2 0-19-16,0 3-31 0,-3-4-36 16,-1 1-32-16,-3 2-108 0,-3-3-300 0,-2 1 133 15</inkml:trace>
  <inkml:trace contextRef="#ctx0" brushRef="#br0" timeOffset="168544.03">185 6941 83 0,'-45'42'133'0,"45"-42"-1"0,-16 52-5 15,12-20-6-15,-1 1 1 0,3 13-13 16,2 0-7-16,2-13-8 0,3 16-8 0,1-15-10 15,5 10-9-15,1-13 0 0,-1 3-5 0,5-2-13 16,-1-3-10-16,2 0-39 0,4-1-14 0,4-6-29 16,2 0-35-16,0 2-29 0,2-5-98 0,-4 1-222 15,5-7 99-15</inkml:trace>
  <inkml:trace contextRef="#ctx0" brushRef="#br0" timeOffset="169048.41">1274 6922 198 0,'0'0'210'0,"-5"-6"-9"15,5 6-12-15,-4-7-13 0,4 7-18 0,-4-7-19 16,4 7-17-16,0 0-11 0,0 0-14 0,0 0-8 16,0 0-12-16,13 32-6 0,-3-9-6 0,-2 3-4 15,-2 5-7-15,1 0-1 0,1 1-13 0,-1 1 0 16,-2-5 2-16,0 3-10 0,-2-1 1 0,2-5-5 15,-1-2-1-15,-2-3-3 0,2-1-1 0,1-2-7 16,-3 0-23-16,0-1-20 0,-2-1-27 0,2-3-27 16,0-1-31-16,-2-3-38 0,0-1-26 0,0-7-120 15,0 0-318-15,-4 14 140 0</inkml:trace>
  <inkml:trace contextRef="#ctx0" brushRef="#br0" timeOffset="169455.89">1330 6964 176 0,'4'-8'184'0,"1"-1"-10"16,0 1-15-16,1 3-8 0,3-4-11 0,-2 6-13 16,4-3-14-16,-11 6-5 0,16-6-13 0,-9 5-5 15,-7 1-5-15,23 1-12 0,-12 4-8 0,0-1-6 16,-1 1-6-16,2 2-6 0,-5-1-3 0,-2 3-5 15,1 6 0-15,-4-4-5 0,1 5-2 0,-2 2-1 16,-5 1-3-16,-2-3-7 0,3 0-6 0,-3 2-7 16,-1-1-5-16,2-4-14 0,3-3-9 0,0 2-8 15,-1-1-5-15,0 1-16 0,3-12 2 0,1 17-4 16,1-10-2-16,-2-7 4 0,5 12 13 0,4-8-4 16,0 1 3-16,0 0-1 0,3 0 9 0,-1-1-6 15,0 0 15-15,-1 1-2 0,2 1 3 0,-3-1-4 16,3 3 6-16,-3 0 0 0,0-2 4 0,0 1 4 15,-1 2 1-15,-3-2 2 0,2 1 4 16,-5 1 6-16,-2-9 8 0,4 13 9 0,-4-13-2 16,-4 19-1-16,0-11-2 0,-3 2-2 0,1-2 1 0,-1 0 3 15,-1-2-9-15,-1 1-3 0,-1 0-12 0,0-1-19 16,5-2-30-16,5-4-32 0,-15 6-37 0,8-4-99 16,7-2-241-16,-17 1 106 0</inkml:trace>
  <inkml:trace contextRef="#ctx0" brushRef="#br0" timeOffset="170244.77">1754 7050 68 0,'0'0'224'0,"-8"-4"-18"0,8 4-10 0,-12 0-20 15,12 0-13-15,-15 11-13 0,7-3-14 16,-4 5-14-16,7-2-5 0,-4 6-9 0,-1 0-12 15,6 1-3-15,-2 0-16 0,1 1-8 0,3-2-1 0,4 1-4 16,-1-3-12-16,0 2-5 0,2-6-1 0,2 1-3 16,4-1-5-16,-3-4-7 0,1 0-1 15,2-1-4-15,-3-3-9 0,3-2-8 0,-1 0-1 16,-8-1-2-16,18-4 2 0,-10 0-6 0,-1-3 6 16,2-2 2-16,0 2-2 0,-4-2 5 0,-1-1 1 15,-2-1 6-15,-2 0-5 0,3-6-3 0,-2 2 2 16,-1-1 0-16,0 1 0 0,-1 3 0 0,-1 0 0 15,1 1 7-15,1 4 2 0,0 7 3 0,-2-14-1 16,2 14-4-16,0-8-8 0,0 8-1 0,0 0-4 16,-2-9-1-16,2 9-3 0,0 0-1 0,0 0-3 15,0 0 1-15,5 23 6 0,-2-11-3 0,0 0-3 16,-3 1 3-16,5-2-4 0,-3 2 1 0,5-1 1 16,-5-1 0-16,6-1 2 0,-3 1-3 0,4-1 1 15,-2-2-2-15,2 0 5 0,1-4 2 0,1-2 2 16,-1 0 0-16,2 0-3 0,-1-1 2 0,0-1 0 15,-3-1 2-15,2-3-4 0,1 0 4 0,-2-2-5 16,1-2 1-16,-2 2-3 0,-2-1 3 0,-3-4-3 16,0 0 4-16,1 1-3 0,-1-2 0 0,-2 1-1 15,-5 0-1-15,3-2 0 0,0 2 1 0,-2 1-2 16,1 3 0-16,2 0-3 0,0 7 3 0,-3-11-4 16,3 11 0-16,0 0-6 0,0-10-1 0,0 10 4 15,0 0-1-15,0 0 0 0,0 0 3 0,0 0 0 16,8 31-1-16,-3-17 1 0,-3 0 0 0,2 2 1 15,-3 1 1-15,2-3 2 0,-2-2-1 0,2 2 1 16,-3-4-2-16,1 1 2 0,-1 0-2 0,0-5 1 16,2 1 1-16,-2-7-3 0,3 9 2 0,-3-9 2 15,3 6 2-15,2-2 0 0,-5-4 0 0,10 0 0 16,-10 0-2-16,15-5 0 0,-4 1 1 0,-2 0-4 16,-2-4-4-16,2-1-2 0,3-2 4 0,-2-2 0 15,-1-1-1-15,2-1 0 0,-2-1 1 0,-2 3 1 16,0-5 1-16,0 0-2 0,-3-1 2 0,-1 5 2 15,-1-3 0-15,-1 2 1 0,-2 5 6 0,-2-3 8 16,2 1 3-16,-2 5 4 0,1 0 2 0,2 7 0 16,-3-11-6-16,3 11-1 0,-4-7-7 0,4 7-1 15,0 0-4-15,0 0 2 0,-15 15-1 0,11-4-1 16,-2 6-1-16,3-1 0 0,2 1 1 16,0 0-1-16,-3-1 0 0,10 3-5 0,-2 0-22 15,1-3-16-15,0-1-27 0,3 0-37 0,1-6-31 0,4 1-47 16,0-1-40-16,-1-2-165 0,5-4-418 0,2-2 185 15</inkml:trace>
  <inkml:trace contextRef="#ctx0" brushRef="#br0" timeOffset="170475.86">2407 6902 242 0,'0'-16'277'0,"0"16"-19"0,-1-10-25 0,1 10-29 15,0 0-19-15,0 0-16 0,0 0-18 16,0 0-6-16,0 0 9 0,0 0-10 0,14 38-17 16,-9-20-9-16,-1 7-11 0,0 0-8 0,1-1-10 15,1 2-8-15,-1-7-9 0,0 8-6 0,-1-3-2 16,3-1-17-16,-3-5-26 0,0 0-25 0,-1 0-35 16,2-4-34-16,-3 3-37 0,-2-2-44 0,2-2-42 15,-4-1-49-15,-1-2-127 0,3-10-403 0,-9 18 178 16</inkml:trace>
  <inkml:trace contextRef="#ctx0" brushRef="#br0" timeOffset="170769.8">2457 7097 59 0,'6'-9'195'16,"0"0"-11"-16,1 1-16 0,3 4-16 0,-10 4-11 15,17-4-7-15,-7 4-7 0,-10 0-8 0,21 1-3 16,-7 0-11-16,-1 4-9 0,-1-1-7 0,1 0-8 15,0 1-8-15,5-2-3 0,-5-1-6 0,5 2 3 16,-6-4 3-16,6 1-6 0,-5-2 4 0,1-1 3 16,-2 1 1-16,-2-2 0 0,-1-1-10 0,1-3 1 15,-2 0 3-15,2 2 3 0,-5-5 1 0,0-1-2 16,-1 4-5-16,-1-3-1 0,-3 10 2 0,1-16-8 16,-2 6 0-16,1 10-6 0,-6-18-2 0,2 7-3 15,-2 2-5-15,0-1-10 0,-2 3-6 0,0 1-5 16,-1 0-16-16,-1 5-17 0,10 1-26 0,-19 0-24 15,6 3-34-15,-1 5-44 0,1 1-64 0,-2 3-77 16,1-1-145-16,1 3-464 0,0-5 205 0</inkml:trace>
  <inkml:trace contextRef="#ctx0" brushRef="#br0" timeOffset="171268.2">3228 7024 135 0,'6'-8'200'0,"1"-2"-3"16,5-4-16-16,0 1-11 0,-1 1-18 0,1-2-9 15,1-1-9-15,1 2-8 0,-4 2-11 0,0-3-12 16,-1-1-6-16,-1 3-12 0,-3 2 8 0,0-2-8 15,-1 3 2-15,-2-2-17 0,0 0-9 0,-5 2-4 16,3 9-6-16,-2-12-6 0,-6 6-6 0,1 2-7 16,-4 2-2-16,-1 1-4 0,0 2-4 0,-2 3-5 15,-3 1-1-15,0 5-3 0,3-1-1 0,0 5-2 16,0 7 1-16,0 1 1 0,8-5-4 0,2 4 2 16,-1 4-3-16,5-5 2 0,0 4 2 0,2-4-3 15,10 0 2-15,-1-2 5 0,6 2-3 0,3-4-4 16,3 0-25-16,-5-6-28 0,8-1-36 0,1-3-34 15,-6-2-39-15,6-1-23 0,-5-2-22 0,0-1-125 16,-4-3-349-16,1-1 156 0</inkml:trace>
  <inkml:trace contextRef="#ctx0" brushRef="#br0" timeOffset="172840.01">3570 6938 69 0,'0'0'192'0,"0"0"-16"0,2-7-21 0,-2 7-11 15,0 0-18-15,0 0-9 0,0 0-9 0,0 0-2 16,0 0-10-16,0 0-6 0,0 0-7 0,6 24-8 16,-6-24-8-16,3 8-5 0,-3-8-5 0,1 7 3 15,-1-7 12-15,0 0 17 0,1 7 19 0,-1-7 14 16,0 0 18-16,0 0-2 0,0 0-13 0,0 0-12 16,0 0-13-16,0 0-8 0,0 0-1 0,-13-22-10 15,9 12-6-15,2 4-3 0,-1-6-10 0,2 1-8 16,0-2-2-16,2-3-2 0,0-1-12 0,4 3-3 15,-1-2-10-15,4-2-6 0,1 2-5 0,2 2-1 16,-2 1 1-16,0 4-2 0,5 0-9 0,0 0 0 16,-1 4 0-16,0 2-7 0,1 1 0 0,3 4 1 15,-3 1-3-15,-2 1 2 0,5 2 2 0,-2 1-3 16,1 3 0-16,-3-2 4 0,-4 2 2 0,4 2-6 16,-5-1 5-16,-1-2-5 0,0 5 6 0,1-5 1 15,-4 0-2-15,-2-4 0 0,2 1 1 0,-3-3 2 16,-1-3 5-16,4 7 0 0,-4-7 2 0,5 8 0 15,-5-8 1-15,0 0 6 0,0 0-5 0,0 0-7 16,0 0 1-16,0 0 7 0,0 0-7 0,0 0-8 16,-1-24-7-16,2 16-7 0,1 1-2 0,-1-4 1 15,0 0 0-15,4 0-7 0,-2 0 2 0,2 0 1 16,0-1-7-16,0 3 2 0,0 2 3 0,2-2 2 16,-1 2 1-16,-1-1 0 0,-1 4 0 0,-4 4 3 15,7-6-1-15,-4 4-1 0,-3 2-2 0,0 0 4 16,17 1 1-16,-11 2 1 0,-6-3 4 0,12 6-1 15,-6-2 5-15,1-1-3 0,-1 4-1 0,2-1 2 16,0 1 10-16,-1-3-6 0,-1-1 4 0,2 0 3 16,0-1-3-16,-2 0 1 0,2-2 3 0,6 1 1 0,-3-3-2 15,0-1 0-15,0-1 4 0,-1-1-2 16,1 1 2-16,-3-3-3 0,0 0 2 0,0 1 2 0,-3 0-2 16,-3-1-1-16,2-2 4 0,0-1-1 15,-4 1-3-15,0 2 2 0,0-3-3 0,-4 1 0 16,2 0 1-16,-1 1-1 0,2 1 7 0,-2 0 5 0,3 7-5 15,-5-9 1-15,5 9-2 0,0-9-4 16,0 9 1-16,0 0-6 0,-5-5-4 0,5 5-4 0,0 0 2 16,0 0 0-16,0 0 1 0,-5 18-1 15,5-18 7-15,2 18-6 0,-2-9 4 0,4 2 0 0,-1-1-3 16,2 0 1-16,0-1 2 0,3 0 1 0,-2 0 2 16,1 0-1-16,-1-2-2 0,2 1 4 15,3-4 3-15,-2-1-3 0,1 0 0 0,2-1 2 0,1-2 1 16,-1-2 2-16,1-1-2 0,-1 1 2 15,0-2 0-15,-1 0 4 0,-1-1-7 0,-1-1-3 0,-2-4 5 16,-1 2 1-16,-1-2-5 0,-4 0 1 0,2-4 3 16,-1-2-4-16,-2 1 0 0,-2 2-3 0,-1-5 3 15,-1 1-2-15,2-1-1 0,-5-5-2 16,1 7 2-16,2-4 2 0,-2 5 0 0,2 2-2 0,1 4-1 16,1 0 5-16,-1 3 2 0,2 0-1 0,1 6 1 15,-4-10-9-15,4 10-1 0,0 0-3 0,0 0-2 16,0 0 0-16,0 0 2 0,0 0 3 0,4 36 1 15,-2-16-5-15,2-1 3 0,0 6 0 16,0 0 0-16,1-5 0 0,1 3 2 0,-1-6 2 0,2-2-1 16,3 2 2-16,-1 0 0 0,-1-4 0 0,2-1 3 15,-1-1-2-15,2 0 2 0,-2-2 1 0,1-2 2 16,1-2 0-16,0 0-3 0,1-4 3 16,-1 1-3-16,2-1-6 0,-3-4 0 0,2 1-4 0,-2-4 1 15,0 1-1-15,-1 0 0 0,-1-4 3 0,-1-1 0 16,1-2 0-16,-4-4 1 0,0-1-11 0,-3 3-2 15,-1-5 1-15,2 1 4 0,-2-8-12 0,-2 7 6 16,1-5 1-16,-2-1 0 0,-1 5 2 0,1 2 0 16,0 1 4-16,-1 5-1 0,2 0 2 0,-3 4 7 15,3 1 6-15,2 7-3 0,-2-9 2 0,2 9-5 16,-4-10-5-16,4 10-1 0,0 0-1 0,0 0 1 16,0 0 4-16,-5 26-1 0,4-10-18 0,1 3 4 15,0 0 3-15,0 0-1 0,0-1 0 0,3 7 5 16,-1-6 2-16,2-3 0 0,1 2 2 0,2-2 1 15,1-2 1-15,1 0 5 0,1-1-2 0,0-1 9 16,-1-4-7-16,0 1 5 0,4-2 1 0,-1-1 4 16,1-3 3-16,0 0 1 0,1-1-2 0,0-2 2 15,3-4-4-15,0 1 5 0,0 1-3 0,-5-3 3 16,2-2-9-16,-2 1 5 0,-2-2-2 0,1-1 1 16,-2 2-5-16,2-8 0 0,-4 1-3 0,1-1-3 15,-4 0 0-15,2-2 3 0,-2-1-2 0,-1 1 2 16,-5-1-4-16,4 6 0 0,-4 0 3 0,1 1 2 15,-2 1-4-15,2 1 6 0,-1 2-2 16,-1-1-2-16,-1 1 1 0,4 7 0 0,-5-7-8 0,-1 3 2 16,6 4-2-16,0 0 1 0,-14 10 0 0,6-1-1 15,0 0 3-15,1 5-1 0,1-2 2 0,4 3-2 16,-2 1 7-16,1-2-10 0,2 1 2 0,2 0 10 16,1-2-3-16,2-1-5 0,-2-1 6 0,3 0-6 15,2-1 0-15,0-2 1 0,0-1-1 0,2-1 5 16,1 1 1-16,3-2-2 0,2-2-4 0,-1 0 7 15,-1-1-1-15,1-2 5 0,-1-1-3 0,2-2 2 16,-3 1 0-16,0 0 1 0,1-3-2 0,-1 0 5 16,0-1-3-16,-3-1 0 0,-1 0 0 0,-2-1-1 15,1-1-1-15,-2-1 9 0,-1-2-13 0,-3 2 1 16,2-3 0-16,-3 2-2 0,0-1 4 0,1 0-1 16,-2 1-3-16,2-1 0 0,-1 2 1 0,1 2 0 15,2-1-5-15,-2 0 2 0,-1 9 1 0,4-11 0 16,-2 7-3-16,2 0 1 0,-4 4-1 0,8-6 2 15,-8 6-2-15,11-1 0 0,-11 1-1 0,14 2-2 16,-5 2 2-16,-1 2-3 0,0 1 4 0,2-1-1 16,-4 2 0-16,1 1 5 0,-2-1-1 0,0 2 2 15,2-1 0-15,-3 0 1 0,-1 1 0 0,1 0-21 16,0-1-19-16,-3 1-26 0,2-1-43 0,-1 1-43 16,-2-3-48-16,1 0-50 0,-1-7-129 0,-1 8-408 15,1-8 181-15</inkml:trace>
  <inkml:trace contextRef="#ctx0" brushRef="#br0" timeOffset="173056.3">5215 6302 209 0,'6'-6'199'15,"-6"6"-12"-15,0 0 6 0,14 5-5 0,-4 4 1 16,2 1-11-16,0 6-9 0,2 5-11 0,-1 4-15 15,-1-1-8-15,1 2-12 0,-3-1-9 0,-1 1-9 16,-1 2-12-16,-2-3-6 0,-4 3-13 0,-4-3-22 16,-2 3-35-16,-6 0-49 0,0-3-67 0,-3 1-72 15,-5-2-60-15,-3-2-116 0,1 1-376 0,-3-2 167 16</inkml:trace>
  <inkml:trace contextRef="#ctx0" brushRef="#br0" timeOffset="173199.53">5102 6835 92 0,'0'0'286'0,"0"0"-17"16,0 0-13-16,-2-8-29 0,2 8-27 0,0 0-27 15,0 0-54-15,0 0-58 0,0 0-72 0,0 0-83 16,0 0-169-16,-26 11-286 0,26-11 127 0</inkml:trace>
  <inkml:trace contextRef="#ctx0" brushRef="#br0" timeOffset="176447.96">8525 4450 73 0,'-1'-12'103'15,"1"12"12"-15,-3-9 2 0,2 3-5 0,1 6-2 16,-3-9 5-16,3 9-2 0,-1-10-2 0,1 10-7 16,-4-8-2-16,4 8-6 0,0 0-3 0,-1-9-8 15,1 9-8-15,0 0-5 0,0 0-14 0,-5-5-5 16,5 5-8-16,0 0-3 0,0 0-6 0,-12 19 1 16,6-8-3-16,-3 5 0 0,-1 8-2 0,1 3-1 15,-1 0-3-15,1 3-1 0,-2 2 4 0,3 1 0 16,-1-2-2-16,2 0-1 0,1 1 5 0,4 0 1 15,-1-3-9-15,4 0 6 0,0 0-3 16,3-4-2-16,2 0 5 0,1-1-6 0,-1-4-2 16,8 2-1-16,-3-6-5 0,3-2 2 0,1 1-2 0,5-1-15 15,-2-4-30-15,3-3-26 0,6 1-40 0,-1-3-41 16,1-1-49-16,-6 0-152 0,-1-3-363 0,-1-2 161 16</inkml:trace>
  <inkml:trace contextRef="#ctx0" brushRef="#br0" timeOffset="178546.09">8910 4505 101 0,'0'0'155'0,"-3"-10"-11"0,3 10-12 15,-6-6-16-15,6 6-1 0,-8-3-20 16,8 3-7-16,-14 0-12 0,14 0-1 0,-18 3-7 15,7 1-3-15,-1 3-7 0,1-2-5 0,-3 5-7 0,2 2-3 16,-1-1-3-16,2 2 2 0,3 2-11 0,-1-2 2 16,3-3-5-16,2 3-2 0,3-2 2 0,-1-1-6 15,4 2 1-15,0-1-2 0,3 0-3 0,3-2-1 16,0 0-1-16,1-1-3 0,0 0 6 16,5-4-1-16,-3 2-5 0,3-3 1 0,4 2-1 0,-1-2 4 15,-3-1-5-15,0-4 1 0,-3 2-3 0,0 0 1 16,-3-1 4-16,-8 1 8 0,12-1 8 0,-12 1 3 15,9 0 0-15,-9 0-4 0,8-3-2 0,-8 3 0 16,0 0 2-16,3-5-3 0,-3 5-5 0,0 0-3 16,0 0-3-16,0 0-3 0,0 0-4 0,-21-2-15 15,21 2 2-15,-18 6-2 0,8-2-2 0,-2 1 6 16,-6 3-6-16,3 2 5 0,-3-1-1 0,1 0 2 16,1 1 2-16,-1 2 2 0,4-2-6 15,2-2 1-15,1 0-1 0,2 0-1 0,0 0-1 16,3 2 3-16,-2-3-3 0,4 0 11 0,2 0-6 0,1 2 5 15,0-9-3-15,1 13-4 0,4-7 2 0,1-1-11 16,2 1-17-16,2-2-18 0,4 0-33 0,3-1-39 16,2-2-25-16,2-1-32 0,-5 2-94 0,3-2-291 15,-2 0 130-15</inkml:trace>
  <inkml:trace contextRef="#ctx0" brushRef="#br0" timeOffset="179568.07">9017 4756 38 0,'0'0'71'0,"0"0"3"16,0 0 2-16,0 0 5 0,0 0-3 0,0 0 5 15,0 0-7-15,0 0-3 0,0 0 0 16,0 0 6-16,0 0-8 0,0 0 1 0,0 0-9 15,0 0 4-15,0 0-11 0,0 0 1 0,0 0-4 16,0 0-3-16,0 0-6 0,0 0-4 0,0 0-2 0,0 0-4 16,0 0-2-16,0 0-8 0,0 0 3 15,0 0-10-15,0 0-2 0,0 0 2 0,0 0-11 16,0 0 5-16,0 0-4 0,0 0 2 0,0 0 1 16,0 0 1-16,0 0-6 0,0 0 2 0,1 30-2 15,1-24 2-15,-2-6 3 0,2 11 0 0,1-7-2 16,-3-4 2-16,1 8-5 0,-1-8-2 0,1 9 0 15,-1-9 0-15,0 7-2 0,0-7-1 0,0 0 5 16,0 0 5-16,0 0 10 0,2 8 6 0,-2-8 13 16,0 0 8-16,0 0 8 0,0 0 6 0,0 0 1 15,0 0-7-15,0 0 3 0,0 0-10 0,0 0-9 16,0 0 0-16,0 0-8 0,-11-18-2 0,11 18-5 16,0 0-2-16,0-19 4 0,2 13-7 0,-2 6-1 15,5-15-3-15,-1 4 2 0,-2 2-12 0,3 1 1 16,2 1-2-16,-1-2 8 0,0 3-11 0,2-1 0 15,0 4-5-15,-3-3 1 0,1 5-4 0,2-2 3 16,0 2-3-16,-8 1 2 0,11 0 0 0,-11 0-5 16,12 4 4-16,-7 0 2 0,1 2-3 0,-1 3 6 15,0-1-2-15,-1-2-1 0,0 2-1 0,-1 0 2 16,-2-1 1-16,0 0 3 0,0 0 0 0,-1-7-3 16,0 11 1-16,0-11 3 0,0 8 0 0,0-8 3 15,2 7 2-15,-2-7 0 0,0 0 3 0,0 0-3 16,0 0-2-16,0 0-1 0,0 0-1 0,0 0 2 15,0 0-7-15,0 0 1 0,0 0-7 0,0 0 0 16,0 0 1-16,1-31-1 0,3 22-2 0,2 2 6 16,1-3-11-16,-2 4 2 0,0 0-4 0,1-1 3 15,0 2 0-15,1-1 5 0,-3 1-5 0,1 1-8 16,-5 4 9-16,8-5-2 0,-2 2-2 0,-6 3 0 16,0 0-2-16,15 6 4 0,-9-1 10 0,-1-1-4 15,1 0-5-15,0 2 2 0,-2-1 4 0,3 4-3 16,-2-3 7-16,1 2-3 0,0 0 4 0,1-2 1 15,-1 0 2-15,1 0-1 0,-1-2 1 0,3 2 1 16,-4-2-2-16,2-2 3 0,1 0-1 0,-8-2-1 16,12 0 2-16,-12 0 6 0,11-2-4 0,-4 0 4 15,0-2 3-15,-1 0-6 0,-1-1-2 0,-3 0 10 16,3-2-3-16,-1-1 5 0,-1 1-1 0,0-2-4 16,0-1-1-16,-2 1 0 0,1 2 1 0,-1-3 2 15,0 0-5-15,-1 10 4 0,-2-13 6 0,2 13-5 16,-2-13 0-16,2 13-1 0,-2-8-3 0,2 8 2 15,0 0-8-15,-2-7 1 0,2 7-4 0,0 0 3 16,0 0-3-16,0 0 4 0,0 0-8 0,-6 22 5 16,6-22 2-16,3 13-4 0,-1-1-13 0,-2-1-27 15,1-1-22-15,-1 1-39 0,3 0-32 0,0 0-36 16,0-2-138-16,0 1-333 0,0-4 147 0</inkml:trace>
  <inkml:trace contextRef="#ctx0" brushRef="#br0" timeOffset="179960.09">9564 4541 8 0,'0'-9'208'0,"0"9"-1"0,0 0 0 15,-2-12-7-15,2 12-11 0,0 0-19 0,2-6-18 16,-2 6-21-16,0 0-13 0,0 0-15 0,0 0-12 15,0 0-5-15,0 0-8 0,0 28-2 0,3-11 0 16,-2 2-7-16,-1 5-5 0,1-5-8 0,0 6-2 16,-1-5-6-16,2 5-6 0,-4-1 0 0,1-5-5 15,2 0-2-15,-2-2-16 0,1 2-26 0,1-3-23 16,-1 0-48-16,0-3-32 0,2-4-36 0,-4 1-33 16,1 0-157-16,0 0-364 0,-2-3 161 0</inkml:trace>
  <inkml:trace contextRef="#ctx0" brushRef="#br0" timeOffset="180113.36">9522 4719 93 0,'11'-2'94'0,"0"-1"-9"0,0 0-29 15,3-1-20-15,-1 1-25 0,1-1-29 0,-1-1-42 16,0 1-64-16,-2 0 28 0</inkml:trace>
  <inkml:trace contextRef="#ctx0" brushRef="#br0" timeOffset="180292.37">9696 4549 3 0,'0'0'154'16,"-2"-13"4"-16,1 5 6 0,1 8 0 0,-1-9-9 0,1 9-13 16,-3-8-18-16,3 8-14 0,0 0-15 0,0 0-9 15,0 0-12-15,0 0 0 0,0 25 5 0,-1-10-14 16,1 9-3-16,-1-4-5 0,2 6-1 15,-1 0-3-15,-4-5-8 0,2 3 0 0,-1-1-7 16,2-2-28-16,1-2-34 0,-1 0-34 0,2-2-40 0,-1 0-35 16,-1 0-37-16,-1-4-85 0,2-2-277 0,2-1 122 15</inkml:trace>
  <inkml:trace contextRef="#ctx0" brushRef="#br0" timeOffset="180753.45">9748 4847 6 0,'0'0'182'0,"6"-6"-8"0,0 2-9 16,-3 1-14-16,3-3-16 0,-1 2 0 15,1-3-15-15,0 0-6 0,2 2-4 0,-1 0-8 16,0-4-8-16,2 2-6 0,-2 0 4 0,-1 0-1 16,-2 1 0-16,1-3-12 0,0 1-7 0,-1-1-6 15,0 2-5-15,-2-5-2 0,-1 4 2 0,1-2-4 16,-2 1-3-16,0 9-9 0,0-14-1 0,0 14-3 15,-2-10-1-15,2 10-7 0,-1-9 0 0,1 9-9 16,-4-6 0-16,4 6-8 0,0 0-1 0,0 0 0 16,-17 13 4-16,10-6-7 0,1 3-6 0,-1 0-12 15,1 2-4-15,0 2 0 0,0-2-2 0,4-1-4 0,-2 0-5 16,4-1 0-16,0-1 2 0,1-2-5 0,2 0-1 16,-1-1-12-16,4 0 3 0,-3-2-6 15,-3-4-6-15,13 5-3 0,-6-5-12 0,-7 0 15 16,12-1 2-16,-12 1 12 0,13-6-4 0,-5 1 6 15,-3-1 3-15,0 1 3 0,1-1 4 0,-1-2 5 16,1 1 1-16,-3 0-1 0,3 1 13 0,-4-1 5 16,2 2 2-16,-4 5 0 0,7-10 0 0,-7 10 0 15,4-7-1-15,-4 7-8 0,4-4 4 0,-4 4 7 16,0 0-7-16,0 0-10 0,0 0 7 0,14 10 2 16,-9-6-1-16,-1 2 0 0,0 3 2 0,0-2 2 15,-2 4 1-15,1-3-9 0,2 1-24 0,-1-1-21 16,1 1-36-16,-1 0-43 0,0-2-27 0,0 3-101 15,1-2-279-15,-1-2 123 0</inkml:trace>
  <inkml:trace contextRef="#ctx0" brushRef="#br0" timeOffset="180990.31">10174 4575 72 0,'2'-9'230'0,"0"6"-12"0,-2 3-23 16,0-12-18-16,0 12-21 0,2-7-19 0,-2 7-13 16,0 0-12-16,0 0-9 0,0 0-2 0,9 26-4 15,-5-9-8-15,-3 0-9 0,2 2-5 0,2 5-11 16,-3-3-2-16,0-2-4 0,-2 0-4 0,0 6-2 16,1-6-23-16,3-3-23 0,-3 0-16 0,0 1-33 15,-1-2-30-15,0-2-44 0,1-2-34 0,1 0-30 16,-4 0-105-16,2-11-311 0,-3 13 138 0</inkml:trace>
  <inkml:trace contextRef="#ctx0" brushRef="#br0" timeOffset="181285.72">10252 4729 38 0,'0'0'141'0,"14"2"-10"0,-7 0-12 0,2-1-7 15,2 3-8-15,-1 1-8 0,-1-1-11 0,0-1-1 16,1 2-14-16,1-4 3 0,0 2-6 0,-2 1-3 16,-1-2-8-16,-1-1 3 0,-7-1-3 0,13 1 7 15,-7 1 4-15,-6-2 1 0,12-3 10 0,-12 3 8 16,6-5-2-16,-2 0-8 0,-4 5-3 0,4-9 1 16,-3 3 2-16,-1 6-2 0,0-12-5 0,0 4-2 15,0 8-1-15,-3-16-6 0,1 9-5 0,-1 1-7 16,3 6-3-16,-4-11-8 0,1 6-5 0,3 5-8 15,-8-8-21-15,8 8-17 0,-10 0-19 0,10 0-18 16,-13 5-24-16,5-1-45 0,3 2-39 0,-4 2-34 16,3 2-147-16,-1 0-367 0,1-2 163 0</inkml:trace>
  <inkml:trace contextRef="#ctx0" brushRef="#br0" timeOffset="181526.05">10621 4601 265 0,'0'0'261'0,"4"-9"-21"0,-4 9-11 0,0 0-36 16,4-5-23-16,-4 5-11 0,0 0-12 0,0 0-21 16,0 0 1-16,4 27-14 0,-4-13-4 0,1 3-13 15,-2-1-10-15,1 4-6 0,-2-1-9 16,1 5-8-16,1-5-14 0,-3-1-39 0,3 2-26 0,0-2-31 15,-1-2-16-15,1 3-32 0,-1-3-23 0,1-3-42 16,1-4-24-16,-2 2-135 0,0-1-345 0,1-1 153 16</inkml:trace>
  <inkml:trace contextRef="#ctx0" brushRef="#br0" timeOffset="181881.69">10684 4641 99 0,'5'-11'184'0,"0"1"-11"0,1 1-14 16,1 4-14-16,-2 0-16 0,-1 1-19 16,-4 4-3-16,11-4-14 0,-3 3-11 0,-8 1-8 15,11 4-7-15,-6-1-3 0,2 2-10 0,-2 1-8 0,2 2-3 16,-3 2 0-16,0 0-6 0,0 1-2 0,-3-1-4 16,1 0-11-16,-4-1-8 0,1 2-6 0,-3 0-15 15,2-1-12-15,-2-2-13 0,0 2-8 16,1-4-25-16,0 0 0 0,3-6 3 0,-3 10 7 15,3-10 9-15,0 10-8 0,0-10 1 0,4 9 3 16,2-6 2-16,-2 0 4 0,-4-3 10 0,12 8 8 0,-7-5 0 16,-5-3 2-16,12 6 9 0,-5 1 6 0,-1-1 10 15,-1 2-1-15,2-1 11 0,-7-7 5 0,7 14 18 16,-4-6 2-16,0 0 8 0,-3-1 11 16,0-7 8-16,0 16-2 0,-2-9 1 0,2-7-7 15,-4 13-5-15,2-7-6 0,-1 0 0 0,-2-1-9 16,5-5-24-16,-7 8-17 0,4-5-28 0,3-3-35 0,-6 6-28 15,6-6-131-15,-7 3-247 0,7-3 110 16</inkml:trace>
  <inkml:trace contextRef="#ctx0" brushRef="#br0" timeOffset="182635.23">10981 4714 171 0,'0'0'210'0,"-3"-7"-17"0,3 7-19 15,-8-2-14-15,8 2-12 0,0 0-13 0,-13 7-12 16,8-2-6-16,-2 3-13 0,1 0-11 0,0 0-7 16,2 1-6-16,0-2-8 0,0 3-7 0,2 0-6 15,-1-1-5-15,2-2-6 0,1 2-2 0,0-9-4 16,5 12-4-16,0-3-4 0,0-4-6 0,-1 1-5 16,1-3-7-16,1-1-4 0,-6-2-5 0,11 2 4 15,-11-2-1-15,11-4 5 0,-11 4-3 0,9-6 1 16,-2 2-4-16,-5-2-2 0,2 0-3 0,-1 0 17 15,-1-3-3-15,1 2 2 0,-2-3-1 0,2-1 0 16,-3 0-4-16,1 3-4 0,-1 8 4 0,0-12-3 16,1 5 4-16,-1 7-2 0,0 0-2 0,0 0-4 15,-1-10-4-15,1 10-3 0,0 0-1 0,0 0 1 16,0 0 1-16,0 0 1 0,-7 29-4 0,9-18 11 16,-4 0-8-16,1 0 5 0,1-1-1 0,0 1-3 15,3-1 0-15,-2 0 3 0,0-3-4 0,3 2 2 16,-3-3-1-16,6 0 2 0,-3-1 2 0,1-2 3 15,-5-3-3-15,11 3 1 0,-4-3 0 0,4 0 0 16,-1-3-2-16,2-1-1 0,-1-2 0 0,-3 3 3 16,1-4-3-16,1-2 0 0,-1 2-2 0,-2-2 3 15,-2 0-1-15,1 1-1 0,-1-4 2 0,-4 4-5 16,2-3-1-16,0 4 1 0,-1-3 1 0,2 5-1 16,-4-1-2-16,0 6 3 0,3-8-7 0,-3 8 0 15,0 0-4-15,0 0 0 0,0 0-2 0,0 0 2 16,0 0 1-16,0 0 2 0,0 0 1 0,-2 30 1 15,1-19-4-15,-2 3 6 0,1 3-1 0,-1-2 3 16,1 2-3-16,0-2 1 0,1-2 1 0,-2 0 2 16,2-4-1-16,1 2 0 0,-2-4 7 0,-2 0-5 15,4-7-3-15,-1 8 4 0,1-8-1 0,-2 7 6 16,2-7-7-16,0 0 2 0,0 0-1 0,0 0 0 16,0 0-3-16,0 0-2 0,22-12 0 0,-12 4 1 15,4-3-2-15,-1 1 0 0,2-2 2 0,-4 3-4 16,4-4 3-16,-1-1 0 0,-2 2 2 0,0-2 1 15,-3 1 5-15,-2 2 7 0,0 3 3 0,0-3 11 16,-2 4 4-16,-1-3 7 0,-2 5-2 0,0-2 3 16,-2 7 0-16,-2-12 2 0,2 4-4 0,0 8-3 15,-6-9-7-15,6 9-1 0,-9-2-4 0,9 2-3 16,-13 0-2-16,13 0 3 0,-14 9 1 0,9-4 0 16,-3 2-6-16,2 3 2 0,1-1 1 0,1 2-3 15,1 0 1-15,2-1-2 0,1 0 5 0,3 0-13 16,1-2-34-16,2 3-35 0,2-2-36 0,3-2-41 15,2-1-54-15,5 0-55 0,0 0-175 0,2-2-458 16,0-2 203-16</inkml:trace>
  <inkml:trace contextRef="#ctx0" brushRef="#br0" timeOffset="182843.78">11502 4593 31 0,'3'-6'271'15,"-3"-1"-24"-15,0 7-26 0,3-10-30 0,-3 10-19 16,6-1-22-16,-6 1-9 0,12 13-8 0,-6-2 5 16,3 5-3-16,0 8-11 0,-2 0 3 0,-1 4-18 15,1 1-7-15,-5 2-12 0,-1 2-6 0,-4-1-14 16,1 2-26-16,-8-1-26 0,1-2-40 0,-4-1-35 16,-4 0-51-16,3-5-44 0,-4-1-32 0,-1-1-163 15,0-4-373-15,3-5 165 0</inkml:trace>
  <inkml:trace contextRef="#ctx0" brushRef="#br0" timeOffset="182963.37">11284 5083 84 0,'0'0'227'0,"-5"-6"-22"0,5 6-18 16,-4-5-26-16,4 5-36 0,0 0-50 0,-4-7-78 16,4 7-67-16,-11-2-96 0,11 2-178 0,0 0 79 15</inkml:trace>
  <inkml:trace contextRef="#ctx0" brushRef="#br0" timeOffset="-202409.33">12666 8925 4 0,'0'0'8'15,"0"0"-1"-15,0 0 2 0,0 0 0 0,0 0-3 16,0 0 4-16,0 0-5 0,0 0 1 0,0 0-4 16,0 0 2-16,0 0-1 0,0 0 2 0,0 0 1 15,0 0-5-15,0 0 6 0,0 0-3 0,0 0-1 16,0 0-1-16,0 0-4 0,0 0 1 0,0 0-2 0,0 0-2 16,0 0-10-16,0 0-17 0,0 0 7 15</inkml:trace>
  <inkml:trace contextRef="#ctx0" brushRef="#br0" timeOffset="-150902.04">16381 7551 4 0,'0'0'83'0,"-3"-6"-2"0,3 6-7 0,0 0 4 16,-5-7 1-16,5 7-4 0,0 0 3 0,-5-3 0 15,5 3-5-15,0 0 1 0,0 0-4 0,0 0 0 16,-4-7-12-16,4 7 11 0,0 0-3 0,0 0 0 16,0 0-3-16,0 0 1 0,0 0-2 0,0 0-5 15,0 0-5-15,0 0-3 0,0 0-7 0,0 0-4 16,0 0-5-16,0 0-6 0,0 0-5 0,0 0 0 15,0 0-12-15,0 0 1 0,0 0 6 0,0 0-2 16,0 0-4-16,0 0-4 0,0 0 2 0,0 0-5 16,0 0-1-16,0 0-1 0,0 0 4 0,0 0-4 15,0 0-2-15,21 10 6 0,-18-6 1 0,-3-4-7 16,7 9 1-16,-1-3 1 0,-2-2-1 0,0 3 2 0,2 2 1 16,-1-3 2-16,2 2-1 0,0 1-5 15,0 1 0-15,-1-2 2 0,2-1 2 0,-1 1-4 16,-2 1-1-16,3 3 7 0,-1-2-6 0,0-4 2 15,1 5 1-15,0-4-3 0,-2 1 1 0,2-1 4 0,2 0-1 16,-4-2-3-16,2 2 0 0,-2-2 4 0,2-1 0 16,-2 2-7-16,0-3 3 0,-1 1 5 0,0-1-2 15,-5-3 1-15,9 6 0 0,-4-2-4 16,-5-4-3-16,10 3 4 0,-6-2 0 0,-4-1-1 0,9 4 7 16,-9-4-7-16,0 0 2 0,9 3 7 0,-9-3-12 15,0 0 3-15,0 0 2 0,6 1 0 0,-6-1 5 16,0 0 5-16,0 0 9 0,0 0-2 0,0 0 0 15,0 0-1-15,0 0-4 0,8-10 4 0,-8 10-2 16,0-9-2-16,0 9-2 0,2-10-5 0,-2 10 1 16,3-12 2-16,-3 6-2 0,4-4-5 0,-3 3 3 15,0-5-1-15,1 3 0 0,-1-2-1 0,1 1 3 16,1-7-3-16,0 6 5 0,-1-2-8 0,3-3-1 16,0 0 7-16,-2 3 19 0,2-4-1 0,-3 1-3 15,2 7 0-15,-2-4-2 0,0 1-3 0,1 2-1 16,1-2 0-16,-3 2 1 0,0 2 7 0,1 2-1 15,-2 6 2-15,1-10-4 0,-1 10-2 0,1-12 1 16,-1 12-3-16,0-7-4 0,0 7 1 0,4-7-5 16,-4 7-3-16,0 0 1 0,0 0 0 0,0-8-2 15,0 8-3-15,0 0-3 0,0 0-13 0,0 0-16 0,0 0-11 16,0 0-19-16,0 0-15 0,0 0-41 16,0 0-20-16,0 0-11 0,0 0-23 0,0 0-139 15,5 19-332-15,-5-19 147 0</inkml:trace>
  <inkml:trace contextRef="#ctx0" brushRef="#br0" timeOffset="-149688.52">17023 7314 45 0,'0'0'98'16,"-1"-10"-5"-16,1 10-4 0,0 0-1 0,-2-7-12 16,2 7-4-16,0 0-2 0,0 0-6 0,-4-8-6 15,4 8-1-15,0 0-11 0,0 0 7 0,-6-6-21 16,6 6 2-16,0 0 7 0,-6-3-5 0,6 3-2 15,0 0-6-15,-5-4-1 0,5 4-1 0,0 0-5 16,-9-2-4-16,9 2 8 0,0 0-3 0,-14 0-9 16,14 0 0-16,-10 0 1 0,10 0 7 0,-10 0-11 15,10 0 4-15,-12 2-2 0,12-2 1 0,0 0-8 16,-13 0 9-16,13 0-1 0,0 0-2 0,-7 0 3 16,7 0-9-16,0 0 8 0,0 0-5 0,0 0-3 15,0 0 1-15,-9 1 7 0,9-1-14 0,0 0 6 16,0 0 0-16,0 0 0 0,0 0-2 0,0 0 7 15,32-3 0-15,-18 2-6 0,-3-1 1 0,5-1 0 16,2 2-5-16,-1-2-2 0,3 0-10 0,-2 2-16 16,-4-2-9-16,0 1-16 0,-3 1-12 0,2 1-9 0,-3 0-12 15,-2 0-11-15,-8 0-81 0,16 0-192 16,-9 0 84-16</inkml:trace>
  <inkml:trace contextRef="#ctx0" brushRef="#br0" timeOffset="-149172.78">17115 7264 98 0,'0'0'132'0,"0"0"-11"0,0 0-6 0,-5-4-3 16,5 4-15-16,0 0 3 0,0 0-10 0,0 0-14 16,0 0-3-16,0 0-9 0,0 0-11 15,0 0-8-15,0 0-5 0,0 0-1 0,0 0-5 16,-3 13 15-16,3-13-5 0,2 13-2 0,-1-2-8 0,1 0-1 15,0 4 2-15,-1 3-2 0,-2-7 4 16,4 5-3-16,-3 1-2 0,0-2-8 0,0 0 0 0,1 3-3 16,-2-3-1-16,2-2-2 0,-1-1 0 0,0 3 2 15,0-2-7-15,1 0-1 0,-1-2 2 0,2 2-1 16,-2-3-3-16,1 1 4 0,-1 0-4 0,0-3 0 16,0 4-10-16,1-7 7 0,0 5 1 0,-1-10-5 15,0 13 9-15,0-9-8 0,0-4 0 0,0 11 0 16,0-11 4-16,0 0 0 0,0 7-5 0,0-7 2 15,0 0 2-15,0 0-3 0,-6 9-4 0,6-9-4 16,-9 1-1-16,9-1 1 0,0 0 2 0,-22-5-11 16,15 2 10-16,-3 1-4 0,-1-2 2 0,1 1-11 15,2 1 11-15,-1-1 0 0,3 0 3 0,-2 0-1 16,8 3-3-16,-10-4 6 0,10 4-3 0,-7-2-5 16,7 2 6-16,-8-3-2 0,8 3-4 0,0 0 7 15,-9-1-8-15,9 1 2 0,0 0-2 0,0 0 2 16,0 0-1-16,0 0 4 0,0 0 1 0,0 0-8 15,0 0 10-15,0 0 0 0,0 0 0 0,0 0 2 16,0 0-2-16,36 3 4 0,-26-4-2 0,1 0-5 16,3 1-3-16,1-1-6 0,-2 1-15 0,4-3-14 15,-3 3-13-15,-1-3-29 0,5 0-3 0,-5 1-12 16,1 0-14-16,-1-1-12 0,-2 0-69 0,0 2-209 16,0 0 92-16</inkml:trace>
  <inkml:trace contextRef="#ctx0" brushRef="#br0" timeOffset="-148820.65">17298 7505 81 0,'0'0'138'0,"0"0"-11"0,-1-10 12 0,1 10-11 15,-1-7 1-15,1 7-10 0,0 0-1 0,0 0-9 16,0 0-10-16,0 0-13 0,0 0-6 15,0-10-13-15,0 10-6 0,0 0-13 0,0 0-1 0,0 0-4 16,0 0-2-16,0 0 2 0,0 0 3 0,2 25-5 16,-2-25 0-16,-1 15-6 0,2-9-4 0,-1 5-1 15,1-4-1-15,1 5-6 0,-4-3 8 0,2 2-3 16,0-2-2-16,0 0-1 0,-1 2-8 0,2-3 1 16,-3 1-1-16,2 0 1 0,0 0-3 0,-1-2 0 15,1-7-3-15,0 12 0 0,0-12 0 0,0 15 1 16,0-9-3-16,0-6-6 0,0 10-14 0,-2-3-16 15,2-7-17-15,0 10-5 0,0-10-16 0,-2 7-10 16,2-7-20-16,0 0-6 0,-1 7-9 0,1-7 1 16,0 0-4-16,0 0-2 0,0 0-15 0,0 0-75 15,0 0-220-15,0 0 97 0</inkml:trace>
  <inkml:trace contextRef="#ctx0" brushRef="#br0" timeOffset="-148554.9">17301 7464 104 0,'2'-12'111'16,"0"6"-11"-16,0 1-4 0,-2 5-20 0,7-12 7 15,-3 8 1-15,2 1-10 0,-1-2-1 0,-5 5-3 16,11-3-10-16,-3 3-7 0,-8 0 2 0,14 1-11 16,-5 6 2-16,-2-5-5 0,-1 6-5 0,3-1-7 15,-3 1 0-15,-2 0-4 0,0 4-2 0,-3-3-4 16,1 2 9-16,-4-1 1 0,-2 2-7 0,2-3-4 15,-2 2 1-15,-1-2-3 0,0 1-1 0,-5-1 0 16,3-1-5-16,-1 0 1 0,-2 0 1 0,1 1-4 16,-1 0-2-16,0-3-20 0,0 0-3 0,2-1-23 15,3 1-13-15,-2-4-12 0,7-2-17 0,-8 7-19 16,8-7-94-16,-7 2-211 0,7-2 93 0</inkml:trace>
  <inkml:trace contextRef="#ctx0" brushRef="#br0" timeOffset="-148073.33">17654 7445 95 0,'0'0'143'0,"-7"-7"-4"0,3 4-10 0,4 3-5 16,-9-7-21-16,9 7-9 0,-12-3-12 0,12 3-5 15,-15 3-8-15,5 2 0 0,1 1-5 0,0 0-4 16,-1 1 0-16,3 2-9 0,-1 0-1 16,0-1-8-16,2 3-6 0,-2-3-4 0,4 4-1 0,-1-3-4 15,4-3-6-15,-2 1 0 0,2 0-3 0,1-7 3 16,3 13-1-16,-1-7 1 0,3-2 1 0,1 2-8 16,2 0 2-16,-1-3 4 0,0-2-10 15,2 1 2-15,0 0-2 0,-1-2 1 0,0 1-4 0,-8-1 5 16,14 0-7-16,-7-3 1 0,-7 3 5 0,9 0 0 15,-9 0 0-15,7-3 3 0,-7 3 1 16,0 0 2-16,9-3 2 0,-9 3-13 0,0 0 11 16,0 0-6-16,0 0 1 0,0 0 1 0,0 0 0 0,0 0 1 15,0 0-6-15,-31-3-2 0,21 6 1 0,0 0 1 16,-1 2-6-16,0 2 4 0,2-3 1 0,0 4 3 16,-4 1 0-16,4-4-1 0,-1 1-4 0,1 3 3 15,3-3-1-15,-1 1 3 0,1 2 0 0,2-3-2 16,-1 0-1-16,2-1-7 0,3-5 5 0,-2 10-4 15,2-10 6-15,2 12-3 0,3-7 4 0,0-1-4 16,3 2 2-16,3-5-14 0,0 2-20 0,0-3-16 16,2 2-27-16,5-3-36 0,-5 0-28 0,5-1-165 15,-7 1-325-15,10 1 144 0</inkml:trace>
  <inkml:trace contextRef="#ctx0" brushRef="#br0" timeOffset="-147620.33">17867 7522 53 0,'0'0'136'15,"-8"-2"9"-15,8 2-8 0,0 0-6 0,-9-2-7 16,9 2-1-16,0 0-4 0,0 0-6 0,0 0-5 0,0 0-4 16,-11-2-6-16,11 2-11 0,0 0-3 15,0 0-7-15,0 0-8 0,0 0-3 0,0 0-2 0,0 0 1 16,0 0 0-16,0 0-4 0,0 0 1 0,0 0 1 15,0 0-10-15,0 0 2 0,28-1-6 0,-18-1-3 16,2 2-3-16,-1-3 5 0,2 2-7 0,-4-2-5 16,3 3-4-16,-1-2 0 0,-2 1-3 0,-1 1-1 15,-8 0-5-15,12-2-5 0,-12 2 0 16,9 0-1-16,-9 0-2 0,8-1-1 0,-8 1 0 0,0 0-3 16,0 0 0-16,0 0-3 0,13-1-2 0,-13 1-11 15,0 0-18-15,0 0-15 0,0 0-25 0,6-3-30 16,-6 3-37-16,0 0-38 0,0 0-30 0,0 0-150 15,0 0-376-15,0 0 167 0</inkml:trace>
  <inkml:trace contextRef="#ctx0" brushRef="#br0" timeOffset="-147240.06">18223 7302 143 0,'-7'-3'169'0,"7"3"-8"0,-10 0-7 0,10 0-14 16,-8-4-7-16,8 4-20 0,0 0-7 0,-8-2-13 15,8 2-10-15,0 0-11 0,0 0-4 0,0 0-8 16,0 0-10-16,0 0-4 0,0 0 1 0,0 0-5 16,0 0-7-16,35 0-3 0,-24-2-3 0,5 2-12 0,-4-2-14 15,6 0-19-15,-4 2-14 0,-2 0-21 0,2-1-17 16,-4 1-20-16,3-4-14 0,-3 3-19 15,-2 1-99-15,-8 0-239 0,15-2 106 0</inkml:trace>
  <inkml:trace contextRef="#ctx0" brushRef="#br0" timeOffset="-146766.95">18342 7264 104 0,'0'0'152'0,"0"0"-7"16,-10-3-9-16,10 3-3 0,0 0-18 0,0 0-10 15,0 0-12-15,0 0-12 0,0 0-13 16,-7 6-2-16,7-6-6 0,0 0-8 0,-2 11-8 16,2-11 5-16,-1 11-7 0,1-1 1 0,1 1 1 0,-1 0 4 15,2 5 0-15,-1-4-5 0,0-1-5 0,-1 0 0 16,1 1-6-16,3 2 7 0,-2 0-1 0,-2-3-5 16,2 2 1-16,-2-3-5 0,1 2-3 15,1-1 6-15,0-1-10 0,-2-3-1 0,0 3-1 0,1-2-4 16,1 2 1-16,-2-10-3 0,0 12 0 0,0-6 1 15,0-6-4-15,0 10 2 0,0-10-3 0,0 9-1 16,0-9-2-16,0 7 2 0,0-7 1 0,0 0-4 16,0 0-3-16,-3 10 7 0,3-10-1 0,0 0 2 15,0 0-5-15,-6 6 2 0,6-6-3 0,-8 3-3 16,8-3-3-16,-10 1 4 0,3 0-5 0,7-1-1 16,-15-2 1-16,15 2-2 0,-11-3 1 0,11 3 0 15,-13-1 1-15,13 1 0 0,-9 0-8 0,9 0 8 16,-9-2-1-16,9 2 3 0,-8-3 0 0,8 3-3 15,0 0 3-15,0 0-3 0,-9-2 1 0,9 2-2 16,0 0-3-16,0 0 3 0,0 0-4 0,0 0 8 16,0 0-5-16,0 0 4 0,0 0-2 0,0 0 1 15,0 0 4-15,0 0 0 0,30 5-6 0,-20-7 6 16,3 2-1-16,-2 2-8 0,2-4-13 0,4 1-10 16,0-1-20-16,0 0-16 0,-3 2-22 0,4-2-16 15,-4 2-16-15,3-1-19 0,-3-2-125 0,-3 3-285 16,1 0 126-16</inkml:trace>
  <inkml:trace contextRef="#ctx0" brushRef="#br0" timeOffset="-146376.53">18607 7417 112 0,'0'0'198'0,"0"0"-2"15,-4-7-11-15,4 7-7 0,0 0-5 0,0 0-12 0,-1-7-10 16,1 7-15-16,0 0-14 0,0 0-15 0,0 0-10 16,0 0-13-16,0 0-11 0,0 0-4 15,0 0-12-15,0 0-8 0,0 0-6 0,0 0-5 16,0 0 0-16,0 0-9 0,0 0 1 0,0 26-7 0,1-16 4 15,0-1-5-15,1 3-4 0,-2-4 1 0,0 5-2 16,0-1-6-16,1-1 5 0,-1 0-4 0,0-1 2 16,1 1-2-16,-2-2-1 0,0 0-2 0,1 0 2 15,1 4-1-15,-1-13 2 0,0 14-6 0,-1-7 4 16,1 1-3-16,-3-1 0 0,2 1 6 0,1-8-4 16,1 11-13-16,-1-11-20 0,1 13-18 0,-2-6-29 15,1-7-17-15,0 12-27 0,0-12-20 0,0 6-26 16,0-6-17-16,-1 8-123 0,1-8-326 0,-4 6 145 15</inkml:trace>
  <inkml:trace contextRef="#ctx0" brushRef="#br0" timeOffset="-146040.66">18603 7365 53 0,'1'-11'172'0,"2"6"-4"0,0-2 0 15,-1 1-14-15,4 1-3 0,-6 5-15 0,7-12-12 16,-3 6-12-16,1 1-13 0,1 0-11 0,3-1-6 0,-3 4-8 16,2 2-11-16,-8 0-10 0,13 0-5 15,-13 0-10-15,13 4 1 0,-7 0-5 0,-1 1-1 16,0 1-4-16,0 0-5 0,-1 1 4 0,-1 2-5 15,-1 0-6-15,-2 0 0 0,0-2-3 0,-2 3 2 16,-1-1-5-16,-1 1 1 0,-3 0-2 0,2 0-4 16,-3-1 0-16,-1 0-10 0,-2 4-13 0,3-6-14 15,0 2-10-15,-1-2-15 0,2-1-11 0,-1 0-13 16,0 0-7-16,2-1-16 0,0-1-13 0,6-4-17 0,-7 8-96 16,3-4-246-16,4-4 109 0</inkml:trace>
  <inkml:trace contextRef="#ctx0" brushRef="#br0" timeOffset="-145305.28">18923 7522 3 0,'0'0'110'0,"0"0"1"16,0 0-6-16,0 0 7 0,0 0 0 0,0 0 8 15,0 0-2-15,0 0-1 0,0 0-3 0,0 0-3 16,0 0-2-16,0 0-8 0,0 0-3 0,0 0-11 15,0 0-5-15,0 0-7 0,0 0 1 0,0 0-2 16,0 0-4-16,0 0-9 0,0 0-3 0,-11-8-7 16,11 8-6-16,0 0-3 0,-11 1-3 0,11-1-5 15,0 0-1-15,-13 0-4 0,13 0-1 0,-15 3-6 16,8-1-1-16,-4 2-3 0,1 3-3 0,1 0 1 0,-4 0 1 16,4 1 2-16,-5 2-3 0,6 1-5 15,1-2 0-15,-2 1-3 0,0 0 4 0,4 1-5 16,-1-1 0-16,3-2-1 0,-1 2 3 0,0-1-6 15,3-1 1-15,1 0 1 0,0 2 4 0,2-4-2 16,1-1-2-16,3 3 3 0,2-1 0 0,3-3 1 16,1 0-9-16,6 1-20 0,-2-2-22 0,2 0-23 15,0 0-32-15,3-3-25 0,0-1-29 0,-1 1-26 16,-1 1-144-16,-6-2-348 0,4 1 154 0</inkml:trace>
  <inkml:trace contextRef="#ctx0" brushRef="#br0" timeOffset="-130250.98">21578 7108 16 0,'0'0'26'0,"0"0"-9"0,0 0 0 16,0 0-3-16,0 0 1 0,0 0-11 16,0 0 1-16,0 0 7 0,0 0 1 0,0 0-4 15,0 0 1-15,0 0-4 0,0 0-3 0,0 0 8 16,0 0-7-16,0 0-3 0,0 0 6 0,0 0 0 0,0 0-6 16,0 0 2-16,0 0-4 0,0 0 7 0,0 0-7 15,0 0 2-15,0 0-1 0,0 0 2 16,0 0 4-16,0 0-3 0,0 0-4 0,0 0 1 15,0 0 3-15,0 0-3 0,0 0 1 0,0 0 1 16,0 0 1-16,0 0 2 0,0 0-4 0,0 0-1 0,0 0 1 16,0 0 3-16,0 0-3 0,0 0 5 0,0 0-1 15,0 0 1-15,0 0 3 0,0 0-8 0,0 0 10 16,0 0-4-16,0 0-2 0,0 0 1 16,0 0-3-16,0 0 3 0,0 0-4 0,0 0 2 0,0 0-3 15,0 0 8-15,0 0-6 0,0 0 4 0,0 0-8 16,0 0 4-16,0 0-2 0,0 0 0 0,0 0 2 15,0 0 1-15,0 0-3 0,0 0 0 16,0 0-1-16,0 0 6 0,0 0-5 0,0 0 1 0,0 0-3 16,0 0-1-16,0 0 0 0,0 0-3 0,0 0 2 15,0 0 6-15,0 0-8 0,0 0 2 16,0 0 0-16,0 0-5 0,0 0 2 0,0 0-5 16,0 0 2-16,0 0 3 0,0 0-4 0,0 0 1 0,0 0 0 15,0 0-7-15,0 0 2 0,0 0 1 0,0 0-4 16,0 0-1-16,0 0-13 0,0 0-33 0,0 0 15 15</inkml:trace>
  <inkml:trace contextRef="#ctx0" brushRef="#br0" timeOffset="-123078.21">12812 6953 13 0,'0'0'14'0,"0"0"-7"0,0 0 0 0,0 0-1 16,0 0 6-16,0 0-8 0,0 0 7 16,0 0-6-16,0 0 4 0,0 0-3 0,0 0-7 15,0 0 6-15,0 0 1 0,0 0-1 0,0 0 0 0,0 0 5 16,0 0-5-16,0 0 5 0,0 0 0 0,0 0-2 15,29-2 6-15,-29 2-1 0,0 0 0 0,0 0-1 16,7-2-4-16,-7 2 2 0,0 0 1 16,0 0-7-16,0 0 2 0,8-4 1 0,-8 4-4 0,0 0 2 15,0 0 3-15,0 0-8 0,0 0 1 0,10 0-2 16,-10 0 11-16,0 0-1 0,0 0-4 0,9 0 1 16,-9 0 2-16,0 0-9 0,0 0 4 0,8-2 1 15,-8 2-1-15,0 0 1 0,0 0-16 0,0 0 12 16,0 0-4-16,0 0 7 0,0 0 6 0,0 0-11 15,0 0 6-15,0 0-4 0,0 0 3 0,8 3-1 16,-8-3 0-16,0 0-2 0,0 0 5 0,0 0-3 16,0 0 2-16,0 0 1 0,0 0 6 0,0 0 1 15,0 0-7-15,0 0 5 0,0 0 1 0,0 0 3 16,0 0-4-16,0 0 6 0,0 0 2 0,0 0-4 16,0 0-5-16,0 0 2 0,0 0 0 0,0 0-2 15,0 0 3-15,0 0 2 0,0 0-2 0,0 0 0 16,0 0 2-16,0 0-8 0,0 0 2 0,0 0-2 15,0 0 5-15,0 0-14 0,0 0 3 0,0 0-8 16,0 0-9-16,0 0-10 0,0 0-2 0,0 0-2 0,0 0 2 16,0 0-10-16,0 0-31 0,2 9-75 15,-2-9 34-15</inkml:trace>
  <inkml:trace contextRef="#ctx0" brushRef="#br0" timeOffset="-117465.14">12507 6938 18 0,'0'0'12'15,"0"0"-1"-15,0 0-1 0,0 0-4 0,0 0 4 16,0 0-4-16,0 0 0 0,0 0-5 0,0 0-15 16,0 0-14-16,0 0 6 0</inkml:trace>
  <inkml:trace contextRef="#ctx0" brushRef="#br0" timeOffset="-116206.86">12866 6909 8 0,'0'0'11'0,"0"0"-1"16,0 0-3-16,0 0-1 0,0 0 2 0,0 0-5 16,0 0 5-16,0 0 1 0,0 0-5 0,0 0 0 15,0 0 0-15,0 0 0 0,0 0 0 0,0 0-2 16,0 0-1-16,0 0 2 0,0 0-4 0,0 0 4 15,0 0-1-15,0 0-1 0,0 0 0 0,0 0-1 16,0 0-1-16,0 0 1 0,0 0 1 0,0 0-2 16,0 0 1-16,0 0-2 0,0 0-1 0,0 0 1 15,0 0 4-15,0 0-2 0,0 0 2 0,0 0-2 16,0 0 0-16,0 0 0 0,0 0 3 0,0 0-6 16,0 0-2-16,0 0 5 0,0 0 1 0,0 0-3 15,0 0 1-15,0 0 2 0,0 0 0 0,0 0 2 16,0 0-3-16,0 0-1 0,0 0 2 0,0 0-1 15,0 0 0-15,0 0 0 0,0 0-2 0,0 0-1 16,0 0 2-16,0 0 2 0,0 0 0 0,0 0 0 16,0 0-4-16,0 0 3 0,0 0 1 0,0 0-2 15,0 0-1-15,0 0 6 0,0 0-3 0,0 0-1 0,0 0 5 16,0 0-5-16,0 0 3 0,0 0-4 16,0 0 2-16,0 0 0 0,0 0-2 0,0 0 0 15,0 0 1-15,0 0-3 0,0 0 3 0,0 0-1 16,0 0 0-16,0 0 2 0,0 0 1 0,0 0-2 0,0 0 3 15,0 0 1-15,0 0-8 0,0 0 0 0,0 0 5 16,0 0-3-16,0 0 4 0,0 0-3 16,0 0 3-16,0 0-2 0,0 0 0 0,0 0 0 15,0 0 2-15,0 0-5 0,0 0 7 0,0 0-13 0,0 0 11 16,0 0-2-16,0 0 1 0,0 0-5 0,0 0 8 16,0 0 0-16,0 0-3 0,0 0-1 0,0 0 3 15,0 0-2-15,0 0-2 0,0 0 1 16,0 0 2-16,0 0-4 0,0 0 6 0,0 0-3 0,0 0-3 15,0 0 1-15,0 0 0 0,0 0 0 0,0 0 1 16,0 0-6-16,0 0 6 0,0 0-6 0,0 0-3 16,0 0-6-16,0 0-14 0,0 0 6 15</inkml:trace>
  <inkml:trace contextRef="#ctx0" brushRef="#br0" timeOffset="-113969.11">21594 6811 42 0,'0'0'47'0,"0"0"-10"0,0 0-2 16,0 0-1-16,0 0-4 0,0 0 2 0,0 0-8 15,0 0-7-15,0 0-3 0,0 0 2 0,0 0-17 16,0 0-6-16,0 0-10 0,0 0-34 0,0 0-54 0,0 0 23 16</inkml:trace>
  <inkml:trace contextRef="#ctx0" brushRef="#br0" timeOffset="-112943.85">21931 6856 2 0,'0'0'2'0,"0"0"-3"0,0 0-1 0,0 0 4 15,0 0-2-15,0 0 1 0,0 0 1 0,0 0 0 16,0 0-4-16,0 0-1 0,0 0 8 16,0 0-3-16,0 0-4 0,0 0 4 0,0 0 3 0,0 0-3 15,0 0 0-15,0 0-6 0,0 0 8 0,0 0-1 16,0 0 0-16,0 0-5 0,0 0 3 15,0 0-3-15,0 0 2 0,0 0 3 0,0 0-2 16,0 0 1-16,0 0-1 0,0 0-2 0,0 0 1 0,0 0-2 16,0 0 3-16,0 0-1 0,0 0-5 0,0 0-5 15,0 0 22-15,0 0-16 0,0 0 6 0,0 0-3 16,0 0 0-16,0 0 3 0,0 0 0 0,0 0 0 16,0 0-2-16,0 0 3 0,0 0-4 0,0 0 0 15,0 0 2-15,0 0-1 0,0 0 2 0,0 0-3 16,0 0 5-16,0 0-10 0,0 0 14 0,0 0-12 15,0 0 9-15,0 0-3 0,0 0-2 0,0 0-2 16,0 0 3-16,0 0 3 0,0 0-3 0,0 0-1 16,0 0-4-16,0 0 6 0,0 0-9 0,0 0 6 15,0 0-5-15,0 0-6 0,0 0 3 0</inkml:trace>
  <inkml:trace contextRef="#ctx0" brushRef="#br0" timeOffset="-101667.08">22185 6745 2 0,'0'0'32'16,"0"0"-5"-16,0 0-4 0,0 0-1 0,0 0 3 16,0 0-7-16,0 0-1 0,0 0-6 0,0 0 3 15,0 0 1-15,0 0-1 0,0 0 1 0,0 0 0 16,0 0-6-16,0 0-10 0,0 0 7 0,0 0 0 16,0 0 3-16,0 0-2 0,0 0-7 0,0 0 6 0,0 0 3 15,0 0-15-15,0 0 7 0,0 0 1 16,0 0-1-16,0 0 1 0,0 0 2 0,0 0 0 15,0 0-6-15,0 0 2 0,0 0-1 0,0 0 7 16,0 0-5-16,0 0 1 0,0 0-2 0,0 0 2 16,0 0-4-16,0 0 3 0,0 0-9 0,0 0 8 15,0 0-1-15,0 0-1 0,0 0 5 0,0 0 1 16,0 0-3-16,0 0-2 0,0 0 0 0,0 0 0 16,0 0 1-16,0 0-1 0,0 0-2 0,0 0 5 15,0 0-1-15,0 0-4 0,0 0 2 0,0 0-2 16,0 0 3-16,0 0 0 0,0 0 2 0,0 0 0 15,0 0 1-15,0 0-2 0,0 0-1 0,0 0 1 16,0 0-3-16,0 0 2 0,0 0 0 0,0 0 3 0,0 0 1 16,0 0-4-16,0 0-4 0,0 0 3 0,0 0-7 15,0 0 2-15,0 0-2 0,0 0-1 16,0 0-7-16,0 0-1 0,0 0-4 0,0 0-17 16,0 0-41-16,0 0 18 0</inkml:trace>
  <inkml:trace contextRef="#ctx0" brushRef="#br0" timeOffset="-55170.58">21476 6906 41 0,'-4'-7'35'0,"4"7"4"0,0 0-4 0,-4-7-4 16,4 7-6-16,-6-4-1 0,6 4-1 0,-8-2-1 16,8 2 1-16,-11-4-5 0,11 4-2 0,-12-4-2 0,7 3 0 15,5 1 0-15,-12-1-1 0,12 1 2 0,-11-3-7 16,11 3 6-16,-11-3-2 0,11 3 0 16,-13 0 1-16,13 0-4 0,-12-2 4 0,12 2 0 15,-14-1-9-15,8 1 2 0,6 0 5 0,-10 0 0 0,10 0-1 16,0 0 6-16,-13 0 5 0,13 0-8 0,0 0-6 15,-8-2 7-15,8 2-2 0,0 0 0 0,0 0-4 16,0 0 1-16,0 0 2 0,0 0 0 0,0 0-4 16,0 0 3-16,41 5 0 0,-13-5-2 0,3 4-2 15,6-2 4-15,1 1-22 0,15 1 1 0,-3-4-24 16,-11 4-6-16,1 0-20 0,-2 1-34 0,-1 0-100 16,-2-1 44-16</inkml:trace>
  <inkml:trace contextRef="#ctx0" brushRef="#br0" timeOffset="-39635.36">17872 7705 33 0,'0'0'45'0,"0"0"-9"0,0 0-14 0,0 0-7 15,0 0 0-15,0 0-16 0,0 0-11 0,0 0-14 16,0 0-28-16,0 0 13 0</inkml:trace>
  <inkml:trace contextRef="#ctx0" brushRef="#br0" timeOffset="43883.97">15623 6814 33 0,'32'-4'50'0,"-1"1"-9"0,0 3 6 16,0-1-10-16,4 0-7 0,-2 0-2 16,-3-1 2-16,1-3 0 0,0 4 0 0,1 0-11 0,1-1 8 15,-1 1-10-15,-1 0 2 0,2-1-2 0,0 1 3 16,0 1 0-16,3-2-6 0,1-2 0 0,4 1 10 15,-1 0-6-15,12 1-3 0,-14 2-7 0,1 0 6 16,-1-4-1-16,3 1-3 0,-5 1 0 0,0 0 2 16,1 2-5-16,-2-2-5 0,0 2 0 0,2-4 7 15,-4 4-1-15,3 0-9 0,-2 0 7 0,1 0-4 16,-2-1-4-16,2 1-1 0,-1 1-2 0,1-1 4 16,-1 0 0-16,3 0-2 0,-3-1-2 0,1-1-9 15,-1 2 5-15,0 0-4 0,2 0-4 0,-4 0-4 16,0 0-11-16,0 2 2 0,-3-2-12 0,2 1-5 15,-1-1-27-15,0 0-78 0,-10 0 35 0</inkml:trace>
  <inkml:trace contextRef="#ctx0" brushRef="#br0" timeOffset="44615.74">18454 6764 28 0,'12'-1'47'16,"1"1"-1"-16,5-2-5 0,1-2 0 0,3 4-1 0,7-3 1 16,2 1-5-16,1 1 1 0,2 0-5 0,0 1-6 15,2-3 1-15,2 1 1 0,-2 1-1 16,-1-1-9-16,2 2 1 0,-1 0-7 0,0-3 2 15,0 3-1-15,-2 3-12 0,-1-3 8 0,2 2-5 16,-3-2 9-16,0 1-3 0,0-1-6 0,1 2 1 16,-2-1 1-16,-1 1 5 0,1-2-14 0,0 2 3 0,2 0-5 15,-1-2 2-15,0 0-8 0,0 2-7 16,0-1 5-16,2 1-4 0,-2 2 2 0,4-2-2 0,-3 0 1 16,2 1-6-16,-1-2-3 0,2 2 2 0,-1 0-7 15,-1-1 0-15,1 0-1 0,-3-4 0 0,-2 5-24 16,-2-3-59-16,2 1 27 0</inkml:trace>
  <inkml:trace contextRef="#ctx0" brushRef="#br0" timeOffset="45575.7">20327 6777 24 0,'22'1'38'16,"6"0"-4"-16,-7-1 0 0,7 2-7 0,-7-2-2 16,9 1 2-16,-9 0-2 0,6-2-8 0,-6 2 2 15,0-2-3-15,9 1 3 0,-2-1 0 0,1-1-1 16,2 4 2-16,0-4-5 0,-1 2-11 0,-2 0 12 16,-7 0-2-16,2 2-9 0,0-4 4 0,-4 4-4 15,2-2 1-15,-4 0 0 0,1 0-4 0,-4 0 9 16,0 0-8-16,0 0-2 0,-1 0 3 0,-2 0-3 15,0 0 3-15,0 1 2 0,1 0-5 0,-1-1 4 16,0 2-7-16,-4-1 3 0,5-1 1 0,-12 0 1 0,13-1-5 16,-7-1 7-16,-6 2-6 0,15 0 5 0,-15 0-2 15,9-1 1-15,-9 1 2 0,0 0-4 16,14 0 0-16,-14 0 0 0,9-3 3 0,-9 3 5 16,9-1-4-16,-9 1 10 0,12 0-6 0,-12 0 9 0,9-1-17 15,-9 1 6-15,10-1-1 0,-10 1 4 0,15-2 0 16,-7 2 3-16,2 0-4 0,2 0-5 15,-5 0 2-15,2-1-5 0,-9 1-5 0,17 0 12 16,-9 0 2-16,-1-2-1 0,-7 2-1 0,13-1 1 0,-13 1 3 16,10-2-4-16,-10 2 3 0,11-1 3 0,-11 1 5 15,0 0-4-15,10 1 7 0,-10-1 7 0,0 0-3 16,0 0-9-16,0 0 0 0,0 0 8 0,9-1-7 16,-9 1 1-16,0 0-4 0,0 0 5 0,0 0-5 15,0 0 2-15,0 0-15 0,0 0 18 0,0 0-11 16,0 0 4-16,0 0-6 0,7 1 2 0,-7-1-5 15,0 0 1-15,0 0 2 0,0 0-3 0,0 0-1 16,0 0-3-16,0 0-2 0,0 0 8 0,0 0-11 16,0 0 7-16,0 0 2 0,0 0-6 0,0 0-3 15,0 0 7-15,0 0-1 0,0 0 0 16,0 0 3-16,0 0-7 0,0 0 0 0,0 0-4 0,0 0 0 16,0 0 7-16,0 0 5 0,0 0-1 0,0 0-12 15,0 0 9-15,0 0 2 0,0 0-6 0,0 0 5 16,0 0-2-16,0 0-1 0,0 0 3 0,0 0-4 15,0 0 2-15,0 0-6 0,0 0 4 0,0 0 0 0,0 0 8 16,0 0-5-16,0 0 8 0,0 0-14 16,0 0 5-16,0 0 0 0,0 0-5 0,0 0 5 15,0 0-2-15,0 0 5 0,0 0 0 0,0 0-4 16,0 0 5-16,0 0-3 0,0 0-5 0,0 0-2 0,0 0 9 16,0 0 0-16,0 0 0 0,0 0-3 15,0 0 2-15,0 0-6 0,0 0 7 0,0 0-6 16,0 0-5-16,0 0 9 0,0 0-3 0,0 0 0 15,0 0 0-15,0 0 8 0,0 0 3 0,0 0-6 0,0 0-5 16,0 0 6-16,0 0-5 0,0 0 0 16,0 0-8-16,0 0-10 0,0 0 0 0,0 0-3 15,0 0-2-15,0 0-10 0,0 0 6 0,0 0-17 16,0 0-9-16,0 0-11 0,0 0-60 0,0 0-136 0,0 0 61 16</inkml:trace>
  <inkml:trace contextRef="#ctx0" brushRef="#br0" timeOffset="51360.97">22147 6867 16 0,'0'0'37'0,"0"0"0"0,0 0-9 0,0 0-3 16,0 0 2-16,0 0-9 0,0 0-8 0,0 0-4 16,0 0-3-16,0 0-8 0,0 0-1 0,0 0-10 15,0 0 4-15,0 0-3 0,0 0-11 0,0 0-28 16,0 0 13-16</inkml:trace>
  <inkml:trace contextRef="#ctx0" brushRef="#br0" timeOffset="53205.78">22137 6889 31 0,'0'0'52'0,"0"0"0"0,0 0-2 16,0 0-5-16,0 0-2 0,0 0-7 0,0 0-2 16,0 0-5-16,0 0 1 0,0 0-7 0,0 0 1 15,0 0-6-15,0 0 2 0,0 0-9 0,0 0 8 16,0 0-7-16,0 0-3 0,0 0-2 0,0 0 2 16,0 0-2-16,0 0-3 0,0 0 2 0,0 0-8 15,0 0 13-15,0 0 0 0,0 0-5 0,0 0 2 16,0 0-11-16,0 0 15 0,0 0-4 0,0 0-7 15,0 0 6-15,0 0 4 0,0 0 9 0,0 0-6 16,0 0-8-16,0 0 2 0,0 0 1 0,0 0 4 16,0 0-6-16,0 0 1 0,0 0 0 0,0 0 2 15,0 0-2-15,0 0-1 0,0 0-3 0,0 0-6 16,0 0 9-16,0 0-4 0,0 0 0 0,0 0 2 16,0 0-4-16,0 0 6 0,0 0 8 0,0 0-9 15,0 0-14-15,0 0 7 0,0 0-4 0,0 0 8 16,0 0 0-16,0 0-7 0,0 0 10 0,0 0-7 15,0 0-1-15,0 0-3 0,0 0 7 0,0 0-4 16,0 0-1-16,0 0-1 0,0 0 8 0,0 0-2 16,0 0-3-16,0 0 3 0,0 0 6 0,0 0-7 0,0 0-3 15,0 0 1-15,0 0 4 0,0 0 2 16,0 0-15-16,0 0 9 0,0 0 2 0,0 0 0 16,0 0-3-16,0 0 1 0,0 0 1 0,0 0 3 15,0 0 0-15,0 0-7 0,0 0 5 0,0 0 4 16,0 0-7-16,0 0 8 0,0 0-9 0,0 0 0 0,0 0 1 15,0 0-2-15,0 0 4 0,0 0-5 16,0 0 4-16,0 0 2 0,0 0-2 0,0 0 2 16,0 0-1-16,0 0-3 0,0 0 8 0,0 0-5 15,0 0-2-15,0 0 7 0,0 0-5 0,0 0 0 16,0 0 3-16,0 0-4 0,0 0-3 0,0 0 4 16,0 0-2-16,0 0 3 0,0 0-6 0,0 0 6 15,0 0 1-15,0 0-4 0,0 0 7 0,0 0-5 16,0 0 5-16,0 0-2 0,0 0-1 0,0 0-3 0,0 0 6 15,0 0-5-15,0 0 0 0,0 0 0 0,0 0-7 16,0 0 5-16,0 0 5 0,0 0-6 0,0 0 0 16,0 0 1-16,0 0 7 0,0 0-5 0,0 0-3 15,0 0 3-15,0 0 10 0,0 0-8 0,0 0 3 16,0 0-1-16,0 0-5 0,0 0-2 0,0 0 1 16,0 0-4-16,0 0-2 0,0 0 10 0,0 0-4 15,0 0 1-15,0 0-6 0,0 0 3 0,0 0 7 16,0 0-11-16,0 0 3 0,0 0 1 0,0 0-5 15,0 0 5-15,0 0-7 0,0 0 4 0,0 0-5 16,0 0-1-16,0 0 7 0,0 0-6 0,0 0 2 16,0 0-10-16,0 0-3 0,0 0-2 0,0 0-1 15,0 0-7-15,0 0-2 0,0 0 5 0,0 0-4 16,0 0 0-16,0 0-5 0,0 0-26 0,0 0-71 16,0 0 32-16</inkml:trace>
  <inkml:trace contextRef="#ctx0" brushRef="#br0" timeOffset="54363.03">13077 6949 10 0,'0'0'32'0,"0"0"-7"16,0 0 2-16,0 0-5 0,0 0-1 0,0 0 2 15,0 0-6-15,0 0 3 0,0 0-10 0,0 0 3 16,0 0-2-16,0 0-6 0,0 0 7 0,0 0-4 16,0 0 1-16,0 0-4 0,0 0-5 0,0 0-6 15,0 0-7-15,0 0-11 0,0 0-15 0,0 0-40 16,0 0 18-16</inkml:trace>
  <inkml:trace contextRef="#ctx0" brushRef="#br0" timeOffset="62655.27">19643 3057 5 0,'-6'-5'110'0,"6"5"-6"16,0 0 1-16,0 0-16 0,-9-5 5 0,9 5-1 15,0 0-4-15,-8-3-7 0,8 3-2 16,0 0-7-16,0 0-4 0,0 0-7 0,0 0-11 16,0 0-6-16,0 0 0 0,0 0-7 0,0 0-1 0,12-12-8 15,-1 10-5-15,0-1-11 0,5-5-7 16,2 6-4-16,1-4-4 0,2 3-18 0,-1 0-22 0,8-1-9 15,-9 1-6-15,-2-1-19 0,-4 2-5 16,0 1-2-16,-3 1-2 0,1-2-57 0,-4 2-153 16,-7 0 68-16</inkml:trace>
  <inkml:trace contextRef="#ctx0" brushRef="#br0" timeOffset="62792.86">19898 2966 90 0,'0'0'0'0,"0"0"5"0,0 0 4 0,-9-13 12 0,9 13-7 15,-4-4 1-15,4 4 2 0,-8-4-1 16,8 4-3-16,0 0 2 0,-6-7-1 0,6 7-2 15,0 0-5-15,-6-4 4 0,6 4-9 0,0 0 2 16,0 0-3-16,-7-4-2 0,7 4-9 0,0 0 2 0,0 0-14 16,0 0-16-16,-11 7-41 0,11-7 19 15</inkml:trace>
  <inkml:trace contextRef="#ctx0" brushRef="#br0" timeOffset="63362.52">19790 3098 92 0,'0'0'112'0,"2"-9"-5"16,-2 9-13-16,0 0-4 0,0 0-13 0,0 0-13 15,0 0 0-15,0 0-15 0,0 0-2 0,-2-9-6 16,2 9-7-16,0 0-12 0,0 0-3 0,0 0 3 16,0 0-8-16,0 0 3 0,4 26-8 0,-4-13 8 15,0 1-12-15,0 2 4 0,-1 1 1 0,0 2-5 16,-3 0 8-16,0 1-5 0,0-1 1 0,2 0 2 16,-1 0-3-16,0-2 2 0,1 2 1 0,-1-3 9 15,2 0-22-15,-2-2 7 0,5-3 2 0,-4 0-10 16,2 2 6-16,-1-4-6 0,1 1-1 15,1 1-5-15,2 0-9 0,-2-1 1 0,1-2-8 0,-1-1-3 16,0 3 1-16,0-5-11 0,-1 5 2 0,0-10-1 16,3 11 1-16,-3-6-3 0,0-5 7 15,0 0 1-15,0 10 9 0,0-10 13 0,0 0-13 0,0 0-1 16,-3 10 10-16,3-10 0 0,0 0 2 0,-7 3-3 16,7-3 5-16,0 0 0 0,-14-1-4 0,14 1 5 15,-12-3 2-15,12 3 6 0,-11-5-4 16,4 3 6-16,2-1 3 0,5 3-7 0,-10-5 7 0,4 2-3 15,6 3 10-15,-10-6-1 0,4 3 6 16,6 3 3-16,-7-4 2 0,7 4-4 0,0 0-2 0,-8-2 0 16,8 2-6-16,0 0 6 0,-6-6 0 15,6 6-8-15,0 0 0 0,0 0 1 0,0 0 1 16,0 0-4-16,0 0-8 0,0 0 7 0,16-4-2 16,-16 4-8-16,19-2-1 0,-5 1-10 0,6 1-7 0,-1-2-13 15,2 1-17-15,8-1-9 0,-6 0-38 0,-4 0-107 16,4 1 47-16</inkml:trace>
  <inkml:trace contextRef="#ctx0" brushRef="#br0" timeOffset="63645.21">20018 3346 45 0,'-5'-9'134'0,"5"9"-9"0,-4-7 0 15,4 7-17-15,-3-6 1 0,3 6-9 0,0 0-15 16,0 0-15-16,-5-7-8 0,5 7-10 0,0 0-8 16,0 0-3-16,0 0-9 0,0 0-1 0,0 0-6 15,3 24 2-15,-3-16-5 0,1 6-4 0,-1-4-1 16,0 2-3-16,0 0 5 0,0 1-7 0,0 2 2 16,0-2-4-16,0-2 3 0,0 2-1 0,-1 3-1 15,1-6-3-15,0 2 1 0,0 0-17 0,-3-3-9 16,3-9-15-16,0 21 2 0,3-10-19 0,-2-1-9 15,-1 0-8-15,1-2-15 0,1 2-8 0,-1-3-72 16,0 1-175-16,-1-8 78 0</inkml:trace>
  <inkml:trace contextRef="#ctx0" brushRef="#br0" timeOffset="63917.56">20049 3284 8 0,'0'0'67'0,"10"-2"-12"16,-10 2-2-16,14 2-17 0,-14-2 1 0,11 5-7 15,-5 0 2-15,0-1-9 0,-2 3-1 0,-1-2-5 0,-1 5 0 16,-1 0-5-16,-2 3 3 0,-3 1-3 0,-4 2 6 15,-1-4-8-15,-1 4 1 0,-4-2-3 0,1 1 1 16,-2-3-10-16,2 1 1 0,0-4-18 16,-1 1-16-16,4-2-40 0,1 1-79 0,-1-2 36 15</inkml:trace>
  <inkml:trace contextRef="#ctx0" brushRef="#br0" timeOffset="64354.1">20294 3300 58 0,'-13'10'54'0,"3"-3"-3"0,1 3-11 0,2 0 0 0,2-1-5 15,0 1-5-15,2 0-1 0,3-1-3 0,-2 0 1 16,6 2 3-16,-1-3-3 0,3 2-8 0,-1-3 0 16,3 0-2-16,0-1-4 0,3-1 6 0,-5-1-7 15,1-1-3-15,-1 1 2 0,2-1-1 0,-3-2 10 16,-5-1-8-16,6 4-1 0,-6-4 7 16,7 2 1-16,-7-2 6 0,0 0-2 0,0 0 2 15,0 0 11-15,0 0-16 0,0 0 0 0,0 0 9 0,0 0-6 16,0 0-3-16,0 0 4 0,0 0-9 0,0 0 4 15,0 0-8-15,0 0-5 0,0 0-6 0,0 0 7 16,0 0-1-16,0 0-3 0,-32 1-3 0,21 5 3 16,1 1 0-16,1-1-10 0,0 3 8 15,0-2-4-15,2 0 3 0,0 2-2 0,4-3 4 0,-1 2-5 16,1-2 4-16,1 0 3 0,2 3-9 16,0-9-5-16,2 11-4 0,7-3-14 0,-1-2-13 0,8 1-20 15,1-2-74-15,5-4-146 0,5-2 65 16</inkml:trace>
  <inkml:trace contextRef="#ctx0" brushRef="#br0" timeOffset="64528.68">20721 3361 46 0,'0'0'107'0,"6"-5"-13"15,-6 5-32-15,9-1-23 0,0-1-16 0,-9 2-32 16,18 0-13-16,-5 2-35 0,-2-1-62 0,0 2 28 16</inkml:trace>
  <inkml:trace contextRef="#ctx0" brushRef="#br0" timeOffset="64701.03">20735 3466 77 0,'0'0'119'0,"0"0"-9"16,0 0-11-16,0 0-4 0,0 0-23 0,0 0-8 16,0 0-11-16,0 0-8 0,0 0 20 0,18 3-54 15,-8-2-30-15,8 2-33 0,1-5-72 0,3 2-133 16,5-5 59-16</inkml:trace>
  <inkml:trace contextRef="#ctx0" brushRef="#br0" timeOffset="64905.61">21281 3168 146 0,'0'0'127'0,"0"0"-18"16,20-11-22-16,-5 5-20 0,4-3-9 0,11 0-19 15,0 4-22-15,1-4-14 0,0 4-22 0,-1 1-20 16,-1-1-19-16,-11 4-32 0,-2 0-97 16,-4 0 44-16</inkml:trace>
  <inkml:trace contextRef="#ctx0" brushRef="#br0" timeOffset="65151.68">21493 3095 11 0,'0'0'73'0,"0"0"-8"0,-9 8-10 16,9-8-7-16,-2 12 1 0,2-3-10 0,0 4-2 0,0-1-4 15,-2-1 0-15,2 2-1 0,0 3-6 16,2 0 2-16,-2 0 0 0,-2-1-6 0,2 1-7 16,0-3 3-16,0 3 1 0,0-5 3 0,2-1-9 15,-2 1 3-15,0 1-1 0,0-3 0 0,-2 3-1 16,2-2 3-16,-3 0-8 0,1 1-9 0,-3-3-9 15,0 3-16-15,-3-3-8 0,-2 1-8 0,-3-1-13 16,3 1-3-16,-3-2-33 0,3-1-96 0,-4 0 44 16</inkml:trace>
  <inkml:trace contextRef="#ctx0" brushRef="#br0" timeOffset="65274">21325 3457 146 0,'-11'-1'8'0,"11"1"18"16,0 0 2-16,-12-1 6 0,12 1-1 0,0 0 0 16,0 0 1-16,0 0-7 0,0 0-1 0,0 0-5 15,0 0-5-15,0 0-2 0,20-13 4 0,-7 10 2 16,5-1-8-16,2 1 1 0,0-1-4 0,7-3-7 15,0 5-7-15,1-2-16 0,1-1-6 0,-2 0-13 16,-5 3-32-16,6-3-77 0,-9 2 35 0</inkml:trace>
  <inkml:trace contextRef="#ctx0" brushRef="#br0" timeOffset="65510.67">21750 3266 62 0,'0'0'153'0,"-2"-11"-15"0,2 11-11 0,0 0-19 15,0 0-15-15,0 0-17 0,0 0-7 0,0 0-11 16,0 0-2-16,0 0-11 0,0 0-6 0,0 0-5 16,0 0-3-16,-6 34-3 0,3-20 3 0,2 2 7 15,-3 2-17-15,2 0-1 0,-1 0-1 0,-1-3-4 16,2 3 5-16,-1 0-3 0,3-1-1 16,-2-1-4-16,2-4 4 0,-3 1-7 0,2 0 3 0,1-2 3 15,-1 0 0-15,-2 2-18 0,2 0-22 0,2-1-27 16,-1-1-15-16,-1 1-17 0,1-3-12 0,-2 2-8 15,2-3-57-15,0-8-173 0,-1 11 76 0</inkml:trace>
  <inkml:trace contextRef="#ctx0" brushRef="#br0" timeOffset="65772.06">21748 3233 28 0,'8'-3'70'0,"-8"3"0"16,20-2-13-16,-12 3-7 0,-8-1-2 0,22 5-6 15,-13-1-8-15,2 1 5 0,-3 2-7 0,0 0-10 16,-2 2 6-16,-1 0-2 0,0 0-8 0,-2 1 6 16,-3 1-8-16,-2-1 3 0,0 2-3 0,-6-2 3 15,2 2-6-15,-3 2 5 0,-4-2-3 0,-1-2-4 16,0 2-1-16,-1-3 3 0,-1 1-5 0,1-1-7 15,3-2-5-15,1-1-19 0,1 1-18 0,1-3-73 16,2 0-122-16,0 2 54 0</inkml:trace>
  <inkml:trace contextRef="#ctx0" brushRef="#br0" timeOffset="66037.48">22052 3346 4 0,'0'0'156'0,"0"0"-18"0,0 0-12 0,0 0-13 15,0 0-15-15,0 0-4 0,0 0-15 0,0 0-3 16,0 0-11-16,-34 17-6 0,19-10-12 0,1 3 4 16,1 1-11-16,-3 0-7 0,7-2 5 0,-1 1-8 15,4-1-7-15,-1 0 2 0,2 1-3 0,3 0-4 16,2-10 4-16,-2 14 15 0,2-14-19 0,9 16-1 15,-1-8-1-15,5-1-4 0,5-1-18 0,10 1-22 16,4-1-22-16,1-1-31 0,0-3-32 0,4-1-84 16,-5 1-213-16,0-5 95 0</inkml:trace>
  <inkml:trace contextRef="#ctx0" brushRef="#br0" timeOffset="66508.73">19947 3666 71 0,'0'0'63'0,"0"0"-9"16,0 0-18-16,0 0-21 0,0 0-11 0,0 0-11 15,0 0-33-15,0 0-42 0,0 0 18 0</inkml:trace>
  <inkml:trace contextRef="#ctx0" brushRef="#br0" timeOffset="67265.08">22100 3634 38 0,'0'0'49'0,"0"0"-8"0,0 0-6 0,0 0 4 15,0 0-4-15,0 0-2 0,0 0-5 0,0 0-1 16,0 0-10-16,0 0 1 0,0 0-5 0,0 0-11 15,0 0-14-15,0 0-49 0,0 0-66 0,0 0 30 16</inkml:trace>
  <inkml:trace contextRef="#ctx0" brushRef="#br0" timeOffset="117873.08">27916 3457 35 0,'0'0'50'0,"0"0"-10"0,0 0-2 0,0 0-9 16,0 0-1-16,0 0-4 0,0 0-2 0,0 0-1 16,0 0-7-16,0 0 0 0,0 0 3 0,0 0-1 15,0 0-4-15,0 0-3 0,0 0 1 0,0 0-4 16,0 0 0-16,0 0 0 0,0 0-1 0,0 0-3 16,0 0 6-16,0 0-4 0,0 0-2 0,0 0 8 15,0 0-13-15,0 0 0 0,0 0-8 0,0 0-8 16,0 0-7-16,0 0-35 0,0 0-67 0,0 0 30 15</inkml:trace>
  <inkml:trace contextRef="#ctx0" brushRef="#br0" timeOffset="123648.58">29360 3466 76 0,'0'0'129'0,"2"-6"-6"16,-2 6-1-16,0 0-7 0,0 0-6 0,0 0-8 16,5-4-8-16,-5 4-1 0,0 0-20 0,0 0-11 15,0 0-3-15,0 0-9 0,0 0 2 0,0 0-7 16,0 0-1-16,0 0-8 0,0 0-1 0,0 0 2 16,0 0-10-16,0 0 0 0,0 0-4 0,0 0 1 15,0 0-4-15,0 0-2 0,0 0 1 0,0 0-1 16,0 0-3-16,0 0-6 0,0 0 0 0,0 0 3 15,0 0-5-15,0 0 9 0,-12-9-3 0,12 9-7 16,-8-2 4-16,8 2-5 0,-10-3-2 16,10 3 4-16,-9-1-3 0,9 1 1 0,-9-1 3 0,9 1 5 15,0 0-5-15,0 0 1 0,-9-1 2 0,9 1 3 16,0 0-6-16,0 0 1 0,0 0 2 0,0 0-2 16,0 0-3-16,0 0-2 0,0 0 1 0,18-11 0 15,0 6-1-15,2 2-7 0,8-4-6 0,2 0-7 16,2 2-14-16,1 1-8 0,-4-2-21 0,2 0-8 15,-9 6-24-15,-1 0-16 0,1 0-12 16,-5-1-93-16,-5 2-231 0,-3-1 102 0</inkml:trace>
  <inkml:trace contextRef="#ctx0" brushRef="#br0" timeOffset="124120.07">29559 3388 45 0,'0'0'126'16,"-8"-3"-8"-16,8 3-10 0,0 0-12 0,0 0-1 15,0 0-16-15,0 0-7 0,0 0-9 0,0 0-10 16,0 0 2-16,0 0-11 0,-12 11-8 0,10-4 13 16,0 4-9-16,-3 5 0 0,2 0-10 0,-2 2 3 15,0 1-6-15,0 7 4 0,-3-4-9 0,3 3 6 16,2-7-5-16,0 1 0 0,-1 1-6 0,-1-1 3 15,2 0 2-15,2-1-4 0,0 0-7 0,-1-1 2 16,2 0 2-16,0-1 1 0,-1-3 0 0,1-1-3 16,0 0-1-16,1-3-2 0,2 1 2 0,-3-10-3 15,1 14-4-15,-1-14 1 0,3 12-4 0,-3-12 0 16,1 9-6-16,-1-9 1 0,0 0 6 0,0 0 0 16,0 0-3-16,-5 12 0 0,5-12-5 0,0 0 6 15,-12 0-11-15,12 0 12 0,0 0-7 0,-19-6 3 16,19 6-3-16,0 0 0 0,-16-6 5 0,8 3-5 15,8 3 2-15,-10-5 6 0,10 5-2 16,-9-5 6-16,9 5-1 0,0 0-4 0,-8-4 2 0,8 4 4 16,0 0-3-16,0 0-1 0,0 0-2 0,-10-6 2 15,10 6-8-15,0 0 10 0,0 0-9 0,0 0 4 16,0 0 3-16,0 0-3 0,32-5-4 0,-19 6 6 16,-13-1-5-16,35-1-11 0,-17-1-9 0,3 2-15 15,0 0-24-15,-1 0-15 0,0-2-9 0,-1 1-23 16,-1-1-86-16,-3 4-211 0,-15-2 94 15</inkml:trace>
  <inkml:trace contextRef="#ctx0" brushRef="#br0" timeOffset="124425.13">29718 3666 110 0,'1'-9'154'0,"-1"9"-1"0,0 0-6 15,0 0-2-15,0-11-11 0,0 11-15 0,0 0-11 0,0 0-15 16,0 0-7-16,0 0-11 0,0 0-11 0,0 0-6 16,0 0-4-16,0 0-6 0,0 0 3 15,0 0-6-15,0 0 9 0,4 43-2 0,-4-26 0 16,0 1 2-16,-2-1-7 0,2 1-5 0,2 1 0 16,-4-4-4-16,2 2-5 0,-1-2-3 0,0 1 0 15,0-1-3-15,1-2-1 0,-2-1-4 0,1-2 0 16,0 2-3-16,-2 0-2 0,3-12-3 0,0 21-2 0,-1-10-8 15,0-1-22-15,1-10-12 0,0 20-18 16,-2-12-25-16,2-8-11 0,2 14-28 0,-2-14-6 16,0 14-14-16,0-14-17 0,0 11-105 0,0-11-273 15,0 0 122-15</inkml:trace>
  <inkml:trace contextRef="#ctx0" brushRef="#br0" timeOffset="124702.08">29731 3695 89 0,'6'-13'124'0,"-4"8"-22"0,-2 5-6 0,13-9-5 16,-5 6-8-16,3-1-9 0,1 3-5 0,-2 0-3 16,-10 1-8-16,24 4-1 0,-11-1-4 0,-3 0-12 15,1 3 6-15,-3 1-10 0,-1 0-1 0,-1 3-4 16,-1-2 2-16,-2 2-1 0,-3 0 3 0,0-10 1 15,-5 22-3-15,2-12 2 0,-2 1-5 0,0 0-2 16,-3-3-2-16,2 1 3 0,-2-2-7 0,1-1-2 16,0 0-4-16,-2-2 1 0,9-4 3 0,-11 10-6 15,6-7-10-15,5-3-29 0,0 0-31 0,-14 11-30 16,14-11-30-16,-7 5-106 0,7-5-239 0,0 0 106 16</inkml:trace>
  <inkml:trace contextRef="#ctx0" brushRef="#br0" timeOffset="125015.58">30018 3788 151 0,'0'0'205'16,"-1"-12"-15"-16,1 12-18 0,0 0-15 0,0 0-18 0,0 0-13 15,0 0-16-15,0 0-14 0,0 0-1 16,0 0-13-16,0 0-12 0,-25 16-1 0,18-8-3 16,-6 4-5-16,4-3-6 0,-3 4-8 0,4-2-5 15,-3 1-5-15,5-2 2 0,-2 1-13 0,3-1 8 16,0 0-8-16,1 0-1 0,2-1 0 0,-2 1-8 16,4 0 2-16,0-3-3 0,0 2-1 0,0-9-1 0,1 12 1 15,3-5-3-15,0-1-4 0,2-2-15 16,6-1-19-16,-1 0-29 0,1 0-24 0,2-1-37 15,4 0-36-15,-3-2-17 0,-2-2-108 0,1-2-298 16,3 0 132-16</inkml:trace>
  <inkml:trace contextRef="#ctx0" brushRef="#br0" timeOffset="125341.78">30284 3785 172 0,'0'0'213'16,"0"0"-7"-16,0 0-12 0,0 0-18 0,0 0-11 15,-4-7-18-15,4 7-14 0,0 0-15 0,0 0-11 16,0 0-12-16,0 0-11 0,6-4-7 0,-6 4-3 16,0 0-8-16,0 0-4 0,22-1 1 15,-13 1-5-15,4-2-7 0,-13 2 0 0,23 0-1 0,-13 0-6 16,-10 0 6-16,20-1-3 0,-20 1 0 0,13 0-1 15,-13 0 4-15,11 0 4 0,-11 0 5 0,0 0 1 16,11-2 2-16,-11 2-4 0,0 0-1 16,0 0-5-16,0 0-12 0,0 0 6 0,0 0-7 0,0 0-3 15,0 0-7-15,0 0-1 0,14 1-12 16,-14-1-27-16,0 0-36 0,0 0-45 0,0 0-61 16,0 0-60-16,0 0-45 0,0 0-160 0,0 0-454 0,0 0 201 15</inkml:trace>
  <inkml:trace contextRef="#ctx0" brushRef="#br0" timeOffset="128689.74">30891 3430 117 0,'-1'-7'172'0,"1"7"-17"0,0 0-21 0,0 0-17 15,0 0-12-15,0-8-21 0,0 8-2 0,0 0-7 16,0 0-4-16,0 0-4 0,2 34-1 0,-1-17-1 16,-1 2-10-16,-1 0-7 0,0 1-3 0,1-1-3 15,-1 8-5-15,2-6 0 0,-1 2-8 0,-1-4 9 16,-1-2-7-16,2 1-6 0,0-6 0 0,-1-1-5 16,1 0 6-16,-1 1-9 0,1-12 3 0,-3 20-1 15,3-11 4-15,-1 1-5 0,1-10-5 0,0 13 4 16,0-13-5-16,-3 10 1 0,3-10 0 0,0 0 11 15,0 0 10-15,2 12 10 0,-2-12 9 16,0 0 2-16,0 0-7 0,0 0-4 0,0 0-2 0,0 0 2 16,0 0 3-16,0 0-7 0,0 0-7 0,7-38-1 15,-3 28-5-15,0 0-4 0,0-3-4 0,6-2-2 16,-2 6-2-16,1-2-2 0,1 2-2 0,-1-1 1 16,0 3-4-16,-1 0-7 0,0 4 0 0,0-1 0 15,-2 0-2-15,2 3 1 0,1 0-1 0,1-1 0 16,-10 2-2-16,18 3-1 0,-12 1-3 0,5 1 7 15,-2 2-2-15,0 0 0 0,-2 1 1 0,0 1 0 16,0-1-4-16,1 2-8 0,-2 0-12 16,1 1-15-16,-2-2-15 0,-2 1-12 0,2 0-20 0,-5-10-23 15,7 17-30-15,-2-9-26 0,-2 0-149 0,-3-8-342 16,2 11 151-16</inkml:trace>
  <inkml:trace contextRef="#ctx0" brushRef="#br0" timeOffset="128990.06">31208 3692 114 0,'0'0'119'0,"0"0"-32"0,0 0 4 0,0 0-6 15,0 0-14-15,0 0 4 0,0 0-4 0,0 0-2 0,0 0-13 16,0 0 4-16,12 24-3 0,-8-19-11 16,-4-5 0-16,8 12-8 0,-1-7 15 0,0-2 8 15,-7-3 0-15,13 8 5 0,-5-6 11 0,-8-2 0 16,19 1 0-16,-10-2-3 0,-9 1-1 0,21-2 8 15,-12-2-6-15,0 0-2 0,0 0-9 0,0-3-3 16,-2-2-4-16,-1 2-2 0,-1-3-6 16,-2 1-5-16,0-2 3 0,-3 0-6 0,0 1-1 15,2-2-7-15,-2 12-5 0,-4-21-5 0,0 11-4 0,-1 0-2 16,1 3 0-16,0 0-13 0,0 2-2 0,-2 2-16 16,6 3-15-16,-14-6-24 0,14 6-9 0,-15-1-19 15,15 1-19-15,-22 6-30 0,13-1-32 16,0 1-156-16,-1 2-343 0,1-3 152 0</inkml:trace>
  <inkml:trace contextRef="#ctx0" brushRef="#br0" timeOffset="129217.89">31457 3442 94 0,'1'-5'217'0,"-1"5"-21"0,0-13-20 15,0 13-22-15,7-8-20 0,-7 8-13 16,0 0-12-16,0 0-6 0,0 0-7 0,7 24-4 16,-2-8-5-16,-1 2-11 0,0 1-8 0,2 7-1 15,-3 0-8-15,2 1-2 0,-1-1-21 16,-3 0-12-16,2-1-34 0,-3-6-16 0,0 8-26 0,2-8-30 0,0 6-31 16,-1-8-36-16,-1 1-107 0,-3-4-277 15,3-14 123-15</inkml:trace>
  <inkml:trace contextRef="#ctx0" brushRef="#br0" timeOffset="129474.33">31603 3768 25 0,'14'-9'142'0,"1"-4"-7"0,0 5-5 16,2-3-1-16,-2 0-8 0,2 0-1 0,-2-1-4 16,-2 1-10-16,2-2 0 0,-1 1-5 0,-2 1-6 15,2-1-6-15,-6 3-4 0,4-5 2 0,-6 5-2 16,-1-1 1-16,-1 2-3 0,-2 2-10 0,-1-3-5 15,-2 2-9-15,1 7-4 0,-5-13-8 0,1 7-5 16,4 6-8-16,-14-5-5 0,4 6 0 0,-2 2-6 16,-2 1-1-16,0 6-5 0,-1 0-6 0,1 3 1 15,-1 3-4-15,3-3-1 0,3 4-5 16,0-1-15-16,5-1 3 0,0 3-24 0,4-1-33 0,4-2-31 16,3 0-25-16,5-1-31 0,0 0-32 15,5-3-97-15,-1-2-306 0,10 0 136 0</inkml:trace>
  <inkml:trace contextRef="#ctx0" brushRef="#br0" timeOffset="131172.03">30507 4321 87 0,'-11'-3'182'0,"11"3"-17"0,-12 0-15 0,12 0-8 0,-15 7-7 15,6 2-8-15,-1 2-8 0,-3 1-7 0,3 4-8 16,1-4-16-16,-2 4-5 0,3 0-7 0,0 1-6 16,4-1-7-16,-1 3-5 0,1-2-6 0,3-1-1 15,2-3-6-15,3 2-2 0,-3-3-8 16,3-1-4-16,4 0 0 0,0-2-2 0,3 0-2 0,3-2-5 15,-1-4 3-15,0 2-7 0,0-1-5 0,6-3-5 16,-3-1-9-16,-2 0 4 0,4-5 4 0,0 1-7 16,-1-4 0-16,-6 5 3 0,1-5-7 15,3-3 2-15,-3 1-1 0,0-1 2 0,-1-3-1 16,-5 4-1-16,2-7 3 0,2 2-3 0,-4-1 4 16,-1-1-5-16,1 2 12 0,-3 4 23 0,1-2 5 0,-3 4-3 15,1 2 3-15,-1 2 0 0,1-1 2 0,-2 6-8 16,2-9-3-16,-2 9-8 0,0 0-5 15,0 0-4-15,0 0 0 0,0 0-2 0,0 0 1 16,0 0-5-16,0 0 1 0,-7 33 1 0,6-23 0 16,-1 3-3-16,-1-1 3 0,3-1-4 0,-1 2 1 0,2-1 0 15,0-1 1-15,4 2 2 0,-1-5 3 0,0 3-2 16,3 0-2-16,-2-3 3 0,2-1-1 16,1 1 1-16,1-4 0 0,-4-1-2 0,5-1 4 15,-2 0-2-15,0 0 1 0,-8-2 2 0,19-4-5 16,-12-1 2-16,4-1-4 0,-2-1 2 0,-1-1 0 0,2-2-2 15,-3 2 4-15,-2-3-1 0,2-1-1 0,-1-4-3 16,-2 0 0-16,1 0-3 0,-2-1 4 0,-1 2-4 16,-1 3 3-16,2 1 5 0,-3 5 4 0,0 6 2 15,5-11 1-15,-5 5-2 0,0 6-4 16,0 0-4-16,0-9-2 0,0 9-6 0,0 0 0 16,0 0-3-16,0 0 1 0,0 0 0 0,0 0 2 0,0 0-1 15,0 0 1-15,0 27 0 0,0-18-1 16,3 3 1-16,-2-3 0 0,0 2 3 0,0-3 1 15,2 2 1-15,1-1-4 0,0 0 6 0,2-2-6 16,-1-1 3-16,-2 0 1 0,2-2 1 0,-1 1 2 16,1 2-1-16,1-5 3 0,2 1 2 0,-1-2-1 15,2 2 0-15,-1-2 1 0,4-2-1 0,-2-2 2 0,0 1-1 16,-2 0 0-16,1-2-2 0,-3-1 1 16,1-2 0-16,-4 2-2 0,5-6-7 0,-4 2 2 15,-3-2-5-15,2 1 2 0,-2-6-4 0,-2 4 4 16,1 0-1-16,-3 0 0 0,-1 1 2 0,3 2 1 15,-3 0 0-15,-1 1 3 0,1 2 1 0,0-1-1 16,4 7-2-16,-5-9 1 0,3 5 0 0,2 4-2 0,-4-7-5 16,4 7 6-16,0 0-7 0,-3-7 0 15,3 7-5-15,0 0-7 0,0 0 1 0,0 0 4 16,0 0-2-16,13-3 3 0,-3 3 3 0,4 0-1 16,1 0 0-16,-2 0-1 0,-1 0 4 0,1 0-4 15,-4 0 0-15,-2 2 4 0,1-2-3 0,-8 0-5 16,13 5 7-16,-8-4-3 0,-3 5 3 0,2-1 5 15,2 1-3-15,-5 3 7 0,0 3 2 0,0-3 4 16,-1 1-1-16,0 1 5 0,-1 0-5 0,1 1 5 16,0 1-2-16,0-1 6 0,-1 1-5 0,1-3-1 15,0 0 1-15,2-1-5 0,-2-2 3 0,3 0-1 16,-2 1-1-16,-1-8-1 0,6 13 1 0,-6-13 1 16,7 11 0-16,-3-5 4 0,1 0-6 0,-5-6 5 15,11 4-1-15,-11-4 1 0,13 2-2 0,-13-2 6 16,14-1-4-16,-14 1-3 0,17-8-1 0,-8 4 0 15,2-3 2-15,-2-3-2 0,0 2 2 0,0-4-3 16,0 1 3-16,-4-1-6 0,2-2 0 0,-5 3-4 16,3-3-1-16,-2 0 3 0,-2 2-4 0,-1 0 2 15,-1 0 0-15,2 2 2 0,-2 0-3 0,1 10 4 16,-2-14-5-16,2 7 8 0,0 7-7 0,0-9 2 16,0 9 0-16,-3-10-2 0,3 10 0 0,0-7 1 15,0 7-3-15,0 0-1 0,0 0-9 0,2-9-7 16,-2 9 3-16,0 0 0 0,0 0-2 0,12 0 4 15,-12 0 4-15,14 2-2 0,-14-2 4 0,15 3-2 16,-9 0 3-16,1 0 1 0,2 1-1 0,-4-1-1 16,4 2 4-16,-3-1-4 0,-2 2 3 15,0-1-1-15,2 2 3 0,-3 2 0 0,1-2 2 16,0 3-2-16,-1-1 3 0,0-3 2 0,-2 1 2 0,3 1-3 16,-3 0 1-16,4 1 2 0,-2-3-2 0,-1-1 4 15,2 3 0-15,0-2-1 0,3-2 2 0,-1-1-4 16,2 1 5-16,-2-2 1 0,2 2 1 0,1-2 0 15,-2-2 1-15,4 2 9 0,-1-4 5 0,1 0-1 16,0 1-4-16,-4-2-1 0,3-3 4 0,1 1-1 16,-2-2-6-16,-3 0 2 0,2-4-1 0,-3 1-1 15,-1 1-4-15,-1-2 0 0,0-2 4 0,0 1-4 16,-3 1 1-16,0 1 4 0,-2-1 0 0,1 4-3 16,-2-1 1-16,3 8-1 0,-2-9-3 0,2 9-2 15,-3-9-3-15,3 9-6 0,0 0 0 0,0 0 0 16,0 0 2-16,-19 11 1 0,11-3 0 0,1 3 1 15,0-1-1-15,-3 4-7 0,5-4-21 0,0 6-20 16,-2-1-20-16,7-4-27 0,-1 1-37 0,2-1-43 16,3 2-11-16,0-4-15 0,0 2-140 15,1-3-368-15,0 2 163 0</inkml:trace>
  <inkml:trace contextRef="#ctx0" brushRef="#br0" timeOffset="131403.93">31713 4519 188 0,'3'-5'199'0,"1"-1"-7"15,1-2-9-15,-1 1-15 0,1-1-3 0,2-3-9 16,-4 1 3-16,3-1-11 0,-1 1-6 0,1-4-18 16,-1 3-6-16,2 0-9 0,-2 0-12 0,0 2 1 15,0 0 0-15,-1 2-1 0,-2 2-8 0,-2 5-10 16,8-10-8-16,-7 5-11 0,-1 5-13 0,0 0-3 16,8-1-7-16,-8 1-4 0,0 0-2 0,13 6-6 15,-7-3 3-15,-2 6-4 0,2-1-4 0,-3 1-5 16,2 1-4-16,0 0-9 0,-1 0-23 0,0 2-13 15,-3-3-37-15,2 1-40 0,-3-10-39 0,2 17-31 16,-1-10-38-16,1 2-160 0,-2-9-410 0,0 0 182 16</inkml:trace>
  <inkml:trace contextRef="#ctx0" brushRef="#br0" timeOffset="131661.91">32031 4175 113 0,'2'-9'264'0,"-3"2"-10"16,1 7-13-16,1-11-25 0,2 6-23 0,-3 5-23 15,0 0-23-15,0 0-8 0,0 0-20 0,0 0-9 16,0 0-1-16,10 27 2 0,-10-10-10 0,0 2 1 16,1 2-15-16,-1-2-5 0,0 6-9 0,0 0-4 15,0-6-8-15,0-1-3 0,0 0-8 0,2-1-4 16,-2-2-4-16,-2 2-1 0,1-2-9 15,-1-2-13-15,2 4-24 0,2-5-25 0,-2-12-31 0,-2 21-32 16,2-21-39-16,-3 15-43 0,2-6-38 0,-2 0-177 16,3-9-423-16,-10 9 187 0</inkml:trace>
  <inkml:trace contextRef="#ctx0" brushRef="#br0" timeOffset="131815.94">31916 4349 116 0,'14'-3'111'0,"-4"2"-23"0,8-3-39 15,3 2-35-15,7-2-32 0,-7 2-42 16,1-1-65-16,9-2 28 0</inkml:trace>
  <inkml:trace contextRef="#ctx0" brushRef="#br0" timeOffset="132212.07">32559 4227 22 0,'0'0'209'0,"0"0"-18"15,0 0-19-15,0 0-8 0,0 0-19 0,0 0-4 16,0 0-10-16,-21 1-6 0,12 7-9 0,-4 2-4 0,-2 4-9 16,1-1 0-16,-2-1-5 0,-1 7-15 15,4-3 1-15,0-1-14 0,6 0-4 0,-2-1-8 16,4-2-7-16,2-1-4 0,2 0-2 0,1 0-4 15,2-2-3-15,2 1-1 0,2-4-3 0,-2 1-3 16,5-1-3-16,-4-3-11 0,4 0 2 0,1-1-1 0,1-1-2 16,0-4 1-16,2 3-5 0,-1-5 2 15,-1 2-2-15,1-2 3 0,-2-1-7 0,0-1 3 16,-1-2-1-16,-1 0 4 0,2-2-7 0,-4 2 2 16,1-2-2-16,-1 2-3 0,-1-3 2 0,0 2 0 15,-1 3 3-15,0 1 8 0,-2 2 0 0,-2 4-5 16,4-9-5-16,-4 9-1 0,3-5-5 0,-3 5-5 15,0 0 2-15,0 0 1 0,0 0 1 0,0 0 2 16,5 19 7-16,-6-11-6 0,1 4 3 0,0-3-4 16,0 3 5-16,0-1-2 0,0 0 4 0,1 0-8 15,2-1-14-15,-3 0-26 0,3-1-15 0,2 1-29 16,-1-2-41-16,1-1-28 0,1 0-26 0,0-3-20 16,-6-4-141-16,11 5-367 0,-11-5 162 0</inkml:trace>
  <inkml:trace contextRef="#ctx0" brushRef="#br0" timeOffset="132485.37">32844 4095 73 0,'0'0'219'0,"0"0"-2"0,0 0-5 0,10-48-21 16,-10 48-16-16,0 0-16 0,0 0-21 0,0 0-19 15,0 0-15-15,0 0-3 0,0 0-7 0,0 0-4 16,0 0 5-16,0 0 3 0,0 0 4 0,0 0 3 15,-3 103-10-15,3-103-10 0,-7 53-4 0,3-29-12 16,4-24-5-16,-3 46-5 0,3-46-7 0,-1 36 4 16,1-36-12-16,1 33 1 0,-1-33-5 0,0 0-4 15,7 40-4-15,-7-40-1 0,10 23-2 0,-10-23-3 16,0 0-9-16,15 26-11 0,-15-26-15 0,0 0-19 16,24 21-23-16,-24-21-23 0,0 0-36 0,26 11-31 15,-26-11-49-15,0 0-39 0,0 0-160 0,0 0-419 16,0 0 186-16</inkml:trace>
  <inkml:trace contextRef="#ctx0" brushRef="#br0" timeOffset="132660.31">32780 4237 175 0,'0'0'193'0,"0"0"-14"0,0 0-28 15,0 0-5-15,0 0-8 0,0 0 2 0,0 0-16 16,0 0-5-16,0 0-15 0,69-30-7 0,-40 25-14 15,-29 5-17-15,67-9-32 0,-34 7-30 16,-1-1-63-16,-32 3-33 0,50-9-45 0,-50 9-108 16,40-6-264-16,-40 6 117 0</inkml:trace>
  <inkml:trace contextRef="#ctx0" brushRef="#br0" timeOffset="133647.96">30617 5048 185 0,'0'0'192'16,"-3"-7"-15"-16,3 7-9 0,0 0-12 0,0 0-12 16,-8-4-12-16,8 4-14 0,0 0-12 0,-18 11 3 15,6 0-9-15,-5 0-9 0,-3 8-9 0,1-1-5 16,-1 3-6-16,2 2-8 0,3-1-6 0,4-6-2 15,0 6-2-15,2-6-8 0,4 2-5 0,0-3-3 16,1 2-7-16,4-1 4 0,2-5-4 0,1 0-3 16,5 3-3-16,-1-3 3 0,6-1-10 0,2 1-15 15,1-2-7-15,0-1-19 0,4-2-14 0,0-4-14 16,0 1-11-16,1-3-8 0,-2 0 3 0,2 0-13 16,-2-3 0-16,-3-2-7 0,1-2 17 0,-1-1-8 15,-3-1-6-15,1-2 9 0,-1-1 4 0,-4 2 17 16,4-2 5-16,-4-1 4 0,-2-1 11 0,-3 3 17 15,4-4 17-15,-3 3 20 0,0 3 16 0,-2-1 6 16,-2 0 10-16,2 5 12 0,-2-2 13 0,-1 7-7 16,4-7-9-16,-4 7-3 0,0 0-5 0,1-8-11 15,-1 8-6-15,0 0-4 0,0 0-4 0,0 0-1 16,0 0 2-16,-8 20 8 0,3-10-4 0,1 7 1 16,-2-3-4-16,3-2-2 0,1 5-2 0,1-2-2 15,1 3-5-15,1-7 4 0,3 5-4 0,-1-6 3 16,3 3-3-16,0-4-1 0,0 1 2 0,2-4-1 15,1 3-2-15,1-4 1 0,-1-1-5 0,4-1 4 16,-2 0 7-16,0-3-6 0,3-3-2 0,-5 2 3 16,3-3 1-16,-1 0-1 0,-2-2-1 0,-2 0-4 0,2-4-4 15,-5 0 3-15,1-3-2 0,-2 2-2 16,1-5 3-16,-4-1-6 0,-2 1 0 0,-3-3-7 16,0 3 4-16,-1 1-2 0,-2-2-1 0,3 6-1 15,-4-3 0-15,2 3-1 0,1 4 0 0,-3-1-11 16,4 3-9-16,0 0-15 0,5 5-11 0,-10-4-21 15,10 4-20-15,-12 0-15 0,12 0-29 0,0 0-28 16,-14 5-159-16,10 0-347 0,2 0 154 0</inkml:trace>
  <inkml:trace contextRef="#ctx0" brushRef="#br0" timeOffset="133883.78">31072 5069 67 0,'0'0'228'0,"0"-12"-20"0,0 12-14 0,0 0-21 16,3-6-19-16,-3 6-25 0,0 0-14 0,0 0-12 15,0 0-10-15,0 0-3 0,6 19-11 0,-4-8-3 16,0 6-9-16,1 2-2 0,0 0-6 0,0 0-8 16,0 0-8-16,-1 6 1 0,1-1 4 0,-1 0-9 15,0-5 1-15,-1 1-4 0,1-1-24 0,1-1-23 16,-3 0-40-16,4 0-25 0,-3-5-34 0,2-1-34 15,-1-1-160-15,-2 2-329 0,0-6 146 0</inkml:trace>
  <inkml:trace contextRef="#ctx0" brushRef="#br0" timeOffset="134092.23">31189 5084 92 0,'0'-7'228'0,"0"7"-19"15,1-8-27-15,-1 8-19 0,0-9-20 0,0 9-17 16,0 0-14-16,0 0-5 0,0 0 2 0,5 29-12 16,-5-11-4-16,4 7-7 0,-4 3-8 0,0-1-6 15,-1 0-4-15,2 1-6 0,0 3-30 0,0-5-30 16,1 3-29-16,-1-4-30 0,0-4-44 0,3 4-34 16,-1-9-21-16,-3 1-109 0,2-2-285 0,2-3 126 15</inkml:trace>
  <inkml:trace contextRef="#ctx0" brushRef="#br0" timeOffset="134376.81">31319 5442 42 0,'4'-5'154'15,"1"0"-13"-15,4-2 0 0,-2 1 2 0,1-3-7 16,-1-1-10-16,3 1 1 0,-1 2-9 0,0-1-10 16,0-2-5-16,5-3-6 0,-4 6-7 0,-2-3-7 15,0 2 2-15,-2-3-5 0,1 0-6 0,-1 0-4 16,-3-1-5-16,0 3 4 0,1-1 17 0,-3 3-11 15,-1 7-8-15,-1-15-7 0,1 10-5 0,0 5-5 16,-3-10-5-16,3 10-5 0,-6-6-6 0,6 6-4 16,-9-3-8-16,9 3-1 0,0 0-2 0,-23 10-1 15,11-4-4-15,2 6 1 0,-3-1-7 0,2 3 1 16,2 1-1-16,1-5 2 0,0 5-3 0,3-5 0 16,1 6-11-16,2-3-16 0,3-2-15 0,0 1-6 15,3 4-23-15,3-5-21 0,2-2-18 0,3-1-31 16,5 0-22-16,2-4-23 0,3 1-144 0,5 0-347 15,-9-3 153-15</inkml:trace>
  <inkml:trace contextRef="#ctx0" brushRef="#br0" timeOffset="134594.41">31793 5218 38 0,'-5'-8'190'0,"5"8"-11"0,-8-8-15 0,4 5-1 16,-3 0-17-16,-6 4-10 0,3 3-7 0,-3-1-10 15,-2 2-4-15,-1 6-3 0,2 0-4 0,-1-2-8 16,1 4-12-16,1 0-3 0,3 0-14 0,2-1-2 16,2 3-9-16,2-2-4 0,3 2-2 0,3 1-2 15,-1-3-8-15,7 2-8 0,-1-4-22 0,5 0-31 16,2 0-23-16,4-1-34 0,3-4-29 0,7-1-30 16,-6-3-24-16,4 0-19 0,-5-1-96 0,-1-2-293 15,-2-1 129-15</inkml:trace>
  <inkml:trace contextRef="#ctx0" brushRef="#br0" timeOffset="134807.07">31990 5088 184 0,'0'-7'240'0,"-3"0"-8"0,3 7-10 0,0-10-22 16,0 10-23-16,0 0-20 0,-2-9-25 0,2 9-9 15,0 0-15-15,0 0-8 0,0 0-4 0,-4 31-7 16,0-15 1-16,2 2-7 0,-1 3-13 0,-3 4 0 15,4-5-8-15,0 7-3 0,-1-2-7 0,-1 0-2 16,4 0-4-16,0 1-19 0,-1-9-22 0,2 0-38 16,-2-2-28-16,1-2-28 0,0-1-44 0,0 1-38 15,0-4-43-15,-4 1-116 0,1-1-356 0,3-9 159 16</inkml:trace>
  <inkml:trace contextRef="#ctx0" brushRef="#br0" timeOffset="135130.73">31958 5275 36 0,'13'-6'144'0,"-13"6"-5"15,14-3-14-15,-8 1-11 0,-6 2-8 0,0 0-13 16,21 4 2-16,-15-1 0 0,-6-3 14 0,12 10-12 16,-7-4 11-16,1 3-15 0,-1 1-8 0,1-1-4 15,0 3-4-15,0-5-12 0,1 5-8 0,-4-5-3 16,5 1-6-16,-3 1-3 0,0-5-2 0,3 3-5 15,-1-4 4-15,-7-3 2 0,17 5-2 0,-7-3 4 16,2-1-8-16,-12-1 6 0,20 0 2 0,-8-3 5 16,-12 3 3-16,18-5-1 0,-12 2-2 0,2-4 0 15,-1 2-7-15,-1-7 4 0,-3 2-2 0,4-1 1 16,-7-4-9-16,0 3-3 0,-2-1-12 0,2 2-9 16,-3-5-8-16,0 4-9 0,-2 4-15 0,-1-3-21 15,-1 4-20-15,-2 0-22 0,0 3-24 0,9 4-18 16,-16-4-21-16,4 6-33 0,-1 0-24 0,-3 6-109 15,0-2-337-15,4 1 149 0</inkml:trace>
  <inkml:trace contextRef="#ctx0" brushRef="#br0" timeOffset="135495.59">32275 5413 2 0,'8'-5'215'0,"2"-1"-1"0,-3-3-12 0,1 2-8 15,2-7-13-15,-1-1-13 0,-4 6-12 0,1-3 1 16,-3 0-5-16,3-5-7 0,-6 6-8 0,1-6-11 16,-1 7-14-16,-3-2-4 0,-2 1-15 0,0 2-5 15,-3 0-7-15,-1-1-10 0,2 3-7 0,-1-2-11 16,-5 4-5-16,6 0-3 0,-1 0-8 0,1 3 1 16,7 2-9-16,-7-5-8 0,7 5-10 0,-6-5-14 15,6 5-6-15,0 0-2 0,0 0 2 0,0 0-2 16,0 0-2-16,0 0-3 0,26 0 9 0,-13 2-5 15,4-2 1-15,1 1 1 0,-6 1 0 0,2 0 3 16,3 3-5-16,-7-3-3 0,3 5 5 0,-3-4 1 16,2 0 9-16,-3 3 8 0,0 0 4 0,-3 1 0 15,2 0 3-15,-2 2 4 0,-1-1 7 0,0 0-5 16,1 3-2-16,-4-2 4 0,2 1-3 0,-2 2-1 16,1 2 1-16,-2-2 0 0,0-2-2 0,-1 1-1 15,2 0-30-15,-1 0-36 0,-1-11-50 0,0 13-62 16,3-6-65-16,-3-7-190 0,2 12-451 0,-2-12 200 15</inkml:trace>
  <inkml:trace contextRef="#ctx0" brushRef="#br0" timeOffset="135906.93">32801 5289 2365 0,'0'0'97'0,"0"0"-66"0,0 0-11 15,0 0-12-15,21-38 1 0,-21 38 9 0,0 0 4 16,18-27 15-16,-18 27 4 0,15-19 0 0,-15 19 3 16,0 0-27-16,24-27 3 0,-24 27 3 0,14-17 2 15,-14 17 1-15,0 0-1 0,27-25 5 0,-27 25 2 16,0 0 7-16,22-22 8 0,-22 22 1 0,0 0 8 16,0 0 1-16,0 0-2 0,15-16 1 0,-15 16 0 15,0 0-10-15,0 0-10 0,0 0 5 0,0 0-13 16,0 0-2-16,0 0-6 0,0 0-11 0,0 0-4 15,0 0 0-15,0 0 0 0,0 0-2 0,0 0 4 16,0 0 0-16,0 0-4 0,17 63 0 0,-17-63 1 16,0 35-1-16,0-35-1 0,-1 36 4 0,1-36-3 15,1 37 2-15,-1-37-6 0,0 0 7 0,-3 50-3 16,3-50 4-16,2 34-3 0,-2-34 1 0,1 33 11 16,-1-33-15-16,0 0-3 0,-1 39-6 0,1-39-6 15,0 0-3-15,-3 35-3 0,3-35-15 0,0 0-11 16,-10 32-8-16,10-32-6 0,0 0-12 0,-18 33-17 15,18-33-16-15,-18 17-16 0,18-17-11 0,0 0-29 16,-25 22-20-16,25-22-29 0,0 0-178 0,-26 10-420 16,26-10 186-16</inkml:trace>
  <inkml:trace contextRef="#ctx0" brushRef="#br0" timeOffset="136088.87">32709 5021 2290 0,'-5'-12'16'0,"0"-1"-28"0,1 2 15 0,-1 3-18 0,3 2 9 15,2 6 5-15,-3-11-16 0,1 7-15 16,2 4-14-16,0 0-35 0,-3-11-40 0,3 11-30 0,0 0-27 16,0 0-98-16,0 0-297 0,0 0 133 0</inkml:trace>
  <inkml:trace contextRef="#ctx0" brushRef="#br0" timeOffset="136464.07">33014 4979 2 0,'0'0'206'0,"0"0"-17"0,0 0-27 15,0 0-12-15,0 0-16 0,0 0-6 0,0 0-14 16,0 0-3-16,0 0-12 0,0 0-6 0,25 42-14 15,-25-42-3-15,0 0-7 0,7 38-6 0,-7-38-7 16,0 0-5-16,5 30-6 0,-5-30-6 0,0 0-1 0,0 0-5 16,0 0 9-16,0 0 16 0,5 30 22 15,-5-30 18-15,0 0 18 0,0 0-3 0,0 0-11 16,0 0-1-16,0 0-9 0,0 0-9 0,0 0-8 16,0 0-8-16,0 0-5 0,0 0 0 0,0 0-9 15,0 0-4-15,28-82-4 0,-28 82-9 0,18-35-8 16,-18 35 1-16,18-31-7 0,-18 31 0 0,18-21-8 15,-18 21 3-15,0 0-6 0,17-20-3 0,-17 20-7 0,0 0 2 16,0 0-5-16,0 0-4 0,0 0 1 16,0 0 1-16,0 0-2 0,0 0 0 0,0 0 1 15,45 36-4-15,-45-36-14 0,9 32-17 0,-9-32-26 16,10 35-29-16,-10-35-32 0,2 36-59 0,-2-36-27 16,-3 36-42-16,3-36-142 0,-11 36-429 0,11-36 190 0</inkml:trace>
  <inkml:trace contextRef="#ctx0" brushRef="#br0" timeOffset="136630.43">33218 5506 32 0,'0'0'297'0,"0"0"-12"0,0 0-4 16,0 0 8-16,0 0-7 0,0 0-11 0,0 0-10 16,0 0-16-16,0 0-28 0,0 0-26 0,0 0-21 15,0 0-11-15,0 0-35 0,0 0-44 0,0 0-54 16,0 0-66-16,18 34-79 0,-18-34-89 0,0 0-267 15,0 0-512-15,0 0 227 0</inkml:trace>
  <inkml:trace contextRef="#ctx0" brushRef="#br0" timeOffset="148824.34">30445 6805 14 0,'0'0'121'0,"0"0"-8"0,0 0-5 0,-12 0-11 16,12 0-6-16,0 0-3 0,0 0-17 0,0 0 10 16,0 0-7-16,0 0-6 0,0 0-1 0,0 0-2 15,0 0-11-15,0 0-7 0,0 0-2 0,0 0-2 16,0 0-7-16,0 0 4 0,0 0-6 0,0 0-9 15,31-3 10-15,-11 0-9 0,0-1 3 0,8 1-4 16,1 0 6-16,-3-1-16 0,6 0 3 0,0 4-14 16,-3-3-7-16,-7 2-8 0,-2-2-12 0,-2 3-11 15,1-1-15-15,-7-1-17 0,-2 1-18 0,1 1-17 16,-11 0-9-16,12 0-71 0,-12 0-196 0,8-2 87 16</inkml:trace>
  <inkml:trace contextRef="#ctx0" brushRef="#br0" timeOffset="149273.34">30712 6761 9 0,'0'0'138'0,"0"0"-6"16,0 0-8-16,0 0-15 0,0 0-13 0,0 0-11 16,0 0-7-16,0 0-10 0,-8 7-6 0,8-7-1 15,-1 14 2-15,1-8 0 0,0 3-14 0,-1 8 9 16,-2 0 18-16,3-1-10 0,-1 4-5 0,2 0-4 15,-2-2-3-15,2 1-6 0,-1-1-8 0,4 1 2 16,-4 1-6-16,3-2-2 0,-1-1-15 0,-1 2 9 16,2-4-2-16,0 0-2 0,-2 3-2 0,0-8 1 0,4 3-2 15,-4-4-5-15,1 4-4 0,0-5-3 16,-1 3 1-16,2-2 2 0,-2-4-2 0,-1-5-6 16,0 12-6-16,0-12 5 0,0 9 2 0,0-9 0 0,-2 7 0 15,2-7-3-15,-8 4-3 0,8-4 7 0,-11 0-3 16,11 0 0-16,-15 0-1 0,15 0-1 15,-17-3 5-15,10 2-3 0,0-2-4 0,-3 3 3 0,10 0 0 16,-15-4 0-16,15 4-1 0,-10-2 6 0,5 0 1 16,5 2-5-16,0 0 1 0,-9-4 3 15,9 4-5-15,0 0 2 0,0 0 1 0,-6-3-4 0,6 3 4 16,0 0 1-16,0 0 0 0,0 0-3 0,0 0 3 16,0 0 5-16,21-2-9 0,-12 2 2 0,4 1 4 15,5-2 0-15,1 2 3 0,-7-1-2 0,7-1-15 16,-3-1-8-16,4 2-19 0,-8 0-21 0,6 0-21 15,-1-2-23-15,-3 1-15 0,0-2-16 0,0 2-17 16,-4 0-95-16,-2 1-261 0,0-3 116 0</inkml:trace>
  <inkml:trace contextRef="#ctx0" brushRef="#br0" timeOffset="149699.73">30963 7046 143 0,'0'0'197'0,"1"-8"-8"0,-1 8-9 0,0 0-3 15,0 0-8-15,0 0-7 0,0 0-10 0,0 0-11 16,0 0-11-16,0 0-10 0,0 0-14 0,0 0-11 16,0 0-9-16,0 0-13 0,0 0-8 0,0 0-8 15,0 0-12-15,0 0-3 0,0 0-2 0,0 0-5 16,0 0-6-16,0 22-2 0,1-14-3 0,-2 2-2 16,2 0-3-16,-1 1 1 0,0 0-3 0,0 0-3 15,-1 0-2-15,1 2 0 0,-1 2 1 0,1-2 1 16,-2 0-3-16,4 3 0 0,-4-6 0 0,2 2-3 15,0 0-1-15,-1-1 1 0,1-2 0 0,0 2 4 16,-1-4-1-16,-1 2-3 0,4 1 1 0,-2-10-4 16,-2 13-15-16,2-4-25 0,0-9-21 0,-1 8-17 15,1-8-25-15,-3 9-15 0,3-9-20 0,0 7-27 16,0-7-15-16,0 0-140 0,0 0-339 0,0 0 150 16</inkml:trace>
  <inkml:trace contextRef="#ctx0" brushRef="#br0" timeOffset="149961.74">30946 6969 55 0,'7'-12'124'0,"-1"9"-12"16,-6 3 4-16,16-8-13 0,-9 6 3 0,0 3-11 15,5-4-7-15,-12 3-11 0,16 5-3 0,-8 1-11 16,2 0-9-16,-3-1-2 0,-1 4-4 0,-1-1 1 15,-1 1 10-15,0 0 1 0,-2-2-4 0,-2 2-4 16,2-2-6-16,-2 2-4 0,0-9 10 0,-7 14-5 16,2-6-2-16,-1 2-3 0,-2-5-8 0,0 2 0 15,0 0-6-15,1-1-4 0,-2-1-20 0,1 2-25 16,0-1-18-16,0-1-33 0,3-3-35 0,-2 3-26 16,0-1-113-16,0-3-265 0,7-1 119 0</inkml:trace>
  <inkml:trace contextRef="#ctx0" brushRef="#br0" timeOffset="150408.94">31263 7011 9 0,'0'0'165'0,"-13"1"-16"0,13-1-13 15,-15 6-11-15,7 1-8 0,1 0-9 0,-1 1-10 16,3 2-9-16,1-3-9 0,-1 4-5 0,2-1-12 16,0 0-5-16,3 1 1 0,0 0-5 0,2-2-3 15,2 0-7-15,1 1-4 0,0-2-3 0,5 0 0 16,-2-1-5-16,1-1-7 0,1-2-1 0,-1 2-1 16,-2-3 1-16,1-1 0 0,2-2-2 0,-3 1-3 15,-7-1 10-15,11 3 10 0,-11-3 4 0,9 0 13 16,-9 0 17-16,9 0-3 0,-9 0 5 0,0 0-5 15,0 0-6-15,0 0 0 0,0 0-12 0,4-7-5 16,-4 7-8-16,0 0 1 0,0 0-10 0,0 0-3 16,0 0 0-16,-27 1-4 0,19 1-1 0,8-2 1 15,-15 7-5-15,6-3-4 0,-2 3 1 0,2-1-1 0,0 2-5 16,-2 1 4-16,3-3-2 0,0 3 0 16,0 0 1-16,3-2-4 0,-1-1-1 0,-1 4 3 15,5-3 0-15,-1-2-2 0,1 2-3 0,0 3 4 16,2-10-2-16,2 12 0 0,2-5-6 0,-1-3-16 15,4 1-18-15,-2 0-25 0,3-2-34 0,3-1-35 0,3 0-34 16,-1 0-51-16,0-1-154 0,-1-2-395 16,1-2 175-16</inkml:trace>
  <inkml:trace contextRef="#ctx0" brushRef="#br0" timeOffset="150643.71">31508 7128 219 0,'0'0'237'0,"4"-9"-1"0,-4 9-12 16,0 0-28-16,0 0-16 0,8-5-14 0,-8 5-12 15,11-1-16-15,-4 0-8 0,-7 1-11 0,15 0-13 16,-9 0-7-16,-6 0-8 0,14-2-7 0,-14 2-11 16,9 0-5-16,-9 0-7 0,0 0-4 0,10-1-7 15,-10 1-23-15,0 0-2 0,0 0-4 0,9-1-1 16,-9 1-15-16,0 0-22 0,0 0-27 0,0 0-36 15,0 0-36-15,0 0-48 0,8-2-44 0,-8 2-152 0,0 0-389 16,0 0 172-16</inkml:trace>
  <inkml:trace contextRef="#ctx0" brushRef="#br0" timeOffset="151315.73">31902 6835 122 0,'0'0'218'0,"0"0"-21"0,0 0-19 16,9-10-18-16,0 7-18 0,3 0-11 16,6-1-12-16,1 0-11 0,8-2-13 0,3 3-7 15,-4 0-13-15,-5 1-5 0,7-2-7 0,-7 2-14 16,-1 0-25-16,-3 0-19 0,-5 2-28 0,-1-2-13 15,-5-1-20-15,1 2-21 0,0-2-11 0,-7 3-15 16,8-2-2-16,-8 2-1 0,0 0 5 0,0 0 2 16,0 0 3-16,0 0 10 0,0 0 15 0,-27 0 5 15,27 0 6-15,-10 0 11 0,10 0 7 0,-12 1 14 16,12-1 15-16,-10 1 11 0,10-1 8 0,-8 1 14 16,8-1 8-16,0 0 6 0,0 0 7 0,0 0 11 0,-12 2-4 15,12-2 5-15,0 0-5 0,0 0-8 16,-11 1 2-16,11-1-4 0,0 0-3 0,0 0 4 15,0 0 5-15,-5 6 11 0,5-6 3 0,0 0-7 16,-1 11 9-16,1-11 10 0,1 16 3 0,-1-6-1 16,-1 2-8-16,1 5 5 0,0-1-12 0,1 1 2 0,2 3 0 15,-1-2-11-15,0 7 10 0,-1-5-5 16,1-2-3-16,-2 0-3 0,2 0-1 0,-2-1-5 16,1-1-10-16,2 1 3 0,-3-2-8 0,2 2 2 15,-1-5-4-15,3-1-2 0,-4 0 0 0,1-1-3 16,-1-3-2-16,0 1 3 0,0-8-3 0,0 13-8 15,2-9 10-15,-2-4-2 0,0 10-1 0,0-10 3 16,0 0-9-16,-5 7 3 0,5-7-10 0,-11 0-2 16,11 0-4-16,-12-4 0 0,12 4-1 0,-14-8-3 15,8 5 1-15,-3-1-4 0,2-2-7 0,-2-1-1 16,0 1-1-16,4 2 0 0,-5-2 0 0,5 1 3 0,-1 0 0 16,1 2 6-16,5 3 1 0,-7-7-1 0,7 7 0 15,0 0 5-15,-8-6-5 0,8 6 7 16,-5-2 3-16,5 2-3 0,0 0-4 0,0 0 6 15,0 0-2-15,0 0 4 0,0 0-4 0,0 0 4 16,19-2-3-16,-19 2 3 0,23 0-2 0,-12 0 1 16,2 0-5-16,5 0-16 0,-5 0-22 0,5-2-26 15,1 1-39-15,0 0-35 0,2-2-22 0,-1 2-132 16,-1 0-320-16,2-1 141 0</inkml:trace>
  <inkml:trace contextRef="#ctx0" brushRef="#br0" timeOffset="151545.44">32492 7031 28 0,'0'0'200'15,"0"0"-15"-15,0 0-12 0,0 0-11 0,0 0-13 16,-11-10-12-16,11 10-7 0,0 0-9 0,-26 13-10 0,15-9-3 16,-1 3-8-16,1 4-11 0,-3 1-6 15,1-1-8-15,0 2-4 0,1 1-6 0,2-2-1 16,-1 1-12-16,6-2-2 0,1 0 2 0,4 0-9 15,-1-1-4-15,2 0-1 0,-1 1-8 0,4-1-4 16,2-1-22-16,3-1-20 0,0-2-25 0,3 1-46 16,5-1-40-16,0 0-56 0,2-2-140 0,-1-1-347 15,1-3 153-15</inkml:trace>
  <inkml:trace contextRef="#ctx0" brushRef="#br0" timeOffset="151800.87">32667 6786 18 0,'0'0'167'0,"0"0"-9"16,56 24-10-16,-56-24-11 0,26 30-12 0,-8-10 8 15,-5 6-3-15,-2 0-1 0,-3 0-11 16,-8-26-10-16,11 53-12 0,-8-26-8 0,-3-27-5 15,-3 52-4-15,3-52-10 0,-9 53-12 0,3-27-11 16,-4-4-19-16,-5 0-21 0,-5 2-34 0,-3-3-34 0,-1-1-16 16,-2 0-43-16,-3-1-31 0,-2-3-96 15,-4-1-266-15,0-2 117 0</inkml:trace>
  <inkml:trace contextRef="#ctx0" brushRef="#br0" timeOffset="152366.13">30617 6641 8 0,'0'0'163'0,"-11"0"-9"0,11 0-13 15,-22 5-11-15,12 1-8 0,-13 5 7 0,-1 6-2 16,-3 3-8-16,2 5-5 0,-1 0-7 0,-10 14 1 16,5 1-9-16,3 1-6 0,5 3-7 0,10-14-6 15,-1 4-8-15,6 0-10 0,2 0 0 0,4 12-1 16,7-10-2-16,1-3-5 0,11 9-3 0,-1-8-2 16,12 6-1-16,10-6-9 0,4-3-5 0,8-3-26 15,2-6-27-15,0 0-44 0,34 3-59 0,-27-10-55 16,0-2-156-16,2-1-361 0,-5 0 159 0</inkml:trace>
  <inkml:trace contextRef="#ctx0" brushRef="#br0" timeOffset="153120.17">30799 7635 154 0,'-10'-2'175'16,"10"2"-3"-16,0 0-9 0,-11-1-11 0,11 1-13 16,0 0-15-16,0 0-13 0,0 0-8 0,0 0-8 15,0 0-2-15,44-4-7 0,-6 1-8 0,26 0-1 16,37-3-12-16,4 2-3 0,2-2-12 0,8-1-1 16,7 4-2-16,-5 0 8 0,-1-2-5 0,-8 2-3 15,-7 0-4-15,-9-1 1 0,-3 3-6 0,-27 0 6 16,-1-5 2-16,-4 3-3 0,1 0-21 0,-6 3 0 15,-13-1 1-15,-3-2 0 0,-2 3 5 0,-3 0-6 16,-2 0 6-16,-2-3-3 0,-27 3 6 0,0 0 0 16,52 0 0-16,-52 0-1 0,0 0-2 0,0 0-1 0,41 0 0 15,-41 0-3-15,0 0-1 0,0 0-4 16,0 0 2-16,0 0-6 0,0 0 1 0,0 0-12 16,0 0-4-16,0 0-14 0,0 0-20 0,0 0-24 15,0 0-25-15,35 2-24 0,-39-1-42 0,4-1-22 0,0 0-35 16,-33 5-145-16,12 0-379 0,-8-2 167 15</inkml:trace>
  <inkml:trace contextRef="#ctx0" brushRef="#br0" timeOffset="153641.93">31599 7724 111 0,'0'0'238'0,"0"0"-13"0,5-9-14 15,-5 9-18-15,0 0-12 0,0 0-24 0,1-6-12 16,-1 6-14-16,0 0-23 0,0 0-14 15,0 0-9-15,0 0-9 0,0 0-8 0,3 26-6 16,-2-7-2-16,0 8-1 0,3-2-2 0,-4 5-4 16,0 3-4-16,-2-3-5 0,0 2 4 0,0-2-2 0,1-4-2 15,1 1 0-15,-3 0-4 0,0-8-3 16,3 6 0-16,-1-7-7 0,1-1 2 0,-2 1-4 0,2-2-1 16,-3 0-6-16,3-5 1 0,-1-1-4 0,-2 2 1 15,2-5-1-15,1 2 1 0,-3-3-8 0,3-6 2 16,0 11-1-16,0-11-1 0,-1 11 1 0,1-11-4 15,0 0 5-15,0 7 12 0,0-7 4 0,0 0 11 16,0 0 8-16,-4 7 14 0,4-7 5 0,0 0 9 16,0 0 6-16,0 0 7 0,0 0 5 0,0 0-18 15,0 0-3-15,0 0-2 0,0 0-3 0,12-19-14 16,-10 13-2-16,5-1-8 0,-1 0 0 0,3-2-11 16,-1 2 6-16,1-3-10 0,5-1-5 0,-5 4-12 15,1 0-8-15,4-3-9 0,-4 3-22 0,2 0-29 16,-1 1-37-16,-1 3-28 0,-2 0-38 0,0-1-43 15,-1 1-52-15,-7 3-40 0,8-4-214 0,-8 4-548 16,0 0 243-16</inkml:trace>
  <inkml:trace contextRef="#ctx0" brushRef="#br0" timeOffset="154022.29">31605 8228 118 0,'2'-8'226'16,"-2"8"-7"-16,1-10-12 0,-1 10-11 0,1-7-2 15,-1 7-12-15,0 0-7 0,0-13-13 0,0 13-8 16,-1-8-12-16,1 8-2 0,-1-9-14 0,1 9-14 15,1-12 1-15,-1 12 3 0,-3-9-7 0,3 9-10 0,-4-10-5 16,2 6-10-16,-2-2 0 0,4 6-5 16,-8-12-9-16,0 6-1 0,2 1-8 0,1 0-6 15,-5-3-3-15,0 2-7 0,1 2-6 0,-5-3-2 16,4 2-1-16,3-1-5 0,-3 2 0 0,0 1-6 16,5-2-2-16,-3 3-8 0,1-2 3 0,0 0 4 15,-3 2-8-15,3 0-2 0,7 2-6 0,-13-7-11 16,7 5-25-16,6 2-24 0,-9-2-28 0,9 2-28 15,0 0-42-15,0 0-45 0,-13-3-43 0,13 3-26 0,0 0-177 16,0 0-480-16,0 0 213 0</inkml:trace>
  <inkml:trace contextRef="#ctx0" brushRef="#br0" timeOffset="154329.87">31715 8239 22 0,'0'0'214'0,"0"-25"-14"0,8 17-17 0,-3 1-13 15,3-2-5-15,3 2-8 0,-3 0-7 0,0-1-6 16,3 1-14-16,-5 1-7 0,2 0-5 0,-2 0-8 0,1 1-9 15,-3 2-1-15,-4 3-6 0,9-7-1 0,-9 7-7 16,6-6-13-16,-6 6-3 0,4-3-8 0,-4 3-6 16,6-3-11-16,-6 3-4 0,0 0-14 0,0 0-19 15,0 0-23-15,5-3-32 0,-5 3-40 16,0 0-40-16,0 0-37 0,0 0-32 0,0 0-155 0,0 0-381 16,0 0 168-16</inkml:trace>
  <inkml:trace contextRef="#ctx0" brushRef="#br0" timeOffset="155349.77">30355 9156 108 0,'16'-7'197'0,"-16"7"-20"0,15-10-13 0,-9 6 0 15,1-3-8-15,7-3-12 0,0 1-4 0,-1-4-10 16,1 0-8-16,-4 2-5 0,3-2 3 0,0-1-11 0,-2-2-13 16,4-6-5-16,-3 7-6 0,-2 0-6 15,-2-4 0-15,-1 2 3 0,-1-2-7 0,-1 0-8 16,-2 2-4-16,-1-1-4 0,-1 3 4 0,-2-1-5 16,-1 1-2-16,-1 3-4 0,1 1-2 0,-3 2-5 0,0-2-2 15,0 3-3-15,1 1-7 0,0 3-6 16,-2-2 0-16,0 3-8 0,6 3-3 0,-13-5-2 0,5 4-3 15,8 1 2-15,-16 0 0 0,7 1-5 16,-3 0-3-16,6 2-2 0,6-3 1 0,-11 4-6 0,6-4 1 16,5 0 1-16,0 0-5 0,-7 6-2 0,7-6-1 15,0 0 0-15,0 8 4 0,0-8-3 16,9 6 4-16,-3-2-6 0,7 0 0 0,1-2-2 0,4 0 3 16,1-1-5-16,0 2 1 0,-1-3-3 0,1 1 4 15,-1-1-3-15,1-1 3 0,-7 1-3 0,2 0 1 16,-3 1 0-16,2-1 3 0,-4 2-2 0,-1-2 3 15,-1 0-2-15,-7 0-3 0,10 0 3 0,-10 0 2 16,10 4-3-16,-7 0 0 0,-3-4 2 0,8 8 3 16,-4-3-3-16,-2 1 2 0,1 3 2 0,-3 1 1 15,0 1 0-15,0 2 2 0,-1-1-3 0,-1 4 4 16,1-3 0-16,-3 3 3 0,3-4-6 0,0 3 5 16,0-2-2-16,2-2-1 0,-1 0 0 0,1 1 7 15,3-1-6-15,-2-1 5 0,2 1-2 0,1-4 2 16,2 0-2-16,2 0 4 0,2 0-1 0,-1-3-2 15,4 1-3-15,3-1 3 0,-2-2-5 0,2-2-3 16,1-1 4-16,0-2-1 0,-2-1-6 0,1 0 1 16,-3 1 5-16,2-4-7 0,-5 0 2 0,2-2 0 15,-3-1-3-15,-2-1 3 0,-2 1-4 0,2-4 1 16,-2-1 2-16,-1 4 2 0,-4-2 15 0,2-2-2 16,-4 2 0-16,-1 0-1 0,-1 1 0 0,-1 2 1 0,0 0 2 15,1 1 1-15,-2-1 1 0,1 3 0 16,1 1-2-16,-1 1-2 0,-1 0-1 0,5 5 1 15,-7-6-5-15,7 6 1 0,-11 0 2 0,11 0-5 16,-18 9 3-16,9-3-4 0,0 2 2 0,-1 1-5 0,-2 4 6 16,5-3 0-16,1 0-4 0,-1 2 5 15,4-1-3-15,1 1 1 0,0-1 4 0,4 2-1 16,2-2-11-16,1 1-15 0,2-3-19 0,4-1-28 16,5 2-27-16,1-3-45 0,8 1-23 0,-4-4-31 0,4 0-158 15,-3-1-382-15,0-5 170 0</inkml:trace>
  <inkml:trace contextRef="#ctx0" brushRef="#br0" timeOffset="156385.57">31233 8839 99 0,'-1'-11'193'0,"1"11"-9"16,-4-9-10-16,4 9-16 0,-6-6-17 0,6 6-9 15,-8 0-13-15,8 0-5 0,0 0-4 16,-19 12 2-16,11-4 6 0,-1 4-12 0,-1 1-7 0,1 0-11 15,-1 0-8-15,4 2-7 0,0-4-7 0,3 1-8 16,0-1-7-16,0 2-4 0,2-1-4 16,2-1-3-16,2 0-4 0,-2-1 6 0,4-3-10 0,1 2-8 15,0 0-10-15,4-3-13 0,-1-1-5 0,1 1-8 16,3-3-6-16,-1 1-12 0,0-3-3 0,0 0 0 16,1-2-8-16,-1-1 1 0,1-1-4 0,1 0 3 15,2-5-3-15,-5 2 2 0,-1-1 4 0,1 1 5 16,-1-2 4-16,-4-1 6 0,2 1 1 0,0-1 12 15,-2-1 6-15,2 1 13 0,-3 1 7 0,-3 3 15 16,1-2 8-16,-3 7 4 0,5-10 7 0,-5 10 0 16,3-7-1-16,-3 7-1 0,0 0-9 0,0 0-6 15,0 0-1-15,0 0-5 0,0 0-6 0,0 0 4 16,0 0-1-16,0 0-3 0,-22 14 7 0,14-4-2 16,3-3-1-16,-1 3 1 0,2 1-4 0,1-1-2 15,1 0-2-15,-1 0 0 0,4-2-1 0,-2 3 0 16,1-1-2-16,4-1 1 0,0 1-2 0,2-3-1 15,1 0-1-15,-1 1 5 0,3-3-1 0,-1-1-3 16,2-2 1-16,3 1 0 0,-3-1-3 0,1-1-1 16,1-1 5-16,-1-1-9 0,1-1-2 0,-5-1-1 15,0 1 1-15,1-3-8 0,-3-1-3 0,0 1-2 16,-1-1 4-16,-1-3 1 0,0-1-4 0,-4 1-3 16,1-1 0-16,-3 0 3 0,1 0-6 0,-1-1 2 15,-2 0 3-15,1 0-1 0,2 2 1 0,-1-3 1 0,0 5-1 16,2-3 4-16,0 3-3 0,1 7 2 0,-1-15-4 15,1 9 2-15,0 6-3 0,2-11 1 16,1 7 1-16,-3 4-5 0,9-7 3 0,-3 6 3 16,-6 1-1-16,10-1-1 0,-10 1-4 0,13 2 4 15,-5 1 2-15,1 2 0 0,-3-1 0 0,1 1 1 0,1 3 1 16,-3-2-2-16,2 2 6 0,-1 1 8 0,0 0 1 16,-3-2 1-16,2 1-1 0,-1 0 0 15,0-2 2-15,-3 0-3 0,2 0-1 0,-1-1 4 0,1 0-2 16,-3-5 1-16,1 7 5 0,-1-7 11 0,0 0 5 15,3 7 10-15,-3-7 0 0,0 0 16 0,0 0 1 16,0 0 3-16,0 0 3 0,0 0-3 0,0 0-7 16,0 0-5-16,0 0-5 0,0 0-5 0,0 0-6 15,0 0-6-15,4-24-6 0,-2 16-14 0,-1-1-4 16,1 0 0-16,0 1-5 0,3-4-4 0,-2 3 3 16,1 0 0-16,0 4-2 0,-2 0 1 0,2-1-6 15,4 3-1-15,-8 3 2 0,11-4 3 0,-4 4-1 16,-7 0-1-16,14 1 5 0,-4 3-8 0,-1 1-1 15,1 0 5-15,0 0-4 0,-2 3 4 0,0 0 4 16,-1-2-3-16,1 3 4 0,-3-4 0 0,2 2 2 16,-1-2-6-16,-1 1 6 0,-1-2-5 0,0 0 4 15,-4-4 2-15,6 7 1 0,-6-7 1 0,3 6 8 16,-3-6-3-16,0 0 5 0,3 5 3 0,-3-5 4 16,0 0-7-16,0 0 5 0,0 0-8 0,0 0 2 15,0 0 0-15,0 0 1 0,0 0-5 0,0 0-6 16,-6-28-3-16,7 19 3 0,1 1-10 0,0-2 7 15,2 2-4-15,2-1-4 0,-1 1 3 0,2 1-15 16,-2-2-3-16,0 3 4 0,0 0 0 0,1 2 2 16,0-1-3-16,-6 5 4 0,7-4-2 0,-7 4 2 15,8-2 2-15,-8 2-2 0,0 0 3 0,14 5 1 16,-10-1-2-16,0 1 13 0,-4-5-9 0,8 10 3 16,-6-1 0-16,2-1-4 0,0 1 11 0,-3-2-2 15,3 1 0-15,-3 0-16 0,-1-8-14 0,1 13-16 0,1-6-27 16,-1-2-34-16,-1-5-32 0,0 13-32 0,1-9-25 15,-1-4-159-15,0 10-388 0,0-10 173 16</inkml:trace>
  <inkml:trace contextRef="#ctx0" brushRef="#br0" timeOffset="156820.2">32012 8701 100 0,'1'-11'216'0,"1"0"-4"0,0 3-11 0,-2 0-5 15,0 8-23-15,1-11-20 0,-1 11-18 0,1-9-16 16,-1 9-11-16,0 0-14 0,0 0-10 0,0 0-1 16,4 28 5-16,-3-13-3 0,-1 2-9 15,0-1-4-15,-2 4-7 0,2 0-4 0,-1-1-5 0,2-1-6 16,-1 0-6-16,-1-1-2 0,-1 0 6 0,1-5-5 16,2 0 10-16,-1-1-13 0,2-1-1 0,-2-2-6 15,0-1 0-15,0-7-4 0,-2 11 5 0,2-11-2 16,2 8 2-16,-2-8 2 0,0 0 6 0,0 9-5 15,0-9 5-15,0 0 2 0,0 0-4 0,0 0-6 16,0 0 1-16,0 0-1 0,0 0-1 0,0 0-5 16,0 0-5-16,0 0-7 0,0 0-4 15,0 0 0-15,0 0-7 0,11-20-2 0,-6 15 2 0,2 0-5 16,3 2 5-16,-3 0-9 0,3 0 4 0,1 0-6 16,-1 1 2-16,0 3-3 0,-10-1 6 0,16 3-4 15,-10 1-1-15,1-3-8 0,0 4 14 0,-3-1-9 16,2 4 1-16,-4-4 0 0,-1 3 5 0,-1-7 1 15,-3 15 4-15,1-5 1 0,-6-3-1 0,1 5-1 16,-5-2 0-16,2-3 1 0,0 0-2 0,-2 0-14 16,2 0-7-16,-2-3-20 0,3 0-18 0,0 1-20 15,2-3-24-15,-1 0-31 0,8-2-42 0,-10 3-45 16,10-3-197-16,0 0-451 0,0 0 200 0</inkml:trace>
  <inkml:trace contextRef="#ctx0" brushRef="#br0" timeOffset="157017.12">32262 8829 104 0,'0'0'217'0,"5"-5"-23"0,-5 5-14 0,0 0-19 15,7-4-14-15,-7 4-20 0,0 0 1 0,0 0 2 16,0 0-3-16,7 11-7 0,-7-3-9 0,0-8-9 16,2 14-8-16,-2-6-13 0,0 4-6 0,0-1-5 15,1-1-8-15,2 0-4 0,-5 1-7 0,5-1-16 16,-3 1-22-16,0-2-25 0,0 2-30 0,0-11-35 15,-3 13-41-15,3-13-27 0,-4 14-32 0,0-7-126 16,4-7-328-16,-10 9 145 0</inkml:trace>
  <inkml:trace contextRef="#ctx0" brushRef="#br0" timeOffset="157171.01">32257 8603 1 0,'8'-3'61'0,"-8"3"-11"16,0 0-22-16,12 10-30 0,-8 2-21 0,3 3-26 15,-1 2 12-15</inkml:trace>
  <inkml:trace contextRef="#ctx0" brushRef="#br0" timeOffset="157420.15">32371 8915 62 0,'0'0'209'0,"0"0"1"16,0 0-5-16,0 0-19 0,0 0-22 0,0 0-5 16,-3-30-23-16,6 20-5 0,-2 4-9 0,0-2-6 15,3 0-14-15,-1-4-10 0,3 4-10 16,2 0-9-16,-2 1-11 0,3-1-5 0,-1 5-6 0,-2-1-7 16,1 4-4-16,-7 0-5 0,12-2-5 0,-3 2-1 15,-2 4-5-15,-7-4-1 0,14 7-4 16,-8-4-3-16,-1 4-1 0,-1-1 0 0,1 1 0 0,-1 3-3 15,0-2-2-15,1 2 3 0,0-1-6 0,-2 0-22 16,0 0-22-16,0 1-40 0,-2-1-45 0,2-4-44 16,-1 1-45-16,-2-6-112 0,4 9-351 0,-4-9 156 15</inkml:trace>
  <inkml:trace contextRef="#ctx0" brushRef="#br0" timeOffset="157815.65">32763 8790 121 0,'0'0'233'0,"0"0"-7"0,0 0-10 15,0 0-19-15,0 0-18 0,0 0-19 0,0 0-17 16,-20-33-16-16,11 36-8 0,-2 4-13 0,0-1-8 16,-3 3-8-16,-1 4-5 0,2-1-12 0,0-1-4 15,2 2-11-15,3 1-2 0,1-5-11 0,1 4 2 16,4-6-4-16,2 4-5 0,0-2-3 0,2 0-3 15,-1-3-1-15,4-1-3 0,3 3-3 0,0-4-1 16,-8-4-5-16,0 0 0 0,0 0-5 0,0 0 1 16,0 0-5-16,62 3 4 0,-62-3-2 0,0 0-2 15,0 0-5-15,0 0 5 0,41-18-3 0,-41 18-2 16,0 0 2-16,21-22-1 0,-21 22 0 0,0 0 0 16,15-22 1-16,-15 22-4 0,0 0 0 0,0 0 10 15,0 0 5-15,12-26-2 0,-12 26-6 0,0 0-2 16,0 0-4-16,0 0-1 0,0 0-1 0,0 0-1 15,0 0 6-15,0 0-1 0,0 0 0 0,0 0 0 16,0 0-2-16,0 0 3 0,0 0-4 0,0 0-12 16,0 0-19-16,0 0-20 0,0 0-31 0,10 79-29 15,-10-79-29-15,0 0-37 0,16 22-29 0,-16-22-166 0,0 0-399 16,0 0 177-16</inkml:trace>
  <inkml:trace contextRef="#ctx0" brushRef="#br0" timeOffset="159067.5">33020 8550 186 0,'0'0'177'0,"0"0"-17"16,0 0-12-16,0 0 4 0,0 0-7 0,0 0-7 16,0 0 0-16,0 0 0 0,0 0-17 0,3 92-11 15,-3-92-11-15,0 48-7 0,0-48-11 0,-3 45-8 16,3-45-6-16,3 39-5 0,-3-39-8 0,1 36-1 15,-1-36-7-15,1 35-3 0,-1-35-4 0,0 0-5 16,1 40-2-16,-1-40-5 0,0 0-3 0,2 31-17 16,-2-31-18-16,0 0-31 0,0 0-33 0,0 0-29 15,0 0-23-15,0 0-17 0,1 34-18 0,-1-34-136 16,0 0-321-16,0 0 143 0</inkml:trace>
  <inkml:trace contextRef="#ctx0" brushRef="#br0" timeOffset="159362.04">32883 8778 22 0,'0'0'169'0,"0"0"-8"0,0 0-23 15,0 0-10-15,0 0-15 0,0 0-8 0,0 0-13 16,0 0-2-16,53-27-11 0,-53 27-5 0,42-2-9 16,-42 2-6-16,48-6-4 0,-48 6-5 0,36 0 8 15,-36 0-1-15,0 0-2 0,41-4-3 0,-41 4 7 16,0 0 6-16,0 0 10 0,0 0 5 0,0 0 1 15,38 3 3-15,-38-3 4 0,0 0-5 0,0 0-6 16,0 0-11-16,0 0-6 0,0 0-13 0,0 0-2 16,0 0-2-16,0 0 5 0,23 16-5 0,-23-16 26 15,0 0-5-15,0 0-2 0,0 0-10 0,0 45-1 16,0-45-8-16,0 0-3 0,-1 36-4 0,1-36-5 16,0 0-24-16,0 40-24 0,0-40-42 0,0 0-28 15,-1 35-57-15,1-35-57 0,0 0-47 0,0 0-147 16,-4 33-427-16,4-33 190 0</inkml:trace>
  <inkml:trace contextRef="#ctx0" brushRef="#br0" timeOffset="160046.16">33374 8765 140 0,'0'0'186'0,"0"0"-13"0,0 0-14 0,0 0-12 16,-43 45-12-16,43-45 0 0,0 0 1 0,-15 27-22 16,15-27-6-16,0 0-18 0,0 0-7 0,-6 34-15 15,6-34 0-15,0 0-4 0,0 0-6 0,0 0-6 16,3 37-1-16,-3-37-7 0,0 0-6 0,0 0 2 16,0 0 1-16,0 0 5 0,0 0-3 0,0 0 7 15,0 0-2-15,0 0-6 0,0 0-3 0,0 0-7 16,0 0-2-16,0 0-1 0,0 0-4 0,0 0 0 15,0 0-2-15,0 0-3 0,0 0-1 0,0 0-3 16,0 0-2-16,0 0-2 0,0 0 0 0,55-65-3 16,-55 65-1-16,0 0 1 0,0 0 2 0,12-23-1 0,-12 23-3 15,0 0-3-15,0 0-4 0,0 0-2 16,0 0-1-16,0 0 2 0,0 0-2 0,0 0 2 16,0 0-2-16,0 0 0 0,0 0 1 0,0 0 0 15,0 0-2-15,0 0 3 0,0 0 1 0,0 0 1 0,0 0-1 16,21 58 2-16,-21-58 0 0,0 0 3 15,0 0 8-15,0 0 9 0,0 0 7 0,0 0 10 16,0 0 15-16,0 0 7 0,0 0-15 0,0 0 5 16,0 0-2-16,0 0-4 0,0 0-2 0,0 0-4 15,0 0-10-15,0 0 1 0,0 0-8 0,0 0 1 16,0 0-2-16,39-49-7 0,-39 49-3 0,16-16-6 16,-16 16 2-16,0 0 0 0,25-20-6 0,-25 20-1 0,0 0-2 15,0 0-8-15,0 0-7 0,27-7 3 16,-27 7-2-16,0 0 5 0,0 0-1 0,0 0 2 15,0 0 0-15,27 45 0 0,-27-45-8 0,0 0-19 16,3 41-34-16,-3-41-32 0,-4 34-32 0,4-34-38 0,0 0-36 16,-13 44-37-16,13-44-131 0,-21 27-406 15,21-27 180-15</inkml:trace>
  <inkml:trace contextRef="#ctx0" brushRef="#br0" timeOffset="161687.77">31163 9429 25 0,'-5'-5'217'0,"-3"-1"-6"16,1 0-8-16,0 3-13 0,1 1-15 0,-4-2-8 15,2 2-24-15,8 2-11 0,-19 8-11 0,6-2-5 16,-1 5-7-16,-1 2-4 0,3 2-14 0,-2 0-3 16,-1 7-10-16,7-4-8 0,0 0-9 0,3-1-5 15,0 2-4-15,3-1-7 0,3 0-5 0,-1-1 1 16,5-1-6-16,0-5-2 0,4 4-4 0,4-2-7 0,2-1-4 16,2-2 0-16,3-3-6 0,8-2-4 15,0 0 2-15,-2-3-13 0,-4-2-2 0,-1-3-5 16,-1-1-2-16,0-1 1 0,-1 0-1 0,-1-2-4 15,1-3-1-15,-3 1 0 0,0-1 1 0,-8 0-1 16,6-4 8-16,-4 1-2 0,-1-2-1 0,-1 0 1 16,-1 0 3-16,1-3-1 0,-4 3 3 0,0-1 2 0,-2 5 6 15,1 1 6-15,-1 2 3 0,0-2 2 16,0 5 4-16,-2 5 0 0,0 0-7 0,-1-12-3 16,1 12-5-16,3-5-2 0,-3 5 1 0,0 0 6 15,0 0-2-15,0 0 1 0,-8 32-1 0,7-21 0 16,-2 1 5-16,3 1-8 0,0-1 5 0,1 0-3 15,-1 0 2-15,2 0-2 0,4 1 1 0,-1 1-2 16,2-3 5-16,-1-3 1 0,2 2 0 0,4-4 7 16,-1 0-2-16,1 0-1 0,-1-4-1 0,3 1 2 0,0-4-2 15,-1 0 2-15,-1 0-1 0,0-1-4 0,-1-2-1 16,1 0 4-16,-2-3 0 0,-1 2-4 16,1-1 3-16,-1-3-3 0,-2 0 1 0,0-3-1 0,-2 1-5 15,-2 1 2-15,1-1-2 0,0-4 0 0,-2 3 0 16,2 1 3-16,-1 0-3 0,-1 1 2 0,-1 1 3 15,2 1 7-15,-3 8-5 0,1-9 3 0,-1 9-3 16,3-7-4-16,-3 7-4 0,0 0 0 16,0 0-5-16,0 0 0 0,0 0 1 0,0 0-1 0,0 0-3 15,0 0 5-15,0 0 1 0,0 0 0 0,-7 31 0 16,5-21 3-16,-1-1-1 0,2 1 2 0,1-1-3 16,0 1-1-16,1-3 0 0,2 3 4 0,-2-1-4 15,3-3 7-15,-2 0-3 0,3 0 0 0,-1 1 3 16,3-1 5-16,-1-4 5 0,6 2 0 0,0 0 0 15,0-1-5-15,2-3 1 0,-2 2-2 0,1-4 3 16,0 2 0-16,0-3-5 0,0-1 5 0,-2 0-1 16,1-1-1-16,-2 0-5 0,-1-3 3 0,0 1 0 15,-3-2-3-15,0-1-1 0,-1-2-3 0,-1 2 0 16,-3-2 4-16,-1-3-6 0,-1 2-1 0,-1-3 1 16,-2 5-2-16,2-2 0 0,-2 2 1 0,-3 2 1 15,4 1 0-15,-4-1-2 0,1 1 2 0,1 3-4 16,1-1 4-16,4 6-3 0,-10-6 2 0,10 6 0 15,-8-4-3-15,8 4-2 0,-5-3 9 0,5 3-11 16,0 0 3-16,0 0-1 0,-8-3 2 0,8 3-3 16,0 0-1-16,0 0-2 0,0 0 3 0,0 0 3 15,26 10-4-15,-18-8 2 0,3-1 0 0,2-2 3 16,1 2-3-16,0-1 3 0,-3 0-2 0,2 0 1 16,-1-1 0-16,-3 1-4 0,-9 0 0 0,15 1 3 15,-9-1-5-15,-6 0 2 0,8 0 2 0,-8 0-1 16,8 3 0-16,-3 1 1 0,-5-4 4 0,5 9 4 15,-3-6-5-15,0 4 4 0,-1 0 4 0,2 1-1 16,-2 2 3-16,0 1-4 0,-1 0 2 0,1 0-1 16,2-1 1-16,-2 1-3 0,2 0 1 0,-2 0 1 15,2-2 2-15,2 1-5 0,-1-2 3 0,1 1 0 0,-3-2 0 16,5 1 1-16,-2-3 7 0,6 1-11 0,-3-1 6 16,1-2-5-16,2 1 8 0,-2-1-9 15,3-2 6-15,-2 0-1 0,-2-2-1 0,2 1-1 16,-10 0 3-16,15-4-2 0,-8 0-1 0,-2 1 1 0,0-2-4 15,0-4-4-15,1 0-1 0,-3 1 3 0,-1-2 5 16,1-2-12-16,0 0 4 0,-5-4-2 16,2 4-2-16,0 2 2 0,-2-4 3 0,-2 5-2 15,1-1-1-15,-2 0 2 0,0 1 1 0,3-1 1 0,0 3 1 16,2 7 3-16,-3-9 6 0,3 9-13 0,-2-10 2 16,2 10 1-16,-2-6 2 0,2 6-9 0,0 0-1 15,-3-7-3-15,3 7 1 0,0 0 0 0,10-3 2 16,-10 3 1-16,16 0 8 0,-6 2-8 0,0-2 2 15,0 4-2-15,1-2-1 0,-5 0 1 0,2 0-1 16,1-1 1-16,0 3 2 0,-3-1-6 0,-2 2 7 16,3-1 5-16,-2 2-3 0,1 3 0 0,-2-1-2 15,-1 1-1-15,0 1 3 0,0 0 0 0,-1 1 2 16,3-1 0-16,-4-3-2 0,1 4 0 0,0-2 1 16,-1 0-2-16,2 0 2 0,2-1 7 0,-2 1-2 15,2-1-1-15,1 0 1 0,1-3-2 0,-2 0 3 16,1 0-3-16,4-1 5 0,-2-3-3 0,2 3 0 15,2-2 2-15,0-1 1 0,1-1-2 0,-1-3 1 16,1-1 1-16,-2 1-4 0,4-1-2 0,1-1 5 16,-6-2-3-16,0 0 0 0,1-1 0 0,-1 0 4 15,-1-1 3-15,-2 0 0 0,1-6-6 0,-2 4 1 16,-1 0 2-16,-2 0-1 0,-2 0 3 0,1-2 10 16,0 4-1-16,-2 0 4 0,0-1 3 0,0 10 1 15,-2-13-4-15,-1 8-5 0,3 5-3 0,-6-7 1 16,-2 5-3-16,8 2-4 0,-17 5 1 0,7 0 0 15,-1 1 0-15,-1 1 1 0,1 2-5 0,2 0 2 16,-2 4 6-16,2-2-10 0,2 0-17 0,0-1-22 16,4 1-27-16,1 0-27 0,2 0-30 0,3-1-36 15,3-3-39-15,4 2-34 0,-1-3-186 0,3 0-450 16,1-2 200-16</inkml:trace>
  <inkml:trace contextRef="#ctx0" brushRef="#br0" timeOffset="161969.57">32690 9628 55 0,'0'0'259'0,"0"0"-2"0,0 0-20 0,0 0-21 0,8-9-2 16,-8 9-5-16,0 0-12 0,-1-12-13 0,1 12-11 15,-4-10-9-15,4 10-4 0,-4-12-8 16,2 5-11-16,2 7-4 0,0-17-9 0,0 8 1 16,-2 3-8-16,2-4-15 0,3-1-11 0,-2-1-6 0,-1 12-9 15,0 0-10-15,0 0-7 0,23-44-7 16,-23 44-9-16,0 0-10 0,26-27 1 0,-26 27-4 15,0 0-2-15,21-16-7 0,-21 16-5 0,0 0-9 16,0 0 1-16,31-7-2 0,-31 7-4 0,0 0 3 16,0 0-5-16,0 0 8 0,0 0-9 0,38 34 3 0,-38-34-3 15,0 0-13-15,14 30-11 0,-14-30-8 0,0 0-24 16,12 32-26-16,-12-32-36 0,0 0-31 0,5 27-36 16,-5-27-44-16,0 0-29 0,0 0-227 15,9 27-520-15,-9-27 231 0</inkml:trace>
  <inkml:trace contextRef="#ctx0" brushRef="#br0" timeOffset="162282.2">33102 9247 154 0,'0'0'272'0,"0"0"-6"0,11-46-10 0,-11 46-24 16,0 0-13-16,0 0-22 0,0 0-28 15,0 0-12-15,0 0-22 0,0 0-16 0,0 0-6 0,0 0-6 16,0 0-2-16,0 0-5 0,0 0-2 0,0 0-13 16,0 0 2-16,0 0-5 0,-11 110-3 0,11-110-1 15,-7 39-7-15,7-39-9 0,-7 37-3 0,7-37-5 16,-5 33-3-16,5-33-2 0,-4 28-8 16,4-28-8-16,0 0 2 0,-1 39-2 0,1-39-4 0,0 0-2 15,0 0-7-15,0 40 3 0,0-40 1 0,0 0-6 16,0 0 1-16,11 31-10 0,-11-31-21 0,0 0-16 15,0 0-22-15,24 16-30 0,-24-16-43 0,0 0-44 16,0 0-50-16,37 7-46 0,-37-7-209 0,0 0-510 16,0 0 226-16</inkml:trace>
  <inkml:trace contextRef="#ctx0" brushRef="#br0" timeOffset="162446.76">32974 9382 216 0,'0'0'242'0,"0"0"-16"16,0 0-12-16,0 0-25 0,0 0-23 0,0 0-16 16,0 0-13-16,0 0-13 0,0 0-15 0,0 0-27 15,83-31-37-15,-53 25-55 0,3 2-65 0,-33 4-67 16,66-6-138-16,-33-3-301 0,-3 2 134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04:51:44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6078 7811 5 0,'0'0'34'0,"0"0"-8"0,0 0 0 15,0 0-7-15,0 0-6 0,0 0 1 0,0 0 1 16,0 0-1-16,0 0-5 0,0 0-1 0,0 0 0 0,0 0-2 15,0 0-1-15,6 7-7 0,-6-7-7 16,0 0-7-16,6 5-2 0,-2-3-9 0,1 1-28 16,1 2 13-16</inkml:trace>
  <inkml:trace contextRef="#ctx0" brushRef="#br0" timeOffset="180183.79">16730 7403 5 0,'0'0'1'0,"0"0"7"16,0 0-8-16,0 0 3 0,0 0-4 15,0 0 1-15,0 0 3 0,0 0-4 0,0 0 1 16,0 0-3-16,0 0-1 0,0 0 6 0,0 0-1 0,0 0-1 16,0 0 0-16,0 0-3 0,0 0 3 15,0 0 3-15,0 0-6 0,0 0 6 0,0 0-6 16,0 0 8-16,0 0-5 0,0 0 0 0,0 0 4 16,0 0-4-16,0 0-1 0,0 0-3 0,0 0 4 0,0 0 0 15,0 0-3-15,0 0-2 0,-3 25 0 0</inkml:trace>
  <inkml:trace contextRef="#ctx0" brushRef="#br0" timeOffset="180200.74">16724 7435 5 0,'0'0'-2'0,"-1"7"0"0</inkml:trace>
  <inkml:trace contextRef="#ctx0" brushRef="#br0" timeOffset="181067.48">16708 7515 2 0,'0'0'0'16,"0"0"3"-16,-3 9-3 0,3-9 3 0,0 0-3 16,-2 9-2-16,2-9 4 0,0 0 0 0,-3 8 0 15,3-8-1-15,-1 7 0 0,1-7-4 0,0 0 4 16,0 9-1-16,0-9 4 0,0 0 3 0,-3 10-2 15,3-10-3-15,0 0 4 0,0 11-4 0,0-11 1 16,-1 5-3-16,1-5 3 0,0 0 3 0,-2 10-3 16,2-10-3-16,0 0 1 0,-2 8 1 0,2-8-2 15,0 0 1-15,0 0 3 0,-1 10-4 0,1-10 6 16,0 0-3-16,-1 7-4 0,1-7 2 0,0 0 1 16,0 0 1-16,-3 7-2 0,3-7-4 0,0 0 5 15,0 0 0-15,-1 10-5 0,1-10 3 0,0 0 4 16,0 0 1-16,-3 5-2 0,3-5-2 0,0 0 3 15,0 0-3-15,0 0-1 0,0 0 2 0,-1 9-4 16,1-9 2-16,0 0 2 0,0 0-1 0,0 0 4 16,-3 6-3-16,3-6-1 0,0 0-4 0,0 0 4 15,-3 8-2-15,3-8 0 0,0 0 4 0,0 0 0 16,0 0-1-16,0 0 3 0,0 0-4 0,0 0 1 16,-4 5-5-16,4-5 0 0,0 0 10 0,-3 6-9 0,3-6 2 15,0 0 0-15,0 0-2 0,-4 4 2 16,4-4 0-16,0 0-3 0,-3 8 5 0,3-8-1 15,0 0-2-15,-6 4 5 0,6-4-4 0,0 0 3 16,-2 7-9-16,2-7 5 0,0 0 1 0,-8 6 6 16,8-6-5-16,0 0-3 0,-4 4 4 0,4-4-2 15,0 0 0-15,0 0 3 0,-2 6-3 0,2-6 2 16,0 0-3-16,0 0 0 0,0 0 1 0,0 0 2 16,0 0-2-16,0 0 4 0,0 0-5 0,0 0 6 0,0 0-7 15,0 0 1-15,-5 5 3 0,5-5 5 0,0 0 4 16,0 0 4-16,0 0 3 0,0 0 1 0,0 0-5 15,0 0 0-15,0 0-1 0,0 0-2 16,0 0-4-16,0 0-2 0,-12-9 2 0,12 9 4 0,-4-6-2 16,4 6 2-16,-7-6-10 0,7 6 6 0,-7-7-4 15,7 7-1-15,-6-6-2 0,6 6 6 0,-7-6-1 16,7 6-8-16,-8-9 5 0,8 9 5 0,-7-5-6 16,5-2 4-16,2 7-3 0,-7-7 4 0,7 7-3 15,-5-8-4-15,2 2 4 0,0 2-5 0,-2-3 0 16,5 7 4-16,-7-9-5 0,3 5 6 0,1-1-1 15,-3-1-5-15,1 1 1 0,5 5-4 0,-10-11 3 16,4 7 2-16,-1 0 0 0,2-1 1 0,-2 1-4 16,7 4 2-16,-11-7 5 0,5 5 0 0,1-2-9 15,5 4 8-15,-13-5-2 0,8 2-5 0,0-2 7 16,5 5-5-16,-10-4 3 0,6 1 5 0,4 3-8 16,-13-4 3-16,8 1-1 0,5 3 1 0,-13-6 0 15,7 6 0-15,6 0 2 0,-8-4-8 0,8 4 0 16,-8-2 8-16,8 2-4 0,0 0 4 0,0 0-5 15,-9-3 3-15,9 3-6 0,0 0 10 0,-7-3-2 16,7 3-7-16,0 0 6 0,0 0 3 0,0 0-1 16,0 0-3-16,-7-4 0 0,7 4 6 0,0 0-11 15,0 0 6-15,0 0-2 0,0 0 0 0,0 0-1 16,0 0 1-16,0 0 0 0,0 0 1 0,0 0-8 16,0 0 6-16,0 0-7 0,0 0-2 0,0 0-1 0,0 0-6 15,0 0 4-15,0 0-8 0,0 0-15 16,0 0-39-16,0 0 18 0</inkml:trace>
  <inkml:trace contextRef="#ctx0" brushRef="#br0" timeOffset="181967.75">16648 7687 6 0,'0'0'19'0,"0"0"-2"0,0 0-2 15,0 0-2-15,0 0-1 0,0 0 0 0,0 0-1 0,0 0-2 16,-16-10-1-16,16 10-2 0,0 0 1 0,-7-7 1 15,7 7 0-15,-7-6-5 0,7 6 3 0,-7-8-2 16,7 8-1-16,-7-7-4 0,2 4 3 0,5 3 1 16,-9-8-1-16,2 3-2 0,3 1-1 0,-1 0 2 15,5 4 3-15,-9-11 0 0,3 7-5 0,1 0 1 16,-1-1-6-16,0-1 6 0,1 1 3 0,-2 2-7 16,-2-3 4-16,3-1 2 0,-2 3 5 0,2-2-9 15,-1 3 2-15,-1-1 1 0,1 0 0 0,7 4-3 16,-12-6 3-16,7 3 0 0,5 3-9 0,-11-3 2 15,11 3 1-15,-6-3-23 0,6 3-29 0,0 0 13 16</inkml:trace>
  <inkml:trace contextRef="#ctx0" brushRef="#br0" timeOffset="198297.17">16678 7668 8 0,'-3'5'8'0,"3"-5"4"0,-5 9-6 16,2-4-1-16,-1 0 5 0,4-5-4 0,-4 9 1 16,4-9-2-16,-4 6 1 0,4-6-2 0,-3 6-2 15,3-6 3-15,0 0 0 0,-4 6 1 0,4-6-2 16,0 0 4-16,0 0 11 0,-7 6-4 0,7-6-1 15,0 0 1-15,0 0-1 0,0 0-1 0,0 0-3 16,-5 3-9-16,5-3 10 0,0 0-1 0,0 0-1 16,0 0 2-16,0 0-6 0,0 0 4 0,0 0-2 15,-7 1 0-15,7-1-2 0,0 0 6 0,0 0-5 16,0 0-1-16,0 0-2 0,0 0 5 0,0 0-1 16,0 0-1-16,0 0-3 0,0 0 4 0,0 0 3 15,0 0-3-15,0 0 0 0,0 0 4 0,-16-4 6 16,16 4-5-16,0 0-6 0,-3-7-1 0,3 7 1 15,-6-5 2-15,6 5 2 0,0 0 0 0,-5-7-5 16,5 7-2-16,-4-3-5 0,4 3 5 0,-5-8-3 16,5 8 0-16,-9-5-3 0,9 5 9 0,-11-4-3 15,6 1-2-15,5 3-1 0,-13-5 3 0,7 1-5 16,-2 3-3-16,-1-2 7 0,-2 1 4 16,0-1-4-16,3 2 3 0,-2-4-4 0,1 2 4 0,0 0-10 15,0-3 0-15,-2 3 4 0,5 1 4 0,-5-2-2 16,4 1 0-16,-1-1 2 0,-1 1-3 0,1-3 1 15,1 2 8-15,2 0-9 0,5 4 8 0,-9-8 5 16,3 5-4-16,1-1-1 0,5 4-3 0,-8-7 2 16,8 7-2-16,-7-5 5 0,7 5-4 0,-5-5-4 15,5 5 6-15,0 0-1 0,-6-4-5 0,6 4-5 16,0 0-7-16,0 0-7 0,0 0-2 0,-9-2 1 16,9 2-3-16,0 0-15 0,0 0-40 0,-12 7-82 0,8-2 36 15</inkml:trace>
  <inkml:trace contextRef="#ctx0" brushRef="#br0" timeOffset="200062.6">14025 7070 17 0,'0'0'19'0,"2"7"-7"0,-2-7-9 15,0 0-4-15,0 0-8 0,0 9-9 0,0-9 4 16</inkml:trace>
  <inkml:trace contextRef="#ctx0" brushRef="#br0" timeOffset="202015.79">16525 7703 14 0,'0'0'78'0,"0"0"-2"0,0 0-5 15,0 0 9-15,0 0-14 0,0 0-2 0,0 0-12 16,0 0 6-16,0 0-13 0,0 0-1 0,0 0-10 16,0 0 3-16,0 0-7 0,0 0-6 0,0 0-5 15,0 0 0-15,0 0 4 0,0 0-8 0,0 0 3 16,0 0 0-16,0 0-8 0,0 0 10 0,0 0-6 16,0 0-1-16,0 0-5 0,0 0-1 0,0 0 8 0,0 0-13 15,0 0 3-15,0 0 4 0,0 0-7 0,0 0 4 16,0 0-4-16,0 0 4 0,0 0-9 0,0 0 12 15,0 0-10-15,0 0 6 0,0 0-3 0,0 0 4 16,0 0-3-16,0 0-2 0,0 0-1 0,0 0 6 16,0 0-5-16,0 0-3 0,0 0 4 0,0 0-6 15,0 0 1-15,0 0 1 0,0 0-9 0,0 0 15 16,0 0-6-16,0 0 4 0,0 0-3 16,0 0 4-16,0 0-11 0,0 0 12 0,0 0-6 0,0 0 2 15,0 0 6-15,0 0-5 0,0 0-2 0,0 0 5 16,0 0-2-16,0 0-2 0,0 0 8 0,0 0-6 15,0 0-4-15,0 0 0 0,0 0 4 16,0 0-4-16,0 0 4 0,0 0-5 0,0 0 1 0,0 0 7 16,0 0-11-16,0 0 4 0,0 0 1 0,0 0 0 15,0 0 0-15,0 0 3 0,0 0-7 0,0 0 3 16,0 0-2-16,0 0 1 0,0 0 0 0,0 0 8 16,0 0-4-16,0 0-1 0,0 0-2 0,0 0 6 15,0 0-4-15,0 0-5 0,0 0 9 0,0 0 0 16,0 0-5-16,0 0 6 0,0 0-6 0,0 0 6 15,0 0-1-15,0 0-1 0,0 0-12 0,0 0 13 16,0 0-8-16,0 0 7 0,0 0-2 0,0 0-1 16,0 0 5-16,0 0-10 0,0 0 11 0,0 0-8 15,0 0 3-15,0 0 5 0,0 0-9 0,0 0 7 16,0 0-14-16,0 0 10 0,0 0 6 0,0 0-11 16,0 0 10-16,0 0-3 0,0 0-5 0,0 0 2 15,0 0 1-15,0 0 0 0,0 0 6 0,0 0-3 16,0 0-8-16,0 0 6 0,0 0-1 0,0 0-2 15,0 0 2-15,0 0 4 0,0 0-3 0,0 0-5 16,0 0-3-16,0 0 11 0,0 0 4 0,0 0-1 0,0 0-7 16,0 0 0-16,0 0 0 0,0 0 8 0,0 0-8 15,0 0 0-15,0 0 5 0,0 0-1 16,0 0 13-16,0 0-1 0,0 0-18 0,0 0 12 16,0 0 3-16,0 0-3 0,0 0 0 0,0 0-3 0,0 0 2 15,0 0-1-15,0 0 11 0,0 0-6 0,-7 6 3 16,7-6-1-16,0 0-2 0,0 0-7 15,0 0-1-15,0 0 1 0,0 0 1 0,0 0 2 0,0 0-2 16,0 0-7-16,0 0 8 0,0 0-19 0,0 0-3 16,0 0-17-16,0 0-14 0,0 0-16 0,0 0-11 15,0 0-22-15,0 0-67 0,0 0-173 0,0 0 77 16</inkml:trace>
  <inkml:trace contextRef="#ctx0" brushRef="#br0" timeOffset="207413.76">18146 7096 9 0,'7'-3'7'0,"3"3"-1"0,-1 0 2 15,2-3 6-15,-1 2-8 0,1 1 1 0,1-1-2 16,1-1 2-16,-3 2 5 0,4-2-7 0,-1 1 0 16,-3 1-4-16,4 0 2 0,-1-4 3 0,-1 3 2 15,0 1-4-15,0 0 1 0,-1 0-5 0,-1 0 0 16,2 0-2-16,-1 0 3 0,0 0 0 0,0 0 3 15,-3 1-3-15,-1 2 4 0,-7-3 0 0,18-4-3 16,-8 4-5-16,-2 0 6 0,4 0 0 0,-2 1-1 16,0 2-1-16,2-3-1 0,-5 0 5 0,-7 0-4 15,17 0 0-15,-8 1-2 0,0 0 2 0,1-1-6 16,1 2 2-16,0-4 1 0,-11 2 0 0,18 2 0 16,-8-2 2-16,3 0-3 0,-1 1 2 0,-1 0 3 15,1 0-1-15,-1 0 0 0,-2 1 3 0,3-1-2 16,0 2-3-16,-3 0 2 0,2-2 0 0,0 1-4 15,-4-1 3-15,3 2-1 0,-3-3 1 0,3 3 3 16,-2-2-2-16,-1 1 1 0,-7-2 1 0,18 1-3 16,-11 0 3-16,2 0-5 0,1 2 1 0,-1 0 0 15,2-2 5-15,-1 2-1 0,1 0-5 0,1-2 2 16,0 1 1-16,2-1 3 0,-1 3-9 0,5-2 6 16,0 1 0-16,-1-1 2 0,0 1-4 0,2 0 3 15,-2-2-3-15,2 0 1 0,-1 2 0 0,-1-1-1 16,-3-1 3-16,0 1-4 0,-3-2 3 0,3 1 1 15,-2 0-1-15,2 1-5 0,-1-1 4 0,-1 0 5 16,0 1-9-16,-1-2 4 0,2 2 0 0,-3-1 2 16,1 0 1-16,0 1-2 0,-2-1 0 0,1-1-3 15,-1 0 0-15,0 3 5 0,-1-2-1 0,1 0-2 16,-9-1 2-16,19 1 0 0,-11 0-2 0,0-1 0 0,3 1 3 16,0-1-3-16,-1 0 2 0,1 0 0 15,-1 0-4-15,3 1 3 0,-2-1 0 0,2 1-3 16,-1-1-2-16,-3 2 3 0,2-2 0 0,-1 0 3 15,1 0 1-15,-1 0-3 0,0 1 0 0,0-1 3 0,3 2 0 16,-3-1-6-16,0-1-1 0,3 2 7 0,-3-2-4 16,1 0 0-16,0 0 4 0,-1 1-6 0,-1-2 9 15,3 2-7-15,-1-1-1 0,-1 0 1 16,2 0 0-16,-2 0 2 0,4 0-3 0,-1 0 1 16,6 0-2-16,-2 0 7 0,1 2-6 0,-2-2 2 0,2 0-1 15,1 0 2-15,-2 0-2 0,2 0 1 0,-1 1-3 16,1-2 1-16,0 2 4 0,-6 2-1 0,8-2 0 15,-5-1 0-15,3 0-5 0,-2 2-1 16,1-2 8-16,0 1-2 0,-2-1 3 0,2 2-7 0,-5-2 3 16,6 1 0-16,-6-1 2 0,1 0 0 0,-1 3-4 15,0-3 7-15,2 1-6 0,-2-1 4 0,5 0-2 16,-7 0 0-16,2 2-2 0,0-2 0 16,1 0 2-16,-3 0 1 0,6 1-1 0,-4 0-4 0,1-1-1 15,4 1 3-15,-3-1-4 0,3 0 6 16,1 0 0-16,-6 2 1 0,0-2-2 0,2 0 3 15,-1 0-6-15,4 1 6 0,0-1-1 0,-4 0-3 0,-1 0 3 16,5 0 0-16,-6 1-10 0,2 1 11 16,0-2-3-16,3 0 2 0,-3 0 1 0,0 1-3 0,-1 0 3 15,1-1-5-15,-3 0 2 0,1 0 0 0,1 0-1 16,0 0-1-16,-1 1 1 0,0 0 2 0,-1-1 5 16,7 0-5-16,0 0-4 0,-5 0 1 0,5 2 2 15,-2-2 0-15,2 0 2 0,0 0 0 0,0 0-4 16,0 0-4-16,0 1 2 0,0-1-2 0,-2 1-5 15,3-1 3-15,-2 3 2 0,-3-3 6 0,-1 0-3 16,5 0 1-16,-5 0 2 0,2 2-1 0,-2-1 0 16,1 0 0-16,-4-1-5 0,2 1 4 0,-1-2 4 15,-1 4 0-15,1-3-6 0,0-1 6 0,-3 2-1 16,2-1 2-16,1 3-1 0,0-3-5 0,-2 1 2 16,1-1 0-16,-1-1 0 0,0 2 5 0,1-2-5 15,-10 1-2-15,19 1 1 0,-9-1 5 0,0 0 1 16,-3 0-4-16,-7 0 1 0,19 2 1 0,-11-2-1 15,1 1-6-15,-2-1 4 0,-7 0 3 0,20-1-4 16,-13 1-1-16,5 0 4 0,-5 0 4 0,-7 0-3 16,15 0 0-16,-8-2-2 0,-7 2 1 0,17 0 0 15,-10 0 1-15,4-1-4 0,-1 0 2 0,1-1 0 16,2 1 2-16,-1 0 1 0,2 1-4 0,-2-1 6 16,1 0-5-16,5 1 4 0,0 0-3 0,-4-1 2 15,-2 1 3-15,2-2-2 0,-3 2-1 0,3 2 0 16,-1-4 3-16,1 2-2 0,-1 0-1 0,0-3 1 15,1 3 2-15,-1 0-5 0,0-1 0 0,-1 2 3 0,2-1-2 16,-2-1 2-16,0 0-6 0,2 2 1 16,-1-1 3-16,-1 0 2 0,-1 0-1 0,1 0 1 15,-1 1 0-15,1-1-4 0,0 3 8 0,1-3-4 16,1 0-2-16,-1 0 3 0,0 0-2 0,5 0-2 0,-5 2 1 16,0-2 3-16,4 0-2 0,-4 1 3 0,-3-1 0 15,1 0-7-15,0 1 7 0,0-1 0 16,-3 1 9-16,-8-1-12 0,19-1 7 0,-12 2-8 15,0-1 6-15,-7 0-4 0,12 0-1 0,-12 0-1 16,9 0 1-16,-9 0 0 0,6 1 0 0,-6-1 6 0,12 0-5 16,-12 0 7-16,9 1-6 0,-9-1 4 15,0 0-3-15,10-1 0 0,-10 1-3 0,0 0 3 16,6 3-6-16,-6-3 0 0,0 0 2 0,13 0 7 16,-13 0 2-16,0 0-2 0,0 0 4 0,10-2-8 0,-10 2 2 15,0 0-4-15,0 0 5 0,12 2-6 0,-12-2-2 16,0 0 1-16,0 0 8 0,9 1-4 15,-9-1 4-15,0 0 0 0,0 0-7 0,9-1-1 16,-9 1 7-16,0 0-5 0,0 0 2 0,0 0 2 0,0 0 1 16,9 1-1-16,-9-1 1 0,0 0 2 0,0 0 4 15,0 0 0-15,0 0-2 0,0 0 3 0,0 0 9 16,8-3-13-16,-8 3 0 0,0 0 0 0,0 0-1 16,0 0 1-16,0 0 1 0,0 0-3 0,0 0-2 15,0 0 0-15,7-3-2 0,-7 3 2 0,0 0 1 16,0 0-5-16,0 0-7 0,0 0 10 0,0 0-5 15,0 0 3-15,0 0-3 0,0 0 8 0,0 0-6 16,0 0 0-16,0 0-1 0,0 0-2 16,6-4 2-16,-6 4 0 0,0 0 0 0,0 0 0 0,0 0-3 15,0 0-4-15,0 0 13 0,0 0-8 0,0 0 4 16,0 0 7-16,0 0-8 0,0 0-1 0,0 0-3 16,0 0 3-16,0 0 3 0,0 0 2 0,0 0-6 15,0 0 9-15,0 0-4 0,0 0-5 0,0 0 6 16,0 0-1-16,0 0-4 0,0 0 7 0,0 0-6 15,0 0 2-15,0 0-5 0,0 0 4 0,0 0 6 16,0 0-11-16,0 0 11 0,0 0-7 0,0 0 1 16,0 0-6-16,0 0 0 0,0 0-3 0,0 0 11 15,0 0 1-15,0 0-3 0,0 0-3 0,0 0 5 16,0 0-3-16,0 0-8 0,0 0 5 0,0 0 4 16,0 0-3-16,9 0-1 0,-9 0 4 0,0 0-5 15,0 0 4-15,0 0 4 0,0 0-7 0,0 0-2 16,0 0-1-16,0 0 6 0,0 0-13 0,0 0 10 15,0 0 4-15,0 0 5 0,0 0-10 0,0 0 0 16,0 0-1-16,0 0 3 0,0 0 0 0,0 0 1 16,0 0 4-16,0 0-2 0,0 0 2 0,0 0 3 15,0 0-5-15,0 0-6 0,0 0 12 0,0 0-9 0,0 0 1 16,0 0 0-16,0 0 4 0,0 0-9 16,0 0 9-16,0 0-4 0,0 0 2 0,0 0-2 15,0 0-4-15,0 0 2 0,0 0 3 0,0 0-4 16,0 0 4-16,0 0 0 0,0 0 8 0,0 0-4 15,0 0 10-15,0 0-1 0,0 0-4 0,0 0-2 16,0 0 7-16,0 0-9 0,0 0-1 0,0 0 9 16,0 0 2-16,0 0-4 0,0 0 2 0,0 0-2 15,0 0 0-15,0 0 6 0,0 0-2 0,0 0 8 0,0 0-13 16,0 0-8-16,0 0 12 0,0 0-3 0,0 0 3 16,0 0-4-16,0 0 7 0,0 0-8 0,0 0-5 15,0 0 0-15,0 0 1 0,0 0-5 16,0 0 5-16,0 0-8 0,0 0 9 0,8-3-6 0,-8 3 1 15,0 0-6-15,0 0 7 0,0 0-1 0,0 0-1 16,0 0-4-16,0 0 3 0,0 0-1 16,0 0-1-16,0 0-2 0,0 0 7 0,0 0 7 15,0 0-11-15,0 0-1 0,0 0-12 0,0 0-7 0,0 0-21 16,0 0-16-16,0 0-27 0,0 0-26 0,0 0-78 16,0 0-200-16,0 0 89 0</inkml:trace>
  <inkml:trace contextRef="#ctx0" brushRef="#br0" timeOffset="-211577.12">22203 6991 16 0,'0'0'69'0,"0"0"-2"16,0 0-8-16,0 0-10 0,0 0 5 0,0 0-5 16,0 0-4-16,0 0-4 0,0 0 0 15,0 0 3-15,0 0-13 0,0 0 1 0,0 0 4 16,0 0-4-16,0 0-6 0,0 0 9 0,0 0-1 0,0 0-10 16,0 0-2-16,0 0-4 0,0 0-6 0,0 0-7 15,0 0 9-15,0 0-6 0,0 0 7 0,0 0-10 16,0 0 8-16,0 0-8 0,0 0 7 15,0 0-8-15,0 0-2 0,0 0 3 0,0 0-3 16,0 0 3-16,0 0-4 0,0 0 4 0,0 0 4 0,0 0-4 16,0 0 23-16,0 0-26 0,0 0 4 0,0 0-2 15,0 0 5-15,0 0-6 0,0 0 3 0,0 0-1 16,0 0 3-16,0 0-6 0,0 0 5 16,0 0-2-16,0 0 3 0,0 0 6 0,0 0-12 0,0 0-1 15,0 0 6-15,0 0-6 0,0 0-3 0,0 0 2 16,0 0 3-16,0 0 0 0,0 0 0 0,0 0-3 15,0 0 5-15,0 0-3 0,0 0 4 16,0 0 0-16,0 0-5 0,0 0-1 0,0 0 0 0,0 0 1 16,0 0-3-16,0 0 4 0,0 0-2 0,0 0-10 15,0 0-2-15,0 0-17 0,0 0-2 0,0 0-17 16,0 0-6-16,0 0-6 0,0 0-12 0,0 0-6 16,0 0-40-16,0 0-126 0,0 0 56 0</inkml:trace>
  <inkml:trace contextRef="#ctx0" brushRef="#br0" timeOffset="-202363.97">16413 7610 2 0,'0'0'3'0,"0"0"-2"15,0 0 9-15,0 0-6 0,-8-3 3 0,8 3-2 16,0 0-6-16,0 0 3 0,0 0-1 0,0 0-2 0,0 0 1 16,0 0 0-16,0 0 1 0,0 0 0 0,0 0-4 15,0 0 3-15,0 0 1 0,0 0 1 16,0 0-1-16,0 0-1 0,0 0-2 0,0 0-4 16,0 0 6-16,0 0-2 0,0 0 6 0,0 0-3 0,0 0 1 15,0 0-5-15,0 0 6 0,0 0-3 0,0 0-6 16,0 0 11-16,0 0-7 0,0 0 5 0,-11 5-1 15,11-5-4-15,0 0 3 0,0 0 1 16,0 0 1-16,0 0-4 0,0 0 3 0,0 0-5 16,0 0 7-16,0 0-6 0,0 0 3 0,0 0 2 0,0 0-11 15,0 0-8-15,0 0 4 0</inkml:trace>
  <inkml:trace contextRef="#ctx0" brushRef="#br0" timeOffset="-201697.25">16423 7583 2 0,'0'0'18'0,"0"0"-2"0,0 0 2 15,0 0-5-15,0 0 3 0,0 0-6 0,23 8 1 16,-23-8-5-16,6 4-2 0,-6-4 5 0,8 5-4 16,-2-2 4-16,-6-3 0 0,8 7-6 0,-4-5 4 15,1 1-6-15,0 0 2 0,4 1 1 0,-4 2 0 16,3-1-4-16,-3 0 0 0,4 1 5 0,-3 0-5 0,2 0-1 16,-2 1-1-16,2-3 4 0,-2 1-1 15,3 0 2-15,-4 0-2 0,2-1 0 0,-1 0 3 16,-1 2-8-16,2-1 4 0,-4-1-1 0,5 0-2 15,-4-1 0-15,4 1-1 0,-3-1-2 0,-5-3 5 0,9 6-7 16,-5-3 8-16,-4-3-5 0,7 4 2 16,-7-4-1-16,5 5-2 0,-5-5-1 0,5 1 6 15,-5-1 1-15,0 0-4 0,6 6-1 0,-6-6 4 16,0 0 3-16,0 0-4 0,0 0 0 0,5 2 3 16,-5-2-1-16,0 0 7 0,0 0-7 0,0 0 0 0,0 0 4 15,0 0 1-15,0 0 0 0,0 0 2 16,0 0-5-16,0 0-4 0,0 0 1 0,5-13 5 15,-5 13-3-15,0 0 0 0,1-6-5 0,-1 6 4 16,0 0 4-16,0 0-3 0,3-9 0 0,-3 9-2 0,1-7 2 16,-1 7 1-16,0 0-5 0,2-8 0 0,-2 8 2 15,0 0 2-15,2-10-4 0,-2 10-2 0,2-7-2 16,-2 7 3-16,0 0-2 0,4-9 7 0,-3 4-10 16,-1 5 2-16,2-12 0 0,-2 12-10 0,2-10-18 15,1 4 8-15</inkml:trace>
  <inkml:trace contextRef="#ctx0" brushRef="#br0" timeOffset="-200277.08">16668 7432 6 0,'-2'10'11'0,"-1"-4"2"0,3-6-4 0,-1 12-2 16,0-7 1-16,1-5 1 0,0 11-6 0,0-11 3 15,0 11-2-15,-2-5-1 0,2-6 2 0,0 16 3 16,-1-11-8-16,1-5 2 0,-1 13 2 0,1-13 0 16,2 11 0-16,-2-11-3 0,-1 10 0 15,1-3 3-15,0-7 2 0,0 12-9 0,-1-5 8 0,1-7-4 16,0 11-3-16,0-4 4 0,0-7-4 0,-2 11-1 16,2-11 5-16,-1 11 6 0,0-5-9 15,1-6 2-15,0 11 1 0,0-11-1 0,-3 7 0 0,3-7-5 16,0 11 7-16,0-11-2 0,-1 8 3 0,1-8-5 15,-1 8 3-15,1-8 0 0,0 0-2 0,-3 10-2 16,3-10 2-16,0 0 0 0,-1 8 1 0,1-8 3 16,0 0-4-16,0 0 3 0,0 0-2 0,-1 9-5 15,1-9 4-15,0 0 0 0,0 0-3 16,0 0 6-16,0 0 0 0,0 0-6 0,0 0 4 0,0 9 1 16,0-9 1-16,0 0-3 0,0 0-3 0,0 0 6 15,0 0-4-15,0 0 6 0,0 0-6 0,0 0 3 16,0 0 4-16,0 0 2 0,0 0-8 0,0 0 3 15,0 0 5-15,0 0-5 0,0 0 1 0,0 0-1 16,0 0 0-16,0 0 0 0,0 0-1 0,0 0-2 16,-17-13 5-16,17 13-3 0,0 0 1 0,-8-5-2 15,8 5-1-15,-7-5 5 0,7 5-13 16,0 0 4-16,-11-1-3 0,11 1 5 0,-7-3-10 0,7 3 7 16,-10-4-1-16,10 4 3 0,-9-5-6 0,9 5 6 15,-11-1-5-15,6-3 0 0,5 4-4 0,-15-3-9 16,9 0 20-16,-1 0-17 0,-3-1 16 0,4 1-12 15,-1-1-15-15,1 0 7 0</inkml:trace>
  <inkml:trace contextRef="#ctx0" brushRef="#br0" timeOffset="-189373.02">16401 7538 11 0,'0'0'16'0,"0"0"-2"15,0 0-1-15,0 0 0 0,0 0-3 16,0 0-2-16,0 0-1 0,0 0-4 0,0 0 3 15,0 0 6-15,0 0-7 0,0 0-1 0,0 0 0 16,0 0-4-16,0 0 5 0,0 0-4 0,0 0-1 0,0 0 2 16,0 0 7-16,0 0-1 0,0 0 2 0,0 0-3 15,0 0 8-15,0 0-6 0,0 0 4 16,0 0-5-16,0 0-4 0,0 0 5 0,0 0-2 16,0 0 2-16,0 0-3 0,0 0-1 0,-10 0 3 0,10 0 1 15,0 0-4-15,0 0 3 0,0 0-4 0,0 0 3 16,0 0-4-16,0 0-1 0,-6-3 1 0,6 3 1 15,0 0 3-15,0 0-8 0,0 0 6 16,0 0 2-16,0 0 1 0,0 0-2 0,0 0 5 16,0 0-3-16,-10-4 2 0,10 4 3 0,0 0-9 0,0 0 3 15,0 0 3-15,0 0 1 0,0 0-1 0,0 0 0 16,0 0-2-16,0 0 3 0,0 0 3 0,0 0-6 16,0 0 6-16,0 0-6 0,0 0 1 15,0 0 4-15,0 0-12 0,0 0 3 0,0 0 5 0,0 0 0 16,0 0-1-16,0 0 1 0,0 0-8 0,0 0 9 15,0 0-8-15,0 0 5 0,0 0-3 0,0 0 3 16,0 0-4-16,0 0 1 0,0 0-2 0,0 0 3 16,0 0-5-16,0 0 7 0,0 0-6 0,0 0 3 15,0 0-2-15,0 0-3 0,0 0-1 0,0 0 7 16,0 0-5-16,0 0 1 0,0 0-1 0,0 0 0 16,0 0-3-16,0 0 6 0,0 0-6 0,0 0 0 15,0 0 0-15,0 0-2 0,0 0 7 0,0 0-5 16,0 0 7-16,0 0-6 0,0 0-10 0,0 0 12 15,0 0 5-15,0 0-7 0,0 0 4 0,0 0 1 16,0 0-4-16,0 0 3 0,17 17-3 0,-17-17-1 16,4 5-7-16,-4-5 12 0,6 6-4 0,-6-6 4 15,7 6-1-15,-7-6-4 0,4 8 3 0,-2-4 1 16,-2-4 1-16,5 6 0 0,-5-6 9 0,7 7-9 16,-5-5 0-16,3 3-2 0,-5-5 4 0,5 6-4 15,-5-6 1-15,3 6 4 0,-3-6-4 0,5 5-1 16,-5-5-1-16,5 4 10 0,-5-4-6 0,5 4 2 15,-5-4-5-15,5 3-2 0,-5-3-3 0,0 0 9 16,7 4 0-16,-7-4-5 0,0 0 2 0,0 0 0 16,8 3 7-16,-8-3-7 0,5 3-3 0,-5-3 0 15,0 0 3-15,0 0 1 0,6 3 2 0,-6-3 1 16,0 0-6-16,6 4 3 0,-6-4-4 0,0 0 4 16,7 4-1-16,-7-4-6 0,0 0-5 0,6 4 11 15,-6-4 1-15,4 4 4 0,-4-4-3 0,0 0-3 16,7 3 0-16,-7-3-2 0,0 0 1 0,7 6-4 15,-7-6 11-15,5 1-2 0,-5-1-2 0,5 5-6 16,-5-5 0-16,5 4 4 0,-5-4-2 0,0 0-2 16,7 2 2-16,-7-2-2 0,0 0 7 0,4 7-4 15,-4-7 2-15,0 0 1 0,8 4-5 0,-8-4 12 0,0 0-7 16,7 4-2-16,-7-4 5 0,4 3-6 16,-4-3 8-16,0 0-10 0,6 7-3 0,-6-7 12 15,4 3-3-15,-4-3 3 0,0 0-9 0,6 3 2 16,-6-3 5-16,0 0-5 0,7 6 2 0,-7-6-1 15,4 4-3-15,-4-4 12 0,0 0-4 0,5 6-3 0,-5-6 2 16,4 5-9-16,-4-5-1 0,0 0 3 16,4 4 4-16,-4-4-1 0,0 0-8 0,3 4 10 15,-3-4 0-15,0 0 0 0,0 0 4 0,0 0-10 16,0 0 9-16,0 0-3 0,0 0-3 0,0 0 8 0,0 0-4 16,0 0 2-16,7 3-8 0,-7-3 3 0,0 0-2 15,0 0 4-15,0 0-3 0,0 0 5 0,0 0-2 16,0 0-1-16,0 0-3 0,0 0 4 0,0 0 3 15,0 0 2-15,0 0-8 0,0 0 4 0,0 0-3 16,0 0 0-16,0 0 0 0,0 0 6 0,0 0-7 16,0 0 1-16,0 0 0 0,0 0 2 0,0 0-6 15,0 0 0-15,0 0 1 0,0 0 12 0,0 0-12 16,0 0 0-16,0 0 0 0,0 0 4 0,0 0-7 16,0 0 12-16,0 0-10 0,0 0 9 0,0 0-1 15,0 0-5-15,0 0-3 0,0 0-3 0,0 0-1 16,0 0 10-16,0 0-7 0,0 0 3 0,3 6 0 15,-3-6 3-15,0 0 0 0,0 0-1 0,0 0-6 16,0 0 5-16,0 0 0 0,0 0 4 0,0 0-1 16,0 0-2-16,0 0-1 0,0 0-1 0,0 0 9 15,0 0-9-15,0 0 5 0,0 0-3 0,0 0 8 16,0 0-8-16,0 0 0 0,0 0 2 0,0 0 11 16,0 0-7-16,0 0 15 0,0 0-6 0,0 0 1 15,0 0-3-15,0 0 6 0,0 0 2 0,0 0-3 16,0 0-2-16,0 0-2 0,0 0 4 0,0 0-10 15,0 0 11-15,0 0-6 0,0 0-7 0,0 0 13 16,11-13-13-16,-11 13 1 0,4-6-4 0,-4 6 4 16,2-3 3-16,-2 3-14 0,4-7 26 0,-4 7-40 15,0 0 25-15,6-8-5 0,-6 8 5 0,4-6-8 16,0 2 7-16,0-5-2 0,0 4-3 0,0-1 3 16,-1 1-1-16,2-2-11 0,-1-1 11 0,1 5-3 0,-1-4-3 15,0 2-7-15,3-2 9 0,-1 0-1 16,-2 1 3-16,1 0-4 0,-1 2 3 0,-4 4 1 15,6-9-4-15,-2 3 4 0,0 2-9 0,-4 4 9 16,7-8-2-16,-3 4-2 0,-4 4 4 0,5-8-2 0,-5 8-1 16,5-8-3-16,-5 8 4 0,4-5 7 15,-4 5-10-15,7-5 7 0,-7 5-2 0,0 0 6 16,6-6-6-16,-6 6-1 0,0 0 3 0,4-5-8 16,-4 5 4-16,0 0 4 0,0 0 1 0,5-6-2 0,-5 6-6 15,0 0-3-15,0 0 9 0,0 0-9 0,0 0 8 16,3-5-1-16,-3 5-4 0,0 0 6 15,0 0-6-15,0 0 6 0,0 0 0 0,0 0 4 16,3-8-3-16,-3 8-7 0,0 0 3 0,0 0 3 0,0 0 1 16,0 0-1-16,4-6-1 0,-4 6 3 0,0 0-5 15,0 0 11-15,3-6-5 0,-3 6-6 16,0 0 9-16,0 0-6 0,0 0 1 0,0 0-1 16,1-9 1-16,-1 9 1 0,0 0 7 0,3-7-12 0,-3 7 8 15,0 0-5-15,0 0-1 0,5-6 3 0,-5 6-1 16,0 0-8-16,0 0 6 0,0 0-6 0,0 0-1 15,0 0-1-15,0 0 7 0,0 0-20 0,0 0-3 16,0 0-18-16,0 0-17 0,0 0-21 0,0 0-7 16,0 0-13-16,0 0-56 0,0 0-166 0,0 0 73 15</inkml:trace>
  <inkml:trace contextRef="#ctx0" brushRef="#br0" timeOffset="-188767.36">16723 7422 48 0,'0'0'47'0,"0"0"-8"16,0 0-4-16,0 0-3 0,0 0 0 15,0 0-12-15,0 0 5 0,0 0-9 0,0 0 2 0,0 0 4 16,0 0-5-16,0 0 0 0,0 0-1 0,0 0 3 16,0 0-11-16,0 0 7 0,0 0-13 0,0 0 10 15,0 0-2-15,0 0 2 0,0 0-7 16,0 0 2-16,0 0-3 0,0 0 6 0,0 0-12 16,0 0 9-16,0 0-8 0,0 0 0 0,0 0 0 0,0 0 4 15,0 0-4-15,0 0 3 0,-13 20-4 0,11-10 3 16,-2 1 2-16,0 0-1 0,0 1-5 15,1 2-5-15,-3 4 13 0,1-1-2 0,-1 1-11 16,1 1-17-16,1-1-52 0,-2 6-84 0,-1-7 37 0</inkml:trace>
  <inkml:trace contextRef="#ctx0" brushRef="#br0" timeOffset="-187309.04">16351 7555 21 0,'0'0'30'0,"0"0"1"0,0 0-9 0,0 0-5 0,-5-5 8 16,5 5-3-16,0 0 3 0,0 0-6 0,0 0-1 15,0 0-2-15,0 0-1 0,0 0 1 16,0 0 13-16,0 0 0 0,-5-5-7 0,5 5-2 0,0 0 3 16,0 0 1-16,0 0 0 0,0 0-11 0,0 0 5 15,0 0 1-15,0 0-2 0,0 0 2 0,0 0-7 16,-5-6 4-16,5 6 4 0,0 0-10 0,0 0-3 16,0 0-2-16,0 0 3 0,0 0-4 0,0 0 4 15,0 0-1-15,0 0-1 0,0 0 0 0,0 0-5 16,0 0-5-16,19-1 6 0,-19 1 3 0,0 0-1 15,15 4-8-15,-8-2 7 0,-1 1-4 0,1-1 0 16,0 0-8-16,1 1 13 0,0 0-2 0,-2 0 0 16,0 1 7-16,3 0-8 0,-2 1-1 0,-1-1 7 15,2 2-13-15,-1-2 7 0,0 0 0 0,-1 0 5 16,-1 0 3-16,3 6 3 0,0-7-6 0,-3 0 4 16,1 4 2-16,-1-4 1 0,-1 1-7 0,1-1-1 15,-5-3 0-15,9 6-1 0,-5-2-2 0,-4-4 4 16,8 5-6-16,-8-5 0 0,6 6 1 0,-6-6 5 15,8 4-7-15,-6 3 3 0,-2-7-1 0,5 4-3 16,-5-4 4-16,4 5 0 0,-4-5-1 0,5 5 2 16,-5-5-3-16,7 4 5 0,-3 0-4 0,-4-4-2 15,0 0 4-15,8 4 3 0,-8-4-6 0,6 3-3 16,-6-3 6-16,0 0-3 0,7 4 7 0,-7-4 0 16,0 0-10-16,7 4 5 0,-7-4-1 0,6 2-1 15,-6-2-8-15,0 0 11 0,6 3-15 0,-6-3 12 16,0 0 2-16,0 0-1 0,0 0 0 0,0 0-1 15,6 3-1-15,-6-3-2 0,0 0 2 0,0 0 5 16,0 0 0-16,0 0-4 0,0 0-1 0,0 0 4 16,0 0 0-16,0 0-8 0,0 0 7 0,0 0-2 15,0 0 3-15,0 0-6 0,0 0 0 0,0 0 9 16,0 0-6-16,6 2 6 0,-6-2-10 0,0 0 6 16,0 0-1-16,0 0 1 0,0 0-10 0,0 0 3 15,0 0 8-15,0 0 2 0,0 0-4 0,0 0-6 16,0 0 4-16,0 0 3 0,0 0-5 0,0 0 5 15,0 0 2-15,0 0-1 0,0 0 2 0,0 0-14 16,0 0 16-16,0 0-6 0,0 0-5 0,0 0 4 16,6 4 1-16,-6-4 6 0,0 0 2 0,0 0 1 15,0 0 4-15,0 0-3 0,0 0 0 0,0 0 8 16,0 0 8-16,0 0-4 0,0 0 0 0,0 0-2 16,0 0 6-16,0 0 2 0,0 0-6 0,0 0-5 0,0 0 0 15,0 0 9-15,0 0-10 0,0 0-8 16,4-14 0-16,-4 14 5 0,5-9-5 0,-5 9-2 15,4-8-1-15,-1 2-9 0,-1 1 20 0,-2 5-16 0,4-10-5 16,-4 10 8-16,3-10 14 0,-2 3-20 16,2 1 5-16,-3 6-1 0,3-12 3 0,-1 6-8 15,3 2 4-15,-5 4 8 0,2-11-7 0,1 5-4 0,-1 1 6 16,1-1-8-16,-3 6 1 0,3-9 0 0,-2 2-8 16,-1 7-6-16,2-11-10 0,-2 11-15 0,3-9-14 15,-3 9-19-15,0 0-92 0,0-9-182 0,0 9 81 16</inkml:trace>
  <inkml:trace contextRef="#ctx0" brushRef="#br0" timeOffset="-170601.47">706 12422 25 0,'0'0'48'0,"0"0"-1"0,0 0-10 0,0 0-5 15,0 0-1-15,0 0 0 0,0 0-4 0,0 0 1 16,21 89-4-16,-19-63 3 0,-2-26-6 0,8 60-2 16,-5-29-4-16,-1 3 2 0,2 2 5 0,-2-2-4 15,2 15 1-15,-3 0 2 0,2-4-2 0,1 3 13 16,-4 4-18-16,0-2 2 0,4 2 1 0,-4-3-8 16,0 5 1-16,0-1-3 0,-2 2 7 0,0 0-4 15,2 0 0-15,0-2-6 0,-2-3 0 0,2 3 4 16,-2-2 6-16,6-5-2 0,-2 2-9 0,5 2 0 15,-3-2 0-15,2 2-6 0,-3-3 3 0,2 0 5 16,-3-2-11-16,2 3-4 0,-1-2-3 0,-1-12-11 16,-2 2-2-16,2 0 0 0,-2-1-9 15,0 1 4-15,0-36-12 0,0 69-5 0,0-36-29 16,-2-1-82-16,0-1 36 0</inkml:trace>
  <inkml:trace contextRef="#ctx0" brushRef="#br0" timeOffset="-170073.89">913 14322 5 0,'53'-1'51'0,"1"1"-6"16,2 0 0-16,1-3-1 0,2 3-3 0,5-2 1 15,26-2-10-15,-24 1 12 0,26-5-8 0,0 5-2 16,0-4-6-16,1 2 6 0,0-2 0 0,2-2-3 15,-2 5-3-15,6-2 0 0,0-3 0 0,1 1 0 16,-2-1-5-16,2 0-5 0,-1-2 2 0,-2 2 2 16,1 0-12-16,-7 1 0 0,-27 1 6 0,28-4-9 15,-27 3 0-15,29-1-3 0,-32 5-15 0,2-4-6 16,1 4-13-16,0-2-8 0,-5 2-5 0,-1 0-11 16,-7-2 7-16,-17 5-46 0,-2-1-100 0,-4 2 44 15</inkml:trace>
  <inkml:trace contextRef="#ctx0" brushRef="#br0" timeOffset="-169363">777 13658 18 0,'0'0'20'0,"0"0"-2"0,0 0-4 16,0 0-4-16,0 0-4 0,0 0 0 0,0 0 3 16,0 0-5-16,0 0 6 0,0 0-3 0,0 0 0 15,-8 10-1-15,8-10 7 0,0 0-5 16,36 7-4-16,-16-3 7 0,11-4 0 0,1 0 3 0,4 0-2 16,4 1 1-16,14 1-2 0,5-2 1 0,-3 0-3 15,3-3 4-15,-3 3-2 0,3-2 4 0,0 1-8 16,4 0 3-16,0 1-4 0,5-3-5 15,-3 4 5-15,31-1 1 0,-31-4-1 0,30 1 1 0,-5 2-6 16,-23-2 2-16,27 0-3 0,1-3-5 0,-2-1-2 16,-27 1-11-16,33-5-1 0,-6 0-6 15,-27 4-21-15,28-6-49 0,-3 1 22 0</inkml:trace>
  <inkml:trace contextRef="#ctx0" brushRef="#br0" timeOffset="-168482.88">708 12894 12 0,'0'0'85'0,"0"0"-2"0,0 0-10 0,0 0-11 15,0 0-2-15,0 0-3 0,0 0-11 0,0 0-4 16,0 0-12-16,0 0-5 0,0 0-1 0,0 0-5 16,0 0 1-16,0 0 0 0,0 0 3 0,36-16-10 15,-14 18-3-15,15-4 9 0,16 3-8 0,6-2 1 16,33-2 2-16,1 3 2 0,3-6 3 0,2 3-11 15,3-2 2-15,3 0 6 0,6 4-5 0,-2-7 7 16,-6 5-3-16,2-4-10 0,-3 0 3 0,-35 4-3 16,35-3-19-16,-9 2-4 0,-28 1-19 0,0-2-13 15,3 0-17-15,-1 1-51 0,-1 0-128 0,-5-1 58 16</inkml:trace>
  <inkml:trace contextRef="#ctx0" brushRef="#br0" timeOffset="-167894.02">805 12458 46 0,'0'0'72'0,"0"0"-13"0,0 0-3 0,0 0-8 16,0 0 0-16,0 0-15 0,-9-12 4 0,9 12-11 16,0 0 6-16,29-3 3 0,-6 0 0 0,12-2-5 15,16-3 4-15,8 0-6 0,2 4 3 0,31-6 0 16,0 0-11-16,-2 4 10 0,0 0-13 0,4-2 4 15,3-2-21-15,1 5-16 0,2 2-16 0,-1-1-22 16,-3 3-58-16,-5 1-120 0,0-3 53 0</inkml:trace>
  <inkml:trace contextRef="#ctx0" brushRef="#br0" timeOffset="-166803.66">1739 13979 42 0,'0'0'56'0,"5"-6"8"16,-5 6 9-16,0 0-15 0,0 0 0 0,4-7-13 16,-4 7-5-16,0 0-2 0,0 0 0 0,2-6-4 15,-2 6 1-15,0 0-10 0,0 0 7 16,0 0-2-16,0 0 5 0,0 0-6 0,0 0 3 0,0 0-2 16,5-12-6-16,-5 12-1 0,0 0 5 15,0 0-9-15,2-8 2 0,-2 8 1 0,0 0-9 16,8-13 5-16,-8 13-10 0,5-12 6 0,1 6-5 15,2-5 1-15,-2-5 25 0,-1 0-27 0,7-1 5 0,-1-5-5 16,-2-4 7-16,4 5 5 0,-4-3-2 16,0 0-4-16,3-1 20 0,-3 0-19 0,-1-2 1 15,1-1-3-15,-6 2-6 0,0-2 3 0,0-2 12 0,-2-2-17 16,-1-3-3-16,-4 0 6 0,1 1-2 16,-5-11-14-16,4 10 5 0,-5-11-4 0,3 12-3 15,1-1-6-15,-4-14-7 0,2 4-8 0,3 12 5 16,-1 1-2-16,-1 0 11 0,3 1-7 0,-4 4 12 15,3 9-8-15,2 3 10 0,-1-3-1 0,-1 6-1 16,0 2 5-16,2 1-3 0,-5 1-5 0,7 8 3 16,-7-14-1-16,7 14 4 0,-3-10-5 0,3 10 6 15,-6-10-7-15,6 10 0 0,-4-7 0 0,4 7-2 16,0 0 2-16,0 0 4 0,-4-11-7 0,4 11 4 16,0 0-5-16,0 0-5 0,0-4-2 0,0 4-3 15,0 0-5-15,0 0-15 0,0 0-11 0,0 0-35 16,0 0-102-16,0 0 46 0</inkml:trace>
  <inkml:trace contextRef="#ctx0" brushRef="#br0" timeOffset="-166447.75">1701 12887 41 0,'0'0'102'0,"0"0"-19"0,0 0-23 16,0 0-6-16,0 0-9 0,0 0-25 0,0 0-9 16,0 0-22-16,0 0-11 0,15 3-43 0,-15-3-68 0,0 0 31 15</inkml:trace>
  <inkml:trace contextRef="#ctx0" brushRef="#br0" timeOffset="-166075.15">1660 12830 14 0,'0'0'71'0,"0"0"-7"0,0 0-1 16,0 0-14-16,0 0-5 0,0 0-8 0,0 0 5 15,0 0-7-15,0 0-5 0,0 0-5 16,14 23-4-16,-9-12 5 0,-1 5-6 0,1 3-8 16,-1 5-14-16,2 5-33 0,-2-2-49 0,-3-1-90 15,3 1 40-15</inkml:trace>
  <inkml:trace contextRef="#ctx0" brushRef="#br0" timeOffset="-149555.06">2314 12489 11 0,'0'0'24'0,"0"0"1"0,0 0-1 0,0 0-4 15,0 0-2-15,0 0-5 0,0 0 5 0,0 0-3 16,0 0 0-16,0 0-5 0,0 0 5 0,0 0-7 16,0 0-1-16,0 0-1 0,0 0-2 0,0 0 0 15,0 0-1-15,0 0 7 0,0 0-10 0,0 0 3 16,0 0-1-16,0 0-1 0,0 0 2 0,0 0-3 15,0 0 1-15,0 0 0 0,0 0 3 0,0 0-4 16,0 0 0-16,0 0 2 0,0 0-4 0,0 0 1 16,0 0 2-16,0 0-1 0,0 0-1 0,0 0 1 15,0 0-3-15,0 0 1 0,0 0 2 0,0 0 5 16,0 0-2-16,0 0-4 0,0 0-1 0,0 0-1 16,0 0 6-16,0 0-8 0,0 0 4 0,0 0-2 15,0 0 2-15,0 0 0 0,0 0 7 0,0 0 0 16,0 0-12-16,0 0 3 0,-1 25 5 15,1-25-4-15,0 0 2 0,0 0 0 0,0 0 1 0,0 0-5 16,0 8 4-16,0-8-1 0,0 0 4 0,0 0 0 16,1 10-6-16,-1-10-4 0,0 0-6 0,-3 7 2 15,3-7 0-15,0 0 0 0,0 0 8 0,0 0 3 16,2 8-5-16,-2-8 5 0,0 0-6 16,0 0 3-16,0 0-1 0,0 0 2 0,0 0 2 15,0 0-5-15,0 9 9 0,0-9-2 0,0 0-3 0,0 0 0 16,0 0 0-16,0 0-2 0,0 0 2 0,0 0-4 15,0 0-1-15,5 6 7 0,-5-6-4 0,0 0 4 16,0 0-4-16,0 0 6 0,0 0-2 16,0 0 2-16,0 0 0 0,0 0-1 0,5 2 5 15,-5-2 3-15,0 0 5 0,0 0 1 0,0 0 2 0,0 0-8 16,0 0 8-16,0 0-2 0,0 0-1 0,0 0 6 16,0 0-7-16,0 0-8 0,0 0 4 0,0 0-2 15,0 0 6-15,0 0-6 0,0 0 1 0,6-14 5 16,-6 14-5-16,0 0 8 0,0 0-5 15,0 0 3-15,0 0-4 0,0 0 1 0,0 0-3 0,0 0-3 16,0 0 5-16,0 0-8 0,0 0 0 0,0 0-5 16,0 0 6-16,0 0-2 0,0 0-1 0,0 0-2 15,0 0-4-15,0 0 3 0,0 0 2 16,0 0 0-16,0 0-2 0,0 0 1 0,0 0-1 16,0 0 1-16,0 0 1 0,0 0-1 0,0 0-5 15,0 0 10-15,0 0-1 0,0 0 3 0,0 0-9 0,0 0 4 16,0 0 1-16,0 0 2 0,0 0 0 0,0 0 0 15,0 0 0-15,0 0 0 0,0 0 4 0,0 0 3 16,0 0-4-16,0 0 12 0,0 0-14 16,0 0 3-16,0 0 2 0,0 0-6 0,0 0-1 15,0 0 3-15,4-6-3 0,-4 6 1 0,0 0 2 16,-1-9-8-16,1 9 4 0,0 0-3 0,-4-10 3 0,4 10 1 16,0 0 2-16,-4-7-1 0,4 7-3 0,0 0 7 15,0 0-14-15,0 0 0 0,0 0 5 0,0 0-4 16,0 0 3-16,0 0-2 0,0 0 1 15,0 0-2-15,0 0 1 0,0 0 0 0,-10 15 4 16,10-15-1-16,0 0-5 0,0 0 10 0,4 12-5 16,-4-12-3-16,0 0 4 0,0 0 1 0,0 0-2 0,2 9 7 15,-2-9-5-15,0 0 5 0,0 0-2 0,0 0-6 16,0 0 3-16,0 0 5 0,0 0-6 16,0 0 0-16,0 0-2 0,0 0 3 0,0 0 1 15,0 0 5-15,0 0-6 0,0 0 4 0,0 0-3 16,0 0-2-16,0 0 15 0,0 0-26 0,0 0 8 15,0 0 3-15,0 0-4 0,0 0 4 0,0 0-2 0,0 0 1 16,-7-21-3-16,7 21 1 0,0 0-8 0,0 0 3 16,0 0 9-16,0 0-9 0,0 0 2 0,0 0 0 15,0 0 10-15,-12 13-8 0,12-13 12 16,-2 9-22-16,-1-5 6 0,3-4-5 0,0 12-10 16,0-12 9-16,0 9-6 0,0-9-3 0,1 9 1 0,2-4-4 15,-3-5 4-15,5 6-6 0,-5-6-35 0,5 8-68 16,-1-5 32-16</inkml:trace>
  <inkml:trace contextRef="#ctx0" brushRef="#br0" timeOffset="-146330.95">2317 12544 1 0,'0'0'15'0,"0"0"-1"16,0 0 1-16,0 0-3 0,0 0 0 0,0 0-3 15,0 0-2-15,0 0-1 0,0 0 6 0,-3-11-3 16,3 11-3-16,0 0-3 0,0 0 4 0,0 0-1 16,0 0 5-16,0 0 3 0,-5-7 4 0,5 7 1 15,0 0 3-15,0 0 3 0,0 0-7 0,0 0 8 16,0 0-1-16,-5-9 1 0,5 9-3 0,0 0 3 15,0 0 7-15,-3-12-10 0,3 12-8 0,0 0 0 16,0 0 0-16,-5-9 1 0,5 9-3 0,0 0-7 16,0-11 5-16,0 11 2 0,0 0 0 0,0 0-2 15,0 0-3-15,0 0 5 0,-5-10-13 16,5 10 6-16,0 0-1 0,0 0 3 0,0 0-6 0,0 0 6 16,0 0-7-16,0 0 1 0,0 0 3 0,0 0-3 15,0 0-1-15,0 0 0 0,0 0 0 0,0 0-4 16,0 0-3-16,0 0 3 0,0 0 4 0,0 0-2 15,0 0 2-15,0 0-6 0,0 0 6 0,0 0-1 16,0 0 3-16,0 0-4 0,0 0 6 16,0 0-12-16,0 0 8 0,0 0-3 0,0 0-5 15,0 0 0-15,0 0 7 0,0 0-1 0,0 0 3 16,13 28-1-16,-13-28 2 0,0 0-3 0,5 10 0 0,-5-10 2 16,0 0-2-16,4 9 0 0,-4-9 0 0,0 0 6 15,1 8-13-15,-1-8 4 0,0 0 3 0,6 7 4 16,-6-7-5-16,0 0-1 0,7 9 5 15,-7-9-5-15,0 0 4 0,0 0-5 0,2 10 0 16,-2-10-1-16,0 0 5 0,1 10-1 0,-1-10 0 16,0 0-9-16,3 12 12 0,-3-12-5 0,0 0 2 15,-1 12 4-15,1-12 0 0,0 0-1 0,0 13 3 0,0-13-5 16,2 10-5-16,-2-10 4 0,0 10 1 16,0-10 0-16,0 0 1 0,2 13-6 0,-2-13 1 15,2 10-3-15,-2-10 9 0,3 9-8 0,-3-9 11 16,2 13-8-16,-2-13 2 0,0 11-2 0,0-11 1 15,0 12-1-15,0-12-7 0,2 16 13 0,0-11 2 16,-2-5-1-16,3 17-13 0,-3-10 7 0,4 1 2 16,-4-8-1-16,3 18 0 0,-1-9-6 0,-2-9 13 0,1 18-7 15,-1-18 6-15,0 19-5 0,2-9-5 16,-2-10 5-16,2 19 2 0,-2-9-5 0,0-10 5 16,1 19-9-16,-1-19 1 0,3 20 1 0,-2-11 1 15,-1-9 9-15,2 19-10 0,-2-7 5 0,0-12 0 16,4 19 1-16,-2-9-2 0,-2-10-2 0,5 21 3 15,-4-11 0-15,-1-10-3 0,5 19 1 0,-4-9 7 16,2 1-6-16,-3-11 4 0,4 23-10 0,-4-12 10 16,2 0-6-16,-2-11 2 0,3 19 1 0,-2-9-5 15,-1-10 1-15,3 20 6 0,-2-10-3 0,-1 0-4 16,1 0 2-16,-1-10 2 0,0 21-5 0,2-14 1 16,-2-7 3-16,1 16 0 0,-1-7 0 0,1 0 2 15,-1-9-9-15,-1 19 14 0,2-9-4 0,0 1-1 16,-1-11-1-16,-2 17 4 0,2-7-6 0,-1 2 3 15,1-12 2-15,0 20-4 0,-2-9 2 0,1-1-1 16,1-10 6-16,-1 19 0 0,2-8-6 0,-1-11 3 16,1 17-2-16,-1-10-2 0,0-7-7 0,0 18 8 15,-4-8-1-15,4-1-1 0,0-9 5 0,-1 17-2 16,-1-7 1-16,2-10 0 0,0 14-6 0,0-14 4 16,0 16 2-16,-2-7-3 0,2-9 2 0,0 12 1 15,0-12 9-15,0 17-13 0,-2-8 3 0,2-9-5 16,-2 16 1-16,2-16 3 0,-1 12 5 0,1-12-8 15,-2 14-6-15,2-14 11 0,1 13-3 0,-1-13 3 16,-1 16-2-16,1-16 4 0,-3 11-6 0,3-11 2 16,0 13-8-16,0-13 8 0,0 12 3 0,0-12-1 15,-4 9-9-15,4-9 8 0,0 0-3 0,0 0 3 16,2 19-5-16,-2-19 5 0,0 0 2 16,2 15-4-16,-2-15 1 0,0 0 5 0,0 15-5 15,0-15 2-15,0 0 2 0,-2 16-5 0,2-16-2 16,-3 13 2-16,3-13 0 0,0 0 1 0,1 16-3 0,-1-16 7 15,2 14-3-15,-2-14-9 0,0 0 4 0,0 17 0 16,0-17 2-16,0 0 1 0,0 17 4 16,0-17 0-16,0 0-6 0,2 16 3 0,-2-9-2 0,0-7 1 15,1 13 5-15,-1-13-8 0,2 12 11 16,-2-12-8-16,-2 11 7 0,2-11-4 0,0 0-2 16,0 15 6-16,0-15-9 0,2 9 6 0,-2-9-7 0,0 0 5 15,-2 11-4-15,2-11 9 0,0 0-12 0,-5 12 4 16,5-12 10-16,0 0-11 0,-1 11-5 0,1-11 8 15,0 0-3-15,0 12 5 0,0-12-2 16,0 0 2-16,0 12-2 0,0-12-6 0,0 0 6 16,-2 10 2-16,2-10-1 0,0 0-5 0,0 0 3 15,-4 8 5-15,4-8-6 0,0 0 0 0,0 0 5 0,-2 11-2 16,2-11-3-16,0 0 4 0,0 0 6 16,0 0-16-16,-1 12 7 0,1-12 1 0,0 0-5 0,0 0 6 15,-3 10-3-15,3-10 6 0,0 0-4 16,0 0 2-16,0 0-1 0,0 13 2 0,0-13-2 15,0 0-8-15,0 0 7 0,0 0-3 0,0 0 3 16,-1 12 3-16,1-12-6 0,0 0 3 0,0 0-3 16,0 0 7-16,0 0-2 0,0 0 2 0,0 0-5 15,0 0-4-15,0 0 8 0,0 0 0 0,0 0-5 16,0 0-2-16,0 0-8 0,0 0-12 0,0 0-8 16,0 0-52-16,1 9-91 0,-1-9 40 0</inkml:trace>
  <inkml:trace contextRef="#ctx0" brushRef="#br0" timeOffset="-145576.83">2650 12307 26 0,'0'0'99'0,"0"0"-16"0,0 0-5 0,-2-12 1 15,2 12-11-15,0 0-5 0,0 0-12 0,-2-8-4 16,2 8-6-16,0 0-3 0,0 0-6 0,-9-2 5 16,9 2-11-16,0 0-10 0,-18 9 7 0,11-6-1 15,-1 3-7-15,-3 2-6 0,2-1 5 0,-5 5-4 16,2 1-2-16,2-2-1 0,-2 4 1 0,1-1 4 15,1-1-11-15,1 1 6 0,4-3-4 0,-2-1-3 16,2 2 3-16,1-5-3 0,0 3-1 0,3-1-1 0,1 1 1 16,1-2-1-16,1 1 5 0,1 0-3 15,4-1-2-15,1-1 4 0,3 1 4 0,4 0-3 16,4-1-17-16,1-1-10 0,0 0-19 0,8-2-12 16,-6 0-12-16,-1-2-55 0,1-2-132 0,-2-1 59 15</inkml:trace>
  <inkml:trace contextRef="#ctx0" brushRef="#br0" timeOffset="-145311.96">2950 12343 96 0,'0'0'79'0,"2"-11"-6"15,-2 11-9-15,0 0-5 0,0 0 2 16,0 0-17-16,0 0-2 0,0 0-11 0,0 0 2 15,0 0-7-15,0 0 6 0,4 32-11 0,-3-20 1 16,-1 3-8-16,0 4 9 0,-1-3-10 0,1 1-3 16,-2 0-1-16,2 0 10 0,0-4-15 0,2 1 6 15,-1 2 2-15,0-4-2 0,-1 0-5 0,0 0 19 16,1-2-21-16,-1 2-13 0,0-3-2 0,2-2-26 16,-2 0-4-16,1 1-8 0,-1-8-15 0,1 12-39 15,-1-12-113-15,2 7 51 0</inkml:trace>
  <inkml:trace contextRef="#ctx0" brushRef="#br0" timeOffset="-144926.75">3109 12209 32 0,'15'-5'78'0,"6"2"-3"0,-5 0-10 15,2 1-14-15,-4 1-1 0,3 2-10 0,-3 1 5 16,-3 1-4-16,0 3-6 0,-1 0-3 0,-10-6 1 16,11 15 1-16,-7-3-9 0,-2 1-4 0,-2-1-6 15,-6 3 3-15,0-1 3 0,-4 3-9 16,-2-1 2-16,1-2-7 0,-1-1 2 0,1 1 2 0,0-3 2 16,1-1-13-16,3 1 7 0,0-1-2 0,-1-1 8 15,2 1-13-15,1 0-1 0,3 0-1 0,-1 0 2 16,3-10 3-16,0 18-2 0,0-18-5 0,1 15 10 15,2-6-8-15,1-1-2 0,-2 2 1 0,4-4 3 16,1 1-3-16,-7-7-1 0,10 12-5 0,-3-5 6 16,0 0-2-16,-3-1 3 0,-4-6-4 0,8 11 3 15,-6-6 6-15,3 2-2 0,-5-7-4 16,3 12 0-16,-3-12 1 0,0 0-1 0,-6 18 3 16,0-9-5-16,-1-2 2 0,0 3 0 0,-3-1-6 0,0-1-9 15,-4 1-11-15,0 4-17 0,0-4-8 0,-4 3-45 16,1-3-105-16,-1 0 47 0</inkml:trace>
  <inkml:trace contextRef="#ctx0" brushRef="#br0" timeOffset="-144384.75">2924 13581 78 0,'0'0'79'0,"0"0"-17"0,0 0-6 15,0 0 2-15,0 0-16 0,29 12 7 0,-19-5-6 16,0-2 2-16,1 4-6 0,2 2-8 0,0 0 2 15,2-1 7-15,0 1-18 0,-2-2 4 0,1 2-3 16,-5-4 5-16,0 0-3 0,0 0 1 0,-1-1-6 16,-2 1 1-16,-6-7 0 0,11 7 10 0,-7-3 6 15,1-1-1-15,-5-3 2 0,5 3 12 0,-5-3 8 16,7 4 5-16,-7-4 5 0,0 0-7 0,0 0-5 16,10-2 0-16,-10 2-8 0,10-9-3 0,-8 3-8 15,2 0 2-15,-1-4-8 0,1 1-2 0,0 1-1 16,1-3-6-16,-1 0-2 0,1-1-14 0,-3 0-31 15,1 2-15-15,1-2-5 0,-2 3-17 0,2-1-28 16,0 1-23-16,-3 2-8 0,0 0-84 0,-1 7-223 16,3-10 99-16</inkml:trace>
  <inkml:trace contextRef="#ctx0" brushRef="#br0" timeOffset="-143844.12">3385 13549 80 0,'0'0'77'0,"10"9"-7"15,-8-3-8-15,-1 2-2 0,0 2-2 0,-1-1 1 16,1 4-24-16,-2-3 5 0,1 2 1 0,-1 2-4 16,0-3 0-16,-2 0-11 0,3-1-3 0,0 0 6 15,0-10-10-15,-3 15-1 0,3-11-4 0,0-4 7 16,0 8-17-16,0-8 6 0,0 0 8 0,0 0 1 15,-1 13 15-15,1-13 13 0,0 0-4 0,0 0 1 16,0 0 2-16,0 0-8 0,0 0-4 0,0 0-2 16,0 0-20-16,1-35 10 0,-1 24-1 0,0-2-3 15,2-3-2-15,-1-1-2 0,2-1 3 16,0-3-3-16,-1 2-5 0,3 1 1 0,-3-1-4 16,2 1 6-16,0 1-10 0,-2 4 9 0,1 3-9 0,-2 1-1 15,2 0 3-15,-1 4-6 0,-2 5 2 0,4-9-3 16,1 5-1-16,-5 4 12 0,11-4-13 0,-11 4 3 15,12 3 1-15,-3-2 3 0,-2 3 1 0,2 0-1 16,0 2-5-16,-3-2 2 0,-1 3-4 0,1 2 7 16,0-3-8-16,-4 3 2 0,2-2-3 0,-3 1 2 15,2-2 0-15,-2 1-6 0,0 1-4 0,1 1 2 16,-2-9-3-16,1 14-4 0,0-9-14 0,-1 3-3 16,0-8 5-16,3 9 0 0,-1-3-3 0,-2-6 3 15,4 9-2-15,0-2 8 0,-1-4 1 0,2 2 5 16,1-1 4-16,-6-4-1 0,9 8-3 0,-5-6 13 15,1 4-18-15,0-3 13 0,-5-3-1 0,8 6 10 16,-5-2-13-16,-3-4 6 0,6 10 14 16,-4-6-18-16,-2-4 7 0,0 10-6 0,0-10 5 0,-1 10-6 15,1-10-11-15,-7 14-8 0,4-9-10 0,-4 2-17 16,0-2-40-16,-1 4-107 0,0-3 47 0</inkml:trace>
  <inkml:trace contextRef="#ctx0" brushRef="#br0" timeOffset="-142790.47">2544 14423 22 0,'0'0'50'0,"8"2"1"0,-8-2-13 0,0 0 5 16,0 0-7-16,0 0-3 0,0 0-7 0,0 0-7 15,0 0 15-15,0 0-18 0,0 0 2 16,0 0-4-16,0 0 3 0,0 0-6 0,0 0 1 16,0 0 6-16,0 0-7 0,0 0-3 0,0 0 2 15,0 0-7-15,0 0 11 0,0 0-7 0,0 0 0 16,0 0-2-16,0 0-3 0,0 0-4 0,0 0 5 16,0 0 2-16,0 0-1 0,0 0-7 0,0 0 8 0,0 0-5 15,0 0 1-15,0 0 2 0,0 0-3 16,0 0 5-16,0 0-3 0,0 0-4 0,0 0 2 15,0 0 4-15,0 0 1 0,0 0-1 0,0 0-7 16,0 0 4-16,0 0 0 0,0 0 1 0,0 0 0 16,0 0 4-16,0 0-1 0,0 0-3 0,0 0 5 15,0 0-4-15,0 0 0 0,0 0 3 0,0 0 0 16,0 0 1-16,0 0-7 0,0 0 7 0,0 0-6 16,0 0-2-16,0 0-2 0,0 0 0 0,0 0 2 15,0 0 0-15,0 0 0 0,0 0-10 0,0 0-9 16,0 0-14-16,0 0-14 0,0 0-34 0,0 0-90 15,0 0 40-15</inkml:trace>
  <inkml:trace contextRef="#ctx0" brushRef="#br0" timeOffset="-139218.98">2066 12682 28 0,'0'0'109'0,"0"0"-14"0,0 0-1 0,0 0-9 16,0 0-1-16,0 0-4 0,0 0-8 15,0 0-13-15,0 0 0 0,0 0-2 0,0 0-1 0,0 0-11 16,0 0-3-16,0 0-5 0,0 0-3 0,0 0-2 16,0 0-1-16,0 0-7 0,8-22 1 15,-8 22-4-15,6-10-1 0,-3 6-5 0,-3 4-3 0,5-13 2 16,-4 8 0-16,2 0-1 0,-3 5 2 0,2-9-1 16,-2 9-3-16,4-6 4 0,-4 6-2 15,1-8-7-15,-1 8-1 0,0 0 1 0,0 0-3 0,3-9 11 16,-3 9-9-16,0 0 0 0,0 0-3 15,0 0 2-15,0 0 11 0,0-8-15 0,0 8 3 16,0 0-4-16,0 0 3 0,0 0-5 0,0 0 0 16,0 0 1-16,0 0 6 0,0 0-6 0,0 0-7 15,-17 3 4-15,17-3-1 0,-12 8-2 0,6-5 3 16,0 1-1-16,-2 2 2 0,-1 1 0 0,0 1 1 0,0 1-3 16,2 0 5-16,-2 1-1 0,1-2-5 0,2 0 8 15,1 1-3-15,-3-1 1 0,4-2-7 16,0 3 0-16,2-3 7 0,0 1-3 0,2-7 1 15,0 11-4-15,0-11-1 0,4 11 6 0,-2-4 2 16,3-3 1-16,2 2-6 0,-2-2 2 0,3 2 9 16,4-1-9-16,-1-2 5 0,-1 0-2 0,4-1-5 15,-1 1-17-15,0-2-10 0,1 1-20 0,0-2-18 0,-1-2-19 16,0 2-80-16,-1-1-181 0,-3 0 81 16</inkml:trace>
  <inkml:trace contextRef="#ctx0" brushRef="#br0" timeOffset="-139019.92">2102 12490 152 0,'0'0'152'0,"0"0"-21"0,-5-6-18 16,5 6-11-16,0 0-15 0,0 0-27 0,0 0-28 15,29-7-34-15,-7 1-27 0,6 0-44 0,1-1-49 16,2-1-130-16,1 1 58 0</inkml:trace>
  <inkml:trace contextRef="#ctx0" brushRef="#br0" timeOffset="-137826.83">2265 13958 14 0,'0'0'64'0,"0"0"-16"0,0 0 4 0,0 0-6 0,0 0-8 16,0 0-5-16,0 0-6 0,0 0-6 0,0 0 2 16,0 0-1-16,0 0-3 0,0 0-2 0,0 0-2 15,0 0-6-15,-12 23 0 0,8-18 1 0,3 1 0 16,-2 1 0-16,0 2-2 0,1-2-1 16,0 0 9-16,0 1-4 0,2-1 3 0,-1 4-5 0,-2-4 7 15,3-7-4-15,3 16 1 0,-2-8-6 0,1 2-4 16,0-5 1-16,-2 2 3 0,2 0-2 15,0 0-2-15,-2-7 1 0,4 11 0 0,-3-7 1 16,3 0 0-16,-4-4-1 0,6 6 2 0,-6-6 8 16,10 5 8-16,-5-2 2 0,-5-3 2 0,9 1-3 0,-9-1 3 15,0 0 7-15,13-2-6 0,-13 2 7 16,8-6-7-16,-8 6-2 0,7-10 0 0,0 4-3 16,-2-4-3-16,2 2 0 0,0-1 5 0,-3 1-6 15,1-2 6-15,-1 1 3 0,-2-1-3 0,3-1-3 16,-3 0-2-16,-1 3 6 0,0 1 2 0,-1-2 7 15,0 9-6-15,-1-14-17 0,1 14-2 0,0-11 5 0,0 11 1 16,-5-8-9-16,5 8 0 0,-4-7-3 0,4 7 4 16,-9-6-2-16,9 6-3 0,-10-2-6 15,10 2-2-15,-15 1-11 0,15-1-10 0,-16 4 2 16,7 0-18-16,0 1-17 0,2 1-17 0,-1 2-6 16,0-1-23-16,1 2-59 0,-1-2-177 0,3 2 79 15</inkml:trace>
  <inkml:trace contextRef="#ctx0" brushRef="#br0" timeOffset="-137418.96">2595 13922 106 0,'0'0'124'0,"0"0"-10"0,-1-9-14 0,1 9 2 0,0 0-12 15,0 0-4-15,0 0-12 0,0 0 1 0,0 0-1 16,-1-9-9-16,1 9-1 0,0 0-3 0,0 0-14 16,0 0-4-16,0 0-1 0,0 0-6 0,0 0-5 15,0 0 3-15,5-6-4 0,-5 6-9 0,9-4-4 16,0 0-1-16,1 0-2 0,6-3-1 0,4 1 3 16,0 2-5-16,6-3-15 0,-5 0-20 15,9 2-19-15,-10 2-7 0,1 0-15 0,-1-2-21 16,-2 2-10-16,-3 1-16 0,-2 1-59 0,-1-1-186 0,-2-1 82 15</inkml:trace>
  <inkml:trace contextRef="#ctx0" brushRef="#br0" timeOffset="-137207.22">2792 13731 41 0,'-3'-5'172'0,"3"5"-19"0,-6-5-18 0,6 5-11 15,-5-4-18-15,5 4-14 0,0 0-12 0,0 0-12 16,0 0-8-16,0 0-6 0,0 0-4 16,3 22-6-16,0-6-1 0,2 2-7 0,-1 7 5 15,0 2-5-15,0 0-4 0,0 0-23 0,1-1-10 16,-1 3-33-16,-2-1-41 0,3 0-32 0,-5-1-87 16,-1-1-209-16,1-8 93 0</inkml:trace>
  <inkml:trace contextRef="#ctx0" brushRef="#br0" timeOffset="-134334.08">2310 14104 4 0,'0'0'9'0,"1"-9"-2"16,-1 9-2-16,2-8 3 0,-2 8-3 0,0 0 2 15,1-7-6-15,-1 7-1 0,0 0 1 0,0 0-2 16,0 0 0-16,0 0-1 0,-10-3-2 0,10 3-3 16,0 0-7-16,0 0 3 0</inkml:trace>
  <inkml:trace contextRef="#ctx0" brushRef="#br0" timeOffset="-111402.56">15328 7068 27 0,'10'-3'26'0,"-10"3"-6"0,0 0-14 15,0 0-10-15,9 2-9 0,-9-2-14 0,8 1 7 16</inkml:trace>
  <inkml:trace contextRef="#ctx0" brushRef="#br0" timeOffset="-107473.09">16190 7165 5 0,'0'0'19'0,"0"0"-4"0,0 0-1 15,0 0 0-15,0 0-8 0,0 0 10 0,0 0-4 16,0 0-7-16,0 0 10 0,0 0-7 0,0 0 3 15,0 0-18-15,0 0 12 0,0 0 0 0,0 0-2 0,0 0-3 16,0 0-1-16,0 0 3 0,0 0-3 0,0 0-4 16,0 0 5-16,0 0 1 0,0 0 3 15,0 0-3-15,0 0-2 0,0 0 0 0,0 0 8 16,0 0-4-16,0 0-3 0,0 0 2 0,0 0 0 0,0 0-2 16,0 0 4-16,0 0 1 0,0 0-2 0,0 0-2 15,0 0 11-15,0 0-7 0,0 0 0 0,0 0 2 16,0 0 0-16,0 0-4 0,0 0 0 0,0 0 1 15,0 0-4-15,0 0 3 0,0 0-2 0,0 0 3 16,0 0 0-16,0 0 1 0,0 0-4 0,0 0-1 16,0 0-2-16,0 0 4 0,0 0 4 0,0 0-9 15,0 0-5-15,0 0-4 0,0 0 1 0,0 0-24 16,0 0-38-16,0 0 18 0</inkml:trace>
  <inkml:trace contextRef="#ctx0" brushRef="#br0" timeOffset="-105645.14">17842 7667 57 0,'0'0'43'0,"0"0"-2"15,0 0-7-15,0 0-16 0,0 0-14 0,-10 11-38 16,10-11-35-16,-3 8 16 0</inkml:trace>
  <inkml:trace contextRef="#ctx0" brushRef="#br0" timeOffset="-104389.96">22505 6879 26 0,'2'6'105'0,"-2"-6"-12"0,0 0-1 16,0 0-18-16,0 0 0 0,0 0-22 0,0 0-15 15,0 0-2-15,0 0-21 0,0 0-17 0,-11 11-33 16,5-10-59-16,-5 3-100 0,0-2 44 0</inkml:trace>
  <inkml:trace contextRef="#ctx0" brushRef="#br0" timeOffset="-103207.77">16420 7529 11 0,'0'0'34'0,"0"0"-11"0,0 0 0 0,0 0-3 15,0 0-2-15,0 0 6 0,0 0-9 0,0 0-2 16,-7-1 2-16,7 1 2 0,0 0-2 15,0 0-7-15,0 0-6 0,0 0-7 0,0 0 4 0,-12 1-6 16,12-1 1-16,0 0-2 0,-11 4 1 0,11-4-1 16,-5 5-1-16,5-5-2 0,0 0 1 0,-6 3-1 15,6-3 4-15,0 0-2 0,0 0 5 0,0 0-2 16,0 0 0-16,-5 4-4 0,5-4 0 0,0 0-8 16,0 0-18-16,-4 5 8 0</inkml:trace>
  <inkml:trace contextRef="#ctx0" brushRef="#br0" timeOffset="-102330.79">16362 7553 7 0,'0'0'10'0,"0"0"5"15,0 0 5-15,0 0-2 0,0 0 5 0,0 0 4 16,0 0 2-16,0 0-7 0,0 0 4 0,0 0-2 16,0 0 3-16,0 0 0 0,0 0-1 0,0 0 3 15,0 0-5-15,0 0-2 0,0 0 9 0,0 0-1 16,0 0-4-16,0 0-8 0,0 0 4 0,0 0-2 16,0 0-8-16,0 0 4 0,0 0-1 0,0 0-2 15,0 0 2-15,0 0-9 0,0 0 7 0,17-14-13 16,-17 14 14-16,11 3-10 0,-11-3-12 0,14 3 12 15,-8-1 5-15,-6-2-3 0,12 2-1 0,-6 2 4 16,0-2-7-16,2 0 4 0,-3 1-2 0,2-2 7 16,-1 3-13-16,1 1 4 0,3-1 6 0,-4 0 5 15,0 0-3-15,1-3-8 0,-1 6-11 0,-1-4 23 16,2 3-11-16,-3-2 1 0,2 0 6 0,-1 1 2 16,0-1 1-16,0 2 5 0,0-3 2 0,2 3-3 15,-2-2-1-15,0 1-4 0,1-1-1 0,-1 1 2 16,1 0 2-16,-1 0-4 0,1 0-3 0,-1 0 2 15,0 3 6-15,2-2 0 0,0-1-10 0,1 0 10 16,-3 1-15-16,0-2 5 0,0-1 16 0,0 1-17 16,2-1 10-16,-2 2-11 0,0-1 3 0,-5-4 2 15,8 7-1-15,-6-5-1 0,-2-2-8 0,8 4 5 16,-8-4 1-16,7 3 4 0,-7-3-10 0,7 3 6 16,-7-3 0-16,0 0 1 0,6 6 0 0,-6-6-6 15,0 0 6-15,7 3-4 0,-7-3 3 0,0 0 2 16,0 0-5-16,0 0 2 0,6 3 2 0,-6-3-6 15,0 0 5-15,0 0 7 0,0 0-4 0,0 0-2 16,0 0 10-16,0 0 5 0,6 3-2 0,-6-3 6 16,0 0-5-16,0 0 1 0,0 0 6 0,0 0 0 0,0 0-8 15,0 0-6-15,0 0 4 0,4-12 3 0,-4 12-4 16,0 0-10-16,3-11 14 0,-3 11-6 16,4-8 0-16,-4 8 0 0,2-12-4 0,1 5-6 15,-1 0 0-15,1 0-11 0,-3 7 12 0,1-15-2 0,2 10 5 16,-3 5 7-16,4-16-12 0,-3 9 2 0,0-4 0 15,3 4-4-15,-3-2 2 0,3 0 0 0,0 2-1 16,-1-4 0-16,0 1-6 0,2 1 3 0,0-2 10 16,-2 6-3-16,0-2-3 0,1-1 1 0,-2 2-6 15,-1 0 0-15,-1 6 2 0,7-14-5 0,-6 9 4 16,4-2 0-16,-2 1-1 0,-3 6 2 0,3-8 1 16,-3 8 1-16,4-8-3 0,-4 8-1 0,4-8 4 15,-4 8-5-15,3-7 3 0,-3 7 5 0,4-9-8 16,-4 9 2-16,4-7 4 0,-4 7 1 0,2-7-3 15,-2 7-3-15,5-8 13 0,-5 8-12 0,4-7 1 16,-4 7-8-16,0 0 4 0,4-8-2 0,-4 8 11 16,0 0-6-16,4-5 0 0,-4 5 0 0,0 0-2 15,3-6-4-15,-3 6 5 0,0 0 17 0,0 0-17 16,0 0 0-16,4-7 3 0,-4 7 5 0,0 0-9 16,0 0 1-16,0 0 4 0,0 0 4 0,0 0-8 15,0 0 9-15,0 0-1 0,0 0 4 0,0 0 2 16,0 0-2-16,0 0 1 0,0 0 6 0,0 0-10 15,0 0-2-15,0 0-1 0,0 0-3 0,0 0 4 16,0 0-1-16,0 0-6 0,0 0 5 0,0 0-3 16,0 0-1-16,0 0-3 0,0 0-8 0,0 0-13 15,0 0-19-15,0 0-8 0,0 0-1 0,0 0-13 16,0 0-2-16,0 0-20 0,0 0-9 0,-7 22-13 16,3-13-63-16,-1-2-187 0,-3 1 83 0</inkml:trace>
  <inkml:trace contextRef="#ctx0" brushRef="#br0" timeOffset="196808.76">20914 9640 22 0,'0'0'103'16,"0"0"-8"-16,0 0-1 0,4-14-17 0,-4 14-30 16,0 0-20-16,0 0-17 0,0 0-18 0,0 0-28 15,0 0-37-15,0 0-77 0,0 0 35 0</inkml:trace>
  <inkml:trace contextRef="#ctx0" brushRef="#br0" timeOffset="197033.44">20890 9635 135 0,'0'0'138'0,"0"0"-18"16,3-12-12-16,-3 12-11 0,0 0-9 0,4-7-20 15,-4 7 4-15,0 0-5 0,0 0-14 0,4-6-2 16,-4 6-5-16,0 0-13 0,0 0 3 0,0 0-22 16,0 0-6-16,0 0-8 0,0 0-8 0,0 0-14 15,13 9-7-15,-13-9-7 0,2 7-12 0,-2-7-8 16,0 0-7-16,0 10-83 0,0-10-157 0,0 0 69 16</inkml:trace>
  <inkml:trace contextRef="#ctx0" brushRef="#br0" timeOffset="197510.31">20920 9756 11 0,'0'0'138'0,"0"0"-1"0,-5-6-10 16,5 6-17-16,0 0 0 0,0 0-31 15,0 0 10-15,0 0-19 0,0 0-7 0,0 0-6 0,0 0 0 16,0-8-9-16,0 8-4 0,0 0-5 0,0 0-5 15,0 0-14-15,0 0-15 0,0 0-13 0,0 0-10 16,0 0-6-16,0 0-17 0,0 0 0 0,0 0-10 16,0 0-13-16,0 0-13 0,0 0-4 0,0 0-59 15,0 0-149-15,0 0 66 0</inkml:trace>
  <inkml:trace contextRef="#ctx0" brushRef="#br0" timeOffset="197739.06">20873 9800 121 0,'4'-27'121'0,"-4"27"-7"0,4-8-12 0,-4 8-11 16,3-5-4-16,-3 5-6 0,3-6-23 0,-3 6-6 0,0 0-23 15,4-5-26-15,-4 5-21 0,0 0-23 16,0 0-15-16,0 0-14 0,0 0-43 0,0 0-121 16,0 0 53-16</inkml:trace>
  <inkml:trace contextRef="#ctx0" brushRef="#br0" timeOffset="199866.52">20956 9746 43 0,'0'0'63'0,"0"0"-2"16,0 0-6-16,0 0-4 0,0 0-6 15,0 0-2-15,0 0-7 0,0 0-6 0,0 0-3 16,0 0-1-16,0 0-8 0,0 0 4 0,0 0-3 16,0 0-1-16,0 0-8 0,0 0 7 0,0 0-5 0,0 0 0 15,0 0 3-15,0 0-12 0,0 0-2 16,0 0 4-16,0 0-1 0,0 0 3 0,0 0-6 0,0 0 5 16,0 0 0-16,0 0-6 0,0 0 3 15,0 0 0-15,0 0-3 0,0 0 9 0,0 0-8 0,0 0 4 16,0 0 1-16,0 0-8 0,0 0 9 0,0 0-3 15,0 0-5-15,0 0-12 0,0 0 0 0,0 0-13 16,0 0-12-16,0 0-16 0,0 0-38 0,11 3-99 16,-11-3 45-16</inkml:trace>
  <inkml:trace contextRef="#ctx0" brushRef="#br0" timeOffset="200448.81">20924 9696 25 0,'0'0'47'0,"0"0"-15"15,0 0 1-15,0 0-5 0,0 0-4 0,0 0-3 0,0 0-3 16,0 0-10-16,0 0 0 0,0 0 1 0,0 0-15 16,0 0-2-16,0 0-3 0,0 0-1 0,0 0 3 15,0 0-4-15,0 0-2 0,0 0-2 0,0 0-10 16,0 0-30-16,0 0 13 0</inkml:trace>
  <inkml:trace contextRef="#ctx0" brushRef="#br0" timeOffset="201431.42">17902 9632 6 0,'-18'1'19'0,"4"-1"-6"0,1 2 6 0,0-2-3 16,5 0-1-16,8 0-4 0,-13-2 10 16,13 2 6-16,-13-1 1 0,13 1 3 0,-9-1-1 15,9 1 0-15,-7-3-10 0,7 3 8 0,0 0-9 0,-8-2 1 16,8 2-3-16,0 0 1 0,-8-4 1 0,8 4 1 15,-7-3-5-15,7 3 4 0,0 0-6 0,0 0-3 16,-6-5 3-16,6 5-9 0,0 0 9 16,0 0-7-16,0 0 3 0,-8-3-1 0,8 3-7 0,0 0 4 15,0 0 2-15,0 0-6 0,-10-1 2 0,10 1-2 16,0 0 2-16,0 0-3 0,0 0-9 0,0 0 0 16,-10 4-15-16,10-4-7 0,0 0-9 15,-3 5-35-15,3-5-80 0,0 0 36 0</inkml:trace>
  <inkml:trace contextRef="#ctx0" brushRef="#br0" timeOffset="201958.09">18069 9441 12 0,'0'0'34'0,"-17"-2"-2"16,17 2 6-16,0 0-2 0,-15 7-5 0,7-4-7 15,2 1 5-15,-3 1 5 0,0 0-9 0,-2-1 0 16,0 1 1-16,1 0-1 0,-3 1-5 0,2-2-3 16,-2 1 5-16,0 0-4 0,2 1 1 0,-2-1-8 15,1-2 2-15,1 3-1 0,1-3-10 0,-1 0 8 16,1 1-4-16,-1 1-4 0,3-1 6 0,-1 1 3 16,0-4-5-16,2 2-5 0,0-1 4 0,-1 0-5 15,1 1 3-15,-2 0 3 0,1 0-4 0,2-2 1 16,6-1 4-16,-10 2-11 0,10-2 7 0,-8 2 0 15,8-2-2-15,-8 2-1 0,8-2 1 0,0 0-6 16,-7 4 8-16,7-4-5 0,0 0 0 0,-4 5 1 16,4-5-2-16,0 0 1 0,0 0 3 0,0 0 6 15,9 14-12-15,-6-9 11 0,3-1-7 0,0 2 2 16,3-2-6-16,2 2 10 0,-2 0-2 0,2 1-2 16,4 2-2-16,0-2 4 0,2 2-3 0,-2 0 5 15,4 2-2-15,1-3-16 0,-4 4-4 0,8 2-14 16,-1-1-7-16,2 1-10 0,-1 0-27 0,0-2-79 15,-5-1 35-15</inkml:trace>
  <inkml:trace contextRef="#ctx0" brushRef="#br0" timeOffset="207918.52">20893 9668 47 0,'0'0'49'0,"0"0"-10"0,0 0 3 0,0 0-5 15,0 0-6-15,0 0-1 0,0 0-6 0,0 0-6 16,0 0 5-16,0 0-1 0,0 0-7 0,0 0-1 16,0 0 0-16,0 0-4 0,0 0 2 0,0 0-4 15,0 0 1-15,0 0 1 0,0 0-8 0,0 0-3 16,0 0-12-16,0 0 0 0,0 0-8 0,0 0-7 0,0 0-36 16,0 0-68-16,0 0 30 0</inkml:trace>
  <inkml:trace contextRef="#ctx0" brushRef="#br0" timeOffset="65646.5">22502 8897 4 0,'0'0'57'0,"0"0"-9"16,0 0 0-16,0 0-3 0,1-7-3 0,-1 7-6 16,0 0-15-16,0 0-4 0,0 0-9 0,0 0-14 15,0 0-13-15,0 0-32 0,0 0-54 0,0 0 25 16</inkml:trace>
  <inkml:trace contextRef="#ctx0" brushRef="#br0" timeOffset="66631.37">21792 6815 4 0,'0'0'25'0,"0"0"4"0,0 0-4 0,0 0 2 16,0 0-8-16,0 0-6 0,0 0 0 0,0 0-1 16,0 0-2-16,0 0 2 0,0 0-2 0,0 0 1 15,0 0-1-15,0 0-5 0,0 0 0 0,0 0-2 16,0 0 2-16,0 0 1 0,0 0-4 0,0 0 1 16,0 0 1-16,0 0-1 0,0 0 0 0,0 0-2 15,0 0 6-15,0 0 4 0,0 0 1 0,0 0 1 16,0 0 3-16,0 0 0 0,0 0-2 0,0 0 3 15,0 0-3-15,0 0-7 0,0 0 5 0,0 0 0 16,0 0 0-16,0 0-3 0,0 0-1 0,0 0 2 16,0 0-2-16,0 0 0 0,0 0 1 0,0 0-5 15,0 0-4-15,0 0 10 0,0 0-5 0,0 0-1 16,0 0 3-16,0 0-7 0,0 0 4 0,0 0-2 16,0 0 1-16,0 0-3 0,0 0 4 0,0 0-4 15,0 0 2-15,0 0 3 0,0 0-4 0,0 0 2 16,0 0-5-16,0 0 4 0,0 0-1 0,0 0 1 0,0 0-4 15,0 0 3-15,0 0 5 0,0 0-9 16,0 0 6-16,0 0-3 0,0 0-13 0,0 0-17 16,0 0-8-16,0 0-38 0,0 0-83 0,0 0 37 15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10:15:43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16934 7832 10 0,'12'4'13'0,"0"0"-4"15,1-2-4-15,2 2 7 0,1 1-2 0,2-2-2 16,-2 0 6-16,3 1-6 0,-1 2 1 0,3-2-2 16,-1-1 0-16,2 1 4 0,5 0-5 0,-5 0 2 15,6 2-8-15,-8-5 7 0,2 3-2 0,0-1-2 16,-3 2 5-16,1-1-5 0,2 0-1 0,-3 0-4 16,-1 0 6-16,0 0-3 0,0-2 3 0,-4 0 1 15,3 4 0-15,-5-4-3 0,2 0-1 0,4 1-3 16,0 0 4-16,0 0 1 0,1-2-1 0,-1 1-1 15,1 1-4-15,-1-2 3 0,5 0-2 0,-5 0 1 16,1 2 0-16,3 0 1 0,-2-2 0 0,1 2-2 16,-1-3-3-16,3 1 5 0,-2 2-4 0,-1-3 2 15,-2 2-3-15,1-2 1 0,0 1 0 0,2-1-5 0,-3 0 0 16,2 0 3-16,-2 4-5 0,4-4 11 0,1 1-8 16,-2 0 7-16,0-1-5 0,1 1 2 15,1 0 2-15,5-1 0 0,-3 2 0 0,-4-2-1 0,2 2 1 16,-3-2 1-16,3 0 1 0,5 0-6 0,-6 0 3 15,5 0 4-15,-7 0-4 0,9-2 1 0,-9 2 2 16,3 0 0-16,-3-2-2 0,9 0-1 0,-8 1 3 16,0 1 5-16,-2-1-3 0,1 0-2 0,2-2 3 15,-3 3-1-15,-1 0 0 0,0 0-1 0,0-1-3 16,-5-1 3-16,2 2-2 0,-2-1 6 0,1-1-2 16,0 1-4-16,4-1 8 0,-3 2-3 0,4-2-1 15,-5 0-1-15,3-1 6 0,-3 2 2 0,0 0-8 16,4 0 1-16,-3 0 3 0,-2-1-1 0,5 0 0 15,-5 1-3-15,5-1-1 0,-4 1-4 0,0-2 8 16,-1 1-7-16,0-2 1 0,4 0-4 0,-3 2 1 16,-2-2 2-16,-1 2 0 0,2-2-1 0,-3 1-3 15,2-2 2-15,-3 1 0 0,-2 1 3 0,2-1-1 16,-1-1-4-16,-2 1 3 0,2-2-4 0,0-1-2 16,-2 3 4-16,-1-1 0 0,-1-2 3 0,2-1-12 15,0 2-15-15,-1-4 7 0</inkml:trace>
  <inkml:trace contextRef="#ctx0" brushRef="#br0" timeOffset="22.31">19121 7810 30 0,'4'-10'-5'0,"-2"0"-6"0,-1 1 2 15</inkml:trace>
  <inkml:trace contextRef="#ctx0" brushRef="#br0" timeOffset="605.17">19140 7612 4 0,'0'-11'5'0,"0"0"3"16,0 2 1-16,-1-2-2 0,-1 2 1 16,1 1-1-16,-1-3-5 0,0 4 0 0,1-3-1 15,1 1 2-15,-3-1 2 0,2-1 1 0,0 2-1 16,-3 0-2-16,1-1 0 0,1 3 3 0,-2-4 2 15,-1 3-3-15,1-1-4 0,-1 0 0 0,1 0-2 16,-1-1 3-16,0 1-1 0,-3 0 2 0,2-1-9 16,-1 2 7-16,0-2-1 0,-1 3-1 0,-2-1 2 15,-2-4-2-15,3 3 1 0,-3 1-6 0,-1-2 8 16,-2 2-1-16,0-2-1 0,-1 0 0 0,-1 1 0 0,-1-2-3 16,2 2-4-16,-3 3 11 0,0-3-4 0,0 2-2 15,-2 0-3-15,2-1 5 0,-2 4 0 16,1-3 0-16,1 0-1 0,-2 1 3 0,1 0-2 15,-7-1 3-15,-1 1-5 0,3-2-4 0,4 5 4 0,-1-2 3 16,0 0-3-16,2 0 3 0,-7 0 0 0,-1 0-1 16,5 1 1-16,-4 0-3 0,1-1 2 0,3 0 4 15,-3 1-6-15,-4 0 2 0,2-2-2 16,-1 0 2-16,1 3-6 0,-2-1 3 0,2 1 3 0,-1-2-3 16,1 1 3-16,-1 1 0 0,0-1-1 0,0 1 1 15,-1 2-5-15,2-3 6 0,0 2-6 0,0 1 2 16,0 0 1-16,-2 0 2 0,8 0-4 15,-5 1 6-15,-4 0-5 0,3 0 0 0,0-2-5 0,-2 2 11 16,2 2-7-16,1-2-2 0,-1 1 10 0,0 0-1 16,0-1-6-16,5 1 2 0,-3 0-5 0,5 1-5 15,-7-2 20-15,7 1-9 0,-7 3 0 0,7-1-2 16,-7-1 4-16,0-1-1 0,5 0-2 0,-3 3 2 16,4-1 0-16,-6 1 1 0,-1 0-2 0,8-2 6 15,-6 3-7-15,-1 1 3 0,7-2-4 0,-6 1-3 16,6-1 8-16,-1-1-1 0,2 3-2 0,-9 0 1 15,1 1-2-15,2-1 4 0,-1-3-1 0,8 4-4 16,-1-3 2-16,-6 5 1 0,7-5-2 0,-2 3-1 16,1-1 1-16,-1 0 1 0,3 0 3 0,-4 1-6 15,2-3 1-15,-1 3 1 0,2 2 2 0,-1-1-4 16,-4 2 2-16,3-1 5 0,-3 1-9 0,0 2-6 16,-1 0 4-16</inkml:trace>
  <inkml:trace contextRef="#ctx0" brushRef="#br0" timeOffset="3965.35">21444 7060 4 0,'0'0'13'15,"8"3"-3"-15,-8-3 2 0,0 0-4 0,0 0-1 16,0 0 4-16,0 0-6 0,0 0 5 0,0 0-5 16,0 0 0-16,0 0 2 0,0 0-5 0,0 0 3 15,0 0-9-15,0 0-1 0,0 0-12 0,0 0-16 16,0 0 8-16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4T10:44:55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10378 13182 41 0,'0'0'62'0,"0"0"-6"0,0 0-5 15,0 0-7-15,0 0-2 0,0 0-3 0,0 0-9 16,0 0-4-16,0 0 1 0,0 0-3 0,0 0-3 16,0 0-3-16,0 0-1 0,0 0 1 0,0 0-4 15,0 0-4-15,0 0-4 0,0 0 5 16,0 0 0-16,0 0-4 0,0 0 3 0,0 0-4 0,0 0-2 15,0 0 0-15,0 0 2 0,0 0-3 0,0 0 4 16,0 0-2-16,0 0-7 0,0 0-6 0,0 0-4 16,0 0-2-16,0 0-2 0,0 0-1 0,0 0 0 15,0 0-4-15,0 0-2 0,0 0-8 0,0 0-10 16,0 0-29-16,0 0-75 0,0 0 32 16</inkml:trace>
  <inkml:trace contextRef="#ctx0" brushRef="#br0" timeOffset="12017.94">23745 13000 18 0,'0'0'125'0,"0"0"-14"16,0 0-4-16,0 0-1 0,0 0-8 0,0 0 1 15,0 0-2-15,0 0-11 0,0 0-7 0,0 0-6 16,0 0-6-16,0 0-8 0,0 0-8 0,0 0-2 16,0 0-8-16,0 0-5 0,0 0-7 0,0 0-4 15,0 0-4-15,0 0-2 0,0 0-17 0,0 0-2 16,0 0-6-16,0 0-15 0,0 0-16 0,0 0-13 16,0 0-15-16,0 0-17 0,0 0-6 0,0 0-88 15,0 0-188-15,0 0 83 0</inkml:trace>
  <inkml:trace contextRef="#ctx0" brushRef="#br0" timeOffset="13300.21">25518 6854 47 0,'0'0'48'0,"0"0"0"0,0 0-6 0,0 0-2 15,0 0-6-15,0 0-1 0,0 0-8 0,0 0-11 16,0 0 1-16,0 0-16 0,0 0-19 0,0 0-35 15,0 0-58-15,0 0 26 0</inkml:trace>
  <inkml:trace contextRef="#ctx0" brushRef="#br0" timeOffset="14877.18">22244 13054 24 0,'0'0'96'0,"0"0"-15"0,0 0 0 0,0 0-6 16,0 0 4-16,0 0-11 0,0 0 1 0,0 0-8 16,0 0-4-16,0 0-8 0,0 0-5 0,0 0-11 15,0 0-16-15,0 0-7 0,0 0-15 0,0 0-21 16,0 0-6-16,0 0-10 0,0 0-17 0,0 0-55 16,0 0-123-16,0 0 55 0</inkml:trace>
  <inkml:trace contextRef="#ctx0" brushRef="#br0" timeOffset="16066.49">22187 13001 84 0,'0'0'106'0,"0"0"8"16,0 0-14-16,0 0-5 0,0 0-10 15,0 0-5-15,0 0-12 0,0 0-7 0,0 0-13 16,0 0-22-16,0 0-18 0,0 0-19 0,0 0-12 15,0 0-19-15,0 0-14 0,0 0-69 0,0 0-133 16,0 0 60-16</inkml:trace>
  <inkml:trace contextRef="#ctx0" brushRef="#br0" timeOffset="69687.75">9167 13814 38 0,'-16'-12'70'15,"2"4"-5"-15,2 1-6 0,-3-1 4 0,1-2 5 16,0 2-15-16,-2 1-9 0,2-2-2 0,2 3-4 16,1 1 2-16,0-2 5 0,2 2-19 0,-2 0-9 15,1 1-20-15,-2 0-17 0,2-1-20 0,4 2-62 16,-5 0-109-16,0 2 50 0</inkml:trace>
  <inkml:trace contextRef="#ctx0" brushRef="#br0" timeOffset="84873.37">14631 8824 8 0,'0'-29'28'0,"3"2"-6"0,-3-2-3 16,4 4 6-16,-2-2-20 0,0 4 4 0,-2-2-9 16,0 0 0-16,4 0-7 0,-4 0-12 15,0-3-19-15,2 1 9 0</inkml:trace>
  <inkml:trace contextRef="#ctx0" brushRef="#br0" timeOffset="89963.51">16131 6646 46 0,'0'0'55'0,"0"0"-7"0,0 0 0 15,0 0-9-15,0 0 3 0,0 0 2 0,0 0-3 16,0 0-9-16,0 0 6 0,0 0-3 0,0 0 8 16,0 0-5-16,0 0 22 0,0 0-19 0,7 1 2 15,-7-1 7-15,0 0-3 0,0 0-3 0,0 0 0 0,0 0-1 16,0 0-2-16,0 0-1 0,0 0 2 16,0 0-5-16,0 0 0 0,0 0 1 0,0 0-9 15,0 0 1-15,0 0-4 0,0 0-2 0,0 0-6 16,0 0 1-16,0 0-1 0,0 0-3 0,0 0-1 0,0 0 3 15,0 0-10-15,0 0-23 0,0 0-15 16,0 0-27-16,0 0-19 0,0 0-34 0,0 0-69 16,0 0-195-16,0 0 86 0</inkml:trace>
  <inkml:trace contextRef="#ctx0" brushRef="#br0" timeOffset="92411.08">12736 7118 25 0,'0'0'55'16,"2"-6"-3"-16,-2 6-3 0,0 0-6 0,0 0 3 16,0 0-8-16,0 0-4 0,0 0-4 0,0-7-7 0,0 7-12 15,0 0-13-15,0 0-22 0,0 0-13 0,0 0-21 16,0 0-61-16,0 0 27 0</inkml:trace>
  <inkml:trace contextRef="#ctx0" brushRef="#br0" timeOffset="95089.97">16162 6827 5 0,'0'0'52'0,"0"0"-1"0,0 0-13 0,0 0-1 15,0 0-5-15,0 0-10 0,0 0-15 0,0 0-2 16,0 0 3-16,0 0-8 0,0 0-4 0,0 0-6 16,0 0-4-16,0 0-25 0,0 0-41 0,-16 10 19 15</inkml:trace>
  <inkml:trace contextRef="#ctx0" brushRef="#br0" timeOffset="96152.23">13072 7535 14 0,'0'0'31'0,"0"0"-17"15,0 0-11-15,0 0-14 0,0 0-11 0,0 0 5 16</inkml:trace>
  <inkml:trace contextRef="#ctx0" brushRef="#br0" timeOffset="97029.73">15420 8275 9 0,'0'-8'82'0,"0"8"-2"0,0 0-13 0,0 0-8 16,0-10-2-16,0 10 0 0,0 0-25 0,0 0-14 15,0 0-15-15,0 0-30 0,0 0-47 0,-4-6-78 0,4 6 35 16</inkml:trace>
  <inkml:trace contextRef="#ctx0" brushRef="#br0" timeOffset="98059.5">15572 8450 5 0,'-8'1'13'0,"0"2"-16"0,0-2-4 0,0 2 2 16</inkml:trace>
  <inkml:trace contextRef="#ctx0" brushRef="#br0" timeOffset="105087.71">15104 8603 22 0,'0'0'48'0,"-6"-3"-3"16,6 3-5-16,0 0-7 0,0 0-1 0,0 0-4 15,0 0 2-15,0 0-4 0,0 0-4 0,0 0-2 16,-4-7-1-16,4 7-6 0,0 0 1 0,0 0-1 16,0 0-2-16,0 0 0 0,0 0-4 0,0 0-5 0,-9-2 1 15,9 2-6-15,0 0-4 0,0 0-7 0,-14 2 4 16,14-2-5-16,-13 0 4 0,13 0-14 15,-13 2 4-15,3-2-2 0,0 0 4 0,-2 0-4 16,3 0 5-16,-2 0 1 0,11 0 1 0,-18-3-4 0,9 3-14 16,0 0-35-16,-1-1 16 0</inkml:trace>
  <inkml:trace contextRef="#ctx0" brushRef="#br0" timeOffset="107685.79">15121 8635 56 0,'0'0'55'0,"0"0"4"0,0 0-7 0,0 0 0 15,0 0-8-15,0 0-9 0,0 0-2 0,0 0-11 16,0 0-10-16,0 0-2 0,0 0-10 0,0 0-13 15,0 0-12-15,0 0-41 0,0 0-71 16,0 0 32-16</inkml:trace>
  <inkml:trace contextRef="#ctx0" brushRef="#br0" timeOffset="109960.89">4691 6935 67 0,'0'0'51'0,"9"-6"2"16,-9 6-20-16,0 0-21 0,0 0-18 16,0 0-29-16,0 0-39 0,0 0 18 0</inkml:trace>
  <inkml:trace contextRef="#ctx0" brushRef="#br0" timeOffset="176098.09">11945 8867 7 0,'0'0'8'0,"0"0"4"16,0 0 0-16,3-7-3 0,-3 7 1 0,0 0 4 15,0 0-1-15,0 0-1 0,0 0 3 0,0 0 3 16,0 0-5-16,0 0-2 0,0 0-2 0,0 0 1 15,0 0 0-15,0 0 2 0,1-7-5 0,-1 7-1 16,0 0-1-16,0 0-2 0,0 0-1 0,0 0-1 16,0 0 1-16,0 0-9 0,0 0-8 0,0 0-19 15,0 0-35-15,0 0 16 0</inkml:trace>
  <inkml:trace contextRef="#ctx0" brushRef="#br0" timeOffset="177813.68">15588 8752 19 0,'0'0'55'0,"0"0"-9"0,0 0 0 16,0 0-5-16,0 0-12 0,0 0-12 0,0 0-17 15,0 0-3-15,0 0-15 0,0 0 2 0,0 0-20 0,0 0-39 16,0 0 17-16</inkml:trace>
  <inkml:trace contextRef="#ctx0" brushRef="#br0" timeOffset="178852.79">15468 8735 40 0,'-5'-6'47'0,"5"6"-2"0,0 0-5 0,0 0-6 15,-9-4-6-15,9 4-3 0,0 0 0 0,-6-3 1 16,6 3-3-16,-9-3-5 0,9 3-1 0,-10-2-8 16,10 2 0-16,-11-1-3 0,11 1 0 0,-14-2-4 15,3 1-1-15,4 1 0 0,7 0-11 0,-20-4 0 16,12 4-1-16,-4 0 1 0,3 0-8 0,-3 0 1 15,-2-2-3-15,4 2 6 0,-2 2-1 0,1-2 0 16,-2 0 1-16,2 0-7 0,-2 0 0 0,0 0-14 16,0-2-37-16,0 2 16 0</inkml:trace>
  <inkml:trace contextRef="#ctx0" brushRef="#br0" timeOffset="179968.3">13367 8663 33 0,'0'0'33'16,"-9"-2"-7"-16,9 2 5 0,0 0-10 0,0 0 1 16,0 0-5-16,-10-1 5 0,10 1-2 0,0 0-2 15,0 0 1-15,0 0 1 0,0 0 1 0,0 0-6 0,0 0-1 16,-10-2-2-16,10 2-1 0,0 0 5 16,0 0-10-16,0 0 3 0,0 0-1 0,0 0 1 15,0 0-3-15,-7-2-1 0,7 2 4 0,0 0-8 16,0 0 4-16,0 0-9 0,-12 0 7 0,12 0 2 15,0 0-6-15,0 0 5 0,-9-1 3 0,9 1-11 16,0 0 4-16,0 0 0 0,0 0 0 0,0 0 1 16,-11 0 3-16,11 0-4 0,0 0 8 0,0 0-5 15,0 0 3-15,0 0-4 0,0 0-2 0,0 0 1 16,0 0 3-16,0 0-5 0,0 0 9 0,0 0-13 16,0 0 9-16,-11 1-4 0,11-1 7 0,0 0-7 15,0 0 8-15,0 0-8 0,0 0 4 0,0 0 0 16,0 0-2-16,0 0 6 0,0 0-3 0,0 0-5 15,0 0 2-15,0 0 2 0,0 0-3 0,0 0 0 16,0 0 5-16,0 0-4 0,0 0 0 0,0 0-1 16,0 0 2-16,0 0-3 0,0 0 6 0,0 0-7 0,0 0 6 15,0 0-3-15,0 0-2 0,0 0-1 16,0 0 5-16,0 0-7 0,0 0 1 0,0 0-2 16,0 0 0-16,0 0 2 0,0 0-3 0,0 0 2 0,0 0 5 15,0 0-7-15,0 0 4 0,0 0-3 0,0 0 2 16,0 0-1-16,0 0 2 0,0 0 0 15,0 0-8-15,0 0-5 0,0 0 5 0,0 0-9 16,0 0-1-16,0 0 4 0,0 0-8 0,0 0 4 0,0 0 0 16,0 0-7-16,0 0 1 0,0 0-28 0,0 0-57 15,0 0 26-15</inkml:trace>
  <inkml:trace contextRef="#ctx0" brushRef="#br0" timeOffset="181364.37">13312 8822 12 0,'0'0'13'16,"0"0"0"-16,0 0-8 0,0 0 6 0,0 0-3 16,0 0 6-16,0 0-7 0,0 0 2 0,0 0-3 0,0 0 2 15,0 0 1-15,0 0-2 0,0 0-5 16,0 0 6-16,0 0-14 0,0 0 10 0,0 0-5 15,0 0 2-15,0 0 2 0,0 0-1 0,0 0-2 16,0 0 5-16,0 0-3 0,0 0-4 0,0 0-5 16,0 0 11-16,0 0-2 0,0 0-6 0,0 0-2 15,0 0 3-15,0 0-8 0,0 0-9 0,0 0-21 16,0 0 10-16</inkml:trace>
  <inkml:trace contextRef="#ctx0" brushRef="#br0" timeOffset="-198908.57">14066 7121 5 0,'23'-2'11'0,"7"2"1"15,-3 0-4-15,0-2-1 0,4 0 0 0,-3 2-3 0,3 2-1 16,0-4 5-16,1 2 0 0,-3 0-10 0,2 2 2 16,-2-1-13-16,1-1-12 0,-1 1 6 15</inkml:trace>
  <inkml:trace contextRef="#ctx0" brushRef="#br0" timeOffset="-198494.45">15604 7071 8 0,'0'0'13'0,"0"0"-1"0,0 0-3 0,9-2 5 15,-9 2 2-15,0 0 0 0,7-1-3 0,-7 1 4 16,0 0-3-16,0 0 5 0,9-3-4 0,-9 3-1 15,0 0-1-15,0 0 2 0,0 0 2 16,0 0-3-16,8-1 1 0,-8 1-2 0,0 0-2 16,0 0 0-16,0 0-2 0,0 0 2 0,0 0-5 0,0 0-1 15,0 0 1-15,0 0-9 0,0 0 3 0,0 0-8 16,0 0-10-16,0 0-6 0,0 0-22 0,0 0-50 16,-24 5 23-16</inkml:trace>
  <inkml:trace contextRef="#ctx0" brushRef="#br0" timeOffset="-196818.43">10966 9917 30 0,'0'0'51'16,"-5"-4"-6"-16,5 4-8 0,0 0-17 0,0 0-20 0,0 0-31 15,0 0-33-15,0 0 15 0</inkml:trace>
  <inkml:trace contextRef="#ctx0" brushRef="#br0" timeOffset="-193106.38">15804 8801 16 0,'0'0'23'0,"0"0"3"0,0 0-1 16,0 0-1-16,0 0-7 0,0 0 6 0,0 0-6 15,0 0 3-15,0 0 0 0,0 0 1 0,0 0-4 16,0 0-3-16,0 0 0 0,0 0-1 0,0 0-3 16,0 0-1-16,0 0 1 0,0 0 3 0,0 0 0 15,0 0 0-15,0 0-3 0,0 0 2 16,0 0-7-16,0 0 7 0,0 0-3 0,0 0 4 16,0 0 4-16,0 0-12 0,0 0 5 0,0 0 0 0,0 0 3 15,0 0-3-15,0 0-1 0,0 0 0 0,0 0 0 16,0 0-4-16,0 0-1 0,0 0-1 0,0 0 3 15,0 0 4-15,0 0-13 0,0 0 7 0,0 0 2 16,0 0-4-16,0 0 3 0,0 0-4 0,0 0 5 16,0 0-6-16,0 0-6 0,0 0 0 0,0 0-1 15,0 0-9-15,0 0-2 0,0 0-1 0,0 0-2 16,0 0 5-16,0 0-10 0,0 0-2 0,0 0 1 16,-13-2 2-16,13 2-4 0,0 0-24 0,0 0-58 15,0 0 27-15</inkml:trace>
  <inkml:trace contextRef="#ctx0" brushRef="#br0" timeOffset="-190624.25">12360 8833 4 0,'0'0'29'16,"0"0"-1"-16,0 0-1 0,0 0-5 0,0 0-1 15,0 0 3-15,0 0-5 0,0 0-2 0,0 0-6 16,0 0 1-16,0 0-6 0,0 0 1 0,0 0 5 16,0 0-4-16,0 0-2 0,0 0-2 0,0 0 6 0,0 0-5 15,0 0-4-15,0 0-1 0,0 0-2 16,0 0 1-16,0 0 2 0,0 0 6 0,0 0-9 16,0 0 4-16,0 0-5 0,0 0 3 0,0 0 1 0,0 0-1 15,0 0 0-15,0 0 2 0,0 0 1 0,0 0-2 16,0 0 0-16,0 0 0 0,0 0 0 15,0 0 1-15,0 0 0 0,0 0 0 0,0 0 1 0,0 0 2 16,0 0-3-16,0 0 3 0,0 0 1 16,0 0 0-16,0 0 2 0,0 0-3 0,0 0 2 0,0 0-2 15,0 0-5-15,0 0 0 0,0 0 6 0,0 0-4 16,0 0 1-16,0 0-3 0,0 0 3 0,0 0-1 16,0 0 0-16,0 0 2 0,0 0-4 15,0 0-2-15,0 0 2 0,0 0 1 0,0 0 6 0,0 0-7 16,0 0 4-16,0 0-2 0,0 0 3 0,0 0-1 15,-13-4-3-15,13 4 3 0,0 0 3 0,0 0-4 16,0 0-5-16,0 0 0 0,0 0 7 0,0 0-5 16,0 0 3-16,0 0 2 0,0 0-4 0,0 0-7 15,0 0 3-15,0 0-2 0,0 0-5 0,0 0-6 16,0 0-9-16,0 0-33 0,0 0-62 0,0 0 27 16</inkml:trace>
  <inkml:trace contextRef="#ctx0" brushRef="#br0" timeOffset="-183170.46">16064 7031 10 0,'0'0'12'0,"0"0"-3"15,6 1 1-15,-6-1-3 0,0 0 5 0,0 0-3 16,0 0 0-16,0 0 0 0,7 3 4 0,-7-3-1 0,0 0-1 16,0 0 9-16,0 0-8 0,0 0 7 15,0 0-5-15,0 0 2 0,0 0 5 0,0 0-7 16,0 0 1-16,0 0 1 0,0 0-7 0,0 0 1 15,0 0-7-15,0 0 5 0,0 0-4 0,0 0-13 16,0 0-2-16,0 0-17 0,3 3-15 0,-3-3-46 0,0 0 20 16</inkml:trace>
  <inkml:trace contextRef="#ctx0" brushRef="#br0" timeOffset="-177074.61">16797 7051 21 0,'0'0'27'0,"0"0"0"0,0 0-5 15,0 0-3-15,0 0-9 0,0 0 1 0,0 0-9 16,0 0-8-16,0 0-6 0,0 0-9 0,0 0-21 15,0 0 9-15</inkml:trace>
  <inkml:trace contextRef="#ctx0" brushRef="#br0" timeOffset="-175693.8">17493 7053 1 0,'5'-2'4'0,"-5"2"-3"0,16 0 7 0,-16 0-8 16,13 0 4-16,-5 0-3 0,1-1 2 16,-9 1-1-16,15 0 0 0,-9 0-1 0,3-1 2 15,-9 1 0-15,14-3 0 0,-6 4-3 0,-8-1 7 0,18-1 4 16,-8 1-1-16,0-1-4 0,-10 1-1 0,17 0 1 15,-8-1 0-15,1-1 2 0,0 0 4 16,-1 2-7-16,1-2-4 0,0 2 0 0,-10 0 3 16,20 0-1-16,-14-1 1 0,5 1 0 0,0 0 7 15,-3 0-5-15,2-2 8 0,-1 2-11 0,-9 0 3 0,19 0-1 16,-11 0 0-16,3 0 1 0,-3 0 0 0,1-1 0 16,2 2 2-16,0-1-1 0,0-1 0 15,2 1-1-15,-3 0 2 0,2 0-1 0,-1 0-2 0,2 0 0 16,0 0-2-16,-2 0 0 0,1 0 2 15,0-2-2-15,0 2 6 0,1 2-1 0,-2-2 3 0,0 0-5 16,0 0 1-16,-1-2-3 0,3 2 0 16,-3 0 3-16,2 0-3 0,-2 0 2 0,3 2 2 0,-3-4-1 15,1 2-3-15,1-1 5 0,-2 1 1 0,3 0 3 16,-2 0-4-16,1 0 3 0,-1-3-12 0,1 3 6 16,1-1 7-16,-3 1-8 0,2 0-1 0,-1 0-2 15,-1-2 1-15,3 2 0 0,-2 0-1 0,0 0-1 16,-4 0 4-16,5-1 1 0,-1-1-5 0,-2 2 4 15,3-1 1-15,-2-1-5 0,0 2 1 16,-10 0 1-16,16 0-3 0,-9 0 5 0,1-1-5 16,5 1 1-16,-2 0 2 0,-2 0-1 0,3 0-2 0,-5 0 0 15,5 1 3-15,-3-2 1 0,1 2-3 0,-10-1 2 16,19 0 6-16,-11 0-6 0,2 0-7 0,-2 0 6 16,1 2-1-16,1-2-1 0,1 0 2 0,0 0 5 15,0-2-7-15,-1 1 6 0,-2 1-4 16,2 0-1-16,3 0-2 0,-1-2 7 0,-1 1-5 0,2 0-1 15,0 0-1-15,-1 0 5 0,-3 1-3 0,3 0 0 16,0 0 4-16,-1 0-4 0,-1 0 4 0,3-1-5 16,-3 0 1-16,3 1 0 0,-4 0 0 0,2-1-2 15,1 1-4-15,-1-3 4 0,-2 3 8 0,3 0-10 16,-2 0 3-16,0 0-7 0,2 0 5 0,-2 0-4 16,0-1 11-16,0 1-12 0,1 0 6 0,-2 0-11 15,-9 0-4-15,15 0-6 0,-7 0-6 0,-8 0-3 16,9 1-9-16,-9-1-23 0,10 0-68 0,-10 0 30 15</inkml:trace>
  <inkml:trace contextRef="#ctx0" brushRef="#br0" timeOffset="-172722.59">19190 7032 2 0,'0'0'17'0,"0"0"1"0,0 0-5 0,0 0 2 16,0 0-3-16,0 0 2 0,0 0-4 0,0 0 0 0,0 0-3 16,0 0 6-16,0 0 1 0,0 0-10 0,0 0 3 15,0 0-3-15,0 0 1 0,0 0-2 0,0 0 6 16,0 0-5-16,0 0-6 0,-5-5 4 15,5 5 0-15,0 0-2 0,0 0 4 0,0 0-2 16,0 0-3-16,0 0 1 0,0 0-2 0,0 0-1 0,0 0-1 16,0 0 3-16,0 0 1 0,0 0 1 0,0 0 2 15,0 0-7-15,0 0 6 0,0 0-3 0,0 0 0 16,0 0-5-16,0 0 8 0,0 0-4 16,0 0 3-16,0 0 3 0,0 0-3 0,0 0 1 15,0 0 0-15,0 0-1 0,0 0 0 0,0 0 0 0,0 0-1 16,24 5 8-16,-24-5-4 0,13 0 1 0,-3-1 3 15,1 1-5-15,-2 0 0 0,4 0 1 16,0-3 3-16,-2 3-1 0,3-1-1 0,3-1 1 16,-3 4 4-16,0-4 1 0,4 1-3 0,-5 1 5 15,1 0-9-15,4 1 4 0,-4-2 3 0,-1 1-8 0,2-2 3 16,2 4-3-16,2-2 7 0,-6 0-6 0,6 0 1 16,-3 1-6-16,2-2 5 0,1 2-4 0,-1-1 6 15,1 0-6-15,1 0 5 0,0 0-5 0,0 0 1 16,0 0 6-16,0-1-5 0,2-1-1 15,-2 4 3-15,-1-4 1 0,2 2 1 0,-2 2-4 0,2-2 1 16,-2 1 3-16,-1-1-3 0,1 0 1 0,-1 0 1 16,0 0-6-16,-1 2 2 0,1-4 2 0,-1 2-4 15,2 2 11-15,-1-4-10 0,1 2 6 0,-1 0 0 16,-1 0-5-16,1 0 0 0,1 0-3 16,0 0 2-16,-1 0 6 0,0 0-10 0,-2 0 2 0,-2-1-1 15,4 1 2-15,1 1-1 0,-6-1 0 0,6 0 3 16,-2 0-3-16,-3 2-3 0,3-4 5 0,-3 2-4 15,-1 0 3-15,-1-1 5 0,1 1-3 0,-1 0-3 16,0 0 2-16,0-2 2 0,1 1 1 0,-3-1-3 16,3 2-3-16,-2 0 1 0,-1-1 2 0,1 1-1 15,1 0-1-15,-4 0 3 0,-8 0 4 0,19 0-5 16,-10 0 2-16,-1 0-2 0,3 0 2 0,-3 0 1 16,-8 0 1-16,14 0-4 0,-5 0 2 0,-9 0-2 15,15 0 2-15,-8-2-1 0,2 4 1 16,-9-2 1-16,14 0-5 0,-5 0 3 0,2-2 1 0,-11 2-4 15,17-2 2-15,-11 1-1 0,3 0-4 0,0 1 6 16,-9 0 0-16,15 0-3 0,-8-1 6 0,-7 1 2 16,13 0-6-16,-13 0 4 0,14 0-4 0,-8 0 2 15,-6 0 3-15,14-1 2 0,-6 1-2 0,-8 0-4 16,13 1-2-16,-7-1 0 0,-6 0 4 0,14-1 0 16,-8 2-3-16,-6-1 1 0,15 0 5 0,-15 0-5 15,13 1-2-15,-6-1 5 0,1 0-3 0,-8 0 9 16,15 0-9-16,-6-1-2 0,-1 0 0 15,-8 1 1-15,17 0-2 0,-6 0 1 0,-4-1 2 0,3 1 1 16,-1-3-1-16,2 3-2 0,-1 0-5 16,0 0 6-16,-1 0-3 0,2 0 2 0,0 0-1 0,-3 0 7 15,-8 0 3-15,16 0-11 0,-8 0 1 0,-8 0 1 16,16 0 4-16,-8 0-7 0,0-1 10 0,-8 1-7 16,11 0 1-16,-11 0-4 0,16-3 6 0,-11 3-2 15,-5 0-6-15,14 0 8 0,-14 0-4 0,10-3 2 16,-10 3 0-16,13 0-3 0,-13 0 2 0,0 0 1 15,15 0 1-15,-9 0-1 0,-6 0-3 0,11 0-1 16,-11 0 4-16,0 0 2 0,12 0-1 16,-12 0-1-16,0 0 2 0,11 0-2 0,-11 0 3 15,0 0 1-15,7 0-6 0,-7 0 2 0,9-2 0 0,-9 2 3 16,0 0-4-16,9-1-1 0,-9 1 4 0,0 0-5 16,11-1 1-16,-11 1 5 0,0 0-8 0,12 1 6 15,-12-1 1-15,9-1-3 0,-9 1 1 0,9 0 0 16,-9 0 0-16,0 0 3 0,14 0-3 0,-14 0 0 15,8 0 2-15,-8 0-1 0,0 0 0 0,8-2-3 16,-8 2 3-16,0 0-1 0,10-1 2 0,-10 1-4 16,0 0 4-16,0 0 1 0,11 0-5 0,-11 0 2 15,0 0 1-15,0 0 1 0,9 0 5 0,-9 0-6 16,0 0 7-16,0 0-7 0,10 0 4 0,-10 0 0 16,0 0 1-16,9 0-1 0,-9 0-1 0,0 0 0 15,0 0-4-15,8 1 1 0,-8-1 2 0,0 0 0 16,0 0 0-16,9-2-1 0,-9 2 4 0,0 0-3 15,0 0-4-15,10-1 2 0,-10 1 3 0,0 0-2 16,9-1 3-16,-9 1-1 0,0 0 1 0,0 0-2 16,10 0-3-16,-10 0 3 0,0 0-2 15,0 0 3-15,11 0-6 0,-11 0 2 0,0 0 2 0,0 0-2 16,0 0 2-16,9 0 0 0,-9 0-4 0,0 0 3 16,0 0 1-16,9 0-1 0,-9 0 0 0,0 0-2 15,0 0 5-15,0 0-1 0,0 0 0 0,8-1-2 16,-8 1-4-16,0 0 1 0,0 0 4 0,0 0-5 15,0 0 1-15,0 0 3 0,0 0-1 0,0 0-1 16,0 0 0-16,0 0 3 0,0 0-6 0,7 3 1 16,-7-3 3-16,0 0 8 0,0 0-10 0,0 0 0 15,0 0 1-15,0 0-3 0,0 0 10 0,0 0-4 16,0 0-2-16,0 0 0 0,0 0 0 0,0 0 1 16,0 0-5-16,0 0 6 0,0 0 3 0,0 0-4 15,0 0-3-15,0 0 9 0,0 0-2 0,0 0-4 16,0 0 2-16,0 0 4 0,0 0 2 0,0 0-4 15,0 0 6-15,0 0-3 0,0 0 2 0,0 0 1 16,0 0-5-16,0 0 2 0,0 0-3 0,0 0 2 16,0 0 1-16,0 0-1 0,0 0-3 0,0 0 13 15,0 0-9-15,0 0-1 0,0 0-4 0,0 0 3 16,0 0-2-16,0 0-5 0,0 0 3 0,0 0 3 16,0 0-2-16,0 0 0 0,0 0 4 0,0 0-2 15,0 0 2-15,0 0-7 0,0 0 3 0,0 0 0 16,0 0 1-16,0 0-4 0,0 0 3 0,0 0 4 15,0 0-10-15,0 0 4 0,0 0 5 0,0 0-11 16,0 0 9-16,0 0-5 0,0 0-1 0,0 0-1 16,0 0 3-16,0 0 0 0,0 0 0 0,0 0 9 15,0 0-10-15,0 0 2 0,0 0-5 0,0 0 7 16,0 0-5-16,0 0 2 0,0 0-5 0,0 0 4 16,0 0 0-16,0 0-3 0,0 0 3 0,0 0 7 15,0 0-9-15,0 0 1 0,0 0-1 0,0 0 8 16,0 0-7-16,0 0-1 0,0 0 3 0,0 0 4 15,0 0-5-15,0 0 0 0,0 0-1 0,0 0 0 16,0 0 2-16,0 0-2 0,0 0 3 0,0 0-2 16,0 0 1-16,0 0 5 0,0 0-9 0,0 0 6 15,0 0 0-15,0 0-1 0,0 0-2 0,0 0 3 16,0 0 6-16,0 0-5 0,0 0-2 0,0 0-2 16,0 0-3-16,0 0 4 0,0 0-4 0,0 0 8 15,0 0-6-15,0 0 5 0,0 0-6 0,0 0 0 16,0 0 2-16,0 0 8 0,0 0-10 0,0 0 1 15,0 0 10-15,0 0-5 0,0 0 8 0,0 0-14 16,0 0 4-16,0 0-4 0,0 0 7 0,0 0-2 16,0 0-6-16,0 0 8 0,0 0 1 0,0 0 5 15,0 0-9-15,0 0 7 0,0 0-2 0,0 0-6 16,0 0 10-16,0 0-4 0,0 0-5 0,0 0 4 16,0 0-2-16,0 0 1 0,0 0 1 0,0 0 2 15,0 0 5-15,0 0-10 0,0 0 5 0,0 0-3 16,0 0-3-16,0 0-3 0,0 0 1 0,0 0 3 15,0 0-1-15,0 0 0 0,0 0 2 0,0 0-4 16,0 0 4-16,0 0 0 0,0 0-3 0,0 0 4 16,0 0 3-16,0 0-8 0,0 0 4 0,0 0-2 15,0 0 1-15,0 0-1 0,0 0 0 0,0 0 1 16,0 0-3-16,0 0 2 0,0 0 1 0,0 0-4 0,0 0 2 16,0 0 2-16,0 0-8 0,0 0 7 15,0 0 4-15,0 0-2 0,0 0-3 0,0 0 2 16,0 0-4-16,0 0 1 0,0 0 3 0,0 0 0 15,0 0 0-15,0 0 4 0,0 0-3 0,0 0-3 16,0 0-2-16,0 0 1 0,0 0 1 0,0 0-1 0,0 0-4 16,0 0 6-16,0 0-2 0,0 0-3 0,0 0 6 15,0 0-2-15,0 0-5 0,0 0 7 16,0 0-5-16,0 0-2 0,0 0 1 0,0 0 22 16,0 0-23-16,0 0 10 0,0 0-6 0,0 0-3 15,0 0-1-15,0 0 6 0,0 0-4 0,0 0 2 0,0 0 0 16,0 0 4-16,0 0-1 0,0 0 1 15,0 0-3-15,0 0-5 0,0 0 1 0,0 0 2 16,0 0 0-16,0 0 7 0,0 0-10 0,0 0 1 16,0 0 2-16,0 0 9 0,0 0-9 0,0 0 0 15,0 0-1-15,0 0-1 0,0 0 2 0,0 0-3 16,0 0 2-16,0 0 5 0,0 0-4 0,0 0 4 16,0 0 4-16,0 0-8 0,0 0-2 0,0 0 5 0,0 0-5 15,0 0 2-15,0 0-3 0,0 0 10 16,0 0-11-16,0 0 6 0,0 0 2 0,0 0-8 15,0 0 2-15,0 0 6 0,0 0-6 0,0 0 5 0,0 0 4 16,0 0-7-16,0 0 0 0,0 0 0 0,0 0 6 16,0 0-11-16,0 0 9 0,0 0-5 0,0 0 1 15,0 0-2-15,0 0 1 0,0 0 4 16,0 0-4-16,0 0-3 0,0 0 5 0,0 0-6 16,0 0 2-16,0 0 3 0,0 0-4 0,0 0 2 15,0 0-1-15,0 0 3 0,0 0-5 0,0 0 1 0,0 0-1 16,0 0 5-16,0 0-9 0,0 0 5 0,0 0 0 15,0 0-4-15,0 0-3 0,0 0 1 16,0 0-4-16,0 0 4 0,0 0-5 0,0 0-3 16,0 0-3-16,0 0 0 0,0 0-1 0,0 0 1 15,0 0 0-15,0 0 1 0,0 0-1 0,0 0 3 0,0 0-2 16,0 0 2-16,0 0-6 0,0 0-2 16,0 0-4-16,0 0 3 0,0 0-3 0,0 0-1 15,4 5-19-15,-4-5-57 0,0 0 25 0</inkml:trace>
  <inkml:trace contextRef="#ctx0" brushRef="#br0" timeOffset="-145919.83">23681 13100 54 0,'0'0'58'0,"0"0"-5"0,0 0-2 0,0 0 0 16,0 0-10-16,0 0 6 0,0 0-6 0,-6-5-3 0,6 5-2 16,0 0 3-16,0 0 1 0,0 0-1 0,0 0 0 15,0 0 2-15,0 0-7 0,0 0 1 0,-6-4-5 16,6 4 3-16,0 0-5 0,0 0 3 16,0 0-4-16,0 0 0 0,0 0-4 0,0 0-3 0,0 0-3 15,0 0-5-15,0 0 11 0,0 0-7 0,-7-4 1 16,7 4 4-16,0 0 1 0,0 0-4 0,0 0 3 15,0 0-6-15,0 0 9 0,0 0-4 0,0 0-2 16,0 0 1-16,0 0-4 0,0 0-5 0,0 0 8 16,0 0-5-16,-8-2 0 0,8 2-3 0,0 0 4 15,0 0-8-15,0 0 10 0,0 0-9 0,-5-6 4 16,5 6 1-16,0 0-5 0,0 0 0 0,0 0-2 16,-9 0 0-16,9 0-5 0,0 0 6 0,0 0 1 15,0 0 1-15,0 0 0 0,-13 0-1 0,13 0-1 16,0 0-5-16,0 0 2 0,0 0-4 0,0 0 2 0,0 0 3 15,0 0-1-15,0 0-4 0,0 0 3 16,0 0 0-16,0 0 4 0,0 0-6 0,0 0 3 16,0 0-3-16,-9 0 6 0,9 0-1 0,0 0 0 0,0 0-7 15,0 0 8-15,0 0-3 0,0 0 3 16,0 0 0-16,0 0-2 0,0 0-3 0,0 0 3 16,0 0-1-16,0 0 0 0,0 0 1 0,0 0-1 0,0 0 3 15,0 0-4-15,0 0 5 0,0 0-4 0,0 0 1 16,0 0-5-16,0 0 1 0,0 0 6 0,0 0 1 15,0 0-6-15,0 0 5 0,0 0-7 0,0 0 1 16,0 0 7-16,0 0-2 0,0 0 4 0,0 0-2 16,28 0 5-16,-28 0-6 0,12 0 1 0,-12 0 2 15,11 0 3-15,-3-3-6 0,2 2 5 0,-2 1-2 16,3 0 2-16,-1-2-4 0,-2 4 1 0,5-4-3 16,-13 2 3-16,13-1-8 0,-6 0 6 0,-7 1-6 15,14 0 10-15,-14 0-7 0,12-2 2 0,-12 2-7 16,0 0 6-16,10 2-5 0,-10-2 4 0,0 0 3 15,8 1-3-15,-8-1 2 0,0 0 4 0,0 0 0 16,0 0 4-16,0 0-6 0,0 0 7 0,0 0-2 16,0 0-5-16,0 0 1 0,0 0 0 0,0 0 1 0,0 0 1 15,0 0-3-15,0 0-3 0,0 0-3 16,0 0 2-16,0 0 2 0,0 0-1 0,0 0-1 16,-31 4-1-16,26-3-2 0,5-1 7 0,-11 2-3 0,4 0-2 15,-2-1-2-15,9-1 2 0,-15 0 1 0,8 3-1 16,7-3-4-16,-11 1 5 0,11-1-1 0,-13 0-2 15,13 0 3-15,-10 1-3 0,10-1-3 0,-9 0 8 16,9 0-7-16,-10 0 2 0,10 0 2 0,0 0 2 16,0 0-2-16,-9 0 2 0,9 0-2 0,0 0 3 15,0 0-3-15,0 0-1 0,0 0 2 0,0 0 0 16,0 0 0-16,0 0 2 0,0 0-7 0,0 0 5 16,0 0-7-16,0 0 1 0,0 0 3 0,0 0-1 15,0 0 5-15,0 0-3 0,0 0 0 0,0 0 0 16,30-2-2-16,-30 2 2 0,12-1 1 0,-12 1 2 15,10-2-5-15,-10 2 2 0,8-1-1 0,-8 1 0 16,10-2 3-16,-10 2 1 0,10-2-7 0,-10 2 4 16,8-4-3-16,-8 4 2 0,0 0 2 0,8-2 1 15,-8 2-2-15,0 0 5 0,0 0-7 0,5-3-1 0,-5 3 5 16,0 0 1-16,0 0 2 0,0 0 3 16,0 0-4-16,0 0-1 0,0 0 1 0,0 0-5 0,0 0 3 15,0 0 0-15,0 0-1 0,0 0-1 16,0 0 3-16,-22-2 0 0,22 2-2 0,0 0 1 0,0 0-3 15,-15 2 6-15,15-2-6 0,0 0 3 0,-12 0-4 16,12 0 5-16,0 0-4 0,-11 3 1 0,11-3 0 16,-7 1 1-16,7-1-4 0,0 0 0 0,0 0 0 15,0 0 1-15,0 0 3 0,0 0-1 0,0 0-4 16,-10 0 0-16,10 0 4 0,0 0 0 0,0 0-1 16,0 0-2-16,0 0 4 0,0 0-3 0,27 1 1 15,-27-1 2-15,11 2-2 0,-11-2 0 0,9-2 3 16,-9 2-4-16,9 2-3 0,-9-2 5 0,0 0 2 15,12-4-5-15,-12 4 5 0,0 0 2 0,0 0-6 16,0 0 1-16,9 0-1 0,-9 0 2 0,0 0 1 16,0 0 1-16,0 0-5 0,0 0 3 0,0 0 0 15,0 0 1-15,0 0-5 0,0 0 3 0,0 0 3 16,0 0 1-16,0 0-9 0,0 0 9 0,-18 11-2 0,18-11-1 16,0 0 0-16,0 0 0 0,-10 2-4 0,10-2 6 15,0 0-2-15,0 0-1 0,0 0-1 16,-5 2 4-16,5-2-3 0,0 0 0 0,0 0-3 15,0 0 3-15,0 0 0 0,0 0-3 0,0 0 3 0,0 0 0 16,0 0-1-16,0 0 2 0,0 0-1 16,0 0 0-16,0 0-1 0,0 0-1 0,0 0 0 15,0 0 4-15,0 0-6 0,0 0 1 0,0 0 0 0,0 0 5 16,0 0 0-16,0 0-2 0,0 0-2 0,0 0-2 16,0 0 6-16,0 0-2 0,0 0-2 0,0 0 2 15,0 0 0-15,0 0-1 0,0 0-3 0,0 0 6 16,0 0 1-16,0 0 1 0,0 0-1 0,0 0 0 15,0 0-6-15,0 0 5 0,0 0-4 0,0 0 2 16,0 0 3-16,0 0-3 0,0 0 1 0,0 0 1 16,0 0-3-16,0 0 2 0,0 0-1 0,0 0-2 15,0 0 1-15,0 0 5 0,-9 1-5 0,9-1 2 16,0 0-1-16,0 0 1 0,0 0 1 0,0 0 0 16,0 0-6-16,0 0-1 0,0 0 3 0,0 0 1 15,0 0 2-15,0 0-1 0,0 0-3 0,0 0 2 16,0 0 3-16,0 0-1 0,0 0-1 0,0 0 1 15,0 0-4-15,0 0 3 0,0 0-3 0,0 0 2 16,0 0 0-16,0 0 0 0,0 0 1 0,0 0 2 0,0 0 1 16,0 0-1-16,0 0-2 0,0 0 0 15,0 0-3-15,0 0 5 0,0 0-3 0,0 0 2 16,0 0 0-16,0 0 0 0,0 0-2 0,0 0 1 0,0 0 2 16,0 0-3-16,0 0-1 0,0 0 3 15,0 0 1-15,0 0-1 0,0 0-1 0,0 0 2 16,0 0-2-16,0 0 2 0,0 0-6 0,0 0 4 15,0 0-5-15,0 0 4 0,0 0-1 0,0 0 0 0,0 0 1 16,0 0 7-16,0 0-5 0,0 0 0 0,0 0 0 16,0 0-3-16,0 0 0 0,0 0 3 15,0 0-4-15,0 0 1 0,0 0 2 0,0 0 6 0,0 0-7 16,0 0 4-16,0 0-4 0,0 0 5 0,0 0-6 16,0 0-1-16,0 0 3 0,0 0-2 0,0 0-6 15,0 0-1-15,0 0-7 0,0 0 3 0,0 0-2 16,0 0-4-16,0 0-11 0,0 0-2 0,0 0-19 15,0 0-10-15,0 0-18 0,0 0-15 0,0 0-20 16,0 0-23-16,0 0-87 0,0 0-243 0,0 0 108 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4T10:51:24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16648 6629 47 0,'0'0'58'0,"0"0"-5"16,4-5-9-16,-4 5-2 0,0 0-8 0,0 0-4 15,0 0-13-15,0 0-5 0,0 0-9 0,0 0 0 16,0 0 2-16,0 0-11 0,0 0-7 0,0 0 2 16,0 0-13-16,0 0-25 0,0 0-54 0,0 0 24 15</inkml:trace>
  <inkml:trace contextRef="#ctx0" brushRef="#br0" timeOffset="1013.16">16272 6883 5 0,'0'0'86'0,"0"0"-1"0,0 0-14 16,6-5-4-16,-6 5-22 0,0 0 10 0,0 0-5 16,0 0-2-16,0 0-9 0,0 0 0 0,0 0 4 15,0 0-14-15,0 0 0 0,0 0-2 0,0 0 0 0,0 0-9 16,0 0 6-16,0 0-6 0,0 0-4 15,0 0 5-15,0 0-12 0,0 0 3 0,0 0-1 16,0 0-1-16,0 0-5 0,0 0 0 0,0 0-6 16,0 0 3-16,0 0-12 0,0 0-15 0,0 0-14 15,0 0-21-15,0 0-61 0,0 0-132 0,0 0 59 16</inkml:trace>
  <inkml:trace contextRef="#ctx0" brushRef="#br0" timeOffset="1989.83">16278 6824 31 0,'0'0'6'0,"0"0"-13"16,0 0-6-16,0 0 3 0</inkml:trace>
  <inkml:trace contextRef="#ctx0" brushRef="#br0" timeOffset="8932.79">13306 8771 18 0,'0'0'60'0,"0"0"-6"0,0 0-9 15,0 0-5-15,0 0-4 0,0 0 6 0,0 0-11 0,0 0-3 16,0 0-6-16,0 0-6 0,0 0-11 0,0 0-3 16,0 0-13-16,0 0-7 0,0 0-9 15,0 0-31-15,0 0-61 0,0 0 27 0</inkml:trace>
  <inkml:trace contextRef="#ctx0" brushRef="#br0" timeOffset="9671.44">13472 8822 85 0,'-5'-4'95'0,"5"4"-12"0,0 0-8 16,-6-5-22-16,6 5-6 0,0 0 6 0,0 0-4 16,-4-6-9-16,4 6 2 0,0 0-7 0,0 0-7 15,0 0-10-15,-3-6-2 0,3 6-15 0,0 0-9 16,0 0-6-16,0 0-15 0,0 0 7 0,0 0-9 16,0 0-24-16,0 0-39 0,0 0-102 0,0 0 46 15</inkml:trace>
  <inkml:trace contextRef="#ctx0" brushRef="#br0" timeOffset="10104.04">15076 8735 3 0,'0'0'27'0,"0"0"-10"0,-16-2-14 16,16 2-12-16,-15 2-9 0,4-2 4 0</inkml:trace>
  <inkml:trace contextRef="#ctx0" brushRef="#br0" timeOffset="10640.49">13281 8819 22 0,'0'0'56'0,"0"0"-9"0,-2-7 2 0,2 7-13 16,0 0 2-16,0 0-15 0,0 0 11 15,0 0-5-15,0 0-4 0,0 0 1 0,0 0-3 16,0 0-6-16,0 0-7 0,0 0 7 0,0 0-5 16,0 0 2-16,0 0 0 0,0 0-5 0,0 0 1 0,0 0 3 15,0 0-4-15,0 0-12 0,0 0 8 16,0 0-3-16,0 0 5 0,0 0-2 0,0 0-5 16,4-11 1-16,-4 11 6 0,0 0-6 0,0 0-2 15,0 0 7-15,5-4-3 0,-5 4-1 0,0 0 3 0,0 0-6 16,0 0 3-16,0 0-1 0,0 0 1 15,0 0-3-15,5-4 3 0,-5 4-4 0,0 0 3 16,0 0 4-16,0 0-5 0,0 0-6 0,0 0 0 16,0 0-5-16,0 0-6 0,0 0-3 0,0 0-4 0,9 0-4 15,-9 0-18-15,0 0-25 0,0 0-77 0,0 0 35 16</inkml:trace>
  <inkml:trace contextRef="#ctx0" brushRef="#br0" timeOffset="11821.3">13735 8776 3 0,'0'0'45'16,"0"0"-6"-16,0 0-3 0,0 0-1 0,0 0-2 16,0 0-2-16,0 0-3 0,0 0-3 0,0 0-5 15,0 0 1-15,0 0 2 0,0 0-5 0,0 0 1 16,0 0-7-16,0 0 5 0,0 0-3 0,0 0-4 15,0 0 3-15,0 0-5 0,0 0 3 0,0 0-3 16,0 0 0-16,0 0-1 0,0 0-2 0,0 0 4 16,0 0-4-16,0 0-2 0,0 0 0 0,0 0 1 15,0 0 2-15,0 0-2 0,0 0 0 0,0 0-3 16,0 0 3-16,0 0 1 0,0 0-3 0,0 0 5 16,0 0-2-16,0 0-4 0,0 0 1 0,0 0-5 15,0 0 6-15,0 0 0 0,0 0 1 0,0 0-3 16,0 0 2-16,0 0 0 0,0 0 3 0,0 0-6 15,0 0 1-15,0 0 1 0,0 0-5 0,0 0-4 0,0 0 20 16,0 0-8-16,0 0-6 0,0 0 0 16,0 0 4-16,0 0-3 0,0 0 0 0,0 0-5 15,0 0 1-15,0 0 3 0,0 0-3 0,0 0 7 16,0 0-2-16,0 0-1 0,0 0-5 0,0 0 5 16,0 0-3-16,0 0 9 0,0 0-7 0,0 0 6 0,7-18-6 15,-7 18 0-15,0 0-4 0,0 0 8 16,0 0-3-16,0 0 4 0,0 0 0 0,0 0-3 15,0 0-3-15,0 0-7 0,0 0 7 0,0 0 5 16,0 0-4-16,0 0 3 0,0 0-3 0,0 0 2 16,0 0-3-16,0 0 4 0,0 0 0 0,0 0-1 0,0 0-7 15,0 0 1-15,0 0 2 0,0 0 3 16,0 0-6-16,0 0 1 0,0 0-4 0,0 0-2 16,0 0 2-16,0 0-4 0,0 0-2 0,0 0-7 15,0 0 1-15,0 0-6 0,0 0-4 0,0 0-6 0,0 0-23 16,0 0-64-16,0 0 28 0</inkml:trace>
  <inkml:trace contextRef="#ctx0" brushRef="#br0" timeOffset="40720.65">15721 8669 25 0,'0'0'88'0,"-9"0"-13"0,9 0-10 0,0 0 4 0,0 0-16 16,-10-1-9-16,10 1-8 0,0 0-21 0,-13 3-18 15,7-3-31-15,-2 4-39 0,-2 0-77 0,-1 0 34 16</inkml:trace>
  <inkml:trace contextRef="#ctx0" brushRef="#br0" timeOffset="41287.64">15785 8818 41 0,'0'0'62'0,"0"0"0"0,0 0-8 15,0 0-6-15,0 0-11 0,0 0-4 0,0 0-16 16,0 0-17-16,0 0-11 0,0 0-20 0,0 0-21 16,0 0-57-16,0 0 25 0</inkml:trace>
  <inkml:trace contextRef="#ctx0" brushRef="#br0" timeOffset="57383.44">16662 6714 5 0,'0'0'26'0,"0"0"-1"16,0 0-3-16,0 0-1 0,0 0-7 0,0 0 2 16,0 0-7-16,0 0-1 0,0 0-5 0,0 0 2 15,0 0 0-15,0 0-2 0,0 0-3 0,0 0-1 16,0 0-2-16,0 0 2 0,0 0-7 0,0 0 7 15,0 0-4-15,0 0 1 0,0 0-5 0,0 0 1 16,0 0 2-16,0 0-3 0,0 0 3 0,0 0-1 16,0 0 1-16,0 0-1 0,0 0-1 0,0 0-5 15,8 17-12-15,-8-17 5 0</inkml:trace>
  <inkml:trace contextRef="#ctx0" brushRef="#br0" timeOffset="68300.67">22865 7183 2 0,'0'0'31'16,"10"0"-10"-16,-10 0-14 0,0 0-18 0,0 0-11 15,11 0 6-15</inkml:trace>
  <inkml:trace contextRef="#ctx0" brushRef="#br0" timeOffset="74707.89">32430 5642 89 0,'9'0'142'0,"-9"0"-2"16,10-2-13-16,-10 2-14 0,0 0-12 0,7-2-15 0,-7 2-21 15,0 0-5-15,6-4-33 0,-6 4-14 0,0 0-25 16,0 0-22-16,0 0-27 0,5-3-82 0,-5 3-155 15,0 0 69-15</inkml:trace>
  <inkml:trace contextRef="#ctx0" brushRef="#br0" timeOffset="75199.13">31125 5782 47 0,'19'1'67'16,"8"2"-7"-16,5-2-4 0,2 1 4 0,19 1-13 16,4-2 9-16,4 2-3 0,29 0-7 0,-25-1 5 15,31-2-8-15,-3 1 4 0,1 1-5 0,-4-1 3 16,-27 3-8-16,26-2 6 0,-29 1-6 0,2-2-2 16,0 2 1-16,-5 0-4 0,0 1 4 0,-3-5 5 15,-15 4 0-15,1-2 7 0,-4 3-8 0,-3-2 11 16,-33-2-4-16,61 3-2 0,-61-3 11 0,41 1-13 15,-41-1 8-15,35 3-9 0,-35-3 0 0,0 0 0 16,0 0-4-16,43 1 6 0,-43-1 3 0,0 0 7 16,0 0 2-16,0 0-3 0,35 1-1 0,-35-1 1 15,0 0-4-15,0 0 6 0,0 0-24 0,0 0 3 16,0 0 3-16,0 0-5 0,0 0-2 0,0 0-2 16,0 0 0-16,0 0-8 0,0 0-19 0,0 0-11 15,0 0-24-15,0 0-47 0,0 0-54 0,27-16-56 16,-27 16-119-16,0 0-335 0,-51-28 149 0</inkml:trace>
  <inkml:trace contextRef="#ctx0" brushRef="#br0" timeOffset="87462.39">16788 7596 23 0,'0'0'93'0,"0"0"-1"0,0 0-16 16,0 0 5-16,0 0-1 0,0 0-15 0,0 0-10 15,0 0 2-15,0 0-4 0,0 0-2 0,0 0-16 16,0 0 9-16,0 0-8 0,0 0 3 0,0 0-7 15,0 0-2-15,0 0-4 0,0 0-2 0,0 0-1 16,0 0-5-16,0 0-1 0,0 0-2 0,0 0 9 16,0 0 2-16,0 0-19 0,0 0 4 0,0 0-10 15,0 0 12-15,0 0 0 0,0 0 7 0,0 0-4 16,0 0 2-16,0 0-3 0,0 0 0 0,0 0-3 16,0 0-2-16,0 0 1 0,0 0 2 0,0 0-6 15,0 0-8-15,0 0 11 0,0 0-3 0,0 0 2 16,0 0 2-16,0 0-11 0,0 0 7 0,0 0-10 15,0 0 9-15,0 0-1 0,0 0 2 0,0 0-2 16,0 0-9-16,0 0 5 0,0 0-1 0,0 0-1 16,0 0 2-16,0 0-3 0,0 0 10 0,0 0-7 15,0 0-4-15,0 0 12 0,0 0-6 0,0 0-6 16,0 0-3-16,0 0 4 0,0 0 7 0,0 0-11 16,0 0 5-16,0 0 0 0,0 0-2 0,0 0-9 15,0 0-6-15,0 0-5 0,0 0-7 0,0 0-10 16,0 0-5-16,0 0-11 0,0 0-16 0,0 0-10 15,0 0-81-15,0 0-178 0,0 0 79 0</inkml:trace>
  <inkml:trace contextRef="#ctx0" brushRef="#br0" timeOffset="88863.03">21579 6576 30 0,'0'0'47'0,"0"0"-6"0,0 0-10 0,0 0 5 16,0 0-7-16,0 0-3 0,0 0-1 0,0 0-4 15,0 0-6-15,0 0 2 0,0 0 0 0,0 0-3 16,0 0-4-16,0 0 0 0,0 0 1 0,0 0-3 15,4 5-1-15,-4-5 2 0,0 0 8 0,0 0-11 16,0 0-6-16,0 0 6 0,0 0-11 0,0 0 2 16,0 0-6-16,0 0 2 0,0 0-2 0,0 0 1 15,0 0-4-15,0 0 7 0,0 0-2 0,0 0-10 16,0 0 2-16,0 0-3 0,0 0 4 0,0 0-2 16,0 0 1-16,0 0 5 0,0 0-3 0,0 0 9 15,0 0-5-15,0 0 4 0,0 0-3 0,0 0 1 16,0 0 4-16,0 0 2 0,0 0 0 0,0 0-3 15,0 0 0-15,0 0 1 0,0 0-1 0,0 0 3 16,0 0-2-16,0 0 1 0,0 0 3 0,0 0-2 16,0 0 2-16,0 0-2 0,0 0 4 0,0 0-3 15,0 0 11-15,0 0-4 0,-1 8 3 0,1-8 1 16,0 0-1-16,0 0 1 0,0 0-4 0,0 0-4 16,0 0 3-16,0 0 2 0,0 0 0 0,0 0-3 15,0 0-1-15,0 0 1 0,0 0-4 0,0 0 1 16,0 0-8-16,0 0 0 0,0 0-4 0,0 0 1 15,0 0-3-15,0 0 5 0,0 0-4 0,0 0-2 16,0 0-2-16,0 0-5 0,0 0-13 0,0 0-35 16,0 0 16-16</inkml:trace>
  <inkml:trace contextRef="#ctx0" brushRef="#br0" timeOffset="94283.05">16747 7855 10 0,'0'0'27'0,"0"0"1"0,0 0-4 0,0 0-3 15,0 0 0-15,0 0 3 0,0 0-6 0,0 0 0 16,0 0 6-16,0 0-6 0,0 0-1 0,0 0-3 16,0 0 0-16,0 0 0 0,0 0-2 0,0 0 13 15,0 0-17-15,0 0 6 0,0 0 2 0,0 0-1 16,0 0-1-16,0 0-1 0,0 0 1 0,0 0-2 16,0 0-2-16,0 0 6 0,0 0-4 0,0 0-3 0,0 0-2 15,0 0 1-15,0 0-3 0,0 0 5 16,0 0-7-16,0 0-2 0,0 0-2 0,0 0 4 15,0 0 2-15,0 0-5 0,0 0 3 0,0 0-2 16,0 0-2-16,0 0 2 0,0 0-7 0,0 0 8 16,0 0-8-16,0 0-1 0,0 0 0 0,0 0-8 15,0 0 1-15,0 0-4 0,0 0-1 0,0 0-10 16,0 0-6-16,0 0-28 0,0 0-67 0,0 0 31 16</inkml:trace>
  <inkml:trace contextRef="#ctx0" brushRef="#br0" timeOffset="125787.05">22170 8560 5 0,'0'0'75'0,"0"0"-1"16,0 0-15-16,0 0-1 0,0 0-12 0,0 0 3 16,0 0-6-16,0 0-13 0,0 0-8 0,0 0-8 0,0 0-15 15,0 0 1-15,0 0-7 0,0 0 1 16,0 0-17-16,0 0-7 0,0 0 1 0,0 0-35 16,0 0-68-16,0 0 30 0</inkml:trace>
  <inkml:trace contextRef="#ctx0" brushRef="#br0" timeOffset="130240.32">22179 8300 37 0,'6'3'126'0,"-6"-3"2"0,0 0-3 16,0 0-11-16,0 0-4 0,0 0-6 0,0 0-7 15,0 0-9-15,0 0-1 0,0 0-14 0,0 0-6 16,0 0-9-16,0 0-6 0,0 0-4 0,0 0-9 15,0 0-18-15,0 0-21 0,0 0-21 0,0 0-24 16,0 0-12-16,0 0-25 0,0 0-12 0,0 0-86 0,0 0-194 16,0 0 87-16</inkml:trace>
  <inkml:trace contextRef="#ctx0" brushRef="#br0" timeOffset="130993.58">22141 8301 39 0,'0'0'79'0,"0"0"-6"0,0 0-6 0,0 0-16 16,0 0-17-16,0 0-19 0,0 0-22 0,0 0-21 0,0 0-27 16,0 0-57-16,-9-1 26 0</inkml:trace>
  <inkml:trace contextRef="#ctx0" brushRef="#br0" timeOffset="131174.66">22152 8303 57 0,'0'0'47'0,"0"0"-16"0,0 0-23 0,0 0-33 15,0 0-25-15,0 0 12 0</inkml:trace>
  <inkml:trace contextRef="#ctx0" brushRef="#br0" timeOffset="132627.38">17889 8495 14 0,'0'0'87'0,"0"0"-3"0,0 0-12 16,0 0-1-16,0 0-15 0,0 0-8 0,0 0-6 15,0 0-1-15,0 0-4 0,0 0-13 0,0 0-10 16,0 0-13-16,0 0-7 0,0 0-19 0,0 0-3 16,0 0-14-16,0 0-4 0,0 0-28 0,-4 8-81 15,4-8 36-15</inkml:trace>
  <inkml:trace contextRef="#ctx0" brushRef="#br0" timeOffset="136139.12">18206 8872 74 0,'0'0'83'0,"0"0"-4"0,0 0-6 0,0 0-14 16,0 0-19-16,0 0-15 0,0 0-14 0,0 0-20 15,0 0-25-15,0 0-34 0,0 0-71 0,0 0 31 16</inkml:trace>
  <inkml:trace contextRef="#ctx0" brushRef="#br0" timeOffset="198536.83">22676 9655 168 0,'0'0'155'0,"-2"-4"3"0,2 4-12 0,0 0-7 16,0 0-12-16,0 0-10 0,0 0-18 0,-2-9-13 15,2 9-1-15,0 0-14 0,0 0-12 0,0 0-5 16,0 0-4-16,0 0-5 0,0 0-11 0,0 0-1 16,5 29-6-16,-2-19 4 0,1 5-4 0,0 2 4 15,-2-1 4-15,1 3 1 0,-1-2-6 0,1 2-3 16,-1 0-4-16,0 0 0 0,0 1-5 0,1 5 4 0,-1-6-2 15,1 8-7-15,-1-3 2 0,1 0 2 16,-2 1-3-16,0-6-1 0,1 0-4 0,2 6 1 16,-2-1-2-16,2-5 1 0,0-1-1 0,0 1-1 15,-2-1-1-15,5 0 0 0,-4 0 1 0,3 2 8 16,-3-4 4-16,3 4-2 0,-1-2-4 0,2-3 1 0,-2 1 8 16,1 1-2-16,0-2 2 0,0 1-5 0,1-4 10 15,0-2-3-15,0 1-3 0,-1-1-2 16,1-2 0-16,3 2-1 0,-1-2-1 0,0 0-1 0,2-1-4 15,1-1-1-15,4-2 6 0,-4 3-12 0,4-4 6 16,2-1-1-16,0 3-3 0,1-2 2 0,3-1-1 16,8-2-2-16,0 0-4 0,0-1 2 15,3 2 1-15,-1-4-4 0,1 3 2 0,2-2 0 0,0 2 0 16,0-1 0-16,-1 0 0 0,-1-2 1 0,2 3-2 16,0 0-4-16,-5 0 5 0,0 2-4 15,-2-1 4-15,2 1-3 0,-2 0 3 0,-8-2-1 0,1 2 4 16,2-1-5-16,-3 1 1 0,1 2-4 0,0-3 6 15,-3 2-2-15,0-1 1 0,1-2 2 0,-8 1 0 16,1 1 0-16,-1 0-2 0,-1 0 0 0,-1-1 1 16,-1-1-4-16,-8 0 2 0,12 3 0 15,-12-3-1-15,6 0 3 0,-6 0-5 0,0 0 0 0,10 2-1 16,-10-2 3-16,0 0 3 0,0 0 5 0,6 1 4 16,-6-1-2-16,0 0 4 0,0 0-3 0,0 0 5 15,-12 16 2-15,7-11-2 0,-3 3-3 0,0 1 0 16,-3 5 4-16,-2-3 3 0,0 2-6 0,-1 8-8 15,0-6 0-15,0 0-1 0,-3 4-1 0,6-4 4 16,-2-1-3-16,2 4-3 0,-2-4 1 0,3 1 2 16,0-6-2-16,-1 5 1 0,3-2-4 0,-2-1 2 15,5-1-14-15,-1 1-19 0,-1-1-25 0,1-2-40 16,-2 1-39-16,3 0-38 0,-1-1-49 0,-1 0-141 16,4-1-392-16,3-7 174 0</inkml:trace>
  <inkml:trace contextRef="#ctx0" brushRef="#br0" timeOffset="198745.94">23643 10472 115 0,'-2'-16'231'16,"-4"0"-17"-16,2-1-12 0,-1 3 3 0,-2-1-4 16,3 3-15-16,-1-5-9 0,-1 2-11 0,0 4 3 15,2-1-19-15,-1 0-6 0,2 2-22 0,-3 0-12 16,-1 2-10-16,5 2-11 0,-1 0-12 0,-1 0-18 15,4 6-16-15,-5-9-19 0,5 9-23 0,-5-6-30 16,5 6-32-16,0 0-42 0,-6-3-29 0,6 3-28 0,0 0-29 16,0 0-164-16,-5 18-380 0,6-10 169 15</inkml:trace>
  <inkml:trace contextRef="#ctx0" brushRef="#br0" timeOffset="199524.61">23897 11178 34 0,'-6'-10'244'0,"4"-8"-24"0,3 1-17 0,3-7-16 0,4 0-15 16,3-3-15-16,6-1-7 0,-1 1-12 16,4-1-11-16,0-4-5 0,2 4-5 0,0-1-14 15,-3-3-4-15,1 6-8 0,-3-2-11 0,1 3-6 0,-6 0-6 16,0 0-7-16,-4 7-5 0,1-5-6 0,-6 8-2 15,0 0-4-15,-4 4 5 0,-2 0-1 16,1 3-6-16,-2-1-2 0,-1 1 4 0,-7 4-11 16,4 0-7-16,-6 1-4 0,-4 2 8 0,-3 2-12 0,3 2-2 15,-3 5-2-15,2-5-3 0,1 7-4 0,1-3 5 16,2 1-5-16,3-1-2 0,1 1-4 0,2 0 0 16,3-1-1-16,1-1-1 0,4 0 0 15,1-6 1-15,1 13 0 0,4-9 5 0,3 3-8 16,1-4-3-16,5 2-2 0,1 0-1 0,4-1-1 0,-1-1 0 15,1-1 2-15,-2 2 0 0,1 1-3 0,-7-2 5 16,2 1-2-16,-1 2 0 0,-2 2-1 0,-1 1 3 16,-2 0 1-16,1 5-1 0,0 2 6 15,-2 0 0-15,-1 2 3 0,-2 1-5 0,-1 1 4 0,1-1 1 16,-2 5-3-16,1-8 3 0,-1 2-6 0,1-1 6 16,3-1-3-16,-1 0 1 0,0-6 1 0,2 1 1 15,1-2-2-15,-1 1 6 0,4-3-1 0,1 0-1 16,-1-2-3-16,4-2-4 0,-1-2-1 0,7-1 4 15,-1-2 0-15,-2-4-6 0,3-2 2 0,-2 1 0 16,2-1-1-16,-3-4-2 0,4-4 1 0,-5 4 1 16,4-7-2-16,-6 4 2 0,-4 0-2 0,1-9 2 15,-6 9-2-15,-2-2 0 0,0 1 0 0,-4 3 1 16,-2-3-3-16,-1 0 2 0,-2 4 0 0,1 2 2 16,-3 2-1-16,1-2 0 0,0 4 0 0,-1-1-3 15,-1 3 0-15,1 2 2 0,2 0-1 0,6 2 0 16,-21 8 1-16,11-1 1 0,-4 5-3 0,4 1 3 15,-1 3 0-15,2-1-6 0,2 1 9 0,3 3 1 16,1-3-4-16,0 2 4 0,3-1-3 0,3 0 4 16,0-3-3-16,4 1-13 0,-1 1-7 0,6-3-24 15,-2 0-34-15,4-1-28 0,3-4-37 0,-1 2-34 16,3-3-184-16,-3 1-393 0,-1-2 173 0</inkml:trace>
  <inkml:trace contextRef="#ctx0" brushRef="#br0" timeOffset="199857.81">24608 10821 213 0,'-2'-8'195'0,"2"8"-13"0,0 0-19 0,-1-8-18 15,1 8-18-15,0 0-18 0,0 0-6 0,0 0-11 16,0 0-4-16,0 0 6 0,14 25-6 0,-7-10-5 15,-3 0-13-15,1 2-4 0,0 0-4 0,3-1-5 16,0 3-9-16,-2-2-9 0,-2-1-2 0,0-5-2 0,1-1-3 16,-2-1 1-16,0 0-7 0,3-3 4 0,-4 0 12 15,0-1 21-15,-2-5 12 0,3 7 14 16,-3-7 1-16,0 0-5 0,9-2-5 0,-9 2-7 16,8-12-11-16,-3 2-4 0,0 1-8 0,1-6-2 0,-1 0-8 15,2-2-1-15,-1-2-11 0,3 0 0 0,0-7-8 16,-1 2-20-16,1 0-18 0,-6 9-18 0,1 4-15 15,-1 1-29-15,-1 5-31 0,0-1-45 0,-2 6-47 16,2-8-15-16,-2 8-168 0,0 0-418 0,0 0 185 16</inkml:trace>
  <inkml:trace contextRef="#ctx0" brushRef="#br0" timeOffset="200810.24">24875 10965 138 0,'5'-6'176'0,"-2"-2"-5"0,1 0 1 0,0 0-13 0,0-1-4 16,-2-2-7-16,0 1-19 0,3-1-2 0,-4-1-19 16,1 2-8-16,-2 0-12 0,0 0 3 0,0 3-5 15,0 7-1-15,0-12-2 0,0 12-7 0,-3-10-9 16,0 5-5-16,3 5-6 0,-6-7 4 0,6 7-11 16,-8-2-3-16,8 2-6 0,0 0-2 0,-12 8-5 15,5-1-3-15,1 4-4 0,-1-1 2 16,-1 4-7-16,1 3 2 0,-1-2-5 0,4 1-3 0,0-4 2 15,3 4-2-15,-1-5-1 0,2 2-4 0,1-3 0 16,3 2 1-16,0-3-2 0,2 0 2 0,3-3-2 16,1 2 2-16,-1-2-2 0,2-3-1 0,2 0-2 15,6-3 2-15,-1 0 1 0,2-3-2 0,-3-2-1 16,1-2 0-16,1 0-2 0,-2-2 3 0,0-1-5 16,-4-1 4-16,0 0-3 0,-1-3-3 0,-2 2-2 15,0-2-1-15,-6-1-4 0,1-1 2 0,-5 0-1 16,-2 0-1-16,-1 0 1 0,-1 5 0 0,0-2 2 15,-4 3-1-15,0-2-1 0,1 3 4 0,-4-1-2 16,0-1 5-16,4 6-9 0,0-2 14 0,0 3-3 16,1 2-3-16,6 2-6 0,-9-7 7 0,9 7-7 15,-7-2 2-15,7 2-1 0,0 0 2 0,0 0 0 16,0 0-1-16,0 0 2 0,0 0-1 0,0 0 2 16,0 0-2-16,31 9-1 0,-19-8 2 0,-1-1-4 15,3 1 5-15,-1 1-1 0,1 1-8 0,-4-1 5 16,2-2 1-16,-5 0 1 0,0 1-4 0,-7-1 2 0,12 4 0 15,-9-2 2-15,4 4 2 0,-3 0 6 16,-1 2 12-16,0-1 1 0,-2 4 2 0,1 0-2 16,0-1 2-16,-2 2-4 0,0 1 3 0,1-3-2 15,1 2 0-15,-1 0-3 0,0-2-3 0,3 1-1 16,-1-3 2-16,-1 0-1 0,2 1-1 0,1-2 1 16,-1 0-3-16,1-5 1 0,1 1 0 0,6-2-1 15,-3 0 1-15,5-2-2 0,-3-2 5 0,1 0-4 16,2-3-1-16,-3 1 0 0,2-1-1 0,2-6 1 15,-3 2-1-15,2-4-1 0,-4 1-5 0,2 0-4 0,-2-5-7 16,-4 4 4-16,3-2 0 0,-7-8 0 16,1 5-2-16,-3 2 1 0,3 5 2 0,-3 3-1 15,-4-3 4-15,4 12-4 0,-2-16 1 0,0 10-1 16,2 6 2-16,0 0-4 0,0-7-2 0,0 7 1 0,0 0-4 16,0 0 6-16,0 0 5 0,-6 26-4 0,3-10 2 15,3 1-1-15,0 2 3 0,-1 0-3 0,2 0 6 16,2 4-3-16,-3-3 3 0,4-2-2 15,-4 1 1-15,2-4 0 0,-2 0 3 0,2-3-1 0,0-1-2 16,2-1-1-16,-4-3 4 0,0-7 0 0,0 12-2 16,2-7 0-16,-2-5 4 0,4 6-2 0,-4-6 1 15,7 4 1-15,-7-4 0 0,8 0-1 16,-8 0 0-16,11-1-3 0,-11 1-3 0,12-7-3 16,-5 1 1-16,3 0-1 0,1 1-7 0,-1-6 0 0,2-1 2 15,1 2-2-15,-1-2 2 0,-1-1-1 0,-3-1 1 16,1-2 3-16,1 2 2 0,-8 4 0 0,3 0 1 15,-4-1 0-15,-1 0 1 0,-1 2 2 0,-1-1 7 16,2 10 0-16,-5-13 1 0,3 8 2 0,-5 2 5 16,7 3-3-16,-10-6 3 0,10 6-5 0,-13 0-1 15,13 0-2-15,-16 8 3 0,7-2-1 0,1 4-6 16,0-1 4-16,-1 4 0 0,3 2 2 16,2 3-14-16,0-1-24 0,3 1-30 0,4 0-41 0,3 1-46 15,3-3-49-15,7 7-199 0,-5-8-427 0,5-2 190 16</inkml:trace>
  <inkml:trace contextRef="#ctx0" brushRef="#br0" timeOffset="201209.55">25902 11086 242 0,'2'-17'246'0,"4"2"-10"15,-4 0-16-15,4-4-7 0,-2 0-12 0,1 1-14 16,3-7-16-16,-1-1-7 0,0 1-21 0,-2-1-19 15,3 2-9-15,1-5-12 0,1 5-10 0,-1-3-3 16,3 0-15-16,-2 2-9 0,-7 5-5 0,5 2-8 16,-6 3-6-16,0 3 0 0,-2 2-4 0,0-1 9 15,0 1-3-15,0 10-1 0,-2-11 10 0,-4 6-15 16,1 2-7-16,-4 0-3 0,0 3 0 0,-4 6-11 16,-3 1 0-16,-1 0-4 0,0 3-2 0,-6 8 4 15,8-5-8-15,-1 0-13 0,5-2-2 0,5 0 3 16,1 4-4-16,0-5-9 0,8 4-2 0,2-1-4 0,1-3-4 15,0 0-4-15,8 5 1 0,2-5 5 16,0 3 0-16,1-4 2 0,8 2 2 0,-9-1 2 16,2-1 1-16,-2-2 2 0,-7 1-4 0,2-3 7 15,-1 2 1-15,-2 2 0 0,-3-4 2 0,-1 2 3 0,-2 1 1 16,0-1 4-16,-4 2 1 0,-2-1 1 16,-1 3 0-16,-4-3 2 0,0 3-8 0,-4-1 2 15,-1-1-3-15,1 0-9 0,-3 0-11 0,4-4-17 16,2 0-24-16,2 3-37 0,0-5-37 0,3 0-59 0,-1 0-227 15,6-3-458-15,-7 4 203 0</inkml:trace>
  <inkml:trace contextRef="#ctx0" brushRef="#br0" timeOffset="201580.92">26346 10809 2366 0,'6'-15'-2'0,"-4"3"2"15,-2 1 14-15,-5-2 3 0,-4 5 3 0,0 0 29 16,-2 2 4-16,-5-1 6 0,3 5-3 0,-8-2 6 15,3 7 0-15,0-1-2 0,0 5-4 0,1 0-2 16,2 4-3-16,2-1-11 0,2 5-3 0,0 1-2 16,4-1-5-16,3 0-1 0,0 1-4 0,3 1-2 15,2 0-10-15,3-1-6 0,0-5-5 0,1 1-8 16,3-2-2-16,2-4-2 0,-1 2-3 0,4-4 0 16,-1 0-2-16,5-3-1 0,1-1 5 0,-5-3-2 15,6-4 2-15,-6-3 3 0,-3 3-2 0,3-5 6 16,-7 2-7-16,1 0 14 0,4-6-9 0,-6-2 1 15,-3 6 1-15,0-5 1 0,0 6-2 16,0-5 3-16,-2 4 7 0,0 4 6 0,0-1-2 0,0 3-1 16,0 6 1-16,1-9-6 0,-1 9-1 0,0 0-2 15,0 0 2-15,0 0 5 0,0 0 7 0,0 0-4 16,-1 38 0-16,-1-20-2 0,0-1-2 0,2 3 1 16,0 6 0-16,0 2 1 0,-2-4-5 0,4-3-13 15,-2-2-14-15,2-2-23 0,0 1-24 0,-1-2-42 16,3-5-49-16,1-2-47 0,0 0-215 0,-1-3-458 15,-4-6 202-15</inkml:trace>
  <inkml:trace contextRef="#ctx0" brushRef="#br0" timeOffset="201807.86">26524 10485 31 0,'-2'-18'276'0,"-1"5"-12"0,1 1-10 16,0 3-15-16,2 2-23 0,-2 1-21 0,2 6-22 15,-4-7-20-15,4 7-9 0,0 0 5 0,0 0-18 16,0 36-5-16,0-7-6 0,0 3-16 0,0 1-10 16,2 2-4-16,0 11-12 0,-2-11 4 0,2 0-8 15,2 0-14-15,-1-2-7 0,1-1-2 0,-2 0-10 16,0-6-2-16,2 0-18 0,0-1-22 0,0-9-23 16,0 1-34-16,1-2-30 0,-3-4-49 0,0-1-46 15,0-3-33-15,0-2-210 0,-2-5-460 0,0 0 203 0</inkml:trace>
  <inkml:trace contextRef="#ctx0" brushRef="#br0" timeOffset="202527.87">26479 10645 195 0,'2'-12'176'0,"-2"12"-15"16,5-6-18-16,-5 6-14 0,6-3-9 15,-6 3-14-15,14-1-19 0,-3 2-3 0,0 1-7 16,1-1-5-16,1 3-9 0,3 1-9 0,-1 2-4 0,-1-2-2 15,-1 3-6-15,2 1-5 0,-7-1 16 0,1 1 6 16,0 0 8-16,-2 1 5 0,0 0 5 16,-3 1-2-16,-2 6 0 0,3-2-1 0,-3 2-1 15,0-1-4-15,-2 1-3 0,4-2-7 0,-1-1 2 0,0 0-13 16,1 1-2-16,0-5-6 0,-2 1 0 0,5-4-7 16,-3-1 5-16,2 1-9 0,2-3 2 0,-1-3-3 15,4 1-4-15,0-2 1 0,-2-3-6 0,4 1-1 16,-1-3-5-16,-1-1-5 0,-1-3 1 0,0-1-1 15,-1 2-4-15,-2-6 4 0,3 0-3 0,-6-2-2 16,0 0 8-16,1-1-5 0,-5 0-4 0,0 2-1 16,-3-3 2-16,3 0-4 0,-2 3 3 15,2 2-2-15,0 2-1 0,0 1 3 0,-4 1 1 0,4 9 1 16,0-13-2-16,0 13-5 0,0 0-1 0,0 0 2 16,0-6-3-16,0 6-1 0,0 0 5 0,0 0-3 15,2 24 1-15,-4-8 2 0,2 0 3 0,0 4-1 16,0-1 4-16,0-1-3 0,4-1 4 0,-4-1-2 15,2 0 2-15,1-4 0 0,3 1-1 0,-2-3 9 16,4-1 8-16,1 0 13 0,-3-2-7 0,4-3 0 16,1 0 0-16,0-3 0 0,3 1-4 0,-1-1-2 15,1-3 0-15,1-1-6 0,3-2-1 0,-5 0 3 16,4-2-2-16,0 0-3 0,-3-3-3 0,-1-1-5 16,0 0-2-16,-3 2-8 0,1-6-2 0,-1-1 1 15,-4 1-3-15,0-2 5 0,-2 1 0 0,-3 0-4 16,-2 1 0-16,1-1 0 0,-1 4 4 0,-4 1-1 15,1 1-2-15,0 1 4 0,-4 0 4 0,3 3-3 16,1-1-3-16,4 7 2 0,-8-7 1 0,5 2-2 16,3 5 0-16,-5-6 1 0,5 6-2 0,0 0 0 15,0 0-1-15,0 0 6 0,0 0-3 0,0 0 1 16,0 0-1-16,0 0-1 0,18 14 0 0,-11-9-2 16,3 1 6-16,1-3-5 0,-3 3-2 0,2-2 2 15,-1 2-1-15,1 0 0 0,-3 3-2 0,1-2 1 16,-2 4 4-16,1-2-1 0,-3 3 3 0,6 3 13 15,-6 0 0-15,0 2-6 0,0-1 10 0,-4 0-2 16,1 2 0-16,-1-3-4 0,0 3 11 0,0-1-1 16,-1-3-10-16,1 0-7 0,0-2-19 0,0-1-25 15,-4 0-18-15,4-2-36 0,2 1-48 0,-2-2-51 16,3-2-45-16,-1-1-187 0,2 0-460 0,-4-5 203 16</inkml:trace>
  <inkml:trace contextRef="#ctx0" brushRef="#br0" timeOffset="202892.05">27586 10653 149 0,'-13'-7'247'0,"-7"2"-12"0,2 3-6 15,-1 2-15-15,0 4-7 0,-2 1-11 0,2 1-11 16,-4 7-16-16,9 1-11 0,-3 5-18 0,4-2-13 16,5-1-15-16,1 2-2 0,1 2-18 0,3-1-10 15,2 0-9-15,3-2 3 0,0 0-16 0,5-2-8 16,1-2-3-16,1-2-4 0,5 0-11 0,-1-4-4 15,-1 0-2-15,5-4-4 0,-1-1-4 0,-1-2 8 16,2-2-18-16,-4-1-3 0,-1-3-2 16,0 1 0-16,-5-1 0 0,1-1-2 0,-2-2 0 0,1-3 2 15,-5 3 2-15,2-7-4 0,0 1 8 0,-3 3-11 16,-1-4 3-16,0 5 8 0,2 1-11 0,-2 2 0 16,0 8-1-16,0-11 2 0,0 11 0 0,2-10-5 15,-2 10-4-15,0-5 2 0,0 5 3 0,0 0 4 16,0 0-2-16,0 0 1 0,0 26-1 0,0-13 5 15,0 3-2-15,0 0 2 0,0 0-5 0,3-1 7 16,-1 2-5-16,1-4-1 0,-1 3-4 0,-2-4-18 16,4-1-16-16,1-1-17 0,-1-1-35 0,2 1-34 15,1-4-59-15,0-3-37 0,0 2-198 0,-3-3-454 16,-4-2 201-16</inkml:trace>
  <inkml:trace contextRef="#ctx0" brushRef="#br0" timeOffset="203143.96">27844 10467 125 0,'0'-9'246'0,"0"1"-8"15,1 0-22-15,-1 8-15 0,-1-9-21 0,1 9-10 16,0 0 1-16,0 0 4 0,0 0-8 0,-2 26-11 16,2 0-11-16,1 3 2 0,-2-1-12 0,-1 4-16 15,0-1-13-15,2-1-4 0,0 0-5 0,0-3-14 16,2 3-12-16,0-3-2 0,-1-1 2 0,-1-2-15 15,0-7-8-15,0 2 0 0,0-2-9 0,1-1-3 16,4-1-24-16,-5-4-12 0,0-1-24 0,0 0-23 16,0-2-20-16,0-8-21 0,-2 10-24 0,2-10-20 15,0 9-35-15,0-9-35 0,0 0-30 0,0 0-161 16,0 0-426-16,0 0 188 0</inkml:trace>
  <inkml:trace contextRef="#ctx0" brushRef="#br0" timeOffset="203411.76">27729 10665 45 0,'0'0'160'0,"1"-10"-9"0,-1 10-15 0,7-7-12 16,-1 4-9-16,2 1-14 0,2 0-5 0,4 0-9 0,-1 2-10 15,6 0-4-15,1 0-11 0,-3 0 0 16,4 0-10-16,-1 0-4 0,2 2-6 0,-3-2 0 0,0 0-6 16,-5 0-8-16,-2 2 5 0,-1 0-1 0,-3-2 6 15,-1 0 0-15,-7 0 11 0,11 1 3 0,-11-1-1 16,10 0 7-16,-10 0 8 0,8 7 6 15,-5-2 3-15,-3-5 2 0,6 10 6 0,-4 0 4 16,-1 2-5-16,3-1-4 0,-6 2-2 0,4 1-5 0,-1 4-7 16,-4-1-8-16,-1 0-5 0,4-5-1 0,-1 6-7 15,-3-2-18-15,2-1-24 0,0 1-29 0,2-4-32 16,-1 0-44-16,-1-2-38 0,2-1-56 16,-1 1-205-16,1-2-435 0,0-8 193 0</inkml:trace>
  <inkml:trace contextRef="#ctx0" brushRef="#br0" timeOffset="203578.73">28064 10462 176 0,'-4'-4'176'0,"4"4"-22"0,0 0-17 0,-2-8-21 15,2 8-28-15,0 0-41 0,0 0-30 0,0 0-47 16,0 0-48-16,2 28-57 0,2-16-144 0,1-2 64 15</inkml:trace>
  <inkml:trace contextRef="#ctx0" brushRef="#br0" timeOffset="204084.2">28194 10643 22 0,'0'0'193'0,"-6"8"0"16,2-3 3-16,0 1-3 0,-3 1-1 0,3 1-3 15,-4 0-8-15,2 3-16 0,1-2-14 0,-1 1-12 16,2 1-11-16,1 5-13 0,-2-3-10 0,3-3-10 15,0 6-7-15,1-5-10 0,1 0-7 0,1-1-10 16,1 0-1-16,5 0-6 0,-4-2-6 0,3 0 0 16,0-3-6-16,-1 0-4 0,1-2-2 0,1-1-3 15,-7-2-1-15,13 1-4 0,-5-2-3 0,-8 1 6 16,11-5-9-16,-5 1-3 0,-1-1-4 0,-5 5-1 16,7-11 1-16,-5 0-2 0,3 2 5 0,-3 1-12 15,-1-3 0-15,2 1-6 0,-2-2-3 0,1 2 1 16,0-2-2-16,2 3-2 0,-3 1-1 0,1 2-4 15,1 0 5-15,-3 6-4 0,3-9 2 0,-3 9-4 16,0 0 5-16,10-1-1 0,-10 1 3 0,6 11 4 16,0-3 7-16,-3 2-1 0,4 5 1 0,-5-3-5 15,2 2 2-15,-3 2 3 0,1-1-1 0,0-3 0 16,-1 0-1-16,0-2 7 0,2-2-5 0,-3 0-2 16,0-8 3-16,1 11-1 0,-1-11 7 0,2 9 17 15,-2-9 11-15,1 6 3 0,-1-6-9 0,0 0-3 16,0 0-6-16,0 0-3 0,0 0-4 0,10-29-4 0,-4 19-14 15,1-4-1-15,1-1-11 0,1 0-2 16,1-2-5-16,1 0-4 0,2 1-2 0,1 1 0 0,0 1 2 16,1 4 0-16,-2 1 4 0,1 0-4 15,-1 5 6-15,-4 0-4 0,2 2 4 0,-4 2-2 16,-7 0 7-16,15 5-2 0,-7-1 1 0,0 3 2 0,-3 1 5 16,0 0-3-16,-1 2 2 0,-1-1-1 15,-1 2 9-15,2 0-6 0,-2 0-1 0,-2 1-23 0,1 2-35 16,-2 1-58-16,1-4-59 0,-1 0-64 0,-2 0-164 15,1-3-440-15,2-8 196 0</inkml:trace>
  <inkml:trace contextRef="#ctx0" brushRef="#br0" timeOffset="205741.84">28819 10553 228 0,'-5'-11'228'0,"-1"6"-10"0,6 5-6 0,-9-8-8 16,2 5-16-16,-1 1-17 0,8 2-18 15,-17 2-11-15,4 2-9 0,-1 1-9 0,0 9-6 0,-1-1-10 16,-2 7-13-16,6-3-3 0,-5 4-12 0,7 1-10 16,-1 3-6-16,4 0-9 0,4-6-2 0,2 6-7 15,0-7-3-15,4 0-3 0,1-2-2 0,4 0-4 16,3-2-3-16,1 1 0 0,2-5-2 0,1-1-3 15,2-3-4-15,9-2 0 0,1-2-7 0,0-4-1 16,-2-1 7-16,-5-3-10 0,6-2-1 0,-7 0-4 16,-5 0 2-16,2-3-2 0,-6 0 4 0,-1-4-2 15,0 1-3-15,-4 3 1 0,1-7 3 0,-3 1 0 16,0-2-5-16,-3 0 1 0,3 0 0 0,-4 2-5 16,1-2 5-16,-1 4-5 0,-1 4 4 0,1 2 3 15,0-1-2-15,0 10 0 0,0-13-5 0,0 13-2 16,0-9 1-16,0 9-2 0,0 0-1 0,0 0 1 15,0 0-5-15,0 0 5 0,0 0 0 0,0 0-3 16,5 35 3-16,-2-22 0 0,-2 4 0 0,3 2 0 16,0-2 2-16,2-3 0 0,2 3 3 0,-3-6-1 15,1 3 4-15,2-4 3 0,-1-2 2 0,2 1-4 16,1-2 1-16,1-1-5 0,-1-2 3 0,0-2-1 16,1-2 1-16,-1 2-1 0,-2-2-2 0,1-4-1 15,1-1 2-15,-3 0 0 0,2 0 0 0,-3-6-1 16,0 3 0-16,-1-3 1 0,-1 0-4 0,0-2 1 15,-1-2 2-15,1-2 6 0,-1 0-7 0,0 1-1 16,-3 3 8-16,0 0-11 0,0 1 3 0,0 1-2 16,1 2 4-16,-1 2-2 0,0 7 0 0,0-12-4 15,0 12 0-15,1-9-3 0,-1 9 0 0,0 0 1 16,0 0-3-16,0 0-1 0,0 0 6 0,0 0 2 0,0 0 3 16,-4 34-6-16,4-17 6 0,-1-4-2 15,1 3-2-15,0 2 3 0,1-2 1 0,1 1-1 16,0-5 0-16,2-1 0 0,0 0 3 0,2-1 3 0,-1 1-7 15,2-5 6-15,1 2-1 0,3-3 0 0,-2-1-1 16,3-1 0-16,1-3 3 0,0-1-4 0,1 0 5 16,3-3-4-16,-3 1-1 0,-1-3 4 0,-2 1 0 15,2-5 0-15,-4 1-3 0,1 0-3 0,-2-3 0 16,2-2-14-16,-6-2-1 0,1 0-1 0,-1-4 4 16,-3 1 3-16,-1 0-10 0,-1 0-1 0,1 1 1 15,-7 1-4-15,4 3 6 0,-1 3-1 0,1 2 22 16,-2-1-3-16,2 1 2 0,-1 3-2 0,-1 1 2 15,5 5-2-15,-8-8-1 0,8 8-3 0,-7-3 5 16,7 3-6-16,0 0 6 0,0 0-5 0,0 0 2 16,-13 10-3-16,13-10 3 0,1 9 1 0,-1-9 1 15,0 0-2-15,11 14 3 0,-2-8-5 0,-2-3 2 16,2 2 1-16,2-1-3 0,1-3 6 0,0 1-2 16,-1 0-2-16,2-2 0 0,-3 1 2 0,3 0-3 15,-3 1 0-15,-3-1 2 0,-7-1-3 0,8 0 2 16,-8 0-6-16,10 2 3 0,-10-2 3 0,0 0 4 15,7 5 8-15,-4-2 3 0,-3-3 6 0,2 10 2 16,0-3-2-16,-2 4 0 0,1-4-1 0,0 5 2 16,-1 1 1-16,2 2-2 0,-1 2-4 0,0-2-1 15,2 2-2-15,-2-5 4 0,5 3-4 0,1 0 0 16,-6-4-3-16,4-2 1 0,0 2-2 0,0-4 0 16,4 4 1-16,0-5 0 0,0-1 1 15,4 1 0-15,-3-3-2 0,0-3-1 0,4 0 3 0,-2 0-5 16,1-3-2-16,-3-1-5 0,0 0-4 0,2-1 1 15,-5-2-4-15,2-2 2 0,-2-2-5 0,0-4 0 16,0-2-15-16,-2 1 0 0,-4-2 3 0,-1-1 3 16,-2 0 2-16,-1 0 1 0,0 1 3 0,0 2 2 15,-1 2 0-15,-1-1 0 0,2 3-2 0,1 4 7 16,-1 1 0-16,0 1 1 0,3 6-3 0,-1-11 4 16,1 11-3-16,-2-8-1 0,2 8-3 0,0 0 4 15,0 0-1-15,0 0 1 0,0 0 3 0,9-3 2 16,-9 3-6-16,0 0 3 0,19 7-2 0,-10-1 5 15,-2-2-1-15,3 3-2 0,-2 1 0 0,1-1 5 16,1 3-4-16,-5-1 2 0,3 6 0 0,-3-5 11 16,-1 3-2-16,1 1 0 0,-1 2 4 0,0-4 1 15,-3 1-3-15,2 2 2 0,-1-3-3 0,1 3 0 16,-1-3-1-16,2-2 4 0,-1 1-5 0,2-2 5 16,1 1-5-16,2-3 3 0,1 1-1 0,1-4-2 15,2 2 1-15,7-3 3 0,-1-2-2 0,2-2 1 16,1-2-1-16,2 0 2 0,-3-2 2 0,-1 0-5 15,7-4-3-15,-7 2 2 0,-1-3-2 0,-3-1-2 16,-1-2-3-16,0-1-4 0,-3-2 3 0,-1-2-1 16,-4 1-2-16,-2-1 1 0,0 0-1 0,-4-1 4 15,-1 3-3-15,-2 3 2 0,0-3-1 0,0 4 1 16,0 2-1-16,-2 3 5 0,0 0-1 0,1 3-6 0,-1 0 1 16,5 4-1-16,-13-1 9 0,13 1-2 15,-19 10-1-15,9-1 0 0,-4 4-1 0,2 0 4 16,1 4 0-16,0 6-2 0,5-5-2 0,2 0 4 15,3 1 2-15,0-2-22 0,-1 0-20 0,5 3-28 16,-2-2-44-16,2-2-41 0,2 0-48 0,1-1-44 0,-1-4-170 16,0-1-446-16,2-3 198 0</inkml:trace>
  <inkml:trace contextRef="#ctx0" brushRef="#br0" timeOffset="206103.89">30300 10655 35 0,'3'7'224'0,"-3"-7"-9"16,1 13-11-16,-1-3 1 0,0 2-13 0,0-2-9 15,-2 1-11-15,0-2-13 0,1 3-8 0,1-5-16 0,-1 2-10 16,1-9-6-16,0 10 4 0,-2-3 0 16,2-7 1-16,0 0 4 0,-1 9 5 0,1-9 0 15,0 0-9-15,0 0-16 0,0 0-6 0,0 0-16 16,0 0-6-16,0 0-14 0,0 0 2 0,-1-30-5 15,3 18-3-15,2-4-10 0,-1 3-12 0,3-3-15 0,1-1-7 16,0 2-5-16,2-1-4 0,2 1-4 16,0 1-2-16,-2 1-6 0,1 4 0 0,2 2 5 15,-2 1-7-15,-1 1 3 0,0 3-5 0,0-1 4 16,-2 3-7-16,-7 0 3 0,13 7 4 0,-5 2-1 0,1-1-1 16,-5 3 2-16,1 0 0 0,0 0 2 0,0 10 3 15,-1-4 3-15,-4 0 1 0,2 0-1 0,1-1-3 16,-2-1 2-16,1-3-12 0,-2-1-31 0,1-1-24 15,0-2-31-15,-1-8-55 0,0 0-63 16,1 21-48-16,1-18-218 0,-2-3-519 0,0 0 231 0</inkml:trace>
  <inkml:trace contextRef="#ctx0" brushRef="#br0" timeOffset="206389.72">30688 10409 16 0,'2'-12'240'15,"-1"2"0"-15,-1 1-2 0,0 2-5 0,0 7-17 16,-1-11-18-16,1 11-24 0,1-9-21 0,-1 9-16 16,0 0-4-16,0 0 3 0,0 0-1 15,0 0-14-15,-3 38-5 0,1-19 3 0,-3 6 1 0,4 1-10 16,-2 3 3-16,1 1-8 0,2 1-9 0,-1-3-1 16,1-1-6-16,-2-2-2 0,2 0-1 0,-1 0 1 15,2-5 0-15,1-2-14 0,-1 0-2 0,0-2-10 16,0 0-2-16,3-6-2 0,-2-1-12 15,3 1-1-15,2-3-1 0,-2-1-6 0,2-1 1 0,1 2-3 16,3-5-34-16,0 1-11 0,2-3-29 0,6-3-37 16,-2-1-38-16,-2-1-42 0,-1 2-52 0,3-7-51 15,1 3-64-15,-5-5-188 0,-3-1-551 0,3-2 244 16</inkml:trace>
  <inkml:trace contextRef="#ctx0" brushRef="#br0" timeOffset="206547.15">30633 10554 146 0,'-8'-2'276'0,"2"0"-31"0,6 2-23 16,-12-3-20-16,12 3-13 0,-6-4-12 0,6 4-13 15,0 0-14-15,0 0-18 0,0 0-14 0,23-11-22 16,5 5-37-16,4-2-48 0,5 1-62 0,13-7-66 16,-13 7-58-16,0-1-133 0,-3-1-332 0,-1 1 147 15</inkml:trace>
  <inkml:trace contextRef="#ctx0" brushRef="#br0" timeOffset="-203707.33">17820 7961 24 0,'0'0'48'0,"0"0"-5"0,0 0-4 16,0 0-2-16,0 0-9 0,0 0-6 15,0 0 4-15,0 0-3 0,0 0-7 0,0 0-2 0,0 0-8 16,0 0-8-16,0 0-10 0,0 0-10 0,0 0-27 16,0 0-52-16,0 0 24 0</inkml:trace>
  <inkml:trace contextRef="#ctx0" brushRef="#br0" timeOffset="-198843.99">20699 7909 30 0,'0'0'20'0,"0"0"-13"0,0 0-11 16,0 0-6-16,0 0-9 0,0 0 5 0</inkml:trace>
  <inkml:trace contextRef="#ctx0" brushRef="#br0" timeOffset="-178916.77">20114 9244 82 0,'0'0'99'0,"0"0"-9"16,0 0-1-16,0 0-7 0,0 0-10 0,0 0 5 16,0 0-8-16,0 0-3 0,0 0-10 0,0 0-4 15,0 0-8-15,0 0-3 0,0 0-3 0,0 0-5 16,0 0 1-16,0 0-4 0,0 0 0 0,0 0-11 16,0 0-10-16,0 0 2 0,0 0-19 0,0 0-8 15,0 0-13-15,0 0-7 0,0 0-7 0,0 0-20 16,0 0-10-16,0 0-10 0,0 0-46 0,0 0-140 0,0 0 62 15</inkml:trace>
  <inkml:trace contextRef="#ctx0" brushRef="#br0" timeOffset="-176646.37">17597 9294 37 0,'0'0'36'0,"0"0"-13"0,0 0-25 0,0 0-14 16,0 0-17-16,0 0 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92F7-0431-4D54-B52B-4E172451C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02681-E36D-44E6-80B3-E4E7C9CF7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933A1-1026-46FD-B8BE-1FE42913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1AC6A-03BF-4BD9-A7F6-FBBF5A3F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1AFA7-8BD4-40F0-929D-D78318BC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76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EA1A-F546-4B38-9D7A-7138D7A77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A425-C17E-4BB8-86C6-24FF84754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D19F1-1D13-4363-BBB1-5CD3A0D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73FC4-61B1-4291-B0FB-97C83100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4DA5D-F055-4221-962B-6D657F86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9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75DF1-F6DE-42D9-BC48-6313B226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70108-4C8E-4955-8DEE-44163EDF6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D587A-8B0F-4EE0-B28F-000742D8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CEAA6-31DB-4BC6-BB4C-EE5674A6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E84A1-F437-4BFC-81DA-09C1007CD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08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7AC0-BD4C-46C2-80EA-168956DD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4CFF3-2E1B-4049-B7F4-9A33D8D38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F78F5-4C28-48EA-A556-C647DE6EE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3C865-7905-4FD7-A306-1C89E0E6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355AA-C622-47C8-9714-0FE6AB9B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47A2F-B4C3-4840-AD16-0C8806C5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95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CBEE-37F0-4042-8D25-D449A1BC9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7DAA9-671D-43B1-9408-C7A3328DD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A52E0-4075-4CC0-893D-99F68FFC3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AD0D1-B7B3-4D4F-AC60-BDB98C1BF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63A6B1-6C9A-4127-9D64-63F6B4356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8B938-FD54-4F9E-8CDD-34E191A0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EB155-80D8-47D9-A56B-E577AD83E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FE841-763F-4763-BCC1-30C50E86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18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6521-C959-48B9-BC80-FE0749E2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97AEE-D698-4410-8DC4-323B1AB7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82C23-56E8-485D-A6FA-CDF99FB1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E1839-F932-4778-B71A-CEBEB6A9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67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16E46-9F0E-4147-9FE8-C5E0A0B9B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8486D-3CBC-45AA-9AC7-F878A4A73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A9B87-F959-4B73-9273-BF3E2526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42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ED87-F266-478F-9E2A-290233534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FAC5-5307-4A11-9609-8C9D6CE86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E3D53-3D85-4A4C-8681-00EF5A04E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FA926-7947-449B-9CD2-AC123468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920E9-177F-488D-837D-BC3E7628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D53A4-EE3B-436A-BD29-4F41F933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65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4338-4911-4073-88F6-B14C5231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BC593-D6EC-4700-A325-9249D1879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13E8B-65AF-4F5E-8E04-A31E5D972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B2403-F81A-4D22-9732-12BE74AE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CE6A0-CC44-4FB8-8554-9B3C024A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9000F-0619-4649-BED2-9471D5E4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88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7817-6880-452D-9FC5-0D4F395F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DFA6D-2166-4879-9A91-3F8F8BB46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8E867-EEA3-46E3-A7B8-203EDF0B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60455-2F13-461D-8360-C16D6D1D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4D2B1-4FA3-46B1-B8FC-8B0C2CD7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26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646E2-356A-43E0-9132-2C3FAB592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CF93E-3D38-4A36-96A0-1A62FC505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8A697-E0C8-44D1-998F-023320A5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0664-517B-402D-98CF-7AAEACBF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C537F-792C-425A-A37D-9C783234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31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AA428-81BD-47E2-BDFF-346CF5A6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E2C26-F13E-41B5-ADEB-9469727DF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592F3-3694-419E-BD80-C109D9664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81F59-498A-459D-A67D-5327BDB800B7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B54DB-BC02-4BDC-B104-37B9C562C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6481E-B5FA-4B9A-BF44-DF3394338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63B8A-418B-4A6A-8051-95F19F23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8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7.xml"/><Relationship Id="rId4" Type="http://schemas.openxmlformats.org/officeDocument/2006/relationships/image" Target="../media/image6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10.xml"/><Relationship Id="rId4" Type="http://schemas.openxmlformats.org/officeDocument/2006/relationships/image" Target="../media/image11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0.png"/><Relationship Id="rId7" Type="http://schemas.openxmlformats.org/officeDocument/2006/relationships/image" Target="../media/image1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6.png"/><Relationship Id="rId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image" Target="../media/image19.png"/><Relationship Id="rId7" Type="http://schemas.openxmlformats.org/officeDocument/2006/relationships/image" Target="../media/image19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1.png"/><Relationship Id="rId5" Type="http://schemas.openxmlformats.org/officeDocument/2006/relationships/image" Target="../media/image186.png"/><Relationship Id="rId10" Type="http://schemas.openxmlformats.org/officeDocument/2006/relationships/customXml" Target="../ink/ink19.xml"/><Relationship Id="rId4" Type="http://schemas.openxmlformats.org/officeDocument/2006/relationships/customXml" Target="../ink/ink16.xml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.png"/><Relationship Id="rId21" Type="http://schemas.openxmlformats.org/officeDocument/2006/relationships/customXml" Target="../ink/ink29.xml"/><Relationship Id="rId42" Type="http://schemas.openxmlformats.org/officeDocument/2006/relationships/image" Target="../media/image41.png"/><Relationship Id="rId63" Type="http://schemas.openxmlformats.org/officeDocument/2006/relationships/customXml" Target="../ink/ink50.xml"/><Relationship Id="rId84" Type="http://schemas.openxmlformats.org/officeDocument/2006/relationships/image" Target="../media/image62.png"/><Relationship Id="rId138" Type="http://schemas.openxmlformats.org/officeDocument/2006/relationships/image" Target="../media/image88.png"/><Relationship Id="rId159" Type="http://schemas.openxmlformats.org/officeDocument/2006/relationships/customXml" Target="../ink/ink99.xml"/><Relationship Id="rId170" Type="http://schemas.openxmlformats.org/officeDocument/2006/relationships/customXml" Target="../ink/ink105.xml"/><Relationship Id="rId107" Type="http://schemas.openxmlformats.org/officeDocument/2006/relationships/image" Target="../media/image73.png"/><Relationship Id="rId11" Type="http://schemas.openxmlformats.org/officeDocument/2006/relationships/customXml" Target="../ink/ink24.xml"/><Relationship Id="rId32" Type="http://schemas.openxmlformats.org/officeDocument/2006/relationships/image" Target="../media/image36.png"/><Relationship Id="rId53" Type="http://schemas.openxmlformats.org/officeDocument/2006/relationships/customXml" Target="../ink/ink45.xml"/><Relationship Id="rId74" Type="http://schemas.openxmlformats.org/officeDocument/2006/relationships/image" Target="../media/image57.png"/><Relationship Id="rId128" Type="http://schemas.openxmlformats.org/officeDocument/2006/relationships/customXml" Target="../ink/ink83.xml"/><Relationship Id="rId149" Type="http://schemas.openxmlformats.org/officeDocument/2006/relationships/customXml" Target="../ink/ink94.xml"/><Relationship Id="rId5" Type="http://schemas.openxmlformats.org/officeDocument/2006/relationships/customXml" Target="../ink/ink21.xml"/><Relationship Id="rId95" Type="http://schemas.openxmlformats.org/officeDocument/2006/relationships/image" Target="../media/image67.png"/><Relationship Id="rId160" Type="http://schemas.openxmlformats.org/officeDocument/2006/relationships/image" Target="../media/image99.png"/><Relationship Id="rId181" Type="http://schemas.openxmlformats.org/officeDocument/2006/relationships/customXml" Target="../ink/ink112.xml"/><Relationship Id="rId22" Type="http://schemas.openxmlformats.org/officeDocument/2006/relationships/image" Target="../media/image31.png"/><Relationship Id="rId43" Type="http://schemas.openxmlformats.org/officeDocument/2006/relationships/customXml" Target="../ink/ink40.xml"/><Relationship Id="rId64" Type="http://schemas.openxmlformats.org/officeDocument/2006/relationships/image" Target="../media/image52.png"/><Relationship Id="rId118" Type="http://schemas.openxmlformats.org/officeDocument/2006/relationships/customXml" Target="../ink/ink78.xml"/><Relationship Id="rId139" Type="http://schemas.openxmlformats.org/officeDocument/2006/relationships/customXml" Target="../ink/ink89.xml"/><Relationship Id="rId85" Type="http://schemas.openxmlformats.org/officeDocument/2006/relationships/customXml" Target="../ink/ink61.xml"/><Relationship Id="rId150" Type="http://schemas.openxmlformats.org/officeDocument/2006/relationships/image" Target="../media/image94.png"/><Relationship Id="rId171" Type="http://schemas.openxmlformats.org/officeDocument/2006/relationships/image" Target="../media/image104.png"/><Relationship Id="rId12" Type="http://schemas.openxmlformats.org/officeDocument/2006/relationships/image" Target="../media/image26.png"/><Relationship Id="rId33" Type="http://schemas.openxmlformats.org/officeDocument/2006/relationships/customXml" Target="../ink/ink35.xml"/><Relationship Id="rId108" Type="http://schemas.openxmlformats.org/officeDocument/2006/relationships/customXml" Target="../ink/ink73.xml"/><Relationship Id="rId129" Type="http://schemas.openxmlformats.org/officeDocument/2006/relationships/customXml" Target="../ink/ink84.xml"/><Relationship Id="rId54" Type="http://schemas.openxmlformats.org/officeDocument/2006/relationships/image" Target="../media/image47.png"/><Relationship Id="rId75" Type="http://schemas.openxmlformats.org/officeDocument/2006/relationships/customXml" Target="../ink/ink56.xml"/><Relationship Id="rId96" Type="http://schemas.openxmlformats.org/officeDocument/2006/relationships/customXml" Target="../ink/ink67.xml"/><Relationship Id="rId140" Type="http://schemas.openxmlformats.org/officeDocument/2006/relationships/image" Target="../media/image89.png"/><Relationship Id="rId161" Type="http://schemas.openxmlformats.org/officeDocument/2006/relationships/customXml" Target="../ink/ink100.xml"/><Relationship Id="rId182" Type="http://schemas.openxmlformats.org/officeDocument/2006/relationships/image" Target="../media/image108.png"/><Relationship Id="rId6" Type="http://schemas.openxmlformats.org/officeDocument/2006/relationships/image" Target="../media/image23.png"/><Relationship Id="rId23" Type="http://schemas.openxmlformats.org/officeDocument/2006/relationships/customXml" Target="../ink/ink30.xml"/><Relationship Id="rId119" Type="http://schemas.openxmlformats.org/officeDocument/2006/relationships/image" Target="../media/image79.png"/><Relationship Id="rId44" Type="http://schemas.openxmlformats.org/officeDocument/2006/relationships/image" Target="../media/image42.png"/><Relationship Id="rId60" Type="http://schemas.openxmlformats.org/officeDocument/2006/relationships/image" Target="../media/image50.png"/><Relationship Id="rId65" Type="http://schemas.openxmlformats.org/officeDocument/2006/relationships/customXml" Target="../ink/ink51.xml"/><Relationship Id="rId81" Type="http://schemas.openxmlformats.org/officeDocument/2006/relationships/customXml" Target="../ink/ink59.xml"/><Relationship Id="rId86" Type="http://schemas.openxmlformats.org/officeDocument/2006/relationships/image" Target="../media/image63.png"/><Relationship Id="rId130" Type="http://schemas.openxmlformats.org/officeDocument/2006/relationships/image" Target="../media/image84.png"/><Relationship Id="rId135" Type="http://schemas.openxmlformats.org/officeDocument/2006/relationships/customXml" Target="../ink/ink87.xml"/><Relationship Id="rId151" Type="http://schemas.openxmlformats.org/officeDocument/2006/relationships/customXml" Target="../ink/ink95.xml"/><Relationship Id="rId156" Type="http://schemas.openxmlformats.org/officeDocument/2006/relationships/image" Target="../media/image97.png"/><Relationship Id="rId177" Type="http://schemas.openxmlformats.org/officeDocument/2006/relationships/customXml" Target="../ink/ink109.xml"/><Relationship Id="rId172" Type="http://schemas.openxmlformats.org/officeDocument/2006/relationships/customXml" Target="../ink/ink106.xml"/><Relationship Id="rId13" Type="http://schemas.openxmlformats.org/officeDocument/2006/relationships/customXml" Target="../ink/ink25.xml"/><Relationship Id="rId18" Type="http://schemas.openxmlformats.org/officeDocument/2006/relationships/image" Target="../media/image29.png"/><Relationship Id="rId39" Type="http://schemas.openxmlformats.org/officeDocument/2006/relationships/customXml" Target="../ink/ink38.xml"/><Relationship Id="rId109" Type="http://schemas.openxmlformats.org/officeDocument/2006/relationships/image" Target="../media/image74.png"/><Relationship Id="rId34" Type="http://schemas.openxmlformats.org/officeDocument/2006/relationships/image" Target="../media/image37.png"/><Relationship Id="rId50" Type="http://schemas.openxmlformats.org/officeDocument/2006/relationships/image" Target="../media/image45.png"/><Relationship Id="rId55" Type="http://schemas.openxmlformats.org/officeDocument/2006/relationships/customXml" Target="../ink/ink46.xml"/><Relationship Id="rId76" Type="http://schemas.openxmlformats.org/officeDocument/2006/relationships/image" Target="../media/image58.png"/><Relationship Id="rId97" Type="http://schemas.openxmlformats.org/officeDocument/2006/relationships/image" Target="../media/image68.png"/><Relationship Id="rId104" Type="http://schemas.openxmlformats.org/officeDocument/2006/relationships/customXml" Target="../ink/ink71.xml"/><Relationship Id="rId120" Type="http://schemas.openxmlformats.org/officeDocument/2006/relationships/customXml" Target="../ink/ink79.xml"/><Relationship Id="rId125" Type="http://schemas.openxmlformats.org/officeDocument/2006/relationships/image" Target="../media/image82.png"/><Relationship Id="rId141" Type="http://schemas.openxmlformats.org/officeDocument/2006/relationships/customXml" Target="../ink/ink90.xml"/><Relationship Id="rId146" Type="http://schemas.openxmlformats.org/officeDocument/2006/relationships/image" Target="../media/image92.png"/><Relationship Id="rId167" Type="http://schemas.openxmlformats.org/officeDocument/2006/relationships/image" Target="../media/image102.png"/><Relationship Id="rId7" Type="http://schemas.openxmlformats.org/officeDocument/2006/relationships/customXml" Target="../ink/ink22.xml"/><Relationship Id="rId71" Type="http://schemas.openxmlformats.org/officeDocument/2006/relationships/customXml" Target="../ink/ink54.xml"/><Relationship Id="rId92" Type="http://schemas.openxmlformats.org/officeDocument/2006/relationships/customXml" Target="../ink/ink65.xml"/><Relationship Id="rId162" Type="http://schemas.openxmlformats.org/officeDocument/2006/relationships/customXml" Target="../ink/ink101.xml"/><Relationship Id="rId183" Type="http://schemas.openxmlformats.org/officeDocument/2006/relationships/customXml" Target="../ink/ink113.xml"/><Relationship Id="rId2" Type="http://schemas.openxmlformats.org/officeDocument/2006/relationships/image" Target="../media/image22.png"/><Relationship Id="rId29" Type="http://schemas.openxmlformats.org/officeDocument/2006/relationships/customXml" Target="../ink/ink33.xml"/><Relationship Id="rId24" Type="http://schemas.openxmlformats.org/officeDocument/2006/relationships/image" Target="../media/image32.png"/><Relationship Id="rId40" Type="http://schemas.openxmlformats.org/officeDocument/2006/relationships/image" Target="../media/image40.png"/><Relationship Id="rId45" Type="http://schemas.openxmlformats.org/officeDocument/2006/relationships/customXml" Target="../ink/ink41.xml"/><Relationship Id="rId66" Type="http://schemas.openxmlformats.org/officeDocument/2006/relationships/image" Target="../media/image53.png"/><Relationship Id="rId87" Type="http://schemas.openxmlformats.org/officeDocument/2006/relationships/customXml" Target="../ink/ink62.xml"/><Relationship Id="rId110" Type="http://schemas.openxmlformats.org/officeDocument/2006/relationships/customXml" Target="../ink/ink74.xml"/><Relationship Id="rId115" Type="http://schemas.openxmlformats.org/officeDocument/2006/relationships/image" Target="../media/image77.png"/><Relationship Id="rId131" Type="http://schemas.openxmlformats.org/officeDocument/2006/relationships/customXml" Target="../ink/ink85.xml"/><Relationship Id="rId136" Type="http://schemas.openxmlformats.org/officeDocument/2006/relationships/image" Target="../media/image87.png"/><Relationship Id="rId157" Type="http://schemas.openxmlformats.org/officeDocument/2006/relationships/customXml" Target="../ink/ink98.xml"/><Relationship Id="rId178" Type="http://schemas.openxmlformats.org/officeDocument/2006/relationships/customXml" Target="../ink/ink110.xml"/><Relationship Id="rId61" Type="http://schemas.openxmlformats.org/officeDocument/2006/relationships/customXml" Target="../ink/ink49.xml"/><Relationship Id="rId82" Type="http://schemas.openxmlformats.org/officeDocument/2006/relationships/image" Target="../media/image61.png"/><Relationship Id="rId152" Type="http://schemas.openxmlformats.org/officeDocument/2006/relationships/image" Target="../media/image95.png"/><Relationship Id="rId173" Type="http://schemas.openxmlformats.org/officeDocument/2006/relationships/image" Target="../media/image105.png"/><Relationship Id="rId19" Type="http://schemas.openxmlformats.org/officeDocument/2006/relationships/customXml" Target="../ink/ink28.xml"/><Relationship Id="rId14" Type="http://schemas.openxmlformats.org/officeDocument/2006/relationships/image" Target="../media/image27.png"/><Relationship Id="rId30" Type="http://schemas.openxmlformats.org/officeDocument/2006/relationships/image" Target="../media/image35.png"/><Relationship Id="rId35" Type="http://schemas.openxmlformats.org/officeDocument/2006/relationships/customXml" Target="../ink/ink36.xml"/><Relationship Id="rId56" Type="http://schemas.openxmlformats.org/officeDocument/2006/relationships/image" Target="../media/image48.png"/><Relationship Id="rId77" Type="http://schemas.openxmlformats.org/officeDocument/2006/relationships/customXml" Target="../ink/ink57.xml"/><Relationship Id="rId100" Type="http://schemas.openxmlformats.org/officeDocument/2006/relationships/customXml" Target="../ink/ink69.xml"/><Relationship Id="rId105" Type="http://schemas.openxmlformats.org/officeDocument/2006/relationships/image" Target="../media/image72.png"/><Relationship Id="rId126" Type="http://schemas.openxmlformats.org/officeDocument/2006/relationships/customXml" Target="../ink/ink82.xml"/><Relationship Id="rId147" Type="http://schemas.openxmlformats.org/officeDocument/2006/relationships/customXml" Target="../ink/ink93.xml"/><Relationship Id="rId168" Type="http://schemas.openxmlformats.org/officeDocument/2006/relationships/customXml" Target="../ink/ink104.xml"/><Relationship Id="rId8" Type="http://schemas.openxmlformats.org/officeDocument/2006/relationships/image" Target="../media/image24.png"/><Relationship Id="rId51" Type="http://schemas.openxmlformats.org/officeDocument/2006/relationships/customXml" Target="../ink/ink44.xml"/><Relationship Id="rId72" Type="http://schemas.openxmlformats.org/officeDocument/2006/relationships/image" Target="../media/image56.png"/><Relationship Id="rId93" Type="http://schemas.openxmlformats.org/officeDocument/2006/relationships/image" Target="../media/image66.png"/><Relationship Id="rId98" Type="http://schemas.openxmlformats.org/officeDocument/2006/relationships/customXml" Target="../ink/ink68.xml"/><Relationship Id="rId121" Type="http://schemas.openxmlformats.org/officeDocument/2006/relationships/image" Target="../media/image80.png"/><Relationship Id="rId142" Type="http://schemas.openxmlformats.org/officeDocument/2006/relationships/image" Target="../media/image90.png"/><Relationship Id="rId163" Type="http://schemas.openxmlformats.org/officeDocument/2006/relationships/image" Target="../media/image100.png"/><Relationship Id="rId184" Type="http://schemas.openxmlformats.org/officeDocument/2006/relationships/image" Target="../media/image109.png"/><Relationship Id="rId3" Type="http://schemas.openxmlformats.org/officeDocument/2006/relationships/customXml" Target="../ink/ink20.xml"/><Relationship Id="rId25" Type="http://schemas.openxmlformats.org/officeDocument/2006/relationships/customXml" Target="../ink/ink31.xml"/><Relationship Id="rId46" Type="http://schemas.openxmlformats.org/officeDocument/2006/relationships/image" Target="../media/image43.png"/><Relationship Id="rId67" Type="http://schemas.openxmlformats.org/officeDocument/2006/relationships/customXml" Target="../ink/ink52.xml"/><Relationship Id="rId116" Type="http://schemas.openxmlformats.org/officeDocument/2006/relationships/customXml" Target="../ink/ink77.xml"/><Relationship Id="rId137" Type="http://schemas.openxmlformats.org/officeDocument/2006/relationships/customXml" Target="../ink/ink88.xml"/><Relationship Id="rId158" Type="http://schemas.openxmlformats.org/officeDocument/2006/relationships/image" Target="../media/image98.png"/><Relationship Id="rId20" Type="http://schemas.openxmlformats.org/officeDocument/2006/relationships/image" Target="../media/image30.png"/><Relationship Id="rId41" Type="http://schemas.openxmlformats.org/officeDocument/2006/relationships/customXml" Target="../ink/ink39.xml"/><Relationship Id="rId62" Type="http://schemas.openxmlformats.org/officeDocument/2006/relationships/image" Target="../media/image51.png"/><Relationship Id="rId83" Type="http://schemas.openxmlformats.org/officeDocument/2006/relationships/customXml" Target="../ink/ink60.xml"/><Relationship Id="rId88" Type="http://schemas.openxmlformats.org/officeDocument/2006/relationships/image" Target="../media/image64.png"/><Relationship Id="rId111" Type="http://schemas.openxmlformats.org/officeDocument/2006/relationships/image" Target="../media/image75.png"/><Relationship Id="rId132" Type="http://schemas.openxmlformats.org/officeDocument/2006/relationships/image" Target="../media/image85.png"/><Relationship Id="rId153" Type="http://schemas.openxmlformats.org/officeDocument/2006/relationships/customXml" Target="../ink/ink96.xml"/><Relationship Id="rId174" Type="http://schemas.openxmlformats.org/officeDocument/2006/relationships/customXml" Target="../ink/ink107.xml"/><Relationship Id="rId179" Type="http://schemas.openxmlformats.org/officeDocument/2006/relationships/customXml" Target="../ink/ink111.xml"/><Relationship Id="rId15" Type="http://schemas.openxmlformats.org/officeDocument/2006/relationships/customXml" Target="../ink/ink26.xml"/><Relationship Id="rId36" Type="http://schemas.openxmlformats.org/officeDocument/2006/relationships/image" Target="../media/image38.png"/><Relationship Id="rId57" Type="http://schemas.openxmlformats.org/officeDocument/2006/relationships/customXml" Target="../ink/ink47.xml"/><Relationship Id="rId106" Type="http://schemas.openxmlformats.org/officeDocument/2006/relationships/customXml" Target="../ink/ink72.xml"/><Relationship Id="rId127" Type="http://schemas.openxmlformats.org/officeDocument/2006/relationships/image" Target="../media/image83.png"/><Relationship Id="rId10" Type="http://schemas.openxmlformats.org/officeDocument/2006/relationships/image" Target="../media/image25.png"/><Relationship Id="rId31" Type="http://schemas.openxmlformats.org/officeDocument/2006/relationships/customXml" Target="../ink/ink34.xml"/><Relationship Id="rId52" Type="http://schemas.openxmlformats.org/officeDocument/2006/relationships/image" Target="../media/image46.png"/><Relationship Id="rId73" Type="http://schemas.openxmlformats.org/officeDocument/2006/relationships/customXml" Target="../ink/ink55.xml"/><Relationship Id="rId78" Type="http://schemas.openxmlformats.org/officeDocument/2006/relationships/image" Target="../media/image59.png"/><Relationship Id="rId94" Type="http://schemas.openxmlformats.org/officeDocument/2006/relationships/customXml" Target="../ink/ink66.xml"/><Relationship Id="rId99" Type="http://schemas.openxmlformats.org/officeDocument/2006/relationships/image" Target="../media/image69.png"/><Relationship Id="rId101" Type="http://schemas.openxmlformats.org/officeDocument/2006/relationships/image" Target="../media/image70.png"/><Relationship Id="rId122" Type="http://schemas.openxmlformats.org/officeDocument/2006/relationships/customXml" Target="../ink/ink80.xml"/><Relationship Id="rId143" Type="http://schemas.openxmlformats.org/officeDocument/2006/relationships/customXml" Target="../ink/ink91.xml"/><Relationship Id="rId148" Type="http://schemas.openxmlformats.org/officeDocument/2006/relationships/image" Target="../media/image93.png"/><Relationship Id="rId164" Type="http://schemas.openxmlformats.org/officeDocument/2006/relationships/customXml" Target="../ink/ink102.xml"/><Relationship Id="rId169" Type="http://schemas.openxmlformats.org/officeDocument/2006/relationships/image" Target="../media/image103.png"/><Relationship Id="rId4" Type="http://schemas.openxmlformats.org/officeDocument/2006/relationships/image" Target="../media/image223.png"/><Relationship Id="rId9" Type="http://schemas.openxmlformats.org/officeDocument/2006/relationships/customXml" Target="../ink/ink23.xml"/><Relationship Id="rId180" Type="http://schemas.openxmlformats.org/officeDocument/2006/relationships/image" Target="../media/image107.png"/><Relationship Id="rId26" Type="http://schemas.openxmlformats.org/officeDocument/2006/relationships/image" Target="../media/image33.png"/><Relationship Id="rId47" Type="http://schemas.openxmlformats.org/officeDocument/2006/relationships/customXml" Target="../ink/ink42.xml"/><Relationship Id="rId68" Type="http://schemas.openxmlformats.org/officeDocument/2006/relationships/image" Target="../media/image54.png"/><Relationship Id="rId89" Type="http://schemas.openxmlformats.org/officeDocument/2006/relationships/customXml" Target="../ink/ink63.xml"/><Relationship Id="rId112" Type="http://schemas.openxmlformats.org/officeDocument/2006/relationships/customXml" Target="../ink/ink75.xml"/><Relationship Id="rId133" Type="http://schemas.openxmlformats.org/officeDocument/2006/relationships/customXml" Target="../ink/ink86.xml"/><Relationship Id="rId154" Type="http://schemas.openxmlformats.org/officeDocument/2006/relationships/image" Target="../media/image96.png"/><Relationship Id="rId175" Type="http://schemas.openxmlformats.org/officeDocument/2006/relationships/customXml" Target="../ink/ink108.xml"/><Relationship Id="rId16" Type="http://schemas.openxmlformats.org/officeDocument/2006/relationships/image" Target="../media/image28.png"/><Relationship Id="rId37" Type="http://schemas.openxmlformats.org/officeDocument/2006/relationships/customXml" Target="../ink/ink37.xml"/><Relationship Id="rId58" Type="http://schemas.openxmlformats.org/officeDocument/2006/relationships/image" Target="../media/image49.png"/><Relationship Id="rId79" Type="http://schemas.openxmlformats.org/officeDocument/2006/relationships/customXml" Target="../ink/ink58.xml"/><Relationship Id="rId102" Type="http://schemas.openxmlformats.org/officeDocument/2006/relationships/customXml" Target="../ink/ink70.xml"/><Relationship Id="rId123" Type="http://schemas.openxmlformats.org/officeDocument/2006/relationships/image" Target="../media/image81.png"/><Relationship Id="rId144" Type="http://schemas.openxmlformats.org/officeDocument/2006/relationships/image" Target="../media/image91.png"/><Relationship Id="rId90" Type="http://schemas.openxmlformats.org/officeDocument/2006/relationships/image" Target="../media/image65.png"/><Relationship Id="rId165" Type="http://schemas.openxmlformats.org/officeDocument/2006/relationships/image" Target="../media/image101.png"/><Relationship Id="rId27" Type="http://schemas.openxmlformats.org/officeDocument/2006/relationships/customXml" Target="../ink/ink32.xml"/><Relationship Id="rId48" Type="http://schemas.openxmlformats.org/officeDocument/2006/relationships/image" Target="../media/image44.png"/><Relationship Id="rId69" Type="http://schemas.openxmlformats.org/officeDocument/2006/relationships/customXml" Target="../ink/ink53.xml"/><Relationship Id="rId113" Type="http://schemas.openxmlformats.org/officeDocument/2006/relationships/image" Target="../media/image76.png"/><Relationship Id="rId134" Type="http://schemas.openxmlformats.org/officeDocument/2006/relationships/image" Target="../media/image86.png"/><Relationship Id="rId80" Type="http://schemas.openxmlformats.org/officeDocument/2006/relationships/image" Target="../media/image60.png"/><Relationship Id="rId155" Type="http://schemas.openxmlformats.org/officeDocument/2006/relationships/customXml" Target="../ink/ink97.xml"/><Relationship Id="rId176" Type="http://schemas.openxmlformats.org/officeDocument/2006/relationships/image" Target="../media/image106.png"/><Relationship Id="rId17" Type="http://schemas.openxmlformats.org/officeDocument/2006/relationships/customXml" Target="../ink/ink27.xml"/><Relationship Id="rId38" Type="http://schemas.openxmlformats.org/officeDocument/2006/relationships/image" Target="../media/image39.png"/><Relationship Id="rId59" Type="http://schemas.openxmlformats.org/officeDocument/2006/relationships/customXml" Target="../ink/ink48.xml"/><Relationship Id="rId103" Type="http://schemas.openxmlformats.org/officeDocument/2006/relationships/image" Target="../media/image71.png"/><Relationship Id="rId124" Type="http://schemas.openxmlformats.org/officeDocument/2006/relationships/customXml" Target="../ink/ink81.xml"/><Relationship Id="rId70" Type="http://schemas.openxmlformats.org/officeDocument/2006/relationships/image" Target="../media/image55.png"/><Relationship Id="rId91" Type="http://schemas.openxmlformats.org/officeDocument/2006/relationships/customXml" Target="../ink/ink64.xml"/><Relationship Id="rId145" Type="http://schemas.openxmlformats.org/officeDocument/2006/relationships/customXml" Target="../ink/ink92.xml"/><Relationship Id="rId166" Type="http://schemas.openxmlformats.org/officeDocument/2006/relationships/customXml" Target="../ink/ink103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34.png"/><Relationship Id="rId49" Type="http://schemas.openxmlformats.org/officeDocument/2006/relationships/customXml" Target="../ink/ink43.xml"/><Relationship Id="rId114" Type="http://schemas.openxmlformats.org/officeDocument/2006/relationships/customXml" Target="../ink/ink7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customXml" Target="../ink/ink114.xml"/><Relationship Id="rId7" Type="http://schemas.openxmlformats.org/officeDocument/2006/relationships/customXml" Target="../ink/ink116.xml"/><Relationship Id="rId12" Type="http://schemas.openxmlformats.org/officeDocument/2006/relationships/image" Target="../media/image11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customXml" Target="../ink/ink118.xml"/><Relationship Id="rId5" Type="http://schemas.openxmlformats.org/officeDocument/2006/relationships/customXml" Target="../ink/ink115.xml"/><Relationship Id="rId10" Type="http://schemas.openxmlformats.org/officeDocument/2006/relationships/image" Target="../media/image112.png"/><Relationship Id="rId4" Type="http://schemas.openxmlformats.org/officeDocument/2006/relationships/image" Target="../media/image1080.png"/><Relationship Id="rId9" Type="http://schemas.openxmlformats.org/officeDocument/2006/relationships/customXml" Target="../ink/ink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9231-9611-452C-8ED9-77120A1DF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337" y="647871"/>
            <a:ext cx="10784152" cy="63059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Arial Narrow" panose="020B0606020202030204" pitchFamily="34" charset="0"/>
              </a:rPr>
              <a:t>EC-101 Basics of Electronics &amp; Communication Engineering</a:t>
            </a:r>
            <a:endParaRPr lang="en-IN" sz="3600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EA83D-2C26-4A51-A97E-B2BCF061C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704" y="5240818"/>
            <a:ext cx="3023663" cy="74856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sz="1800" dirty="0">
                <a:latin typeface="Arial Narrow" panose="020B0606020202030204" pitchFamily="34" charset="0"/>
                <a:ea typeface="+mj-ea"/>
                <a:cs typeface="+mj-cs"/>
              </a:rPr>
              <a:t>Dr. Priyank Saxena </a:t>
            </a:r>
          </a:p>
          <a:p>
            <a:pPr>
              <a:spcBef>
                <a:spcPct val="0"/>
              </a:spcBef>
            </a:pPr>
            <a:r>
              <a:rPr lang="en-US" sz="1800" dirty="0">
                <a:latin typeface="Arial Narrow" panose="020B0606020202030204" pitchFamily="34" charset="0"/>
                <a:ea typeface="+mj-ea"/>
                <a:cs typeface="+mj-cs"/>
              </a:rPr>
              <a:t>Assistant Professor</a:t>
            </a:r>
          </a:p>
          <a:p>
            <a:pPr algn="l"/>
            <a:endParaRPr lang="en-I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48634-168C-499D-BD84-8E9CEEC3C3C6}"/>
              </a:ext>
            </a:extLst>
          </p:cNvPr>
          <p:cNvSpPr/>
          <p:nvPr/>
        </p:nvSpPr>
        <p:spPr>
          <a:xfrm>
            <a:off x="8816704" y="4758800"/>
            <a:ext cx="3013606" cy="48201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+mj-ea"/>
                <a:cs typeface="+mj-cs"/>
              </a:rPr>
              <a:t>By</a:t>
            </a:r>
            <a:endParaRPr lang="en-IN" dirty="0">
              <a:solidFill>
                <a:schemeClr val="tx1"/>
              </a:solidFill>
              <a:latin typeface="Arial Narrow" panose="020B0606020202030204" pitchFamily="34" charset="0"/>
              <a:ea typeface="+mj-ea"/>
              <a:cs typeface="+mj-cs"/>
            </a:endParaRPr>
          </a:p>
        </p:txBody>
      </p:sp>
      <p:pic>
        <p:nvPicPr>
          <p:cNvPr id="9" name="Picture 8" descr="A picture containing food, drawing, plate&#10;&#10;Description automatically generated">
            <a:extLst>
              <a:ext uri="{FF2B5EF4-FFF2-40B4-BE49-F238E27FC236}">
                <a16:creationId xmlns:a16="http://schemas.microsoft.com/office/drawing/2014/main" id="{6AF54B91-A935-421E-8E76-EB226ECD52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61507"/>
            <a:ext cx="2179673" cy="156749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innerShdw blurRad="63500" dist="50800" dir="13500000">
              <a:schemeClr val="accent1">
                <a:lumMod val="60000"/>
                <a:lumOff val="40000"/>
                <a:alpha val="65000"/>
              </a:schemeClr>
            </a:inn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8313CDA-BE17-4CEF-8424-BE32F5FF8F2D}"/>
              </a:ext>
            </a:extLst>
          </p:cNvPr>
          <p:cNvSpPr/>
          <p:nvPr/>
        </p:nvSpPr>
        <p:spPr>
          <a:xfrm>
            <a:off x="3599293" y="3768832"/>
            <a:ext cx="4114799" cy="121009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 Narrow" panose="020B0606020202030204" pitchFamily="34" charset="0"/>
                <a:ea typeface="+mj-ea"/>
                <a:cs typeface="+mj-cs"/>
              </a:rPr>
              <a:t>Module-2</a:t>
            </a:r>
            <a:endParaRPr lang="en-IN" sz="3600" dirty="0">
              <a:solidFill>
                <a:schemeClr val="tx1"/>
              </a:solidFill>
              <a:latin typeface="Arial Narrow" panose="020B0606020202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246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Course Syllabus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144A7C39-12BF-4DF7-AC61-409F7F2F95F1}"/>
              </a:ext>
            </a:extLst>
          </p:cNvPr>
          <p:cNvGraphicFramePr>
            <a:graphicFrameLocks noGrp="1"/>
          </p:cNvGraphicFramePr>
          <p:nvPr/>
        </p:nvGraphicFramePr>
        <p:xfrm>
          <a:off x="1288954" y="1045646"/>
          <a:ext cx="9614093" cy="46178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4093">
                  <a:extLst>
                    <a:ext uri="{9D8B030D-6E8A-4147-A177-3AD203B41FA5}">
                      <a16:colId xmlns:a16="http://schemas.microsoft.com/office/drawing/2014/main" val="2619165396"/>
                    </a:ext>
                  </a:extLst>
                </a:gridCol>
              </a:tblGrid>
              <a:tr h="1799604">
                <a:tc>
                  <a:txBody>
                    <a:bodyPr/>
                    <a:lstStyle/>
                    <a:p>
                      <a:pPr algn="just"/>
                      <a:r>
                        <a:rPr lang="en-US" sz="2000" u="sng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Module-1 : </a:t>
                      </a:r>
                      <a:r>
                        <a:rPr lang="ru-RU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Diodes and Applications</a:t>
                      </a:r>
                      <a:endParaRPr lang="en-US" sz="2000" u="sng" kern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 to PN junction diodes; Characteristics of semiconductor diodes: V-I characteristics, diode-resistance, temperature-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dependence, diode-capacitance; DC &amp; AC load lines; Breakdown Mechanisms; Zener Diode — Operation and Applications; Diode as a Rectifier: Half Wave and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Wave Rectifiers with and without C-Filters.</a:t>
                      </a:r>
                      <a:r>
                        <a:rPr lang="en-IN" sz="2000" dirty="0">
                          <a:effectLst/>
                        </a:rPr>
                        <a:t> 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{12 Lect. hours}</a:t>
                      </a:r>
                      <a:endParaRPr lang="en-IN" sz="180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9518"/>
                  </a:ext>
                </a:extLst>
              </a:tr>
              <a:tr h="2818248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Module-2 : Bipolar Junction Transistor (BJT)</a:t>
                      </a:r>
                    </a:p>
                    <a:p>
                      <a:pPr algn="just"/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Bipolar Junction Transistors (BJT): PNP and NPN Transistors, Basic Transistor Action, Input and Output Characteristics of CB, CE and CC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Configurations, dc and ac load line analysis, operating point, Transistor biasing: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 bias, emitter bias/self-bias, Low-frequency response of CE amplifier.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ru-RU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Field Effect Transistors:</a:t>
                      </a:r>
                      <a:r>
                        <a:rPr lang="en-US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JFET, Idea of Channel Formation, Pinch-Off and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saturation Voltage, Current-Voltage Output Characteristics; MOSFET: Basic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tructure, operation and characteristics.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{12 Lect. hours}</a:t>
                      </a:r>
                      <a:endParaRPr lang="en-IN" sz="180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357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584ADD-A3AB-43E4-A997-BA740B19B8C2}"/>
                  </a:ext>
                </a:extLst>
              </p14:cNvPr>
              <p14:cNvContentPartPr/>
              <p14:nvPr/>
            </p14:nvContentPartPr>
            <p14:xfrm>
              <a:off x="1396080" y="1704240"/>
              <a:ext cx="4239000" cy="1855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584ADD-A3AB-43E4-A997-BA740B19B8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6720" y="1694880"/>
                <a:ext cx="4257720" cy="187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50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8D52FA3-ECFA-4D80-B6E6-D9083392F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952" y="1057354"/>
            <a:ext cx="9758275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914400" indent="-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en-US" sz="2200" b="1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bipolar junction transistor (BJT)</a:t>
            </a: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has three separately doped regions and contains two p-n junctions.            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Bipolar transistor is a 3-terminal device.</a:t>
            </a:r>
          </a:p>
          <a:p>
            <a:pPr lvl="1" fontAlgn="base">
              <a:spcBef>
                <a:spcPct val="5000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Emitter (E)</a:t>
            </a:r>
          </a:p>
          <a:p>
            <a:pPr lvl="1" fontAlgn="base">
              <a:spcBef>
                <a:spcPct val="5000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Base (B)</a:t>
            </a:r>
          </a:p>
          <a:p>
            <a:pPr lvl="1" fontAlgn="base">
              <a:spcBef>
                <a:spcPct val="5000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Collector (C)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3CA45620-2A6B-4297-81B5-E12F5A428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952" y="4075192"/>
            <a:ext cx="1030949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basic transistor principle is </a:t>
            </a:r>
            <a:r>
              <a:rPr lang="en-US" sz="2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that the voltage between two terminals controls </a:t>
            </a: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current through the third terminal.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4EDAB273-11C0-4B5F-8106-188BF258F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95" y="4959300"/>
            <a:ext cx="1020120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Current in the transistor is due to the flow of both electrons and holes, hence the name </a:t>
            </a:r>
            <a:r>
              <a:rPr lang="en-US" sz="2200" b="1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bipolar</a:t>
            </a:r>
            <a:r>
              <a:rPr lang="en-US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558A33-52B2-41D0-8325-BAA0E3B3B251}"/>
                  </a:ext>
                </a:extLst>
              </p14:cNvPr>
              <p14:cNvContentPartPr/>
              <p14:nvPr/>
            </p14:nvContentPartPr>
            <p14:xfrm>
              <a:off x="4886640" y="2171160"/>
              <a:ext cx="7184520" cy="1647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558A33-52B2-41D0-8325-BAA0E3B3B2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77280" y="2161800"/>
                <a:ext cx="7203240" cy="166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74BFFD-12BB-4539-8D72-3D287DC79A49}"/>
                  </a:ext>
                </a:extLst>
              </p14:cNvPr>
              <p14:cNvContentPartPr/>
              <p14:nvPr/>
            </p14:nvContentPartPr>
            <p14:xfrm>
              <a:off x="135000" y="2402640"/>
              <a:ext cx="9795960" cy="2234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74BFFD-12BB-4539-8D72-3D287DC79A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640" y="2393280"/>
                <a:ext cx="9814680" cy="225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831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026" name="Picture 2" descr="Bipolar Junction Transistor (BJT): What is it &amp; How Does it Work? |  Electrical4U">
            <a:extLst>
              <a:ext uri="{FF2B5EF4-FFF2-40B4-BE49-F238E27FC236}">
                <a16:creationId xmlns:a16="http://schemas.microsoft.com/office/drawing/2014/main" id="{96339A9B-B519-434D-80A1-83EEF819B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574" y="1408593"/>
            <a:ext cx="5996309" cy="214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2DB4F7-0678-439B-964E-8A9F1E79BD7C}"/>
                  </a:ext>
                </a:extLst>
              </p14:cNvPr>
              <p14:cNvContentPartPr/>
              <p14:nvPr/>
            </p14:nvContentPartPr>
            <p14:xfrm>
              <a:off x="895030" y="1364814"/>
              <a:ext cx="11270160" cy="437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2DB4F7-0678-439B-964E-8A9F1E79BD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5670" y="1355454"/>
                <a:ext cx="11288880" cy="43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588B1EE-8A7A-4F22-8049-74D86C2D8587}"/>
                  </a:ext>
                </a:extLst>
              </p14:cNvPr>
              <p14:cNvContentPartPr/>
              <p14:nvPr/>
            </p14:nvContentPartPr>
            <p14:xfrm>
              <a:off x="1383120" y="2016720"/>
              <a:ext cx="9363960" cy="379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588B1EE-8A7A-4F22-8049-74D86C2D85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3760" y="2007360"/>
                <a:ext cx="9382680" cy="381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6" name="Picture 4" descr="BJT Transistors: Symbol, Construction, Working, Characteristics &amp;  Applications">
            <a:extLst>
              <a:ext uri="{FF2B5EF4-FFF2-40B4-BE49-F238E27FC236}">
                <a16:creationId xmlns:a16="http://schemas.microsoft.com/office/drawing/2014/main" id="{E822AD22-A1BF-435D-BCCD-3A9D23003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1381679"/>
            <a:ext cx="476250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6A8314-A208-4220-BFD2-B1B204A1BCA7}"/>
                  </a:ext>
                </a:extLst>
              </p14:cNvPr>
              <p14:cNvContentPartPr/>
              <p14:nvPr/>
            </p14:nvContentPartPr>
            <p14:xfrm>
              <a:off x="355320" y="985320"/>
              <a:ext cx="10695240" cy="530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6A8314-A208-4220-BFD2-B1B204A1BC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5960" y="975960"/>
                <a:ext cx="10713960" cy="53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D245EA3-80C7-4EF7-A400-234483B913C5}"/>
                  </a:ext>
                </a:extLst>
              </p14:cNvPr>
              <p14:cNvContentPartPr/>
              <p14:nvPr/>
            </p14:nvContentPartPr>
            <p14:xfrm>
              <a:off x="632520" y="1411200"/>
              <a:ext cx="4850640" cy="3284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D245EA3-80C7-4EF7-A400-234483B913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3160" y="1401840"/>
                <a:ext cx="4869360" cy="33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F3D0045-6FB2-43C5-B5E4-11B9D88532A1}"/>
                  </a:ext>
                </a:extLst>
              </p14:cNvPr>
              <p14:cNvContentPartPr/>
              <p14:nvPr/>
            </p14:nvContentPartPr>
            <p14:xfrm>
              <a:off x="672840" y="1579680"/>
              <a:ext cx="9977040" cy="3439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F3D0045-6FB2-43C5-B5E4-11B9D88532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480" y="1570320"/>
                <a:ext cx="9995760" cy="345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422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/>
          </a:p>
        </p:txBody>
      </p:sp>
      <p:grpSp>
        <p:nvGrpSpPr>
          <p:cNvPr id="6" name="Group 20">
            <a:extLst>
              <a:ext uri="{FF2B5EF4-FFF2-40B4-BE49-F238E27FC236}">
                <a16:creationId xmlns:a16="http://schemas.microsoft.com/office/drawing/2014/main" id="{5BB4EA81-7774-4A22-A6D7-4FA4D58A10C5}"/>
              </a:ext>
            </a:extLst>
          </p:cNvPr>
          <p:cNvGrpSpPr>
            <a:grpSpLocks/>
          </p:cNvGrpSpPr>
          <p:nvPr/>
        </p:nvGrpSpPr>
        <p:grpSpPr bwMode="auto">
          <a:xfrm>
            <a:off x="1711178" y="1015593"/>
            <a:ext cx="8229600" cy="2200275"/>
            <a:chOff x="371475" y="628650"/>
            <a:chExt cx="8229600" cy="2200275"/>
          </a:xfrm>
        </p:grpSpPr>
        <p:pic>
          <p:nvPicPr>
            <p:cNvPr id="8" name="Picture 4" descr="bjt-1">
              <a:extLst>
                <a:ext uri="{FF2B5EF4-FFF2-40B4-BE49-F238E27FC236}">
                  <a16:creationId xmlns:a16="http://schemas.microsoft.com/office/drawing/2014/main" id="{61E3339F-4319-4690-A1A0-A6338F138B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1299"/>
            <a:stretch>
              <a:fillRect/>
            </a:stretch>
          </p:blipFill>
          <p:spPr bwMode="auto">
            <a:xfrm>
              <a:off x="371475" y="628650"/>
              <a:ext cx="8229600" cy="2200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0E86ECE-4E60-422B-8039-5D0156B8874D}"/>
                </a:ext>
              </a:extLst>
            </p:cNvPr>
            <p:cNvCxnSpPr/>
            <p:nvPr/>
          </p:nvCxnSpPr>
          <p:spPr>
            <a:xfrm flipV="1">
              <a:off x="1014413" y="1728788"/>
              <a:ext cx="1128712" cy="28575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2356C52-09D2-4028-8CB1-851D5BDBE753}"/>
                </a:ext>
              </a:extLst>
            </p:cNvPr>
            <p:cNvCxnSpPr/>
            <p:nvPr/>
          </p:nvCxnSpPr>
          <p:spPr>
            <a:xfrm flipV="1">
              <a:off x="3109913" y="1624013"/>
              <a:ext cx="1128712" cy="28575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F0C7E8-98F7-480C-9998-5229269C3D26}"/>
                </a:ext>
              </a:extLst>
            </p:cNvPr>
            <p:cNvCxnSpPr/>
            <p:nvPr/>
          </p:nvCxnSpPr>
          <p:spPr>
            <a:xfrm rot="5400000">
              <a:off x="2676525" y="2071688"/>
              <a:ext cx="623888" cy="4762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7B644CA-41DE-47D7-ADB8-2CDE3119F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1575" y="885826"/>
              <a:ext cx="3337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+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21BEB49-A353-4018-AC63-ACAC27E6B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375" y="1866901"/>
              <a:ext cx="26962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-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7EA8D22-00CF-4381-A871-96A192A5B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823" y="1862133"/>
              <a:ext cx="4042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+ 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4E28E07-2789-421C-8305-40930AF18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1923" y="800095"/>
              <a:ext cx="34015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- 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E4D86EF-DA94-47CA-BA01-1CB8B0EDC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100" y="1738313"/>
              <a:ext cx="4315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Comic Sans MS" panose="030F0702030302020204" pitchFamily="66" charset="0"/>
                </a:rPr>
                <a:t>I</a:t>
              </a:r>
              <a:r>
                <a:rPr lang="en-US" altLang="en-US" baseline="-2500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5FB4681-E069-404A-A176-2B9373783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2332" y="1890713"/>
              <a:ext cx="4315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Comic Sans MS" panose="030F0702030302020204" pitchFamily="66" charset="0"/>
                </a:rPr>
                <a:t>I</a:t>
              </a:r>
              <a:r>
                <a:rPr lang="en-US" altLang="en-US" baseline="-2500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88D8331-1989-46A7-9E2D-DAC305A9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231" y="1685964"/>
              <a:ext cx="4315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Comic Sans MS" panose="030F0702030302020204" pitchFamily="66" charset="0"/>
                </a:rPr>
                <a:t>I</a:t>
              </a:r>
              <a:r>
                <a:rPr lang="en-US" altLang="en-US" baseline="-25000">
                  <a:latin typeface="Comic Sans MS" panose="030F0702030302020204" pitchFamily="66" charset="0"/>
                </a:rPr>
                <a:t>C</a:t>
              </a: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62198F70-74F7-484D-873A-457D4F923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052" y="5136465"/>
            <a:ext cx="574357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3200" baseline="-25000" dirty="0">
                <a:solidFill>
                  <a:srgbClr val="FF0000"/>
                </a:solidFill>
                <a:latin typeface="Comic Sans MS" panose="030F0702030302020204" pitchFamily="66" charset="0"/>
              </a:rPr>
              <a:t>E</a:t>
            </a:r>
            <a:r>
              <a:rPr lang="en-US" alt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= I</a:t>
            </a:r>
            <a:r>
              <a:rPr lang="en-US" altLang="en-US" sz="3200" baseline="-25000" dirty="0">
                <a:solidFill>
                  <a:srgbClr val="FF0000"/>
                </a:solidFill>
                <a:latin typeface="Comic Sans MS" panose="030F0702030302020204" pitchFamily="66" charset="0"/>
              </a:rPr>
              <a:t>B</a:t>
            </a:r>
            <a:r>
              <a:rPr lang="en-US" alt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+ I</a:t>
            </a:r>
            <a:r>
              <a:rPr lang="en-US" altLang="en-US" sz="3200" baseline="-25000" dirty="0">
                <a:solidFill>
                  <a:srgbClr val="FF0000"/>
                </a:solidFill>
                <a:latin typeface="Comic Sans MS" panose="030F0702030302020204" pitchFamily="66" charset="0"/>
              </a:rPr>
              <a:t>C</a:t>
            </a:r>
            <a:r>
              <a:rPr lang="en-US" alt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      ………(KCL)</a:t>
            </a:r>
          </a:p>
          <a:p>
            <a:pPr eaLnBrk="1" hangingPunct="1"/>
            <a:endParaRPr lang="en-US" alt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577884-BF7F-43C2-B713-EC1B1F34BFDB}"/>
                  </a:ext>
                </a:extLst>
              </p14:cNvPr>
              <p14:cNvContentPartPr/>
              <p14:nvPr/>
            </p14:nvContentPartPr>
            <p14:xfrm>
              <a:off x="1210320" y="3374640"/>
              <a:ext cx="3206520" cy="1420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577884-BF7F-43C2-B713-EC1B1F34BF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0960" y="3365280"/>
                <a:ext cx="3225240" cy="14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0BBD0BA-96C7-49B0-A802-01FA6B079418}"/>
                  </a:ext>
                </a:extLst>
              </p14:cNvPr>
              <p14:cNvContentPartPr/>
              <p14:nvPr/>
            </p14:nvContentPartPr>
            <p14:xfrm>
              <a:off x="2339640" y="3417480"/>
              <a:ext cx="8195760" cy="1805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0BBD0BA-96C7-49B0-A802-01FA6B0794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0280" y="3408120"/>
                <a:ext cx="8214480" cy="18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E8C6C57-08AA-4E75-8BFB-93A51580002F}"/>
                  </a:ext>
                </a:extLst>
              </p14:cNvPr>
              <p14:cNvContentPartPr/>
              <p14:nvPr/>
            </p14:nvContentPartPr>
            <p14:xfrm>
              <a:off x="2486160" y="965160"/>
              <a:ext cx="5675400" cy="3071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E8C6C57-08AA-4E75-8BFB-93A5158000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76800" y="955800"/>
                <a:ext cx="5694120" cy="309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60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9B7AF4-D12E-4538-AEF8-42B8B8D7F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501775"/>
            <a:ext cx="8001000" cy="311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ext Box 8">
            <a:extLst>
              <a:ext uri="{FF2B5EF4-FFF2-40B4-BE49-F238E27FC236}">
                <a16:creationId xmlns:a16="http://schemas.microsoft.com/office/drawing/2014/main" id="{F5B1E732-5CA5-47D3-9D67-CBF2B8ED8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489902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/>
              <a:t>NPN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D8F68C92-B993-4320-9A9F-CB2CF2BFE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489902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/>
              <a:t>PNP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1F36C9-0163-4C82-96CE-5F215646FACC}"/>
                  </a:ext>
                </a:extLst>
              </p14:cNvPr>
              <p14:cNvContentPartPr/>
              <p14:nvPr/>
            </p14:nvContentPartPr>
            <p14:xfrm>
              <a:off x="4742640" y="2186280"/>
              <a:ext cx="4500000" cy="1957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1F36C9-0163-4C82-96CE-5F215646FA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3280" y="2176920"/>
                <a:ext cx="4518720" cy="19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921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Different operating Conditions for a 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4447535B-609C-40F7-95A8-2FD85F81F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843" y="1293456"/>
            <a:ext cx="10523220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371600" indent="-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altLang="en-US" sz="2000" b="1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Active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Operating range of the amplifier. </a:t>
            </a:r>
            <a:r>
              <a:rPr lang="en-GB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Base-Emitter Junction forward biased. Collector-Base Junction reverse biased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None/>
            </a:pPr>
            <a:endParaRPr lang="en-US" altLang="en-US" sz="2000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altLang="en-US" sz="2000" b="1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Cutoff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The amplifier is basically off. There is voltage but little current. </a:t>
            </a:r>
            <a:r>
              <a:rPr lang="en-GB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Both junctions reverse biased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None/>
            </a:pPr>
            <a:endParaRPr lang="en-US" altLang="en-US" sz="2000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US" altLang="en-US" sz="2000" b="1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Saturation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The amplifier is full on. There is little voltage but lots of current.  </a:t>
            </a:r>
            <a:r>
              <a:rPr lang="en-GB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Both junctions forward biased.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None/>
            </a:pPr>
            <a:endParaRPr lang="en-GB" sz="2000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Char char="Ø"/>
            </a:pPr>
            <a:r>
              <a:rPr lang="en-GB" sz="2000" b="1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Inverse Active</a:t>
            </a:r>
          </a:p>
          <a:p>
            <a:pPr marL="914400" lvl="2" indent="0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</a:pPr>
            <a:r>
              <a:rPr lang="en-GB" sz="2000" b="1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	</a:t>
            </a:r>
            <a:r>
              <a:rPr lang="en-GB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Base-Emitter Junction reverse biased. Collector-Base Junction forward biased</a:t>
            </a:r>
            <a:endParaRPr lang="en-GB" sz="2000" b="1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CCCC00"/>
              </a:buClr>
              <a:buFont typeface="Wingdings" pitchFamily="2" charset="2"/>
              <a:buNone/>
            </a:pPr>
            <a:endParaRPr lang="en-US" altLang="en-US" sz="2000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60F983-944F-48C5-AF3B-9956EE12442D}"/>
                  </a:ext>
                </a:extLst>
              </p14:cNvPr>
              <p14:cNvContentPartPr/>
              <p14:nvPr/>
            </p14:nvContentPartPr>
            <p14:xfrm>
              <a:off x="2282760" y="1431000"/>
              <a:ext cx="8331480" cy="4161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60F983-944F-48C5-AF3B-9956EE1244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3400" y="1421640"/>
                <a:ext cx="8350200" cy="41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57253C8-CA7A-4756-A89F-49A78962BED3}"/>
                  </a:ext>
                </a:extLst>
              </p14:cNvPr>
              <p14:cNvContentPartPr/>
              <p14:nvPr/>
            </p14:nvContentPartPr>
            <p14:xfrm>
              <a:off x="2084400" y="1063080"/>
              <a:ext cx="8944560" cy="4568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57253C8-CA7A-4756-A89F-49A78962BE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5040" y="1053720"/>
                <a:ext cx="8963280" cy="45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8AB7EC1-3514-432D-A841-C4945347CB2A}"/>
                  </a:ext>
                </a:extLst>
              </p14:cNvPr>
              <p14:cNvContentPartPr/>
              <p14:nvPr/>
            </p14:nvContentPartPr>
            <p14:xfrm>
              <a:off x="1023480" y="1612080"/>
              <a:ext cx="10506240" cy="2003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8AB7EC1-3514-432D-A841-C4945347CB2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4120" y="1602720"/>
                <a:ext cx="10524960" cy="20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1752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374013" y="159676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Open Circuited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643DC2-ECDC-4D1C-8890-4EA11534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276" y="1287726"/>
            <a:ext cx="6600069" cy="16893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6D7FE6-EA6E-4E3E-B9E6-ED91B212F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085804"/>
            <a:ext cx="5722088" cy="4941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1F730B8-E56E-415A-93CB-86C2A0FA66E9}"/>
                  </a:ext>
                </a:extLst>
              </p14:cNvPr>
              <p14:cNvContentPartPr/>
              <p14:nvPr/>
            </p14:nvContentPartPr>
            <p14:xfrm>
              <a:off x="6369296" y="1890377"/>
              <a:ext cx="1440" cy="9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1F730B8-E56E-415A-93CB-86C2A0FA66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51656" y="1872377"/>
                <a:ext cx="370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D920CC6-C60C-40C8-89E5-58C02F4D1A2C}"/>
                  </a:ext>
                </a:extLst>
              </p14:cNvPr>
              <p14:cNvContentPartPr/>
              <p14:nvPr/>
            </p14:nvContentPartPr>
            <p14:xfrm>
              <a:off x="6455160" y="1803960"/>
              <a:ext cx="2676960" cy="459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D920CC6-C60C-40C8-89E5-58C02F4D1A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45800" y="1794600"/>
                <a:ext cx="269568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226CA1F-E9F4-4399-85E9-0EE46590207F}"/>
                  </a:ext>
                </a:extLst>
              </p14:cNvPr>
              <p14:cNvContentPartPr/>
              <p14:nvPr/>
            </p14:nvContentPartPr>
            <p14:xfrm>
              <a:off x="151560" y="3542040"/>
              <a:ext cx="10613880" cy="2745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226CA1F-E9F4-4399-85E9-0EE4659020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200" y="3532680"/>
                <a:ext cx="10632600" cy="27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FB2F78-EBF1-43C0-8F18-A27058384CAE}"/>
                  </a:ext>
                </a:extLst>
              </p14:cNvPr>
              <p14:cNvContentPartPr/>
              <p14:nvPr/>
            </p14:nvContentPartPr>
            <p14:xfrm>
              <a:off x="3866760" y="1941120"/>
              <a:ext cx="5078160" cy="4180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FB2F78-EBF1-43C0-8F18-A27058384C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57400" y="1931760"/>
                <a:ext cx="5096880" cy="419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072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P-N-P Transistor Biased in Active Region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0AA080-C20F-42D1-B98D-3B14DBB05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90" y="1652518"/>
            <a:ext cx="6182529" cy="42030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660E7C2-1BC3-4EE0-B795-69D7AAEF0422}"/>
                  </a:ext>
                </a:extLst>
              </p14:cNvPr>
              <p14:cNvContentPartPr/>
              <p14:nvPr/>
            </p14:nvContentPartPr>
            <p14:xfrm>
              <a:off x="4199040" y="2325240"/>
              <a:ext cx="8640" cy="9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660E7C2-1BC3-4EE0-B795-69D7AAEF04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9680" y="2315880"/>
                <a:ext cx="2736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1B182B8-482B-4FDF-AE9D-4FBFB0DC521C}"/>
              </a:ext>
            </a:extLst>
          </p:cNvPr>
          <p:cNvGrpSpPr/>
          <p:nvPr/>
        </p:nvGrpSpPr>
        <p:grpSpPr>
          <a:xfrm>
            <a:off x="4131915" y="2435948"/>
            <a:ext cx="223560" cy="150840"/>
            <a:chOff x="4131915" y="2435948"/>
            <a:chExt cx="22356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F9065CD-472E-4238-B216-53F03CFBD4F6}"/>
                    </a:ext>
                  </a:extLst>
                </p14:cNvPr>
                <p14:cNvContentPartPr/>
                <p14:nvPr/>
              </p14:nvContentPartPr>
              <p14:xfrm>
                <a:off x="4131915" y="2435948"/>
                <a:ext cx="70920" cy="77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F9065CD-472E-4238-B216-53F03CFBD4F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13915" y="2418308"/>
                  <a:ext cx="1065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D8633A-1212-4E4A-8D0B-BDAD142D7D41}"/>
                    </a:ext>
                  </a:extLst>
                </p14:cNvPr>
                <p14:cNvContentPartPr/>
                <p14:nvPr/>
              </p14:nvContentPartPr>
              <p14:xfrm>
                <a:off x="4207875" y="2489948"/>
                <a:ext cx="45720" cy="89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D8633A-1212-4E4A-8D0B-BDAD142D7D4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89875" y="2471948"/>
                  <a:ext cx="81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4FA008-7F9D-484C-B902-CEF368A9E27A}"/>
                    </a:ext>
                  </a:extLst>
                </p14:cNvPr>
                <p14:cNvContentPartPr/>
                <p14:nvPr/>
              </p14:nvContentPartPr>
              <p14:xfrm>
                <a:off x="4287435" y="2507588"/>
                <a:ext cx="5400" cy="5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4FA008-7F9D-484C-B902-CEF368A9E2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69795" y="2489588"/>
                  <a:ext cx="410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BB8D2F1-8B57-4D6D-BEF9-DA0CF92BEAF2}"/>
                    </a:ext>
                  </a:extLst>
                </p14:cNvPr>
                <p14:cNvContentPartPr/>
                <p14:nvPr/>
              </p14:nvContentPartPr>
              <p14:xfrm>
                <a:off x="4294275" y="2473388"/>
                <a:ext cx="61200" cy="113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BB8D2F1-8B57-4D6D-BEF9-DA0CF92BEA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76635" y="2455388"/>
                  <a:ext cx="968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FC1217-D6F5-4419-B385-246C5AD56A79}"/>
              </a:ext>
            </a:extLst>
          </p:cNvPr>
          <p:cNvGrpSpPr/>
          <p:nvPr/>
        </p:nvGrpSpPr>
        <p:grpSpPr>
          <a:xfrm>
            <a:off x="5816355" y="2309228"/>
            <a:ext cx="202680" cy="96840"/>
            <a:chOff x="5816355" y="2309228"/>
            <a:chExt cx="202680" cy="9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2DB4E0-73F9-4D29-9C35-1FB2A1F1632B}"/>
                    </a:ext>
                  </a:extLst>
                </p14:cNvPr>
                <p14:cNvContentPartPr/>
                <p14:nvPr/>
              </p14:nvContentPartPr>
              <p14:xfrm>
                <a:off x="5816355" y="2309228"/>
                <a:ext cx="59040" cy="63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2DB4E0-73F9-4D29-9C35-1FB2A1F163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98355" y="2291228"/>
                  <a:ext cx="94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D7A2FE-48C0-4494-AEC1-1FCEA616AEB7}"/>
                    </a:ext>
                  </a:extLst>
                </p14:cNvPr>
                <p14:cNvContentPartPr/>
                <p14:nvPr/>
              </p14:nvContentPartPr>
              <p14:xfrm>
                <a:off x="5885115" y="2346668"/>
                <a:ext cx="39960" cy="46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D7A2FE-48C0-4494-AEC1-1FCEA616AEB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67475" y="2328668"/>
                  <a:ext cx="75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782495-4984-4DC1-AF05-21C9A157293D}"/>
                    </a:ext>
                  </a:extLst>
                </p14:cNvPr>
                <p14:cNvContentPartPr/>
                <p14:nvPr/>
              </p14:nvContentPartPr>
              <p14:xfrm>
                <a:off x="5962875" y="2349188"/>
                <a:ext cx="6120" cy="56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782495-4984-4DC1-AF05-21C9A15729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44875" y="2331548"/>
                  <a:ext cx="417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6A21CB-B705-49B2-879E-41EEAEFD0CE9}"/>
                    </a:ext>
                  </a:extLst>
                </p14:cNvPr>
                <p14:cNvContentPartPr/>
                <p14:nvPr/>
              </p14:nvContentPartPr>
              <p14:xfrm>
                <a:off x="5974035" y="2328308"/>
                <a:ext cx="45000" cy="75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6A21CB-B705-49B2-879E-41EEAEFD0CE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56395" y="2310308"/>
                  <a:ext cx="8064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1872A5-A05F-4B8F-9E06-A6B0C6FDEEC7}"/>
              </a:ext>
            </a:extLst>
          </p:cNvPr>
          <p:cNvGrpSpPr/>
          <p:nvPr/>
        </p:nvGrpSpPr>
        <p:grpSpPr>
          <a:xfrm>
            <a:off x="6223515" y="2743748"/>
            <a:ext cx="226080" cy="99360"/>
            <a:chOff x="6223515" y="2743748"/>
            <a:chExt cx="226080" cy="9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7AFE01-B28B-4386-ACE0-46014F01784D}"/>
                    </a:ext>
                  </a:extLst>
                </p14:cNvPr>
                <p14:cNvContentPartPr/>
                <p14:nvPr/>
              </p14:nvContentPartPr>
              <p14:xfrm>
                <a:off x="6223515" y="2743748"/>
                <a:ext cx="86760" cy="66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7AFE01-B28B-4386-ACE0-46014F0178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05515" y="2725748"/>
                  <a:ext cx="122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926DC83-9816-41D6-97F2-3D432A68CED1}"/>
                    </a:ext>
                  </a:extLst>
                </p14:cNvPr>
                <p14:cNvContentPartPr/>
                <p14:nvPr/>
              </p14:nvContentPartPr>
              <p14:xfrm>
                <a:off x="6326475" y="2785868"/>
                <a:ext cx="28080" cy="50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926DC83-9816-41D6-97F2-3D432A68CED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08475" y="2768228"/>
                  <a:ext cx="63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F75933-477F-4BEA-8907-C82E84BF3721}"/>
                    </a:ext>
                  </a:extLst>
                </p14:cNvPr>
                <p14:cNvContentPartPr/>
                <p14:nvPr/>
              </p14:nvContentPartPr>
              <p14:xfrm>
                <a:off x="6390195" y="2790548"/>
                <a:ext cx="59400" cy="52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F75933-477F-4BEA-8907-C82E84BF372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72555" y="2772908"/>
                  <a:ext cx="950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EBFCCB-4C32-4064-9747-89300B189A92}"/>
              </a:ext>
            </a:extLst>
          </p:cNvPr>
          <p:cNvGrpSpPr/>
          <p:nvPr/>
        </p:nvGrpSpPr>
        <p:grpSpPr>
          <a:xfrm>
            <a:off x="6828315" y="2307068"/>
            <a:ext cx="123840" cy="96480"/>
            <a:chOff x="6828315" y="2307068"/>
            <a:chExt cx="123840" cy="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38BC327-6846-444D-9F3E-C2AC3A900C50}"/>
                    </a:ext>
                  </a:extLst>
                </p14:cNvPr>
                <p14:cNvContentPartPr/>
                <p14:nvPr/>
              </p14:nvContentPartPr>
              <p14:xfrm>
                <a:off x="6828315" y="2307068"/>
                <a:ext cx="53280" cy="68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38BC327-6846-444D-9F3E-C2AC3A900C5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10675" y="2289068"/>
                  <a:ext cx="88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386D81-E114-4072-B237-8D6A9374BE11}"/>
                    </a:ext>
                  </a:extLst>
                </p14:cNvPr>
                <p14:cNvContentPartPr/>
                <p14:nvPr/>
              </p14:nvContentPartPr>
              <p14:xfrm>
                <a:off x="6898155" y="2351708"/>
                <a:ext cx="54000" cy="51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386D81-E114-4072-B237-8D6A9374BE1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80515" y="2333708"/>
                  <a:ext cx="8964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0597CB0-6B54-471A-A974-4F30E0B6853F}"/>
              </a:ext>
            </a:extLst>
          </p:cNvPr>
          <p:cNvGrpSpPr/>
          <p:nvPr/>
        </p:nvGrpSpPr>
        <p:grpSpPr>
          <a:xfrm>
            <a:off x="6223515" y="2389508"/>
            <a:ext cx="121680" cy="122760"/>
            <a:chOff x="6223515" y="2389508"/>
            <a:chExt cx="12168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76DE1AE-8DDF-4295-96F8-18E34B73E82A}"/>
                    </a:ext>
                  </a:extLst>
                </p14:cNvPr>
                <p14:cNvContentPartPr/>
                <p14:nvPr/>
              </p14:nvContentPartPr>
              <p14:xfrm>
                <a:off x="6223515" y="2407508"/>
                <a:ext cx="2520" cy="79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76DE1AE-8DDF-4295-96F8-18E34B73E82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05875" y="2389508"/>
                  <a:ext cx="38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59741B-D8E8-4673-9062-C4572A3CF870}"/>
                    </a:ext>
                  </a:extLst>
                </p14:cNvPr>
                <p14:cNvContentPartPr/>
                <p14:nvPr/>
              </p14:nvContentPartPr>
              <p14:xfrm>
                <a:off x="6242955" y="2389508"/>
                <a:ext cx="24120" cy="75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59741B-D8E8-4673-9062-C4572A3CF87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25315" y="2371508"/>
                  <a:ext cx="59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10EBA7-F665-4EB8-B242-F9E81191ADC1}"/>
                    </a:ext>
                  </a:extLst>
                </p14:cNvPr>
                <p14:cNvContentPartPr/>
                <p14:nvPr/>
              </p14:nvContentPartPr>
              <p14:xfrm>
                <a:off x="6292275" y="2443868"/>
                <a:ext cx="52920" cy="68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10EBA7-F665-4EB8-B242-F9E81191ADC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74635" y="2426228"/>
                  <a:ext cx="8856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BFFE10-0946-4372-88F8-83A3BF8CC4EA}"/>
              </a:ext>
            </a:extLst>
          </p:cNvPr>
          <p:cNvGrpSpPr/>
          <p:nvPr/>
        </p:nvGrpSpPr>
        <p:grpSpPr>
          <a:xfrm>
            <a:off x="7791675" y="3000428"/>
            <a:ext cx="222480" cy="68040"/>
            <a:chOff x="7791675" y="3000428"/>
            <a:chExt cx="222480" cy="6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987FA5-E246-4EC6-ACAF-62BEFBEDFAFB}"/>
                    </a:ext>
                  </a:extLst>
                </p14:cNvPr>
                <p14:cNvContentPartPr/>
                <p14:nvPr/>
              </p14:nvContentPartPr>
              <p14:xfrm>
                <a:off x="7791675" y="3030668"/>
                <a:ext cx="218160" cy="37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987FA5-E246-4EC6-ACAF-62BEFBEDFAF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74035" y="3013028"/>
                  <a:ext cx="253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555CD1-400E-40B3-98F9-4968931E8673}"/>
                    </a:ext>
                  </a:extLst>
                </p14:cNvPr>
                <p14:cNvContentPartPr/>
                <p14:nvPr/>
              </p14:nvContentPartPr>
              <p14:xfrm>
                <a:off x="7940355" y="3000428"/>
                <a:ext cx="73800" cy="47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555CD1-400E-40B3-98F9-4968931E86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22715" y="2982428"/>
                  <a:ext cx="1094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1C7C9E2-C36B-419D-9014-3750BAA209B5}"/>
              </a:ext>
            </a:extLst>
          </p:cNvPr>
          <p:cNvGrpSpPr/>
          <p:nvPr/>
        </p:nvGrpSpPr>
        <p:grpSpPr>
          <a:xfrm>
            <a:off x="8416275" y="3321908"/>
            <a:ext cx="374760" cy="97920"/>
            <a:chOff x="8416275" y="3321908"/>
            <a:chExt cx="374760" cy="9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97B37C4-AF30-4BBD-8DA0-89D515EDF856}"/>
                    </a:ext>
                  </a:extLst>
                </p14:cNvPr>
                <p14:cNvContentPartPr/>
                <p14:nvPr/>
              </p14:nvContentPartPr>
              <p14:xfrm>
                <a:off x="8426355" y="3405068"/>
                <a:ext cx="39600" cy="1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97B37C4-AF30-4BBD-8DA0-89D515EDF85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08355" y="3387428"/>
                  <a:ext cx="75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D035D73-A9AC-4570-B871-5F1CA154146A}"/>
                    </a:ext>
                  </a:extLst>
                </p14:cNvPr>
                <p14:cNvContentPartPr/>
                <p14:nvPr/>
              </p14:nvContentPartPr>
              <p14:xfrm>
                <a:off x="8416275" y="3372668"/>
                <a:ext cx="23400" cy="40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D035D73-A9AC-4570-B871-5F1CA154146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98275" y="3354668"/>
                  <a:ext cx="59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583E9C-03DA-4120-A8B8-C9A18B77678B}"/>
                    </a:ext>
                  </a:extLst>
                </p14:cNvPr>
                <p14:cNvContentPartPr/>
                <p14:nvPr/>
              </p14:nvContentPartPr>
              <p14:xfrm>
                <a:off x="8532195" y="3371588"/>
                <a:ext cx="68760" cy="33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583E9C-03DA-4120-A8B8-C9A18B77678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14555" y="3353588"/>
                  <a:ext cx="104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7AEC2F-4CB0-4010-99A8-01ADD283D12E}"/>
                    </a:ext>
                  </a:extLst>
                </p14:cNvPr>
                <p14:cNvContentPartPr/>
                <p14:nvPr/>
              </p14:nvContentPartPr>
              <p14:xfrm>
                <a:off x="8624355" y="3376988"/>
                <a:ext cx="2520" cy="27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7AEC2F-4CB0-4010-99A8-01ADD283D12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06355" y="3359348"/>
                  <a:ext cx="38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1F7E8E-D628-4DA5-93FA-34077369A193}"/>
                    </a:ext>
                  </a:extLst>
                </p14:cNvPr>
                <p14:cNvContentPartPr/>
                <p14:nvPr/>
              </p14:nvContentPartPr>
              <p14:xfrm>
                <a:off x="8621115" y="3329828"/>
                <a:ext cx="61560" cy="73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1F7E8E-D628-4DA5-93FA-34077369A19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03475" y="3312188"/>
                  <a:ext cx="97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A873AA-C86B-497A-81ED-296CFA5E26A6}"/>
                    </a:ext>
                  </a:extLst>
                </p14:cNvPr>
                <p14:cNvContentPartPr/>
                <p14:nvPr/>
              </p14:nvContentPartPr>
              <p14:xfrm>
                <a:off x="8693835" y="3368348"/>
                <a:ext cx="23760" cy="2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A873AA-C86B-497A-81ED-296CFA5E26A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75835" y="3350348"/>
                  <a:ext cx="59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C78FCF8-58F9-461C-B64F-29D158417818}"/>
                    </a:ext>
                  </a:extLst>
                </p14:cNvPr>
                <p14:cNvContentPartPr/>
                <p14:nvPr/>
              </p14:nvContentPartPr>
              <p14:xfrm>
                <a:off x="8720475" y="3366548"/>
                <a:ext cx="38520" cy="2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C78FCF8-58F9-461C-B64F-29D15841781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02475" y="3348908"/>
                  <a:ext cx="74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7A8597E-E909-4E72-B1DF-19180715C66B}"/>
                    </a:ext>
                  </a:extLst>
                </p14:cNvPr>
                <p14:cNvContentPartPr/>
                <p14:nvPr/>
              </p14:nvContentPartPr>
              <p14:xfrm>
                <a:off x="8761515" y="3321908"/>
                <a:ext cx="3240" cy="5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7A8597E-E909-4E72-B1DF-19180715C66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43515" y="3303908"/>
                  <a:ext cx="38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AA0E901-D49B-4CD4-AEBA-8CF5DEAA0C12}"/>
                    </a:ext>
                  </a:extLst>
                </p14:cNvPr>
                <p14:cNvContentPartPr/>
                <p14:nvPr/>
              </p14:nvContentPartPr>
              <p14:xfrm>
                <a:off x="8760795" y="3360428"/>
                <a:ext cx="30240" cy="59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AA0E901-D49B-4CD4-AEBA-8CF5DEAA0C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43155" y="3342788"/>
                  <a:ext cx="6588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578CE57-E55C-4BE3-A486-55E7533BADB2}"/>
              </a:ext>
            </a:extLst>
          </p:cNvPr>
          <p:cNvGrpSpPr/>
          <p:nvPr/>
        </p:nvGrpSpPr>
        <p:grpSpPr>
          <a:xfrm>
            <a:off x="8032515" y="3867308"/>
            <a:ext cx="417600" cy="421200"/>
            <a:chOff x="8032515" y="3867308"/>
            <a:chExt cx="41760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52F9A3D-FB01-4BBA-A9B8-E084541C70F4}"/>
                    </a:ext>
                  </a:extLst>
                </p14:cNvPr>
                <p14:cNvContentPartPr/>
                <p14:nvPr/>
              </p14:nvContentPartPr>
              <p14:xfrm>
                <a:off x="8103435" y="3901508"/>
                <a:ext cx="47160" cy="66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52F9A3D-FB01-4BBA-A9B8-E084541C70F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085435" y="3883868"/>
                  <a:ext cx="82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F6CCC2D-42B0-464D-B391-AAB85A5AB7D4}"/>
                    </a:ext>
                  </a:extLst>
                </p14:cNvPr>
                <p14:cNvContentPartPr/>
                <p14:nvPr/>
              </p14:nvContentPartPr>
              <p14:xfrm>
                <a:off x="8159595" y="3867308"/>
                <a:ext cx="16200" cy="2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F6CCC2D-42B0-464D-B391-AAB85A5AB7D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141595" y="3849308"/>
                  <a:ext cx="51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363E580-035B-412A-B8CD-C4A3598F3EFC}"/>
                    </a:ext>
                  </a:extLst>
                </p14:cNvPr>
                <p14:cNvContentPartPr/>
                <p14:nvPr/>
              </p14:nvContentPartPr>
              <p14:xfrm>
                <a:off x="8164275" y="3891428"/>
                <a:ext cx="52200" cy="74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363E580-035B-412A-B8CD-C4A3598F3EF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146275" y="3873788"/>
                  <a:ext cx="87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888372-AD35-4A38-9A1F-70100ED7C1F5}"/>
                    </a:ext>
                  </a:extLst>
                </p14:cNvPr>
                <p14:cNvContentPartPr/>
                <p14:nvPr/>
              </p14:nvContentPartPr>
              <p14:xfrm>
                <a:off x="8060595" y="4007348"/>
                <a:ext cx="135720" cy="46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888372-AD35-4A38-9A1F-70100ED7C1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42595" y="3989708"/>
                  <a:ext cx="171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5C40B58-116E-4D40-A066-069029D884E7}"/>
                    </a:ext>
                  </a:extLst>
                </p14:cNvPr>
                <p14:cNvContentPartPr/>
                <p14:nvPr/>
              </p14:nvContentPartPr>
              <p14:xfrm>
                <a:off x="8245995" y="4027508"/>
                <a:ext cx="2880" cy="31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5C40B58-116E-4D40-A066-069029D884E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27995" y="4009868"/>
                  <a:ext cx="38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9C9FDA-7508-43C8-B806-A4FEE08DFB51}"/>
                    </a:ext>
                  </a:extLst>
                </p14:cNvPr>
                <p14:cNvContentPartPr/>
                <p14:nvPr/>
              </p14:nvContentPartPr>
              <p14:xfrm>
                <a:off x="8276235" y="4021388"/>
                <a:ext cx="42840" cy="44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9C9FDA-7508-43C8-B806-A4FEE08DFB5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258595" y="4003388"/>
                  <a:ext cx="784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E59C9AE-7B22-431F-AF97-F38B5C2C7E18}"/>
                    </a:ext>
                  </a:extLst>
                </p14:cNvPr>
                <p14:cNvContentPartPr/>
                <p14:nvPr/>
              </p14:nvContentPartPr>
              <p14:xfrm>
                <a:off x="8032515" y="4145948"/>
                <a:ext cx="69840" cy="49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E59C9AE-7B22-431F-AF97-F38B5C2C7E1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14875" y="4128308"/>
                  <a:ext cx="105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41E61E-E6B6-4226-86E8-4A43EB12C6BA}"/>
                    </a:ext>
                  </a:extLst>
                </p14:cNvPr>
                <p14:cNvContentPartPr/>
                <p14:nvPr/>
              </p14:nvContentPartPr>
              <p14:xfrm>
                <a:off x="8119275" y="4160348"/>
                <a:ext cx="29880" cy="44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41E61E-E6B6-4226-86E8-4A43EB12C6B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01275" y="4142708"/>
                  <a:ext cx="655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C8C0230-7B7E-4BDE-9A58-DC4B210311E2}"/>
                    </a:ext>
                  </a:extLst>
                </p14:cNvPr>
                <p14:cNvContentPartPr/>
                <p14:nvPr/>
              </p14:nvContentPartPr>
              <p14:xfrm>
                <a:off x="8184795" y="4141628"/>
                <a:ext cx="41760" cy="98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C8C0230-7B7E-4BDE-9A58-DC4B210311E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167155" y="4123628"/>
                  <a:ext cx="77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7CFC102-013A-44F8-B386-51B9E6C75DAD}"/>
                    </a:ext>
                  </a:extLst>
                </p14:cNvPr>
                <p14:cNvContentPartPr/>
                <p14:nvPr/>
              </p14:nvContentPartPr>
              <p14:xfrm>
                <a:off x="8252835" y="4150988"/>
                <a:ext cx="28800" cy="27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7CFC102-013A-44F8-B386-51B9E6C75D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35195" y="4133348"/>
                  <a:ext cx="644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B3E596-C8D3-420F-BC53-B3FE5B66DE58}"/>
                    </a:ext>
                  </a:extLst>
                </p14:cNvPr>
                <p14:cNvContentPartPr/>
                <p14:nvPr/>
              </p14:nvContentPartPr>
              <p14:xfrm>
                <a:off x="8297835" y="4132628"/>
                <a:ext cx="54720" cy="42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B3E596-C8D3-420F-BC53-B3FE5B66DE5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80195" y="4114988"/>
                  <a:ext cx="90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07684DB-8F72-43CA-850C-929B53C4CA6E}"/>
                    </a:ext>
                  </a:extLst>
                </p14:cNvPr>
                <p14:cNvContentPartPr/>
                <p14:nvPr/>
              </p14:nvContentPartPr>
              <p14:xfrm>
                <a:off x="8317995" y="4093028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07684DB-8F72-43CA-850C-929B53C4CA6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00355" y="407538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4E43CDA-9F78-4E06-8776-D535A78BDF9C}"/>
                    </a:ext>
                  </a:extLst>
                </p14:cNvPr>
                <p14:cNvContentPartPr/>
                <p14:nvPr/>
              </p14:nvContentPartPr>
              <p14:xfrm>
                <a:off x="8383515" y="4097348"/>
                <a:ext cx="7560" cy="59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4E43CDA-9F78-4E06-8776-D535A78BDF9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65515" y="4079348"/>
                  <a:ext cx="432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60503EB-2BE6-4F63-8AF3-77017EBBA6D5}"/>
                    </a:ext>
                  </a:extLst>
                </p14:cNvPr>
                <p14:cNvContentPartPr/>
                <p14:nvPr/>
              </p14:nvContentPartPr>
              <p14:xfrm>
                <a:off x="8375235" y="4130108"/>
                <a:ext cx="74880" cy="158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60503EB-2BE6-4F63-8AF3-77017EBBA6D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57235" y="4112108"/>
                  <a:ext cx="1105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3A18C17-FA83-430C-B2A4-33343D0A7A8F}"/>
                  </a:ext>
                </a:extLst>
              </p14:cNvPr>
              <p14:cNvContentPartPr/>
              <p14:nvPr/>
            </p14:nvContentPartPr>
            <p14:xfrm>
              <a:off x="5985195" y="5075828"/>
              <a:ext cx="2160" cy="2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3A18C17-FA83-430C-B2A4-33343D0A7A8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967555" y="5058188"/>
                <a:ext cx="378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7C03BB26-1479-4179-8949-536CAAD5AA98}"/>
              </a:ext>
            </a:extLst>
          </p:cNvPr>
          <p:cNvGrpSpPr/>
          <p:nvPr/>
        </p:nvGrpSpPr>
        <p:grpSpPr>
          <a:xfrm>
            <a:off x="9410955" y="3295268"/>
            <a:ext cx="604080" cy="309240"/>
            <a:chOff x="9410955" y="3295268"/>
            <a:chExt cx="60408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AAA3668-7879-48E1-9793-8DE163C27D3D}"/>
                    </a:ext>
                  </a:extLst>
                </p14:cNvPr>
                <p14:cNvContentPartPr/>
                <p14:nvPr/>
              </p14:nvContentPartPr>
              <p14:xfrm>
                <a:off x="9410955" y="3352148"/>
                <a:ext cx="30240" cy="59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AAA3668-7879-48E1-9793-8DE163C27D3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93315" y="3334148"/>
                  <a:ext cx="65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14B0A1C-44BF-4DE8-96A5-E3A465480D65}"/>
                    </a:ext>
                  </a:extLst>
                </p14:cNvPr>
                <p14:cNvContentPartPr/>
                <p14:nvPr/>
              </p14:nvContentPartPr>
              <p14:xfrm>
                <a:off x="9473595" y="3295268"/>
                <a:ext cx="16200" cy="5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14B0A1C-44BF-4DE8-96A5-E3A465480D6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55955" y="3277268"/>
                  <a:ext cx="51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643B99-F9CB-4876-9A11-E1362320491C}"/>
                    </a:ext>
                  </a:extLst>
                </p14:cNvPr>
                <p14:cNvContentPartPr/>
                <p14:nvPr/>
              </p14:nvContentPartPr>
              <p14:xfrm>
                <a:off x="9508155" y="3341708"/>
                <a:ext cx="35280" cy="60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643B99-F9CB-4876-9A11-E136232049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90155" y="3324068"/>
                  <a:ext cx="709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716948B-7859-4D6C-BDD0-0D08DB38400D}"/>
                    </a:ext>
                  </a:extLst>
                </p14:cNvPr>
                <p14:cNvContentPartPr/>
                <p14:nvPr/>
              </p14:nvContentPartPr>
              <p14:xfrm>
                <a:off x="9642795" y="3349628"/>
                <a:ext cx="73800" cy="42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716948B-7859-4D6C-BDD0-0D08DB38400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24795" y="3331628"/>
                  <a:ext cx="10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9F3CAA7-A2BD-4843-B316-7A1DB0AE1879}"/>
                    </a:ext>
                  </a:extLst>
                </p14:cNvPr>
                <p14:cNvContentPartPr/>
                <p14:nvPr/>
              </p14:nvContentPartPr>
              <p14:xfrm>
                <a:off x="9727755" y="3355748"/>
                <a:ext cx="5400" cy="36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9F3CAA7-A2BD-4843-B316-7A1DB0AE187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09755" y="3338108"/>
                  <a:ext cx="41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E3788C1-5182-46D2-8504-7584F38A9C27}"/>
                    </a:ext>
                  </a:extLst>
                </p14:cNvPr>
                <p14:cNvContentPartPr/>
                <p14:nvPr/>
              </p14:nvContentPartPr>
              <p14:xfrm>
                <a:off x="9759795" y="3355028"/>
                <a:ext cx="29160" cy="33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E3788C1-5182-46D2-8504-7584F38A9C2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41795" y="3337028"/>
                  <a:ext cx="64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7F7A39B-EC5A-48C1-8AFE-4A0FCAB17F6D}"/>
                    </a:ext>
                  </a:extLst>
                </p14:cNvPr>
                <p14:cNvContentPartPr/>
                <p14:nvPr/>
              </p14:nvContentPartPr>
              <p14:xfrm>
                <a:off x="9804795" y="3356468"/>
                <a:ext cx="13680" cy="37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7F7A39B-EC5A-48C1-8AFE-4A0FCAB17F6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87155" y="3338468"/>
                  <a:ext cx="49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FBC4F6-2F5F-4D9F-A0A9-E8C5AA2F56FF}"/>
                    </a:ext>
                  </a:extLst>
                </p14:cNvPr>
                <p14:cNvContentPartPr/>
                <p14:nvPr/>
              </p14:nvContentPartPr>
              <p14:xfrm>
                <a:off x="9832515" y="3352868"/>
                <a:ext cx="61200" cy="42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FBC4F6-2F5F-4D9F-A0A9-E8C5AA2F56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14515" y="3335228"/>
                  <a:ext cx="96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ACB4B04-9329-4C89-976E-A90E7D75B516}"/>
                    </a:ext>
                  </a:extLst>
                </p14:cNvPr>
                <p14:cNvContentPartPr/>
                <p14:nvPr/>
              </p14:nvContentPartPr>
              <p14:xfrm>
                <a:off x="9886155" y="3324428"/>
                <a:ext cx="2880" cy="5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ACB4B04-9329-4C89-976E-A90E7D75B51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68515" y="3306428"/>
                  <a:ext cx="38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AC0CE5D-172B-400C-8540-0A89D07BCB89}"/>
                    </a:ext>
                  </a:extLst>
                </p14:cNvPr>
                <p14:cNvContentPartPr/>
                <p14:nvPr/>
              </p14:nvContentPartPr>
              <p14:xfrm>
                <a:off x="9921075" y="3318668"/>
                <a:ext cx="47160" cy="121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AC0CE5D-172B-400C-8540-0A89D07BCB8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03435" y="3301028"/>
                  <a:ext cx="82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0A04D4E-CA29-4748-9B0A-8207F0073512}"/>
                    </a:ext>
                  </a:extLst>
                </p14:cNvPr>
                <p14:cNvContentPartPr/>
                <p14:nvPr/>
              </p14:nvContentPartPr>
              <p14:xfrm>
                <a:off x="9503115" y="3533588"/>
                <a:ext cx="51480" cy="64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0A04D4E-CA29-4748-9B0A-8207F00735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85115" y="3515948"/>
                  <a:ext cx="87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BBBCFF0-57B9-4639-9503-F69B38A2E0EA}"/>
                    </a:ext>
                  </a:extLst>
                </p14:cNvPr>
                <p14:cNvContentPartPr/>
                <p14:nvPr/>
              </p14:nvContentPartPr>
              <p14:xfrm>
                <a:off x="9601395" y="3509468"/>
                <a:ext cx="34200" cy="8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BBBCFF0-57B9-4639-9503-F69B38A2E0E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83755" y="3491828"/>
                  <a:ext cx="69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FED4CDD-25F0-4B0E-A224-362718401A8D}"/>
                    </a:ext>
                  </a:extLst>
                </p14:cNvPr>
                <p14:cNvContentPartPr/>
                <p14:nvPr/>
              </p14:nvContentPartPr>
              <p14:xfrm>
                <a:off x="9619035" y="3481028"/>
                <a:ext cx="9000" cy="64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FED4CDD-25F0-4B0E-A224-362718401A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01395" y="3463388"/>
                  <a:ext cx="446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F7EE240-B9D5-4003-ABA6-A0C32BEA612D}"/>
                    </a:ext>
                  </a:extLst>
                </p14:cNvPr>
                <p14:cNvContentPartPr/>
                <p14:nvPr/>
              </p14:nvContentPartPr>
              <p14:xfrm>
                <a:off x="9706875" y="3532868"/>
                <a:ext cx="68040" cy="40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F7EE240-B9D5-4003-ABA6-A0C32BEA612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88875" y="3514868"/>
                  <a:ext cx="103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D0DEC22-11A4-4DFA-8827-597AC6FCF044}"/>
                    </a:ext>
                  </a:extLst>
                </p14:cNvPr>
                <p14:cNvContentPartPr/>
                <p14:nvPr/>
              </p14:nvContentPartPr>
              <p14:xfrm>
                <a:off x="9799035" y="3529628"/>
                <a:ext cx="19440" cy="56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D0DEC22-11A4-4DFA-8827-597AC6FCF0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81395" y="3511628"/>
                  <a:ext cx="55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542C5CA-AE16-414B-90BA-1F9C4F612DCF}"/>
                    </a:ext>
                  </a:extLst>
                </p14:cNvPr>
                <p14:cNvContentPartPr/>
                <p14:nvPr/>
              </p14:nvContentPartPr>
              <p14:xfrm>
                <a:off x="9849075" y="3538628"/>
                <a:ext cx="10080" cy="65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542C5CA-AE16-414B-90BA-1F9C4F612DC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31075" y="3520988"/>
                  <a:ext cx="45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E5AB78F-224E-4491-86FC-6BEB7FC3ED91}"/>
                    </a:ext>
                  </a:extLst>
                </p14:cNvPr>
                <p14:cNvContentPartPr/>
                <p14:nvPr/>
              </p14:nvContentPartPr>
              <p14:xfrm>
                <a:off x="9834675" y="3510548"/>
                <a:ext cx="1440" cy="5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E5AB78F-224E-4491-86FC-6BEB7FC3ED9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16675" y="3492908"/>
                  <a:ext cx="37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527D507-32F3-493B-9FCA-34F00BED678A}"/>
                    </a:ext>
                  </a:extLst>
                </p14:cNvPr>
                <p14:cNvContentPartPr/>
                <p14:nvPr/>
              </p14:nvContentPartPr>
              <p14:xfrm>
                <a:off x="9873555" y="3529628"/>
                <a:ext cx="82800" cy="32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527D507-32F3-493B-9FCA-34F00BED678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55555" y="3511628"/>
                  <a:ext cx="118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48F6FC4-1564-42F8-8AAF-87E914F549F3}"/>
                    </a:ext>
                  </a:extLst>
                </p14:cNvPr>
                <p14:cNvContentPartPr/>
                <p14:nvPr/>
              </p14:nvContentPartPr>
              <p14:xfrm>
                <a:off x="9944115" y="3497588"/>
                <a:ext cx="37080" cy="58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8F6FC4-1564-42F8-8AAF-87E914F549F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26115" y="3479948"/>
                  <a:ext cx="72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8160AD3-8EBF-44DD-9B64-71477E8C6BCB}"/>
                    </a:ext>
                  </a:extLst>
                </p14:cNvPr>
                <p14:cNvContentPartPr/>
                <p14:nvPr/>
              </p14:nvContentPartPr>
              <p14:xfrm>
                <a:off x="9991635" y="3528188"/>
                <a:ext cx="23400" cy="63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8160AD3-8EBF-44DD-9B64-71477E8C6BC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73635" y="3510548"/>
                  <a:ext cx="59040" cy="9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EBA87C0-E779-448F-908D-98966CD40324}"/>
                  </a:ext>
                </a:extLst>
              </p14:cNvPr>
              <p14:cNvContentPartPr/>
              <p14:nvPr/>
            </p14:nvContentPartPr>
            <p14:xfrm>
              <a:off x="9052395" y="4747868"/>
              <a:ext cx="360" cy="3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EBA87C0-E779-448F-908D-98966CD4032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034755" y="4729868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07D6481-C005-4DCF-ADFD-9F46389E0188}"/>
              </a:ext>
            </a:extLst>
          </p:cNvPr>
          <p:cNvGrpSpPr/>
          <p:nvPr/>
        </p:nvGrpSpPr>
        <p:grpSpPr>
          <a:xfrm>
            <a:off x="8823435" y="2233628"/>
            <a:ext cx="555480" cy="233640"/>
            <a:chOff x="8823435" y="2233628"/>
            <a:chExt cx="55548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234E9AE-DA95-45B1-9E14-5B5EBDC73D05}"/>
                    </a:ext>
                  </a:extLst>
                </p14:cNvPr>
                <p14:cNvContentPartPr/>
                <p14:nvPr/>
              </p14:nvContentPartPr>
              <p14:xfrm>
                <a:off x="8823435" y="2236868"/>
                <a:ext cx="71280" cy="111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234E9AE-DA95-45B1-9E14-5B5EBDC73D0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05795" y="2218868"/>
                  <a:ext cx="1069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3EC48EB-FC1C-432D-94D3-BCF520A9C96A}"/>
                    </a:ext>
                  </a:extLst>
                </p14:cNvPr>
                <p14:cNvContentPartPr/>
                <p14:nvPr/>
              </p14:nvContentPartPr>
              <p14:xfrm>
                <a:off x="8967075" y="2296268"/>
                <a:ext cx="35640" cy="3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3EC48EB-FC1C-432D-94D3-BCF520A9C96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49435" y="2278268"/>
                  <a:ext cx="71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B455B19-AF62-4C83-906A-82C2AC1984AD}"/>
                    </a:ext>
                  </a:extLst>
                </p14:cNvPr>
                <p14:cNvContentPartPr/>
                <p14:nvPr/>
              </p14:nvContentPartPr>
              <p14:xfrm>
                <a:off x="8981115" y="2316068"/>
                <a:ext cx="19440" cy="2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B455B19-AF62-4C83-906A-82C2AC1984A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963475" y="2298068"/>
                  <a:ext cx="55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E5382E5-55F3-4B9C-A044-17A451A69802}"/>
                    </a:ext>
                  </a:extLst>
                </p14:cNvPr>
                <p14:cNvContentPartPr/>
                <p14:nvPr/>
              </p14:nvContentPartPr>
              <p14:xfrm>
                <a:off x="9108915" y="2299148"/>
                <a:ext cx="57600" cy="6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E5382E5-55F3-4B9C-A044-17A451A6980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091275" y="2281508"/>
                  <a:ext cx="93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346A00E-869F-4C56-9AAC-580B7CF610C4}"/>
                    </a:ext>
                  </a:extLst>
                </p14:cNvPr>
                <p14:cNvContentPartPr/>
                <p14:nvPr/>
              </p14:nvContentPartPr>
              <p14:xfrm>
                <a:off x="9195315" y="2233628"/>
                <a:ext cx="42480" cy="87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346A00E-869F-4C56-9AAC-580B7CF610C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77675" y="2215628"/>
                  <a:ext cx="78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6F13B1-61C7-4B33-AAD3-60D884D40ED0}"/>
                    </a:ext>
                  </a:extLst>
                </p14:cNvPr>
                <p14:cNvContentPartPr/>
                <p14:nvPr/>
              </p14:nvContentPartPr>
              <p14:xfrm>
                <a:off x="9267315" y="2256308"/>
                <a:ext cx="63000" cy="59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6F13B1-61C7-4B33-AAD3-60D884D40ED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249675" y="2238308"/>
                  <a:ext cx="98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52049B0-AA12-4CAB-8CEC-A34EFD75C127}"/>
                    </a:ext>
                  </a:extLst>
                </p14:cNvPr>
                <p14:cNvContentPartPr/>
                <p14:nvPr/>
              </p14:nvContentPartPr>
              <p14:xfrm>
                <a:off x="9172635" y="2355308"/>
                <a:ext cx="141480" cy="15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52049B0-AA12-4CAB-8CEC-A34EFD75C12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154635" y="2337668"/>
                  <a:ext cx="177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8ACEB30-22B3-4346-B7AE-E34DA70670A1}"/>
                    </a:ext>
                  </a:extLst>
                </p14:cNvPr>
                <p14:cNvContentPartPr/>
                <p14:nvPr/>
              </p14:nvContentPartPr>
              <p14:xfrm>
                <a:off x="9224475" y="2394188"/>
                <a:ext cx="33480" cy="73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8ACEB30-22B3-4346-B7AE-E34DA70670A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206475" y="2376188"/>
                  <a:ext cx="69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C8E7137-1690-4F4E-830B-B209579CFC55}"/>
                    </a:ext>
                  </a:extLst>
                </p14:cNvPr>
                <p14:cNvContentPartPr/>
                <p14:nvPr/>
              </p14:nvContentPartPr>
              <p14:xfrm>
                <a:off x="9305475" y="2392388"/>
                <a:ext cx="73440" cy="66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C8E7137-1690-4F4E-830B-B209579CFC5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287835" y="2374388"/>
                  <a:ext cx="10908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174ED89-2128-422D-972D-3BACE3B03A17}"/>
              </a:ext>
            </a:extLst>
          </p:cNvPr>
          <p:cNvGrpSpPr/>
          <p:nvPr/>
        </p:nvGrpSpPr>
        <p:grpSpPr>
          <a:xfrm>
            <a:off x="9045195" y="4239908"/>
            <a:ext cx="719280" cy="769320"/>
            <a:chOff x="9045195" y="4239908"/>
            <a:chExt cx="719280" cy="76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A164E88-D760-42D8-891C-CD3CD40163FB}"/>
                    </a:ext>
                  </a:extLst>
                </p14:cNvPr>
                <p14:cNvContentPartPr/>
                <p14:nvPr/>
              </p14:nvContentPartPr>
              <p14:xfrm>
                <a:off x="9632715" y="4239908"/>
                <a:ext cx="70920" cy="71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A164E88-D760-42D8-891C-CD3CD40163F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614715" y="4222268"/>
                  <a:ext cx="106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B752BDD-C90A-41EB-A615-D103693F2BC8}"/>
                    </a:ext>
                  </a:extLst>
                </p14:cNvPr>
                <p14:cNvContentPartPr/>
                <p14:nvPr/>
              </p14:nvContentPartPr>
              <p14:xfrm>
                <a:off x="9728115" y="4264388"/>
                <a:ext cx="11880" cy="92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B752BDD-C90A-41EB-A615-D103693F2BC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710475" y="4246388"/>
                  <a:ext cx="47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31D37B-BE75-4149-A77C-F4C100470DFD}"/>
                    </a:ext>
                  </a:extLst>
                </p14:cNvPr>
                <p14:cNvContentPartPr/>
                <p14:nvPr/>
              </p14:nvContentPartPr>
              <p14:xfrm>
                <a:off x="9725595" y="4259708"/>
                <a:ext cx="38880" cy="42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31D37B-BE75-4149-A77C-F4C100470DF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707955" y="4241708"/>
                  <a:ext cx="74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974C728-B9BF-4E37-8581-925B82003F82}"/>
                    </a:ext>
                  </a:extLst>
                </p14:cNvPr>
                <p14:cNvContentPartPr/>
                <p14:nvPr/>
              </p14:nvContentPartPr>
              <p14:xfrm>
                <a:off x="9289995" y="4330268"/>
                <a:ext cx="123480" cy="254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974C728-B9BF-4E37-8581-925B82003F8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272355" y="4312268"/>
                  <a:ext cx="1591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A7AEAB-4D8A-4F6E-8633-643AF6C38FAC}"/>
                    </a:ext>
                  </a:extLst>
                </p14:cNvPr>
                <p14:cNvContentPartPr/>
                <p14:nvPr/>
              </p14:nvContentPartPr>
              <p14:xfrm>
                <a:off x="9277755" y="4544468"/>
                <a:ext cx="18360" cy="100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A7AEAB-4D8A-4F6E-8633-643AF6C38FA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260115" y="4526468"/>
                  <a:ext cx="54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9B88AC6-C172-41B4-8870-AA2AFFA74AA8}"/>
                    </a:ext>
                  </a:extLst>
                </p14:cNvPr>
                <p14:cNvContentPartPr/>
                <p14:nvPr/>
              </p14:nvContentPartPr>
              <p14:xfrm>
                <a:off x="9244995" y="4568588"/>
                <a:ext cx="102240" cy="66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9B88AC6-C172-41B4-8870-AA2AFFA74AA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227355" y="4550588"/>
                  <a:ext cx="137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2BDE5AD-1F3C-45E4-A487-621EB58A6E12}"/>
                    </a:ext>
                  </a:extLst>
                </p14:cNvPr>
                <p14:cNvContentPartPr/>
                <p14:nvPr/>
              </p14:nvContentPartPr>
              <p14:xfrm>
                <a:off x="9194235" y="4633028"/>
                <a:ext cx="144000" cy="53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2BDE5AD-1F3C-45E4-A487-621EB58A6E1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176595" y="4615388"/>
                  <a:ext cx="1796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DDCD41-3B8D-4218-A60D-8BCE233B3B3D}"/>
                    </a:ext>
                  </a:extLst>
                </p14:cNvPr>
                <p14:cNvContentPartPr/>
                <p14:nvPr/>
              </p14:nvContentPartPr>
              <p14:xfrm>
                <a:off x="9543435" y="4613588"/>
                <a:ext cx="15840" cy="2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DDCD41-3B8D-4218-A60D-8BCE233B3B3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25435" y="4595588"/>
                  <a:ext cx="51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5B7412D-78B5-4745-9C34-843D1C097B8C}"/>
                    </a:ext>
                  </a:extLst>
                </p14:cNvPr>
                <p14:cNvContentPartPr/>
                <p14:nvPr/>
              </p14:nvContentPartPr>
              <p14:xfrm>
                <a:off x="9228075" y="4668668"/>
                <a:ext cx="25920" cy="165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5B7412D-78B5-4745-9C34-843D1C097B8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10435" y="4651028"/>
                  <a:ext cx="61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30741D-5252-4E4C-A8EF-483E4F8C8C96}"/>
                    </a:ext>
                  </a:extLst>
                </p14:cNvPr>
                <p14:cNvContentPartPr/>
                <p14:nvPr/>
              </p14:nvContentPartPr>
              <p14:xfrm>
                <a:off x="9194955" y="4674788"/>
                <a:ext cx="36720" cy="53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30741D-5252-4E4C-A8EF-483E4F8C8C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77315" y="4656788"/>
                  <a:ext cx="72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166E310-6309-46BF-B12A-F1A6A622C25E}"/>
                    </a:ext>
                  </a:extLst>
                </p14:cNvPr>
                <p14:cNvContentPartPr/>
                <p14:nvPr/>
              </p14:nvContentPartPr>
              <p14:xfrm>
                <a:off x="9254715" y="4687748"/>
                <a:ext cx="26280" cy="35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166E310-6309-46BF-B12A-F1A6A622C25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37075" y="4669748"/>
                  <a:ext cx="61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44E29FB-AD0F-4B98-9D3F-91871F1B58AE}"/>
                    </a:ext>
                  </a:extLst>
                </p14:cNvPr>
                <p14:cNvContentPartPr/>
                <p14:nvPr/>
              </p14:nvContentPartPr>
              <p14:xfrm>
                <a:off x="9238515" y="4904108"/>
                <a:ext cx="61920" cy="57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44E29FB-AD0F-4B98-9D3F-91871F1B58A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220875" y="4886108"/>
                  <a:ext cx="97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2B46D1-B2C1-482B-B36D-A0F53AE19697}"/>
                    </a:ext>
                  </a:extLst>
                </p14:cNvPr>
                <p14:cNvContentPartPr/>
                <p14:nvPr/>
              </p14:nvContentPartPr>
              <p14:xfrm>
                <a:off x="9331395" y="4933268"/>
                <a:ext cx="6480" cy="75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2B46D1-B2C1-482B-B36D-A0F53AE1969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13395" y="4915628"/>
                  <a:ext cx="42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6C48907-2048-401C-A7A5-A8BBA3B2E3B1}"/>
                    </a:ext>
                  </a:extLst>
                </p14:cNvPr>
                <p14:cNvContentPartPr/>
                <p14:nvPr/>
              </p14:nvContentPartPr>
              <p14:xfrm>
                <a:off x="9348315" y="4912748"/>
                <a:ext cx="28800" cy="42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6C48907-2048-401C-A7A5-A8BBA3B2E3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30315" y="4894748"/>
                  <a:ext cx="64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FF5F712-8928-487A-86BF-F074E0F10F2C}"/>
                    </a:ext>
                  </a:extLst>
                </p14:cNvPr>
                <p14:cNvContentPartPr/>
                <p14:nvPr/>
              </p14:nvContentPartPr>
              <p14:xfrm>
                <a:off x="9352995" y="4921028"/>
                <a:ext cx="7560" cy="2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FF5F712-8928-487A-86BF-F074E0F10F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35355" y="4903388"/>
                  <a:ext cx="43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5FEB068-FB18-4BA4-B28A-91AAD156A593}"/>
                    </a:ext>
                  </a:extLst>
                </p14:cNvPr>
                <p14:cNvContentPartPr/>
                <p14:nvPr/>
              </p14:nvContentPartPr>
              <p14:xfrm>
                <a:off x="9045195" y="4758668"/>
                <a:ext cx="1440" cy="1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5FEB068-FB18-4BA4-B28A-91AAD156A59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027555" y="4741028"/>
                  <a:ext cx="37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0E8F5E3-C7E9-4168-9991-155C23F8EAA0}"/>
                    </a:ext>
                  </a:extLst>
                </p14:cNvPr>
                <p14:cNvContentPartPr/>
                <p14:nvPr/>
              </p14:nvContentPartPr>
              <p14:xfrm>
                <a:off x="9046275" y="4757948"/>
                <a:ext cx="3960" cy="1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0E8F5E3-C7E9-4168-9991-155C23F8EA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28635" y="4739948"/>
                  <a:ext cx="39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C8BB1F5-F2E0-4A48-A65B-2031CCF78AF1}"/>
                    </a:ext>
                  </a:extLst>
                </p14:cNvPr>
                <p14:cNvContentPartPr/>
                <p14:nvPr/>
              </p14:nvContentPartPr>
              <p14:xfrm>
                <a:off x="9093435" y="4725188"/>
                <a:ext cx="3240" cy="1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C8BB1F5-F2E0-4A48-A65B-2031CCF78AF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75435" y="4707548"/>
                  <a:ext cx="3888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9CC421D-73F4-4662-849D-98F21162AC5E}"/>
                  </a:ext>
                </a:extLst>
              </p14:cNvPr>
              <p14:cNvContentPartPr/>
              <p14:nvPr/>
            </p14:nvContentPartPr>
            <p14:xfrm>
              <a:off x="7965000" y="4708440"/>
              <a:ext cx="1218960" cy="11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9CC421D-73F4-4662-849D-98F21162AC5E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7955640" y="4699080"/>
                <a:ext cx="12376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D2D0920-7599-407C-B808-EF437EC9DDB2}"/>
                  </a:ext>
                </a:extLst>
              </p14:cNvPr>
              <p14:cNvContentPartPr/>
              <p14:nvPr/>
            </p14:nvContentPartPr>
            <p14:xfrm>
              <a:off x="9046800" y="4643640"/>
              <a:ext cx="366480" cy="201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D2D0920-7599-407C-B808-EF437EC9DDB2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9037440" y="4634280"/>
                <a:ext cx="3852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9B173FF-C3B1-47CF-A107-451C8E00595E}"/>
                  </a:ext>
                </a:extLst>
              </p14:cNvPr>
              <p14:cNvContentPartPr/>
              <p14:nvPr/>
            </p14:nvContentPartPr>
            <p14:xfrm>
              <a:off x="1564560" y="978120"/>
              <a:ext cx="6279480" cy="18108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9B173FF-C3B1-47CF-A107-451C8E00595E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555200" y="968760"/>
                <a:ext cx="6298200" cy="182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26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100" y="6176778"/>
            <a:ext cx="2743200" cy="365125"/>
          </a:xfrm>
        </p:spPr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1658" y="6299016"/>
            <a:ext cx="4114800" cy="365125"/>
          </a:xfrm>
        </p:spPr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1865" y="5293094"/>
            <a:ext cx="2743200" cy="365125"/>
          </a:xfrm>
        </p:spPr>
        <p:txBody>
          <a:bodyPr/>
          <a:lstStyle/>
          <a:p>
            <a:fld id="{780713B5-9296-425E-8DDC-5B86ACA00944}" type="slidenum">
              <a:rPr lang="en-IN" smtClean="0"/>
              <a:pPr/>
              <a:t>11</a:t>
            </a:fld>
            <a:endParaRPr lang="en-IN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14E6E2D3-AE36-47BF-9FCD-EC67481A6877}"/>
              </a:ext>
            </a:extLst>
          </p:cNvPr>
          <p:cNvGrpSpPr>
            <a:grpSpLocks/>
          </p:cNvGrpSpPr>
          <p:nvPr/>
        </p:nvGrpSpPr>
        <p:grpSpPr bwMode="auto">
          <a:xfrm>
            <a:off x="2844283" y="503053"/>
            <a:ext cx="4816475" cy="1482725"/>
            <a:chOff x="1142" y="794"/>
            <a:chExt cx="3034" cy="934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8B41479E-1F66-4D99-8BD7-AA3E90DB9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104"/>
              <a:ext cx="2112" cy="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D5309B80-9013-45C4-B4C3-AD26C52C5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10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7D1C608E-444B-4E0F-AFD1-D46B436BA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10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3EBA1C0B-D8C8-496C-8DFC-75A37D893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" y="79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E</a:t>
              </a:r>
              <a:endParaRPr lang="en-GB" altLang="en-US" dirty="0"/>
            </a:p>
          </p:txBody>
        </p:sp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B48BBA9B-6B0A-4EE9-BD62-84BB63D9C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79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75810174-B5CD-4BC8-B22F-D6A1C2896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79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E8659A0E-91C4-4C98-BAE6-1740E602A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104"/>
              <a:ext cx="2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p</a:t>
              </a:r>
              <a:r>
                <a:rPr lang="en-US" altLang="en-US" baseline="30000"/>
                <a:t>+</a:t>
              </a:r>
              <a:endParaRPr lang="en-GB" altLang="en-US" baseline="30000"/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0876DBFC-8D60-4AC1-9FA5-5A0B45D56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4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n</a:t>
              </a:r>
              <a:endParaRPr lang="en-GB" altLang="en-US"/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8C98327F-2F48-466C-B998-C06AF23B6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1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p</a:t>
              </a:r>
              <a:endParaRPr lang="en-GB" alt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EA462B20-E370-4980-BA72-6D1A5348E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3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4BB3E554-CAD6-4EF9-8BB1-18469FF73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3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39E948EE-0DCB-4393-B67E-BC002CCF6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1034"/>
              <a:ext cx="2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</a:t>
              </a:r>
              <a:r>
                <a:rPr lang="en-US" altLang="en-US" baseline="-25000"/>
                <a:t>E</a:t>
              </a:r>
              <a:endParaRPr lang="en-GB" altLang="en-US" baseline="-25000"/>
            </a:p>
          </p:txBody>
        </p:sp>
        <p:sp>
          <p:nvSpPr>
            <p:cNvPr id="20" name="Text Box 15">
              <a:extLst>
                <a:ext uri="{FF2B5EF4-FFF2-40B4-BE49-F238E27FC236}">
                  <a16:creationId xmlns:a16="http://schemas.microsoft.com/office/drawing/2014/main" id="{A2B8ED0D-3BBE-468D-9D09-2C7827233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1034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</a:t>
              </a:r>
              <a:r>
                <a:rPr lang="en-US" altLang="en-US" baseline="-25000"/>
                <a:t>C</a:t>
              </a:r>
              <a:endParaRPr lang="en-GB" altLang="en-US" baseline="-25000"/>
            </a:p>
          </p:txBody>
        </p:sp>
      </p:grpSp>
      <p:grpSp>
        <p:nvGrpSpPr>
          <p:cNvPr id="22" name="Group 17">
            <a:extLst>
              <a:ext uri="{FF2B5EF4-FFF2-40B4-BE49-F238E27FC236}">
                <a16:creationId xmlns:a16="http://schemas.microsoft.com/office/drawing/2014/main" id="{67D4F242-81B0-4D7E-B183-6C3C736ED57C}"/>
              </a:ext>
            </a:extLst>
          </p:cNvPr>
          <p:cNvGrpSpPr>
            <a:grpSpLocks/>
          </p:cNvGrpSpPr>
          <p:nvPr/>
        </p:nvGrpSpPr>
        <p:grpSpPr bwMode="auto">
          <a:xfrm>
            <a:off x="4688958" y="1376178"/>
            <a:ext cx="1219200" cy="1219200"/>
            <a:chOff x="2304" y="1344"/>
            <a:chExt cx="768" cy="768"/>
          </a:xfrm>
        </p:grpSpPr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DD04B723-A9F1-4D79-ABEC-56E69D7DB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1584"/>
              <a:ext cx="76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4" name="Group 19">
              <a:extLst>
                <a:ext uri="{FF2B5EF4-FFF2-40B4-BE49-F238E27FC236}">
                  <a16:creationId xmlns:a16="http://schemas.microsoft.com/office/drawing/2014/main" id="{4C068C26-79B6-4A16-80C7-DD57824B16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1568"/>
              <a:ext cx="352" cy="544"/>
              <a:chOff x="2304" y="1376"/>
              <a:chExt cx="352" cy="544"/>
            </a:xfrm>
          </p:grpSpPr>
          <p:sp>
            <p:nvSpPr>
              <p:cNvPr id="26" name="Freeform 20">
                <a:extLst>
                  <a:ext uri="{FF2B5EF4-FFF2-40B4-BE49-F238E27FC236}">
                    <a16:creationId xmlns:a16="http://schemas.microsoft.com/office/drawing/2014/main" id="{84B53755-DB2E-4D5C-83C8-DC595EEEE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1376"/>
                <a:ext cx="352" cy="496"/>
              </a:xfrm>
              <a:custGeom>
                <a:avLst/>
                <a:gdLst>
                  <a:gd name="T0" fmla="*/ 0 w 352"/>
                  <a:gd name="T1" fmla="*/ 16 h 496"/>
                  <a:gd name="T2" fmla="*/ 240 w 352"/>
                  <a:gd name="T3" fmla="*/ 16 h 496"/>
                  <a:gd name="T4" fmla="*/ 336 w 352"/>
                  <a:gd name="T5" fmla="*/ 112 h 496"/>
                  <a:gd name="T6" fmla="*/ 336 w 352"/>
                  <a:gd name="T7" fmla="*/ 256 h 496"/>
                  <a:gd name="T8" fmla="*/ 336 w 352"/>
                  <a:gd name="T9" fmla="*/ 496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2" h="496">
                    <a:moveTo>
                      <a:pt x="0" y="16"/>
                    </a:moveTo>
                    <a:cubicBezTo>
                      <a:pt x="92" y="8"/>
                      <a:pt x="184" y="0"/>
                      <a:pt x="240" y="16"/>
                    </a:cubicBezTo>
                    <a:cubicBezTo>
                      <a:pt x="296" y="32"/>
                      <a:pt x="320" y="72"/>
                      <a:pt x="336" y="112"/>
                    </a:cubicBezTo>
                    <a:cubicBezTo>
                      <a:pt x="352" y="152"/>
                      <a:pt x="336" y="192"/>
                      <a:pt x="336" y="256"/>
                    </a:cubicBezTo>
                    <a:cubicBezTo>
                      <a:pt x="336" y="320"/>
                      <a:pt x="336" y="408"/>
                      <a:pt x="336" y="496"/>
                    </a:cubicBez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Line 21">
                <a:extLst>
                  <a:ext uri="{FF2B5EF4-FFF2-40B4-BE49-F238E27FC236}">
                    <a16:creationId xmlns:a16="http://schemas.microsoft.com/office/drawing/2014/main" id="{CF9E76CA-DA44-4701-8F4E-1BD1B950F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77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AA0A5789-53EA-4409-BB8D-94593DC69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344"/>
              <a:ext cx="5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rgbClr val="FF0000"/>
                  </a:solidFill>
                </a:rPr>
                <a:t>holes</a:t>
              </a:r>
              <a:endParaRPr lang="en-GB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28" name="Text Box 23">
            <a:extLst>
              <a:ext uri="{FF2B5EF4-FFF2-40B4-BE49-F238E27FC236}">
                <a16:creationId xmlns:a16="http://schemas.microsoft.com/office/drawing/2014/main" id="{BD9E77E6-0880-48EE-9FA6-750F1E3B6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8558" y="2214378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</a:t>
            </a:r>
            <a:r>
              <a:rPr lang="en-US" altLang="en-US" baseline="-25000"/>
              <a:t>B</a:t>
            </a:r>
            <a:endParaRPr lang="en-GB" altLang="en-US" baseline="-25000"/>
          </a:p>
        </p:txBody>
      </p:sp>
      <p:grpSp>
        <p:nvGrpSpPr>
          <p:cNvPr id="29" name="Group 24">
            <a:extLst>
              <a:ext uri="{FF2B5EF4-FFF2-40B4-BE49-F238E27FC236}">
                <a16:creationId xmlns:a16="http://schemas.microsoft.com/office/drawing/2014/main" id="{F978D69B-643F-4045-95BB-8A3C0B507B81}"/>
              </a:ext>
            </a:extLst>
          </p:cNvPr>
          <p:cNvGrpSpPr>
            <a:grpSpLocks/>
          </p:cNvGrpSpPr>
          <p:nvPr/>
        </p:nvGrpSpPr>
        <p:grpSpPr bwMode="auto">
          <a:xfrm>
            <a:off x="3317358" y="995178"/>
            <a:ext cx="3810000" cy="4267200"/>
            <a:chOff x="1440" y="768"/>
            <a:chExt cx="2400" cy="2688"/>
          </a:xfrm>
        </p:grpSpPr>
        <p:sp>
          <p:nvSpPr>
            <p:cNvPr id="30" name="Oval 25">
              <a:extLst>
                <a:ext uri="{FF2B5EF4-FFF2-40B4-BE49-F238E27FC236}">
                  <a16:creationId xmlns:a16="http://schemas.microsoft.com/office/drawing/2014/main" id="{656E69A6-0001-43D5-9D0E-62AD65FE4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768"/>
              <a:ext cx="720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31" name="Group 26">
              <a:extLst>
                <a:ext uri="{FF2B5EF4-FFF2-40B4-BE49-F238E27FC236}">
                  <a16:creationId xmlns:a16="http://schemas.microsoft.com/office/drawing/2014/main" id="{6FDDC14F-75DE-4D33-A862-30E1A2BB0F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056"/>
              <a:ext cx="2400" cy="2400"/>
              <a:chOff x="1440" y="1392"/>
              <a:chExt cx="2400" cy="2400"/>
            </a:xfrm>
          </p:grpSpPr>
          <p:sp>
            <p:nvSpPr>
              <p:cNvPr id="32" name="Line 27">
                <a:extLst>
                  <a:ext uri="{FF2B5EF4-FFF2-40B4-BE49-F238E27FC236}">
                    <a16:creationId xmlns:a16="http://schemas.microsoft.com/office/drawing/2014/main" id="{96AF8491-62EB-4C96-83B8-AA0958E2DE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1392"/>
                <a:ext cx="816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Line 28">
                <a:extLst>
                  <a:ext uri="{FF2B5EF4-FFF2-40B4-BE49-F238E27FC236}">
                    <a16:creationId xmlns:a16="http://schemas.microsoft.com/office/drawing/2014/main" id="{D565582B-B209-496B-89F8-718DCF937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3000" y="1392"/>
                <a:ext cx="816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Line 29">
                <a:extLst>
                  <a:ext uri="{FF2B5EF4-FFF2-40B4-BE49-F238E27FC236}">
                    <a16:creationId xmlns:a16="http://schemas.microsoft.com/office/drawing/2014/main" id="{28EAF8D6-30BD-44EC-903C-04D2CBE69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064"/>
                <a:ext cx="0" cy="17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Line 30">
                <a:extLst>
                  <a:ext uri="{FF2B5EF4-FFF2-40B4-BE49-F238E27FC236}">
                    <a16:creationId xmlns:a16="http://schemas.microsoft.com/office/drawing/2014/main" id="{D047C57D-E1FD-4512-935A-B275A2646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016"/>
                <a:ext cx="0" cy="17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36" name="Group 31">
            <a:extLst>
              <a:ext uri="{FF2B5EF4-FFF2-40B4-BE49-F238E27FC236}">
                <a16:creationId xmlns:a16="http://schemas.microsoft.com/office/drawing/2014/main" id="{B5E966C2-B638-48E8-90B3-FEF8EE54F78E}"/>
              </a:ext>
            </a:extLst>
          </p:cNvPr>
          <p:cNvGrpSpPr>
            <a:grpSpLocks/>
          </p:cNvGrpSpPr>
          <p:nvPr/>
        </p:nvGrpSpPr>
        <p:grpSpPr bwMode="auto">
          <a:xfrm>
            <a:off x="3317358" y="2747778"/>
            <a:ext cx="3962400" cy="838200"/>
            <a:chOff x="1440" y="1872"/>
            <a:chExt cx="2496" cy="528"/>
          </a:xfrm>
        </p:grpSpPr>
        <p:sp>
          <p:nvSpPr>
            <p:cNvPr id="37" name="AutoShape 32">
              <a:extLst>
                <a:ext uri="{FF2B5EF4-FFF2-40B4-BE49-F238E27FC236}">
                  <a16:creationId xmlns:a16="http://schemas.microsoft.com/office/drawing/2014/main" id="{69D0174A-58EA-4C6A-A946-3AF7295AB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872"/>
              <a:ext cx="2496" cy="528"/>
            </a:xfrm>
            <a:prstGeom prst="chevron">
              <a:avLst>
                <a:gd name="adj" fmla="val 118182"/>
              </a:avLst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" name="Text Box 33">
              <a:extLst>
                <a:ext uri="{FF2B5EF4-FFF2-40B4-BE49-F238E27FC236}">
                  <a16:creationId xmlns:a16="http://schemas.microsoft.com/office/drawing/2014/main" id="{D9093494-58C2-4B66-9205-E1855FC25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2042"/>
              <a:ext cx="5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rgbClr val="FF0000"/>
                  </a:solidFill>
                </a:rPr>
                <a:t>holes</a:t>
              </a:r>
              <a:endParaRPr lang="en-GB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9" name="Group 34">
            <a:extLst>
              <a:ext uri="{FF2B5EF4-FFF2-40B4-BE49-F238E27FC236}">
                <a16:creationId xmlns:a16="http://schemas.microsoft.com/office/drawing/2014/main" id="{6A9E28CC-D633-49F2-A2B8-4A7EECAE285E}"/>
              </a:ext>
            </a:extLst>
          </p:cNvPr>
          <p:cNvGrpSpPr>
            <a:grpSpLocks/>
          </p:cNvGrpSpPr>
          <p:nvPr/>
        </p:nvGrpSpPr>
        <p:grpSpPr bwMode="auto">
          <a:xfrm>
            <a:off x="2174358" y="2671578"/>
            <a:ext cx="914400" cy="1752600"/>
            <a:chOff x="720" y="1824"/>
            <a:chExt cx="576" cy="1104"/>
          </a:xfrm>
        </p:grpSpPr>
        <p:sp>
          <p:nvSpPr>
            <p:cNvPr id="40" name="AutoShape 35">
              <a:extLst>
                <a:ext uri="{FF2B5EF4-FFF2-40B4-BE49-F238E27FC236}">
                  <a16:creationId xmlns:a16="http://schemas.microsoft.com/office/drawing/2014/main" id="{D073BD41-89A3-4451-B3A3-3B696DBE3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1824"/>
              <a:ext cx="144" cy="1104"/>
            </a:xfrm>
            <a:prstGeom prst="leftBrace">
              <a:avLst>
                <a:gd name="adj1" fmla="val 6388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41" name="Group 36">
              <a:extLst>
                <a:ext uri="{FF2B5EF4-FFF2-40B4-BE49-F238E27FC236}">
                  <a16:creationId xmlns:a16="http://schemas.microsoft.com/office/drawing/2014/main" id="{CF692A90-3E78-47DE-9207-6CA6B6CA2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160"/>
              <a:ext cx="384" cy="288"/>
              <a:chOff x="720" y="2160"/>
              <a:chExt cx="384" cy="288"/>
            </a:xfrm>
          </p:grpSpPr>
          <p:sp>
            <p:nvSpPr>
              <p:cNvPr id="42" name="Text Box 37">
                <a:extLst>
                  <a:ext uri="{FF2B5EF4-FFF2-40B4-BE49-F238E27FC236}">
                    <a16:creationId xmlns:a16="http://schemas.microsoft.com/office/drawing/2014/main" id="{7873EE73-0DE6-4064-9265-AFE2AB0EE5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6" y="2160"/>
                <a:ext cx="25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I</a:t>
                </a:r>
                <a:r>
                  <a:rPr lang="en-US" altLang="en-US" baseline="-25000"/>
                  <a:t>E</a:t>
                </a:r>
                <a:endParaRPr lang="en-GB" altLang="en-US" baseline="-25000"/>
              </a:p>
            </p:txBody>
          </p:sp>
          <p:sp>
            <p:nvSpPr>
              <p:cNvPr id="43" name="Line 38">
                <a:extLst>
                  <a:ext uri="{FF2B5EF4-FFF2-40B4-BE49-F238E27FC236}">
                    <a16:creationId xmlns:a16="http://schemas.microsoft.com/office/drawing/2014/main" id="{8B4FE863-15AD-41FE-BB49-DB043E7DD7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44" name="Group 39">
            <a:extLst>
              <a:ext uri="{FF2B5EF4-FFF2-40B4-BE49-F238E27FC236}">
                <a16:creationId xmlns:a16="http://schemas.microsoft.com/office/drawing/2014/main" id="{D48BFFDC-BE39-4FE1-9863-4B4C4B0F909E}"/>
              </a:ext>
            </a:extLst>
          </p:cNvPr>
          <p:cNvGrpSpPr>
            <a:grpSpLocks/>
          </p:cNvGrpSpPr>
          <p:nvPr/>
        </p:nvGrpSpPr>
        <p:grpSpPr bwMode="auto">
          <a:xfrm>
            <a:off x="8270358" y="2671578"/>
            <a:ext cx="914400" cy="2057400"/>
            <a:chOff x="4560" y="1824"/>
            <a:chExt cx="576" cy="1296"/>
          </a:xfrm>
        </p:grpSpPr>
        <p:sp>
          <p:nvSpPr>
            <p:cNvPr id="45" name="AutoShape 40">
              <a:extLst>
                <a:ext uri="{FF2B5EF4-FFF2-40B4-BE49-F238E27FC236}">
                  <a16:creationId xmlns:a16="http://schemas.microsoft.com/office/drawing/2014/main" id="{32636962-1D86-4346-A481-8BAA85A61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1824"/>
              <a:ext cx="144" cy="1296"/>
            </a:xfrm>
            <a:prstGeom prst="rightBrace">
              <a:avLst>
                <a:gd name="adj1" fmla="val 7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46" name="Group 41">
              <a:extLst>
                <a:ext uri="{FF2B5EF4-FFF2-40B4-BE49-F238E27FC236}">
                  <a16:creationId xmlns:a16="http://schemas.microsoft.com/office/drawing/2014/main" id="{16DC7805-936D-44CD-BB51-D0DADFD24C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2304"/>
              <a:ext cx="384" cy="336"/>
              <a:chOff x="4752" y="2304"/>
              <a:chExt cx="384" cy="336"/>
            </a:xfrm>
          </p:grpSpPr>
          <p:sp>
            <p:nvSpPr>
              <p:cNvPr id="47" name="Text Box 42">
                <a:extLst>
                  <a:ext uri="{FF2B5EF4-FFF2-40B4-BE49-F238E27FC236}">
                    <a16:creationId xmlns:a16="http://schemas.microsoft.com/office/drawing/2014/main" id="{7B22B47A-C35A-4CF6-9AB9-9E73712861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2304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I</a:t>
                </a:r>
                <a:r>
                  <a:rPr lang="en-US" altLang="en-US" baseline="-25000"/>
                  <a:t>C</a:t>
                </a:r>
                <a:endParaRPr lang="en-GB" altLang="en-US" baseline="-25000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7D5A3632-329E-43D7-A3CA-0486B722B2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264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49" name="Group 44">
            <a:extLst>
              <a:ext uri="{FF2B5EF4-FFF2-40B4-BE49-F238E27FC236}">
                <a16:creationId xmlns:a16="http://schemas.microsoft.com/office/drawing/2014/main" id="{536003D7-4F81-45C8-91A1-5D533424B75E}"/>
              </a:ext>
            </a:extLst>
          </p:cNvPr>
          <p:cNvGrpSpPr>
            <a:grpSpLocks/>
          </p:cNvGrpSpPr>
          <p:nvPr/>
        </p:nvGrpSpPr>
        <p:grpSpPr bwMode="auto">
          <a:xfrm>
            <a:off x="5831958" y="3738378"/>
            <a:ext cx="2590800" cy="1600200"/>
            <a:chOff x="3024" y="2496"/>
            <a:chExt cx="1632" cy="1008"/>
          </a:xfrm>
        </p:grpSpPr>
        <p:sp>
          <p:nvSpPr>
            <p:cNvPr id="50" name="AutoShape 45">
              <a:extLst>
                <a:ext uri="{FF2B5EF4-FFF2-40B4-BE49-F238E27FC236}">
                  <a16:creationId xmlns:a16="http://schemas.microsoft.com/office/drawing/2014/main" id="{44BE99CC-B922-4C94-B0DD-863EFF233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688"/>
              <a:ext cx="912" cy="384"/>
            </a:xfrm>
            <a:custGeom>
              <a:avLst/>
              <a:gdLst>
                <a:gd name="G0" fmla="+- 12938 0 0"/>
                <a:gd name="G1" fmla="+- 4950 0 0"/>
                <a:gd name="G2" fmla="+- 12158 0 4950"/>
                <a:gd name="G3" fmla="+- G2 0 4950"/>
                <a:gd name="G4" fmla="*/ G3 32768 32059"/>
                <a:gd name="G5" fmla="*/ G4 1 2"/>
                <a:gd name="G6" fmla="+- 21600 0 12938"/>
                <a:gd name="G7" fmla="*/ G6 4950 6079"/>
                <a:gd name="G8" fmla="+- G7 12938 0"/>
                <a:gd name="T0" fmla="*/ 12938 w 21600"/>
                <a:gd name="T1" fmla="*/ 0 h 21600"/>
                <a:gd name="T2" fmla="*/ 12938 w 21600"/>
                <a:gd name="T3" fmla="*/ 12158 h 21600"/>
                <a:gd name="T4" fmla="*/ 1154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2938" y="0"/>
                  </a:lnTo>
                  <a:lnTo>
                    <a:pt x="12938" y="4950"/>
                  </a:lnTo>
                  <a:lnTo>
                    <a:pt x="12427" y="4950"/>
                  </a:lnTo>
                  <a:cubicBezTo>
                    <a:pt x="5564" y="4950"/>
                    <a:pt x="0" y="8177"/>
                    <a:pt x="0" y="12158"/>
                  </a:cubicBezTo>
                  <a:lnTo>
                    <a:pt x="0" y="21600"/>
                  </a:lnTo>
                  <a:lnTo>
                    <a:pt x="2308" y="21600"/>
                  </a:lnTo>
                  <a:lnTo>
                    <a:pt x="2308" y="12158"/>
                  </a:lnTo>
                  <a:cubicBezTo>
                    <a:pt x="2308" y="9424"/>
                    <a:pt x="6838" y="7208"/>
                    <a:pt x="12427" y="7208"/>
                  </a:cubicBezTo>
                  <a:lnTo>
                    <a:pt x="12938" y="7208"/>
                  </a:lnTo>
                  <a:lnTo>
                    <a:pt x="12938" y="1215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51" name="Group 46">
              <a:extLst>
                <a:ext uri="{FF2B5EF4-FFF2-40B4-BE49-F238E27FC236}">
                  <a16:creationId xmlns:a16="http://schemas.microsoft.com/office/drawing/2014/main" id="{EE549494-0DD4-4CAD-9517-97DF8CADDB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592"/>
              <a:ext cx="672" cy="912"/>
              <a:chOff x="3024" y="3120"/>
              <a:chExt cx="672" cy="912"/>
            </a:xfrm>
          </p:grpSpPr>
          <p:sp>
            <p:nvSpPr>
              <p:cNvPr id="56" name="AutoShape 47">
                <a:extLst>
                  <a:ext uri="{FF2B5EF4-FFF2-40B4-BE49-F238E27FC236}">
                    <a16:creationId xmlns:a16="http://schemas.microsoft.com/office/drawing/2014/main" id="{273A1F12-7BE5-40F2-B80E-2BB6CCB30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2760" y="3384"/>
                <a:ext cx="912" cy="384"/>
              </a:xfrm>
              <a:custGeom>
                <a:avLst/>
                <a:gdLst>
                  <a:gd name="G0" fmla="+- 12938 0 0"/>
                  <a:gd name="G1" fmla="+- 4950 0 0"/>
                  <a:gd name="G2" fmla="+- 12158 0 4950"/>
                  <a:gd name="G3" fmla="+- G2 0 4950"/>
                  <a:gd name="G4" fmla="*/ G3 32768 32059"/>
                  <a:gd name="G5" fmla="*/ G4 1 2"/>
                  <a:gd name="G6" fmla="+- 21600 0 12938"/>
                  <a:gd name="G7" fmla="*/ G6 4950 6079"/>
                  <a:gd name="G8" fmla="+- G7 12938 0"/>
                  <a:gd name="T0" fmla="*/ 12938 w 21600"/>
                  <a:gd name="T1" fmla="*/ 0 h 21600"/>
                  <a:gd name="T2" fmla="*/ 12938 w 21600"/>
                  <a:gd name="T3" fmla="*/ 12158 h 21600"/>
                  <a:gd name="T4" fmla="*/ 1154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2938" y="0"/>
                    </a:lnTo>
                    <a:lnTo>
                      <a:pt x="12938" y="4950"/>
                    </a:lnTo>
                    <a:lnTo>
                      <a:pt x="12427" y="4950"/>
                    </a:lnTo>
                    <a:cubicBezTo>
                      <a:pt x="5564" y="4950"/>
                      <a:pt x="0" y="8177"/>
                      <a:pt x="0" y="12158"/>
                    </a:cubicBezTo>
                    <a:lnTo>
                      <a:pt x="0" y="21600"/>
                    </a:lnTo>
                    <a:lnTo>
                      <a:pt x="2308" y="21600"/>
                    </a:lnTo>
                    <a:lnTo>
                      <a:pt x="2308" y="12158"/>
                    </a:lnTo>
                    <a:cubicBezTo>
                      <a:pt x="2308" y="9424"/>
                      <a:pt x="6838" y="7208"/>
                      <a:pt x="12427" y="7208"/>
                    </a:cubicBezTo>
                    <a:lnTo>
                      <a:pt x="12938" y="7208"/>
                    </a:lnTo>
                    <a:lnTo>
                      <a:pt x="12938" y="12158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7" name="Rectangle 48">
                <a:extLst>
                  <a:ext uri="{FF2B5EF4-FFF2-40B4-BE49-F238E27FC236}">
                    <a16:creationId xmlns:a16="http://schemas.microsoft.com/office/drawing/2014/main" id="{D381C8A7-8175-4A8C-90DF-255DF581B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120"/>
                <a:ext cx="288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8" name="Rectangle 49">
                <a:extLst>
                  <a:ext uri="{FF2B5EF4-FFF2-40B4-BE49-F238E27FC236}">
                    <a16:creationId xmlns:a16="http://schemas.microsoft.com/office/drawing/2014/main" id="{8CD7504E-3326-4BE9-B293-A1596B7B0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120"/>
                <a:ext cx="96" cy="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9" name="Line 50">
                <a:extLst>
                  <a:ext uri="{FF2B5EF4-FFF2-40B4-BE49-F238E27FC236}">
                    <a16:creationId xmlns:a16="http://schemas.microsoft.com/office/drawing/2014/main" id="{C96131AE-E308-4245-894C-C31A0D80D6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2" y="3120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2" name="AutoShape 51">
              <a:extLst>
                <a:ext uri="{FF2B5EF4-FFF2-40B4-BE49-F238E27FC236}">
                  <a16:creationId xmlns:a16="http://schemas.microsoft.com/office/drawing/2014/main" id="{68C9346B-2199-4528-AE91-7E1813FEF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496"/>
              <a:ext cx="96" cy="480"/>
            </a:xfrm>
            <a:prstGeom prst="righ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C075AD2-2261-4668-A3D9-75683082BB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592"/>
              <a:ext cx="432" cy="288"/>
              <a:chOff x="4224" y="2592"/>
              <a:chExt cx="432" cy="288"/>
            </a:xfrm>
          </p:grpSpPr>
          <p:sp>
            <p:nvSpPr>
              <p:cNvPr id="54" name="Text Box 53">
                <a:extLst>
                  <a:ext uri="{FF2B5EF4-FFF2-40B4-BE49-F238E27FC236}">
                    <a16:creationId xmlns:a16="http://schemas.microsoft.com/office/drawing/2014/main" id="{CBCDCEB1-AA34-4E55-8E7D-CA1A64213F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259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/>
                  <a:t>I</a:t>
                </a:r>
                <a:r>
                  <a:rPr lang="en-US" altLang="en-US" baseline="-25000"/>
                  <a:t>CB0</a:t>
                </a:r>
                <a:endParaRPr lang="en-GB" altLang="en-US" baseline="-25000"/>
              </a:p>
            </p:txBody>
          </p:sp>
          <p:sp>
            <p:nvSpPr>
              <p:cNvPr id="55" name="Line 54">
                <a:extLst>
                  <a:ext uri="{FF2B5EF4-FFF2-40B4-BE49-F238E27FC236}">
                    <a16:creationId xmlns:a16="http://schemas.microsoft.com/office/drawing/2014/main" id="{EA0BD2C1-4C02-411F-9429-DE36FE7C8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88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60" name="Group 55">
            <a:extLst>
              <a:ext uri="{FF2B5EF4-FFF2-40B4-BE49-F238E27FC236}">
                <a16:creationId xmlns:a16="http://schemas.microsoft.com/office/drawing/2014/main" id="{9BD2688E-0478-4C95-A202-98CAC1C57672}"/>
              </a:ext>
            </a:extLst>
          </p:cNvPr>
          <p:cNvGrpSpPr>
            <a:grpSpLocks/>
          </p:cNvGrpSpPr>
          <p:nvPr/>
        </p:nvGrpSpPr>
        <p:grpSpPr bwMode="auto">
          <a:xfrm>
            <a:off x="4765158" y="5719578"/>
            <a:ext cx="1600200" cy="685800"/>
            <a:chOff x="2352" y="3744"/>
            <a:chExt cx="1008" cy="432"/>
          </a:xfrm>
        </p:grpSpPr>
        <p:sp>
          <p:nvSpPr>
            <p:cNvPr id="61" name="AutoShape 56">
              <a:extLst>
                <a:ext uri="{FF2B5EF4-FFF2-40B4-BE49-F238E27FC236}">
                  <a16:creationId xmlns:a16="http://schemas.microsoft.com/office/drawing/2014/main" id="{BF2FD3D6-3C8F-42BA-9B86-EEB5173BD10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784" y="3312"/>
              <a:ext cx="144" cy="1008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62" name="Group 57">
              <a:extLst>
                <a:ext uri="{FF2B5EF4-FFF2-40B4-BE49-F238E27FC236}">
                  <a16:creationId xmlns:a16="http://schemas.microsoft.com/office/drawing/2014/main" id="{CC17F177-287B-4201-BA1A-F3926CA0F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3888"/>
              <a:ext cx="313" cy="288"/>
              <a:chOff x="2736" y="3888"/>
              <a:chExt cx="313" cy="288"/>
            </a:xfrm>
          </p:grpSpPr>
          <p:sp>
            <p:nvSpPr>
              <p:cNvPr id="63" name="Text Box 58">
                <a:extLst>
                  <a:ext uri="{FF2B5EF4-FFF2-40B4-BE49-F238E27FC236}">
                    <a16:creationId xmlns:a16="http://schemas.microsoft.com/office/drawing/2014/main" id="{6F10E84F-37E7-4387-AC6A-9A3BED9A7D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3888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I</a:t>
                </a:r>
                <a:r>
                  <a:rPr lang="en-US" altLang="en-US" baseline="-25000"/>
                  <a:t>B</a:t>
                </a:r>
                <a:endParaRPr lang="en-GB" altLang="en-US" baseline="-25000"/>
              </a:p>
            </p:txBody>
          </p:sp>
          <p:sp>
            <p:nvSpPr>
              <p:cNvPr id="64" name="Line 59">
                <a:extLst>
                  <a:ext uri="{FF2B5EF4-FFF2-40B4-BE49-F238E27FC236}">
                    <a16:creationId xmlns:a16="http://schemas.microsoft.com/office/drawing/2014/main" id="{94AB356A-7D33-4E72-8017-A967C45280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39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65" name="Group 60">
            <a:extLst>
              <a:ext uri="{FF2B5EF4-FFF2-40B4-BE49-F238E27FC236}">
                <a16:creationId xmlns:a16="http://schemas.microsoft.com/office/drawing/2014/main" id="{6D2BACB1-6503-4905-9F6F-2DF184289989}"/>
              </a:ext>
            </a:extLst>
          </p:cNvPr>
          <p:cNvGrpSpPr>
            <a:grpSpLocks/>
          </p:cNvGrpSpPr>
          <p:nvPr/>
        </p:nvGrpSpPr>
        <p:grpSpPr bwMode="auto">
          <a:xfrm>
            <a:off x="3241158" y="4182878"/>
            <a:ext cx="1752600" cy="546100"/>
            <a:chOff x="1392" y="2776"/>
            <a:chExt cx="1104" cy="344"/>
          </a:xfrm>
        </p:grpSpPr>
        <p:grpSp>
          <p:nvGrpSpPr>
            <p:cNvPr id="66" name="Group 61">
              <a:extLst>
                <a:ext uri="{FF2B5EF4-FFF2-40B4-BE49-F238E27FC236}">
                  <a16:creationId xmlns:a16="http://schemas.microsoft.com/office/drawing/2014/main" id="{62E5A7DB-9E21-4E1C-BEC8-2C604108F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2776"/>
              <a:ext cx="1104" cy="256"/>
              <a:chOff x="1344" y="3304"/>
              <a:chExt cx="1104" cy="256"/>
            </a:xfrm>
          </p:grpSpPr>
          <p:sp>
            <p:nvSpPr>
              <p:cNvPr id="68" name="Freeform 62">
                <a:extLst>
                  <a:ext uri="{FF2B5EF4-FFF2-40B4-BE49-F238E27FC236}">
                    <a16:creationId xmlns:a16="http://schemas.microsoft.com/office/drawing/2014/main" id="{DDE75627-65D0-431D-8A26-890DE58FA7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360"/>
                <a:ext cx="1008" cy="200"/>
              </a:xfrm>
              <a:custGeom>
                <a:avLst/>
                <a:gdLst>
                  <a:gd name="T0" fmla="*/ 1008 w 1008"/>
                  <a:gd name="T1" fmla="*/ 200 h 200"/>
                  <a:gd name="T2" fmla="*/ 912 w 1008"/>
                  <a:gd name="T3" fmla="*/ 56 h 200"/>
                  <a:gd name="T4" fmla="*/ 720 w 1008"/>
                  <a:gd name="T5" fmla="*/ 8 h 200"/>
                  <a:gd name="T6" fmla="*/ 480 w 1008"/>
                  <a:gd name="T7" fmla="*/ 8 h 200"/>
                  <a:gd name="T8" fmla="*/ 0 w 1008"/>
                  <a:gd name="T9" fmla="*/ 8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8" h="200">
                    <a:moveTo>
                      <a:pt x="1008" y="200"/>
                    </a:moveTo>
                    <a:cubicBezTo>
                      <a:pt x="984" y="144"/>
                      <a:pt x="960" y="88"/>
                      <a:pt x="912" y="56"/>
                    </a:cubicBezTo>
                    <a:cubicBezTo>
                      <a:pt x="864" y="24"/>
                      <a:pt x="792" y="16"/>
                      <a:pt x="720" y="8"/>
                    </a:cubicBezTo>
                    <a:cubicBezTo>
                      <a:pt x="648" y="0"/>
                      <a:pt x="600" y="8"/>
                      <a:pt x="480" y="8"/>
                    </a:cubicBezTo>
                    <a:cubicBezTo>
                      <a:pt x="360" y="8"/>
                      <a:pt x="180" y="8"/>
                      <a:pt x="0" y="8"/>
                    </a:cubicBezTo>
                  </a:path>
                </a:pathLst>
              </a:cu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9" name="Line 63">
                <a:extLst>
                  <a:ext uri="{FF2B5EF4-FFF2-40B4-BE49-F238E27FC236}">
                    <a16:creationId xmlns:a16="http://schemas.microsoft.com/office/drawing/2014/main" id="{3D55AD00-B24C-4DDD-B532-0CFEEF90A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3504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0" name="AutoShape 64">
                <a:extLst>
                  <a:ext uri="{FF2B5EF4-FFF2-40B4-BE49-F238E27FC236}">
                    <a16:creationId xmlns:a16="http://schemas.microsoft.com/office/drawing/2014/main" id="{3150B5D3-0702-41AA-9ED9-7CCD1E907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344" y="3312"/>
                <a:ext cx="144" cy="48"/>
              </a:xfrm>
              <a:prstGeom prst="chevron">
                <a:avLst>
                  <a:gd name="adj" fmla="val 75000"/>
                </a:avLst>
              </a:prstGeom>
              <a:solidFill>
                <a:schemeClr val="bg1"/>
              </a:soli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1" name="Rectangle 65">
                <a:extLst>
                  <a:ext uri="{FF2B5EF4-FFF2-40B4-BE49-F238E27FC236}">
                    <a16:creationId xmlns:a16="http://schemas.microsoft.com/office/drawing/2014/main" id="{647EF5F6-2CEC-4166-A92D-319347384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312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2" name="Freeform 66">
                <a:extLst>
                  <a:ext uri="{FF2B5EF4-FFF2-40B4-BE49-F238E27FC236}">
                    <a16:creationId xmlns:a16="http://schemas.microsoft.com/office/drawing/2014/main" id="{31616C25-B8D5-4FE7-B18B-8417700BF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3304"/>
                <a:ext cx="1008" cy="200"/>
              </a:xfrm>
              <a:custGeom>
                <a:avLst/>
                <a:gdLst>
                  <a:gd name="T0" fmla="*/ 1008 w 1008"/>
                  <a:gd name="T1" fmla="*/ 200 h 200"/>
                  <a:gd name="T2" fmla="*/ 912 w 1008"/>
                  <a:gd name="T3" fmla="*/ 56 h 200"/>
                  <a:gd name="T4" fmla="*/ 720 w 1008"/>
                  <a:gd name="T5" fmla="*/ 8 h 200"/>
                  <a:gd name="T6" fmla="*/ 480 w 1008"/>
                  <a:gd name="T7" fmla="*/ 8 h 200"/>
                  <a:gd name="T8" fmla="*/ 0 w 1008"/>
                  <a:gd name="T9" fmla="*/ 8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8" h="200">
                    <a:moveTo>
                      <a:pt x="1008" y="200"/>
                    </a:moveTo>
                    <a:cubicBezTo>
                      <a:pt x="984" y="144"/>
                      <a:pt x="960" y="88"/>
                      <a:pt x="912" y="56"/>
                    </a:cubicBezTo>
                    <a:cubicBezTo>
                      <a:pt x="864" y="24"/>
                      <a:pt x="792" y="16"/>
                      <a:pt x="720" y="8"/>
                    </a:cubicBezTo>
                    <a:cubicBezTo>
                      <a:pt x="648" y="0"/>
                      <a:pt x="600" y="8"/>
                      <a:pt x="480" y="8"/>
                    </a:cubicBezTo>
                    <a:cubicBezTo>
                      <a:pt x="360" y="8"/>
                      <a:pt x="180" y="8"/>
                      <a:pt x="0" y="8"/>
                    </a:cubicBezTo>
                  </a:path>
                </a:pathLst>
              </a:cu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7" name="Text Box 67">
              <a:extLst>
                <a:ext uri="{FF2B5EF4-FFF2-40B4-BE49-F238E27FC236}">
                  <a16:creationId xmlns:a16="http://schemas.microsoft.com/office/drawing/2014/main" id="{3567F3DB-5C98-4317-A2A3-5A668CA10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2832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I’</a:t>
              </a:r>
              <a:r>
                <a:rPr lang="en-US" altLang="en-US" baseline="-25000"/>
                <a:t>B</a:t>
              </a:r>
              <a:endParaRPr lang="en-GB" altLang="en-US" baseline="-25000"/>
            </a:p>
          </p:txBody>
        </p:sp>
      </p:grpSp>
      <p:grpSp>
        <p:nvGrpSpPr>
          <p:cNvPr id="73" name="Group 68">
            <a:extLst>
              <a:ext uri="{FF2B5EF4-FFF2-40B4-BE49-F238E27FC236}">
                <a16:creationId xmlns:a16="http://schemas.microsoft.com/office/drawing/2014/main" id="{18C7C170-4E0F-403D-8C48-B96C16EE7D53}"/>
              </a:ext>
            </a:extLst>
          </p:cNvPr>
          <p:cNvGrpSpPr>
            <a:grpSpLocks/>
          </p:cNvGrpSpPr>
          <p:nvPr/>
        </p:nvGrpSpPr>
        <p:grpSpPr bwMode="auto">
          <a:xfrm>
            <a:off x="4612758" y="3357378"/>
            <a:ext cx="1393825" cy="1371600"/>
            <a:chOff x="2256" y="2256"/>
            <a:chExt cx="878" cy="864"/>
          </a:xfrm>
        </p:grpSpPr>
        <p:grpSp>
          <p:nvGrpSpPr>
            <p:cNvPr id="74" name="Group 69">
              <a:extLst>
                <a:ext uri="{FF2B5EF4-FFF2-40B4-BE49-F238E27FC236}">
                  <a16:creationId xmlns:a16="http://schemas.microsoft.com/office/drawing/2014/main" id="{910CA22C-1EC7-4A3C-8853-27F495C6B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2256"/>
              <a:ext cx="720" cy="816"/>
              <a:chOff x="2256" y="2256"/>
              <a:chExt cx="720" cy="816"/>
            </a:xfrm>
          </p:grpSpPr>
          <p:sp>
            <p:nvSpPr>
              <p:cNvPr id="76" name="AutoShape 70">
                <a:extLst>
                  <a:ext uri="{FF2B5EF4-FFF2-40B4-BE49-F238E27FC236}">
                    <a16:creationId xmlns:a16="http://schemas.microsoft.com/office/drawing/2014/main" id="{4440FE6F-EC37-40FE-B9A1-DBCBD7AED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496"/>
                <a:ext cx="432" cy="432"/>
              </a:xfrm>
              <a:prstGeom prst="sun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grpSp>
            <p:nvGrpSpPr>
              <p:cNvPr id="77" name="Group 71">
                <a:extLst>
                  <a:ext uri="{FF2B5EF4-FFF2-40B4-BE49-F238E27FC236}">
                    <a16:creationId xmlns:a16="http://schemas.microsoft.com/office/drawing/2014/main" id="{F7B46B46-FB3D-4273-A379-158A525355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" y="2256"/>
                <a:ext cx="624" cy="528"/>
                <a:chOff x="2256" y="2784"/>
                <a:chExt cx="624" cy="528"/>
              </a:xfrm>
            </p:grpSpPr>
            <p:sp>
              <p:nvSpPr>
                <p:cNvPr id="79" name="AutoShape 72">
                  <a:extLst>
                    <a:ext uri="{FF2B5EF4-FFF2-40B4-BE49-F238E27FC236}">
                      <a16:creationId xmlns:a16="http://schemas.microsoft.com/office/drawing/2014/main" id="{415B369D-DE94-45A1-B771-A6E17ACC6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6" y="2832"/>
                  <a:ext cx="576" cy="480"/>
                </a:xfrm>
                <a:custGeom>
                  <a:avLst/>
                  <a:gdLst>
                    <a:gd name="G0" fmla="+- 0 0 0"/>
                    <a:gd name="G1" fmla="+- -5925566 0 0"/>
                    <a:gd name="G2" fmla="+- 0 0 -5925566"/>
                    <a:gd name="G3" fmla="+- 10800 0 0"/>
                    <a:gd name="G4" fmla="+- 0 0 0"/>
                    <a:gd name="T0" fmla="*/ 360 256 1"/>
                    <a:gd name="T1" fmla="*/ 0 256 1"/>
                    <a:gd name="G5" fmla="+- G2 T0 T1"/>
                    <a:gd name="G6" fmla="?: G2 G2 G5"/>
                    <a:gd name="G7" fmla="+- 0 0 G6"/>
                    <a:gd name="G8" fmla="+- 5400 0 0"/>
                    <a:gd name="G9" fmla="+- 0 0 -5925566"/>
                    <a:gd name="G10" fmla="+- 5400 0 2700"/>
                    <a:gd name="G11" fmla="cos G10 0"/>
                    <a:gd name="G12" fmla="sin G10 0"/>
                    <a:gd name="G13" fmla="cos 13500 0"/>
                    <a:gd name="G14" fmla="sin 13500 0"/>
                    <a:gd name="G15" fmla="+- G11 10800 0"/>
                    <a:gd name="G16" fmla="+- G12 10800 0"/>
                    <a:gd name="G17" fmla="+- G13 10800 0"/>
                    <a:gd name="G18" fmla="+- G14 10800 0"/>
                    <a:gd name="G19" fmla="*/ 5400 1 2"/>
                    <a:gd name="G20" fmla="+- G19 5400 0"/>
                    <a:gd name="G21" fmla="cos G20 0"/>
                    <a:gd name="G22" fmla="sin G20 0"/>
                    <a:gd name="G23" fmla="+- G21 10800 0"/>
                    <a:gd name="G24" fmla="+- G12 G23 G22"/>
                    <a:gd name="G25" fmla="+- G22 G23 G11"/>
                    <a:gd name="G26" fmla="cos 10800 0"/>
                    <a:gd name="G27" fmla="sin 10800 0"/>
                    <a:gd name="G28" fmla="cos 5400 0"/>
                    <a:gd name="G29" fmla="sin 5400 0"/>
                    <a:gd name="G30" fmla="+- G26 10800 0"/>
                    <a:gd name="G31" fmla="+- G27 10800 0"/>
                    <a:gd name="G32" fmla="+- G28 10800 0"/>
                    <a:gd name="G33" fmla="+- G29 10800 0"/>
                    <a:gd name="G34" fmla="+- G19 5400 0"/>
                    <a:gd name="G35" fmla="cos G34 -5925566"/>
                    <a:gd name="G36" fmla="sin G34 -5925566"/>
                    <a:gd name="G37" fmla="+/ -5925566 0 2"/>
                    <a:gd name="T2" fmla="*/ 180 256 1"/>
                    <a:gd name="T3" fmla="*/ 0 256 1"/>
                    <a:gd name="G38" fmla="+- G37 T2 T3"/>
                    <a:gd name="G39" fmla="?: G2 G37 G38"/>
                    <a:gd name="G40" fmla="cos 10800 G39"/>
                    <a:gd name="G41" fmla="sin 10800 G39"/>
                    <a:gd name="G42" fmla="cos 5400 G39"/>
                    <a:gd name="G43" fmla="sin 5400 G39"/>
                    <a:gd name="G44" fmla="+- G40 10800 0"/>
                    <a:gd name="G45" fmla="+- G41 10800 0"/>
                    <a:gd name="G46" fmla="+- G42 10800 0"/>
                    <a:gd name="G47" fmla="+- G43 10800 0"/>
                    <a:gd name="G48" fmla="+- G35 10800 0"/>
                    <a:gd name="G49" fmla="+- G36 10800 0"/>
                    <a:gd name="T4" fmla="*/ 18408 w 21600"/>
                    <a:gd name="T5" fmla="*/ 3135 h 21600"/>
                    <a:gd name="T6" fmla="*/ 10741 w 21600"/>
                    <a:gd name="T7" fmla="*/ 2700 h 21600"/>
                    <a:gd name="T8" fmla="*/ 14604 w 21600"/>
                    <a:gd name="T9" fmla="*/ 6967 h 21600"/>
                    <a:gd name="T10" fmla="*/ 24300 w 21600"/>
                    <a:gd name="T11" fmla="*/ 10800 h 21600"/>
                    <a:gd name="T12" fmla="*/ 18900 w 21600"/>
                    <a:gd name="T13" fmla="*/ 16200 h 21600"/>
                    <a:gd name="T14" fmla="*/ 13500 w 21600"/>
                    <a:gd name="T15" fmla="*/ 10800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16200" y="10800"/>
                      </a:moveTo>
                      <a:cubicBezTo>
                        <a:pt x="16200" y="7817"/>
                        <a:pt x="13782" y="5400"/>
                        <a:pt x="10800" y="5400"/>
                      </a:cubicBezTo>
                      <a:cubicBezTo>
                        <a:pt x="10786" y="5400"/>
                        <a:pt x="10773" y="5400"/>
                        <a:pt x="10760" y="5400"/>
                      </a:cubicBezTo>
                      <a:lnTo>
                        <a:pt x="10721" y="0"/>
                      </a:lnTo>
                      <a:cubicBezTo>
                        <a:pt x="10747" y="0"/>
                        <a:pt x="10773" y="0"/>
                        <a:pt x="10800" y="0"/>
                      </a:cubicBezTo>
                      <a:cubicBezTo>
                        <a:pt x="16764" y="0"/>
                        <a:pt x="21599" y="4835"/>
                        <a:pt x="21600" y="10799"/>
                      </a:cubicBezTo>
                      <a:lnTo>
                        <a:pt x="21600" y="10800"/>
                      </a:lnTo>
                      <a:lnTo>
                        <a:pt x="24300" y="10800"/>
                      </a:lnTo>
                      <a:lnTo>
                        <a:pt x="18900" y="16200"/>
                      </a:lnTo>
                      <a:lnTo>
                        <a:pt x="13500" y="10800"/>
                      </a:lnTo>
                      <a:lnTo>
                        <a:pt x="16200" y="108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0" name="Rectangle 73">
                  <a:extLst>
                    <a:ext uri="{FF2B5EF4-FFF2-40B4-BE49-F238E27FC236}">
                      <a16:creationId xmlns:a16="http://schemas.microsoft.com/office/drawing/2014/main" id="{91EAA569-060E-44CD-B8FB-C94185CA0D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784"/>
                  <a:ext cx="432" cy="1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78" name="AutoShape 74">
                <a:extLst>
                  <a:ext uri="{FF2B5EF4-FFF2-40B4-BE49-F238E27FC236}">
                    <a16:creationId xmlns:a16="http://schemas.microsoft.com/office/drawing/2014/main" id="{5074513A-025E-43C3-B4D2-9FC27182A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256" y="2592"/>
                <a:ext cx="576" cy="480"/>
              </a:xfrm>
              <a:custGeom>
                <a:avLst/>
                <a:gdLst>
                  <a:gd name="G0" fmla="+- 0 0 0"/>
                  <a:gd name="G1" fmla="+- -5925566 0 0"/>
                  <a:gd name="G2" fmla="+- 0 0 -5925566"/>
                  <a:gd name="G3" fmla="+- 10800 0 0"/>
                  <a:gd name="G4" fmla="+- 0 0 0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5400 0 0"/>
                  <a:gd name="G9" fmla="+- 0 0 -5925566"/>
                  <a:gd name="G10" fmla="+- 5400 0 2700"/>
                  <a:gd name="G11" fmla="cos G10 0"/>
                  <a:gd name="G12" fmla="sin G10 0"/>
                  <a:gd name="G13" fmla="cos 13500 0"/>
                  <a:gd name="G14" fmla="sin 13500 0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5400 1 2"/>
                  <a:gd name="G20" fmla="+- G19 5400 0"/>
                  <a:gd name="G21" fmla="cos G20 0"/>
                  <a:gd name="G22" fmla="sin G20 0"/>
                  <a:gd name="G23" fmla="+- G21 10800 0"/>
                  <a:gd name="G24" fmla="+- G12 G23 G22"/>
                  <a:gd name="G25" fmla="+- G22 G23 G11"/>
                  <a:gd name="G26" fmla="cos 10800 0"/>
                  <a:gd name="G27" fmla="sin 10800 0"/>
                  <a:gd name="G28" fmla="cos 5400 0"/>
                  <a:gd name="G29" fmla="sin 5400 0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5925566"/>
                  <a:gd name="G36" fmla="sin G34 -5925566"/>
                  <a:gd name="G37" fmla="+/ -5925566 0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5400 G39"/>
                  <a:gd name="G43" fmla="sin 5400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18408 w 21600"/>
                  <a:gd name="T5" fmla="*/ 3135 h 21600"/>
                  <a:gd name="T6" fmla="*/ 10741 w 21600"/>
                  <a:gd name="T7" fmla="*/ 2700 h 21600"/>
                  <a:gd name="T8" fmla="*/ 14604 w 21600"/>
                  <a:gd name="T9" fmla="*/ 6967 h 21600"/>
                  <a:gd name="T10" fmla="*/ 24300 w 21600"/>
                  <a:gd name="T11" fmla="*/ 10800 h 21600"/>
                  <a:gd name="T12" fmla="*/ 18900 w 21600"/>
                  <a:gd name="T13" fmla="*/ 16200 h 21600"/>
                  <a:gd name="T14" fmla="*/ 13500 w 21600"/>
                  <a:gd name="T15" fmla="*/ 10800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6200" y="10800"/>
                    </a:moveTo>
                    <a:cubicBezTo>
                      <a:pt x="16200" y="7817"/>
                      <a:pt x="13782" y="5400"/>
                      <a:pt x="10800" y="5400"/>
                    </a:cubicBezTo>
                    <a:cubicBezTo>
                      <a:pt x="10786" y="5400"/>
                      <a:pt x="10773" y="5400"/>
                      <a:pt x="10760" y="5400"/>
                    </a:cubicBezTo>
                    <a:lnTo>
                      <a:pt x="10721" y="0"/>
                    </a:lnTo>
                    <a:cubicBezTo>
                      <a:pt x="10747" y="0"/>
                      <a:pt x="10773" y="0"/>
                      <a:pt x="10800" y="0"/>
                    </a:cubicBezTo>
                    <a:cubicBezTo>
                      <a:pt x="16764" y="0"/>
                      <a:pt x="21599" y="4835"/>
                      <a:pt x="21600" y="10799"/>
                    </a:cubicBezTo>
                    <a:lnTo>
                      <a:pt x="21600" y="10800"/>
                    </a:lnTo>
                    <a:lnTo>
                      <a:pt x="24300" y="10800"/>
                    </a:lnTo>
                    <a:lnTo>
                      <a:pt x="18900" y="16200"/>
                    </a:lnTo>
                    <a:lnTo>
                      <a:pt x="13500" y="10800"/>
                    </a:lnTo>
                    <a:lnTo>
                      <a:pt x="16200" y="1080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75" name="Text Box 75">
              <a:extLst>
                <a:ext uri="{FF2B5EF4-FFF2-40B4-BE49-F238E27FC236}">
                  <a16:creationId xmlns:a16="http://schemas.microsoft.com/office/drawing/2014/main" id="{3B217995-672D-47F1-A958-4CCAF3C2A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832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I”</a:t>
              </a:r>
              <a:r>
                <a:rPr lang="en-US" altLang="en-US" baseline="-25000"/>
                <a:t>B</a:t>
              </a:r>
              <a:endParaRPr lang="en-GB" altLang="en-US" baseline="-25000"/>
            </a:p>
          </p:txBody>
        </p:sp>
      </p:grpSp>
      <p:sp>
        <p:nvSpPr>
          <p:cNvPr id="81" name="Text Box 76">
            <a:extLst>
              <a:ext uri="{FF2B5EF4-FFF2-40B4-BE49-F238E27FC236}">
                <a16:creationId xmlns:a16="http://schemas.microsoft.com/office/drawing/2014/main" id="{0752097D-5EAF-4579-BFE3-20DB24A9B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358" y="5795778"/>
            <a:ext cx="2657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solidFill>
                  <a:srgbClr val="FF0000"/>
                </a:solidFill>
              </a:rPr>
              <a:t>I</a:t>
            </a:r>
            <a:r>
              <a:rPr lang="en-US" altLang="en-US" b="1" baseline="-25000">
                <a:solidFill>
                  <a:srgbClr val="FF0000"/>
                </a:solidFill>
              </a:rPr>
              <a:t>B</a:t>
            </a:r>
            <a:r>
              <a:rPr lang="en-US" altLang="en-US" b="1">
                <a:solidFill>
                  <a:srgbClr val="FF0000"/>
                </a:solidFill>
              </a:rPr>
              <a:t> = I’</a:t>
            </a:r>
            <a:r>
              <a:rPr lang="en-US" altLang="en-US" b="1" baseline="-25000">
                <a:solidFill>
                  <a:srgbClr val="FF0000"/>
                </a:solidFill>
              </a:rPr>
              <a:t>B</a:t>
            </a:r>
            <a:r>
              <a:rPr lang="en-US" altLang="en-US" b="1">
                <a:solidFill>
                  <a:srgbClr val="FF0000"/>
                </a:solidFill>
              </a:rPr>
              <a:t> + I”</a:t>
            </a:r>
            <a:r>
              <a:rPr lang="en-US" altLang="en-US" b="1" baseline="-25000">
                <a:solidFill>
                  <a:srgbClr val="FF0000"/>
                </a:solidFill>
              </a:rPr>
              <a:t>B</a:t>
            </a:r>
            <a:r>
              <a:rPr lang="en-US" altLang="en-US" b="1">
                <a:solidFill>
                  <a:srgbClr val="FF0000"/>
                </a:solidFill>
              </a:rPr>
              <a:t> – I</a:t>
            </a:r>
            <a:r>
              <a:rPr lang="en-US" altLang="en-US" b="1" baseline="-25000">
                <a:solidFill>
                  <a:srgbClr val="FF0000"/>
                </a:solidFill>
              </a:rPr>
              <a:t>CB0</a:t>
            </a:r>
            <a:endParaRPr lang="en-GB" altLang="en-US" b="1" baseline="-25000">
              <a:solidFill>
                <a:srgbClr val="FF0000"/>
              </a:solidFill>
            </a:endParaRPr>
          </a:p>
        </p:txBody>
      </p:sp>
      <p:sp>
        <p:nvSpPr>
          <p:cNvPr id="82" name="Rectangle 77">
            <a:extLst>
              <a:ext uri="{FF2B5EF4-FFF2-40B4-BE49-F238E27FC236}">
                <a16:creationId xmlns:a16="http://schemas.microsoft.com/office/drawing/2014/main" id="{0DE5B4D1-80BA-46ED-84E4-531A125C5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1158" y="5643378"/>
            <a:ext cx="2819400" cy="762000"/>
          </a:xfrm>
          <a:prstGeom prst="rect">
            <a:avLst/>
          </a:prstGeom>
          <a:noFill/>
          <a:ln w="38100" cmpd="dbl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83" name="Group 78">
            <a:extLst>
              <a:ext uri="{FF2B5EF4-FFF2-40B4-BE49-F238E27FC236}">
                <a16:creationId xmlns:a16="http://schemas.microsoft.com/office/drawing/2014/main" id="{D324A2DD-B8C6-4DCE-AEDA-595AE29E7287}"/>
              </a:ext>
            </a:extLst>
          </p:cNvPr>
          <p:cNvGrpSpPr>
            <a:grpSpLocks/>
          </p:cNvGrpSpPr>
          <p:nvPr/>
        </p:nvGrpSpPr>
        <p:grpSpPr bwMode="auto">
          <a:xfrm>
            <a:off x="1183758" y="4500378"/>
            <a:ext cx="2622550" cy="1066800"/>
            <a:chOff x="96" y="2976"/>
            <a:chExt cx="1652" cy="672"/>
          </a:xfrm>
        </p:grpSpPr>
        <p:sp>
          <p:nvSpPr>
            <p:cNvPr id="84" name="Line 79">
              <a:extLst>
                <a:ext uri="{FF2B5EF4-FFF2-40B4-BE49-F238E27FC236}">
                  <a16:creationId xmlns:a16="http://schemas.microsoft.com/office/drawing/2014/main" id="{DE283603-A47D-4011-B092-2049A871F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2976"/>
              <a:ext cx="672" cy="432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Text Box 80">
              <a:extLst>
                <a:ext uri="{FF2B5EF4-FFF2-40B4-BE49-F238E27FC236}">
                  <a16:creationId xmlns:a16="http://schemas.microsoft.com/office/drawing/2014/main" id="{148FF0C8-D86B-4695-8D86-D5D615FF4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360"/>
              <a:ext cx="16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rgbClr val="008000"/>
                  </a:solidFill>
                </a:rPr>
                <a:t>e</a:t>
              </a:r>
              <a:r>
                <a:rPr lang="en-US" altLang="en-US" baseline="30000">
                  <a:solidFill>
                    <a:srgbClr val="008000"/>
                  </a:solidFill>
                </a:rPr>
                <a:t>-</a:t>
              </a:r>
              <a:r>
                <a:rPr lang="en-US" altLang="en-US">
                  <a:solidFill>
                    <a:srgbClr val="008000"/>
                  </a:solidFill>
                </a:rPr>
                <a:t> loss, forward bias</a:t>
              </a:r>
              <a:endParaRPr lang="en-GB" altLang="en-US">
                <a:solidFill>
                  <a:srgbClr val="008000"/>
                </a:solidFill>
              </a:endParaRPr>
            </a:p>
          </p:txBody>
        </p:sp>
      </p:grpSp>
      <p:grpSp>
        <p:nvGrpSpPr>
          <p:cNvPr id="86" name="Group 81">
            <a:extLst>
              <a:ext uri="{FF2B5EF4-FFF2-40B4-BE49-F238E27FC236}">
                <a16:creationId xmlns:a16="http://schemas.microsoft.com/office/drawing/2014/main" id="{5E2F43CF-E9A7-40AC-8DA5-6D0BFAC0FE72}"/>
              </a:ext>
            </a:extLst>
          </p:cNvPr>
          <p:cNvGrpSpPr>
            <a:grpSpLocks/>
          </p:cNvGrpSpPr>
          <p:nvPr/>
        </p:nvGrpSpPr>
        <p:grpSpPr bwMode="auto">
          <a:xfrm>
            <a:off x="7203558" y="1950853"/>
            <a:ext cx="2814638" cy="1787525"/>
            <a:chOff x="3888" y="1370"/>
            <a:chExt cx="1773" cy="1126"/>
          </a:xfrm>
        </p:grpSpPr>
        <p:sp>
          <p:nvSpPr>
            <p:cNvPr id="87" name="Line 82">
              <a:extLst>
                <a:ext uri="{FF2B5EF4-FFF2-40B4-BE49-F238E27FC236}">
                  <a16:creationId xmlns:a16="http://schemas.microsoft.com/office/drawing/2014/main" id="{8256DC05-6E2D-4E26-A4E4-30F207F5A4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1632"/>
              <a:ext cx="480" cy="864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Text Box 83">
              <a:extLst>
                <a:ext uri="{FF2B5EF4-FFF2-40B4-BE49-F238E27FC236}">
                  <a16:creationId xmlns:a16="http://schemas.microsoft.com/office/drawing/2014/main" id="{C07A58EA-BC3A-4F29-B33F-DC19BA5C0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370"/>
              <a:ext cx="16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rgbClr val="008000"/>
                  </a:solidFill>
                </a:rPr>
                <a:t>e</a:t>
              </a:r>
              <a:r>
                <a:rPr lang="en-US" altLang="en-US" baseline="30000">
                  <a:solidFill>
                    <a:srgbClr val="008000"/>
                  </a:solidFill>
                </a:rPr>
                <a:t>-</a:t>
              </a:r>
              <a:r>
                <a:rPr lang="en-US" altLang="en-US">
                  <a:solidFill>
                    <a:srgbClr val="008000"/>
                  </a:solidFill>
                </a:rPr>
                <a:t> gain, reverse bias</a:t>
              </a:r>
              <a:endParaRPr lang="en-GB" altLang="en-US">
                <a:solidFill>
                  <a:srgbClr val="008000"/>
                </a:solidFill>
              </a:endParaRPr>
            </a:p>
          </p:txBody>
        </p:sp>
      </p:grpSp>
      <p:grpSp>
        <p:nvGrpSpPr>
          <p:cNvPr id="89" name="Group 84">
            <a:extLst>
              <a:ext uri="{FF2B5EF4-FFF2-40B4-BE49-F238E27FC236}">
                <a16:creationId xmlns:a16="http://schemas.microsoft.com/office/drawing/2014/main" id="{2A95E1EA-C3D3-4605-9833-9D11F2766D33}"/>
              </a:ext>
            </a:extLst>
          </p:cNvPr>
          <p:cNvGrpSpPr>
            <a:grpSpLocks/>
          </p:cNvGrpSpPr>
          <p:nvPr/>
        </p:nvGrpSpPr>
        <p:grpSpPr bwMode="auto">
          <a:xfrm>
            <a:off x="5527158" y="4043178"/>
            <a:ext cx="3932238" cy="1549400"/>
            <a:chOff x="2832" y="2688"/>
            <a:chExt cx="2477" cy="976"/>
          </a:xfrm>
        </p:grpSpPr>
        <p:sp>
          <p:nvSpPr>
            <p:cNvPr id="90" name="Line 85">
              <a:extLst>
                <a:ext uri="{FF2B5EF4-FFF2-40B4-BE49-F238E27FC236}">
                  <a16:creationId xmlns:a16="http://schemas.microsoft.com/office/drawing/2014/main" id="{E6CDC2D6-4C38-49B8-96EE-3C8ECE958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688"/>
              <a:ext cx="1152" cy="576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Text Box 86">
              <a:extLst>
                <a:ext uri="{FF2B5EF4-FFF2-40B4-BE49-F238E27FC236}">
                  <a16:creationId xmlns:a16="http://schemas.microsoft.com/office/drawing/2014/main" id="{3D8386CA-B527-4EBD-84B1-F6AACCE88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" y="3146"/>
              <a:ext cx="1287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rgbClr val="008000"/>
                  </a:solidFill>
                </a:rPr>
                <a:t>Recombination</a:t>
              </a:r>
            </a:p>
            <a:p>
              <a:r>
                <a:rPr lang="en-US" altLang="en-US">
                  <a:solidFill>
                    <a:srgbClr val="008000"/>
                  </a:solidFill>
                </a:rPr>
                <a:t>e</a:t>
              </a:r>
              <a:r>
                <a:rPr lang="en-US" altLang="en-US" baseline="30000">
                  <a:solidFill>
                    <a:srgbClr val="008000"/>
                  </a:solidFill>
                </a:rPr>
                <a:t>-</a:t>
              </a:r>
              <a:r>
                <a:rPr lang="en-US" altLang="en-US">
                  <a:solidFill>
                    <a:srgbClr val="008000"/>
                  </a:solidFill>
                </a:rPr>
                <a:t> loss</a:t>
              </a:r>
              <a:endParaRPr lang="en-GB" altLang="en-US">
                <a:solidFill>
                  <a:srgbClr val="008000"/>
                </a:solidFill>
              </a:endParaRPr>
            </a:p>
          </p:txBody>
        </p:sp>
      </p:grpSp>
      <p:grpSp>
        <p:nvGrpSpPr>
          <p:cNvPr id="92" name="Group 87">
            <a:extLst>
              <a:ext uri="{FF2B5EF4-FFF2-40B4-BE49-F238E27FC236}">
                <a16:creationId xmlns:a16="http://schemas.microsoft.com/office/drawing/2014/main" id="{59F38816-C9D8-4904-85AA-5DC1A2299178}"/>
              </a:ext>
            </a:extLst>
          </p:cNvPr>
          <p:cNvGrpSpPr>
            <a:grpSpLocks/>
          </p:cNvGrpSpPr>
          <p:nvPr/>
        </p:nvGrpSpPr>
        <p:grpSpPr bwMode="auto">
          <a:xfrm>
            <a:off x="4841358" y="4424178"/>
            <a:ext cx="685800" cy="1295400"/>
            <a:chOff x="2400" y="2928"/>
            <a:chExt cx="432" cy="816"/>
          </a:xfrm>
        </p:grpSpPr>
        <p:sp>
          <p:nvSpPr>
            <p:cNvPr id="93" name="AutoShape 88">
              <a:extLst>
                <a:ext uri="{FF2B5EF4-FFF2-40B4-BE49-F238E27FC236}">
                  <a16:creationId xmlns:a16="http://schemas.microsoft.com/office/drawing/2014/main" id="{1B5C7147-AE5A-4382-AE39-14EDCBCF13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136" y="3192"/>
              <a:ext cx="816" cy="288"/>
            </a:xfrm>
            <a:prstGeom prst="chevron">
              <a:avLst>
                <a:gd name="adj" fmla="val 70833"/>
              </a:avLst>
            </a:prstGeom>
            <a:solidFill>
              <a:schemeClr val="bg1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" name="Rectangle 89">
              <a:extLst>
                <a:ext uri="{FF2B5EF4-FFF2-40B4-BE49-F238E27FC236}">
                  <a16:creationId xmlns:a16="http://schemas.microsoft.com/office/drawing/2014/main" id="{158DEC06-13A2-484C-8E86-BF0D62D75ED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448" y="2976"/>
              <a:ext cx="384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5" name="Freeform 90">
              <a:extLst>
                <a:ext uri="{FF2B5EF4-FFF2-40B4-BE49-F238E27FC236}">
                  <a16:creationId xmlns:a16="http://schemas.microsoft.com/office/drawing/2014/main" id="{61ED17BC-CC06-4BC9-82A6-1BEB5ACCA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976"/>
              <a:ext cx="144" cy="96"/>
            </a:xfrm>
            <a:custGeom>
              <a:avLst/>
              <a:gdLst>
                <a:gd name="T0" fmla="*/ 144 w 144"/>
                <a:gd name="T1" fmla="*/ 0 h 96"/>
                <a:gd name="T2" fmla="*/ 96 w 144"/>
                <a:gd name="T3" fmla="*/ 48 h 96"/>
                <a:gd name="T4" fmla="*/ 0 w 144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96">
                  <a:moveTo>
                    <a:pt x="144" y="0"/>
                  </a:moveTo>
                  <a:cubicBezTo>
                    <a:pt x="132" y="16"/>
                    <a:pt x="120" y="32"/>
                    <a:pt x="96" y="48"/>
                  </a:cubicBezTo>
                  <a:cubicBezTo>
                    <a:pt x="72" y="64"/>
                    <a:pt x="36" y="80"/>
                    <a:pt x="0" y="96"/>
                  </a:cubicBezTo>
                </a:path>
              </a:pathLst>
            </a:cu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Line 91">
              <a:extLst>
                <a:ext uri="{FF2B5EF4-FFF2-40B4-BE49-F238E27FC236}">
                  <a16:creationId xmlns:a16="http://schemas.microsoft.com/office/drawing/2014/main" id="{5380020D-5D78-44CE-8AB1-C894AD85A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072"/>
              <a:ext cx="48" cy="48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3250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8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07-02-2022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1026" name="Picture 2" descr="Current Components in a Transistor in Active Region Operation">
            <a:extLst>
              <a:ext uri="{FF2B5EF4-FFF2-40B4-BE49-F238E27FC236}">
                <a16:creationId xmlns:a16="http://schemas.microsoft.com/office/drawing/2014/main" id="{2A716EEE-32F5-4643-A493-6A462DACE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310684"/>
            <a:ext cx="952500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6101B4-224B-4CE9-8F0A-43E0DF311EFF}"/>
                  </a:ext>
                </a:extLst>
              </p14:cNvPr>
              <p14:cNvContentPartPr/>
              <p14:nvPr/>
            </p14:nvContentPartPr>
            <p14:xfrm>
              <a:off x="0" y="1054800"/>
              <a:ext cx="12074040" cy="5218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6101B4-224B-4CE9-8F0A-43E0DF311E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1045440"/>
                <a:ext cx="12092760" cy="523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7E7E8F-2775-4E2E-A7F0-A9EEBAB7AB99}"/>
                  </a:ext>
                </a:extLst>
              </p14:cNvPr>
              <p14:cNvContentPartPr/>
              <p14:nvPr/>
            </p14:nvContentPartPr>
            <p14:xfrm>
              <a:off x="254160" y="2453400"/>
              <a:ext cx="7848720" cy="2739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7E7E8F-2775-4E2E-A7F0-A9EEBAB7AB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4800" y="2444040"/>
                <a:ext cx="7867440" cy="27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77E3A6-218F-4F01-BFC9-F69C70C67682}"/>
                  </a:ext>
                </a:extLst>
              </p14:cNvPr>
              <p14:cNvContentPartPr/>
              <p14:nvPr/>
            </p14:nvContentPartPr>
            <p14:xfrm>
              <a:off x="5949360" y="2538360"/>
              <a:ext cx="1773720" cy="336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77E3A6-218F-4F01-BFC9-F69C70C676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40000" y="2529000"/>
                <a:ext cx="179244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526B63-4907-42CF-84B9-0487B4DA4825}"/>
                  </a:ext>
                </a:extLst>
              </p14:cNvPr>
              <p14:cNvContentPartPr/>
              <p14:nvPr/>
            </p14:nvContentPartPr>
            <p14:xfrm>
              <a:off x="1688760" y="2392560"/>
              <a:ext cx="7498080" cy="2580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526B63-4907-42CF-84B9-0487B4DA48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9400" y="2383200"/>
                <a:ext cx="7516800" cy="25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4F5D9A2-95FD-47FB-98DF-F0F34287B49A}"/>
                  </a:ext>
                </a:extLst>
              </p14:cNvPr>
              <p14:cNvContentPartPr/>
              <p14:nvPr/>
            </p14:nvContentPartPr>
            <p14:xfrm>
              <a:off x="4780440" y="2027160"/>
              <a:ext cx="7038720" cy="1997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4F5D9A2-95FD-47FB-98DF-F0F34287B4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71080" y="2017800"/>
                <a:ext cx="7057440" cy="20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7048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4A89D1-34DE-4A9E-9CCE-9FFE73BCAE91}"/>
</file>

<file path=customXml/itemProps2.xml><?xml version="1.0" encoding="utf-8"?>
<ds:datastoreItem xmlns:ds="http://schemas.openxmlformats.org/officeDocument/2006/customXml" ds:itemID="{49AC1D33-873E-40C4-A85E-96116B0090E3}"/>
</file>

<file path=customXml/itemProps3.xml><?xml version="1.0" encoding="utf-8"?>
<ds:datastoreItem xmlns:ds="http://schemas.openxmlformats.org/officeDocument/2006/customXml" ds:itemID="{18BD1084-EDE9-437F-88B8-AE801AAB62F6}"/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550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Narrow</vt:lpstr>
      <vt:lpstr>Calibri</vt:lpstr>
      <vt:lpstr>Calibri Light</vt:lpstr>
      <vt:lpstr>Cambria Math</vt:lpstr>
      <vt:lpstr>Comic Sans MS</vt:lpstr>
      <vt:lpstr>Wingdings</vt:lpstr>
      <vt:lpstr>Office Theme</vt:lpstr>
      <vt:lpstr>EC-101 Basics of Electronics &amp; Communication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EC-101 Basics of Electronics &amp; Communication Engineering</dc:title>
  <dc:creator>Priyank Saxena</dc:creator>
  <cp:lastModifiedBy>Priyank Saxena</cp:lastModifiedBy>
  <cp:revision>1</cp:revision>
  <dcterms:created xsi:type="dcterms:W3CDTF">2022-02-07T04:46:09Z</dcterms:created>
  <dcterms:modified xsi:type="dcterms:W3CDTF">2022-02-07T05:01:07Z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