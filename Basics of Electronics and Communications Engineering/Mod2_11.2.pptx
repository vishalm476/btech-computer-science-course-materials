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2.xml" ContentType="application/inkml+xml"/>
  <Override PartName="/ppt/ink/ink16.xml" ContentType="application/inkml+xml"/>
  <Override PartName="/ppt/theme/theme1.xml" ContentType="application/vnd.openxmlformats-officedocument.theme+xml"/>
  <Override PartName="/ppt/ink/ink1.xml" ContentType="application/inkml+xml"/>
  <Override PartName="/ppt/ink/ink5.xml" ContentType="application/inkml+xml"/>
  <Override PartName="/ppt/ink/ink3.xml" ContentType="application/inkml+xml"/>
  <Override PartName="/ppt/ink/ink4.xml" ContentType="application/inkml+xml"/>
  <Override PartName="/ppt/ink/ink12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7.xml" ContentType="application/inkml+xml"/>
  <Override PartName="/ppt/ink/ink11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8" r:id="rId2"/>
    <p:sldId id="322" r:id="rId3"/>
    <p:sldId id="323" r:id="rId4"/>
    <p:sldId id="314" r:id="rId5"/>
    <p:sldId id="301" r:id="rId6"/>
    <p:sldId id="316" r:id="rId7"/>
    <p:sldId id="324" r:id="rId8"/>
    <p:sldId id="319" r:id="rId9"/>
    <p:sldId id="320" r:id="rId10"/>
    <p:sldId id="321" r:id="rId11"/>
    <p:sldId id="74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0T08:40:33.2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26693 3583 25 0,'-19'6'90'0,"19"-6"3"0,-8 6 0 0,3-5-13 16,5-1-4-16,-12 7 3 0,6-3-2 0,1-1-1 16,-3 4 5-16,-2-1-5 0,4-1-4 0,-1 6-4 15,-2-4-7-15,0 0-1 0,0 3-7 0,0 0-4 16,3-1 0-16,-4 1 12 0,4 2-10 0,-3 1-3 16,2-2-6-16,2 1 0 0,-1-1-5 0,1 1-2 15,1-1-7-15,2 0 2 0,0 2-2 0,1-2-5 16,1-3 0-16,0 4-6 0,3-3 6 0,-1 3 0 15,4-3-1-15,-1 1-4 0,4-2 8 0,0 0-6 16,0-1-4-16,2-1 2 0,7-1 1 0,0-2-2 16,2 0 2-16,1-3-1 0,3-1 2 0,6-1 0 15,-11-3 2-15,2 0-2 0,-1-2 2 0,-2 2 9 16,2-5-6-16,-5 3 1 0,2-3 0 0,1 1 7 16,-3-1-1-16,-2-3 6 0,-5 3 2 0,3-4 3 15,-2 0 4-15,0 0-7 0,-4-3-3 0,-3 0 1 16,0-1 0-16,-2 2 2 0,0 0-8 0,-4-3-3 15,-1 2-1-15,-4 1-1 0,2 2-6 0,0-2-3 16,-1 1 0-16,-4 2-8 0,-1 4 3 0,-1-4-4 16,1 5-2-16,0 4-1 0,-3-4-1 0,-1 5-2 15,4 0-7-15,-5 5-9 0,1-2-10 0,0 3-13 16,-2 0-22-16,5 6-16 0,-2-1-31 0,0 3-24 16,3 1-45-16,1 0-43 0,1 3-116 0,3-2-359 15,-1 2 159-15</inkml:trace>
  <inkml:trace contextRef="#ctx0" brushRef="#br0" timeOffset="564.47">26827 3804 34 0,'-2'-6'217'0,"2"6"-10"16,-4-7-9-16,4 7-9 0,-3-6-10 15,3 6-17-15,0 0-17 0,-4-9-16 0,4 9-15 16,0 0-15-16,-4-6-15 0,4 6-5 0,0 0-10 16,0 0-9-16,0 0-7 0,2 25 1 0,2-10-12 0,1 9 0 15,1 4-3-15,-2-1-3 0,1 3-5 16,0 4-1-16,0 12-3 0,3 0-3 0,1 1 0 15,-5-12-4-15,4 11 4 0,0 1-1 0,-1 4-5 16,-3-6 1-16,-1 5 4 0,2-4-3 0,-5-1 2 16,0 3 1-16,4-14-2 0,-4 12 1 0,0-10 0 15,0 0 2-15,0 11 2 0,0-1-2 0,2-13-1 0,-2 1-2 16,3-4-2-16,-3 1 4 0,4 1-6 16,-2-3-5-16,0 0 2 0,0-2-3 0,-4-1 0 0,6 0 4 15,-4-1-5-15,3-8-1 0,-3 1 0 16,2-1 2-16,3-2-8 0,-3 1-8 0,-2-1-16 15,3-3-10-15,-3-1-14 0,0 1-20 0,0-12-42 16,0 20-31-16,0-20-37 0,-5 16-33 0,0-6-145 16,5-10-380-16,-11 15 169 0</inkml:trace>
  <inkml:trace contextRef="#ctx0" brushRef="#br0" timeOffset="3284.31">26073 5386 19 0,'0'0'200'0,"0"-13"-19"0,0 13-11 0,0-8-13 16,0 8-16-16,0 0-20 0,0 0-14 0,-5-6-14 15,5 6-2-15,0 0-9 0,0 0-6 0,-3 39-4 16,3-13-1-16,-4 6-6 0,-2 14-3 0,1 5-5 16,3 3-3-16,-2 0 1 0,1 4-4 0,3 1-5 15,-1 0-6-15,2 25 1 0,0-26-7 0,5 1 9 16,-1-2-12-16,1 0-3 0,-2 2-5 0,4-3 4 16,0 4-2-16,1-3-6 0,2-1 1 0,-1-3-10 15,-4 0-17-15,1-3-21 0,-1 1-22 0,-2-2-32 16,-3 2-17-16,0-5-19 0,-1 5-28 0,-6-6-151 15,-5 1-322-15,5-14 142 0</inkml:trace>
  <inkml:trace contextRef="#ctx0" brushRef="#br0" timeOffset="3945.91">26088 6286 106 0,'0'0'167'0,"-7"-5"-4"15,7 5-7-15,-6-4-14 0,6 4-12 0,0 0-14 16,-8-4-12-16,8 4-20 0,0 0 1 0,0 0-5 16,0 0-5-16,0 0-2 0,28 8-4 0,-8-1-9 15,12 1-4-15,4 1 1 0,16 1-5 0,-1 2-6 16,3-2 0-16,0-1-9 0,2 1 1 0,-2 0 11 15,-3-3-5-15,1 2-1 0,-14-2-4 0,16 3-2 16,-4-1-4-16,-14-1-2 0,2-1-4 0,-2 1-2 16,4-2 2-16,-6 1-7 0,4-1 2 0,-2-2 1 15,4 1-3-15,-7 2-4 0,-5-3-1 0,-6-1 4 16,-3-1-5-16,-2 1 0 0,-6-2-1 0,3 1-3 16,-7 0-3-16,1-2 3 0,0 3-3 0,-8-3 0 15,11 1 0-15,-11-1 4 0,6 1-1 0,-6-1 7 16,0 0 2-16,10 2 1 0,-10-2 7 0,0 0-3 15,6 2 1-15,-6-2 1 0,0 0 0 0,0 0-2 16,0 0-1-16,0 0-2 0,0 0 0 0,0 0-3 0,0 0-2 16,7 3-6-16,-7-3 1 0,0 0 1 15,0 0-5-15,0 0 0 0,-23 11 0 0,14-6-2 16,-1 2 1-16,-6 3-1 0,2-2 3 0,-4 4-4 16,0 0 1-16,-6 4-4 0,3-1 5 0,0 0-4 15,7-2 1-15,-9 2-1 0,7-4 0 0,0-2 1 0,-2 2-2 16,5 1 2-16,2-4-2 0,1 0 1 15,-1-2-11-15,1 1-16 0,2 0-16 0,1 0-31 16,-1 0-29-16,4-3-33 0,-1 0-33 0,1 2-29 16,4-6-22-16,-8 6-116 0,8-6-360 0,0 0 159 0</inkml:trace>
  <inkml:trace contextRef="#ctx0" brushRef="#br0" timeOffset="4192.03">27164 6438 122 0,'-2'-11'199'16,"-2"-1"2"-16,-5-1-11 0,1-2-7 15,-3 0-5-15,-1 0-10 0,-1 0-10 0,3 0-3 16,0 2-10-16,1 0-6 0,-1 0-1 0,1 3-9 16,-1-1-12-16,1-2-7 0,1 4-18 0,0 0-5 0,-1 0-8 15,3-1-10-15,0 0-7 0,-4 4-9 0,3-6 0 16,1 6-11-16,-1-1-7 0,1 3-15 0,-2-5-14 15,2 3-22-15,1 3-19 0,5 3-34 16,-11-7-30-16,4 4-32 0,7 3-33 0,-9-6-34 16,5 3-172-16,4 3-400 0,0 0 176 0</inkml:trace>
  <inkml:trace contextRef="#ctx0" brushRef="#br0" timeOffset="6147.96">27300 6528 14 0,'0'0'47'0,"1"-10"-2"0,-1 10 6 0,0 0-3 15,0 0 5-15,0 0-5 0,0 0 3 16,0 0-6-16,0 0 6 0,0 0-4 0,0 0 1 0,0 0-3 15,0 0 3-15,0 0 2 0,0 0 7 0,0 0-9 16,0 0 9-16,0 0-7 0,0 0 4 0,0 0-2 16,0 0-3-16,0-9-1 0,0 9 10 0,0 0-12 15,0 0-7-15,0 0-2 0,0 0-6 0,0 0-1 16,0 0 3-16,0 0-3 0,0 0 4 0,0 0-4 16,0 0-4-16,0 0 1 0,0 0 0 0,0 0 1 15,0 0-4-15,0 0 1 0,0 0-2 0,0 0 6 16,0 0-1-16,0 0-3 0,3-7 4 0,-3 7-1 15,0 0 2-15,0 0-3 0,0 0 3 0,0 0-4 16,0 0 2-16,0 0 0 0,0-9 3 0,0 9 0 16,0 0 0-16,0 0-1 0,0 0-2 0,0 0 1 15,0 0-5-15,0 0 0 0,2-6 1 0,-2 6 5 16,0 0 0-16,0 0 1 0,0 0 1 0,0 0-3 16,0 0 0-16,0 0-1 0,0 0-5 0,0 0-4 15,0 0-5-15,0 0 2 0,0 0-5 0,0 0-2 16,0 0 0-16,0 0-3 0,0 0-3 0,0 0 0 15,0 0-6-15,0 0 5 0,0 0-2 0,0 0 1 16,0 0-1-16,9 15-2 0,-7-6 9 0,2 1-11 16,0 3 3-16,3 3 2 0,0 1-2 0,-4 0 3 15,3 7-5-15,1 3 4 0,-5-2-1 0,0 2 0 16,4 4 1-16,-4-5-1 0,0 4-1 0,4 0 10 16,-2 1-4-16,1-1-3 0,0 1-2 0,-3-2 1 15,3 0 1-15,1 0 1 0,-1 1 0 0,-1-2-1 16,3 0-1-16,-3-1 0 0,3-4-1 0,-4 3 1 15,-1-7-1-15,2-1 3 0,0 2-3 0,-3-1 3 16,1 1-2-16,0-3 1 0,-2 2 1 0,0-3 2 16,0 0-4-16,0-3 0 0,0 3 2 0,-2-4 4 15,2-1-3-15,-1 2 0 0,1-4-1 0,-1 1 0 16,1 2 2-16,0-4 3 0,0-8-4 0,0 11-2 16,-1-4-2-16,1-7 3 0,-2 11 0 0,2-11 0 15,-2 8 0-15,2-8 2 0,0 0-1 0,0 11-4 16,0-11 5-16,0 0-2 0,0 7-3 0,0-7 5 0,0 0-2 15,0 0 5-15,0 0-8 0,0 9 3 0,0-9 0 16,0 0-2-16,0 0 1 0,0 0-2 16,0 0 0-16,0 0 2 0,0 8 0 0,0-8-1 15,0 0 0-15,0 0-1 0,0 0 7 0,0 0-11 16,0 0 2-16,0 0 1 0,0 0-2 0,0 0 1 0,0 0-1 16,0 0-1-16,0 0 3 0,0 0-1 15,0 0 1-15,0 0 0 0,0 0-1 0,5 5 2 16,-5-5-2-16,0 0 0 0,4 6 5 0,-4-6-3 15,4 5-1-15,-4-5 9 0,10 8-10 0,-8-4 0 0,2-1-1 16,-4-3 0-16,7 6 2 0,-2-1 2 0,-1 1-4 16,-2-1 3-16,-2-5-1 0,5 9-2 15,0-3 1-15,-4 1 3 0,2-2-2 0,-3 3 0 16,0 2 3-16,0-10 3 0,-3 16-5 0,0-5 3 16,-5-1-3-16,3 1 1 0,-5 3 2 0,1 4 0 0,-3-3-3 15,-1 0 2-15,1 2-2 0,-1-2 0 16,2-2 2-16,-1 2-1 0,0-1-2 0,2 0 2 0,1-3 2 15,0 2-3-15,3-2 2 0,-1-2-4 0,0 1 1 16,3 0 1-16,-1-1 3 0,1 1-5 0,3 0-2 16,-3 0 3-16,4-1 1 0,0 3 6 0,2-3-5 15,1 1-2-15,1-3 2 0,0 0-1 0,1 2 0 16,-1-1 0-16,3 1-1 0,-4-2 1 0,1 0-1 16,3 1 2-16,-3-2-3 0,0-2 2 0,0 2 1 15,0-2-2-15,-4-4-1 0,4 12 1 0,-1-7 1 16,-3-5-4-16,3 12 3 0,-3-5 3 0,0-1-2 15,0-6 3-15,-3 16-3 0,2-10 0 0,-5 3-2 16,4-2 0-16,-4 2 1 0,2 0 1 0,-2-2 0 16,1 2 0-16,-1 0 2 0,1 0-1 0,-2-1-4 15,4 0-2-15,-1-1 4 0,2 0 4 0,-2-1-4 16,4 3 3-16,0 0 1 0,-1 2-3 0,2-1-1 16,1 1-2-16,0 0 0 0,3-2 3 0,-1 2-6 15,5-1-2-15,0 6-1 0,0-2-2 16,1-2 2-16,-2 3 1 0,-2-4 1 0,1-2-3 0,0 2 2 15,0 4 4-15,-3-3 0 0,1 4-2 0,-3-3-1 16,2-4 2-16,-3 4 2 0,-1-3 1 0,1 3-3 16,-1-3 3-16,0 0 0 0,0 0 0 0,-2 1-1 15,-2 0 1-15,4-2 3 0,-2 1-4 0,2 0 4 16,-2 2 0-16,2-1-2 0,2 2 1 0,0 3-2 16,2 0 4-16,-3 1-3 0,3 2-1 0,3-2-3 15,0 2-7-15,3 3-2 0,-3-2-1 0,-1 2-2 16,4 3-1-16,-5-7 5 0,-1 6-1 0,1-5 1 15,-1 4 2-15,1-3 2 0,-1-2 1 0,-2 2 0 16,1-1 5-16,-3-2-1 0,2 2 1 0,0 1-2 16,0-2 2-16,0 1 0 0,-1 1-2 0,-2-1 2 15,-1-2 1-15,-2-1 0 0,2-1 2 0,-3 0 0 16,1 1-1-16,-3 1 3 0,3-2-4 0,-3 1 7 16,5-4-13-16,-3 0-22 0,3-1-10 0,-2 1-16 15,2-4-19-15,2-8-16 0,-3 16-36 0,0-10-13 16,3-6-158-16,-2 12-322 0,2-12 142 0</inkml:trace>
  <inkml:trace contextRef="#ctx0" brushRef="#br0" timeOffset="13095.81">24228 6189 50 0,'-12'-2'63'0,"12"2"-18"15,-11-1 9-15,5-2-3 0,6 3-1 0,-12-1 2 16,12 1 2-16,-9-3 0 0,9 3-1 0,-8-1-2 15,8 1-9-15,0 0-7 0,-13-1 0 0,13 1-3 16,0 0 4-16,0 0-24 0,-10-1 8 0,10 1 3 16,0 0 0-16,-9-1 3 0,9 1 4 0,0 0-14 15,0 0 6-15,0 0-6 0,-11 1-3 0,11-1 8 16,0 0 2-16,-11 0-7 0,11 0-8 0,0 0 12 16,0 0 3-16,-7-2 0 0,7 2 3 0,0 0-6 15,0 0-3-15,0 0-2 0,0 0 4 0,0 0-2 16,0 0-2-16,0 0-9 0,0 0 8 0,0 0 0 0,0 0-8 15,0 0 13-15,0 0-15 0,0 0-3 16,0 0 6-16,0 0-5 0,0 0 9 0,0 0 2 16,0 0-6-16,0 0 5 0,30-5-4 0,-19 4 1 15,0 0-4-15,-1 0 6 0,3-2-6 0,1 0-1 0,3 2 16 16,1-1-17-16,0-1-3 0,2-1 5 0,-1 1-8 16,0 1 7-16,2-1 5 0,-1 1-5 0,0 0-2 15,2 2 5-15,-1-3-7 0,-2 2-1 0,2 0 2 16,-1 0 3-16,2-2-1 0,-2 2 1 0,10-4-3 15,-9 3 5-15,-1-1-7 0,2 3 1 0,-1-3-1 16,-1 2 5-16,4 0 1 0,-4-2-5 0,0 1 10 16,8-1-11-16,-6 0 0 0,1 3 11 0,4-3-10 15,-7 0 5-15,2 2-6 0,0-5-3 0,-3 4 7 16,1 0-1-16,0-1-8 0,-2 3 8 0,2-3-4 16,-3 2 8-16,2-2-8 0,-3 2 2 0,-2 1 13 15,4-4-9-15,-5 4-4 0,3-2 4 0,-1 0-3 16,-1 2 0-16,0-3-3 0,-1 3 7 0,5-3-12 15,2 0 6-15,-7 1-4 0,-4 0 2 0,5 0 7 16,-1 1-3-16,3-3 3 0,-3 3-2 0,-1 0 4 16,1-1 0-16,-4-1-6 0,2 2 2 0,-4 1 1 15,2-1 2-15,-9 1-9 0,14-3 0 0,-7 3 12 16,-7 0-5-16,13 0-1 0,-2-2 1 0,-11 2-4 16,13-1 5-16,-6-1-13 0,-7 2 5 0,14-1 2 15,-6 1 8-15,-8 0-3 0,14 0 1 0,-4 0-1 16,-10 0 0-16,13-1-3 0,-5 1 1 0,0 1 5 15,-8-1 1-15,15-1-6 0,-9-1 0 0,4 2 3 16,-10 0 13-16,19 0-10 0,-9 0 0 0,-10 0-2 16,14-1-2-16,-4 2 0 0,0-2 4 0,-10 1-3 15,17 0 2-15,-9 1-6 0,-1-1 4 0,-7 0 1 16,13-1 3-16,-5 1-12 0,-8 0 10 0,16-2-2 16,-7 2 1-16,-9 0 0 0,14 2-4 0,-7-2-1 15,1 1 5-15,-8-1-5 0,14 0-1 0,-7 0 0 16,-1 0-1-16,-6 0 5 0,14 0 1 0,-9 2-9 15,-5-2 2-15,13-2 0 0,-13 2 0 0,9 2 8 16,-9-2-1-16,12 1 0 0,-12-1-3 0,10 0-1 16,-10 0-2-16,14-1 4 0,-14 1 3 0,11 1-4 0,-11-1 4 15,11 0-5-15,-11 0 9 0,12 1-6 0,-12-1 2 16,13-1-4-16,-7 2 4 0,-6-1-1 0,14-1-2 16,-14 1 0-16,11 1 1 0,-11-1-3 15,9 0 6-15,-1 0-2 0,-8 0-2 0,11 2 4 0,-11-2-9 16,12 1 2-16,-12-1 3 0,10 0 0 0,-10 0 2 15,13 0-1-15,-8 2 1 0,-5-2-1 0,14 0-1 16,-14 0 3-16,11 0-2 0,-11 0 3 0,13 0 0 16,-8 2 1-16,-5-2 3 0,9-2-3 0,-9 2-2 15,0 0 3-15,10 0-4 0,-10 0 0 0,0 0 1 16,10 0 1-16,-10 0-5 0,9 0 1 0,-9 0 5 16,8 2-3-16,-8-2 1 0,0 0 2 0,10 2-6 15,-10-2 1-15,0 0 6 0,7 0-2 0,-7 0 1 16,0 0-6-16,0 0 6 0,10-1 2 0,-10 1-1 15,0 0-1-15,0 0-3 0,0 0 6 0,0 0 1 16,9 0-4-16,-9 0-5 0,0 0 9 0,0 0 3 16,0 0 0-16,0 0 2 0,0 0-4 0,0 0 5 15,0 0 0-15,0 0-3 0,0 0 6 0,0 0-3 16,0 0-2-16,0 0 3 0,0 0-1 0,8 4-3 16,-8-4-1-16,0 0 1 0,0 0-1 0,0 0-4 15,0 0 1-15,0 0 1 0,0 0-2 0,0 0-3 16,0 0-1-16,0 0 1 0,0 0 0 0,0 0 1 15,0 0-5-15,0 0-2 0,0 0 4 0,0 0 1 16,0 0-4-16,0 0-1 0,0 0-11 0,0 0-6 16,0 0-8-16,0 0-13 0,0 0-17 0,0 0-22 15,0 0-18-15,0 0-26 0,0 0-25 0,0 0-134 16,0 0-303-16,0 0 134 0</inkml:trace>
  <inkml:trace contextRef="#ctx0" brushRef="#br0" timeOffset="26310.89">26092 5732 4 0,'0'0'42'0,"0"0"2"0,0 0-2 16,0 0-8-16,0 0-3 0,0 0-3 0,0 0-1 15,0 0 2-15,0 0-1 0,0 0-5 0,0 0-4 16,0 0 1-16,0 0 0 0,3-7 0 0,-3 7-4 16,0 0 5-16,0 0-1 0,0 0-3 0,0 0-7 15,0 0 0-15,0 0 2 0,0 0 0 0,0 0-4 16,0 0-5-16,0 0 3 0,0 0-3 0,0 0 0 16,0 0 1-16,0 0-2 0,0 0 5 0,0 0-4 15,0 0-3-15,0 0 0 0,0 0 4 16,0 0 1-16,0 0-5 0,0 0 3 0,0 0-4 0,0 0-4 15,0 0 2-15,0 0 4 0,0 0-2 0,0 0-1 16,0 0 4-16,0 0 1 0,0 0-9 0,0 0 13 16,0 0-8-16,0 0-8 0,0 0 12 15,0 0 0-15,0 0 5 0,-18 14-8 0,18-14 6 0,-9 3-1 16,9-3 1-16,0 0-2 0,-9 4 4 0,9-4 1 16,-5 4 9-16,5-4-10 0,0 0-1 0,-4 3 8 15,4-3-3-15,0 0-4 0,0 0-1 16,0 0-4-16,-8 4 4 0,8-4 0 0,0 0 1 0,-6 4 1 15,6-4-7-15,0 0 16 0,0 0-12 16,0 0-7-16,0 0 0 0,-4 3 15 0,4-3-10 0,0 0-1 16,0 0 2-16,0 0 4 0,0 0 0 0,0 0 4 15,0 0-9-15,0 0-2 0,0 0 7 0,0 0 1 16,0 0-1-16,0 0 5 0,0 0-5 0,0 0 5 16,0 0 3-16,0 0-9 0,0 0-4 15,0 0 4-15,0 0 11 0,0 0-15 0,0 0 0 0,0 0 4 16,0 0 0-16,22-9-3 0,-17 7 3 0,-5 2 0 15,14-7-1-15,-10 5 8 0,1 0-3 0,-5 2-3 16,13-6-9-16,-4 2 14 0,0-1-12 0,-3 2 13 16,7-4-8-16,-3 1 1 0,1 0-1 15,1 0 2-15,-1-1-1 0,0 1-3 0,1 1 1 16,-1-3 1-16,2 2-1 0,3-1 4 0,-5 0-3 0,1 2-2 16,0 0 0-16,0 0 1 0,-1-1-7 0,0 3 14 15,1-3-14-15,-3 4 6 0,-3-4-8 16,-1 3 9-16,4 0 14 0,-4-1-3 0,3 1 1 15,-3 0-7-15,-5 3-9 0,10-7 8 0,-4 4 2 0,-2 0-3 16,0-1-3-16,3 1 4 0,-7 3 2 0,9-8-12 16,-2 4 2-16,-2 0 1 0,-1-2-2 0,3 3 3 15,1-2 0-15,0 1-4 0,-2 0-1 16,-2 1-5-16,3-2 5 0,-2 0-8 0,-5 5 3 0,11-9 3 16,-4 5 1-16,-3 3 4 0,-4 1 0 0,12-6 3 15,-8 2-3-15,-4 4 6 0,9-5 2 0,-3 3-4 16,-6 2-4-16,7-8 4 0,-1 6 4 0,-6 2 0 15,10-5 0-15,-5 0 1 0,1 1-9 16,-2 0 5-16,2 1-5 0,0-2 3 0,1 0 0 16,-1 2 10-16,-1-1-16 0,4-1 5 0,-4 2 9 0,3 0-13 15,-1-1 0-15,0 1 1 0,-7 3 0 0,13-7 2 16,-8 4 0-16,2 0 3 0,0-1-10 0,-1 1 9 16,-6 3-6-16,16-5 6 0,-10 1-11 0,4 1 7 15,-2 0-1-15,1-1-1 0,1 1 2 16,-4 0-1-16,5-1 4 0,-4 1-2 0,3-2 1 15,0 1-3-15,-3-1 6 0,3 4-5 0,-4-3 2 0,5-1-2 16,-5 3 6-16,2-1-2 0,-2 0 5 0,1 1-5 16,0-1 3-16,0-1 1 0,-7 4-4 0,9-4 8 15,-3 1-9-15,-6 3 2 0,11-3-1 0,-5 0-2 16,-6 3 3-16,8-6-6 0,-3 4 3 16,-5 2 5-16,10-5-5 0,-4 3 6 0,-6 2-1 0,9-5-4 15,-3 4 3-15,-6 1 4 0,11-5-1 0,-6 1-6 16,0 2 2-16,3-2-3 0,-8 4 11 15,9-7-7-15,-2 4-10 0,0 0 5 0,-7 3-2 16,11-5 4-16,-5 3 5 0,-6 2 2 0,12-6-4 0,-8 3-8 16,-4 3 3-16,9-3-4 0,-9 3 2 0,7-4 6 15,-7 4 0-15,9-3-6 0,-9 3 0 0,7-4 14 16,-7 4-10-16,6-5 6 0,-6 5-3 0,5-3 3 16,-5 3 1-16,0 0 8 0,7-3-5 0,-7 3 4 15,0 0-7-15,0 0 10 0,0 0 0 16,7-4-4-16,-7 4 2 0,0 0 3 0,0 0-4 0,0 0 0 15,4-4 3-15,-4 4-3 0,0 0-4 0,0 0 2 16,0 0-4-16,0 0 1 0,0 0 0 0,0 0-4 16,0 0 1-16,0 0-4 0,0 0 0 0,0 0-3 15,0 0 3-15,0 0-1 0,0 0-1 0,0 0-2 16,0 0 4-16,0 0-4 0,0 0 1 0,0 0-4 16,0 0 2-16,0 0-2 0,0 0 1 0,0 0 2 15,0 0 1-15,0 0-3 0,0 0-4 0,0 0-8 16,0 0-11-16,0 0-20 0,0 0-24 0,0 0-7 15,0 0-11-15,0 0-29 0,0 0-11 0,0 0-7 16,0 0-8-16,0 0-75 0,0 0-230 0,0 0 101 16</inkml:trace>
  <inkml:trace contextRef="#ctx0" brushRef="#br0" timeOffset="29010.34">26643 4434 75 0,'0'0'69'0,"0"0"-3"0,0 0-6 0,0 0 2 16,0 0-12-16,0 0 0 0,0 0-5 0,16 2 2 0,-16-2-5 15,9 7 1-15,-5-2 0 0,5 0 6 16,0 2-13-16,-2-1 12 0,2 2-8 0,0 1 2 15,4 3 0-15,-2 1 15 0,3 2-20 0,-3-2 9 16,0 1-13-16,1-1 1 0,1 3-6 0,-3 0-3 0,3-5 1 16,-3 1 1-16,2 1-7 0,-3-1 0 15,0-2 1-15,-3-2 3 0,4 2-8 0,-1-2 0 16,-3-2 0-16,4 2 1 0,-4-5-2 0,-1 1 0 16,-1 1 1-16,-4-5 9 0,9 4 2 0,-2-2 6 15,-7-2 7-15,11 0 8 0,-11 0 0 0,11-2-1 16,-3-2 1-16,-8 4 3 0,8-9-4 0,-3 5-6 15,1-6-3-15,1 1 1 0,0 0-10 0,2-8 2 16,-1 4-6-16,-1 2-5 0,1-3 0 0,-2 0-1 16,3 1-4-16,-3 0 1 0,4-1-2 0,-4 0-5 15,3 0 2-15,0-2-6 0,-1 3-4 0,0-1 0 16,-3 4-9-16,1 1-7 0,0 0-20 0,-2 3-13 0,-2 2-22 16,-2 4-14-16,4-9-38 0,-1 5-16 15,-3 4-18-15,4-6-93 0,-4 6-269 0,0 0 119 16</inkml:trace>
  <inkml:trace contextRef="#ctx0" brushRef="#br0" timeOffset="29620.38">27342 4410 25 0,'0'0'112'0,"17"-5"-5"0,-5 1-9 16,-1 1-9-16,0 0-5 0,3 0-14 0,-3 2-2 15,3-2-8-15,-3 0-10 0,-3 3-2 0,2-2-10 16,-10 2-3-16,9-4-18 0,-9 4-7 0,10-2-3 16,-10 2-4-16,5-1 1 0,-5 1 0 0,0 0-10 15,0 0 9-15,0 0-16 0,0 0 4 0,0 0 0 16,0 0-2-16,0 0 8 0,-24-1 0 0,24 1 3 15,-12-1-3-15,12 1 5 0,0 0 2 0,-11 0 1 16,11 0 8-16,0 0 7 0,0 0-20 0,-9 1 2 16,9-1 2-16,0 0-2 0,0 0 9 15,-5 6 0-15,5-6 2 0,-2 10 13 0,2-10-4 0,-2 13 4 16,2-3 14-16,-2 0-2 0,1 3 8 0,2 3 0 16,-1 0-5-16,-1 1 14 0,2 2-16 0,-1-3-3 15,0-3 3-15,2 4-1 0,2 1-3 0,-4 0-3 16,5-6-2-16,-4 4-3 0,0-4 0 0,-1-1-2 15,1 1-3-15,1-5-6 0,-2 2 0 0,0 1 0 16,0-4 1-16,0-6-2 0,4 13-2 0,-4-8-2 16,0-5-4-16,0 10 3 0,0-10 2 0,0 7-2 15,0-7-2-15,0 0-3 0,0 0 3 0,-4 12 3 16,4-12-6-16,-5 4 7 0,5-4-8 0,-14 1-2 16,8 1 7-16,6-2-2 0,-13 1-2 0,6 0 1 15,7-1 1-15,-10 0-3 0,10 0-3 0,0 0 2 16,-10 2 1-16,10-2 5 0,0 0-3 0,0 0 0 15,-10 0-9-15,10 0 6 0,0 0-4 0,0 0 0 16,0 0 3-16,0 0-10 0,0 0 10 0,0 0-4 16,0 0-1-16,0 0 3 0,30-9 0 0,-16 9 1 15,-1-2-3-15,5 1 0 0,1-3-15 16,0 1-22-16,-1 3-15 0,4-3-18 0,5-1-24 0,-6 1-17 16,1-1-11-16,-4 2-108 0,4-1-250 0,-4 2 110 15</inkml:trace>
  <inkml:trace contextRef="#ctx0" brushRef="#br0" timeOffset="29860.24">27916 4563 123 0,'0'0'136'0,"0"0"-8"16,0 0-3-16,-11-8-8 0,11 8-11 0,-11 2 3 15,11-2-11-15,-18 9-6 0,9-2-9 0,0 0 2 16,-2 1-9-16,-2 3-9 0,3-1-5 0,3-1-8 15,1 1-3-15,-1 1-1 0,3 0-5 0,0-1-10 16,2 0 1-16,2-2-6 0,2 2-4 0,4-2 2 16,-1 1-1-16,5 0-3 0,2-2-9 0,4 0-7 15,2-2-15-15,0 0-4 0,4-1-36 0,5 0-27 16,1-2-38-16,-1 0-19 0,-1-4-112 16,-6 2-263-16,1-2 118 0</inkml:trace>
  <inkml:trace contextRef="#ctx0" brushRef="#br0" timeOffset="31250.71">25958 3351 141 0,'-8'-2'158'0,"8"2"-13"0,0 0-7 0,0 0-17 16,0 0-6-16,0 0-13 0,0 0-12 0,0 0-10 15,0 0-4-15,0 0-5 0,0 0-9 0,33-3-15 16,-22 3-30-16,5-2-20 0,2 2-31 0,4-1-31 16,-5 1-25-16,6-1-22 0,-4-2-65 0,0 1-191 15,0 1 84-15</inkml:trace>
  <inkml:trace contextRef="#ctx0" brushRef="#br0" timeOffset="31630.48">26312 3130 34 0,'-4'-11'139'0,"4"11"-14"16,0 0-12-16,0 0-18 0,0 0-12 0,0 0-1 15,0 0-5-15,0 0-2 0,0 0 0 0,0 0-14 16,10 22-1-16,-8-14-6 0,0 3-3 0,2 2-4 16,-1-4 0-16,-1 2-9 0,2 0 1 0,-2-1-2 15,0-1-4-15,1-1-8 0,1 0 1 16,-1 0-6-16,2-2 3 0,-3 0 1 0,2-1-3 0,-2 1-1 16,0-1 7-16,-2-5-14 0,5 9 4 15,-5-9-5-15,4 7-2 0,-4-7 13 0,4 5-8 16,-4-5 9-16,0 0 23 0,0 0 3 0,8 2-6 0,-8-2-4 15,0 0-1-15,9-15-4 0,-7 9-3 0,4-5-5 16,-3 0 1-16,4-3-5 0,-2-2 0 0,1 1-4 16,1 0-4-16,1-2-2 0,-2 1-1 15,0 0-3-15,3 3 1 0,-3 1-4 0,-4 1-2 16,4 3-2-16,-4-2-17 0,0 3-24 0,-2 7-14 16,2-10-34-16,0 5-36 0,-2 5-28 0,5-5-4 15,-5 5-99-15,0 0-274 0,0 0 121 0</inkml:trace>
  <inkml:trace contextRef="#ctx0" brushRef="#br0" timeOffset="31874.1">26679 3198 53 0,'0'0'130'0,"0"0"-6"0,0 0-6 0,0 0-7 15,0 0-10-15,-34 9 7 0,25-4-17 0,-1 2-4 16,2-1-6-16,1 3-7 0,-1-2-11 0,3 1 3 16,-4 0-12-16,4 1 7 0,1-1-20 0,2 1-1 15,-2-1-5-15,4-1 1 0,0-7-7 0,0 13 0 16,4-7-24-16,-2 0-18 0,5 1-30 0,4-1-19 16,0-1-31-16,2-4-23 0,4 3-86 0,5-4-218 15,-6 0 96-15</inkml:trace>
  <inkml:trace contextRef="#ctx0" brushRef="#br0" timeOffset="32065.37">26955 3200 17 0,'4'-7'166'0,"-4"7"-14"16,0 0-12-16,0 0-13 0,0 0-14 0,-11-6-12 16,11 6 1-16,-15 5 3 0,3 1-4 0,2-2-12 15,1 3-7-15,-3-2-12 0,5 5-2 0,-1-1-6 16,0-1-5-16,0 3-7 0,3-3-6 0,3 3-4 15,2-1-5-15,-2 0-19 0,6-1-30 0,1-1-29 16,3 1-35-16,4-2-55 0,6 1-113 0,0-3-265 16,4 0 119-16</inkml:trace>
  <inkml:trace contextRef="#ctx0" brushRef="#br0" timeOffset="34948.98">23998 6257 53 0,'0'0'113'0,"0"0"-13"15,1-7-6-15,-1 7-5 0,2-7-12 0,-2 7-4 16,3-7-8-16,-3 7-6 0,6-9-5 0,-6 9-4 16,3-8-16-16,-3 8 14 0,4-5-3 0,-4 5 1 15,0 0-8-15,2-7-1 0,-2 7-5 0,0 0 4 16,4-8-6-16,-4 8-5 0,3-6-6 0,-3 6-2 16,2-6-4-16,-2 6 10 0,0 0-11 0,4-8 6 15,-4 8 1-15,0 0-5 0,3-6 0 0,-3 6 5 16,0 0 0-16,0 0-2 0,0 0 1 0,6-4 1 15,-6 4-10-15,0 0 2 0,0 0 5 0,0 0-6 16,0 0 0-16,0 0-2 0,0 0 0 0,0 0-7 16,0 0 10-16,0 0-3 0,0 0 0 0,-13 18 2 15,11-12 3-15,-1 0-4 0,-1 2-10 0,0 2 1 16,3 0 5-16,-1-1 4 0,-1 0 0 0,2-3 4 16,1 4-7-16,-3-2 2 0,3-8 2 0,0 13-2 15,4-7 0-15,-4-6 0 0,5 11 0 0,0-5 6 16,2-1 7-16,0-1 2 0,3 0-4 0,1-1-1 15,-1-3-2-15,4 3 1 0,-2-3 9 0,2-2-1 16,-4 1 1-16,3 0-1 0,-2-1-5 0,-1-2 4 16,1 1-1-16,1-2 5 0,-2 1 9 0,-2-1 2 15,0 0 5-15,-3 1-1 0,1-1-2 0,1-2 1 16,-3 1 2-16,1-1-2 0,-1 1 2 0,-3-1-2 16,0-3-1-16,-1 1-7 0,0-3-2 0,-2 3-5 15,0 1-4-15,-3-2-3 0,0 1-1 0,-3 1-5 16,-1 1-4-16,2-1-2 0,-6 2-1 0,3 4-10 15,-2-1-13-15,0-1-12 0,0 4-14 0,-3 1-12 16,-1 4-18-16,-2 0-16 0,-1 3-26 0,1 1-19 16,2 0-32-16,-3 1-157 0,-4 7-347 0,6-4 154 15</inkml:trace>
  <inkml:trace contextRef="#ctx0" brushRef="#br0" timeOffset="35565.44">24125 6419 78 0,'0'0'186'16,"0"-7"-6"-16,0 7-6 0,-1-7-10 0,1 7-13 15,0 0-9-15,0 0-18 0,0 0-17 16,-1-9-15-16,1 9-9 0,0 0-12 0,0 0-7 0,0 0-6 15,0 0-10-15,0 0-4 0,-1 33 6 16,2-13-14-16,-2 5 4 0,-3 5-6 0,2 0-1 16,-1 3 1-16,0 2-3 0,-1 10 0 0,2-10-5 0,-5 2 1 15,0 9-4-15,3 4 2 0,0-4 2 0,0 2 0 16,1-14 1-16,1 1-4 0,-1-1 1 0,-2-2-1 16,4 2-7-16,0-3 2 0,1 0 0 15,-3-2-5-15,5-3 1 0,-1-2-2 0,0-5 3 0,-1-1-2 16,3 0 0-16,-1-3-3 0,-2-1-8 0,0 1-15 15,0-4-26-15,-2 2-25 0,2-1-19 0,-3 1-18 16,2-6-26-16,0 4-19 0,-2-3-28 0,-2 3-116 16,-2-4-311-16,0-1 138 0</inkml:trace>
  <inkml:trace contextRef="#ctx0" brushRef="#br0" timeOffset="36119.25">23783 7593 160 0,'-5'-3'219'0,"5"3"-12"0,0 0-16 16,-4-7-10-16,4 7-17 0,0 0-14 0,0 0-19 15,0 0-12-15,0 0-13 0,0 0-13 0,0 0-7 16,0 0-10-16,0 0-8 0,13 20-6 0,-6-10-1 16,4 2-12-16,-5-1-4 0,2 4-5 0,3-2-4 15,-3 1 9-15,1 0-13 0,1 1-5 0,-2 0-4 16,-1-5-1-16,1 2-3 0,-3-2-3 0,1 0 1 16,-2-4-2-16,1 4 0 0,1 0 1 0,-1-1-4 15,1-5 0-15,-2 3-3 0,-2-3 7 0,4 0-8 16,-6-4 0-16,5 7 5 0,-3-1 5 0,-2-6 7 15,0 0 4-15,5 2 1 0,-5-2 2 0,0 0-8 16,0 0 2-16,18-10-3 0,-10 1 2 0,3-5-10 16,0-2 2-16,-1 0-2 0,3-1-2 0,-3-2 0 15,1-6 0-15,1 1-1 0,-6 5 5 0,5-7-11 16,-1 2-4-16,-5 5-4 0,0-6 1 0,-3 9 1 16,1 0-1-16,0 0 1 0,-5 4 0 0,2 2 0 0,-1 3 0 15,1 7 5-15,1-12-8 0,-1 12 1 16,-1-11 1-16,1 11-3 0,-3-6-2 0,3 6 2 15,-6-3 0-15,6 3-4 0,0 0 4 0,-15 6-2 16,7-1-1-16,0 4 5 0,2-3-6 0,0 2 2 0,3-2-2 16,1 3 1-16,0-3-1 0,5 3-21 15,2 2-10-15,1-3-13 0,3 1-13 0,2-3-28 16,8 3-39-16,2-3-34 0,5-1-37 0,-4-1-140 16,-3-4-373-16,-1 2 165 0</inkml:trace>
  <inkml:trace contextRef="#ctx0" brushRef="#br0" timeOffset="36313.75">24321 7628 118 0,'0'0'226'0,"0"0"-19"0,0 0-18 0,0 0-12 0,0 0-14 16,0 0-11-16,0 0-10 0,0 0-7 0,0 0-16 16,-8 12-10-16,6-5-6 0,-2 3-9 0,1 2-10 15,-1 1-7-15,3 5-7 0,0 0-4 16,-3 8-7-16,0-1-6 0,3-7-4 0,0 7-5 0,1-5-14 15,-2-2-21-15,1-1-30 0,1 0-37 0,0-1-34 16,1-3-42-16,1 2-38 0,-1-1-161 0,-4-4-361 16,2 1 159-16</inkml:trace>
  <inkml:trace contextRef="#ctx0" brushRef="#br0" timeOffset="36505.71">24363 7448 174 0,'0'-11'223'15,"0"11"-20"-15,-2-10-22 0,2 10-25 0,-3-8-14 16,3 8-28-16,0 0-29 0,0 0-23 0,0 0-32 16,0 0-34-16,0 0-33 0,0 0-48 15,0 0-123-15,17 16-224 0,-17-16 99 0</inkml:trace>
  <inkml:trace contextRef="#ctx0" brushRef="#br0" timeOffset="37081.85">24028 8517 74 0,'-5'-8'176'0,"3"2"-7"0,2 6 2 16,-6-8-15-16,6 8-12 0,-3-8-6 0,3 8-9 15,-3-6-18-15,3 6-5 0,0 0-14 0,0 0-10 16,-4-8-9-16,4 8-7 0,0 0-2 0,0 0-13 15,0 0 2-15,8 28 6 0,-3-11-2 0,0 7-5 16,2 4 3-16,-4 2-1 0,2 3-4 0,-1 13 1 16,-3-10-4-16,1 10-2 0,-4 0 0 0,-1 0-3 15,-1-12-2-15,3 1-6 0,-1-1 3 0,-1 0-1 16,0-1-5-16,0 2 1 0,1 0-1 0,-2 0-2 16,1-2-5-16,0-1 3 0,-1-2-5 0,1-1 1 15,1-10-6-15,2 0 6 0,-2-2-7 0,2 2 0 16,0-5-2-16,0-2 1 0,0-1-6 0,0-2 3 15,0 1-3-15,0-2 3 0,0-8-11 0,2 11-15 16,-2-11-17-16,0 9-19 0,0-9-24 0,2 7-28 16,-2-7-27-16,3 6-18 0,-3-6-33 0,0 0-187 0,0 0-395 15,0 0 175-15</inkml:trace>
  <inkml:trace contextRef="#ctx0" brushRef="#br0" timeOffset="39141.78">24075 9490 49 0,'0'0'83'0,"-3"-6"1"0,3 6-5 0,-5-6-5 15,5 6-10-15,-7-6-7 0,7 6 6 0,-6-5-8 16,6 5-1-16,-5-3-5 0,5 3-6 0,-8-4 0 16,8 4-7-16,-10-2-5 0,10 2-3 0,0 0-3 15,-10 0-2-15,10 0 2 0,0 0-5 0,-9 5 5 16,2-3-8-16,3 4 2 0,-1-2 4 0,0 6 3 15,-1-1-4-15,1 1 9 0,-3 1-5 0,2 1 7 16,2 0-9-16,0-1 8 0,1 0-14 0,1-1 10 16,2 1-6-16,0-3 2 0,0 3-2 0,4-1 2 15,-3-3-12-15,3-1 2 0,0 1 2 0,1-3 2 16,2 1-6-16,0 0 5 0,0-1-4 0,4-1 4 16,-2-2-7-16,0 1 5 0,-2 0-3 0,5-2 0 0,-12 0 6 15,16-2-6-15,-7-1 4 0,3 0-8 16,-3-1 11-16,0-4-3 0,0 2 4 0,0-3 5 15,-2 0-10-15,2-1 4 0,0 0-2 0,-1-5 5 16,-3 0 4-16,-2 4-5 0,0 0-1 0,-1-2-4 0,0 2-9 16,-2-2-1-16,0 2 8 0,-4 0-1 15,2 0-4-15,-3 3 0 0,0-1-6 0,-2 2-4 16,-4 2 2-16,-2 2-5 0,0-1-7 0,-5 2-7 16,-1 2-11-16,2 3-11 0,1 0-16 0,-1 4-11 0,1 1-20 15,0 1-12-15,1 0-17 0,6 0-117 0,-5 1-251 16,8-1 112-16</inkml:trace>
  <inkml:trace contextRef="#ctx0" brushRef="#br0" timeOffset="39814.35">24141 9523 18 0,'0'0'114'15,"-16"-1"-12"-15,9-1-2 0,7 2 0 0,-12-1-3 0,12 1-1 16,-11-2-7-16,11 2-6 0,-8-2-7 0,8 2-7 16,0 0-7-16,-8-1-9 0,8 1-3 0,0 0-6 15,0 0-4-15,0 0-3 0,0 0-9 0,0 0 3 16,0 0 5-16,40 1-9 0,-23 1-8 0,3-4 0 16,7 0 10-16,1-2-11 0,3 2 1 0,1 1-6 15,1-4 0-15,3 1 3 0,2 0-5 0,0 2 6 16,13-4-12-16,-14 4 2 0,3 0 0 0,14-2 7 15,-3-1-5-15,3-2-3 0,6 0 1 0,2 3 0 16,0-1-5-16,0 1 5 0,0 1 2 0,3-2-5 16,-4-1 2-16,2 4-1 0,2-1 1 0,-1-1-9 15,-2 2 3-15,2-1 3 0,0 0 3 0,1 2-1 16,-1-2 1-16,0 3-6 0,-3 0 7 0,-3 0-5 16,1 0 1-16,-3 0 2 0,0 0-5 0,0 0 3 15,-6 0-3-15,6 0-2 0,-3-3 5 0,-3-1 0 16,4 2 1-16,-5 0-1 0,-10-1-4 0,14 0 5 15,1 1 1-15,-2-1-3 0,2-1-2 0,-3-1 10 16,1 2-6-16,-3-2-4 0,-8 1 3 0,-3-3-3 16,12 2 6-16,-12 2-4 0,11-3-10 0,1-2 10 15,-14 5 3-15,-1-1-12 0,2-1 8 0,-1 0 2 16,0 0-1-16,2 0 4 0,-1 1-3 0,0 1 4 0,1 0-2 16,2-1-6-16,-2 0-3 0,-1 1 5 15,1-2 1-15,0 2-2 0,-2 1 4 0,0-1-2 16,-3 0 1-16,-4 0-5 0,1 1-4 0,-8 2-11 0,-3 0 1 15,0 0-27-15,0-1-19 0,-6 0-23 16,1-1-11-16,-3 1-7 0,-2 0-15 0,0-1-80 16,-1 2-215-16,-8 0 95 0</inkml:trace>
  <inkml:trace contextRef="#ctx0" brushRef="#br0" timeOffset="40279.83">27580 9237 94 0,'0'0'114'0,"0"0"-12"15,0 0 2-15,0 0-14 0,0 0-1 0,0 0 6 16,44-1-15-16,-25 1 0 0,2 0-9 0,6 0 1 15,1-1-6-15,3 1-3 0,0 0-3 0,3-4-7 16,4 4-5-16,3-4-3 0,11 3-3 0,1-5-1 16,-15 5-13-16,14 0 6 0,1-3-4 0,-2 1 0 15,3 0-10-15,-2 1 5 0,0-1-5 0,0-1 2 16,-1 2-8-16,-3-1 4 0,5-1-4 0,-14 1 1 16,1 2-3-16,10-2-6 0,-11 1 8 0,1-1-2 15,-2 0-2-15,1 1-2 0,-1 0-4 0,-2-2 5 16,0 1-4-16,-3 2 4 0,-4-2-5 0,-1 1 5 15,-7 2-8-15,-1-5-1 0,1 1 0 0,-5 4-3 16,-2-3 0-16,0 2 13 0,4-1-6 0,-7 0-4 16,0 0 1-16,-1-1-2 0,-1 0 3 0,0 2 4 15,-9 1-9-15,14-3 5 0,-7 3-3 0,-7 0-2 16,12-3 3-16,-5 1 3 0,-1-2-9 0,-6 4-11 0,8-1 1 16,-8 1-10-16,0 0-18 0,10-2 3 15,-10 2-16-15,0 0-10 0,0 0-8 0,6-4-12 16,-6 4-6-16,0 0-9 0,0 0-93 0,0 0-210 15,0 0 94-15</inkml:trace>
  <inkml:trace contextRef="#ctx0" brushRef="#br0" timeOffset="41825.25">27468 9126 74 0,'0'0'97'0,"-1"-9"-15"15,1 9-3-15,0-10-11 0,0 10 5 16,-2-8-1-16,2 8 2 0,-2-9-4 0,2 9-7 0,-2-11-7 15,2 11-5-15,-2-10 2 0,2 10 0 0,2-9 1 16,-2 9-1-16,0 0 1 0,-2-9-4 0,2 9 3 16,0 0 2-16,-2-9 2 0,2 9-10 0,0 0 9 15,0 0-10-15,0 0 0 0,0 0-11 0,0 0-2 16,-3-7-9-16,3 7-3 0,0 0-1 0,0 0 0 16,0 0-5-16,0 0-2 0,0 0-6 0,16 23 2 15,-12-12 0-15,1 1-3 0,1 4 6 0,2 4 2 16,-4 8-8-16,2-1 8 0,1 2-5 0,-3 1 0 15,1 0-3-15,-2 2 3 0,1 1-1 0,-2 2 3 16,0 13-5-16,-2-12 2 0,0 0-1 0,0-3 2 16,1 3 4-16,-2-4 1 0,1 1-7 0,0-2 3 15,0 0 7-15,0-3-7 0,0-1 0 0,2-1 5 16,-2-7-2-16,3 0-2 0,-3-2-3 0,2-2-1 16,0-3 3-16,-2 0-1 0,2 0 2 0,0-2-3 15,-1-1-3-15,-1-2 4 0,0-7-3 0,1 11-2 16,0-5 3-16,-1-6 0 0,0 0-5 0,3 8 2 15,-3-8-3-15,0 0-5 0,0 8-11 0,0-8-14 16,0 0-10-16,0 0-12 0,0 0-25 0,0 0-23 16,0 0-18-16,0 0-24 0,0 0-114 0,0 0-274 15,0 0 121-15</inkml:trace>
  <inkml:trace contextRef="#ctx0" brushRef="#br0" timeOffset="42071.7">27357 9869 81 0,'0'0'128'0,"0"0"-6"0,0 0 2 0,0 0-14 16,0 0 6-16,34-8-25 0,-14 5-1 0,1 3-9 0,8-4-17 15,0 0 4-15,2 0-9 0,-1 0-6 16,-1 1-17-16,0 1-26 0,0 0-28 0,-11 0-25 0,1 2-37 16,-6 0-102-16,-3 0-198 0,-2-1 88 15</inkml:trace>
  <inkml:trace contextRef="#ctx0" brushRef="#br0" timeOffset="42266.54">27431 9982 59 0,'0'0'169'0,"0"0"-3"0,0 0-5 0,0 0-10 15,0 0-11-15,22 3-13 0,-10-6-14 0,6 0-7 16,2 1-13-16,3-1-17 0,4 0 3 0,-7 1-34 16,2 0-24-16,-3 0-33 0,-2 2-36 0,-3 0-24 15,-3 2-27-15,0-1-28 0,-4 2-65 0,-7-3-207 16,5 3 92-16</inkml:trace>
  <inkml:trace contextRef="#ctx0" brushRef="#br0" timeOffset="42419.24">27445 10144 109 0,'0'0'140'0,"0"0"-4"0,0 0-11 15,0 0-15-15,25-2-10 0,-12 0-4 0,-1 1-17 16,5-2-9-16,-3-1-18 0,4 1-15 0,-4 1-31 15,3 0-34-15,-1-1-33 0,-3 0-102 0,1-1-174 16,-5-1 77-16</inkml:trace>
  <inkml:trace contextRef="#ctx0" brushRef="#br0" timeOffset="43057.32">27820 7973 45 0,'-4'-8'192'0,"1"0"2"0,-1 1-8 0,2 2-9 16,-1-3-6-16,3 8-3 0,-6-9-12 0,6 9-14 15,-4-9-14-15,4 9-18 0,0 0-10 0,-1-6-12 16,1 6-13-16,0 0-5 0,0 0-7 0,0 0-8 16,0 0-6-16,3 28-3 0,1-13-9 0,-2 0-3 15,-1 3 1-15,2 1-7 0,-2-2 0 0,0 0-2 16,2 2-3-16,-3-3-4 0,2 2 0 0,0-2-3 0,-2-4-2 16,0 3-2-16,2-1 1 0,-2-3-2 0,0 2 1 15,2-2-1-15,-2-2-2 0,1 2-1 16,-1 0-8-16,0-1-20 0,0-2-21 0,0 0-30 15,2-1-13-15,-2-7-26 0,0 13-23 0,0-13-27 0,0 8-25 16,0-8-110-16,-5 6-319 0,5-6 142 16</inkml:trace>
  <inkml:trace contextRef="#ctx0" brushRef="#br0" timeOffset="43382.32">27824 7874 75 0,'14'-5'109'0,"-5"3"8"16,3-1-10-16,-1 0-6 0,-1 6-7 0,-2 0-13 15,-2 1-3-15,-1 1-3 0,-1 1-3 0,1 4 2 16,-4 1 7-16,-1 1-9 0,-2 2 0 0,-2 3-5 16,-3 1-5-16,1-3 1 0,-4-1-5 15,-2 3-6-15,1-3-4 0,-2 0-6 0,3-6-1 0,3 2-1 16,-1-3 1-16,0 1 4 0,0-3-4 0,3 0-3 15,-1 0 2-15,2-2-8 0,4-3 1 16,-7 6-2-16,7-6-4 0,-3 5-1 0,3-5-4 0,0 0-1 16,-7 4-3-16,7-4-1 0,0 0-5 0,0 0 0 15,0 0 1-15,2 11-1 0,-2-11-4 0,11 3 3 16,-4-1-5-16,2 1-1 0,2 0-12 0,8 2-15 16,-6-4-24-16,5 2-39 0,4-2-27 0,-6 1-34 15,7-1-150-15,-11 1-321 0,2-2 143 0</inkml:trace>
  <inkml:trace contextRef="#ctx0" brushRef="#br0" timeOffset="43663.02">28110 8061 51 0,'5'-5'196'0,"-5"5"-8"0,0 0-10 0,0 0-15 15,1-8-13-15,-1 8-16 0,0 0-20 0,0 0-6 16,0 0-14-16,0 0-11 0,0 0 2 0,0 0-7 15,0 22-1-15,2-12 1 0,-4 0-2 0,2 3-1 16,-1-1-7-16,0-1-6 0,1 5-3 0,0-4 4 16,-2-3-7-16,4 2-1 0,-1-2-7 0,-2-1-5 15,5 1-3-15,-3-2 1 0,1 0-5 0,0-1-4 16,2 0-1-16,1 0-1 0,0-2-1 0,0 1-1 16,1 0-3-16,3-3 0 0,4 1-2 0,0-1 0 15,1-1-5-15,4 0-2 0,3-1-10 0,6-1-24 16,-4-2-32-16,-1 0-41 0,5-4-41 0,1 1-49 15,-9 0-205-15,7-4-418 0,-7 1 185 0</inkml:trace>
  <inkml:trace contextRef="#ctx0" brushRef="#br0" timeOffset="46768.32">27451 7024 68 0,'3'-5'86'0,"-3"5"2"0,0 0 1 16,5-4-12-16,-5 4-1 0,0 0-12 0,0 0-6 0,4-6 0 15,-4 6-10-15,0 0-6 0,0 0-3 0,0 0 5 16,0 0-7-16,0 0 3 0,4-10-13 0,-4 10 6 16,0 0 1-16,0 0-6 0,0 0 3 15,0 0 0-15,0 0-7 0,-6-13 11 0,6 13-9 0,0 0 9 16,-4-4-15-16,4 4-3 0,0 0 4 0,-6-7-5 15,6 7 2-15,-6-3-1 0,6 3-1 0,0 0-1 16,-11-3 3-16,11 3 10 0,-7-2-17 16,7 2 7-16,-10-2-11 0,10 2 1 0,-10-2 3 0,10 2 7 15,-11-2-4-15,11 2-1 0,0 0-6 0,-12 0 2 16,12 0 2-16,0 0-2 0,0 0-1 0,0 0-2 16,-8-1-2-16,8 1 0 0,0 0-4 0,0 0 6 15,0 0 2-15,0 0-1 0,0 0 1 0,48 3 0 16,-18-5-4-16,4 1-3 0,6-2-9 0,14-3 14 15,0 0-1-15,1-1 1 0,0 0-8 0,5 0 11 16,-3-1-2-16,6 1 10 0,-1-2-15 0,2 0 3 16,2 4 0-16,0-2 2 0,1-2 2 0,-2 3-3 15,1-2 9-15,-3 2-2 0,-2 0-12 0,-1-1 1 16,-6 1 0-16,0 2-1 0,-1-6 6 0,-16 4 0 16,0 1 1-16,-1 1 3 0,0-1 0 0,-3 1-1 15,-2-1 3-15,-2 0 1 0,-2 3-2 0,-5-1-5 16,-2 1 8-16,-3 0-5 0,-5 1 0 0,-1-1-1 15,-1 2 3-15,-2-1-5 0,-8 1 2 0,11 0 0 16,-11 0 3-16,9 0 0 0,-9 0 1 0,0 0-1 16,0 0-3-16,0 0 0 0,0 0-2 0,0 0-3 0,0 0-9 15,0 0 2-15,0 0 2 0,-23 8-11 16,16-5 2-16,7-3-2 0,-11 1-7 0,11-1-1 16,0 0-3-16,-9 3-13 0,9-3 8 0,0 0-3 0,-10 0 4 15,10 0 6-15,0 0-5 0,0 0 6 0,0 0-3 16,0 0 7-16,0 0 1 0,0 0 4 0,0 0 0 15,0 0 1-15,-8 2 7 0,8-2-6 0,0 0 1 16,0 0 4-16,0 0 3 0,0 0 11 0,0 0 4 16,0 0 10-16,0 0-1 0,0 0 4 0,0 0 2 15,0 0-5-15,0 0-10 0,0 0 14 0,0 0 0 16,0 0 3-16,0 0 2 0,0 0-4 16,0 0-2-16,-6-8-2 0,6 8 2 0,0 0 1 0,0 0-2 15,0 0 0-15,0 0-2 0,0 0-1 0,0 0-5 16,0 0-1-16,0 0-1 0,0 0-2 0,0 0-6 15,0 0 1-15,-15 6 1 0,15-6-6 16,-5 2-1-16,5-2-2 0,-6 6-1 0,4-2 2 0,2-4 1 16,-3 8 1-16,3-8 0 0,-1 9-3 0,1-9 0 15,0 0 5-15,4 14-6 0,-2-10 3 0,4 1 4 16,-1 0 2-16,4 0-5 0,0-2 5 0,1 0-5 16,1 1 0-16,1-4 4 0,2 3-6 0,-1-2 4 15,-2-1 1-15,4 0 4 0,-2-2-3 0,1 0 2 16,-2 1 3-16,-2-1 10 0,-1-1-6 0,1 0 1 15,-1-2-2-15,-1 0-9 0,-2 2 10 0,1-7 3 16,-4 4 0-16,1-3-1 0,-2 1 2 0,-1-1 11 16,-1 1-6-16,-3-3 1 0,2 2-6 0,-3 0-1 15,-1 1-2-15,1-2-4 0,-1 4 1 0,-1-1-5 16,1 2-1-16,-2 1 0 0,1 1-7 0,6 3-8 16,-19-3-17-16,8 4-20 0,-3 3-21 0,-1 1-27 0,-4 3-33 15,3 2-33-15,-3 0-39 0,-6 7-136 16,4-3-359-16,-2 3 159 0</inkml:trace>
  <inkml:trace contextRef="#ctx0" brushRef="#br0" timeOffset="48458.15">29200 9126 73 0,'0'0'126'0,"0"0"-11"0,0 0-14 0,-5-6-1 15,5 6-15-15,0 0-9 0,0 0-4 0,0 0-7 16,0 0-9-16,0 0-7 0,0 0 1 0,0 0-12 16,0 0 0-16,-9-2-10 0,9 2 4 0,0 0-3 15,0 0 0-15,0 0-9 0,0 0 1 0,-10 0-3 16,10 0-6-16,0 0 8 0,0 0-6 0,0 0-1 15,-14 2-10-15,14-2 8 0,-5 3 1 0,5-3-5 16,0 0-3-16,-13 1-1 0,13-1 5 0,-8 0-9 16,8 0 8-16,0 0-5 0,-9 2 4 0,9-2 5 15,-6 3 1-15,6-3-2 0,0 0 6 0,0 0-1 16,0 0 4-16,0 0-3 0,-12 0-2 16,12 0 0-16,0 0-3 0,0 0 4 0,0 0-1 0,0 0 0 15,0 0 3-15,0 0 5 0,0 0 6 0,0 0-5 16,0 0 2-16,0 0-5 0,35-1 8 0,-17 1-3 15,-5 0-5-15,2-4-3 0,2 2 6 0,0-1 1 16,-1 2-5-16,-2-2 5 0,-1 1-4 0,0-1 5 16,0 3-9-16,-1-3-1 0,-2 2-2 0,0 1 1 15,-2-3-1-15,1 3 6 0,-9 0-7 0,14 0-6 16,-14 0 2-16,11 0-4 0,-11 0 3 0,8-3 1 0,-8 3-2 16,7-3-3-16,-7 3 5 0,0 0-1 0,0 0-8 15,0 0 9-15,0 0 1 0,11 2-7 0,-11-2-1 16,0 0-1-16,0 0 7 0,0 0-6 15,0 0 0-15,0 0 3 0,0 0-12 0,0 0 0 0,0 0-8 16,0 0 1-16,0 0-8 0,0 0-4 0,6-4-2 16,-6 4-6-16,0 0 1 0,0 0-8 15,0 0 7-15,0 0-3 0,0 0-8 0,0 0-1 16,0 0 2-16,0 0 5 0,0 0-1 0,0 0-1 16,0 0-6-16,0 0 20 0,0 0 2 0,0 0 9 0,0 0 7 15,0 0-2-15,0 0 1 0,0 0 5 0,7-4 11 16,-7 4 12-16,0 0-5 0,0 0 5 0,0 0 5 15,0 0 4-15,0 0 5 0,0 0 15 0,0 0-8 16,0 0-1-16,0 0 11 0,0 0 5 0,0 0-2 16,0 0-1-16,0 0 1 0,0 0 0 0,0 0-11 15,0 0 0-15,0 0-13 0,0 0 4 0,0 0-6 16,0 0-2-16,0 0 2 0,0 0-6 0,0 0-5 16,0 0 0-16,0 0-1 0,-18 16-5 0,18-16 0 15,-6 7 1-15,2-2-3 0,4-5 5 0,-6 10-6 16,5-3 4-16,1-7-4 0,-1 12 3 0,1-12-2 15,2 10-3-15,0-3-1 0,-2-7 2 0,4 8 4 16,0-4 1-16,1 0-6 0,0-1 2 0,2-1-1 16,1-1 1-16,0 2 0 0,-8-3 2 0,16 0-2 15,-5 0 5-15,-4 0-2 0,3-6-1 0,-3 6 5 16,1-1 3-16,-2-1-5 0,0-2 1 0,-6 4 2 16,12-6-3-16,-7 0 0 0,0 4 1 0,-5 2-4 15,4-12 1-15,-3 4 1 0,1-2-4 0,-2 10 1 0,-3-13-4 16,2 3 0-16,-3 1 1 0,-1 1-2 0,1-1 1 15,-1 1-3-15,1 3 3 0,-2-5-8 16,0 6-3-16,1-1-10 0,5 5-12 0,-9-7-16 16,2 4-29-16,0 0-20 0,7 3-36 0,-13-4-35 0,2 4-148 15,1-2-341-15,-7 1 152 0</inkml:trace>
  <inkml:trace contextRef="#ctx0" brushRef="#br0" timeOffset="49198.88">29113 7277 49 0,'-1'-13'160'0,"0"7"1"16,1 6-4-16,-2-13-12 0,0 6-1 0,-1 1 13 16,3 6-18-16,-4-11-13 0,4 11 1 15,-4-9-10-15,4 9-9 0,-3-6-10 0,3 6-11 0,0 0-6 16,-3-7-14-16,3 7-5 0,0 0-14 0,0 0-2 15,0 0-5-15,0 0-5 0,0 0-4 0,0 0 0 16,0 33-6-16,3-18 4 0,-2 5 0 16,1 6 1-16,1-1-3 0,-2 0-2 0,2-7-4 0,1 7 0 15,0-5-2-15,-2-1 1 0,2 1-1 0,2-1-5 16,-3-1 1-16,1 1-2 0,-2-2-3 0,1 0 8 16,-1-5-8-16,1 0-1 0,0-1 0 0,-1 1 1 15,1-3-3-15,-2 1 0 0,-1-2 2 16,4-2-2-16,-4 1 0 0,0-7-4 0,2 11-14 0,-2-11-8 15,2 9-23-15,-2-9-14 0,2 5-18 0,-2-5-27 16,0 0-22-16,0 0-18 0,5 8-27 0,-5-8-21 16,0 0-104-16,0 0-314 0,0 0 139 0</inkml:trace>
  <inkml:trace contextRef="#ctx0" brushRef="#br0" timeOffset="49804.39">29044 7799 66 0,'0'0'125'0,"0"0"-6"0,0 0-4 16,0 0 3-16,0 0 3 0,5 11 3 0,-2-8-10 16,-3-3-5-16,3 11-8 0,1-7 0 0,-1 4-5 15,1 1-4-15,-1 0-6 0,3 0-2 0,-1 2-7 16,1-2-5-16,2 3-7 0,-3-1 0 0,3 0-5 15,-2-1-6-15,2 4-2 0,1-4-4 0,-2 4-4 16,0-2 3-16,0-5-15 0,0 2 4 0,-1 0-6 16,1-1 0-16,-1 0-2 0,-1-2-5 0,-1-1 1 15,1 1-4-15,0-2-1 0,-2 1-2 0,-3-5 1 16,6 6 1-16,-6-6-4 0,4 6 0 0,-4-6 8 16,5 4 12-16,-5-4 8 0,0 0 6 0,0 0 5 15,5 4 6-15,-5-4-1 0,0 0 0 0,0 0-10 16,0 0-4-16,0 0-4 0,10-16-7 0,-6 10-2 15,0-4 1-15,0 1-8 0,4-1-4 0,-3 0-1 16,2-4-2-16,1-1-4 0,1 6 3 0,-3-2-1 16,3-2-6-16,0-1 2 0,1 4-3 0,-1-2-2 15,-1 0-2-15,0 5 4 0,-2-3-1 16,1 1-4-16,-2 0-2 0,-1 2-1 0,-1 2 1 0,1-1 0 16,-4 6-5-16,4-9 0 0,-4 9 1 0,1-12 2 15,-1 12-1-15,0-11-4 0,0 11 2 0,-1-8-1 16,1 8 0-16,0 0-1 0,-3-10-4 0,3 10 5 15,-5-4-5-15,5 4 2 0,0 0 1 0,-5-6-2 16,5 6 0-16,0 0 0 0,0 0 4 0,-10 0-3 16,10 0 5-16,-10 6-2 0,3-2-3 0,1 1 0 15,2-1-2-15,-1 0 1 0,5-4-4 0,-9 7 1 16,8-1 0-16,-4-1 1 0,1-1 0 0,4-4 1 16,-1 8-2-16,1-8 0 0,4 12 1 0,-1-7 2 15,4-1 0-15,2-1-13 0,1 1-5 0,3-1-14 16,3 0-21-16,5 1-15 0,-5-2-25 0,3 1-25 15,3-3-29-15,-4 0-24 0,0 0-10 0,-5 0-16 16,-2 2-107-16,-1-1-338 0,1 0 149 0</inkml:trace>
  <inkml:trace contextRef="#ctx0" brushRef="#br0" timeOffset="50485.45">29484 8090 104 0,'0'0'147'0,"-5"9"-14"16,5-9-2-16,0 0-3 0,0 0-14 0,0 0-9 15,0 0-11-15,0 0-6 0,0 0-10 0,-3 2-7 16,3-2 1-16,0 0-6 0,0 0-1 0,-2 8-3 15,2-8-8-15,0 0-4 0,-3 7 2 0,3-7 5 16,0 0-4-16,-4 8-2 0,4-8-2 0,-4 8-8 16,4-8-6-16,-1 6-2 0,1-6 2 0,0 0-4 15,-5 9-3-15,5-9-6 0,0 0 6 0,0 0-5 16,-1 7 2-16,1-7 0 0,0 0 7 0,0 0 6 16,0 0 7-16,0 0 5 0,0 0 7 0,0 0 2 15,0 0 4-15,0 0 0 0,0 0-2 0,0 0-2 16,0 0-6-16,0 0-8 0,0 0 4 0,0 0-1 15,0 0-2-15,0 0 2 0,0 0-8 0,14-16-4 16,-14 16-4-16,2-7-2 0,-2 7 2 0,0 0 1 16,2-11 1-16,-2 11-2 0,3-6 1 0,-3 6-4 15,0 0 5-15,2-9-6 0,-2 9-5 0,0 0 0 16,0 0-3-16,0 0-4 0,2-8-3 0,-2 8-4 16,0 0-4-16,0 0 1 0,0 0-3 0,0 0 0 15,0 0-7-15,0 0 4 0,0 0-2 0,0 0 3 16,0 0-4-16,0 0-1 0,0 0 4 0,0 0 0 15,0 0 0-15,-2 26 0 0,2-26 3 0,1 8-1 16,-1-8-4-16,1 7 2 0,-1-7 0 0,4 5 3 16,-4-5-4-16,9 6 3 0,-5-3-1 0,-4-3 3 15,11 7-5-15,1-6 5 0,-6 0 0 0,4-1 2 16,-2 0-2-16,1 2 0 0,-9-2-3 0,12-2 4 16,-12 2-1-16,12 0 6 0,-5-2-7 0,-7 2 5 15,13-5-3-15,-10 3-1 0,6-5-14 0,-5 0-5 16,-1 2-3-16,-2-5-1 0,-1 3 4 0,0-3-3 15,-1 0 5-15,-1 1-3 0,0 2 1 0,-2 0-2 16,2-1 2-16,-4 3 3 0,3-1-4 0,-1-1-5 16,4 7-17-16,-9-8-10 0,2 6-12 0,7 2-14 15,-11-2-9-15,11 2-20 0,0 0-17 0,-27 6-26 16,18-3-17-16,-1 1-22 0,-3 2-24 0,0 5-140 16,-2-2-378-16,5 0 168 0</inkml:trace>
  <inkml:trace contextRef="#ctx0" brushRef="#br0" timeOffset="50911.84">29267 8383 59 0,'3'-9'208'0,"-3"9"0"0,5-9-1 15,-5 9-3-15,0 0-9 0,5-7-17 0,-5 7-16 16,0 0-21-16,0 0-11 0,0 0-20 0,6-7-12 16,-6 7-11-16,0 0-8 0,0 0-11 0,0 0-5 15,0 0-6-15,7 23-5 0,-4-7-6 0,0-3 0 16,-1 5-2-16,4 7 1 0,-4 0-4 0,-1 1-3 15,1 4-3-15,1-1 3 0,-4 4 1 0,-1 1 3 16,2-1-4-16,-1-2-5 0,-1 1-1 0,0 0-3 16,0-5-3-16,-2 2 1 0,5-4 0 0,-2 1-2 15,-1-5-2-15,0-3-2 0,1-1-2 0,0 0 2 16,1-6-4-16,-2 1-1 0,2-2-4 0,0 0 3 16,0-3-5-16,0-7 1 0,2 13-2 0,-2-13 4 15,1 11-15-15,-1-11-21 0,1 10-33 0,-1-10-34 16,0 0-38-16,0 0-33 0,0 0-32 0,-2 13-52 15,2-13-130-15,0 0-406 0,0 0 181 0</inkml:trace>
  <inkml:trace contextRef="#ctx0" brushRef="#br0" timeOffset="51082.21">29327 8891 180 0,'0'0'194'0,"0"0"-15"0,0 0-30 16,0 0-19-16,0 0-28 0,0 0-31 0,0 0-40 0,0 0-26 16,8-9-42-16,-8 9-35 0,0 0-84 0,0 0-168 15,0 0 75-15</inkml:trace>
  <inkml:trace contextRef="#ctx0" brushRef="#br0" timeOffset="53512.55">26854 7675 67 0,'-8'-11'163'0,"0"1"4"0,3 1-1 0,1 0 2 15,-2 1-17-15,1 2-9 0,1-3-1 0,0 2 0 16,1 1-3-16,3 6-6 0,-3-9-8 0,3 9-11 16,-4-6-12-16,4 6-9 0,0 0-15 0,-4-7-11 0,4 7-8 15,0 0-7-15,0 0-7 0,0 0-4 16,0 0-6-16,0 0-3 0,0 0-3 0,8 31 0 16,-2-15-2-16,-2 4-5 0,2 7 3 0,-3 2-4 15,1-1 0-15,0 4 0 0,1 2 0 0,-3-4-2 0,1 0 0 16,-1 1 1-16,0-4-3 0,-1 1 1 0,-1-2 12 15,0-7 0-15,0 1-5 0,2-4-1 16,-2 3-5-16,2-3 3 0,-2 0-4 0,0-4 0 16,0-1 0-16,0 2-3 0,0-4 1 0,0 2-3 0,0-2-2 15,0-2 2-15,0 0-4 0,0-7-3 0,2 9-11 16,-2-9-15-16,2 9-17 0,-2-9-13 16,2 7-16-16,-2-7-18 0,0 0-13 0,0 0-31 15,0 0-26-15,0 0-33 0,-10 2-169 0,10-2-385 0,0 0 172 16</inkml:trace>
  <inkml:trace contextRef="#ctx0" brushRef="#br0" timeOffset="53741.75">26910 7690 30 0,'0'0'160'0,"0"0"-11"16,0 0-15-16,-4-12-11 0,4 12-13 15,0 0-1-15,-9 0-12 0,9 0-2 0,-16 4-9 0,4-2-3 16,-3 4-11-16,-5 3-3 0,2-2-7 0,-2 3-5 16,1-1-4-16,-5 3-2 0,6-3-12 0,1 2-6 15,0-3-1-15,1 1-10 0,5-3-18 0,0 1-24 16,0-1-24-16,4 0-26 0,0-2-23 16,-1 1-28-16,4 0-100 0,-2 0-238 0,6-5 105 0</inkml:trace>
  <inkml:trace contextRef="#ctx0" brushRef="#br0" timeOffset="53925.99">26836 7678 23 0,'14'3'115'16,"-8"-2"-10"-16,1 1-5 0,-1 0-3 0,2 0 8 15,1 3-27-15,-3 1-8 0,4-2 0 0,-1 2-14 16,3 1-4-16,-2 2 0 0,-1-2-16 0,0 3-27 15,-1-1-29-15,4 0-25 0,-3 0-29 0,-1 1-65 16,-3-2-149-16,4 1 66 0</inkml:trace>
  <inkml:trace contextRef="#ctx0" brushRef="#br0" timeOffset="54234.56">26189 8097 107 0,'0'0'139'0,"0"0"-11"0,0 0-14 16,0 0-13-16,27-10-7 0,-8 6-12 0,3 1 0 15,0-3-24-15,5 0-17 0,-7 5-27 0,3-3-21 16,-3 2-31-16,-2 1-28 0,-3-2-76 0,-3 3-154 16,-3-1 69-16</inkml:trace>
  <inkml:trace contextRef="#ctx0" brushRef="#br0" timeOffset="54638.03">26371 8068 64 0,'0'0'110'0,"-9"2"-8"0,9-2-15 0,0 0 25 16,0 0 0-16,0 13 7 0,0-5 1 0,0 5 7 16,2 0-7-16,-2 5 10 0,0 1-1 0,3-2-11 15,-3 7-11-15,0-5-7 0,0 0-10 0,0 2-6 16,0-2-6-16,2 0-5 0,-4-1 0 0,6 1-2 15,-4-1-6-15,0 2 0 0,0-4-4 0,2 0-8 16,-2 1-7-16,0-5-3 0,0-2-2 0,0-2-7 16,0 3-1-16,2-5-5 0,-2-6-3 0,0 11 2 15,0-11-4-15,0 8 3 0,0-8-4 0,2 10 0 16,-2-10-1-16,0 0 0 0,0 0-3 0,-10 1-2 0,10-1-4 16,0 0-2-16,-13-3 1 0,13 3 0 15,-14-7-2-15,9 5-1 0,-4-5 3 0,3 6-5 16,-2-1 1-16,8 2 0 0,-13-8-4 0,9 5 0 15,4 3-1-15,-9-6-1 0,9 6 3 0,-7-3-1 16,7 3-3-16,-5-5 0 0,5 5-4 0,0 0 1 0,0 0 0 16,-4-4 1-16,4 4 2 0,0 0-4 15,0 0 3-15,0 0-2 0,18-2 1 0,-9 0-8 16,2 2-16-16,1-2-13 0,1 2-21 0,0-3-17 16,1 3-20-16,3 0-17 0,2 0-25 0,-1 0-19 15,-2 2-15-15,2-2-12 0,-1-2-119 0,-3 1-330 0,-1 1 146 16</inkml:trace>
  <inkml:trace contextRef="#ctx0" brushRef="#br0" timeOffset="55065.48">26659 8380 49 0,'2'-6'195'0,"-2"6"-13"0,0 0-9 0,0 0-12 16,-9-11-9-16,9 11-3 0,-5-4-2 0,5 4-21 15,-13-3-11-15,7 2-13 0,6 1 2 16,-14 1-17-16,14-1-4 0,-16 5-2 0,7 1 0 0,0 1-7 15,0 1-7-15,-2 0-8 0,4 2-3 0,-2 0-6 16,3 1-3-16,1 0-6 0,0-1-1 0,1 0-4 16,4 1-4-16,-2-1-2 0,4 0 2 15,0 0-10-15,2-6 1 0,0 6-4 0,2-2 0 0,1-4 0 16,3 2 1-16,2-3-2 0,-3 1-2 0,0-1 1 16,2-1-5-16,-2-2 0 0,-2 2-1 0,1 0 1 15,-8-2-1-15,12 1 0 0,-12-1 0 0,5 0-2 16,-5 0 4-16,0 0 0 0,10 0 5 0,-10 0 4 15,0 0 4-15,0 0-6 0,0 0 0 0,0 0-5 16,0 0 4-16,0 0-4 0,0 0-6 0,0 0 0 16,0 0-2-16,0 0-2 0,-15 12 1 0,7-6 1 15,0 1-2-15,-1-1-1 0,1 2 0 0,1 0 2 16,-3 2-1-16,4-1 1 0,-1 1-3 0,5-1 1 16,-2 1-1-16,-1-1 6 0,4 1-5 0,1-3 3 15,0-7-1-15,6 15-1 0,0-8 1 0,3-2 1 16,0 0 0-16,5-1-3 0,3 0-11 0,2-4-13 15,3 1-22-15,-4 0-24 0,2-1-26 0,1-1-22 16,-2-2-32-16,-2 1-31 0,0-2-34 0,1-1-166 16,1-2-407-16,-2 1 181 0</inkml:trace>
  <inkml:trace contextRef="#ctx0" brushRef="#br0" timeOffset="56804.13">24765 5983 11 0,'-7'-4'89'0,"7"4"-12"15,-4-7 9-15,4 7-12 0,-6-3-3 0,6 3 3 16,0 0 1-16,0 0-3 0,-5-6-4 0,5 6-5 16,0 0-11-16,0 0 6 0,0 0 2 0,0 0-18 15,0 0 8-15,0 0-6 0,0 0-2 0,0 0 0 16,-7-4-10-16,7 4 0 0,0 0 7 0,0 0 0 15,0 0 5-15,0 0-12 0,0 0-4 0,0 0-5 16,23 8 7-16,-16-5-7 0,6-1-6 0,0 0 3 16,4 2-1-16,2 1-1 0,-1 1-3 0,2-3-2 15,-3 4 1-15,2-1 0 0,1 0-3 0,-4 2-5 16,-2 0 3-16,1 1 1 0,-3 2-10 0,-2 2 13 16,0-3-7-16,-4 5 3 0,-3 0-6 0,-1 1 3 15,-2 2 1-15,-3 0 0 0,-1-1 1 0,-2 2-6 16,-5 4 1-16,-1-2 1 0,-2 1-3 0,1 0-20 15,2-7-26-15,-3 7-22 0,5-4-28 0,0 0-23 16,0-1-110-16,0-1-246 0,3-2 110 0</inkml:trace>
  <inkml:trace contextRef="#ctx0" brushRef="#br0" timeOffset="57060.1">24743 6486 127 0,'0'0'209'0,"-5"-7"-11"0,5 7-10 0,0 0-20 16,-6-3-11-16,6 3-18 0,0 0-16 0,0 0-6 15,13-7-17-15,0 5-5 0,2-1-14 0,4-1-10 16,10 1-7-16,-1 0-12 0,1 3-19 0,0-4-21 15,0 3-23-15,-9 1-26 0,-1 1-22 0,3 0-35 16,-11 0-17-16,0-1-25 0,-2 2-112 0,-2 0-269 0,-3-1 120 16</inkml:trace>
  <inkml:trace contextRef="#ctx0" brushRef="#br0" timeOffset="57675.88">24901 6486 64 0,'0'0'98'0,"0"0"-12"0,0 0 0 16,-6 7 17-16,6-7-1 0,0 9-4 0,0-9-3 16,1 19 4-16,-1-6 4 0,1 1-4 0,3 5 3 15,-4-3-7-15,1 3-8 0,1-2-6 0,1 1-9 16,-1-1-7-16,0-1 2 0,0 1-8 0,0-2-3 0,1 2-1 16,-1-1-9-16,-2-1-3 0,0-2-4 15,0-5-2-15,0 3-4 0,0-1-6 0,0 0 0 16,-2-2-2-16,2-8-4 0,2 12 2 0,-2-12-2 15,-2 9-4-15,2-9-3 0,-2 11 4 0,0-7 1 0,2-4-4 16,-7 5-2-16,4 0 1 0,3-5-2 16,-13 1-2-16,7-1-1 0,6 0-1 0,-13 0 1 15,13 0-4-15,-15 2 1 0,15-2 0 0,-11-2 1 16,11 2-2-16,-10 0-2 0,10 0 3 0,0 0-4 16,-10-1-3-16,10 1 0 0,0 0 0 0,0 0-1 0,0 0 1 15,0 0 1-15,0 0-2 0,0 0-2 0,0 0 2 16,0 0 1-16,0 0-1 0,0 0-3 15,0 0-11-15,42-3-9 0,-23 0-12 0,1 0-11 16,1 2-9-16,-1-1-11 0,2-2-12 0,-3 2-13 0,2-1-12 16,-1 0-15-16,-2 2-8 0,-1 1 6 0,-3-2-3 15,0 0 7-15,-1-1 6 0,-1 1 14 0,-1-3 9 16,0 3 14-16,-2-2 21 0,-2-1 15 16,-1 1 16-16,-1-1 14 0,-5 5 22 0,9-8 13 15,-6 4 19-15,-1-3-3 0,-2 7 13 0,1-10 16 0,-1 10 18 16,3-9 5-16,-3 9 3 0,0 0 3 0,1-9 1 15,-1 9 1-15,0 0-7 0,0-8-6 0,0 8-10 16,0 0-13-16,0 0-6 0,0 0-9 0,0 0-6 16,0 0-4-16,0 0-4 0,0 0 1 15,0 0 2-15,0 0-3 0,4 26-3 0,-4-17-3 0,-3 1-3 16,3-1 0-16,-1 2-3 0,1 1-5 0,1-3-2 16,-2 1 1-16,1-2 0 0,1 3-2 0,-1 0 0 15,3-1-3-15,-3 1-2 0,0-1-10 0,0-3-19 16,0-7-23-16,0 13-21 0,0-7-25 0,0 1-19 15,0-7-23-15,2 12-18 0,-2-6-19 0,0-6-118 16,-2 10-308-16,2-10 137 0</inkml:trace>
  <inkml:trace contextRef="#ctx0" brushRef="#br0" timeOffset="58081.7">25185 6719 78 0,'0'0'138'0,"10"-10"-3"0,-5 5 5 16,2 1-4-16,3 1-4 0,0 1-15 0,-4 0-10 16,-6 2-10-16,17 0-9 0,-7 0-3 0,-2 3-2 15,2-2 6-15,-2 2-7 0,1 1-8 0,-2 0-8 16,0-1-2-16,-3 2-6 0,-1 0-2 0,1 2-6 16,0 0-2-16,-4-7-1 0,0 13 0 0,-2-7-5 15,2 4 0-15,-4-1 4 0,0-1-11 16,1-1 1-16,-1-2-4 0,-1 3-7 0,0-4-2 0,5-4-1 15,-4 9-2-15,4-9-4 0,-3 6-4 0,3-6 2 16,-4 5-7-16,4-5 4 0,-2 6-3 0,2-6 0 16,0 0 2-16,0 11-5 0,0-11-1 0,0 0-1 15,6 8 0-15,-1-2 3 0,1-2-3 0,0 1 2 16,0-2 0-16,1 1-5 0,-3 1 2 0,6 1-2 16,-5-2 1-16,-1 0 2 0,0 1-5 0,-4-5 2 15,11 6-1-15,-9-1 0 0,2 0 1 0,-1 1 3 16,-3-6-2-16,0 11 6 0,0-3 0 0,0-8-3 15,-7 13 3-15,-1-3-3 0,1-3-2 0,-4 1 14 16,1 0-23-16,-1-2-13 0,-1 0-15 0,1 0-29 16,-1-1-23-16,2 1-40 0,-3-3-45 0,2 1-162 15,-1-2-362-15,-1-2 161 0</inkml:trace>
  <inkml:trace contextRef="#ctx0" brushRef="#br0" timeOffset="58250.18">25418 6845 26 0,'0'0'145'0,"3"-5"-27"0,-3 5-42 0,0 0-27 0,0 0-39 16,0 0-49-16,0 0-26 0,0 0-69 15,0 0 31-15</inkml:trace>
  <inkml:trace contextRef="#ctx0" brushRef="#br0" timeOffset="105474.05">23649 10699 173 0,'-2'-10'173'16,"2"10"-7"-16,-1-8-14 0,1 8-14 0,0 0-12 0,1-10-15 16,-1 10-8-16,0 0-13 0,0 0-1 0,0 0 3 15,0 0-2-15,0 26 0 0,-1-10-2 16,-2 0 0-16,1 1-7 0,-3 2-3 0,1 8-7 0,-4-2-12 15,5 1 0-15,-3-7-6 0,1 0-7 0,-2 0-2 16,0 0 1-16,2-3-9 0,1 2-3 0,0-3-2 16,2-2-3-16,-2-2-3 0,0 0 2 0,2-3-7 15,1-1 1-15,1-7-1 0,-2 11 9 0,1-5 11 16,1-6 10-16,0 0 2 0,0 0 13 0,0 0-16 16,0 0-5-16,0 0 0 0,0 0-9 0,6-24 0 15,1 9-4-15,0-2-4 0,-2-2-4 0,4-5-1 0,2-4-3 16,-1 5-2-16,1-4-4 0,1 2 1 15,1-5-3-15,4 4-1 0,-2-4 0 0,-1 3-6 16,0 1-4-16,1 0 4 0,-1 4-5 0,-2 5-1 16,-1 1-2-16,-2 2 1 0,1 2 4 0,-1 2-5 15,-4 2-2-15,2 4 3 0,-1 1-4 0,3 3 1 16,-9 0 2-16,13 3 1 0,-4 4-2 0,0 3 3 16,0 4 1-16,0 4 2 0,2 7 2 0,-3 1-2 15,-3-4 1-15,1 5 10 0,-1-2-7 0,2-1-2 0,-3-6-1 16,-2 0 3-16,1 1-3 0,-1-1-1 0,1-1 2 15,1 1 1-15,0-2-4 0,-2 0 5 16,2-2 0-16,1 1 1 0,0-4-6 0,-1 0 5 16,-1-1-13-16,0-2-15 0,1 2-24 0,0-5-30 0,-1 4-35 15,-1-4-44-15,-2-5-29 0,4 9-24 0,-3-4-190 16,-1-5-432-16,0 0 191 0</inkml:trace>
  <inkml:trace contextRef="#ctx0" brushRef="#br0" timeOffset="105628.32">23645 10901 157 0,'-10'0'146'15,"10"0"-15"-15,0 0-11 0,0 0-13 0,0 0-9 16,0 0-11-16,20 9-19 0,-6-7 9 0,8 0-27 16,9 1-33-16,1-2-42 0,7 0-37 0,-2-1-101 15,0 0-174-15,14-1 77 0</inkml:trace>
  <inkml:trace contextRef="#ctx0" brushRef="#br0" timeOffset="105853.52">24505 10656 2 0,'0'-6'169'0,"-5"-2"3"0,-1-2-4 0,0 4-2 16,-1-1-7-16,0 3-10 0,-1 2-9 0,0 1-10 15,8 1-3-15,-23 3-8 0,11 1-3 0,-7 4-4 16,1 11-6-16,-2-1-3 0,0 3-4 0,1 2-4 15,0 2-10-15,2 0-5 0,4-2-12 0,2 1-9 16,6-5-2-16,-1 6-4 0,4-7-7 0,2 1-3 16,5 5-2-16,1-8-11 0,4 3-21 0,6 0-28 15,0-6-38-15,9 4-36 0,6-6-57 0,4-2-27 0,2-1-40 16,2-3-115-16,20 0-360 0,-3-4 160 16</inkml:trace>
  <inkml:trace contextRef="#ctx0" brushRef="#br0" timeOffset="106515.71">25035 10929 174 0,'0'0'197'16,"0"0"-14"-16,0 0-8 0,4-7-10 0,-4 7-13 0,0 0-8 16,9-4-10-16,-4 0-8 0,6 2-8 0,0-3-3 15,1-1-11-15,-1 1-7 0,8-3-3 16,-5 1-4-16,0-2-4 0,-2 2-7 0,-2 0-2 15,2-2 8-15,-4 0-9 0,0 1-6 0,0-2-7 0,-4-1-6 16,1 3-4-16,-3-1 1 0,-1-2-10 16,-1 11-1-16,-2-12-7 0,-4 2-4 0,-1 4-7 15,3 1 0-15,-2 2-2 0,-3 1-4 0,-4 2-2 16,3 4-4-16,-5 5-2 0,-1-2-3 0,2 5-2 0,1 2 2 16,2 0-3-16,-1 2 3 0,2-2-5 0,2 2 0 15,1-2 0-15,3 3-1 0,2-3 3 0,2 0-2 16,2-1 1-16,1 1 1 0,5 0-1 0,3 0-2 15,4-1-17-15,0-4-15 0,6-2-18 0,6 0-19 16,1-3-13-16,5-1-12 0,-2-2-10 0,2-1-10 16,1-4-8-16,2-1 16 0,3-4 4 0,-1 2 3 15,-1-2 6-15,-1-4 9 0,-2-3 8 0,-3 3 0 16,-2-2 16-16,-3-3 2 0,-5 1 19 0,-2-4 1 16,-9 5 23-16,2-1 11 0,-5 1 19 0,-3 0 12 15,-2 2 8-15,-2 4 4 0,-2-2 4 0,-2 1 3 16,-3 3-7-16,0-1 8 0,0 3 1 0,-1 0-2 15,-1 4 5-15,-3 3-5 0,-1 0 1 0,1 5 2 16,-5 3 9-16,-2 6 1 0,-2 2-6 0,2 1-3 16,6-1-6-16,2 1-7 0,-1 3-3 0,8-4-1 15,-6 0-9-15,6 1 1 0,2 0-2 0,2-1 0 16,2 0-4-16,1-1 1 0,1-1-3 0,3-3-2 16,-4 0 1-16,7 0 0 0,-1 2-6 0,1-2 0 15,3-1 1-15,-1-3-4 0,3-1 3 0,1 3-1 16,-5-5-3-16,1 1 4 0,1-2-9 0,-1 0-1 0,-2 1-1 15,1 0 0-15,-2 0-3 0,-1-1 2 16,2 2-4-16,-3 1 3 0,-1 0-2 0,-2 3 0 16,-1 1 2-16,-1 2 4 0,3 2-6 0,-8 4 5 15,1-2-3-15,-3 1 0 0,-1 0 4 0,-1 1-1 0,1-1-3 16,-3 0 3-16,2-1-2 0,-2 0 2 16,1-2-2-16,0 2-22 0,2-1-30 0,1-2-28 15,1-3-31-15,1-1-50 0,2-3-37 0,0 1-188 16,-1 1-416-16,2-2 185 0</inkml:trace>
  <inkml:trace contextRef="#ctx0" brushRef="#br0" timeOffset="107086.71">25983 10908 33 0,'2'-11'210'0,"-2"1"-4"16,-2 2-8-16,2 8-22 0,2-10-16 15,-2 10-20-15,0 0-13 0,-4-7-10 0,4 7-8 0,0 0-11 16,0 0-8-16,-6 31-9 0,4-16-8 0,0 3-5 16,2-1-8-16,0-2-7 0,0 2-3 0,0-1-7 15,2-6 1-15,1 3-5 0,2-2-8 0,-1-1-2 16,3-1 0-16,-3 0-1 0,5-3-6 0,-4 0-1 16,4 0 3-16,-1-2-1 0,1-4-3 0,1 0 4 15,1-3 0-15,-3-1 10 0,4 0 5 0,-3-5-5 16,0 1-2-16,1-2-3 0,0-2 3 0,-3 1-6 15,3-3 2-15,0-1-3 0,-5-3-4 0,3 0-2 16,0 1 4-16,-2 2 1 0,-4 3 2 0,3 1 0 16,-1 0 6-16,-4 3-1 0,2 1 1 0,-2 7-8 15,2-9-9-15,-2 9-3 0,0 0 3 0,0 0-8 16,0 0-1-16,0 0 1 0,0 0 1 0,3 31-3 16,-3-16 1-16,0 2-3 0,0-2 7 0,0 1-8 15,2-5 2-15,0 0-1 0,3 1 3 0,0 0 0 16,6-1 3-16,0-3-5 0,0-3 6 0,2-1-3 15,8-2 3-15,0-2-2 0,-2 1 6 0,4-4-5 16,-5-3 4-16,0-1 0 0,0 1 3 0,-3-1-3 16,1-2 8-16,-2 0-4 0,-1-2 0 0,-2-1-3 15,-2 2 2-15,-5-1-4 0,4 1 1 0,-4-2 0 0,1 2 1 16,-1-2-3-16,-4 3 2 0,2 1 2 0,0 2-6 16,-2 6 1-16,2-10-2 0,-2 10-5 0,0 0 2 15,0 0-6-15,0 0 3 0,0 0 0 0,0 0-4 16,0 0 1-16,-13 24-2 0,11-14 6 0,0 2-4 15,-2 0 1-15,4 0-3 0,0 1 4 0,0 2-13 16,2-2-15-16,2 1-23 0,1 0-26 0,-1-2-37 16,0-2-30-16,6 2-30 0,-3-4-36 15,1-1-28-15,-1-1-163 0,2-1-432 0,-2-3 191 16</inkml:trace>
  <inkml:trace contextRef="#ctx0" brushRef="#br0" timeOffset="107260.29">26346 10562 16 0,'-6'-9'214'0,"1"2"-22"0,1 1-18 0,0 1-22 16,4 5-17-16,-5-7-32 0,5 7-16 0,0 0-21 16,0 0-19-16,0 0-26 0,0 0-49 0,0 0-61 15,13 26-93-15,1-12-197 0,1 0 87 0</inkml:trace>
  <inkml:trace contextRef="#ctx0" brushRef="#br0" timeOffset="107707.79">26791 10817 28 0,'0'0'208'0,"0"-12"-22"0,0 12-20 15,5-6-15-15,-5 6-9 0,0 0-9 0,16 6-4 16,-7 3-5-16,1 3-12 0,2 4-7 0,1 7-5 15,-4-5-9-15,5 6-5 0,-5-2-5 0,0 2-8 16,-2-5-3-16,2 3-9 0,-3-5-1 0,-1 0-1 16,1-1-3-16,-1-5-2 0,-2-1 2 0,3 0-3 0,-2-4 4 15,-1 0 3-15,1-1 12 0,0-2 18 16,-4-3 19-16,6 6 1 0,-6-6-2 0,0 0-15 16,0 0-10-16,11-19-12 0,-5 5-7 0,-2 2-6 15,1-5-4-15,2-1-4 0,-2 0-7 0,1-6-3 16,1-1-3-16,-1 0-11 0,2-1-5 0,-4-1 2 0,3 0-7 15,-1-3-16-15,0 5 1 0,-2 0-22 0,0 9-5 16,-2 5-16-16,2-1-19 0,-4 5-42 0,1 3-48 16,-1 4-48-16,0 0-30 0,0 0-17 0,0 0-186 15,0 0-468-15,0 0 207 0</inkml:trace>
  <inkml:trace contextRef="#ctx0" brushRef="#br0" timeOffset="108083.73">27335 10816 138 0,'0'0'194'0,"-7"-11"-1"0,3 6-3 0,-1-3-5 15,0 6-9-15,-3-2-14 0,8 4-18 0,-14 1-12 16,1 4-11-16,1 2-4 0,-1 4-12 0,0 3-6 16,-3 2-14-16,-1 3-6 0,5-3-8 0,1-1-7 15,-1 2-7-15,3-2-2 0,3 2-8 0,3-6-3 16,1 3-5-16,2-3 0 0,0 0-5 0,2-1-3 15,1-2-3-15,1-1-6 0,2-1 2 0,1-2-1 16,5-2-1-16,-1-2-8 0,1-1-7 0,1-3 6 16,5-1-5-16,1-4 0 0,-2 1-2 0,-2-2 2 15,1 1-2-15,-3-3-2 0,1-3 3 0,-3 2-2 16,-2 0 1-16,-3 4 1 0,2 1-2 0,-6-5 0 0,3 6-5 16,-1 1 5-16,-4 1-4 0,0 5 2 15,6-9-4-15,-3 4-5 0,-3 5-1 0,0 0 7 16,0 0-6-16,0 0 3 0,0 0 1 0,7 14-1 15,-7-14 0-15,0 20 3 0,0-8-4 0,0 0 2 0,0 0 0 16,2 1-7-16,0 2-22 0,1-2-20 0,-1-1-33 16,2 0-31-16,2 0-37 0,-3-2-39 15,3-1-170-15,-3-4-392 0,4 1 174 0</inkml:trace>
  <inkml:trace contextRef="#ctx0" brushRef="#br0" timeOffset="108286.99">27580 10593 34 0,'-3'-18'213'0,"3"0"-2"16,0 6-5-16,0 0-5 0,0 5-14 0,-2 0-20 15,2 7-22-15,0 0-11 0,0 0-13 0,0 0-10 16,0 0-14-16,0 0-7 0,12 35-6 0,-8-7-8 16,1 2-8-16,-1 4-4 0,0 2-7 0,3 11-2 15,0-13-9-15,-3 0-26 0,0 2-35 0,-1-2-43 16,-1-1-33-16,3-2-35 0,-3 0-46 0,-2-4-150 15,0-7-347-15,-1-3 154 0</inkml:trace>
  <inkml:trace contextRef="#ctx0" brushRef="#br0" timeOffset="108521.88">27756 10987 61 0,'10'-16'172'0,"2"1"-2"15,-2-2-10-15,10-3-8 0,-4 0-6 0,3-1-7 16,-8 5-1-16,6-5-7 0,-5 6-10 0,0-1-10 15,-4 0 1-15,1-1 2 0,-2 4-6 0,-4 0-1 16,-3 2-3-16,0 0-11 0,0 2-8 0,-6-1-5 16,2 3-7-16,-3 4-9 0,-3-1-9 0,-1 4-4 15,-6 4-5-15,-3 1-4 0,3 5-4 0,-2 1-3 16,-4 5-7-16,10-2-2 0,-3 7-4 0,3-1-2 16,6-3-17-16,3-2-20 0,1 2-29 0,3-1-38 15,5 0-25-15,4-1-29 0,1 0-34 0,3 1-35 16,0-3-132-16,3-4-368 0,3 3 163 0</inkml:trace>
  <inkml:trace contextRef="#ctx0" brushRef="#br0" timeOffset="108715.67">28037 10929 179 0,'6'-15'186'0,"-4"-3"-11"0,3 0-8 0,-1 0-4 16,0-7-6-16,3 6-1 0,-1 0-3 0,4-5-5 15,-4 7 1-15,-1 0-14 0,1 1-6 0,2 2-16 16,-4 4-10-16,2 3-13 0,-2 2-11 0,1 2-5 15,-5 3-12-15,12-2-8 0,-12 2-4 0,16 8-6 16,-8-1-2-16,3 7-4 0,-2 2-4 0,1 1-6 16,-3-2-22-16,1 3-22 0,-3-1-30 0,-1 0-41 15,2 2-57-15,0-4-50 0,0 0-178 0,-3-3-402 0,3-2 179 16</inkml:trace>
  <inkml:trace contextRef="#ctx0" brushRef="#br0" timeOffset="108962.1">28598 10455 197 0,'-1'-13'263'16,"-2"4"-2"-16,2 2-17 0,1-2-16 0,0 9-29 0,-1-10-23 16,1 10-19-16,0 0-16 0,0 0-13 0,0 0-11 15,-11 26-4-15,7-7-12 0,-1 7-6 0,2 3-8 16,-5-1-9-16,6 2-6 0,-2 0-9 15,1 1-1-15,1-3-9 0,-1 4-1 0,2-3-5 0,2-2-6 16,-1 0-4-16,0-8-8 0,1-2-24 0,1 0-30 16,0-3-37-16,2 2-46 0,-1-6-51 0,1-1-42 15,2-2-215-15,-5-2-450 0,3-1 200 0</inkml:trace>
  <inkml:trace contextRef="#ctx0" brushRef="#br0" timeOffset="109130.7">28516 10681 2139 0,'-1'-8'26'0,"1"8"-4"0,-3-11-16 0,3 11-14 0,-2-9 5 16,2 9 3-16,0 0-5 0,0 0 13 0,0 0 5 15,6-11 5-15,-6 11 1 0,11-3-1 0,1 3 0 16,1-3-3-16,6 2-4 0,-2-2-6 0,5 3-30 16,1 3-37-16,-3-3-39 0,2 1-54 0,-5 0-172 15,0 3-353-15,-4-3 156 0</inkml:trace>
  <inkml:trace contextRef="#ctx0" brushRef="#br0" timeOffset="109577.92">29554 10485 1709 0,'4'-10'96'0,"-2"-3"-12"16,-2 1-47-16,-5 1-3 0,-4 1 2 0,0 4 3 0,-3 2 13 15,-6-2-2-15,1 4 6 0,-3 5 3 16,-2 2 6-16,-7 5 4 0,1 5 0 0,1-1-5 0,4 3-1 16,1 2-1-16,3-2-6 0,3 4-2 15,6-6-7-15,4 3-5 0,2 7-2 0,5-7-3 0,8 5-1 16,0 1-3-16,4 0-4 0,9-3-5 0,1-2 3 15,5-1-3-15,1-4-5 0,6-2-14 0,0 0-20 16,2-6-32-16,2-2-39 0,0-4-35 16,-2-4-33-16,-3 0-37 0,-1-4-28 0,-6-3-162 0,-8 3-413 15,-2-3 183-15</inkml:trace>
  <inkml:trace contextRef="#ctx0" brushRef="#br0" timeOffset="109771.98">29798 10400 92 0,'-1'-17'161'0,"-4"1"16"0,5 5 14 0,-1 1-5 15,-1 3-6-15,2 7-17 0,0-10-15 0,0 10-15 16,-1-9-19-16,1 9-13 0,0 0-8 0,0 0 6 16,0 0 4-16,0 0-5 0,4 38 2 0,-3-18-5 15,0 5-13-15,3 1-2 0,-5 3-7 0,-3 0-9 16,4 0-5-16,1-2-5 0,-2 1-6 0,2 0-4 16,-2-1-1-16,0-2-6 0,1-4-13 0,0 3-32 15,0-6-38-15,-1 0-42 0,1-3-62 0,0-4-61 16,0 0-180-16,0-11-421 0,0 13 187 0</inkml:trace>
  <inkml:trace contextRef="#ctx0" brushRef="#br0" timeOffset="110023.06">30083 10409 1695 0,'4'-12'112'0,"0"4"-53"0,-3 1-11 15,0 0-27-15,-1 7-11 0,0 0-4 0,-13-3 5 16,13 3 12-16,-29 13 13 0,5 1 5 0,-2 1 3 15,-2 4-2-15,3-1-2 0,0 3-2 0,4-1-4 16,0 1-13-16,7-8 3 0,4 3 4 0,2-5-3 16,1-2-1-16,4 1-3 0,0-3 8 0,2 1 3 15,1-8 1-15,3 13 4 0,1-6-1 0,5-2-1 16,3 0-5-16,1 0-4 0,6-1 2 0,-1 1-5 0,4-3-4 16,-2 2-5-16,1-2-18 0,1-2-32 0,-1 3-35 15,0-2-61-15,-1 1-41 0,0-4-54 16,-3 0-124-16,1 0-380 0,-1-2 170 0</inkml:trace>
  <inkml:trace contextRef="#ctx0" brushRef="#br0" timeOffset="110232.26">30392 10271 199 0,'2'-12'221'0,"-1"2"9"0,0 2-11 15,2 2-27-15,-3 6-14 0,0-9-19 0,0 9-17 16,0 0-18-16,0 0 2 0,0 0-2 15,1 38 21-15,-1-11-8 0,-2 4-8 0,-2-2-15 16,2 4-8-16,0 1-14 0,-2-2-4 0,4 0-13 16,1-1-1-16,-1-4-10 0,0-2-7 0,1 1-4 0,2-7-23 15,0-2-34-15,-2-1-49 0,-1 0-66 16,1-4-59-16,-1-2-61 0,0-4-176 0,0-6-448 0,0 0 198 16</inkml:trace>
  <inkml:trace contextRef="#ctx0" brushRef="#br0" timeOffset="110380.65">30315 10501 2007 0,'1'-10'97'0,"0"0"-54"16,-1 10-23-16,-1-13-8 0,2 7-4 15,-1 6-5-15,5-8 3 0,1 1-3 0,2 2-6 0,3 2 4 16,2-1-2-16,4-3 2 0,11 2-19 0,-9 3-10 16,11 1-46-16,-2 0-38 0,-9 1-44 0,3 1-146 15,-3 0-327-15,-6-1 145 0</inkml:trace>
  <inkml:trace contextRef="#ctx0" brushRef="#br0" timeOffset="121361.99">23315 12966 9 0,'-4'5'82'0,"4"-5"-7"0,-6 5 3 0,6-5-8 16,-9 6 0-16,9-6-5 0,-8 6-4 0,6-3-3 15,2-3 3-15,-8 7-3 0,4-1-2 0,4-6-4 16,-6 5-4-16,6-5 7 0,-6 8-2 0,2-6 0 15,4-2-2-15,-6 5-2 0,6-5 2 0,-5 7-2 16,5-7 0-16,-6 2 1 0,6-2-10 0,-6 6 4 16,6-6-1-16,0 0 8 0,-5 4-2 0,5-4 3 0,0 0-3 15,0 0-5-15,-7 3-2 0,7-3 3 16,0 0-5-16,0 0-1 0,0 0 3 0,0 0-2 16,0 0 2-16,0 0 0 0,0 0-5 0,0 0-3 15,17-14 3-15,-7 6-2 0,5-3-2 0,12-6-7 0,4 0-1 16,1-4-2-16,15-6 1 0,-1-1-4 0,0 0 1 15,1-2-4-15,1 3 0 0,5-2 4 16,-3-1-1-16,0 0-3 0,2-1 1 0,-7 2-4 16,0 1 4-16,-2 1-2 0,-2 2 1 0,-10 7 8 0,-2 0-6 15,1-2 10-15,-4 4 5 0,0 0-2 0,-4 0-5 16,-6 6 4-16,0-2-3 0,-5 2-4 16,0 1 0-16,-1 4-1 0,-3-2-1 0,1 2 3 15,-3 1 7-15,0 0-10 0,-5 4 3 0,9-5 0 16,-9 5-4-16,5-6-3 0,-5 6-5 0,5-1-1 0,-5 1 2 15,0 0-5-15,6-4-1 0,-6 4 2 0,0 0-3 16,0 0-2-16,0 0 3 0,0 0-7 0,0 0-14 16,0 0-15-16,0 0-8 0,0 0-21 15,0 0-20-15,0 0-11 0,0 0-24 0,-17 16-22 0,13-11-21 16,-5 1-9-16,0 1-21 0,0 0-153 0,-6 3-364 16,-2-1 162-16</inkml:trace>
  <inkml:trace contextRef="#ctx0" brushRef="#br0" timeOffset="121996.83">23185 12643 59 0,'-5'-6'128'0,"-2"0"-8"0,2-1-18 15,0 1 15-15,-1 2-9 0,0-1 1 0,1 0-16 0,-2 1-14 16,7 4 1-16,-10-6-13 0,4 3-1 0,6 3-9 16,-7-5-4-16,7 5 2 0,-8-3-9 0,8 3-2 15,0 0-3-15,-9-4-4 0,9 4-17 16,0 0 11-16,0 0-6 0,-4-4-3 0,4 4-1 0,0 0 1 15,0 0 6-15,0 0-5 0,0 0-1 0,0 0-3 16,-2 15 1-16,2-15 0 0,0 9-3 0,0-9 11 16,-2 12 3-16,2-6 0 0,2 3-3 0,-2-2 0 15,1 3 4-15,0 2 10 0,1 2-3 0,0 2 6 16,1 0 3-16,-2 1-3 0,0 2-3 0,2 2 2 16,-2 3-3-16,2 2-2 0,-2-1-2 0,-1 1-3 15,0 1 0-15,2-2 3 0,0 4-1 0,0 2-5 16,-1-2 2-16,5 1 0 0,-2 0-2 0,-3 1 0 15,5 0-2-15,-3 1-3 0,1-4-1 0,2 2-2 16,-1 1-3-16,1-3 2 0,0 1-3 0,-1 0-2 16,1-3-3-16,-1 1 2 0,-2-1 0 0,1-1-2 15,1 0-3-15,-3 0-1 0,1 0 2 0,-2 1-2 16,0-1 1-16,-2 4 3 0,1-2 4 0,0 2 2 16,-2 2-3-16,0-3 4 0,2 3 0 0,-1-2-1 15,-2 0 0-15,1 0-4 0,-2 0-2 0,1 0 4 16,0 0-3-16,-1-1 2 0,-1 2-21 0,2-2-1 15,2-1 0-15,0-1 13 0,2-1-8 0,-2-5 2 16,1-1-4-16,0 0 3 0,0-1 3 0,0-2-4 16,1 2 0-16,2-2 0 0,-5 2-15 0,4-5-11 15,-1 3-22-15,-1-6-15 0,-1 2-16 0,-1-2-23 16,1-1-14-16,-2-3-18 0,2 1-30 0,-2-1-25 16,3-6-21-16,-6 12-129 0,2-11-367 0,4-1 164 15</inkml:trace>
  <inkml:trace contextRef="#ctx0" brushRef="#br0" timeOffset="122972.43">23135 13827 48 0,'-4'-8'129'0,"4"8"-9"15,0 0-2-15,0 0-1 0,0 0 3 0,-1-6-4 16,1 6 0-16,0 0-10 0,0 0-2 0,0 0-7 16,0 0-10-16,0 0-3 0,0 0-10 0,0 0-7 15,0 0-7-15,0 0-2 0,0 0-5 0,0 0-18 16,0 0 3-16,0 0-6 0,0 0-6 0,0 0-2 16,0 0-3-16,19 0 2 0,-8 1-1 0,7-1-3 15,3 3 4-15,7 1-2 0,3 0-2 0,-1-4 0 16,2 0-2-16,0 3 2 0,2 0-6 0,-4 0 4 15,5-1-10-15,-5 3 5 0,0-2 6 0,-1 0-1 16,1 0-6-16,-2-1-2 0,-2 3 3 0,-5-3 0 16,6 1-1-16,-8 3 0 0,4-5 0 0,-4 2-3 15,0 1-3-15,2-1 3 0,-1-3-3 0,-2 3 0 16,4 0 2-16,-4-2-2 0,1-1 0 0,1 3-5 16,-6-2 5-16,4 0 2 0,-5 1 1 0,1-1-2 15,-5-1-4-15,-1 1 0 0,-1 0 4 0,-7-1-3 16,14-1 2-16,-9 4-4 0,-5-3-5 0,0 0 2 15,12 0 3-15,-12 0-2 0,8 2 3 0,-8-2 2 16,0 0-7-16,9 2 4 0,-9-2-2 0,6 6 1 16,-6-6 3-16,5 4-3 0,-5-4 3 0,8 5 0 15,-3-3 2-15,-5-2-3 0,6 5-3 0,-6-5 5 16,8 6-5-16,-4-5 8 0,-4-1-6 0,10 5 1 16,-6-2-1-16,1 1-1 0,-5-4-1 15,9 3 3-15,-9-3-2 0,11 3 0 0,-7 1 1 0,-4-4 4 16,10 4-6-16,-6-2 4 0,-4-2-3 0,9 1 1 15,-9-1-2-15,0 0 2 0,12 3 2 0,-12-3-7 16,5 2 8-16,-5-2-6 0,0 0 4 0,0 0 1 16,0 0-2-16,8 2 1 0,-8-2-2 0,0 0 4 15,0 0-4-15,0 0 3 0,0 0-2 0,14-4 0 16,-14 4-1-16,7-3 2 0,-7 3 4 0,9-3-7 16,-9 3-2-16,10-4 3 0,-10 4 2 0,8-3-2 15,-8 3 0-15,6-3-2 0,-6 3 3 0,0 0-4 16,8-4 3-16,-8 4 3 0,0 0-5 0,5-3 2 15,-5 3-1-15,0 0 5 0,0 0-4 0,0 0 2 16,0 0 1-16,0 0-1 0,0 0 5 0,0 0 5 16,0 0-3-16,0 0 1 0,0 0 3 0,0 0-1 15,0 0-1-15,0 0 6 0,0 0-6 0,0 0 0 16,0 0 2-16,0 0-6 0,-10 17 0 0,10-17 0 16,-8 8 1-16,4-4-2 0,-2 3-4 15,0-1 4-15,0 1-3 0,-1 2-3 0,2-3 2 0,-2 3 2 16,1-1 1-16,0-1-5 0,-1 2 1 0,2 0 4 15,-1 0-2-15,-2 0-2 0,3 0-1 0,0-1 2 16,0 0-3-16,1-3 3 0,0 2 0 0,-1-1 0 16,1-1-16-16,4-5-26 0,-8 11-19 0,5-6-49 15,0 0-26-15,3-5-40 0,-9 7-25 0,2-4-106 16,7-3-329-16,-12 1 146 0</inkml:trace>
  <inkml:trace contextRef="#ctx0" brushRef="#br0" timeOffset="123198.43">24208 13896 47 0,'0'-13'195'15,"-2"7"-14"-15,-2 0-23 0,-1 1 1 0,0-3-15 16,-4 0-9-16,1 3-3 0,-1 1 0 0,-1-1-2 16,0-1-3-16,0 1-6 0,-1 1-2 0,2-1-3 15,0 0-13-15,-1 1-8 0,4-2-10 0,1 2-8 16,-2 1-1-16,7 3-7 0,-10-5-10 0,10 5-12 15,-10-8-19-15,10 8-32 0,-6-8-30 0,3 4-37 16,3 4-33-16,-4-11-30 0,1 2-52 0,2-1-148 16,1 10-361-16,-1-25 159 0</inkml:trace>
  <inkml:trace contextRef="#ctx0" brushRef="#br0" timeOffset="124433.9">24217 11965 35 0,'0'0'86'0,"-2"-8"-5"0,2 8 11 0,-1-10-9 16,1 10-10-16,0-8 14 0,0 8-9 0,0-12-3 15,0 12-7-15,-2-9 0 0,2 9 9 0,0-14-11 16,0 14-2-16,0-10-5 0,-1 3-11 0,1 7 10 0,-4-9 0 15,4 9-5-15,-2-10 3 0,2 10-11 16,-3-8-3-16,3 8-2 0,-1-7-6 0,1 7 2 16,0 0-5-16,-3-8-7 0,3 8-1 0,0 0-5 0,0 0 1 15,0 0-7-15,0 0 0 0,0 0 0 0,0 0-5 16,0 0 6-16,0 0-5 0,0 0-3 16,0 0 0-16,3 23 9 0,-1-10-3 0,1-2 9 15,-2 1 1-15,0 5 2 0,1 2-8 0,0-1 8 16,1 2 6-16,-1 3 6 0,1 3-6 0,2-7 1 0,-1 4-1 15,-2-3-4-15,2 4 1 0,-1-5 1 0,1-2-2 16,1 9-1-16,0-7 3 0,0 6 4 0,-1-7-11 16,0 0 2-16,2-2-4 0,-2-1 2 0,1 0-5 15,0 1-4-15,-1-5 3 0,-2 0-3 0,2 0-1 16,-1-2 1-16,1 0-2 0,-2-4-3 0,0 1 2 16,-2-6-1-16,3 10 3 0,-1-5-2 0,0 1-2 15,-2-6-1-15,4 7-4 0,-4-7-10 0,4 4-6 16,-4-4-9-16,0 0-7 0,0 0-11 0,0 0-13 15,0 0-14-15,0 0-22 0,0 0-25 0,0 0-16 16,0 0-16-16,0 0-135 0,0 0-306 0,8-25 135 16</inkml:trace>
  <inkml:trace contextRef="#ctx0" brushRef="#br0" timeOffset="130918.03">24217 11843 43 0,'-3'-6'47'0,"3"6"8"16,0 0-3-16,-6-5-1 0,6 5 9 0,0 0-8 15,-5-5-6-15,5 5-4 0,0 0 3 16,-7-4-5-16,7 4 1 0,0 0-5 0,-7-4 6 0,7 4 2 15,0 0 2-15,0 0-2 0,-6-5-8 0,6 5-5 16,0 0-1-16,0 0-6 0,0 0 12 0,16-6-2 16,-5 5-9-16,7-3-11 0,0-1 13 0,2 2-20 15,12-2 11-15,-1 2 5 0,3-2-4 0,5-1 6 16,15-1-6-16,4 0-5 0,1 3 5 0,1-3-8 16,-3 3-3-16,5-2 3 0,-1 1 2 0,-1-1-4 15,1-1 5-15,-1 1-4 0,-1 2-5 0,5-2 2 16,-5 0-1-16,-2 2 4 0,5-2-8 0,-2 0 8 15,-1-1-4-15,-2 4-2 0,-1-3 5 0,-2 0-5 16,-5 2 0-16,-11 1 0 0,-1 0 8 0,-1 0-4 16,-3-1-8-16,-1 0 0 0,-3 1 8 0,0 0 9 15,-9-1-10-15,0 2 3 0,-1-1 6 0,0 1-6 16,-5-1 2-16,-1 2-6 0,-1-1 9 0,-1 1-7 16,-1 0 4-16,-2-1-2 0,1 1-3 0,2-2 11 15,-5 2-19-15,4 0 6 0,-3 0 2 0,-7 1 3 16,12-3 3-16,-12 3 2 0,10-2-3 0,-10 2 0 15,0 0 6-15,11-2-5 0,-11 2 8 0,0 0-5 16,4-1 5-16,-4 1-4 0,0 0 6 0,0 0 2 16,0 0-3-16,0 0-1 0,0 0-2 0,0 0 4 15,0 0-3-15,9-2-5 0,-9 2 8 0,0 0-5 16,0 0-1-16,0 0 2 0,0 0-8 0,0 0 1 0,0 0-4 16,0 0 0-16,0 0 0 0,0 0-2 0,0 0-3 15,0 0 1-15,0 0-2 0,0 0 1 16,0 0 2-16,0 0-5 0,0 0 2 0,0 0-4 15,0 0 3-15,0 0-2 0,0 0 5 0,-2 13-5 0,2-13-1 16,0 0 3-16,-5 12-4 0,5-5 4 0,0-7 3 16,-2 14-2-16,0-4-2 0,2-1 3 15,-2 1 4-15,2 0 0 0,0 2-4 0,0 0 5 16,0 3 3-16,0 2 2 0,0-3-2 0,0 2 0 0,0 1 4 16,-2-2-1-16,4 3 5 0,-4-1-1 0,0 0-2 15,2-1 0-15,-1 4-5 0,1-4 4 16,0 4-3-16,-2-4 0 0,2 2-2 0,-2 1 3 0,2-2-6 15,0 9 1-15,-2-6 2 0,0 4-3 0,2-6 0 16,-2 2 1-16,4 7-4 0,-4-2-1 0,2 2-1 16,-3 2 6-16,3-4-5 0,-1 2 0 0,1 1 4 15,0-1-2-15,0 0 0 0,0 0 0 0,1-1-3 16,-1 2 1-16,5 0 1 0,-5 2-1 0,4-1 1 16,-4-1 10-16,2 0 0 0,0 2 2 0,-2 1-5 15,3-2 0-15,1-1 1 0,0-1-1 0,-1 2-2 16,-1-4 3-16,5 3-2 0,-4-2 1 0,1-1-5 15,0 3 2-15,3-4-1 0,-1 3 2 0,0-1-1 16,2-1 1-16,-3 3 1 0,3 0-2 0,2-1-5 16,-4 0 2-16,-1 3 0 0,-1-2 0 0,3-1-2 15,-5 1-1-15,3-1 7 0,-3 1-4 0,1 2-2 16,-3-3-2-16,4 2 0 0,-4-1 2 0,4-1 0 16,-4-1-4-16,0 2 2 0,0-3 2 0,0 1-4 15,0 0 2-15,0-1-2 0,0 0 0 0,0-6 3 16,0 8-2-16,0-7 1 0,0 5 0 0,2-6 0 15,-1 5-1-15,1-3 1 0,-2 3 0 0,2-5 1 16,0-1 0-16,2 2 0 0,-4-2 2 0,1 1-2 16,1 0 0-16,1-2 2 0,1 2 2 0,-4-2 1 15,2 0 1-15,0 1 4 0,-1-3-6 0,3 2 1 16,0-2-4-16,0 1 4 0,-4 1 2 0,1-1-3 16,3-5 1-16,1 4 4 0,-1-3-4 0,-3-1 3 15,3 2-3-15,-2 0 0 0,0-1 3 0,0-2-2 16,1 4 1-16,1-2 2 0,-4 0 2 0,2-2 10 15,3 1-9-15,-3 1-2 0,-1-2-1 0,1-1-1 16,-2 0 0-16,2 1-3 0,0-2 2 0,-2-8-5 16,0 13 1-16,2-5 3 0,-2-1 1 0,2 0 3 15,-2-7 0-15,0 14-2 0,0-8 0 0,0 2-1 16,0 1 3-16,0-9-2 0,0 14-1 0,-2-5-2 16,2 1 2-16,0 0-4 0,2 1 6 0,-2 0-3 15,3 1 2-15,-1 0-4 0,0 4 10 0,2 0-6 16,-1 3 0-16,2-4 1 0,-1 3-2 0,1 9-2 0,-1-9 10 15,0 2-7-15,1 5-1 0,-1-5 3 16,3 3-1-16,-4-3-1 0,1-2-22 0,0 7 0 16,-2-6 4-16,1 1-2 0,-3-1 3 0,6 6 0 15,-6-1 3-15,4-4-1 0,-4 6-1 0,6-2 2 16,-4-6 1-16,0 8-2 0,-2-7 1 0,4-1 1 16,1 7 0-16,-3-7 0 0,2 2 7 0,-2 4-6 15,1-4 1-15,0-3 0 0,1 2-4 0,1 1 3 16,-1 4 1-16,0-6-2 0,1-1 3 0,-1 7-2 15,1-6 1-15,-3-1 0 0,3-1 1 0,-1 4-1 16,0 4 1-16,-1-6-3 0,1-2 3 0,-2 1 0 0,1 1 2 16,0-1-2-16,1-1 0 0,-2 4-1 0,-2-2 0 15,2-1-3-15,-2-5 1 0,0 1-1 16,3 0 9-16,-1 2 29 0,0-5-4 0,-2 1-6 16,2 0-2-16,-2-1-5 0,0 0-1 0,0-3-4 15,2 0 2-15,-2-7-3 0,0 13-3 0,0-7 4 16,0-6-2-16,-2 11-3 0,2-11 0 0,2 10-1 0,-2-10 1 15,-2 11-5-15,2-11 6 0,0 7-4 16,0-7 1-16,-2 10-2 0,2-10 1 0,0 10 0 16,0-10-8-16,-4 9 9 0,4-9-6 0,-1 11 3 15,-1-6 0-15,2 3 2 0,-2 0-3 0,2-8 0 16,-4 13 3-16,4-3-1 0,-2 0-3 0,-2 0 3 16,2-1-4-16,0 3-1 0,0-5-2 0,0 3 8 15,2-4-4-15,-3 4 2 0,1-5-3 0,2 3 1 16,0-8-2-16,0 9 3 0,0-9-1 0,0 0 3 15,-2 11-4-15,2-11 2 0,-2 6 0 0,2-6 0 16,0 0 1-16,0 12-3 0,0-12 1 0,4 6 2 16,-4-6-4-16,0 9 0 0,0-9 5 0,2 11 2 15,-2-11-6-15,3 9 4 0,-3-9 0 0,2 9-3 16,-2-9 3-16,2 6-5 0,-2-6 4 0,0 0-2 16,2 9 0-16,-2-9-14 0,0 6-14 0,0-6-13 15,0 0-11-15,2 9-15 0,-2-9-13 0,0 0-14 16,0 0-17-16,0 0-23 0,0 0-25 0,-4 10-27 15,4-10-25-15,-4 3-157 0,4-3-397 0,0 0 175 16</inkml:trace>
  <inkml:trace contextRef="#ctx0" brushRef="#br0" timeOffset="131251.17">26174 15944 50 0,'-9'-3'149'0,"0"2"-5"15,0 0-1-15,9 1-3 0,-11-4-11 16,11 4-2-16,-10-1-14 0,10 1-7 0,-9-2-14 16,9 2-2-16,-6-4-4 0,6 4 3 0,0 0-8 0,-9-3 1 15,9 3-6-15,0 0-10 0,0 0-5 0,0 0-7 16,28-13-7-16,-2 4-1 0,5 2-7 15,8 1-7-15,14-8 9 0,5 5-4 0,-4 0-2 16,5-1-5-16,-3 0-2 0,0 3-1 0,-7-2-2 16,-10 4-4-16,-4-3-1 0,0 4 2 0,-4 1-7 15,-1 0 4-15,-11 1-4 0,-1 0 1 0,0 1-15 16,-4 1-20-16,-3 0-17 0,-3 0-23 0,0 1-22 16,-8-1-29-16,9 4-34 0,-5-1-23 0,-4-3-130 15,0 0-321-15,0 0 142 0</inkml:trace>
  <inkml:trace contextRef="#ctx0" brushRef="#br0" timeOffset="131479.91">26234 16081 160 0,'0'0'160'0,"25"8"-9"0,-7-9-15 0,4-1-9 15,5-1-8-15,5 1-15 0,-3-2-12 0,-6 2-12 16,3 0-24-16,-6-1-19 0,-3 2-24 0,-4-2-24 16,-4 1-14-16,2 2-16 0,0-1-8 0,-2-1-7 15,-2-1-1-15,-7 3-5 0,13-1 2 0,-13 1-1 16,7-3-8-16,-7 3-55 0,0 0-135 0,0 0 60 16</inkml:trace>
  <inkml:trace contextRef="#ctx0" brushRef="#br0" timeOffset="131651.73">26441 16066 14 0,'0'0'40'0,"-14"4"-1"0,14-4 2 0,-11 5 4 16,11-5 8-16,-9 4 8 0,9-4-2 0,-4 7 5 15,4-7 23-15,0 0 2 0,0 0 5 16,0 0-2-16,0 0 3 0,0 0-7 0,11 9-2 0,-2-9-10 16,0 0-3-16,5-1-2 0,-1 0-12 0,3 0-14 15,1 1-28-15,-3 0-38 0,4-3-31 0,-6 3-44 16,-2 0-108-16,-5 3-220 0,-5-3 98 0</inkml:trace>
  <inkml:trace contextRef="#ctx0" brushRef="#br0" timeOffset="131805.43">26473 16190 57 0,'17'-2'103'15,"1"-5"-30"-15,-2 1-29 0,2 0-37 0,-1-2-32 16,2 4-19-16,-6-3-47 0,-1-2 22 0</inkml:trace>
  <inkml:trace contextRef="#ctx0" brushRef="#br0" timeOffset="134158.37">24168 13943 32 0,'-3'-7'80'0,"3"7"3"0,0 0-12 16,-4-9 1-16,4 9-1 0,-6-5-2 0,6 5-9 16,-4-5 8-16,4 5-16 0,0 0-1 15,0 0-9-15,0 0-4 0,-9 0-4 0,9 0 4 16,0 0-4-16,-5 13 7 0,5-13-2 0,-5 13-3 0,2-3 3 16,2 2-1-16,1 2-7 0,0 1-2 0,4 2 11 15,-2 2-1-15,5 5 1 0,-2-5 2 0,4 6-6 16,2-2 5-16,-1 1-3 0,0-2 3 15,-2-3-9-15,0-1 8 0,0 0-10 0,-2 1 0 16,2-2 3-16,-2 0-2 0,-1-1-3 0,-1 2 6 0,0-1-6 16,0 0 0-16,-3 0-5 0,0-2-1 15,1-1-2-15,-4 1-1 0,2 0-1 0,-2 2 1 0,1-1 0 16,-1-3-2-16,1-1 3 0,-2 2 1 0,1-1 0 16,-1-2-6-16,-1 5 1 0,3 0-4 0,-1-3 2 15,0-2-1-15,1 0 0 0,-3 0-2 0,3 0 0 16,0-2-4-16,-1 2-2 0,1-4 1 0,-1-2-1 15,2-5 1-15,-3 11-2 0,3-11-3 16,-1 7 5-16,1-7-4 0,0 0 4 0,-2 8-3 16,2-8-1-16,0 0 3 0,0 0-2 0,-1 8-2 0,1-8 6 15,0 0 1-15,0 0 3 0,0 0 3 0,0 0 4 16,0 0 6-16,0 0-2 0,0 0 0 0,0 0-2 16,-2 7 2-16,2-7-5 0,0 0-2 0,0 0-2 15,0 0-4-15,0 0 1 0,0 0 0 16,0 0-6-16,0 0-1 0,0 0 1 0,0 0-2 0,0 0 3 15,0 0-3-15,0 0 0 0,0 0 1 0,0 0 0 16,0 0 4-16,11 4-6 0,-11-4 3 16,8 2 4-16,-2 1-3 0,-6-3-2 0,14 3 0 0,-6-2-1 15,5-1-1-15,-4 1-1 0,2 0 3 0,-2 1-4 16,-3 0 1-16,2 0 0 0,0-2 0 0,-1 2-2 16,-7-2 0-16,9 4 0 0,-9-4-2 0,8 4 5 15,-8-4-5-15,8 3 2 0,-8-3-1 0,3 7 2 16,-3-7 3-16,0 8-15 0,0-8-1 0,-8 11 2 15,1-4 1-15,0 2 0 0,-4 2 2 0,-3 0 3 16,0 0 0-16,-2 1-2 0,3-2 5 0,-1 0-2 16,4-2 2-16,-1 0-2 0,0-1 0 0,2 0 1 15,0 2-1-15,0-2 4 0,2 1-5 0,2 0 4 16,2-2-3-16,0 1-1 0,3-7-3 0,-1 12 9 16,1-12 2-16,1 13-4 0,2-6 0 15,-2 0 3-15,1 1 0 0,3-3 1 0,-2 1-4 0,5 3-3 16,-4-3 6-16,2-2 3 0,2 5-6 0,-3-5 2 15,4 3 0-15,-5-2-1 0,2 3-1 0,-1 1 3 16,0-2-1-16,-3 0-1 0,1 2-4 0,0 0 5 16,-3-2-3-16,0 1 8 0,0 2-6 0,0-3 2 15,0-7-1-15,-5 14 0 0,2-3 1 16,2-4-2-16,-3 1-1 0,2-2 0 0,0 3 3 0,0-2 0 16,-1 3 1-16,2-1-2 0,0-3 2 0,-1 4-1 15,1-2 0-15,1-8-2 0,-1 14 1 0,2-7 3 16,-1-7-3-16,3 13 1 0,-2-6-3 0,1-1 5 15,1 0-3-15,0 0 1 0,0-1 1 16,0 0-1-16,1 2-1 0,-2-2-1 0,3 2-3 0,-1-3 3 16,0 2-2-16,-1 1 1 0,-2 2 0 0,0 0 6 15,1-1-7-15,-2 1 2 0,0 1 2 0,-2-1 1 16,-2 1-3-16,0 2 1 0,1-4 4 0,-2 2-3 16,2 1-1-16,-2 0 2 0,1 0 1 0,0-2-3 15,2 4 2-15,-2-4-4 0,3 1 0 0,-3 2-1 16,1 1 6-16,3-2 1 0,-1 1-3 15,2 1-4-15,2-3 0 0,-2 2 6 0,-1-2 21 0,3 1 0 16,-1 0-1-16,1-1-5 0,-1-1 0 0,2 2-5 16,0-1 0-16,0 3-4 0,0-1 3 0,2 5-1 15,-1-4 0-15,0 4-3 0,2 0 0 0,-2 0-4 16,1 0 1-16,-3-1 0 0,0 2-2 0,4-4 0 16,-5 3 2-16,1-7-3 0,-3 4 0 15,1-3 0-15,-1 5 0 0,3-3-1 0,-4 2 1 0,1-3 1 16,1-1-1-16,-1 1-3 0,0-3 3 0,0 0 0 15,0-1-1-15,0-8 2 0,0 13-2 0,0-6 0 16,1-1 0-16,-1-6 1 0,0 10 1 0,0-10 0 16,3 10 1-16,-3-10-4 0,1 7-1 15,-1-7 4-15,0 0-2 0,0 9-4 0,0-9 10 16,0 0-4-16,1 7-2 0,-1-7 2 0,4 7-10 16,-4-7-18-16,-1 9-12 0,1-9-19 0,-4 8-5 0,4-8-5 15,0 0-18-15,0 0-10 0,-4 15-15 16,4-15-20-16,-1 7-21 0,1-7-16 0,-3 5-100 15,3-5-288-15,0 0 128 0</inkml:trace>
  <inkml:trace contextRef="#ctx0" brushRef="#br0" timeOffset="134959.54">24357 16098 33 0,'0'0'85'0,"0"0"2"0,0 0-5 16,2-12-10-16,-2 12 3 0,0 0-4 0,0 0 0 16,0 0-8-16,0 0-8 0,0 0 3 0,0 0 6 15,0 0-4-15,-1-11-5 0,1 11-1 0,0 0-6 16,0 0-4-16,0 0-5 0,0 0-5 0,0 0-5 16,0 0-6-16,0 0-3 0,0 0-1 15,0 0-2-15,0 0-4 0,0 0 1 0,0 0-4 16,0 0-2-16,0 0-3 0,0 0-1 0,0 0-10 0,0 0 12 15,0 0-14-15,0 0 1 0,0 0-4 0,0 0 1 16,0 0 0-16,0 0-6 0,0 0-1 16,0 0 5-16,0 0-6 0,0 0 4 0,0 0-7 0,0 0 6 15,-14-3-4-15,14 3 5 0,0 0 0 16,0 0-1-16,-13-5 8 0,13 5-2 0,0 0 2 16,-8-3 3-16,8 3 1 0,0 0 3 0,0 0-8 15,-7-8 23-15,3 4-5 0,4 4 1 0,-5-8 0 16,5 8 9-16,-4-4 3 0,4 4 6 0,0 0 2 15,0 0 9-15,-5-6-3 0,5 6 0 0,0 0-8 16,0 0 1-16,0 0-7 0,-7-5 4 0,7 5-8 16,0 0 0-16,0 0-7 0,0 0 7 0,0 0 5 15,-11 15 2-15,7-8-6 0,0 0 3 0,1 1-4 16,-1-1-1-16,0 0-5 0,1-1 2 0,3-6-4 16,-4 12-2-16,1-8-1 0,3-4 8 0,-3 7-7 15,3-7 0-15,0 9-4 0,0-9 13 0,4 7 8 16,-4-7 5-16,10 5 1 0,-1-5 3 0,0 1-6 15,-9-1 0-15,18 0-5 0,-12-1 4 0,6-2-8 16,-5 2 6-16,2-1-9 0,3 0 2 0,-5-1 0 16,-7 3-2-16,12-4 0 0,-7-2 1 0,-5 6-4 15,6-7 2-15,-3-1-7 0,-2 2 7 0,-1 6-6 16,2-11-3-16,-2 11-1 0,-2-11-3 0,2 11 2 16,-4-13 2-16,1 8 1 0,3 5-7 0,-7-10 5 15,4 6-4-15,3 4 2 0,-7-6-3 0,1 4-3 16,6 2 3-16,-12 0-5 0,12 0 4 0,-19 2-5 15,8 1 2-15,3 4 1 0,-5-1-2 0,2 1-13 16,0-1-6-16,4 0-13 0,-1 1-13 0,3-2-19 16,5-5-19-16,-9 11-24 0,5-7-28 0,0 0-24 15,4-4-92-15,0 0-276 0,0 0 122 0</inkml:trace>
  <inkml:trace contextRef="#ctx0" brushRef="#br0" timeOffset="135901.41">24049 14334 77 0,'0'0'82'0,"0"0"7"0,43-11 15 15,-11 5-20-15,5-2-13 0,14-2 3 0,0 1-1 16,-12 1-9-16,10-4-8 0,-11 3 0 0,-4 3-3 16,1-1-5-16,1 2-2 0,-8-3 1 0,0 3-10 15,-8 1-3-15,-2 1 1 0,0-1-5 0,-3 1-5 16,-1 1-5-16,-5-1 1 0,-9 3 3 0,16-4-5 16,-9 2-5-16,-7 2-2 0,11-1-9 0,-11 1-13 15,0 0-20-15,11-3-35 0,-11 3-22 16,0 0-14-16,0 0-67 0,0 0-181 0,0 0 80 15</inkml:trace>
  <inkml:trace contextRef="#ctx0" brushRef="#br0" timeOffset="139056.12">24617 14198 10 0,'-5'-6'19'16,"5"6"-1"-16,0 0 1 0,0 0-1 0,0 0-1 16,-2-7-1-16,2 7-2 0,0 0-5 0,0 0-2 15,0 0-2-15,0 0 3 0,0 0 0 0,0 0-2 16,0 0 6-16,0 0 2 0,0 0-1 0,0 0 8 16,0 0-5-16,0 0 7 0,0 0 8 0,0 0 13 15,0 0-4-15,0 0-1 0,0 0 9 0,0 0-3 16,0 0-2-16,0 0-4 0,0 0 3 0,0 0 6 0,0 0 0 15,0 0 0-15,29 1-1 0,-11-2-9 16,1-1 0-16,3 0-1 0,7 0-1 0,-2 0-7 16,0 1-8-16,-5 0 6 0,-1-1-6 0,-1 1-2 15,-2-1-4-15,0 2 2 0,-7 0 1 0,0 0-3 16,-3-1-2-16,-8 1-1 0,14-2-3 0,-14 2 0 0,12 0 1 16,-12 0-1-16,0 0-1 0,9 0-3 15,-9 0-3-15,0 0 4 0,0 0 3 0,0 0-6 16,0 0 3-16,0 0-1 0,0 0-2 0,-25 9-20 15,18-6-16-15,1-1-13 0,-2 2-11 0,4-1-11 16,4-3-24-16,-12 8-69 0,6 0-173 0,3-3 76 16</inkml:trace>
  <inkml:trace contextRef="#ctx0" brushRef="#br0" timeOffset="139956.03">24259 15708 37 0,'0'0'55'15,"0"0"-2"-15,-5 3-5 0,5-3 0 0,0 0-3 0,0 0 5 16,-2 7-5-16,2-7 2 0,0 0 8 0,0 0 5 16,14 8-8-16,-9-7 6 0,-5-1-2 0,15 1-2 15,-3 0 5-15,1-2 3 0,5 2-3 0,1-1-2 16,0-1 5-16,2 0-7 0,6-1 0 0,3-1 0 16,-1 1 1-16,2-2 0 0,2 0-5 0,-1 0-4 15,4 1-3-15,-4-1-1 0,0-2 1 16,0 3-4-16,0-1-1 0,-3 0-2 0,0 1-4 0,1-2 7 15,-10 2-11-15,1 0-4 0,-2-1-1 0,0 2-2 16,-2 0 2-16,-3-1-5 0,-1 1 5 0,-3-1-3 16,-1 3-4-16,-3-1-5 0,-6 1 1 0,13-2-1 15,-13 2 0-15,6 0 2 0,-6 0-2 16,0 0-3-16,13 0 0 0,-13 0-2 0,8-2 2 16,-8 2-2-16,11 0-5 0,-11 0 3 0,10-1 2 15,-10 1-5-15,12 1 5 0,-5-1-2 0,-7 0-3 0,14-1 2 16,-14 1 0-16,14 1-6 0,-5-1 1 15,-2 0-4-15,3 0 0 0,-1-1-2 0,-9 1-9 0,16 0-12 16,-9 1-19-16,-7-1-20 0,16 0-27 16,-11 2-24-16,-5-2-9 0,8 2-14 0,-8-2-102 15,0 0-264-15,0 0 117 0</inkml:trace>
  <inkml:trace contextRef="#ctx0" brushRef="#br0" timeOffset="140573.46">24897 14323 87 0,'0'0'126'16,"0"0"-10"-16,0 0-14 0,-2-10-7 0,2 10-7 15,0 0-10-15,0 0-6 0,0 0-7 0,0 0-2 16,0 0 25-16,0 0-8 0,0 0-11 0,0 0 5 16,1 51-9-16,-1-33-4 0,0-2-3 0,-1 2-6 15,3 0 1-15,-2-2-4 0,2 3-4 0,1 0-3 16,-1 0-4-16,1-2-3 0,0 0-1 0,1-1-7 15,0 0 6-15,0 1-11 0,1-2 4 0,2 1-18 16,-2-1-17-16,1 1-36 0,-1-2-32 0,0-3-34 16,0 1-26-16,-3 1-109 0,-2-1-266 15,0-12 118-15</inkml:trace>
  <inkml:trace contextRef="#ctx0" brushRef="#br0" timeOffset="140930.47">24828 14864 135 0,'8'5'149'0,"3"3"-5"16,-1 0-6-16,5 2-11 0,-4 0-15 15,2 2-7-15,1-3-6 0,-2 2-2 0,0-1-15 0,-4-2-4 16,-2-1-6-16,4 0-4 0,-3 1-5 15,0-1-8-15,-2-2 0 0,-5-5-6 0,9 8 4 16,-6-6-4-16,-3-2 14 0,8 5 9 0,-8-5 14 16,2 3 6-16,-2-3-6 0,0 0-4 0,0 0-7 15,0 0-7-15,15-10-7 0,-11 5-6 0,-1-1-8 16,4-3-2-16,-4 1-6 0,3-3 1 0,-1-2-8 16,1 3 4-16,-2-2-11 0,1 2-1 0,0 0-3 15,-1-2-1-15,0 3-4 0,1 0-19 0,-2-1-22 16,0 2-17-16,1 0-20 0,-4 8-31 0,0 0-42 15,4-16-34-15,-4 16-11 0,6-2-1 0,-6 2-7 16,0 0-102-16,0 0-314 0,0 0 139 0</inkml:trace>
  <inkml:trace contextRef="#ctx0" brushRef="#br0" timeOffset="141179.56">25203 14979 66 0,'0'0'136'0,"4"9"-8"15,-4-9 5-15,8 4 1 0,-8-4-2 0,11 3 9 16,-11-3-19-16,14 0-12 0,-14 0-7 0,19-3-2 16,-10 0-3-16,0-2-7 0,2 0-11 15,-2-1-5-15,3-1 2 0,-1 1-2 0,-5-1-4 0,0-2-10 16,-2 1-2-16,-4 8-7 0,5-14-8 0,-5 14 0 16,-2-13-4-16,2 13-8 0,-11-11-2 0,3 4-7 15,-1 5-14-15,9 2-8 0,-24 0-17 16,12 2-21-16,-3 1-21 0,1 4-6 0,-4 1-11 15,7 4-18-15,-3 1-28 0,1 1-13 0,4 1-10 16,-2 2-111-16,-2 5-276 0,5-6 124 0</inkml:trace>
  <inkml:trace contextRef="#ctx0" brushRef="#br0" timeOffset="141405.97">25152 15250 90 0,'7'6'157'0,"-7"-6"4"16,0 0 11-16,8 13-4 0,-7-6-5 0,2 6-2 15,-1-3-4-15,1 9-8 0,0-3-13 0,-6 3-6 16,0 7-15-16,3-1-8 0,-2 0-12 0,2-5-7 16,-1 7-9-16,-1 0-8 0,5 0-7 0,-4-8-24 15,2 8-32-15,-2-2-42 0,1-6-39 0,0 0-46 16,0 0-40-16,-3-2-31 0,-2-1-100 0,1-6-313 15,0-3 138-15</inkml:trace>
  <inkml:trace contextRef="#ctx0" brushRef="#br0" timeOffset="141549.68">25279 15560 84 0,'0'0'131'0,"0"0"-34"0,0 0-34 15,-20-1-37-15,20 1-38 0,-13 8-54 0,-1-3-70 16,1-1 32-16</inkml:trace>
  <inkml:trace contextRef="#ctx0" brushRef="#br0" timeOffset="142737.44">21256 13643 54 0,'-9'0'66'0,"0"0"-5"0,-3 0-9 0,1 0 3 0,1 0 0 15,0 0-8-15,0 0-10 0,2 1 0 0,8-1 2 16,-17 3-1-16,10-2-2 0,7-1-4 0,-16 2-8 16,11-2 9-16,5 0-1 0,0 0 1 0,-13 0 18 15,13 0-8-15,0 0 10 0,-10 0 1 0,10 0-1 16,0 0-2-16,0 0-8 0,0 0 0 0,0 0 3 16,0 0-4-16,0 0-8 0,32-9 5 0,-4 4-1 15,6-1-2-15,3 0-7 0,15-1-2 0,6-2-3 16,-2 2 1-16,4 0-8 0,-1 1 5 0,-1 0 3 15,1 1-6-15,0-1-4 0,-5 3 3 0,1 1-6 16,0-2 2-16,-1 1-1 0,-1 1 0 0,2 3 1 16,-1-2-6-16,0-1 8 0,3-1-4 0,-1 1 6 15,3 1 10-15,-2 1 1 0,-3-2-4 0,0 0 2 16,-2-2 2-16,-1 2-6 0,-11-2 3 0,-2 2-4 16,-1-3-1-16,2 0-1 0,-2 0 1 0,-4 1-4 15,-1-1 1-15,-1 0 2 0,-1 0-3 0,-9 1 3 16,-1 1-1-16,-1 0-2 0,0 0 0 0,-6 2 3 15,-1-2-9-15,-2 2 1 0,-1 0-1 0,-4 0-1 16,-5 1 5-16,13-3-4 0,-13 3 0 0,7-1-1 16,-7 1-3-16,0 0-3 0,0 0-7 0,0 0-20 15,0 0-8-15,0 0-19 0,0 0-18 0,-33 0-34 16,23 2 1-16,-2 2-36 0,5-3-12 0,0 4-113 16,2-2-285-16,0 0 126 0</inkml:trace>
  <inkml:trace contextRef="#ctx0" brushRef="#br0" timeOffset="143227.26">22826 13533 2 0,'0'0'31'0,"-8"0"-4"15,8 0 4-15,0 0 0 0,-9 2 4 0,9-2-10 16,0 0 2-16,0 0-1 0,0 0 9 0,0 0 12 16,0 0-4-16,0 0 2 0,0 0-1 0,0 0 4 15,28 4-2-15,-11-4 3 0,3 0-9 0,1 1 3 16,8-1-3-16,2-1-2 0,1-1-5 0,-2 1 0 16,4 0 6-16,0-3-5 0,-1 3 9 0,-2-3-4 15,0-1 4-15,-3 0-2 0,-1 1 2 0,-8 1-4 16,-1-1 7-16,-6 0 5 0,0 2 0 0,-1 0-3 15,-4-1-3-15,-1 3-4 0,-6 0-2 0,12-2-4 16,-12 2-5-16,7-1-3 0,-7 1-5 0,0 0-3 16,0 0-3-16,0 0-22 0,0 0-11 0,0 0-27 15,0 0-11-15,0 0-18 0,0 0-33 0,-28 8-24 16,22-6-67-16,-2 1-213 0,1 0 95 0</inkml:trace>
  <inkml:trace contextRef="#ctx0" brushRef="#br0" timeOffset="144955.31">21002 13591 91 0,'0'0'89'0,"-9"9"1"0,3-4-2 0,1 3-8 16,-3 3 0-16,0-1 4 0,3-1-13 0,-3 2-1 15,2-2-6-15,1 3-6 0,1-3-6 0,1 1 8 16,2-3-7-16,0 1 1 0,1-8-4 0,4 13-2 15,-2-4 8-15,2-3 3 0,0-2-2 0,4 2-2 16,3 0-7-16,2-5-2 0,1 0-1 0,4-2-5 16,2 0-2-16,1-3-5 0,7-4-4 0,-1 4 9 15,-8-2-5-15,1 0-5 0,-4-1 2 0,0-2 5 16,0 1-4-16,-5 1 0 0,-2-1-7 0,0 1 0 16,-1-4 0-16,-2 2-4 0,-1 0-4 0,-2 2 3 15,-2-2-4-15,-2 0-2 0,1 9 0 0,-8-16-2 16,-1 9-3-16,0 0-1 0,-7 0 0 0,-2 1-2 15,-1 3 0-15,-10 0-16 0,0 4 2 0,3 4-21 0,-2-1-7 16,0 1-21-16,0 2-13 0,8 0-24 16,0 1-17-16,3 2-25 0,1 1-18 0,2 1-80 15,4 0-256-15,2-4 114 0</inkml:trace>
  <inkml:trace contextRef="#ctx0" brushRef="#br0" timeOffset="145501.29">21858 13439 127 0,'0'0'146'0,"0"0"-17"0,0 0-14 15,0 0-12-15,0 0 0 0,0 0-15 0,0 0-7 16,0 0-8-16,0 0-6 0,0 0-1 0,0 0-3 16,0 0-6-16,0 0-2 0,24-2-9 0,-24 2-7 15,15 2-3-15,-5 0 4 0,-1 0-8 0,-3 0-2 16,0 0-4-16,2 2 1 0,2 0-4 0,-1-1-2 0,-2 2-5 15,0 0 3-15,4 2-3 0,-2-3-2 16,0 3 3-16,-1 0-2 0,1 1-2 0,-3 2-2 0,-1-2-1 16,-3 3 4-16,2 0-1 0,-4 0-5 0,-2 5 5 15,-2 1-3-15,-4-2-3 0,-4 7 6 0,2-5-7 16,-4 4 4-16,-2 1-24 0,0-1-31 0,4-4-28 16,2 0-31-16,0 0-31 0,1-3-107 0,-1 0-261 15,5-3 116-15</inkml:trace>
  <inkml:trace contextRef="#ctx0" brushRef="#br0" timeOffset="146619.93">21925 12930 37 0,'0'0'119'16,"3"-13"-8"-16,4 5-12 0,2 0-11 0,-2 1-10 15,4-1-6-15,-2 2-1 0,2 1-3 0,-1-2-15 16,-1 2-1-16,-1 1 1 0,0 1 3 0,-3 1-5 15,-5 2 0-15,9-7-1 0,-4 5-5 0,-5 2-8 16,6-4 2-16,-6 4-8 0,0 0-4 0,0 0-6 16,8-4 2-16,-8 4-6 0,0 0 0 0,0 0-4 15,0 0 7-15,9 8-8 0,-9-8 4 0,6 9-1 16,-1-2 10-16,-1 4-3 0,0-2 1 0,0 4-1 16,1 2 15-16,0 0-3 0,1 4 4 0,-1-3-6 15,1 4-2-15,-2-1-6 0,-1 0 3 0,1-2 0 16,0 2 0-16,-1-1 1 0,2-2-7 0,-3 1-4 15,2 0 1-15,-3-4-2 0,2 3-1 0,-3-5-3 16,0-3 5-16,0 2-6 0,0 0-3 0,-1-4 0 16,-1 2 1-16,-3 0 0 0,-2-3 0 0,0 1 0 15,0-1 0-15,-5-1 1 0,-1 1-3 0,2-2 3 0,-3-3-4 16,1 1-2-16,1-2 2 0,-2 1-2 0,1-3 3 16,2 0-3-16,3 1-1 0,-1-2-1 0,4 0 0 15,5 4-2-15,-10-7 1 0,10 7 1 16,0-7-2-16,0 7-2 0,0 0 2 0,17-10 2 15,-7 6-3-15,3 1 0 0,6 0 5 0,1-1-10 0,2 2-4 16,7-1-9-16,2-1-2 0,-3 3-2 0,0-2-7 16,-1-1-10-16,-6 2 2 0,0-1 4 15,-3 1 3-15,0-2 0 0,-5 2 8 0,0 0-2 16,-3-4 2-16,-1 3 1 0,1-1 6 0,-5 1 3 0,0-2-1 16,-1 0 1-16,-4 5 1 0,5-9 7 0,-3 2 3 15,-2 7-3-15,0-11-1 0,0 3 7 16,0 8 13-16,-3-10-10 0,3 10 1 0,-5-13-1 0,5 13 0 15,-4-7 3-15,4 7 2 0,-1-8-4 0,1 8-2 16,0 0 3-16,0 0-5 0,0 0 2 0,0 0 6 16,0 0-3-16,0 0 3 0,0 0 9 0,2 25 1 15,0-17 1-15,-2 3 4 0,1-1-7 0,-1 0 2 16,-1 2-5-16,1-1 1 0,0 1 4 0,-2-3-4 16,2-9-1-16,-1 13 0 0,1-8-2 0,0-5 0 15,-1 7 9-15,1-7 14 0,0 0 11 0,1 10 2 16,-1-10-5-16,0 0-3 0,0 0-2 0,0 0-3 15,0 0-4-15,0 0-4 0,0 0 2 0,-10-22-8 16,6 15-4-16,3-2 3 0,0 0-3 0,-1-4-2 16,2 2-2-16,2-4-2 0,-1-1 1 0,4 0-3 15,0 0-2-15,0 2-1 0,1-2-1 0,2 4 2 16,4-4-1-16,-6 7-1 0,3-4-3 0,-1 2 4 16,-1 5-4-16,-2-2-2 0,2 3-2 0,-1 1-1 15,1 1 3-15,1 0-2 0,-8 3 2 0,13 0-3 16,-13 0 0-16,13 4 1 0,-8-1 1 0,-1 2-4 15,0 2 3-15,-2 0 1 0,0 3-2 0,-4 1 4 16,-1-1 1-16,-1 1-2 0,-4 2 0 0,-1-3-1 16,0 0-1-16,0 0 1 0,-2 2 1 0,2-2-1 15,2-4 5-15,2 2-6 0,-2 0-3 0,3-3 2 16,0 0 0-16,4-5 0 0,-5 10-5 0,4-5 5 16,1-5-3-16,0 9 3 0,0-9-4 0,5 8 1 15,0-3-4-15,4 0 6 0,-2-1-6 0,4 0 4 16,-2 0-2-16,2 0 2 0,-3 2-2 0,2 0 3 15,-4-2-1-15,1 1-1 0,-1 2 0 0,-1-3 4 16,-1 1-3-16,-3 1 5 0,1 1-3 0,-2-7 2 16,-5 11 3-16,-3-5-1 0,-1 1-4 0,-2 0 6 0,-1-2-3 15,-5 2-7-15,2 0-14 0,-3-2-10 16,1 3-26-16,1-2-19 0,3-2-31 0,0 1-39 16,2-1-43-16,-5 2-97 0,4-3-310 0,0 1 137 15</inkml:trace>
  <inkml:trace contextRef="#ctx0" brushRef="#br0" timeOffset="147569.91">21236 13886 7 0,'-6'-4'94'0,"6"4"-10"0,-7-6-7 0,7 6-10 16,-6-3 11-16,6 3-9 0,0 0 6 0,-11 18-9 15,5 0 9-15,2-1-4 0,2 11-4 0,0 0 0 16,2 7 3-16,3-2-2 0,2 3-14 16,3 9 0-16,-1-9-4 0,-2-1-7 0,6 10 2 0,-2-13-5 15,-3 1-7-15,-1 0-4 0,3-2 1 0,-1-2-8 16,-2 0 7-16,1-4-7 0,0 0-2 0,-2-7-6 15,0-2 5-15,0 0-8 0,-1 0-17 0,1 0-19 16,-1-1-17-16,-1 0-22 0,-2 1-18 0,0-4-25 16,-2 3-97-16,-1-1-221 0,-1-4 97 0</inkml:trace>
  <inkml:trace contextRef="#ctx0" brushRef="#br0" timeOffset="148266.01">20934 14859 81 0,'9'17'138'0,"-2"-10"-6"0,-1 3-12 0,3-1-6 0,-3 0-4 15,7 3-7-15,-3 3-6 0,0 1-4 0,1-1-5 16,1 1-3-16,0 0-13 0,1 0-1 0,-3-1 1 15,-1 0-10-15,0 0-3 0,2-1-3 0,-2 3-8 16,0-3-2-16,3-2-6 0,-6-1-1 0,1-1-6 16,-1 0 1-16,0-3-7 0,1-1-3 15,-3 1 3-15,-2-2-7 0,2 0-1 0,-4-5 0 0,5 6 0 16,-5-6 4-16,4 4 5 0,-4-4 8 0,5 4 9 16,-5-4 3-16,0 0-6 0,0 0-3 0,0 0-5 15,12-13-6-15,-9 4-1 0,3 0-1 0,-5-1-2 16,3-2-4-16,1 0 0 0,-2-5-6 15,0 0 4-15,1-1-4 0,-2-1-2 0,0-1 0 0,-1 3-1 16,0-2-3-16,-2-10-9 0,0 11 2 0,-1 0 1 16,-1 1-1-16,-1 2 0 0,1 4-4 0,-1 0 0 15,1 3-1-15,1 0 4 0,2 8 0 0,-2-12-5 16,2 12-1-16,-1-7 1 0,1 7-2 16,0 0 1-16,-11 0 1 0,11 0-2 0,-9 13 4 0,3-6 0 15,0 2-2-15,-1 0 1 0,6 1-3 0,-3-1 10 16,4 2-7-16,1-2 5 0,2 0-5 0,2-3 1 15,3 3 7-15,4-3-6 0,1 0-11 0,6-1-20 16,3-2-18-16,5 0-31 0,1-3-5 0,2-2-28 16,0 2-13-16,-3-1-4 0,1-4 4 0,-8 3-8 15,-2 0 9-15,0 0-1 0,-4-1 5 0,0 1 12 16,-2-2 16-16,-1 2 8 0,1-2 7 0,0 1 11 16,-2 0-44-16,-1 0-123 0,-3 1 408 0,0 0-205 15,-6 2 12-15,10-5 7 0,-10 5 9 0,7-4 5 16,-7 4 10-16,0 0 3 0,4-5 3 0,-4 5 8 15,0 0-8-15,0 0 15 0,0 0 2 0,4-5 1 16,-4 5-6-16,0 0-3 0,0 0-1 0,0 0-2 16,0 0 19-16,0 0 13 0,0 0-5 0,4 14 2 15,-3-5 18-15,0 2-2 0,0 6-5 0,1 1-5 16,-2-1-1-16,2 8-17 0,-4-4-5 16,2 2 0-16,0 4 5 0,-2-8-47 0,4-2-17 0,0 1-18 15,-1-2-18-15,2 1-34 0,-2-4-93 0,0-3-202 16,-1 2 89-16</inkml:trace>
  <inkml:trace contextRef="#ctx0" brushRef="#br0" timeOffset="148449.1">21586 14824 121 0,'0'0'122'0,"-1"-8"-20"0,1 8 5 16,0 0-28-16,0 0-19 0,0 0-24 0,0 0-38 16,0 0-27-16,5 23-71 0,-5-12-107 0,0 3 47 0</inkml:trace>
  <inkml:trace contextRef="#ctx0" brushRef="#br0" timeOffset="148981.72">21356 15585 87 0,'-4'-3'140'0,"4"3"-7"0,-5-5-10 15,5 5-21-15,0 0 2 0,-5-7-19 0,5 7-7 16,0 0-9-16,0 0 2 0,0 0 12 0,0 0 2 15,1 21 1-15,0-9-3 0,2 5-5 0,0 2-7 16,0 6-1-16,4-1-9 0,-2 3-1 0,-3-2-3 16,2 1-4-16,0-6-5 0,1 5-5 0,2-2-2 15,-1 3 0-15,-2-9-1 0,0 2-6 0,-2-2-5 16,3-2 0-16,1 2 0 0,-5-5 0 0,0 1-3 16,3-2 0-16,-2 2-2 0,1-2 2 0,-2 5 0 15,0-4-3-15,2 0-2 0,-3 6 2 0,0-2-6 16,1-6 1-16,1 3-3 0,-4 0 0 0,2-3-4 15,0 0 0-15,2 0 0 0,-2 3-2 0,0-2 1 16,2-1 0-16,-1-3-6 0,1 1-12 0,-1-3-11 16,-1-5-16-16,3 13-14 0,-2-9-22 0,-1-4-10 15,4 8-24-15,-4-8-5 0,5 6-11 16,-5-6-20-16,6 2-11 0,-6-2-111 0,0 0-285 16,0 0 127-16</inkml:trace>
  <inkml:trace contextRef="#ctx0" brushRef="#br0" timeOffset="150077.84">21024 16373 15 0,'-12'-2'83'0,"12"2"0"0,-13 0-2 0,13 0-13 0,-12-1-4 15,5 2-7-15,7-1-8 0,-10-1-10 0,10 1 8 16,0 0 1-16,-10-3-6 0,10 3 5 0,0 0-11 16,0 0 0-16,-9-2-4 0,9 2 3 15,0 0-13-15,0 0 13 0,0 0 0 0,0 0 2 16,0 0 3-16,24-9 2 0,-12 4 4 0,5 1 3 0,4 1-2 16,6-3-1-16,-2-2 2 0,5 1-8 0,-1 3 12 15,-2-4-10-15,-5 5-4 0,-1-1-2 0,5-2-7 16,2 2 7-16,-6 0-4 0,5 3 1 0,-4-3-2 15,6-1 0-15,0 0 5 0,3 0-13 16,3 2 9-16,1-1-3 0,-1-1-6 0,4 3 1 16,16-3 2-16,-4-1-5 0,0 1-4 0,-10 2 2 15,13-3-2-15,-2-1-1 0,2 2-4 0,1 1 2 16,-3-2-4-16,3 0 4 0,-3 1 0 0,2 2 0 0,-3-2-3 16,2 4 5-16,-14 0-2 0,15-1 0 15,-3-5-2-15,-11 4-1 0,-1-1-1 0,12 1 2 16,-15 1-3-16,4-3-1 0,-1 5 2 0,-2-2 2 15,0 0 3-15,2-1-2 0,-1 2-4 0,-3-2 2 16,0-1 0-16,0 2-3 0,-2 0 5 0,0-1-5 16,-1 2-1-16,0-3 4 0,-1 0 2 0,-3 2 0 15,-8 0-1-15,0 1-2 0,-1 0 2 0,1-2-4 16,-3 3 1-16,-3 0-2 0,-1 0 1 0,2-3 0 16,-2 5 0-16,-2-4-2 0,2 4-1 0,-1-2-1 15,0-2 2-15,-1 1-3 0,0 0 2 0,1 2 1 16,-1-2-1-16,1 0-1 0,-1-2 1 0,-1 3 0 15,2-1 1-15,2 0 0 0,-4-2-2 0,4 0 0 16,-1 0-1-16,1 0 0 0,-1 2 2 0,0-3-3 16,5-2 6-16,-6 2-6 0,6 0 2 0,-5 5 1 15,1-2-2-15,-2-3 1 0,0 1-1 0,2 1-4 16,0-2 6-16,1 3-3 0,2-3 1 0,-1 1 0 16,3 2 1-16,-6-1-2 0,6-1 3 0,-2 0-5 15,0 0 10-15,1 0-10 0,0 3 1 0,1 0 1 16,-6 0-1-16,1-1 2 0,-2 1-1 0,-2 0-4 15,3 1 1-15,-3-1 0 0,0 1 3 0,3-1 1 16,-3 2-2-16,-1-1-3 0,0 1 0 0,-9-2-1 16,14 1 9-16,-6-1-11 0,-8 0 4 15,14-1-2-15,-14 1 3 0,9 0-2 0,-9 0 7 16,0 0-6-16,10 2 4 0,-10-2 0 0,10 1-4 0,-10-1 0 16,8 1-2-16,-8-1 2 0,8 2-4 0,-8-2 3 15,10 1-4-15,-10-1 3 0,0 0-5 0,13 1 2 16,-8 0-2-16,-5-1-2 0,0 0-1 15,16 0 0-15,-11 2 7 0,-5-2-2 0,13 1 0 16,-4 0 1-16,1 0 2 0,1-2-3 0,0 1 5 16,1 0-2-16,-5-1-1 0,5 0 4 0,-2 1-4 15,-1-2 6-15,0 1-7 0,2 1 3 0,1 0 1 16,1-1 1-16,-1 1 0 0,0 0-2 0,3-4 2 0,-4 3-3 16,4 1 4-16,-5-1-2 0,3 1 2 15,-3-4-1-15,0 4 1 0,2 0-2 0,-2-3 3 16,2 3-6-16,-12 0 4 0,18 0 1 0,-18 0 1 15,14 0-3-15,-14 0-8 0,13 0-19 0,-13 0-23 16,0 0-24-16,13 1-19 0,-13-1-20 0,0 0-16 16,0 0-17-16,0 0-25 0,0 0-101 0,0 0-294 15,0 0 130-15</inkml:trace>
  <inkml:trace contextRef="#ctx0" brushRef="#br0" timeOffset="150222.34">24344 16052 2 0,'0'0'41'0,"11"-4"-37"0,-11 4-13 0,0 0-8 16,0 0 5-16</inkml:trace>
  <inkml:trace contextRef="#ctx0" brushRef="#br0" timeOffset="151203.76">24665 16227 14 0,'0'0'46'16,"0"0"-8"-16,0 0-1 0,0 0-1 0,0 0-1 15,0 0-1-15,0 0 6 0,14-12-9 0,-8 9-1 16,2 0 1-16,-1 1 8 0,4-2-3 0,3 0 0 15,4-2 0-15,4 2-2 0,7-5 5 0,3 2 2 16,1-1 4-16,4 1-11 0,14-4 3 0,-1-2 15 16,3 4-23-16,1-4 6 0,9 1 1 0,-3-2-5 15,6 5 0-15,-1-6 1 0,32-2-4 0,-36 7 0 16,2-1 6-16,-1 0-10 0,1 3 1 0,-2 1-2 16,-6-1-4-16,2 1 1 0,-5-1-4 0,-12 3 0 15,10-2-5-15,-14 2 1 0,4 0-4 0,-5-3 1 16,2 3 3-16,-3-1-4 0,-1 3-2 0,-1-3-4 15,-1 1 0-15,-4 3-5 0,-11-1-8 0,2 0-9 16,-7 3-19-16,-3-1-5 0,0 1-8 0,-8 0-13 16,9-2-6-16,-9 2-11 0,8-3-71 0,-8 3-164 15,0 0 74-15</inkml:trace>
  <inkml:trace contextRef="#ctx0" brushRef="#br0" timeOffset="151411.84">26318 15890 65 0,'8'-1'81'16,"3"1"-3"-16,1-3-10 0,1 1-7 0,-2-1-8 0,5 1-1 15,-3 3-10-15,4-5-7 0,-4 3 2 0,5-2-10 16,-7 2-26-16,3-1-20 0,-3 0-19 0,-3 1-53 15,0 0-98-15,-8 1 43 0</inkml:trace>
  <inkml:trace contextRef="#ctx0" brushRef="#br0" timeOffset="151705.41">26446 15829 8 0,'0'0'-2'15,"6"-4"-1"-15</inkml:trace>
  <inkml:trace contextRef="#ctx0" brushRef="#br0" timeOffset="152034.44">26488 15794 83 0,'0'0'119'0,"0"0"-13"16,0 0 1-16,0 0-15 0,0 0-9 0,0 0-5 15,0 0 0-15,14 14 1 0,-10-5-1 0,1 0-1 16,-3 3-2-16,0 1 8 0,4 2 2 0,-3 3-11 15,1 0 1-15,1 6-8 0,-4-6-6 0,3 0 0 16,0-1-11-16,3 1-6 0,-1-3-2 0,-2 4 5 16,2 0-13-16,-2-2-3 0,1 0-5 0,-3 1 3 15,2-3-6-15,0 2-1 0,1-3-4 0,0-2 3 16,-1 0-4-16,-4-1-3 0,3 2 0 0,-1-2-1 16,2 0-2-16,-4 0 0 0,2-2-4 0,0 1-18 15,-2-2-22-15,0-1-11 0,0-7-13 0,0 14-20 16,0-6-22-16,0-8-16 0,0 10-4 0,0-10-128 15,-2 9-267-15,2-9 117 0</inkml:trace>
  <inkml:trace contextRef="#ctx0" brushRef="#br0" timeOffset="152233.13">26533 16270 14 0,'0'0'116'0,"0"0"-14"0,26-6-11 0,-14 5-4 15,1 0-22-15,1 1-3 0,2-3-26 0,0 2-41 16,-5-1-40-16,0 3-43 0,-11-1-94 0,14-3 42 16</inkml:trace>
  <inkml:trace contextRef="#ctx0" brushRef="#br0" timeOffset="152380.29">26589 16367 25 0,'5'8'113'0,"-5"-8"2"0,0 0-22 0,11 5 0 16,-5-2-28-16,-6-3-45 0,14 3-42 0,-9-3-62 15,-5 0-91-15,6 3 40 0</inkml:trace>
  <inkml:trace contextRef="#ctx0" brushRef="#br0" timeOffset="152521.81">26636 16441 48 0,'0'0'115'0,"0"0"-12"0,7 3 0 16,-7-3-16-16,14 1-10 0,-14-1-4 0,13-1-23 15,-2 1-37-15,1-1-42 0,-2-1-34 0,-10 2-34 16,15-3-103-16,-9 0 46 0</inkml:trace>
  <inkml:trace contextRef="#ctx0" brushRef="#br0" timeOffset="153153.81">24450 16066 47 0,'0'0'65'0,"0"0"1"0,17 0-9 16,-17 0-2-16,17 0-4 0,-4 0-1 0,5-2-7 16,4 2-4-16,6-3-5 0,4 0-9 0,0-3 8 0,2 1-5 15,1 5-9-15,1-6-16 0,3 3-3 0,16-1-30 16,-5-2-18-16,-10 2-42 0,-3-2-97 0,2 3 44 15</inkml:trace>
  <inkml:trace contextRef="#ctx0" brushRef="#br0" timeOffset="153544.6">25046 16225 11 0,'29'-3'86'15,"4"-3"-12"-15,1 2-1 0,0-3-16 0,3 1 2 16,-3-3-18-16,5 2-14 0,-7 0-18 0,1 0-20 15,-6 0-18-15,1 0-38 0,1 2-71 0,-9-1 32 16</inkml:trace>
  <inkml:trace contextRef="#ctx0" brushRef="#br0" timeOffset="197549.11">17288 3892 5 0,'0'0'23'0,"0"0"5"16,4-4-3-16,-4 4 4 0,0 0-4 0,0 0 3 15,0 0 3-15,0 0 13 0,0 0-9 0,5-6-3 16,-5 6-2-16,0 0 1 0,0 0-3 0,1-8-4 15,-1 8 2-15,0 0 2 0,0 0-2 0,0 0-1 16,4-5 5-16,-4 5 5 0,0 0 3 0,0 0-8 16,0 0 3-16,0 0-10 0,3-7 1 0,-3 7-1 15,0 0-8-15,0 0-1 0,1-9 9 0,-1 9 0 16,0 0 7-16,0 0-2 0,0 0-9 0,1-8-7 16,-1 8 23-16,0 0-21 0,0 0-5 0,0-11-1 15,0 11 5-15,0 0 5 0,0 0-2 0,0 0 9 16,-1-9-8-16,1 9 1 0,0 0-4 0,0 0 2 15,0 0 2-15,0 0-2 0,0 0-6 0,0-11 4 16,0 11 0-16,0 0 3 0,0 0 0 0,0 0-9 16,0 0 3-16,0 0-7 0,0 0 5 0,0 0-4 15,0 0 4-15,0 0-4 0,0 0-4 0,0 0-2 16,0 0 7-16,0 0-1 0,0 0-2 0,9 23-2 16,-3-7 6-16,1 0-9 0,-2 3 1 0,0 6 1 15,-1 0-2-15,1-6 11 0,0 9-1 0,4 0 0 16,-3-2-2-16,1 3-6 0,-2-4 0 0,2-6 0 15,1 5 3-15,0-7 3 0,-2 3 2 0,1-1-2 16,0-4-6-16,0 1 4 0,0-1 2 0,-1-3-2 16,1-2-2-16,-2-1 1 0,2 2 1 0,-4-3 0 15,3 1-3-15,-1-4-1 0,0 0 4 0,-2 1-10 16,0-2 9-16,-3-4-1 0,7 7 3 0,-4-4 0 16,-3-3 2-16,8 5-2 0,-8-5-2 0,9 2 3 15,-9-2 9-15,9 0-4 0,-9 0 9 0,9-3-2 16,-3-3-1-16,4 2 6 0,-2-3-13 0,1-2-3 15,4-3 2-15,-3 1 0 0,0-3 0 0,3-1-4 16,-3-1-3-16,2 0 7 0,2-5-6 0,-1-1-1 16,-1-1 1-16,-1 2 0 0,3-3 2 0,-7 6-5 15,6-4 1-15,-4-2-7 0,1-1 5 0,-1 2-1 16,-2 5-4-16,-2 1 5 0,0-2 1 0,0 0-2 16,-5 0 8-16,1 2-6 0,-2 1-1 15,1 5 1-15,-1-5-1 0,-1 4 2 0,0 1-6 0,-1 2 5 16,1 0-1-16,-2 2-1 0,2 0 2 0,2 7-11 15,-7-10 7-15,1 7-2 0,-1 1 4 0,7 2-3 16,-16-1 5-16,7 2-9 0,-4 1 3 0,3 5-4 16,-1-3 4-16,-3 5 15 0,2 3-14 0,0-1 4 15,-1 2-5-15,3 0 4 0,0 0 2 0,5-2-8 16,1 0 4-16,1-1 1 0,2-1 1 0,1 0 1 16,1 1 1-16,2-2 0 0,3 1-1 0,3 0 3 15,0-2-2-15,3 1 11 0,6 0-20 0,1 0 4 16,6-2-16-16,2 0-26 0,1 3-13 0,2-5-9 15,-1 1-21-15,-2-1-12 0,1 2-83 0,1-2-198 16,-9 0 88-16</inkml:trace>
  <inkml:trace contextRef="#ctx0" brushRef="#br0" timeOffset="197829.84">18045 4207 99 0,'0'0'137'0,"0"0"-7"0,0 0-9 15,0 0-3-15,0 0-5 0,0 0-25 0,0 0-1 0,0 0-12 16,0 0-7-16,0 0-11 0,0 0-4 0,-2 10-5 16,2-10-4-16,0 11-5 0,0-5-2 15,0 6-4-15,0-3-4 0,0 2-3 0,-1 2-1 16,1 1-2-16,-3-2-2 0,3 1-1 0,0 2-4 15,0 1-2-15,0-5 9 0,-1 3-20 0,1 1 12 16,0-3-8-16,-1 1-31 0,1-2-15 0,2 1-22 0,0-1-22 16,-2 1-20-16,1-2-21 0,-2 3-66 0,1-13-204 15,0 18 90-15</inkml:trace>
  <inkml:trace contextRef="#ctx0" brushRef="#br0" timeOffset="198031.52">18052 3895 35 0,'0'0'104'15,"0"0"-32"-15,0 0-16 0,0 0-5 0,0 0-14 16,0 0-23-16,0 0-24 0,0 0-51 0,21 12-64 15,-16-5 29-15</inkml:trace>
  <inkml:trace contextRef="#ctx0" brushRef="#br0" timeOffset="198221.3">18404 4106 55 0,'6'3'123'16,"-6"-3"-17"-16,0 0-16 0,9 1 7 0,-9-1-22 16,12 4-8-16,-2-4-23 0,1 1-26 0,2 3-29 15,-1-2-19-15,-1 2-30 0,2 2-36 0,-7-3-104 16,3 3 46-16</inkml:trace>
  <inkml:trace contextRef="#ctx0" brushRef="#br0" timeOffset="198368.28">18396 4277 66 0,'0'0'126'0,"0"0"-17"15,0 0-6-15,0 0-6 0,0 0-11 0,0 0-15 16,0 0 0-16,0 0-5 0,0 0-29 0,47 1-33 0,-26-2-41 16,-2 1-97-16,-1 0-144 0,1-2 64 0</inkml:trace>
  <inkml:trace contextRef="#ctx0" brushRef="#br0" timeOffset="205723.34">26538 15681 13 0,'0'0'32'0,"0"0"8"0,-2-6 0 16,2 6-5-16,0 0-3 0,0 0 0 0,0 0 3 16,0 0-10-16,-2-9-1 0,2 9-5 0,0 0-4 15,-6-8 0-15,6 8-4 0,-4-4 4 0,4 4 0 16,0 0 3-16,-7-7-4 0,7 7 3 0,-6-4-3 16,6 4-2-16,0 0 2 0,0 0-2 0,-5-8-2 15,5 8 0-15,0 0-3 0,0 0 1 16,0 0-2-16,0 0 3 0,0 0-4 0,0 0-1 0,0 0-5 15,0 0 2-15,0 0 1 0,0 0-5 0,0 0 7 16,0 0 1-16,0 0 2 0,0 0-1 0,-2 19-6 16,2-19 10-16,4 16 12 0,-1-7-3 0,-1 0-5 15,0 1 4-15,0 0 7 0,2 3-13 0,-1-2 9 16,-1 2 0-16,2 2-3 0,-1 2-11 0,2-1 8 16,-3-1 1-16,0 1-1 0,2 1-2 0,-1 0-2 15,-1 1 2-15,-2 0-3 0,4-1 9 0,-2 0-4 16,-2 2 4-16,2-3-5 0,4 1 3 0,-4 0 0 15,0 1-7-15,3-3 0 0,-1 3 0 0,0 0-3 16,1-1 2-16,2 0 2 0,-3-2 1 0,1 3 0 16,-1-1-1-16,-2-2 1 0,1-3-7 0,1 0 1 15,0 0 5-15,-2-1 7 0,1 2 9 0,-2-4 9 16,3 2-8-16,-4-2-6 0,4-2 3 16,-4 0-7-16,2-2 5 0,-2-5 12 0,2 12-19 0,-2-12 0 15,1 8-3-15,-1-2 3 0,0-6-2 0,0 7 3 16,0-7 1-16,0 0 2 0,0 0-2 0,2 10-5 15,-2-10 1-15,0 0 1 0,0 0-7 0,0 0 5 16,0 0-2-16,0 0-3 0,-2 9 1 0,2-9 0 16,0 0-3-16,0 0-3 0,0 0 5 0,0 6-1 15,0-6-3-15,0 0 4 0,0 0-6 0,0 0 5 16,0 0-2-16,0 0-3 0,0 0-2 0,0 0 3 16,0 0-9-16,0 0-9 0,0 0-2 0,0 0 2 15,0 0-2-15,0 0-3 0,0 0 9 16,0 0-3-16,0 0 5 0,0 0-6 0,0 0-4 15,0 0-1-15,0 0-5 0,0 0-7 0,0 0 5 16,0 0-12-16,0 0 2 0,0 0-5 0,0 0-10 0,0 0-3 16,0 0-6-16,0 0-5 0,0 0-1 0,0 0-5 15,0 0-3-15,0 0 2 0,0 0 2 0,0 0-38 16,0 0-116-16,0 0 51 0</inkml:trace>
  <inkml:trace contextRef="#ctx0" brushRef="#br0" timeOffset="206417.67">26574 16273 15 0,'0'0'71'16,"0"0"-5"-16,0 0-5 0,0 0-1 0,0 0-15 15,13-7 2-15,-13 7-3 0,0 0-10 0,0 0-12 16,0 0-6-16,12 9-2 0,-12-9-8 0,4 4-8 15,-4-4-2-15,0 0-1 0,0 0 1 0,6 5-7 16,-6-5 11-16,0 0-4 0,0 0 0 0,0 0-4 16,0 0 10-16,2 6-7 0,-2-6-7 0,0 0 10 15,0 0-8-15,0 0 6 0,0 0 0 0,-13 4 2 16,13-4-4-16,-9 3 6 0,9-3 0 0,-7 2 7 16,7-2-5-16,-8 3-1 0,8-3 2 0,-9 4 8 15,3-1-1-15,-2 1 5 0,3-1 2 0,-1 1 9 16,6-4 10-16,-12 3 0 0,12-3-1 0,-6 5 8 15,6-5-5-15,0 0 3 0,-7 1-13 0,7-1 3 16,0 0-6-16,0 8 11 0,0-8-4 0,0 0 4 16,15 4-4-16,-3-6-4 0,3 1-5 0,-1 1-4 15,2-1-14-15,4-1-9 0,-5 2-18 0,-3 2-5 16,1-4-21-16,-3 4-13 0,-1-2-4 0,-3 0-6 16,-6 0 4-16,13 1 5 0,-5 0 7 0,-8-1-37 15,0 0 76-15,8 4-26 0,-8-4 10 16,0 0 0-16,0 0 10 0,0 0 12 0,0 0-1 15,0 0 11-15,-20 8 10 0,16-5-7 0,4-3 0 16,-14 4 7-16,8-3 4 0,-2 1-4 0,8-2 5 0,-13 4 2 16,7-3 6-16,6-1-2 0,-10 5-7 0,4-3-3 15,6-2-1-15,-7 3 0 0,7-3-1 0,-8 3-6 16,8-3 2-16,0 0-9 0,-5 4 2 0,5-4-10 16,0 0-6-16,-7 6-11 0,4-1-4 0,3-5-1 15,-4 8 1-15,4-8-20 0,-4 6 47 16,4-6-38-16,-2 7 36 0,2-7-10 0,0 0 9 15,0 7 4-15,0-7 15 0,0 0-7 0,-3 11 1 16,3-11 6-16,0 5 1 0,0-5-3 0,0 0 7 0,3 10-5 16,-3-10-2-16,0 0 5 0,0 11-2 15,0-11 4-15,0 0 6 0,-3 11-3 0,3-11-7 16,-2 7 3-16,2-7-9 0,-4 9 4 0,4-9 4 16,-3 9-10-16,3-9 3 0,0 7-3 0,0-7 5 15,0 0-5-15,5 11 5 0,-1-9-4 0,3 2 12 16,4-2-16-16,3-1 0 0,-1 2-10 0,5-2-8 15,0 2-9-15,2-1-36 0,1-1-69 0,-10 1 30 16</inkml:trace>
  <inkml:trace contextRef="#ctx0" brushRef="#br0" timeOffset="206577.34">26641 16671 33 0,'0'0'74'0,"0"0"-12"0,0 0-26 0,0 0-16 16,0 0-29-16,25 4-27 0,-19-3-39 0,-6-1 17 15</inkml:trace>
  <inkml:trace contextRef="#ctx0" brushRef="#br0" timeOffset="206727.36">26695 16773 8 0,'0'0'42'0,"13"3"-2"0,-1-2-23 0,1 2-19 16,0-2-16-16,-1 2-19 0,1-1 9 0</inkml:trace>
  <inkml:trace contextRef="#ctx0" brushRef="#br0" timeOffset="213998.02">23783 14947 62 0,'-1'-7'105'0,"2"-3"-9"0,-1-2-16 15,1 3-4-15,1-1-5 0,-1 5 3 0,-1 5 9 16,1-12-4-16,-1 12-2 0,0-10-2 0,4 5-3 15,-4 5-6-15,1-9-8 0,-1 9-4 0,0 0 5 16,0-10-10-16,0 10 3 0,0 0-3 0,0-9-5 16,0 9 2-16,0 0 2 0,0 0-7 0,1-9 3 15,-1 9 2-15,0 0 5 0,0 0-10 0,0-8-5 16,0 8-4-16,0 0-3 0,-1-10 1 0,1 10-9 16,-1-8-2-16,1 8 1 0,-3-10 3 0,3 10-11 15,3-9 1-15,-3 9 0 0,0 0 0 0,-3-13-1 16,3 5 0-16,0 8-2 0,-1-10-3 0,1 10 1 15,-1-13 0-15,0 6-6 0,-2 0 1 0,3 7 3 16,-4-15-1-16,4 8-1 0,0 7 1 0,-4-15-2 16,3 5 0-16,-2 5 0 0,3 5 1 0,-2-13-2 15,2 13-2-15,-2-9 5 0,2 9-5 0,-2-9 3 16,2 9-1-16,0 0 1 0,0 0 3 0,-1-8-7 16,1 8-3-16,0 0 2 0,-3-6 2 0,3 6-1 15,0 0-4-15,0 0-1 0,0 0-4 0,0 0 11 16,0 0-7-16,0 0 0 0,0 0 3 0,1 31 0 15,1-19-2-15,0 9 2 0,2 3 2 0,-3 5-1 16,3-1-4-16,-1 2 7 0,1 2-8 0,1 0 7 16,-3 1-1-16,5 0 0 0,-5-5-2 0,3 2 0 15,0-1 3-15,2-3 0 0,-2 1-2 0,1-1 4 16,-1-2-2-16,-2-8-4 0,2 2 0 0,-1 0 3 16,-1-1-2-16,-1-2 7 0,3-2-5 0,-1-1 5 15,-3-2-4-15,0 3-1 0,1-5 3 0,0 3 0 16,-2-4 2-16,0-7-3 0,2 11 2 0,-1-6 1 15,-1-5-1-15,1 8 5 0,-1-8-7 0,0 0 2 16,0 11 0-16,0-11-2 0,0 0 5 0,0 0-1 16,0 0-2-16,0 7 0 0,0-7 1 0,0 0-4 15,0 0 7-15,0 0-1 0,0 0-15 0,0 0-14 16,0 0-17-16,4 4-16 0,-4-4-16 0,0 0-18 16,0 0-30-16,0 0-24 0,0 0-108 0,0 0-272 15,0 0 121-15</inkml:trace>
  <inkml:trace contextRef="#ctx0" brushRef="#br0" timeOffset="214373.87">23815 14696 78 0,'0'0'73'16,"0"0"-1"-16,0 0-17 0,-5-5-7 0,5 5-2 15,0 0-2-15,0 0 5 0,0 0 9 0,0 0 1 16,-9 13-8-16,4-5 0 0,-2 3 1 0,-2 3-6 15,-2-1-2-15,-7 7-1 0,-1 0-3 0,-3 1-2 16,3-3-9-16,1 1-1 0,-1 0 1 0,5-4-2 16,-2-1 10-16,4-1-19 0,-4 0-6 0,5 0 1 15,2-3-4-15,-1-1 10 0,2 0-16 0,1-2 0 16,2 0-26-16,-1-2-18 0,1-1-12 0,1 1-10 16,4-5-7-16,-5 7-12 0,5-7-59 0,-3 5-152 15,3-5 68-15</inkml:trace>
  <inkml:trace contextRef="#ctx0" brushRef="#br0" timeOffset="214544.74">23718 14758 53 0,'5'-3'84'0,"-5"3"-13"0,12-5-4 16,-5 5 4-16,1-1-3 0,-8 1 0 0,21-1-14 15,-9 3-2-15,8 0-6 0,-2 1-6 0,3 3-3 16,5 1-5-16,-4 0-13 0,4 3-26 0,-3 0-20 15,-5 0-19-15,3 6-68 0,-7-2-123 0,-2-2 54 16</inkml:trace>
  <inkml:trace contextRef="#ctx0" brushRef="#br0" timeOffset="-214424.57">22918 14895 112 0,'0'0'101'0,"0"0"-10"0,0 0-10 0,0 0-5 0,12-13-12 15,-1 10-7-15,2-3 4 0,4 0-10 0,1 0-2 16,9-4-4-16,1 3-3 0,2-1-11 0,0 1 1 15,0 2-10-15,-1 1-1 0,-1 1-24 0,-6 0-10 16,0 1-22-16,-3 2-13 0,0 0-10 0,-2 2-4 16,-5-1-58-16,0 1-129 0,-3-1 57 0</inkml:trace>
  <inkml:trace contextRef="#ctx0" brushRef="#br0" timeOffset="-214005.79">23318 14826 9 0,'0'0'30'0,"-11"-1"2"0,11 1-2 16,-11-2 4-16,11 2-1 0,-8-3 1 0,8 3 5 15,0 0-5-15,-10-3 2 0,10 3 1 16,0 0 2-16,0 0 10 0,-9 0-16 0,9 0-11 16,0 0 6-16,0 0-9 0,0 0 8 0,-7 6 25 0,4 0-2 15,2 2-3-15,-1 3 2 0,1 2 4 0,0 5-4 16,1 6 9-16,0-4-7 0,0 6-3 0,1-2-2 16,0 6 0-16,2-10 2 0,1 7-14 15,1-2 5-15,-3 1-5 0,2-1-5 0,1-1-3 16,-3-5 0-16,0 0-5 0,1 0 0 0,-1-2-1 0,2 0 1 15,-3-4-4-15,3-1-2 0,-1-1-2 0,-3-1-4 16,2 1 3-16,-2-7-2 0,0-4 1 0,2 10-3 16,-2-10 0-16,0 8-4 0,0-8 4 0,0 0-5 15,-9 7 0-15,9-7 0 0,-12 0-1 16,4 0 8-16,8 0-9 0,-17-5-7 0,6 3 2 16,2-2 0-16,-1 1 5 0,0-1-3 0,1 0 0 15,-1 1-4-15,2 0 6 0,8 3-2 0,-13-1 7 0,7-2-15 16,6 3 5-16,-10-2 3 0,10 2-6 15,-7-2 6-15,7 2-4 0,0 0 1 0,0 0-4 16,0 0 10-16,0 0-6 0,0 0-3 0,0 0 6 16,0 0 2-16,0 0 0 0,25 14-11 0,-15-10-9 0,0 2-10 15,3-5-20-15,4 4-13 0,-2-2-10 0,2 0-15 16,-2-2-5-16,3 2-4 0,1 0 3 16,-1-2-51-16,-2 1-158 0,2-2 70 0</inkml:trace>
  <inkml:trace contextRef="#ctx0" brushRef="#br0" timeOffset="-213591.82">23540 15279 7 0,'6'-4'30'16,"-2"-1"6"-16,1 0 4 0,-1-1 1 0,-1 1-12 16,-3 5 18-16,5-10 2 0,-5 10-1 15,3-7 2-15,-3 7 0 0,0-9-2 0,0 9 10 16,0 0-9-16,-6-9 8 0,6 9 5 0,-6-6-3 16,1 4 3-16,5 2-20 0,-12-2 10 0,12 2 0 15,-12 2-7-15,4 2-3 0,0-1-9 0,2 3 5 0,-3 0-5 16,1 1-7-16,2 1 5 0,-2 1-1 0,2 4-1 15,1-3-5-15,1 3 0 0,1-3-11 16,-1 6 10-16,4-6-11 0,0-1-2 0,2 1 1 16,0-3 7-16,3 3-16 0,0-2 7 0,1-1 8 15,1 1-11-15,3-3 5 0,-4-1-4 0,3 0 17 16,-2-1-20-16,-7-3 2 0,13 3 1 0,-9 0 0 0,1-1 5 16,-5-2-8-16,0 0 8 0,13 0 9 0,-13 0 1 15,5 3 7-15,-5-3-4 0,0 0 8 0,0 0-7 16,0 0-1-16,6 3-2 0,-6-3-3 15,0 0 3-15,0 0-4 0,0 0-5 0,0 0-1 16,-23 7-4-16,13-4 3 0,0 3-2 0,-2 0-1 0,-2 2 3 16,-1 1-3-16,1 1-4 0,4-2 2 15,-1 1 4-15,5-2-6 0,-2 3 1 0,2 1-1 16,2 0-4-16,0-2 5 0,2 2 2 0,3 0-6 16,3 0 3-16,3-1 1 0,0-2-4 0,4 3-16 15,5-1-20-15,2-3-35 0,8 1-18 0,5-3-26 16,4-1-12-16,-3-4-14 0,2-2-91 0,4 2-250 0,-4-5 111 15</inkml:trace>
  <inkml:trace contextRef="#ctx0" brushRef="#br0" timeOffset="-193934.53">18988 4047 86 0,'0'0'134'0,"-4"-17"9"0,4 11-14 0,0 6-4 15,-4-13 1-15,3 7-5 0,1 6-7 0,-3-10-8 16,3 10-1-16,-2-10-13 0,2 10-8 0,-2-7-6 16,2 7-7-16,0 0-4 0,-3-9-10 0,3 9-2 15,0 0-9-15,0 0-5 0,0 0-13 0,0 0-6 16,0 0 6-16,0 0-5 0,0 0-2 0,0 0 1 0,0 0-5 15,10 33-4-15,-4-17 2 0,-1 3-3 16,2 4 0-16,0-4-1 0,2 8-1 0,3 0 0 16,-2 2 4-16,-1-3-5 0,2 0-1 0,-2 2 2 15,1-4 0-15,1-1-2 0,-1-5-1 0,2 5 1 16,-3-7 0-16,-2-2-3 0,2 2 4 0,-4-3-5 0,4 3 5 16,-5-7-3-16,1 1-3 0,0 0 2 15,-2-3-1-15,0 0 0 0,-1-2 3 0,-2-5-4 16,4 10 4-16,-4-10-3 0,5 7 2 0,-5-7 2 15,1 5 1-15,-1-5-5 0,0 0 1 0,0 0 1 16,0 0 0-16,0 0-1 0,0-23 1 0,1 13-2 16,-1 1-3-16,2-3 6 0,0 0-2 0,2-5-7 15,-1 0 3-15,1-2 1 0,-1 1-5 0,5-7 2 16,-4 4 0-16,2-3-2 0,-2 0-1 0,1 5-1 16,-2 1 7-16,4-7-5 0,-3 6-2 0,0 1 0 15,0-2-3-15,0 2 5 0,-2 2-3 0,2-1 1 16,-2 0-2-16,0 6 8 0,-2 0-4 0,0-1-2 15,0 4 1-15,-1-2 2 0,1 10-1 0,0-13-4 16,0 13 8-16,-1-10-15 0,1 10 14 0,-2-7-2 16,2 7 4-16,0 0-8 0,-1-9 2 0,1 9-6 15,0 0 2-15,0 0 0 0,0 0 2 0,0 0 2 16,-18 8 0-16,12-3-2 0,1 1 4 0,-1 0-2 16,3 0 2-16,-1 1-1 0,0-1-2 0,0 1 2 15,3-1-9-15,-2 1 10 0,3-7-2 0,4 13 6 16,0-3-18-16,1-3 15 0,5 1-3 0,3-2-20 15,6 1-8-15,7 3-22 0,1-5-28 0,-1 1-24 16,4 1-22-16,-2-2-27 0,-1 2-90 0,-9 1-263 16,-2-1 117-16</inkml:trace>
  <inkml:trace contextRef="#ctx0" brushRef="#br0" timeOffset="-193660.22">19496 4375 168 0,'0'0'167'0,"0"0"-12"0,0 0-12 16,0 0-13-16,0 0-15 0,0 0-11 0,0 0-8 16,0 0-12-16,-3 10-4 0,1-4 1 0,2-6-4 15,-2 16-8-15,-1-4-8 0,2 0-1 0,-2 3-8 16,2 0 1-16,-3 3-3 0,2-2-11 0,-1-1-4 15,2 2 0-15,2-5-5 0,1 2-2 0,-2-3 0 16,-2 2-23-16,1-2-12 0,2 0-20 0,-2 3-31 16,2-4-19-16,2 0-30 0,-2 0-13 0,-1-10-12 15,5 18-105-15,-4-9-255 0,-1-9 113 0</inkml:trace>
  <inkml:trace contextRef="#ctx0" brushRef="#br0" timeOffset="-193268.17">19517 4392 64 0,'0'0'104'0,"9"-10"-1"0,-5 5-9 0,3 3 1 16,1-2 1-16,0 2-4 0,-8 2 0 0,16-1 1 16,-6 2-11-16,-2-1-7 0,-8 0-6 15,14 2-2-15,-6 2-5 0,-4-1-3 0,1 1-3 0,1-1-6 16,-1 3-4-16,-5-6-6 0,2 11-1 15,-2-3-1-15,0-8-4 0,-7 17-12 0,2-8-2 0,0 0-6 16,-1-1-12-16,-3 0 3 0,2 0-20 16,2 0-4-16,5-8-11 0,-8 11 5 0,8-11-6 15,-5 10-1-15,5-10 17 0,0 11-18 0,0-11 5 16,0 0 1-16,8 16 6 0,-3-10-4 0,-5-6 12 16,9 13-11-16,-1-6 13 0,-2-2-2 0,1 2 6 15,-7-7-6-15,11 10 7 0,-5-6 8 0,-1 4-5 0,-5-8-10 16,10 8 13-16,-10-8 5 0,6 9-2 15,-6-9 4-15,0 11 6 0,0-11 6 0,0 0-7 16,-12 19 9-16,3-13-7 0,-1-1-2 0,1 4-3 16,-1-2 0-16,0 0-2 0,-2-2 3 0,5 1-9 15,-3-1-17-15,10-5-16 0,-12 5-16 0,7-1-27 16,5-4-25-16,-10 4-81 0,10-4-195 0,-7 6 87 0</inkml:trace>
  <inkml:trace contextRef="#ctx0" brushRef="#br0" timeOffset="-192871.38">19893 4419 96 0,'0'0'148'16,"-7"-5"-15"-16,7 5-12 0,0 0-6 0,-12 1-8 15,12-1-12-15,-9 9-8 0,3-5-7 0,2 2-6 16,4-6-11-16,-3 12-5 0,4-5-8 0,-1-7-3 15,2 16-1-15,2-8-8 0,3-1 2 0,-1 1-5 16,1-2-8-16,1 2-13 0,1-4 1 0,0 0 6 16,2 1-5-16,-2-4-8 0,-9-1-7 0,17 4 4 15,-9-3-7-15,-8-1-2 0,13 0 6 0,-13 0 3 16,0 0-4-16,0 0 4 0,16-2 7 0,-16 2-12 16,0 0 5-16,0 0-4 0,-1-9 3 0,1 9 3 15,0 0 6-15,0 0-3 0,-18-5-2 0,18 5 1 16,-15 1 0-16,2-2 1 0,13 1 7 0,-20 8-12 15,6-2 5-15,2-2 0 0,1 3-4 0,1 0 8 16,0-2 0-16,2 4 0 0,0-1 2 0,0 2-5 16,3-1 6-16,3-2-4 0,-2 2 2 0,1-2-2 15,3 2 1-15,4-2 1 0,0 3-2 0,2-2-2 16,2-1-8-16,5-2-19 0,0-1-33 0,6 1-28 16,0-4-27-16,13-1-33 0,-5 2-111 0,-4-1-268 15,0-4 119-15</inkml:trace>
  <inkml:trace contextRef="#ctx0" brushRef="#br0" timeOffset="-192685.49">20309 4395 159 0,'0'-12'178'0,"0"12"-14"15,0 0-23-15,9-6-15 0,-4 3-12 0,3-1-11 16,6 0-7-16,0 2-6 0,4-2-17 0,0 1-11 15,1 3-26-15,-2-2-40 0,-3 3-30 0,-1-2-34 16,-2 3-25-16,-3 0-98 0,-8-2-206 0,10 1 91 16</inkml:trace>
  <inkml:trace contextRef="#ctx0" brushRef="#br0" timeOffset="-192491.32">20388 4293 69 0,'0'0'173'0,"-3"-6"-11"0,3 6-12 15,0 0-16-15,0 0-11 0,0 0-5 0,0 0-20 16,0 0-11-16,0 0-3 0,0 0-8 0,0 0-1 0,0 0-3 16,0 0-3-16,0 27-8 0,2-16 4 0,-1 1-11 15,1 0-4-15,-2-1-3 0,1 6-4 0,2-2-7 16,-2 3-4-16,3-7-16 0,1 6-34 16,-3-5-25-16,5 5-40 0,-3-5-34 0,1 4-37 15,1 0-93-15,-2-4-267 0,2-1 118 0</inkml:trace>
  <inkml:trace contextRef="#ctx0" brushRef="#br0" timeOffset="-192110.56">20791 4155 210 0,'0'0'199'0,"1"-9"-22"0,-1 9-18 15,0 0-19-15,0-9-15 0,0 9-15 0,0 0-8 16,0 0-6-16,8 18-12 0,-3-7-7 0,0 6-7 16,0 1-2-16,2 0-7 0,-1 0-2 0,2 1-6 15,-2 0-1-15,2-1-5 0,-2 0-5 0,-1-2 0 16,4-1-5-16,-4-2 0 0,1-2 0 0,-3-2-2 16,3-1-2-16,-4 0 0 0,3-4-2 0,-2 1 5 0,-3-5 9 15,5 7 11-15,-5-7 15 0,2 7 17 16,-2-7-10-16,0 0-6 0,0 0-5 0,18-14-8 15,-9 6-5-15,3-5-6 0,-2 0-4 0,1-2-1 16,5-6-2-16,-1-2-10 0,-1 1-4 0,3 0-1 16,-1-4-3-16,1 0-4 0,-3 3 1 0,-1 1-3 15,-2 1-3-15,-3 5 1 0,-2 4-3 0,1 2 0 16,-2-1-2-16,-1 6-29 0,-3-1-30 0,3 0-40 16,-4 6-38-16,0 0-23 0,0 0-27 0,0 0-28 15,0 0-31-15,-17 32-130 0,-2-10-396 0,4 0 176 16</inkml:trace>
  <inkml:trace contextRef="#ctx0" brushRef="#br0" timeOffset="-191780.72">21132 4389 73 0,'0'0'153'0,"0"0"-12"0,0 0-10 16,7 6-5-16,-7-6-7 0,0 0-2 0,1 14-5 15,-1-14-3-15,0 0-9 0,-4 22-6 0,3-13-15 16,1-9-4-16,2 15-1 0,0-6-8 0,0 0-2 16,-2-9-2-16,10 15 8 0,-3-8-1 0,3 0 0 15,3-2-1-15,4-2 2 0,0 1-3 0,1-1 0 16,3-5-7-16,-1 0-1 0,-2 0 1 0,2-1-5 16,0 0 0-16,-9-2-3 0,6-3-6 0,-3 1 9 15,-4 0-6-15,0-1-4 0,-1-2-5 0,-2 0-4 16,-2-3-5-16,-4 0-1 0,-1-2-4 0,-2-2-2 15,-2 1-6-15,-5 0-2 0,1 2-4 0,-3 1-3 16,2 3-11-16,-2 3-14 0,-1 1-31 0,-5 1-18 16,-4 5-28-16,-7 2-15 0,2 6-29 15,-5 1-34-15,-4 5-38 0,-9 7-143 0,8-7-379 0,0 0 168 16</inkml:trace>
  <inkml:trace contextRef="#ctx0" brushRef="#br0" timeOffset="-191090.93">19172 4956 93 0,'-14'0'140'16,"2"0"-3"-16,1-3-3 0,2 1-4 0,9 2-10 16,-10-1-10-16,10 1-11 0,-9-1-15 0,9 1-5 15,0 0-10-15,0 0-3 0,0 0-3 0,32 4-1 16,6-3-2-16,17-2-3 0,41-7 2 0,-2 0 5 16,3-1-5-16,8-1-2 0,1 0-3 0,-6-1 2 15,-4-1-5-15,-30 6-1 0,26-4 7 0,-32 2-2 16,-2 0 11-16,-3 2-1 0,-5 1-6 0,-13 0-4 15,-5 0-5-15,-2 0 0 0,-9 3-2 0,-2-2-2 16,-6 3 9-16,-2 0-4 0,1 1 7 0,-6-1-1 16,-6 1 7-16,14-1 0 0,-14 1 9 0,8-2-1 15,-8 2 0-15,0 0 0 0,8-2-5 0,-8 2-16 16,0 0-2-16,0 0-11 0,0 0 1 0,0 0-11 16,0 0-19-16,0 0-28 0,0 0-30 0,0 0-31 15,-17-11-27-15,17 11-33 0,0 0-35 0,0 0-18 16,-22 8-29-16,16-4-17 0,-4 2-128 0,1 1-397 15,0-2 176-15</inkml:trace>
  <inkml:trace contextRef="#ctx0" brushRef="#br0" timeOffset="-190579.73">18985 4977 26 0,'-20'-1'127'0,"1"2"3"0,6-1-5 15,-1-1-10-15,4 1-4 0,2-1-6 0,8 1-6 16,-14 1-15-16,14-1-7 0,-8 2-6 0,8-2-7 16,0 0-4-16,0 0 2 0,50 3-9 15,1-3-2-15,9-4 8 0,37-5-17 0,3 1-1 16,-2 2-4-16,2-6 1 0,2 5-3 0,-3 0-5 15,-2 0-1-15,-33 0-1 0,2 2-1 0,-1 0 3 0,-2 0 1 16,-4-2 2-16,-3 3-1 0,-4-1-4 0,-16 2-1 16,3-2 3-16,-4 2-5 0,-1-1 5 0,-4 0-1 15,-2 3 2-15,-7-2-3 0,-7 2 9 16,0-3 0-16,-5 2 7 0,-1 2-2 0,-2-2-1 16,-6 2-2-16,11-1 0 0,-11 1-9 0,7-3-1 0,-7 3-13 15,0 0-15-15,0 0-18 0,0 0-21 0,0 0-28 16,-33-3-30-16,14 5-28 0,-8-1-25 0,-7 3-17 15,0 2-131-15,-2 3-321 0,-2-3 142 16</inkml:trace>
  <inkml:trace contextRef="#ctx0" brushRef="#br0" timeOffset="-190350.15">19178 4987 92 0,'0'0'116'0,"0"0"1"0,33-2 2 0,2 2-8 0,24-6-6 15,6 1-8-15,36-3-7 0,2 1-7 16,6-1-2-16,0-3-9 0,-5 3-5 0,-4 0-10 16,-8 4-9-16,-28-2-8 0,-1 5-1 0,-4 1-23 15,-7-2-32-15,-18 4-35 0,1-2-28 0,-6 3-36 16,-7 1-67-16,-8-1-197 0,-3-1 88 0</inkml:trace>
  <inkml:trace contextRef="#ctx0" brushRef="#br0" timeOffset="-190167.7">19337 5043 20 0,'0'0'120'0,"41"-1"-13"0,-9-3-11 0,7 0-12 16,17-5-2-16,8 3-15 0,26-4-17 0,-28 3-23 16,6 0-39-16,20 1-36 0,-31 6-52 0,-5-2-106 15,-14 2 47-15</inkml:trace>
  <inkml:trace contextRef="#ctx0" brushRef="#br0" timeOffset="-189001.41">17637 5813 164 0,'-1'-5'179'0,"1"5"-7"16,-3-9-9-16,3 9-18 0,-6-8-14 0,6 8-10 15,0 0-22-15,0 0-8 0,0 0-8 0,0 0-10 0,0 0-8 16,24 18 6-16,-14-6-19 0,8 8-8 0,-1 2 5 15,-3 2-9-15,1 1-4 0,2 1-2 16,-6 1-4-16,6-3-3 0,-4 0-2 0,2 1 1 16,-2 0-2-16,-1-3-3 0,-1-5-4 0,-2-1 2 15,0-2-4-15,-3-4 1 0,2 2-4 0,-3-5-1 0,-1 2-3 16,2-1 2-16,-2-1-2 0,1-3 3 0,-2 0 0 16,-3-4 0-16,5 9 2 0,-5-9 4 15,5 2 8-15,-5-2 5 0,0 0-1 0,0 0-2 16,14-7-6-16,-9 2-1 0,3-4-1 0,2-6-4 15,1-1 0-15,5-5-2 0,-1-1 1 0,-1-2-3 0,1 0-4 16,1-3 3-16,0 1-6 0,-1-1 0 0,0 0 0 16,0 0-1-16,-2 2 0 0,-4-2 0 15,1 2-17-15,-2 6 3 0,-3 1-2 0,-3 0-2 16,0 1 5-16,-1 2-3 0,-1-2 5 0,-1 8-5 16,-1-1 7-16,0 3-3 0,-2 1 3 0,-2-1-3 0,1 3-13 15,-2 0 11-15,-1 3 3 0,8 1-1 0,-20 3 2 16,10 1 0-16,-5 4 1 0,0 3-2 15,-1-1 0-15,4 1 0 0,-1 1 4 0,2 1 1 16,3 0-1-16,2-1 3 0,5-2 1 0,-1 3-5 16,4-3 9-16,0 0-6 0,6 3 2 0,1-5 2 0,10 3-6 15,0-2-11-15,7 1-13 0,3-2-18 0,2 0-24 16,0-3-17-16,2 2-27 0,-1 0-13 16,-5 0-21-16,-6-1-110 0,1 0-280 0,-4-2 124 15</inkml:trace>
  <inkml:trace contextRef="#ctx0" brushRef="#br0" timeOffset="-188773.52">18443 6031 109 0,'0'0'119'0,"12"-3"-7"0,-12 3 6 15,0 0-6-15,1 6 10 0,-1-6 2 0,2 12-4 0,-2-12-8 16,1 20-12-16,0-7-6 0,0 3-14 15,-1 0-4-15,0 2-5 0,3-1-4 0,-3 1-13 16,1 1 0-16,-1-1-6 0,1-1-6 0,-1-1 0 16,3 0-5-16,1 1-9 0,-4-3-15 0,1-3-20 15,3 5-17-15,-2 0-30 0,2-4-31 0,0-1-37 0,-3 2-139 16,1-3-282-16,0-3 125 0</inkml:trace>
  <inkml:trace contextRef="#ctx0" brushRef="#br0" timeOffset="-188552.85">18478 5806 106 0,'-3'-5'228'15,"1"0"-28"-15,2 5-17 0,-5-7-18 0,5 7-20 16,-4-7-13-16,4 7-13 0,0 0-11 0,-4-7-18 15,4 7-7-15,0 0-12 0,0 0-27 16,0 0-43-16,0 0-37 0,18 12-37 0,-10-4-38 16,3-1-132-16,-6-3-262 0,4 4 115 0</inkml:trace>
  <inkml:trace contextRef="#ctx0" brushRef="#br0" timeOffset="-188076.43">19169 5967 127 0,'0'0'175'0,"0"0"-1"0,0 0 3 0,0 0-3 15,0 0-3-15,0 0-4 0,-25 0-12 0,25 0-11 16,0 0-7-16,0 0-11 0,0 0-9 0,-13 0-10 15,13 0-9-15,0 0-4 0,0 0-3 0,0 0-3 16,0 0 0-16,0 0 2 0,0 0-6 0,-6-6-8 16,6 6-8-16,0 0-9 0,0 0-7 0,-3-11-6 15,3 11-2-15,0-7-6 0,0 7-4 0,1-11-5 0,-1 11-2 16,4-11-4-16,-1 4-2 0,1 2-5 0,1-2 0 16,1 0-9-16,2 0 1 0,2 0-4 15,-1 1 1-15,1 2-1 0,-1 0-6 0,1 1 2 16,2 0-3-16,-2 2 1 0,-1 0 0 0,2 2-3 15,1 2 2-15,-4 0-2 0,2-1-1 0,0 1-2 0,0 2 0 16,-2-2 1-16,0 1 1 0,1 0-1 0,2 0 4 16,-5-2-3-16,3 1 3 0,-1 0 2 15,5-3-3-15,-6-2 1 0,4 0 4 0,0-1-2 16,-4-1 1-16,3-2 0 0,1 1 0 0,0 1 2 16,-2-2 1-16,-1-2-4 0,-3 3-3 0,1 1-10 0,-3-1-16 15,-3 5-18-15,6-10-16 0,-6 10-30 0,1-7-33 16,-1 7-21-16,0 0-13 0,0 0 1 15,0 0-14-15,0 0-13 0,-26 14-125 0,19-5-338 16,-1 0 150-16</inkml:trace>
  <inkml:trace contextRef="#ctx0" brushRef="#br0" timeOffset="-187706.08">19269 6229 61 0,'0'0'150'15,"0"0"-2"-15,-4 5 8 0,4-5 0 0,-7 4-5 0,7-4 1 16,0 0-6-16,0 0-1 0,0 0-6 0,-9 0-12 16,9 0 0-16,0 0-4 0,0 0-8 15,-10-9-9-15,8 4-12 0,2 5-8 0,-1-9-6 16,1 9-12-16,0-13-5 0,-2 6-5 0,2 7-10 16,4-13-2-16,-1 4-2 0,-2 3-9 0,-1 6-4 0,7-13-6 15,-5 8-5-15,3 0-2 0,0 1-2 0,-5 4-2 16,10-6 0-16,-4 4-3 0,0-1 0 15,-6 3-3-15,14-1 5 0,-8 1-7 0,-6 0-1 16,17 0 3-16,-17 0-3 0,18 0 0 0,-18 0-1 16,20 3 1-16,-9-3-2 0,0 1 0 0,2-1 5 0,-13 0 0 15,18-1-3-15,-7-1 0 0,-11 2 0 0,13-1 1 16,-13 1-1-16,10-3 1 0,-10 3-2 0,0 0 1 16,14-2 0-16,-14 2-2 0,0 0-4 15,0 0-15-15,0 0-18 0,9-5-25 0,-9 5-18 0,0 0-29 16,0 0-35-16,8-4-19 0,-8 4-28 0,0 0-24 15,0 0-108-15,0 0-347 0,11-5 153 0</inkml:trace>
  <inkml:trace contextRef="#ctx0" brushRef="#br0" timeOffset="-187284.12">19769 5773 127 0,'2'-6'214'0,"-2"6"-9"0,4-10-9 0,-4 10-9 16,3-8-13-16,-3 8-21 0,2-5-14 0,-2 5-16 0,0 0-13 15,12 1-13-15,-12-1-6 0,10 8-11 0,-1 0-7 16,2 1-7-16,1 4-2 0,-2 1-4 0,3 0-6 16,-3 0-4-16,0-1-7 0,3 5 1 15,-3-3-5-15,-1-1-4 0,0 0-5 0,-2-2-4 16,0-2 2-16,1 0-3 0,-1-1-3 0,-1-1 1 0,0 1-3 15,1-2-4-15,-4-1 0 0,4-2-4 0,-6 3 0 16,-1-7 0-16,4 8 3 0,-4-8-3 16,6 6-1-16,-6-6 10 0,4 4 13 0,-4-4 19 0,0 0 10 15,0 0-4-15,0 0-3 0,13-10-9 16,-8 3-2-16,3-8-6 0,2-1-5 0,6-4-5 0,-3-2-1 16,4-4-4-16,1 0-3 0,1 0-1 15,-1 0 3-15,-3 0-7 0,3-2 0 0,-3 4-1 16,-1 0-4-16,-5 7 0 0,0 0-2 0,-4 1-3 0,2 6 0 15,-3 1-1-15,-1 0-4 0,1 2-2 0,-1 3-23 16,-3 4-18-16,0 0-30 0,1-12-34 0,-1 12-21 16,0 0-19-16,0 0-24 0,0 0-27 0,0 0-29 15,-9 35-156-15,4-17-412 0,-3 0 183 0</inkml:trace>
  <inkml:trace contextRef="#ctx0" brushRef="#br0" timeOffset="-186934.65">20306 5929 13 0,'0'0'149'0,"0"0"-2"16,0 0 0-16,0 0 2 0,-11 14-7 0,7-10-12 0,4-4-12 16,-5 10-5-16,5-10-11 0,-7 15-7 0,0-5 5 15,7-3-12-15,0-7-7 0,0 22-9 0,-1-9-6 16,1-3-5-16,1 1-5 0,2-1 2 0,4-1 1 15,-2 1 2-15,3-2-2 0,3-1 0 0,1 0-3 16,1-4 3-16,6 0 6 0,-1 0-2 0,1-3-1 16,-1-1-1-16,-1-1 1 0,-3-1-1 0,2-4-4 15,-2 4-1-15,-2-4-4 0,2-1-6 0,0-3-5 16,-2-1-2-16,-5 2-2 0,3-6-5 0,-4 2-5 16,-4-1-2-16,-1 0 0 0,-2-3-5 0,-1 1-3 15,-2 2-1-15,-3-3 0 0,-2 2-5 0,4 6-3 16,-1-1-1-16,-1 2-8 0,-3-1-20 0,0 5-23 15,-2 2-21-15,-1-1-28 0,-5 4-22 0,-4 2-24 16,2 3-23-16,-7 6-45 0,-3 1-177 0,1 1-415 16,-1 1 185-16</inkml:trace>
  <inkml:trace contextRef="#ctx0" brushRef="#br0" timeOffset="-186086.36">16459 7291 59 0,'-14'2'138'0,"5"-2"3"15,-3 6-9-15,1 1 4 0,-5 4-7 16,-3 7-8-16,5-3-10 0,3 2-5 0,-1 5-10 16,3-5 2-16,3 8-3 0,1-1-10 0,5-5-10 15,0 0-4-15,1-2-3 0,5 1-10 0,2-4-1 0,3 1 2 16,2-4-2-16,5 0-4 0,6 0-2 0,-3-4 0 16,8-4-1-16,-1 0-5 0,2-3-3 15,-2-2-3-15,0-3-4 0,0 0 0 0,-1-3-2 16,0 1 3-16,-9-2 0 0,1-1-4 0,-2-2 1 0,-1 0-1 15,-2-2 6-15,0-1-1 0,-4-1 7 0,-2-2-10 16,0 2 3-16,-5 0-2 0,0-3-5 0,-4 0 4 16,-2 1-8-16,-4-1 0 0,-1 1-5 15,-1 1-6-15,-5 3-2 0,-1-1-1 0,-7 2-1 16,-4 1-4-16,1 6 0 0,-5 5-6 0,-3 4 4 0,-3 1-1 16,1 2-3-16,-2 3-9 0,1 5-17 0,0 1-13 15,4-1-22-15,3 4-18 0,2 0-25 0,2-1-32 16,13-2-23-16,2 0-21 0,6 2-28 15,1-1-117-15,3 0-351 0,5-4 155 0</inkml:trace>
  <inkml:trace contextRef="#ctx0" brushRef="#br0" timeOffset="-185831.37">17011 7234 167 0,'2'-11'228'0,"1"1"-1"15,-3 0-7-15,1 6-4 0,2-5-16 0,-3 9-21 16,1-7-25-16,-1 7-17 0,0 0-17 0,0 0-13 16,0 0-9-16,0 0-12 0,10 29-11 15,-9-3-6-15,3 7-6 0,-2 15-5 0,0 0-7 0,-2 0-3 16,-1 4-3-16,0 0-3 0,1-1-5 0,-2-3-2 16,2-12-2-16,0-3-5 0,0 2-1 0,0-3-5 15,0-2-13-15,2 0-17 0,-2-1-31 0,1-1-27 16,0-4-35-16,0-5-35 0,1-1-31 0,0-1-45 15,1 1-130-15,-1-8-371 0,1-1 164 0</inkml:trace>
  <inkml:trace contextRef="#ctx0" brushRef="#br0" timeOffset="-185605.28">17280 7631 186 0,'0'0'217'0,"3"-7"-26"15,-3 7-22-15,0 0-12 0,0 0-7 0,0 0-10 16,0 0-8-16,8 22-6 0,-8-5-11 0,0 2-9 16,1 8-10-16,1-1-9 0,0 2-8 0,-2-1 2 15,0 1-16-15,0 0-6 0,1-3-6 16,-1-6-4-16,2 0-5 0,-2-1-15 0,0-2-19 0,0-1-16 16,2-2-34-16,-1-2-25 0,-1 0-30 0,3-1-30 15,-2-2-29-15,2 3-26 0,-3-11-100 0,-2 9-302 16,2-9 133-16</inkml:trace>
  <inkml:trace contextRef="#ctx0" brushRef="#br0" timeOffset="-185389.13">17342 7559 55 0,'10'-14'144'0,"0"5"0"0,-1 0-8 15,1 1-10-15,2 3-13 0,-2 1-9 0,-1 1-3 16,1 3-2-16,-2 0-10 0,0 3-8 0,-1 2 0 15,1 2-8-15,-3 2 5 0,0 1-13 0,-2 6-1 16,-3-1-4-16,-2 3-8 0,0 1 0 0,-2-3 5 16,-4-1-13-16,0 2-7 0,1-2-5 15,-1-4-2-15,1 2-1 0,-3 1-6 0,-1 1-33 0,2-8-38 16,0 3-42-16,2-1-43 0,2 0-149 0,-4-1-305 16,5-3 135-16</inkml:trace>
  <inkml:trace contextRef="#ctx0" brushRef="#br0" timeOffset="-185084.3">18166 7147 106 0,'-5'-5'175'0,"-5"1"-9"0,2 2-12 0,0 1-11 16,8 1-6-16,-21 7-15 0,10 0-4 0,-3 5 3 15,3 4-12-15,-2 6-5 0,-4 3-7 0,8 5-2 16,-1 2-5-16,4-1 1 0,0 2-10 0,3 2-4 16,0-1-4-16,2 1 5 0,0-1-5 0,3 0-6 15,-3-1-4-15,4 0-6 0,-1-3-5 0,2-1-3 16,-1-1-7-16,-2 0-2 0,2-4-2 0,-2-5-4 16,0-1-3-16,0 0-3 0,1-1-3 0,0 0 2 15,-1-6-11-15,-1 2-22 0,0-2-25 0,0 1-37 16,-1-1-33-16,-3-2-32 0,3-2-40 0,-1-2-32 15,-2 0-139-15,-3-2-373 0,7-3 166 0</inkml:trace>
  <inkml:trace contextRef="#ctx0" brushRef="#br0" timeOffset="-184652.48">17953 7579 76 0,'11'-5'126'0,"7"1"-12"0,-1-2-7 15,3 2-7-15,-1 1-9 0,1 0 3 0,2-1-14 16,-1-1-10-16,-1 2-2 0,-1-1-9 0,2 4-4 16,-3-3-5-16,-3-1-6 0,-3 1-4 0,2 2 5 15,-4-2 3-15,-2 3 16 0,-2-2 12 0,-6 2 7 16,13-3 5-16,-13 3 5 0,7-3 2 0,-7 3 0 16,6-2 0-16,-6 2-8 0,0 0-5 0,0 0-11 15,3-5-5-15,-3 5-7 0,0 0-7 0,0 0-10 16,0 0-1-16,0 0-8 0,0 0 2 0,0 0-10 15,0 0-2-15,-9 22-2 0,7-14-2 0,-1 2-2 16,1 2-2-16,-1-3-1 0,2 3-3 0,1-2 3 16,1 1-3-16,2 0-2 0,-2-1 0 0,3-2 0 15,0 0-2-15,1-2 1 0,4 2 1 0,0-5 0 0,-2-1-1 16,5 2 1-16,1-4 0 0,-3 0-2 16,1-6-1-16,2 4 3 0,-4-6-4 0,-1 3 5 0,-2-1-3 15,-1-1-2-15,0-4 2 0,-2 3-2 16,0-3-1-16,-5-1 0 0,2 1-1 0,-2-4-3 0,-5 2 0 15,2 0-2-15,0 0 2 0,-1 5-4 0,1-1-4 16,-2 0-10-16,1 2-9 0,-1 3-20 0,1 1-19 16,6 3-13-16,-11-3-19 0,11 3-23 15,-15 4-29-15,9 0-19 0,1-1-14 0,0 2-131 16,1 0-339-16,4-5 150 0</inkml:trace>
  <inkml:trace contextRef="#ctx0" brushRef="#br0" timeOffset="-184422.51">18496 7260 77 0,'1'-13'211'15,"2"2"0"-15,-2 0 1 0,1 3-10 0,-2 1-15 16,0 7-17-16,3-8-21 0,-3 8-22 16,0 0-9-16,0 0-17 0,0 0-8 0,0 0-9 15,13 30-6-15,-8-5-1 0,1 4-11 0,-5 0-3 0,2 3-5 16,-3 1-5-16,1-3-6 0,1 2-2 0,-2-4-5 15,1 5-3-15,-2-5-3 0,1-2-5 0,-3 0-26 16,2-2-33-16,1-6-40 0,0-1-34 0,4-2-33 16,-3-3-47-16,-1 1-158 0,1-5-369 15,-1-8 163-15</inkml:trace>
  <inkml:trace contextRef="#ctx0" brushRef="#br0" timeOffset="-184211.15">18703 7261 28 0,'0'-6'205'16,"0"6"-24"-16,2-8-17 0,-2 8-14 0,0 0-13 15,0 0 2-15,8 20 6 0,-7-6 4 0,0 7-13 16,1 6-5-16,-5 4-14 0,1 0-12 16,-2 0-7-16,4-1-10 0,-4 1-9 0,3 1-7 0,-3-5-6 15,4 5-8-15,-1-5-37 0,-3-3-33 16,3-3-36-16,-1-3-47 0,4 1-47 0,-1-5-49 0,-1-4-107 15,0 1-321-15,0-11 143 0</inkml:trace>
  <inkml:trace contextRef="#ctx0" brushRef="#br0" timeOffset="-183942.3">18902 7495 11 0,'0'0'191'0,"0"0"-17"0,0 0-7 16,0 0-1-16,0 0-15 0,0 0-15 0,-5 29-13 15,5-18-6-15,-1-4-14 0,2 4-7 0,0-1-11 16,1-1-6-16,1 0-12 0,1-3-3 0,3 0-6 16,-1 2 0-16,4-4-7 0,-2 0-6 0,2-2-3 15,-1-2 5-15,0 0 0 0,-9 0-2 0,17-6 5 16,-6 2 2-16,-6 0 8 0,0-2 2 0,-1 0 3 16,-1-1-14-16,-2-1-2 0,0-1-4 0,-1-1-1 15,-2 0-7-15,-2-2-6 0,-1 1-11 0,0 0-10 16,-2 0-18-16,1 2-11 0,1 0-21 15,-3 1-33-15,2 5-31 0,1-3-39 0,-2 2-24 0,7 4-30 16,-10-3-128-16,10 3-352 0,-9-2 156 0</inkml:trace>
  <inkml:trace contextRef="#ctx0" brushRef="#br0" timeOffset="-183502.05">19117 7422 166 0,'0'0'183'0,"6"5"-5"15,-6-5 1-15,0 8-7 0,2-1-8 0,-2-7-12 16,-2 18-10-16,1-8-14 0,2 1-13 0,-1 3-8 16,3 0-8-16,-2-3-11 0,3 2-7 0,-1-2-1 15,0-1-15-15,5 0-5 0,-2-1-6 0,1-1-1 16,-1-1-5-16,4-3-6 0,-1 0-2 0,0 0-4 16,3-4-3-16,-3 0-1 0,1-1-5 0,-1-3-1 15,2-1-1-15,-2 0-4 0,0-2-2 0,-2-1 0 16,0-1-4-16,0 1-7 0,-1-3-2 0,-1 2 3 15,2-2-7-15,-2 2-5 0,-3-3-2 0,2 4 0 16,0 0 2-16,-1 1-3 0,-2 1-2 0,-1 6 0 16,5-8-1-16,-5 8-2 0,0 0-1 0,0 0 1 15,0 0 1-15,0 0 1 0,0 0 1 0,0 0 0 16,-3 31 3-16,2-21 0 0,1 3 0 0,0-4 0 16,1-1 1-16,4 2 1 0,-1-2 2 0,3-1 4 15,0-2-1-15,0-2 0 0,4-1 5 0,-1-2-4 16,0 0 9-16,2-2 8 0,0-2 5 0,2-1 6 15,1-4 1-15,-3 1 8 0,3-1 7 0,-1-4 6 16,-1 3-2-16,-4-4 1 0,-2 4 2 0,2-6 0 16,-2 3-8-16,-1-2-5 0,-2-2-4 0,0 2-5 15,-3-2-8-15,0 6-20 0,1-1-20 0,-1 2-25 16,-1-1-28-16,-1 4-40 0,1 7-48 0,0-10-58 16,0 10-32-16,0 0-145 0,0 0-423 0,0 0 187 15</inkml:trace>
  <inkml:trace contextRef="#ctx0" brushRef="#br0" timeOffset="-183139.02">19601 7692 1853 0,'18'-6'95'0,"-1"-2"-18"0,-2-3-39 0,0-2-6 16,1 1-5-16,0 1 2 0,4-9 10 0,0 0 19 16,-8 6 2-16,7-6 13 0,-4 1 1 0,3-1 3 15,-8 3-2-15,5-5-8 0,-2 0-2 0,-1 7 2 16,-6-3-3-16,3 1 1 0,-2 1-5 0,-4 3-3 15,2 2 9-15,-1 1 5 0,-3 3 4 0,2 2-1 0,-2-2-17 16,-1 7-10-16,4-10-3 0,-4 10-10 16,0 0-4-16,0 0-8 0,-10-7-2 0,10 7-5 15,0 0-8-15,-20 11-9 0,9-4-3 0,2 2-8 16,-1 4-9-16,5-4-5 0,0 1-11 0,1 2-2 0,4 0-1 16,0-1 5-16,1 2-15 0,2 0-3 15,1-2 5-15,0 1 4 0,2 2 6 0,0 1 2 16,2-3 2-16,-3-1 5 0,0 0 1 0,2-2 6 15,-3 0 9-15,-1 3-8 0,2-2 2 0,-3-4 2 16,-1 4 4-16,0 0 4 0,-2 2-2 0,-3-4 6 16,-1 1-2-16,-3 0 4 0,1-2 0 0,-2 1 1 15,-1-1-8-15,2-1-19 0,-1 0-27 0,-1 1-47 16,3-2-60-16,2-1-78 0,5-4-135 0,0 0-406 16,0 0 180-16</inkml:trace>
  <inkml:trace contextRef="#ctx0" brushRef="#br0" timeOffset="-182811.02">20414 7535 2240 0,'13'-15'23'0,"0"5"49"0,-7 0-12 0,0 1 8 16,2 3-13-16,-2-3-15 0,1 0 0 0,1-1-3 15,-1 1-4-15,3-4-4 0,-3 1 3 0,0-2-4 16,0 5 7-16,2-1-6 0,-3-2-1 0,2 4-6 15,-3-2-1-15,0 0-3 0,-2-1 2 0,0 1-6 16,-1 1-2-16,0 0-1 0,-1 2 0 0,-1 7-1 16,0-11 0-16,0 11-6 0,0 0-1 0,-2-11-3 15,2 11-1-15,0 0-2 0,-9-1 0 0,9 1 1 16,0 0-2-16,-14 12-1 0,8-5 4 0,-3 1-5 16,2 3 3-16,1 2 2 0,-1 2-2 0,4-4-2 15,0 1 4-15,-1 0-2 0,3-1 3 0,2 2-2 16,3 0 2-16,0-3 1 0,0 3-2 0,2-3-11 15,3-1-27-15,1 0-19 0,-1-2-36 0,2 1-38 16,1-2-45-16,1-2-28 0,-1-2-170 0,-2-2-405 16,-3 0 180-16</inkml:trace>
  <inkml:trace contextRef="#ctx0" brushRef="#br0" timeOffset="-182655.47">20455 7060 64 0,'-6'-6'166'16,"2"1"-21"-16,0 1-19 0,4 4-11 16,0 0-13-16,-10-1-21 0,10 1-33 0,-4 11-37 15,4-11-37-15,4 18-48 0,-3-5-53 0,8 0-137 16,1 0 61-16</inkml:trace>
  <inkml:trace contextRef="#ctx0" brushRef="#br0" timeOffset="-182408.99">20750 7147 1803 0,'8'-11'18'0,"-2"2"27"16,-1-1 34-16,2 1-20 0,-4 0-11 0,1 2 1 16,3 1 9-16,-5-2 4 0,0 3 11 0,-2 5 7 15,4-9 9-15,-4 9-16 0,3-4-5 0,-3 4-14 16,0 0-7-16,0 0-5 0,0 0-4 0,0 0-1 16,8 27-2-16,-6-1-1 0,0 6 3 0,-2 3 0 15,2-1 0-15,-3 13-6 0,-3-12 2 0,2 12-5 16,0-13-1-16,-1 13-5 0,1-11 13 0,2-3-15 15,-1-2-2-15,1 0-2 0,1-3 0 0,1 0-1 16,1-1-10-16,2 0-18 0,-2-9-35 0,1-2-40 16,0-2-38-16,0-2-29 0,1-2-39 0,0-1-33 15,0-2-177-15,-1-1-435 0,-4-6 192 0</inkml:trace>
  <inkml:trace contextRef="#ctx0" brushRef="#br0" timeOffset="-182182.4">21077 7410 76 0,'5'-10'218'0,"-1"1"9"0,-1 4-7 16,-2-1-12-16,-1 6-15 0,4-7-19 0,-4 7-19 15,0 0-15-15,0 0-12 0,0 0 5 0,0 0-12 16,0 0-3-16,1 33-6 0,1-14-4 0,-4 6-11 16,0 3-10-16,-1 0-7 0,-2-3-10 0,4 3-8 15,2-4-2-15,-1 5-6 0,0-5-5 0,1-4-9 16,0-2-1-16,-2-2-9 0,1-3-19 0,0 0-15 15,1-1-16-15,-1-2-35 0,2-2-35 0,-2-1-33 16,0-7-33-16,1 12-7 0,-1-12-24 0,0 0-182 16,-5 8-400-16,5-8 177 0</inkml:trace>
  <inkml:trace contextRef="#ctx0" brushRef="#br0" timeOffset="-181978.76">21171 7281 96 0,'16'-3'150'0,"-2"1"-8"0,-1 2-6 16,-3 0 5-16,2 0-7 0,-2 3-9 0,-2 4-5 15,-2 0 0-15,-2 2-6 0,1-1 1 0,-4 9 4 0,-2-2-3 16,-5-2-10-16,-1 6-7 0,-4-3-10 0,-8 3-8 16,-1 4-19-16,-4-6-28 0,0 1-30 0,-2 2-38 15,-3-3-50-15,0-3-70 0,-3 1-152 16,1-6-330-16,-5 3 146 0</inkml:trace>
  <inkml:trace contextRef="#ctx0" brushRef="#br0" timeOffset="-181547.37">17204 8124 225 0,'-9'-2'208'16,"2"0"-22"-16,7 2-15 0,0 0-17 0,0 0-17 0,57 2-12 15,3-5-8-15,33 1-8 0,13-1-9 0,18-2-5 16,11-5-5-16,16 0-8 0,9-2-1 16,6 2-5-16,13-1-5 0,6-1 2 0,6-4 0 15,-1 2-7-15,-2 2-5 0,2 0-2 0,-2 0-5 0,-2 1-4 16,-9-2-5-16,-8-2-2 0,-10 4-4 0,-7-3-6 16,-8 3-3-16,-11 3-2 0,-12-3-3 15,-13 4-3-15,-10 1 0 0,-37 4-2 0,-6-2-3 0,-3 0-2 16,-13 1 1-16,-3 3-3 0,-4 0-3 0,-4-2-2 15,-11 2-6-15,-5 0-22 0,-1 0-26 0,-6 0-11 16,-5 0-18-16,0 0-31 0,0 0-41 0,0 0-29 16,-48 15-39-16,9-8-121 0,-12 5-362 0,-8-5 161 15</inkml:trace>
  <inkml:trace contextRef="#ctx0" brushRef="#br0" timeOffset="-176528.58">15509 9139 48 0,'-6'-16'143'15,"4"6"-3"-15,-1-6-8 0,-1 6 8 0,0-3 18 16,-1 3-10-16,2 0-10 0,-1-2-9 0,-1 3 4 16,3 2-9-16,-1 0-10 0,3 7-1 0,-4-12-13 15,4 12-11-15,-1-8-10 0,1 8-6 0,0 0-10 16,-2-6-7-16,2 6-8 0,0 0-3 0,0 0-6 15,-4 21-3-15,4-11-7 0,0 7 2 0,1 1-8 16,-1 1 0-16,3 8 3 0,-1-1-7 0,2 1 0 16,0-2 0-16,2-5-5 0,-2 5 0 0,0-6-2 15,2-1-2-15,2 7-1 0,-4-8 1 0,3-1-1 16,1-1 0-16,1-1-1 0,-1-5-1 0,4 4 0 0,-1-5 0 16,0 0 0-16,1-2-2 0,-1-1-1 15,2-3 2-15,-3 2-3 0,1-2 3 0,2-4-4 16,-1 2 4-16,1-4-3 0,-2 0 0 0,6-5-7 15,-2-2-1-15,4-7-5 0,-2 0 2 0,3-1-2 0,-4-1 4 16,-1-1 3-16,-5 6-1 0,-1-2-2 0,0-1 3 16,0-6 0-16,-2-1 2 0,-5 9-2 15,-1-1 0-15,-1 5 1 0,0-1 1 0,0 2-3 0,0 1 5 16,-1 1 6-16,1 9-4 0,0-10-4 0,0 10 0 16,-1-8-1-16,1 8 0 0,0 0-2 0,0 0 2 15,0 0 3-15,0 0 3 0,-12 31 0 0,8-12 5 16,1 4-1-16,-1 7 1 0,-1-5-4 0,2-2 1 15,3 3-3-15,-1-7 6 0,1 0-3 0,0 1-2 16,1-2 1-16,2 0-1 0,-1-3-12 16,5-1-16-16,-1 1-27 0,-1-3-26 0,-1-2-35 0,2 1-21 15,-1-2-24-15,2 1-17 0,-2-4-143 0,-1-1-344 16,0-1 152-16</inkml:trace>
  <inkml:trace contextRef="#ctx0" brushRef="#br0" timeOffset="-176007.34">15974 9286 50 0,'0'0'136'0,"0"0"-11"0,0 0-3 15,0 0 2-15,9 13-11 0,-9-13-6 0,3 11 8 16,-1-5-6-16,-2-6-12 0,2 12-4 0,-1-5-9 16,0-1-5-16,-1-6-3 0,3 11-3 0,-3-5 0 15,0-6-2-15,0 0 0 0,0 9 7 0,0-9 9 0,0 0 7 16,0 0 7-16,0 0 5 0,2 5-4 15,-2-5-9-15,0 0-8 0,0 0-12 0,0 0-8 0,0 0-6 16,4-29-3-16,-4 22-10 0,3-3-10 16,-1 0 2-16,5-5-1 0,-4 1-9 0,5 0-2 0,-4 2-1 15,5 5 1-15,-4-3-9 0,0 3-1 0,-1 1-6 16,1 0 3-16,-1 0-7 0,1 1 0 0,-5 5-4 16,9-1-1-16,-9 1-1 0,12 2 2 0,-12-2-4 15,12 5 4-15,-4 2-2 0,-3-1-3 0,3 0 1 16,1 0 5-16,-3 3-6 0,2-2 3 0,-1 3 2 15,2-3-3-15,-1 0-1 0,0-2-1 0,-1 2-4 16,2-1 0-16,-2-3 1 0,0 0 1 16,1-1 3-16,2 1-4 0,0-3 0 0,-1-1-2 0,3-1-1 15,-3 0 3-15,0-2 2 0,-2 0 0 0,-2 0 1 16,2-1 0-16,-3-1-1 0,1-2 4 0,0 1 5 16,-1 1-9-16,0-3 1 0,-3-2 3 0,1 3 1 15,0 2-2-15,-1-2 5 0,0 2 3 0,-1 6 2 16,-1-11-3-16,1 11 0 0,1-9-2 0,-1 9-2 15,0 0-3-15,-1-10 4 0,1 10-10 0,0 0-1 16,0 0 1-16,0 0-2 0,0 0 6 0,0 0-2 16,0 0 3-16,-3 26-2 0,3-17-2 0,0 2-7 15,0 0-14-15,2 0-9 0,-2 1-17 0,1-2-18 16,0 0-39-16,2 0-28 0,-2 3-38 0,3-4-27 16,-3 1-152-16,1-3-382 0,-2-1 169 0</inkml:trace>
  <inkml:trace contextRef="#ctx0" brushRef="#br0" timeOffset="-175837.27">16259 8980 137 0,'-2'-3'127'15,"2"3"-18"-15,-4-8-18 0,4 8-20 0,0 0-32 0,0 0-35 16,0 0-17-16,0 0-26 0,19 16-49 0,-10-11-95 15,1 1 42-15</inkml:trace>
  <inkml:trace contextRef="#ctx0" brushRef="#br0" timeOffset="-175622.68">16471 8961 55 0,'3'-5'168'0,"1"-4"-11"16,-3 4-3-16,-1 5 2 0,1-13-2 0,2 9 0 15,-3 4-15-15,0 0-12 0,3-10-15 0,-3 10-15 16,0 0-11-16,0 0 5 0,0 0-12 0,0 0 4 15,11 30 10-15,-10-12 1 0,3 9-8 0,-3 1-2 16,1 0-9-16,-1 2 1 0,-1-1-12 0,0 2-10 16,0-2 1-16,1 2-6 0,0-5-4 0,1 1-6 15,-1-3-7-15,0-5-17 0,1-2-22 0,2 0-32 16,-2-2-25-16,2-2-38 0,-2-2-19 0,1-2-26 16,-2-2-19-16,0 0-11 0,-1-7-132 0,-1 8-334 15,1-8 148-15</inkml:trace>
  <inkml:trace contextRef="#ctx0" brushRef="#br0" timeOffset="-175278.85">16534 9163 30 0,'4'-7'113'0,"-2"1"-14"0,-2 6-14 16,7-8-5-16,-7 8 7 0,9-3 9 0,-9 3 1 16,9 0 4-16,-9 0-8 0,11 7-3 0,-7-3-8 15,2 2 1-15,2 2-12 0,-2-1 11 0,0-1 2 16,0 1-3-16,0 0-10 0,2 2-8 0,0-3-4 15,-2-1-2-15,4 2-4 0,-3-3 0 0,-1-1-4 16,1-2 4-16,1 1 0 0,-1-1-4 0,-7-1-1 16,15 0-1-16,-15 0 0 0,18-4 1 0,-10 1-1 15,-1-1-9-15,4-3 7 0,-4 2-5 0,1 0 1 16,-2-3 6-16,2 1-8 0,-3 2-6 0,0-3-1 16,0 4-1-16,-2 0-3 0,-3 4 1 0,6-7-3 0,-6 7-4 15,7-5-1-15,-7 5-8 0,3-4-2 0,-3 4-1 16,0 0-3-16,6 12-1 0,-6-2 1 0,2 2-1 15,-2 5 7-15,-1 2-9 0,-2 6 3 0,3 0-2 16,-1-4 3-16,-5 4-1 0,1 1 0 0,3 0-1 16,-3-7-10-16,1 5-32 0,-1-1-26 0,3-3-35 15,-4 4-47-15,1-5-41 0,0-1-201 0,4-1-417 16,1 1 184-16</inkml:trace>
  <inkml:trace contextRef="#ctx0" brushRef="#br0" timeOffset="-174885.39">17346 9035 4 0,'0'-11'271'16,"0"4"-31"-16,1 1-24 0,-1 6-27 0,1-8-16 15,-1 8-19-15,0 0-18 0,0 0-11 0,0 0-13 16,13 21-8-16,-7-2-7 0,2-2-6 0,-3 10-13 15,4-4-5-15,-3 2-6 0,2-2-6 0,-1-3-8 16,-2-4-5-16,1 0-3 0,-1 1-3 0,1-2-6 16,0-6-5-16,-2 1-1 0,-1 0 0 0,1-4-5 15,-1-1 1-15,0 0 3 0,-3-5 6 0,4 9 17 16,-4-9 19-16,0 0 14 0,4 3 1 0,-4-3 0 0,0 0-16 16,9-14-8-16,-5 3-8 0,2-5 5 15,1-3-14-15,-1 0-7 0,3-8 0 0,2 1-6 16,1-2-3-16,1-1-3 0,-3 1-4 0,2-2-2 15,-2 2 8-15,-1 3-10 0,0 1-3 0,-3 5-2 0,2 2-1 16,-1 3-4-16,-1 3-2 0,-4 1-12 16,2 5-20-16,-3-2-19 0,2 1-28 0,-3 6-32 15,7-7-29-15,-7 7-21 0,5-4-11 0,-5 4-15 0,0 0-11 16,13 4-2-16,-13-4-8 0,12 13-152 0,-11-5-382 16,0 0 170-16</inkml:trace>
  <inkml:trace contextRef="#ctx0" brushRef="#br0" timeOffset="-174597.92">17767 9105 73 0,'0'7'147'0,"2"0"10"0,-2-7-25 16,0 14 3-16,0-6 8 0,0-8-6 0,1 12-9 0,0-7-7 16,3 1-4-16,-4-6-1 0,5 5-10 0,-2 0-6 15,-3-5-7-15,12 7-8 0,-6-5-8 0,0-1-1 16,0 1-10-16,-6-2-2 0,17 0-4 0,-17 0-7 15,14-4-4-15,-5 1-4 0,0-2 6 0,-1 0-5 16,-1-1-5-16,2-3-1 0,-4 0-4 0,2-1 0 16,-5-1-1-16,1 0 2 0,-2 1-5 0,-2-3 4 15,0 2-13-15,-3 0 1 0,-1 0-4 0,-1 1-4 16,1 3-7-16,-4 0 4 0,3 3-4 0,1 1-6 16,-3 0-14-16,8 3-7 0,-19 5-13 0,7 2-20 15,1 0-34-15,-2 6-39 0,3-1-37 0,-1 3-60 16,5-1-127-16,-1 0-376 0,0 2 166 0</inkml:trace>
  <inkml:trace contextRef="#ctx0" brushRef="#br0" timeOffset="-174366.69">18048 8871 87 0,'3'-11'250'0,"0"2"-4"0,-2 4-16 15,-1 5-20-15,4-11-23 0,-4 11-23 0,2-6-21 16,-2 6-13-16,0 0-13 0,0 0-15 0,9 22-7 16,-5-6-8-16,-4 2-11 0,1 1-4 15,1 5-7-15,-4 3-5 0,1 0-8 0,0-2-7 0,-1-6-5 16,1 7 2-16,-1 1-20 0,2 0-25 0,-3-9-30 16,3 0-41-16,-5 1-43 0,5-2-44 15,-1-1-195-15,-2-1-386 0,1-4 172 0</inkml:trace>
  <inkml:trace contextRef="#ctx0" brushRef="#br0" timeOffset="-174125.7">18235 8826 226 0,'1'-9'227'0,"-1"4"-24"0,0 5-26 15,3-9-17-15,-3 9-10 0,0 0 2 0,0 0 14 16,3 32-7-16,-5-13 3 0,1 10-7 0,-2 1-9 15,-1 2-5-15,1 0-12 0,1-4-13 0,-2 3-15 16,2 0-9-16,-3-2-11 0,4-2-4 0,-1-1-9 16,2-8-5-16,0 1-5 0,2 1-6 0,-1-7-13 15,1-1-15-15,1-1-28 0,-2-3-36 0,2 3-33 0,-2-3-37 16,0-2-31-16,-1-6-20 0,3 7-29 16,-3-7-38-16,0 0-136 0,0 0-392 0,0 0 174 15</inkml:trace>
  <inkml:trace contextRef="#ctx0" brushRef="#br0" timeOffset="-173071.47">18111 8997 45 0,'19'-4'140'16,"8"-2"-8"-16,0 1-6 0,4 1-11 0,3 3 0 0,-1-3-2 16,3 0-14-16,-3 0-12 0,-2 0-9 15,0 3-10-15,-5-1-3 0,-5 0-6 0,-3 1-5 16,-5-2-7-16,-1 2 0 0,-1 0-6 0,-4 1 3 15,-7 0 4-15,13 0-2 0,-13 0 1 0,0 0-5 16,9 2-2-16,-9-2 12 0,0 0 2 0,1 8 6 16,-1-8-1-16,0 0 1 0,-14 15-2 0,4-7 3 15,2-1-7-15,1 3-5 0,-1 0-5 0,-1 1-4 16,1-1 2-16,3-1-6 0,-1 2-7 0,3-1 2 0,1 0-1 16,-1-2-5-16,3 3 0 0,3 0-4 0,-1-5 4 15,3 1-3-15,3 1-1 0,-1-2-1 0,3-2-1 16,1-1-2-16,1 1 3 0,0-2-3 0,0-2-2 15,1-2-2-15,-2 0-2 0,1 1 3 0,1-3-3 16,-2 1-1-16,-2-2 2 0,2-1 0 0,-3 0-2 16,0-3 0-16,-2 2-1 0,1-2 5 0,-2-2 2 15,0 2-4-15,-4-3 7 0,3 3-5 0,-4-2 1 16,3 2-2-16,-3 2 1 0,0 7 0 0,0-12-4 16,0 12 0-16,2-10-2 0,-2 10-6 0,0 0 0 15,0 0 0-15,0 0-4 0,0 0-4 0,0 0 4 16,0 0 3-16,0 0 0 0,0 0-2 0,8 29 2 15,-4-24 2-15,1 5 0 0,1-2-1 0,-1-2 1 16,5 2-2-16,1-2 5 0,0-1-3 0,2 0-1 16,-2-2 9-16,9 1-8 0,-2-3 1 0,3-2 3 15,7-1-1-15,-6-1 1 0,4-4-6 0,-7 2 4 16,-1-1-1-16,0-2 1 0,-2 2-1 0,-4 0 3 16,-2 1 2-16,0-2-1 0,-5 0 15 0,2 0 2 15,-2-1-3-15,-1-1 1 0,-1-1-6 0,-1 5 0 16,0-2 3-16,1-2 5 0,-3 9-5 0,-2-11 5 15,2 11-5-15,0 0-3 0,-1-11-8 0,1 11-2 16,-10-5 6-16,10 5-11 0,-17 3 3 0,5 3 1 16,-2 1-7-16,-4 2 2 0,5 2 1 0,3-2-1 15,0 0-2-15,3 0-1 0,-1-1 0 0,3 0-2 16,0 0-3-16,4 2 3 0,1-4 0 0,0-6 1 16,4 9-4-16,-4-9 7 0,9 9-6 0,-4-5 2 0,3 0 0 15,0-4 1-15,1 1-4 0,3-1 3 16,1 0-3-16,-3 0 2 0,-2 2-3 0,-8-2 2 15,14 0-3-15,-8 0-4 0,-6 0-1 0,10 2 2 0,-5-1-2 16,2 4 3-16,-4 1-2 0,4 3 6 16,-1 3-4-16,1 3 3 0,3 8-1 0,-2 4 4 15,-2 3 0-15,1 1-2 0,0 14 5 0,-2-10 0 16,4 9-1-16,-1 4 2 0,-4-13 4 0,3-3-3 0,-3 2-2 16,-1 0 3-16,-1-2 0 0,0-3-3 15,-1-6 4-15,0-4-1 0,-2-4-1 0,-3 1 3 16,-1-1-2-16,-5-3 5 0,-2-2-3 0,-2-1 0 15,-1-2 2-15,2-1-1 0,-5-2 3 0,1 0 0 0,-2-4 1 16,3 0-6-16,-2-4 0 0,0-2 3 0,4-1-1 16,1 0-1-16,0-3-3 0,3-5-5 0,2-2-1 15,8-7-6-15,2 4-5 0,5-9-1 0,5 0-8 16,13-10-7-16,2-1-8 0,5 0-7 0,1 2-1 16,4-1-2-16,2 0-4 0,2 2 5 0,-4-3 5 15,1 3 3-15,-3 2 8 0,-10 8 3 0,6-11 4 16,-7 9 4-16,-3 3 5 0,-1-4 2 0,-1 4 12 15,-2-2 10-15,-2 5 9 0,-3 1 4 0,-3-1 4 16,-4 7 2-16,-2-1-2 0,-3 4 12 0,0 3-3 16,-2 2 17-16,-1 1-12 0,-2 1-1 0,0 3-6 15,5 3-1-15,-18 0-9 0,3 2 3 0,0 7-4 16,-10 4 0-16,5 6-7 0,1-1 2 0,1 1-2 16,5-2-2-16,2-1-1 0,2-1-1 0,3 4 0 15,4-1 6-15,3 0-19 0,3 0-18 0,4 0-17 16,6-2-22-16,4 1-32 0,5 1-17 0,2-5-32 15,6-2-17-15,1 2-29 0,1-5-22 0,3-1-131 16,-2-1-369-16,2-5 163 0</inkml:trace>
  <inkml:trace contextRef="#ctx0" brushRef="#br0" timeOffset="-172646.42">20023 8978 4 0,'10'-17'116'15,"0"1"5"-15,-1 0 4 0,-3 1 19 0,-1 4-11 0,-3 0-11 16,-1 1 2-16,-4 0 5 0,-1 1-7 15,-3 1-9-15,-4 3-3 0,-2 5-8 0,-4 1 2 0,-4 3 3 16,-6 8-11-16,-4 3-5 0,3 4-8 0,-2-2-8 16,4 2-7-16,2 2-9 0,2-4-6 15,9-2 1-15,0-1-7 0,6 1-6 0,1-2-2 16,4-3-5-16,3 2-2 0,2-3-5 0,1 0-2 0,2-2 2 16,4 2-2-16,4-4 2 0,0-3-7 0,4-2 0 15,-1 2-2-15,1-2-2 0,-7 0-7 0,2-1 4 16,-1 0-8-16,-1-3 11 0,-1 1-6 0,-1-1-3 15,-1-2-3-15,1-1 3 0,-1 3-1 0,-3-2 0 16,1 2 0-16,0 1 3 0,-6 3-2 0,8-7 0 16,-4 5-4-16,-4 2-2 0,6-3-3 0,-6 3-1 15,0 0-4-15,12 12 8 0,-6-3 0 0,-1 5 5 16,-2 5 0-16,2 7 4 0,-4 1 8 0,1 6 2 16,-2 0 8-16,-2 1-1 0,1 0-3 0,-2 2 1 15,-2 9-3-15,1 1 3 0,-1-14-2 16,0-1 3-16,2-1 2 0,-7-5-1 0,0 1 7 0,-2-3-4 15,0-6-1-15,-2-1-2 0,1-4 0 0,0 2-3 16,-2-3-3-16,0-3-1 0,-1 1-3 0,5-4-1 16,-1-3-4-16,2 1-20 0,0-3-29 0,-2-2-40 15,2-1-41-15,2-2-45 0,1-2-35 0,2-3-35 16,4-2-184-16,3-6-450 0,6-2 199 0</inkml:trace>
  <inkml:trace contextRef="#ctx0" brushRef="#br0" timeOffset="-171742.89">20438 8842 125 0,'0'-5'173'0,"0"5"-9"0,0 0 4 16,-11-8-8-16,2 8 4 0,-9 4-4 0,3 5 1 0,-3 0-10 16,0 3-10-16,-5 0-13 0,6 0-10 0,-1 7-12 15,6-6-8-15,0-1-12 0,4-2-5 16,2 0-13-16,1 0-5 0,1 0-5 0,3-3-4 15,1 2-4-15,0-9-3 0,7 14-6 0,2-8-2 0,0 0-1 16,4-1-4-16,-1-4-2 0,7 2-3 0,-3-4-1 16,-3 1-3-16,3-3-5 0,-4 1-1 15,2 0 1-15,-1-5 0 0,0 3-6 0,-4-2 3 16,1-1-3-16,0-1 1 0,-2 0-5 0,-2-1 4 0,0 2-3 16,-3-4 2-16,2 1-2 0,-2 0 1 0,-2-1-5 15,0 4 7-15,-1-1-7 0,0 8 0 0,0-12-2 16,0 12 4-16,2-8-3 0,-2 8-3 15,0 0-4-15,-3-9 1 0,3 9-1 0,0 0 0 0,0 0-2 16,0 0 6-16,-6 27-1 0,3-17 0 0,2 6 0 16,0 0 6-16,1-1-4 0,0-2 3 0,1 3-4 15,2-5 11-15,3-1-9 0,-2 2 5 16,2-2-1-16,3-2-3 0,4-2 2 0,4 4 2 0,-1-4 0 16,2-1-1-16,1-1 0 0,0-4-1 0,2-2 1 15,1 1-1-15,-2-4-2 0,1 0 2 0,-2-2-1 16,0 0 0-16,-3-1-1 0,0-2 0 0,-2 2 2 15,-4-2-1-15,0 0 3 0,-2 1 3 0,-2-2-3 16,1-2-2-16,-1-1 0 0,-1 3-2 0,0-2 10 16,-2 4 5-16,-1 1 3 0,0-2 4 0,-1 3 2 15,0 1 1-15,-1 6-4 0,3-9-7 0,-3 9-3 16,0 0-3-16,1-7-3 0,-1 7 0 0,0 0-6 16,0 0 2-16,0 0-1 0,0 0-1 0,-10 23-4 15,6-13 4-15,1 0 11 0,0 0-11 0,-2 1-1 16,2 0-3-16,2-2 1 0,2 1 0 0,-1 0-1 15,5 0-5-15,-2-1 8 0,0-2 2 0,3 0 2 0,1-1-8 16,2-1 5-16,3-2-1 0,-1 0 1 16,1-1 1-16,1-1-1 0,-1-1 2 0,6-1-1 15,-5 0-1-15,1-2 0 0,3 0-3 0,-5-2 5 16,0 1-5-16,1-2 2 0,-4 2 5 0,0-3-2 16,1-1-1-16,-3 1-1 0,0-1 7 0,1-1-11 15,-2 1-1-15,0 0 3 0,-2 1 3 0,0 1 0 16,0 0 2-16,1 2-4 0,-5 4-2 0,4-8 0 15,-4 8-1-15,2-5 3 0,-2 5-7 0,0 0-4 0,0 0 11 16,0 0-12-16,0 0 1 0,0 0-1 0,0 0 4 16,0 0 0-16,0 0 1 0,0 0-1 0,-7 21 5 15,7-21-7-15,-2 8 1 0,2-8 0 16,-1 7 1-16,1-7 4 0,0 0-1 0,0 0 10 0,1 12-9 16,-1-12-1-16,4 4 4 0,-4-4 1 0,7 3-1 15,-7-3-2-15,10 0-2 0,-10 0 7 0,11 0-3 16,-11 0 2-16,14-1-2 0,-6 1-3 15,-8 0-2-15,13-2 3 0,-4 2-6 0,-9 0-1 0,13 2 4 16,-8-1-6-16,-5-1 10 0,9 6-6 0,-3-4 14 16,-1 2-13-16,-5-4-4 0,8 8 5 0,-4-3-1 15,0-1-1-15,-4-4 1 0,5 10-1 0,-2-5-4 16,0 0-12-16,-1 1-17 0,-2-6-19 0,4 10-32 16,-2-5-42-16,-2-5-47 0,3 7-61 0,-3-7-254 15,0 0-532-15,0 0 236 0</inkml:trace>
  <inkml:trace contextRef="#ctx0" brushRef="#br0" timeOffset="-171560.22">20814 8527 222 0,'-6'-5'206'0,"1"2"-41"0,5 3-33 15,-7-4-22-15,7 4-33 0,0 0-46 16,0 0-32-16,0 0-55 0,0 0-92 0,14 18-160 0,-10-9 71 16</inkml:trace>
  <inkml:trace contextRef="#ctx0" brushRef="#br0" timeOffset="-171042.37">16186 9894 1641 0,'-57'-4'19'15,"5"-1"21"-15,13 1 22 0,1 1-22 0,2-4 16 16,4 3-2-16,5 1 6 0,9 2 0 0,4-1 8 16,4 2-5-16,4 0 3 0,6 0 5 0,0 0 4 15,0 0-1-15,0 0-1 0,64-3 5 0,1-5 1 16,45 2 1-16,10-3-7 0,15-4-2 0,8 1-9 15,7 1 1-15,10-1-3 0,8 2 1 0,14-2-11 0,2 2-1 16,10 1-12-16,7 2 7 0,8 0-8 0,9 4-6 16,0 0 1-16,3 1-5 0,4 2 2 15,0-1-9-15,-5-4 2 0,0 0 1 0,-11-1-3 16,-7 2-4-16,-11-4 3 0,-14 0-3 0,-5-1 9 0,-18-2-17 16,-13 2 3-16,-5 1 0 0,-18-2-1 0,-7 3 8 15,-8 0-11-15,-8-1 0 0,-33 3 1 0,-1-1-7 16,-2 3 2-16,-8-2 1 0,-14 3 0 15,-6-1 2-15,-10 3-4 0,-1-2-12 0,-10 0-22 0,-5 2-23 16,-5 0-25-16,0 0-25 0,-19-10-34 0,-9 5-41 16,-9-2-37-16,-17 2-46 0,-9-3-175 0,-31-1-474 15,0-1 210-15</inkml:trace>
  <inkml:trace contextRef="#ctx0" brushRef="#br0" timeOffset="-170222.97">12262 9197 149 0,'0'-6'173'0,"0"6"-11"0,-3-16 8 0,1 10-9 16,-2 1-7-16,-3-1-13 0,-4 2-9 0,0-1-13 15,-1 2-4-15,-2 2-6 0,1 1-13 0,-5 0-8 0,1 4-3 16,-4 3-9-16,-1 6-2 0,-4 5 3 0,0 1-3 15,2 3-7-15,-3 2-3 0,4 4-5 16,0-1-2-16,1 1-1 0,6-3-3 0,1 2-8 16,5-4-6-16,6 2-1 0,-1-6-5 0,5 5 0 0,1-5-5 15,3-3 1-15,3 0-6 0,3 0 2 0,4-2-2 16,9 2-1-16,2-1-2 0,5-4-1 0,7-2-1 16,1-3-6-16,16 0-24 0,-16-4-27 15,16 2-35-15,-16-4-42 0,0 0-34 0,-2 0-40 0,1-2-39 16,-6-1-123-16,-3 2-380 0,3-4 168 0</inkml:trace>
  <inkml:trace contextRef="#ctx0" brushRef="#br0" timeOffset="-169959.05">13245 9118 161 0,'0'0'212'15,"-13"-1"-3"-15,1 2-6 0,-5 3-6 0,-4 3-2 16,-8 7-1-16,2 1-5 0,-4 2-4 0,4 7-16 16,-3-3-8-16,6 3-4 0,0 0-19 0,5 0-5 15,4-2-14-15,3-4-10 0,3-1-12 0,5-1-8 16,2 1-8-16,2-2-10 0,2 1-6 0,5 0-5 16,3-2-5-16,3 1-2 0,4-2-5 0,8 1-8 15,2-3-15-15,0-1-31 0,4-3-30 0,-2-2-33 16,3-1-37-16,-1 1-50 0,1-1-38 0,-3-3-47 15,-2 2-194-15,-7-2-470 0,2-1 207 0</inkml:trace>
  <inkml:trace contextRef="#ctx0" brushRef="#br0" timeOffset="-169346.12">12040 9861 64 0,'-32'4'206'16,"5"0"-6"-16,6-2-13 0,9 0-9 0,1-2-9 16,1 2-17-16,6 1-11 0,4-3 7 0,0 0 2 15,25 7-19-15,5-2-3 0,25-1-5 0,37-2-8 16,9-4-8-16,9-7-11 0,8 2-5 0,11-6-5 15,6 0-11-15,7 0-4 0,-4-1-9 0,0-4-7 16,-8 3-6-16,-7 0-1 0,-9 5-6 0,-10-3-3 16,-10 2-4-16,-33 9-7 0,-4-2 6 0,-4-1-11 15,-12 2-3-15,-7 2-3 0,-3-1 0 0,0 2-2 16,-13 2-2-16,-4-2-1 0,-1 0-1 0,-1 1-7 16,-4-1-6-16,-8 0-12 0,11-1-7 0,-11 1-18 15,8 1-19-15,-8-1-33 0,0 0-36 0,0 0-45 16,0 0-54-16,-42-1-173 0,21-1-432 0,-9-1 191 15</inkml:trace>
  <inkml:trace contextRef="#ctx0" brushRef="#br0" timeOffset="-168944.62">13670 9341 1505 0,'-18'0'121'0,"3"0"22"0,3 0-54 0,1 0-34 16,4-1-17-16,7 1-11 0,-14 1-12 0,14-1 2 15,0 0 2-15,-8 1 14 0,8-1 21 0,0 0 0 0,0 0 3 16,39 1 6-16,-18-1 5 0,10-2 6 0,3-1 0 15,2 3-1-15,3-3 3 0,-3-1-5 16,0-1 1-16,-1 2-1 0,-4-2-1 0,-3 4-3 16,-5-2-1-16,-4-1 2 0,1 3-1 0,-8-2 10 0,2 1-8 15,-3-1 1-15,-3 1 7 0,0 0 0 0,-8 2 0 16,12 0 5-16,-7-4 5 0,-5 4 7 0,0 0-5 16,10-5-10-16,-10 5-8 0,4-3-5 0,-4 3-13 15,0 0-4-15,0 0-6 0,2-8-30 0,-2 8-45 16,0 0-16-16,0 0-46 0,0 0-43 0,0 0-47 15,0 0-50-15,-12-10-39 0,12 10-45 0,0 0-192 16,0 0-553-16,0 0 244 0</inkml:trace>
  <inkml:trace contextRef="#ctx0" brushRef="#br0" timeOffset="-166986.4">12167 10126 138 0,'-21'16'182'0,"0"0"-13"0,-2 3-5 0,2 1-7 16,2 2-13-16,0 2-2 0,4 4-10 0,0-4-13 15,3 3-8-15,1-1-12 0,4-2-7 0,2 0-9 16,3-6-6-16,4 1-8 0,3-2-9 0,2-2-4 0,3 0-5 15,0-1-3-15,3-3-4 0,2-2-3 0,2 0-3 16,3-3-4-16,1-2-4 0,8 2-7 16,0-6-15-16,0 1-12 0,-4-4-14 0,2-2-13 15,-5 1-6-15,-1-1-7 0,-2-2 0 0,-2-2-1 16,0 1 4-16,1-1 7 0,-7-3 5 0,3-2-4 0,-5 1 11 16,-5 1-1-16,1-2 0 0,0-2 6 15,-1-1-3-15,-4 0 15 0,0 7 5 0,-2-1 18 16,0 2 6-16,-1-1 12 0,0 4-2 0,1-1-4 0,2 7 0 15,-2-9-7-15,2 9-3 0,0 0-6 0,-9-3 5 16,9 3-5-16,0 0 3 0,-10 21 0 0,6-6 3 16,0 3 5-16,2-1-6 0,-2 1 0 15,3 1-1-15,-1-1-1 0,2 0 3 0,3-1-3 0,3-1-1 16,-2 0 5-16,6-1 0 0,-1-1-1 0,-2-5-6 16,5 2 3-16,0-5 0 0,-3 1 0 0,5-1-1 15,-3-3-4-15,1-1 2 0,1-1-2 0,-3 1 4 16,3-3-3-16,-5 0-2 0,3-2-1 0,-3-2 0 15,-2 1-2-15,-1-1 13 0,-1 0 2 0,0 0 3 16,0-3-7-16,-3-1 0 0,1-1-1 0,-2-2-5 16,0 1 1-16,-2-1-4 0,1 1-2 0,-1-5 0 15,2 4-1-15,-2-1 0 0,-2 0-3 0,6 1-4 16,-2 2 2-16,2 1 2 0,0 3-5 0,1 1-1 16,4-1-1-16,-7 6 3 0,11-4-1 0,-3 2-4 15,3 4 2-15,1-1-3 0,-1 4 5 0,3 1-3 16,-1 2 2-16,1 1 0 0,-3-2-1 0,0 4 0 15,-1-2 2-15,-4 1-2 0,1-1 3 0,-1 0-3 16,-2-1 2-16,2-2 3 0,-2 0-2 0,-4-1 10 16,0-5 10-16,0 10 1 0,0-10 11 0,0 0 11 15,-4 10 0-15,4-10 4 0,-8 1-4 0,8-1 11 16,0 0-14-16,0 0-6 0,0 0 1 0,-15-9-6 16,15 9 3-16,-4-11-9 0,4 5-2 0,0 6-2 15,4-23-4-15,1 13 0 0,1-3 7 0,4-1-13 16,-1 2 1-16,-1 1-2 0,1 2-4 0,0 1 0 15,0-2 1-15,0 5-5 0,1-1-1 0,0 3-2 16,-1 2 1-16,3 1-1 0,-12 0 3 0,18 5-2 16,-7 0-1-16,-2 0-1 0,0 5 1 0,-1 0 0 15,0 1 2-15,-2-2 0 0,-1 3 0 0,4 1-3 16,-5-1-7-16,4 2-18 0,-4-2-21 0,-2 0-23 0,2 2-25 16,-4-3-25-16,3 0-29 0,-1-1-41 0,2 0-44 15,-4-3-157-15,5-1-425 0,0-3 188 16</inkml:trace>
  <inkml:trace contextRef="#ctx0" brushRef="#br0" timeOffset="-166706.78">13153 10111 55 0,'-2'-15'206'0,"2"3"14"0,0 1 2 0,-2 2-22 15,0 3-16-15,2 6-25 0,-2-8-19 0,2 8-10 0,0 0-13 16,0 0-3-16,-12 33 0 0,5-7-10 0,-1 7 9 15,1 12-4-15,-1 1-2 0,4 0-13 0,2-10 1 16,0 0-8-16,2 10-6 0,0-13-4 16,0 0-9-16,4 0-3 0,0-3 0 0,-4-2-6 0,2 0-4 15,0-3-5-15,0 1-6 0,0 0-4 0,0-8 0 16,-2 1-8-16,2-4-1 0,-2-3-3 0,0 4 4 16,-2-5-8-16,2-5-15 0,2 1-14 0,-2-7-16 15,-2 10-12-15,2-10-22 0,0 0-37 0,-4 5-34 16,4-5-27-16,0 0-32 0,0 0-29 0,-16-5-24 15,9-1-137-15,-4-2-406 0,1 0 180 0</inkml:trace>
  <inkml:trace contextRef="#ctx0" brushRef="#br0" timeOffset="-166443.39">12902 10565 14 0,'-2'-6'162'0,"2"6"-8"0,6-14-16 16,-1 5-10-16,6 2-7 0,0 0-11 0,4-2-3 15,11-3-11-15,3 2-3 0,-2 0-9 0,6 0-6 16,-3 0-6-16,-1-1-3 0,0 1-8 0,2 0 3 15,-3 2-8-15,-1-1-3 0,-8 4 4 0,0 0-5 16,-1-4 3-16,-9 5 2 0,2 1 8 0,-5 1 4 16,2 1 5-16,-2-1 5 0,-6 2 3 0,9-3 4 15,-9 3 0-15,0 0-2 0,10-2-6 0,-10 2-8 16,0 0-4-16,0 0-12 0,8-2-10 0,-8 2-5 16,0 0-11-16,5 7 4 0,-5-7-3 0,0 12-5 15,0-1-4-15,0 2-1 0,0 4-1 0,0-1 1 16,-3 1-10-16,3 0-28 0,0-1-27 0,-2 1-41 15,0-2-32-15,2 3-36 0,0-7-46 0,-2 2-39 16,2-5-125-16,-2 2-396 0,2-10 176 0</inkml:trace>
  <inkml:trace contextRef="#ctx0" brushRef="#br0" timeOffset="-166272.83">13380 10235 1618 0,'-3'-17'-4'16,"1"6"6"-16,2 0 8 0,-4 1-10 0,4 4-22 16,0 6-6-16,0 0 0 0,-2-7-13 0,2 7 1 15,0 0-20-15,0 0-21 0,11 21-26 0,-6-12-97 16,-1 3-220-16,5 1 98 0</inkml:trace>
  <inkml:trace contextRef="#ctx0" brushRef="#br0" timeOffset="-165906.12">13704 10305 203 0,'-3'-4'195'0,"3"4"1"0,-10-4-7 15,10 4-7-15,-15 0-8 0,5 2-15 0,5 2-10 16,-6 0-4-16,0 2-12 0,2 4-14 0,-5 0-12 16,3 5-8-16,1-2-9 0,2 1-9 0,-1 1-10 15,3-1-4-15,3-1-9 0,-2-2-4 0,5 1-6 0,0-1-3 16,3 0-6-16,2-1-1 0,1-1-8 15,3 0 4-15,2-2-5 0,-2-3-2 0,2 2-4 16,3-2-1-16,-1-1-4 0,0 0-1 0,-1 1-3 16,1-1-3-16,-3 1 1 0,-1 0-2 0,-1-1-6 0,1 3 1 15,-1-1 1-15,0 3-1 0,-3 2-5 0,-3 2 5 16,2-1-3-16,-4 7 2 0,0 1 1 16,-4 8-1-16,-3 1-1 0,1-2 4 0,-4-1-1 15,1 0 8-15,-4-2 8 0,3-4 5 0,-5 1 1 0,-1 2 4 16,3-7 2-16,0 2-3 0,-1-3 1 0,-7 2-3 15,6-3-1-15,-3-1-1 0,3 1-2 0,-4-4-3 16,4 1-3-16,1-3-3 0,1-1-27 16,-1-2-25-16,5-1-35 0,-2 0-32 0,-1-1-48 15,6-1-47-15,6-1-51 0,-17-5-170 0,9 1-453 0,6-2 201 16</inkml:trace>
  <inkml:trace contextRef="#ctx0" brushRef="#br0" timeOffset="-165706.95">13865 10437 12 0,'7'-9'221'0,"-2"4"-14"15,-1 1 9-15,1-1-6 0,-1 0-15 0,-4 5-11 16,7-5-17-16,-7 5-12 0,4-4-19 0,-4 4-12 16,0 0-13-16,0 0-11 0,0 0-12 0,0 0-8 15,0 0-23-15,0 0-17 0,0 0-40 0,0 20-25 16,0-20-38-16,-5 16-35 0,1-7-30 0,2-2-37 15,-2 2-139-15,-1-3-330 0,1 2 146 0</inkml:trace>
  <inkml:trace contextRef="#ctx0" brushRef="#br0" timeOffset="-165088.83">13884 10379 41 0,'2'-10'214'0,"-2"10"0"0,2-7-9 15,-2 7-8-15,0 0-7 0,2-6-19 0,-2 6-15 16,0 0-17-16,0 0-15 0,0 0-14 0,0 0-10 16,0 0-7-16,0 0-10 0,0 0 5 0,5 19-9 15,-4-9-1-15,2 1-1 0,-3 1-8 0,2 1-6 16,0-1-7-16,3-1-7 0,-3 0-2 0,1 1 2 16,1-2-7-16,2-1 1 0,-1 1-7 0,4-2 2 0,-2 1-4 15,0-4-1-15,4 0-4 0,0 0-3 16,-2-1 1-16,2-1-5 0,-2-2-1 0,0 0-1 15,2-1-1-15,1-1 6 0,-3 0-10 0,0-1 0 16,0 1-3-16,0-5 3 0,0 1 5 0,-3-2-10 16,1 2-3-16,-2-4 2 0,0 0-7 0,-1-1 11 15,0 0-9-15,0-3 0 0,-2 1-3 0,-1 2 3 16,-1-3-1-16,2 1 0 0,-2 2-2 0,3 0-1 16,-1 3 1-16,-2 7 5 0,0-12-4 0,0 12 1 15,-2-10-6-15,2 10-2 0,0 0-2 0,0 0 1 0,0 0-1 16,0 0 2-16,0 0 4 0,0 0-5 0,0 0 3 15,-3 34 4-15,3-22-3 0,0 1-2 16,0-2 0-16,3-1 3 0,-1 2 1 0,0-3-2 16,1 1 1-16,-1-1 4 0,0 0-3 0,2-3 3 0,1 0 1 15,-1-2-1-15,0 2 4 0,3-3-2 0,-7-3 9 16,9 5-7-16,-9-5-4 0,9 1 3 16,-9-1-1-16,10-1 0 0,-10 1-2 0,10-7 2 15,-5 4 1-15,-3-3 5 0,-2 6-9 0,9-11 1 0,-6 2 2 16,1 1-2-16,0-4-5 0,-1 2 5 0,-1-1-1 15,0-3 0-15,4 3-5 0,-3 0 6 0,4 2 3 16,-2-1-9-16,-1 2-2 0,-2 0 1 0,3 3-4 16,-3 1 2-16,-2 4 1 0,10-3-3 0,-10 3 1 15,0 0 1-15,14 4 6 0,-9 3-2 0,-1-2-2 16,3 3-2-16,-2 3 1 0,0 0 4 0,-1 0-4 16,-4 1 3-16,5 0-1 0,-1 4 5 0,0-6-23 15,-2 2-11-15,3-1-28 0,-2-2-38 16,1 1-42-16,-2-2-43 0,3 0-55 0,-3-1-174 0,2-3-444 15,-4-4 197-15</inkml:trace>
  <inkml:trace contextRef="#ctx0" brushRef="#br0" timeOffset="-164744.89">14594 10300 43 0,'-5'-5'220'0,"-5"4"-8"0,10 1-11 16,-17 3-9-16,5 3-13 0,1 0-7 0,1 2-12 15,-2 4-10-15,1 0-13 0,2 1-13 0,-1-2-11 16,6-1-11-16,0 2-10 0,1 1-3 0,1-3-13 16,2 1-10-16,2 0-4 0,1-3-3 0,1 1-9 15,0-2-1-15,6 0-7 0,-6-3-3 0,5 0-5 16,-3-3-11-16,4-1-1 0,1 1-5 0,-11-1 0 16,16-4 1-16,-7 0-5 0,-5 0 1 0,3 1-3 15,-1-4 3-15,0 1-5 0,-4 0 2 0,4-4-5 16,-2 2 3-16,-2 1-4 0,1-2 2 0,-3 9 0 15,4-9 9-15,-2 4 2 0,-2 5-3 0,1-7-2 0,-1 7-7 16,0 0-3-16,5-6 3 0,-5 6-1 16,0 0-3-16,0 0 2 0,0 0 2 0,11 18-4 15,-9-11 1-15,0 1 0 0,3 4 0 0,-3 0 3 16,2-2-7-16,-4 3-28 0,6-2-18 0,-3 1-35 0,-1 1-31 16,1-3-41-16,-1 0-51 0,0 0-186 15,-1-4-425-15,2-1 188 0</inkml:trace>
  <inkml:trace contextRef="#ctx0" brushRef="#br0" timeOffset="-164480.52">14805 10175 222 0,'1'-14'262'0,"0"5"-4"0,1 2-17 15,-2 7-18-15,0-10-29 0,0 10-22 0,2-6-21 0,-2 6-2 16,0 0-9-16,5 21 7 0,-2-2-2 15,0 8-10-15,-3 3-7 0,2 1-3 0,-2 0-4 16,0 0-10-16,0-1-8 0,0 2-8 0,-2-3-15 16,2 1-2-16,0-2-9 0,0-2-10 0,-2-1 5 0,4-7-12 15,-2 0-19-15,0-1-19 0,0-3-34 0,2-4-21 16,-2 1-29-16,0-3-31 0,0 0-29 0,0-8-12 16,3 12-12-16,-3-12-25 0,0 0-10 15,0 0-8-15,0 0 3 0,0 0 1 0,0 0-135 0,0 0-353 16,-16-21 157-16</inkml:trace>
  <inkml:trace contextRef="#ctx0" brushRef="#br0" timeOffset="-164230.72">14732 10473 35 0,'-4'-12'145'0,"-1"2"-1"16,1 1 6-16,-1 2-3 0,4-1-6 15,1 8-13-15,-5-8-19 0,5 8-5 0,0 0-12 0,0 0-2 16,9-12-2-16,-3 9-4 0,3 2-5 0,2-1-4 16,3 1-6-16,4 0-3 0,0-1 1 0,3 1-5 15,-2-1-8-15,-1 0 3 0,2 1-2 0,-4-1-9 16,-2 2-5-16,-1-2 1 0,1 2-1 0,-1-1 5 15,-1 1-1-15,-2 0 1 0,-2 0-1 0,-8 0-3 16,17 0 0-16,-12 0-4 0,-5 0-2 0,11 3 1 16,-6-1-1-16,-5-2-2 0,12 8 6 0,-8-3 6 15,0 2 0-15,-2 1-1 0,1 3-5 0,-2 1-1 16,2 4-3-16,-1-5-1 0,-2 3-5 0,0 0-4 16,-1-2-6-16,1 0-38 0,-1-1-40 0,2 0-41 15,-2 0-54-15,2-1-44 0,-1 0-226 0,0-5-458 16,0-5 203-16</inkml:trace>
  <inkml:trace contextRef="#ctx0" brushRef="#br0" timeOffset="-164072.97">14962 10252 4 0,'0'0'41'0,"0"0"-36"0,0 0-14 0,4 24-9 16,2-17 4-16</inkml:trace>
  <inkml:trace contextRef="#ctx0" brushRef="#br0" timeOffset="-163591.12">15218 10403 16 0,'2'4'214'0,"-2"-4"-3"0,0 0-4 16,-2 14-8-16,2-14-7 0,-8 11-1 0,4-3-16 15,0-2-15-15,-1 3-18 0,1-1-14 0,1 0-10 16,-1-2-16-16,2 0-7 0,1 2-10 0,1-8-9 16,0 12-6-16,0-12-4 0,3 10-7 0,-3-5-7 15,0-5-3-15,9 8-4 0,-4-6-2 0,-5-2-6 16,13 2 1-16,-13-2-1 0,11-2-6 0,-1-2 0 16,-2 2-5-16,-2-2-2 0,2-3-2 0,1 1 3 15,-5 0-7-15,-2 1 4 0,1-6-7 0,1 3-1 0,0 0-2 16,-2-1-2-16,1-2 7 0,2 3-8 15,-3-3-3-15,1 3-1 0,-1-1 3 0,0 1-6 16,-2-1-2-16,5 4 3 0,-1 0-7 0,-4 5 2 16,6-6-1-16,-6 6-4 0,9-1 2 0,-9 1 5 15,0 0 0-15,15 7 0 0,-9-1-2 0,-3-2 6 0,3 2-2 16,0-1 2-16,-2 3-1 0,-3-2 0 0,3 0 3 16,0 1-1-16,-2-2 0 0,-2-5-3 15,3 9 2-15,2-4 5 0,-5-5-2 0,2 7 7 16,-2-7 7-16,4 3 7 0,-4-3 2 0,0 0 11 0,0 0 1 15,0 0 0-15,9 0-9 0,-9 0-1 0,7-9-7 16,0 2 13-16,2 1-15 0,0-3 0 0,1 0-6 16,0 2-3-16,0 0-1 0,-3 0 9 15,0 1-10-15,0 3-5 0,-4-2 3 0,-3 5-4 0,10-4-3 16,-10 4 0-16,9-1 4 0,-9 1-3 0,0 0 0 16,10 5-4-16,-10-5 1 0,4 8 1 0,-3-1-12 15,1 0-29-15,-2-7-19 0,-4 13-38 16,1-7-45-16,1 0-49 0,2-6-56 0,-13 11-234 0,6-8-519 15,-2-1 231-15</inkml:trace>
  <inkml:trace contextRef="#ctx0" brushRef="#br0" timeOffset="-162950.41">13944 9322 132 0,'0'0'126'0,"0"0"-18"0,0 0-9 0,0 0-12 16,0 0-4-16,0 0 1 0,0 0-3 0,0 0-1 0,0 0 0 15,32 4-9-15,-19-6 9 0,7 2-9 0,1 0-7 16,5-2 2-16,1-1-4 0,4 0 2 0,-3 0-3 16,-8-1-2-16,3 0-1 0,-2 0 1 0,-2 0 2 15,2 1-1-15,0-1-1 0,-2 2-1 0,-2-1-1 16,-3 0-10-16,-5 2 2 0,2 0-7 0,-6 1-2 16,-5 0-3-16,13-5-4 0,-9 4-7 0,-4 1 2 15,0 0-2-15,14-3-4 0,-14 3-4 0,0 0-16 16,0 0-13-16,0 0-29 0,0 0-25 0,0 0-41 15,0 0-28-15,0 0-34 0,0 0-135 0,0 0-328 16,0 0 145-16</inkml:trace>
  <inkml:trace contextRef="#ctx0" brushRef="#br0" timeOffset="-162640.37">14292 9051 140 0,'0'0'168'15,"-11"1"-11"-15,11-1-14 0,-10 0-5 0,10 0 7 0,0 0 5 16,0 0-6-16,0 0-10 0,21 15-9 0,0-11-11 16,6 2-9-16,2-2-9 0,7-1-2 0,0 4-10 15,-3-3-8-15,3 4-6 0,-4-2-5 0,-1 0-8 16,-2 2-5-16,-2 1-11 0,-10 2 1 0,0 0 0 15,-1 12-2-15,-3 1-2 0,-5 2 5 0,-7 5-3 16,-6 3 7-16,-6 12 0 0,-10-2-8 0,-3 0-4 16,0-2-2-16,-3-1-2 0,6-9-2 15,-8 5 2-15,0 0-29 0,6-11-48 0,3 4-55 16,0-8-59-16,3 0-87 0,0 0-134 0,6-9-412 0,0-3 182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1T10:13:39.6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27645 9592 37 0,'0'0'53'0,"0"0"-5"0,0 0-6 0,0 0-6 0,0 0-3 15,0 0-7-15,0 0-9 0,5 5 2 0,-5-5-5 16,0 0-7-16,1 7 3 0,-1-7-4 0,0 0-11 16,0 0 3-16,0 0-2 0,0 0-7 0,0 9 5 15,0-9 4-15,0 0-12 0,0 0-1 0,0 0-7 16,1 8-4-16,-1-8-15 0,0 0-43 0,0 0 20 16</inkml:trace>
  <inkml:trace contextRef="#ctx0" brushRef="#br0" timeOffset="1569.27">29320 8889 5 0,'0'0'22'15,"0"0"-2"-15,0 0 1 0,0 0 0 0,0 0-8 16,0 0 3-16,18-3-1 0,-18 3 3 0,0 0-9 16,0 0 4-16,0 0-1 0,0 0 2 0,0 0-3 15,0 0 2-15,0 0-2 0,0 0-3 0,0 0-3 16,0 0 2-16,0 0 0 0,0 0-2 0,9-4 2 15,-9 4-4-15,0 0 1 0,0 0 0 0,0 0-1 16,0 0 2-16,0 0 1 0,0 0-6 0,5-4-2 16,-5 4-1-16,0 0 3 0,0 0 2 0,0 0 1 15,0 0-2-15,0 0 0 0,0 0 0 0,0 0-1 16,0 0 3-16,0 0-4 0,0 0-4 0,0 0 2 16,0 0-2-16,0 0-1 0,0 0 1 0,0 0 2 15,0 0-3-15,0 0 1 0,0 0-6 0,0 0 0 16,0 0 1-16,0 0-2 0,0 0-7 0,0 0 0 15,7-3-12-15,-7 3-33 0,0 0 15 0</inkml:trace>
  <inkml:trace contextRef="#ctx0" brushRef="#br0" timeOffset="8846.19">25080 11019 30 0,'11'-4'48'0,"-11"4"-8"16,6-1-11-16,-6 1-12 0,0 0-15 0,13 1-30 15,-13-1-30-15,10 2 14 0</inkml:trace>
  <inkml:trace contextRef="#ctx0" brushRef="#br0" timeOffset="9429.54">29548 10546 83 0,'0'0'88'0,"0"0"-11"0,0 0-5 0,0 0-18 0,0 0-10 16,0 0-5-16,0 0-23 0,0 0-20 0,0 0-24 15,0 0-46-15,0 0-80 0,0 0 36 0</inkml:trace>
  <inkml:trace contextRef="#ctx0" brushRef="#br0" timeOffset="10035.35">23868 11717 53 0,'0'0'53'0,"0"0"-5"0,0 0-8 0,0 0-9 16,-6-4-9-16,6 4 3 0,0 0-12 0,0 0-6 15,0 0-7-15,0 0-2 0,0 0-20 0,-5-6-23 16,5 6-49-16,0 0 22 0</inkml:trace>
  <inkml:trace contextRef="#ctx0" brushRef="#br0" timeOffset="10534.24">23369 11675 5 0,'0'0'48'0,"0"0"1"0,0 0-9 0,0 0 1 16,0 0-8-16,0 0-3 0,0 0-8 0,0 0 7 16,0 0-7-16,0 0-1 0,0 0-2 0,0 0-5 15,0 0-2-15,0 0 0 0,0 0 4 0,0 0-1 16,0 0-7-16,0 0-2 0,0 0 2 0,0 0 0 15,0 0-5-15,0 0 3 0,0 0 0 0,0 0-4 16,0 0-1-16,0 0 1 0,0 0-5 0,0 0 1 16,-12 3-4-16,12-3-5 0,0 0 2 0,-6 4 0 15,6-4-4-15,-5 4-1 0,5-4 7 0,0 0-4 0,-8 5 3 16,8-5-3-16,-4 3 2 0,4-3 2 16,0 0-2-16,-7 3-2 0,7-3 5 0,0 0-8 15,0 0 2-15,0 0-7 0,-8 4-3 0,8-4 4 16,-4 6-24-16,4-6-44 0,-5 4 19 0</inkml:trace>
  <inkml:trace contextRef="#ctx0" brushRef="#br0" timeOffset="12279.31">23164 11772 33 0,'0'0'59'15,"0"0"-18"-15,0 0 3 0,0 0-7 0,0 0 7 16,0 0-12-16,0 0 9 0,0 0-11 0,0 0-1 15,0 0-3-15,0 0-5 0,0 0-2 0,0 0 3 16,0 0-2-16,0 0-3 0,0 0 3 0,0 0-1 16,0 0-2-16,0 0 0 0,0 0-7 0,0 0 4 15,0 0-5-15,0 0 7 0,0 0-3 0,0 0 5 16,0 0-5-16,23-10 4 0,-23 10-1 0,7-3-5 16,-7 3 4-16,7-2-1 0,-7 2 0 15,13-3 9-15,-6 2-6 0,-7 1 3 0,11-3-3 0,-2 0-3 16,-1 1 8-16,1 0 0 0,2-1-5 0,-1 0 4 15,2 1-8-15,1 0 14 0,-1-1-13 0,6-3 8 16,-1 3-2-16,3-1 4 0,-2 1 3 0,1-2-9 16,2 0-3-16,-1 1 2 0,1-2-4 15,0 2 1-15,0-3 3 0,1 5 5 0,-1-3-10 0,9 1 2 16,-10 0-2-16,7-2-1 0,-5 3-3 0,5-2 5 16,1 1-9-16,-9-1 10 0,3 0-5 0,-1 4 1 15,1-2-7-15,-1-1 9 0,7 2-2 16,-2-5 2-16,3 4 0 0,-1-2 14 0,0 1-3 0,0 0-6 15,3 0 0-15,0-1-8 0,4 1 1 0,0-3 21 16,-1 2-16-16,1-2-2 0,-1 3-2 0,1-2-7 16,0 1 5-16,0 1 6 0,1-2 0 0,1 2-1 15,-1-1 13-15,1-1-12 0,2 0 4 0,-2 1-9 16,-1 0 5-16,1 0-6 0,-1 1 7 0,1 1 3 16,-1-3-7-16,2 5 3 0,-6-4-5 0,5 0 2 15,-1 1 1-15,-2 1 8 0,1-3-5 0,-2 2-1 16,0 0-3-16,1 3-1 0,-1-2 4 0,-1 0-6 15,0 1-2-15,1 1 8 0,0-3-11 0,-1 2 7 16,-1 1-6-16,-1 0 0 0,4-1 2 0,-1-1 10 16,1 0-6-16,1-3-1 0,2 2 4 0,-6 3-1 15,6-3 2-15,-2 0-3 0,1 2-4 0,0-1 2 0,1 0-5 16,1 1 6-16,0 2-3 0,-1-1 0 16,2-5 8-16,1 6-5 0,-6-3 5 0,4 0-4 0,1 2-3 15,-3-4 6-15,1 4-1 0,-3-2-7 16,2-2 5-16,5 1 3 0,-3 0-2 0,2 1-1 15,-2-3 2-15,1 2-4 0,-1 2 2 0,0 0 2 0,14-4 0 16,-14 1-6-16,0 2 3 0,0 0-2 0,-1 2-1 16,3-2-4-16,-2-1 3 0,-3 1-2 15,6 0 0-15,-7 1 2 0,4 0-4 0,-4-2 2 16,-1 4 4-16,3-2-4 0,1-1 1 0,-1 0 7 0,-1 3-1 16,1-1 0-16,0-3-1 0,0 2-2 15,3-1-4-15,-4 0 1 0,3 0-3 0,-2-1 5 0,0 4-2 16,2-3 1-16,-2 1-3 0,0-2 0 15,-2 1 0-15,3 0 0 0,-2-1 0 0,-2 2 3 0,4 0-2 16,1-4-2-16,-5 5 1 0,1-3 0 0,0 0-1 16,1 1 1-16,-3 0-4 0,5 1 2 0,-6-1 2 15,3-1 6-15,-5 3-4 0,5-3 0 0,-6 1 3 16,4 2-2-16,1-4 0 0,-1 2 0 0,0-1 0 16,1-1-1-16,-1 3-2 0,1-1-2 0,-1 0 5 15,-1 0-3-15,2 2 4 0,-2-2 0 0,-3-1 2 16,4 1-2-16,-3-1-1 0,0 1-2 15,2 0-1-15,-4-2 0 0,4 4 2 0,-3-4-3 0,3 4 4 16,-2-3 3-16,0-1-3 0,2 2-3 0,-2-1 5 16,2 1-3-16,-3-2 5 0,0 1-6 0,3-3 2 15,0 1-2-15,1 2 2 0,-4 0-3 0,1-1 2 16,-2 1 0-16,2 0 1 0,0-1-3 0,1 0 3 16,1 0 19-16,-2 1-1 0,1-3 0 0,0 2-5 15,1-1-3-15,-2-1-3 0,-1 3-2 0,2-2 5 16,-2 1-6-16,0 0 1 0,-2 0 1 0,1 1-4 15,-6 0 2-15,1-2-2 0,5 0-3 0,0 0 3 16,2 1-2-16,-1 0 0 0,-6 1-2 0,0 0 5 16,6-1-7-16,-10 1 2 0,2 1-1 0,-2 0 0 15,2-3 0-15,-1 3 0 0,1-2 1 0,0 3-4 16,2-1 0-16,6-3 0 0,-9 3 3 0,2 0 0 16,-1 1 2-16,-2 0 1 0,2-1-3 0,0-1 4 15,0 1 1-15,2 0-3 0,-3-1 0 0,1 2 7 16,-1 1-10-16,2-2 4 0,-2 0 0 0,-1 0 8 15,0 0-6-15,1 1 0 0,-2 0 3 0,-2 2 0 16,2-3 1-16,-1 0-4 0,-3 0 5 0,0 2 3 16,-2-2-6-16,5 1-2 0,-3 1 5 0,-2 0 3 15,3-1-1-15,0-1-2 0,4 0 0 0,-6 1 1 16,0 0-1-16,1-1-3 0,0 2 0 0,-2 0 0 16,1-1-3-16,1 0 2 0,-3 1 3 0,0-1-4 15,-1 2 5-15,-9 0 3 0,17-1-3 0,-6 0 0 16,-1-1 2-16,-1 1-6 0,-1-1 3 0,-8 2-3 15,17-2 5-15,-10 1 2 0,1 0-8 0,-8 1 1 16,13 0-2-16,-13 0 5 0,11-3-6 0,-6 1-2 16,-5 2-3-16,9-1 1 0,-9 1 3 0,9-1-2 15,-9 1 0-15,9-1-1 0,-9 1 0 0,10-1-3 0,-10 1 4 16,0 0-1-16,9 0-1 0,-9 0 0 16,0 0 2-16,0 0 3 0,12-3-3 0,-12 3-1 15,9 0 1-15,-9 0-3 0,0 0 7 0,14-1-2 16,-6 2 1-16,-8-1 0 0,15-3 3 0,-9 2-6 15,-6 1 2-15,14 0 5 0,-5 0-9 0,-9 0 5 16,17-2 3-16,-11 3-5 0,3-2-1 0,-9 1 1 16,14-1-1-16,-6-1-1 0,-8 2 5 0,14-1 0 15,-5 0-2-15,-9 1 0 0,15 0 0 0,-7-2-4 16,-8 2 0-16,13-1 1 0,-4-1 1 0,-2 2-2 0,-7 0 1 16,12-1 12-16,-12 1-11 0,11-1-6 0,-11 1 1 15,8-2 2-15,-8 2 1 0,0 0-2 16,10 0 5-16,-10 0-3 0,0 0 4 0,10-3 10 15,-10 3-7-15,0 0-2 0,0 0-1 0,0 0 8 16,9 0-2-16,-9 0 1 0,0 0-4 0,0 0 4 0,0 0 0 16,0 0-8-16,0 0 1 0,0 0-1 0,0 0 0 15,7-2-1-15,-7 2 7 0,0 0-7 16,0 0 2-16,0 0-4 0,0 0 0 0,0 0-23 16,0 0-25-16,0 0-29 0,0 0-83 0,-3-11-84 0,3 11-51 15,-11-13-247-15,-3 2-584 0,-6-6 259 0</inkml:trace>
  <inkml:trace contextRef="#ctx0" brushRef="#br0" timeOffset="38378.94">26530 8890 18 0,'0'0'60'0,"0"0"-1"0,0 0-3 15,0 0-5-15,0 0-2 0,0 0-13 0,0 0 0 16,0 0-1-16,0 0 1 0,-17-13 2 0,17 13-8 15,0 0-5-15,0 0-3 0,0 0 1 0,-9-3 2 16,9 3-6-16,0 0-1 0,0 0-3 0,-12-1-10 16,12 1 3-16,0 0 9 0,0 0-11 0,-10 0 5 15,10 0-5-15,0 0 2 0,0 0-5 0,0 0-3 16,0 0-13-16,0 0-14 0,0 0-21 0,0 0-57 16,0 0-113-16,0 0 50 0</inkml:trace>
  <inkml:trace contextRef="#ctx0" brushRef="#br0" timeOffset="62147.7">10956 3402 51 0,'0'0'109'16,"0"0"0"-16,0 0-9 0,0 0 14 0,0 0-12 16,0 0-3-16,0 0-9 0,0 0 0 0,0 0-8 15,0 0-9-15,0 0-4 0,0 0-3 0,0 0-10 16,5-22-5-16,-5 22-5 0,0-8 4 0,0 8-3 16,1-9 1-16,-1 9-2 0,-1-14-4 0,1 14-6 15,0-10-2-15,1 4 12 0,-1 6 3 0,0-12 0 16,0 12-4-16,1-10-3 0,-1 10-7 0,-2-9 5 15,2 9-9-15,1-10 2 0,-1 10 8 0,-1-9 7 16,1 9-5-16,0 0 7 0,1-10-8 0,-1 10 3 16,0 0-7-16,-2-8-2 0,2 8 0 0,0 0 1 15,0 0 1-15,0-12 3 0,0 12-1 0,0 0 3 16,0 0-6-16,0 0 25 0,0 0-2 0,0 0-7 16,0 0-5-16,0 0-6 0,0 0 3 0,0 0-8 15,0 0-3-15,0 0-5 0,1-6-2 0,-1 6-2 16,0 0-7-16,0 0 0 0,0 0-6 0,0 0-1 15,0 0 1-15,0 0 1 0,0 0 26 0,8 20 18 16,-5-10-9-16,-2 1 3 0,1 1-7 0,3 1-7 16,3 1-1-16,-2 2-5 0,-1 0-1 0,2 2 5 15,2-1-9-15,-4 0 0 0,1 0 0 0,2 0 2 16,-2 1-20-16,3-2 10 0,-2 2 4 0,-1-3-2 16,-1 2 1-16,1 0-1 0,1-3 2 0,-2 1-2 15,1 1 0-15,-2-6 1 0,0 2-22 0,1-2 23 16,-1-1-8-16,-2 1-2 0,2-2 5 0,-1 1-11 15,-2-2 9-15,2-1-6 0,-3-6-3 0,2 10 7 16,2-7-6-16,-4-3-2 0,0 10-1 0,0-10 7 16,5 4-3-16,-5-4 3 0,3 6-8 0,-3-6 3 15,0 0-1-15,0 0 2 0,0 0-1 0,0 0 4 16,0 0-6-16,0 0 1 0,0 0-1 0,2 6 1 16,-2-6 1-16,0 0-4 0,0 0 0 0,0 0 4 15,0 0 3-15,0 0-6 0,0 0-4 0,9-19 2 16,-6 12-2-16,2 2 2 0,-4-2-2 0,2 0-1 15,1-2 1-15,2-1 4 0,-1 2-10 0,-1-4 1 16,0 2-7-16,0 0-2 0,3-1 0 0,-2 0-3 16,2-3 3-16,-2 2-6 0,3-5 3 0,-2 4-1 15,2-2-5-15,-1-2 3 0,1 1-7 0,0-1 0 16,0 2 4-16,-1-2-3 0,2 0-9 0,-1 0 8 16,0 1 2-16,-1-3 2 0,1 2 3 0,-2 1 2 15,3 0-1-15,-5 2 1 0,0 2 4 0,-2-1 1 16,3 2-1-16,-3 0 5 0,-1 3-2 15,0-3 1-15,0 6 6 0,-1 5-6 0,0-15 1 0,0 6-1 16,3 4 2-16,-3 5 4 0,0-11 0 0,0 11 0 16,0 0-1-16,-4-11-2 0,4 11 1 0,-4-5-3 15,4 5 3-15,0 0 0 0,0 0-3 0,-5-7-6 16,5 7 8-16,-9-1 2 0,9 1-3 16,0 0 0-16,-16 6-1 0,10-2 4 0,-1 0-1 15,-1 4 1-15,-1 0 0 0,1-1 3 0,1 3 0 16,1-1 1-16,-2 1 3 0,4 0 2 0,0-1 0 15,3 0 0-15,0 2-6 0,1-4 3 0,0-7 0 0,2 14 3 16,0-9-1-16,1 1-1 0,5 0 4 0,-2 0-8 16,4 0 2-16,1-2 6 0,0-1-7 15,1 0-4-15,6-1-16 0,-5 0-14 0,1 1-21 16,-2-2-28-16,1 0-28 0,1 3-14 0,-4-3-34 16,4 2-25-16,-1 2-9 0,-5 0-16 0,2 3-144 15,-5 0-386-15,-1-2 171 0</inkml:trace>
  <inkml:trace contextRef="#ctx0" brushRef="#br0" timeOffset="62434.04">11486 3588 30 0,'0'0'226'16,"0"0"2"-16,0 0-2 0,0 0-3 0,0 0-15 15,0 0-10-15,-6-13-14 0,6 13-15 0,0 0-17 16,0 0-10-16,0 0-22 0,0 0-16 0,0 0-1 16,0 0 28-16,0 0-10 0,0 0-12 0,-7 26 23 15,7-16-14-15,-3 3-7 0,3-1-7 0,-2-1-8 16,2 2-12-16,-1-3-9 0,0 2-8 0,1 1-1 16,-2-2-8-16,2-11-20 0,-3 27 5 0,3-11-23 15,-2-1-10-15,1 0-20 0,0-2-23 16,3-1-37-16,-4-2-23 0,-2 3-38 0,2-2-40 0,2-11-34 15,-2 18-39-15,1-9-213 0,-2-1-495 0,3-8 220 16</inkml:trace>
  <inkml:trace contextRef="#ctx0" brushRef="#br0" timeOffset="62630.86">11508 3346 29 0,'0'0'196'0,"-1"-8"-10"16,1 8-17-16,0 0-14 0,0 0-18 15,-2-8-15-15,2 8-25 0,0 0-20 0,0 0-23 0,0 0-21 16,0 0-46-16,0 0-41 0,0 0-32 16,20 14-98-16,-16-9-199 0,3 3 88 0</inkml:trace>
  <inkml:trace contextRef="#ctx0" brushRef="#br0" timeOffset="62828.32">11744 3523 98 0,'0'0'223'0,"0"0"-19"0,0 0-21 16,6 5-13-16,-6-5-7 0,0 0-16 0,0 0-7 15,6 2-4-15,-6-2-21 0,0 0-8 0,0 0-8 16,9 3-11-16,-9-3-16 0,6 3-15 0,1-2-29 15,-7-1-36-15,14 4-46 0,-14-4-26 0,11 5-44 16,-6-1-21-16,2-1-126 0,-7-3-291 0,11 11 129 16</inkml:trace>
  <inkml:trace contextRef="#ctx0" brushRef="#br0" timeOffset="63032.17">11713 3707 60 0,'0'0'233'0,"0"0"0"0,0 0-11 16,0 0-7-16,0 0-9 0,0 0-8 0,0 0-15 16,0 0-17-16,0 0-14 0,0 0-13 0,0 0-12 15,0 0-15-15,0 0-13 0,39-3-17 0,-25-3-34 16,4 1-26-16,-1 0-43 0,2 1-35 16,-3 2-51-16,5-5-52 0,0 1-48 0,-4 2-118 15,2-2-352-15,-2 0 157 0</inkml:trace>
  <inkml:trace contextRef="#ctx0" brushRef="#br0" timeOffset="63880.04">11878 3665 125 0,'0'0'186'0,"0"0"3"15,0 0-13-15,0 0-5 0,0 0-8 0,0 0-10 16,0 0-8-16,0 0-5 0,0 0-8 0,0 0-11 15,0 0-6-15,0 0-8 0,0 0-10 16,0 0-3-16,0 0-4 0,0 0 0 0,0 0-2 16,-8-4-12-16,8 4-4 0,0 0-9 0,-21 4-1 0,21-4-6 15,-19 1-3-15,7 2 10 0,0 0 4 0,0-1-11 16,-1-1 2-16,1-1-6 0,0 2-4 0,-2-2-4 16,4 2 4-16,0 1-2 0,10-3 4 0,-16 0-14 15,16 0 12-15,-9 2 5 0,9-2-2 16,0 0-2-16,0 0-3 0,0 0-1 0,-16 0-9 15,16 0-5-15,0 0-3 0,0 0-6 0,0 0-4 16,0 0 4-16,29-11-2 0,-12 3-19 0,9 2 12 0,3-2 1 16,3 0 0-16,-1-1-1 0,3 0 2 0,-2 1 1 15,-3 0-9-15,0 2 3 0,-2-1-7 16,-5 2 3-16,-3 1 0 0,-1 0-3 0,3 0-13 16,-7 2 16-16,-3-1 3 0,0 2-3 0,-1-1 5 15,-4 1-9-15,-6 1-4 0,9 0-12 0,-9 0 15 16,0 0-2-16,9-1 2 0,-9 1 1 0,0 0-2 15,0 0 0-15,0 0 0 0,0 0-2 0,0 0 0 16,-29 6 1-16,17-2 2 0,-2 0 1 0,-3-2-3 16,-3 1 1-16,2 0-2 0,-9 2 1 0,4 0-2 15,4 0 7-15,-9 0 2 0,1 1 1 0,7-4 2 16,2 3-3-16,4-4 5 0,2 2-2 0,2-1 3 16,10-2 1-16,-13 3-14 0,13-3 17 0,-11 3-4 15,11-3 0-15,0 0-9 0,0 0 3 0,0 0-1 16,0 0 1-16,0 0 3 0,0 0-1 0,0 0-5 15,38-9 2-15,-16 5-3 0,-2 0 5 0,7-2-6 16,-4 1-8-16,-4-1-1 0,2 2-12 0,-2-1-21 16,0 3-25-16,-2-4-24 0,-1 5-34 0,-3-1-33 15,0-1-32-15,-1 3-34 0,-1-1-31 0,-3 2-36 16,-8-1-148-16,16 2-474 0,-16-2 210 0</inkml:trace>
  <inkml:trace contextRef="#ctx0" brushRef="#br0" timeOffset="64320.27">12353 3310 23 0,'0'-9'290'0,"0"9"-13"0,-2-9-10 0,2 9-11 0,0 0-15 15,0 0-21-15,0-10-15 0,0 10-25 16,0 0-12-16,0 0-23 0,0 0-13 0,0 0-9 0,0 0 13 15,0 0-10-15,16 24-12 0,-9-10-19 0,0 2 19 16,2 0-24-16,-2 1-5 0,0-1-8 0,1 2-6 16,-1-2-6-16,2-2 0 0,-4 0-6 0,4 1-4 15,-3-6-12-15,-2 2 0 0,4-2-9 16,-4-2 7-16,1 2-15 0,1 1-2 0,-2-3-2 16,1 2-16-16,0-4 22 0,-3 2-12 0,-2-7 0 0,5 8-2 15,-5-8-1-15,6 10 4 0,-6-10-5 0,4 7 6 16,-4-7-13-16,0 0 10 0,5 5-3 15,-5-5 3-15,0 0-6 0,0 0 10 0,0 0 5 16,0 0-7-16,0 0-7 0,18-22 2 0,-13 11-1 16,3-4-1-16,2-3-9 0,-4-8 1 0,5 2 4 15,0-3-2-15,-1 2-8 0,-2 0 1 0,4-1 1 16,-1 0-1-16,-4 1-8 0,1 1-6 0,4 5 5 16,-7 3-4-16,1 1-5 0,1 3-3 0,-5 0-4 15,-2 5-17-15,2 2-20 0,0-2-25 0,-2 7-24 16,0 0-31-16,0 0-20 0,0 0-11 0,0 0-2 15,0 0-25-15,0 0-21 0,0 0-11 0,-19 29-173 16,10-12-441-16,1 1 196 0</inkml:trace>
  <inkml:trace contextRef="#ctx0" brushRef="#br0" timeOffset="64571.77">12702 3442 98 0,'0'0'225'0,"0"0"-10"0,0 0-9 15,0 0-7-15,0 0-13 0,0 0-12 0,0 0-11 16,0 0-8-16,0 0 14 0,1 7 9 0,-1-7-1 16,-2 17-1-16,0-4-7 0,-2 3-12 0,4-1-19 15,-4 4 4-15,4-1-15 0,-1 0-8 0,-1 1-10 16,2-2-9-16,-2 1-6 0,2-5-11 0,-2 2-5 16,2 3-8-16,0-3-12 0,2-4-3 0,-2 0-5 15,0-2-23-15,0-9-21 0,0 21-10 16,2-12-29-16,-2-9-29 0,0 18-36 0,-2-11-27 0,2-7-28 15,0 0-32-15,2 19-23 0,-2-19-20 0,0 0-15 16,0 13-13-16,0-13-129 0,0 0-417 0,0 0 185 16</inkml:trace>
  <inkml:trace contextRef="#ctx0" brushRef="#br0" timeOffset="64967.37">12731 3435 8 0,'9'-14'162'0,"0"0"-5"0,-3 4 8 15,3 1 2-15,-1 3-5 0,0-1-11 16,-3 4-14-16,2-3-5 0,2 3 3 0,-2 0 6 0,-7 3-14 16,13 0-11-16,-13 0-4 0,16 5 9 0,-10 0-4 15,3 2-12-15,-1-2-12 0,-2 0-5 0,-2 5-1 16,1-2-6-16,-3 3-10 0,-2-2-3 0,2 4-9 16,-6 2-4-16,2 1-4 0,-5 0-5 15,5-1-4-15,-6-1-9 0,2 1-12 0,-1-5-10 16,5 0-11-16,-4-2-14 0,3 2-12 0,1-2-9 15,0 1 5-15,-1-2-7 0,3-7 4 0,5 12 2 0,-2-7 0 16,3 1-2-16,0-1 5 0,5 0 3 16,-1 1 0-16,1-2 2 0,0 3 1 0,-1-4 1 15,1 3 8-15,2-3-1 0,-2 4 3 0,-2-2-2 16,-3 2 2-16,2-4 8 0,-3 4 0 0,-1-4 8 16,0 4 4-16,-4-7 14 0,2 10 9 0,-2-10 14 15,-2 12-2-15,2-12 13 0,-13 10 3 0,3-4-7 16,2 3-4-16,-1-2-2 0,-3 3-16 0,-3 0-37 15,-1 3-68-15,0-1 19 0,6-5 12 0,0 1 3 16,1-3-15-16,3-2-36 0,6-3-53 0,-10 5-67 16,10-5-169-16,0 0-410 0,-13 1 181 0</inkml:trace>
  <inkml:trace contextRef="#ctx0" brushRef="#br0" timeOffset="65367.23">13247 3427 2103 0,'3'-7'17'16,"-1"1"62"-16,-2 6-49 0,-2-9-10 0,2 9-20 16,0 0 27-16,-9-4 3 0,9 4 6 0,0 0-2 15,-18 4 6-15,13 1 0 0,-1-1-4 0,1 3-1 16,1-1-6-16,2 1-1 0,-3 1-5 0,4 1-2 16,2 0-3-16,-1-9 2 0,5 18 3 0,-5-11-4 15,7 3-5-15,1-3 1 0,1 3-7 0,0-3-5 16,0 1-4-16,2-4-4 0,-1 1 3 0,-1 0 2 15,1-1-6-15,0-2 3 0,-3 0-1 0,-1 1-1 16,0-2 4-16,-6-1-1 0,7 3 3 0,-7-3 4 16,6 3 6-16,-6-3-2 0,0 0-2 0,0 0 0 15,0 0 7-15,0 0-2 0,0 0 2 0,0 0-3 16,0 0 4-16,-23-6 0 0,23 6 4 16,-21 3-1-16,10 1 2 0,0 0 3 0,-3 1 7 0,3-1 3 15,-2 2-1-15,2 0 6 0,-3 5-3 0,1-4-4 16,4 0 0-16,-1 0-8 0,4 1 9 15,-1 0-6-15,5-2-6 0,-2 1-1 0,1 0-1 0,3 0-1 16,0-7-3-16,0 10 1 0,3-3 2 16,1-2-4-16,2-2-8 0,6 3-14 0,-3-2-21 15,4-1-23-15,6 0-35 0,1-3-46 0,0-3-66 0,7-2-66 16,-7 1-166-16,7-1-467 0,-1-2 206 16</inkml:trace>
  <inkml:trace contextRef="#ctx0" brushRef="#br0" timeOffset="65538.25">13611 3416 12 0,'0'0'241'0,"1"-6"-27"0,-1 6-11 0,0 0-24 0,0 0-14 16,6-4-15-16,-6 4-15 0,12 0-10 0,-12 0-13 16,17 0-19-16,-6 0-19 0,1 1-31 15,-1 2-38-15,1 0-43 0,-1-1-47 0,-1 2-49 16,0 1-115-16,-3 1-270 0,-3-2 119 0</inkml:trace>
  <inkml:trace contextRef="#ctx0" brushRef="#br0" timeOffset="65678">13632 3591 135 0,'-5'7'181'0,"5"-7"-2"15,0 0-3-15,0 0-15 0,16 2-24 0,-7-2-24 16,3 0-25-16,0-2-44 0,7-3-52 0,1 3-55 15,7-4-128-15,-5 2-206 0,8-6 91 0</inkml:trace>
  <inkml:trace contextRef="#ctx0" brushRef="#br0" timeOffset="66163.49">14193 3255 245 0,'0'0'243'0,"2"-5"-2"0,-2 5-12 16,0 0-16-16,0 0-13 0,0 0-4 0,0 0 4 16,0 0 0-16,12 12 3 0,-8-4-8 0,3 4-15 15,0 2 2-15,2 4-13 0,-3 7-7 0,2-5-8 16,3 3-17-16,-7-3-19 0,5 3-8 0,-7-3-7 16,7 4-13-16,-2-6-4 0,-3 0-8 0,2-3-6 15,0 1-11-15,-2-3-8 0,-1-2-3 16,-1 1-2-16,4-1-3 0,-5-1-6 0,3 0-5 0,0-2 0 15,-2 0-5-15,-2-8 0 0,3 11-6 16,-3-11-3-16,0 0-11 0,5 12 10 0,-5-12 7 0,0 0 8 16,4 5 11-16,-4-5-6 0,0 0-6 15,0 0-2-15,13-14-4 0,-7 5 1 0,0-2-1 16,2-4-3-16,-1-1-9 0,2-2-3 0,2-7 2 0,1 1-6 16,-3 0-2-16,4-1-5 0,-8-2 1 15,7 2 1-15,-1-1-3 0,-1 1 2 0,-3 6 3 16,-1-6-5-16,-1 8 0 0,0-1-2 0,-3 1 5 0,3 0-15 15,-3 6 15-15,0 1 1 0,-2 2 1 0,2 1 4 16,0 2-2-16,0-2-1 0,-2 7 2 16,0 0-4-16,3-9-13 0,-3 9 13 0,0 0-5 15,0 0 4-15,3-8-3 0,-3 8-4 0,0 0-9 16,0 0-18-16,0 0-20 0,0 0-16 0,0 0-20 16,0 0-12-16,7-3-36 0,-7 3-45 0,0 0-34 0,14 13-38 15,-7-7-42-15,2 3-45 0,-2 1-186 0,2-1-568 16,2-1 251-16</inkml:trace>
  <inkml:trace contextRef="#ctx0" brushRef="#br0" timeOffset="66648.3">14827 3569 148 0,'0'0'288'0,"7"-9"-2"16,-7 9-9-16,0 0-13 0,0 0-7 0,0 0 2 15,0 0-8-15,0 0-9 0,0 0-9 0,0 0-11 16,-10-13-10-16,10 13-10 0,0 0-22 0,0 0-8 16,-6-6-16-16,6 6-12 0,0 0-10 0,0 0-14 15,0 0-11-15,0 0-14 0,-18 11-7 16,10-4-9-16,2 1-2 0,-1 3-8 0,-3-1-9 0,4 2-1 15,-2-2-9-15,2 7-5 0,-1-2-6 0,-1-1-2 16,4-4-3-16,1 3-2 0,0-1-2 0,0-1-14 16,3-11 7-16,0 18-3 0,0-8-4 0,0-10 1 15,9 15 1-15,-7-9-1 0,6-1-6 16,-2-1 5-16,5 2 1 0,1-1 3 0,1-2 0 16,2-1-3-16,-1 0 5 0,5-4 0 0,-6 2-5 0,5-3 0 15,0-4 3-15,-1 3 3 0,-2-3-6 0,-2-1 3 16,-2 1-4-16,2-3-1 0,-3 0 1 0,-2-4 1 15,1-3-3-15,-5 2 0 0,2-2-8 0,-2-1 4 16,0 2-2-16,-4-2 2 0,0 1-6 16,-3 0 5-16,-2 1-6 0,-1 0-6 0,1 2-13 15,-3-1-7-15,0 5 1 0,-4-1-9 0,-1 0-26 16,-4 3-20-16,-2 1-26 0,-2 3-34 0,-1 4-47 0,-5 0-48 16,-5 7-53-16,6 0-76 0,-1 5-298 0,-1-2-711 15,4 2 314-15</inkml:trace>
  <inkml:trace contextRef="#ctx0" brushRef="#br0" timeOffset="71354.3">26061 9400 67 0,'0'0'70'0,"0"0"-10"0,0 0-7 0,0 0-1 0,0 0 0 16,0 0-7-16,0 0-2 0,0 0-7 0,0 0-4 16,0 0-13-16,0 0-12 0,0 0-4 0,0 0-16 15,0 0-15-15,0 0-55 0,0 0-91 0,0 0 41 16</inkml:trace>
  <inkml:trace contextRef="#ctx0" brushRef="#br0" timeOffset="77916.41">24100 7890 14 0,'0'0'130'0,"0"0"-18"0,0 0-13 16,0 0-15-16,0 0 2 0,0 0-8 0,-4-25-11 16,4 25 9-16,0 0-31 0,0 0-9 0,0 0-12 15,0 0-28-15,0 0-25 0,0 0-18 0,0 0-10 16,0 0-1-16,0 0-52 0,0 0-118 0,0 0 52 15</inkml:trace>
  <inkml:trace contextRef="#ctx0" brushRef="#br0" timeOffset="78424.16">26055 6667 16 0,'0'0'61'16,"0"0"2"-16,0 0-4 0,0 0-13 0,0 0-8 0,0 0-3 15,0 0-2-15,0 0-8 0,0 0-9 0,0 0-15 16,0 0-18-16,0 0-46 0,0 0-68 0,0 0 30 15</inkml:trace>
  <inkml:trace contextRef="#ctx0" brushRef="#br0" timeOffset="79927.05">25534 6356 19 0,'-1'-9'59'0,"1"9"0"0,0 0-5 15,0 0-5-15,0 0-4 0,0 0-5 0,0 0-5 16,0 0-4-16,0 0 4 0,0 0-5 16,0 0-5-16,-2-6-4 0,2 6-2 0,0 0-4 15,0 0 4-15,0 0-5 0,0 0 1 0,0 0-5 16,0 0-4-16,0 0 4 0,0 0 0 0,0 0-8 15,0 0 3-15,0 0-2 0,0 0 0 0,0 0 0 16,0 0-5-16,0 0 3 0,0 0 0 0,0 0 2 16,0 0-2-16,0 0-5 0,0 0 2 0,17 13 1 15,-17-13 5-15,6 6-3 0,-1-3 2 0,-5-3-1 0,10 7-4 16,-7-3 11-16,4 1-11 0,-3 0 3 0,0 0 0 16,3 1 4-16,-3-2-2 0,1 3 2 15,-1-1 2-15,4 0-4 0,0 0 10 0,-4 2 4 16,5-2-5-16,-3 2-4 0,2 0 4 0,-1 2-3 15,-1-4 2-15,2 3 1 0,0-2 9 0,1 0-3 0,0 2 1 16,0 1 0-16,1-1 2 0,-2-1-10 0,4 1 8 16,-1 3 3-16,-2-3 2 0,2-1-3 15,0 2 1-15,-4-1-1 0,0 1-1 0,4-3 1 16,-2 3 2-16,5 2 4 0,-6-2 1 0,1-2 0 16,5 4 4-16,-3 0 1 0,2-1 2 0,-3-3-2 0,3 3 0 15,1 1-4-15,-1-1 9 0,0 0-6 0,1 0 7 16,-1-1-7-16,-1 2 0 0,-1-2 2 0,5 2-3 15,-3-5-1-15,0 5 2 0,1-2 3 16,-1 0-5-16,-3 0 0 0,3-2 0 0,-2-1-3 0,-1 0 6 16,0 0-5-16,1 1 1 0,1-2 0 15,-1 2 2-15,5 1-4 0,-1-2 6 0,2 1 1 16,0 0-2-16,1-4-2 0,0 5 1 0,9-2-2 16,-4-2 0-16,1 2 0 0,4-1 0 0,-9-2-3 15,10 3 0-15,-8-4 4 0,0 1-6 0,0 1 0 0,0-1-2 16,-1 1 1-16,-2 0-4 0,2 1 4 0,-4 0-5 15,-2-2 1-15,-1-1-4 0,-1-1-2 16,1 2 2-16,0-3-3 0,-6 2-1 0,0-1-2 16,1-1 1-16,-8-1-3 0,10 6-1 0,-10-6 0 0,9 1 0 15,-9-1-2-15,4 3 3 0,-4-3 0 0,0 0 0 16,7 2-2-16,-7-2 1 0,0 0-1 0,0 0 2 16,0 0-1-16,0 0-1 0,0 0 3 0,8 0 2 15,-8 0 0-15,0 0-1 0,0 0 1 16,0 0-2-16,0 0 2 0,0 0 0 0,0 0-2 0,0 0 6 15,0 0-5-15,0 0 0 0,0 0 0 0,0 0-3 16,0 0 3-16,0 0-2 0,0 0 1 0,0 0-4 16,0 0 3-16,0 0-2 0,0 0-1 0,0 0-1 15,0 0 1-15,0 0-3 0,0 0 0 0,0 0 0 16,0 0-1-16,0 0-3 0,0 0 3 0,0 0-3 16,0 0-7-16,0 0-1 0,0 0-6 0,0 0-5 15,0 0 3-15,0 0-1 0,0 0 0 0,0 0-1 16,0 0-1-16,0 0 8 0,0 0-1 15,-9 13 2-15,1-6 0 0,1 0 2 0,-5 0 0 0,2 1 2 16,-1 0 4-16,-1 1-2 0,3 0 4 0,0-3-3 16,-2 1 2-16,4 0 0 0,-2 2 0 0,-2-5-1 15,6 4 4-15,-1-3-3 0,1 0 1 0,1-2 3 16,-2 2-3-16,6-5 1 0,-8 10 2 0,4-5-1 16,1-1-23-16,-1 0-29 0,4-4-18 0,-7 9-23 15,5-3-9-15,2-6-14 0,-4 6-17 0,4-6-2 16,-5 5-2-16,5-5 7 0,0 0 9 0,0 0 0 15,0 0-96-15,0 0-237 0,0 0 105 0</inkml:trace>
  <inkml:trace contextRef="#ctx0" brushRef="#br0" timeOffset="80137.25">26519 7170 249 0,'3'-9'15'0,"3"-1"5"0,-1 0 8 0,0-3 14 15,1-2-8-15,-1-1 8 0,1 1 16 0,-1-2 23 16,2 2-6-16,-3 0 7 0,-1 4 3 0,1-7 5 16,-4 7 7-16,2-5 28 0,0 6-3 15,0-2-12-15,-2 1-6 0,3 3-7 0,-3 1-12 0,0-4-9 16,0 11-10-16,-3-15-5 0,1 7-6 0,0 2-9 15,0 1-1-15,-2-4-4 0,-1 2-11 0,1 2-4 16,-1-1-7-16,0 1-7 0,1-1 3 0,-3 0-5 16,3 2-5-16,-2-3-2 0,6 7 0 0,-8-6-3 15,8 6 0-15,-7-6-3 0,7 6 0 0,-4-4-6 16,4 4 1-16,-6-6-22 0,6 6-38 0,0 0-40 16,-1-10-30-16,1 10-27 0,0 0-106 0,0 0-293 15,5-12 130-15</inkml:trace>
  <inkml:trace contextRef="#ctx0" brushRef="#br0" timeOffset="80846.92">25439 6337 36 0,'0'0'50'0,"7"9"-5"16,-7-9-7-16,0 0-2 0,0 13-3 0,0-8 0 0,0-5-1 16,-3 13-7-16,2-4 1 0,0 1 5 15,-1 0-6-15,-3-1-1 0,2 1-2 0,0 2 2 16,-1-3 0-16,-1 2-1 0,2-2-1 0,2 0-1 16,-2-1-3-16,-1-1 5 0,2-1-3 0,-1 0-3 15,1 1-4-15,2-7-1 0,-4 9 4 0,0-6 1 16,4-3-4-16,0 0-1 0,-4 11 0 0,4-11-3 15,-2 6-3-15,2-6 7 0,-4 7-2 0,4-7-2 16,-4 7-1-16,4-7-11 0,-3 7-22 0,3-7-20 16,-2 8-76-16,2-8-132 0,-5 7 59 0</inkml:trace>
  <inkml:trace contextRef="#ctx0" brushRef="#br0" timeOffset="81102.28">25527 6372 10 0,'-2'-9'94'0,"2"9"-3"16,0 0-13-16,0 0-7 0,0 0-5 0,0 0-6 15,2-10-10-15,-2 10-2 0,0 0-6 0,7-7-7 0,-3 5 4 16,2-1-12-16,4-2-1 0,1 0 0 15,0 1-8-15,3 1 2 0,3-3-8 0,2 2-2 16,-4 1 0-16,3 0-2 0,-4 1-5 0,-1 2-2 16,-2 0-2-16,1 0-1 0,-1-1-18 0,1 2-23 15,-2-1-23-15,-1 0-54 0,-4 4-128 0,2-3 58 16</inkml:trace>
  <inkml:trace contextRef="#ctx0" brushRef="#br0" timeOffset="81756.62">25596 7034 86 0,'0'0'88'0,"0"0"-13"0,0 0-4 16,0 0-6-16,0 0-5 0,0 0-14 0,-2-7-6 16,2 7-11-16,0 0-7 0,0 0-3 0,0 0-12 15,0 0 5-15,0 0-22 0,0 0-1 0,0 0-1 16,0 0-1-16,0 0-7 0,-13 8-14 0,13-8-11 16,-10 7-35-16,2 1-86 0,-1-3 39 0</inkml:trace>
  <inkml:trace contextRef="#ctx0" brushRef="#br0" timeOffset="82197.2">25469 7112 120 0,'0'0'143'0,"0"0"-12"15,0 0-7-15,0 0-11 0,0 0-8 0,0 0-16 16,0 0-18-16,0 0-7 0,0 0-6 0,0 0-3 15,0 0-10-15,0 0-2 0,0 0-11 0,0 0 7 16,6 13 1-16,-2-9-2 0,-2 2-4 0,3 0 2 16,0 0 7-16,-1 0-5 0,5 1 5 15,-2 0-2-15,0 3-4 0,2-3 2 0,-2 1-1 0,3 0-2 16,-4-2-5-16,3 2-2 0,-1 1 2 0,-2-4-4 16,4 3-2-16,-6-3-1 0,5 1-1 0,-3 1-2 15,-1-3-4-15,2-1 2 0,-2 3-5 0,-5-6 0 16,7 7-2-16,-7-7 2 0,6 4 13 0,-6-4 10 15,4 3 19-15,-4-3 12 0,0 0 2 0,0 0 0 16,6 2 1-16,-6-2-6 0,0 0-5 0,0 0-7 16,0 0-2-16,0 0-11 0,8-15-4 0,-5 5-2 15,1 3-9-15,-2-5-9 0,2 0-5 0,1 2-4 16,0-2-2-16,0-4-2 0,3 1 0 0,-4 1-3 16,1 3-5-16,-1-4-4 0,2 3 1 0,-2 1 2 15,0 0-2-15,1 3-8 0,-1 0-3 0,-2 2-11 16,1-1-18-16,-3 7-24 0,5-7-29 0,-5 7-28 15,4-8-23-15,-4 8-2 0,0 0 4 0,6-3-10 16,-6 3-2-16,0 0-101 0,0 0-284 0,14 7 126 16</inkml:trace>
  <inkml:trace contextRef="#ctx0" brushRef="#br0" timeOffset="82799.86">25820 7136 64 0,'0'0'89'0,"0"0"-5"0,0 9 14 0,0-9 6 16,-1 11-12-16,1-2 2 0,-1 0-7 0,-1 3 0 16,0-2 6-16,0 0-15 0,-1 2-2 0,3-2-5 0,-2 3-5 15,4-2-4-15,-4-2-1 0,1 4 9 16,2-5-8-16,-2 3-4 0,1-2-7 0,0-2 2 16,1 2-6-16,-1-9-5 0,0 11-1 0,0-4-6 15,0-7-4-15,2 9 0 0,-2-9-3 0,0 0 1 16,0 7-5-16,0-7-3 0,0 0 4 0,0 0 8 15,0 9 11-15,0-9 10 0,0 0 8 0,0 0 5 16,0 0 5-16,0 0 0 0,0 0-9 0,0 0-7 16,0 0-3-16,0 0-8 0,0 0-2 0,0 0-12 15,-6-33-4-15,6 22-6 0,0 0-5 0,0-6-2 16,0 2-7-16,3-3-5 0,0 1-4 0,0 1 2 0,4 1-3 16,0 0 3-16,0 5-6 0,-1 1 3 0,1-1-1 15,-1 3-3-15,3 0 2 0,-4 0-2 16,0 4-1-16,3-1-2 0,-8 4-8 0,10-5 1 15,-10 5-3-15,8 0 4 0,-8 0-3 0,9 0 3 16,-9 0 3-16,5 7 1 0,-5-7 0 0,7 8 2 0,-5-1 3 16,-2-1 0-16,0-6 1 0,-2 18 4 15,-1-11-3-15,1 2 0 0,-1 1-2 0,1-1 6 16,0-2-3-16,-2 1 3 0,1-1-3 0,1-2 0 16,0 2-1-16,2-7 3 0,-4 11-8 0,4-7-4 15,0-4-6-15,-2 10-5 0,2-10-2 0,0 8 0 16,0-8 4-16,0 0 1 0,2 10 2 0,-2-10 3 15,4 10 3-15,-1-9 3 0,-3-1-4 0,6 6 5 16,-4-1-4-16,-2-5 6 0,6 7-1 0,-6-7 3 16,6 5 0-16,-6-5 2 0,5 6-5 0,-5-6 3 15,0 0 3-15,4 6-3 0,-4-6 1 0,0 0 4 0,2 7 1 16,-2-7 3-16,0 0-4 0,0 0 2 16,-11 9-3-16,11-9-1 0,-8 4 0 0,4-1 3 15,4-3 0-15,-9 5-9 0,5-1-10 0,4-4-19 16,-12 6-31-16,10-5-23 0,2-1-36 0,-8 4-17 15,8-4-128-15,-5 5-294 0,5-5 131 0</inkml:trace>
  <inkml:trace contextRef="#ctx0" brushRef="#br0" timeOffset="83230.2">26136 7214 137 0,'0'0'147'0,"0"0"-7"0,-18-2-10 0,18 2-3 16,0 0-10-16,-16 7 0 0,9-3-8 0,-2 1-6 16,4 1-14-16,-1-1-8 0,-1 2-7 0,2 1-7 15,-3-1-10-15,5 0-5 0,1 2 0 0,0 0-6 0,0 1-5 16,2 0-5-16,4-1 1 0,-4 1 0 16,4-2-8-16,1 1 0 0,-1-2-3 0,1 1-4 15,4-4-1-15,-7 2 1 0,5-2-3 0,-1-1 2 16,-1 0-3-16,-5-3 0 0,8 4-3 0,-8-4 10 15,6 4 11-15,-6-4 12 0,4 2 7 0,-4-2 3 0,0 0-1 16,0 0-1-16,0 0 0 0,0 0-5 0,0 0-1 16,0 0-3-16,0 0-6 0,0 0-2 15,0 0-3-15,0 0-7 0,0 0-3 0,0 0-5 16,0 0-4-16,-25 6 0 0,16-3-4 0,-4 1 2 16,4 0-3-16,-2 1-1 0,-1-1-2 0,3-2-3 0,3 3 0 15,-1-2-2-15,3 1-2 0,-4-2 0 16,8-2-3-16,-8 6-2 0,8-6 5 0,-7 6-4 0,7-6 0 15,0 0 7-15,0 0-3 0,13 9 1 16,1-7-2-16,4 1-24 0,4-3-30 0,10 2-25 16,1-5-44-16,5-2-29 0,12 0-39 0,-14 2-35 15,-2-3-116-15,-3-1-370 0,1 1 165 0</inkml:trace>
  <inkml:trace contextRef="#ctx0" brushRef="#br0" timeOffset="84996.78">25814 6641 29 0,'0'0'66'0,"0"0"-24"0,0 0-14 0,0 0-16 16,0 0-6-16,0 0-20 0,0 0-15 0,0 0-30 16,0 0 14-16</inkml:trace>
  <inkml:trace contextRef="#ctx0" brushRef="#br0" timeOffset="87797.82">11142 4661 135 0,'-1'-11'166'16,"-2"3"-14"-16,3 8-22 0,-2-17 0 0,-2 7-4 16,3 0 7-16,1 10-5 0,-3-9-13 0,2 2-16 15,1 7-4-15,-2-7-14 0,2 7-6 0,0 0-13 16,-3-8-6-16,3 8-10 0,0 0-9 15,0 0-12-15,0 0-4 0,0 0-5 0,0 0 0 0,0 0-4 16,0 0 1-16,0 0-1 0,19 21-7 0,-14-14 3 16,3 5-2-16,1 1 0 0,2 2 3 0,0 0 4 15,0 2-7-15,-1 0 4 0,1-2-2 0,4 6 5 16,-5-6-1-16,-1 0-4 0,1 1-4 0,0-3 6 16,1 1-2-16,-1 0 3 0,-2-4-3 0,-1 0 1 15,0 0-2-15,0-1 2 0,0 1 3 0,-1-4-7 16,-2 0 3-16,1-1 0 0,-1-2 1 0,-4-3-1 15,7 8 2-15,-3-6 3 0,-4-2 0 0,9 2 3 16,-9-2 9-16,9-2 0 0,-9 2 1 0,10-10 1 16,3-3-4-16,-6-1-5 0,7-8 2 15,-7 6-4-15,5-9-2 0,0 1-5 0,-5-2 3 16,2 2-1-16,-1 0-6 0,-1-2-2 0,-2-1-5 0,1 3-1 16,-4 4 1-16,-2 1-1 0,0 1-9 0,0 0 3 15,-1 2-6-15,0-1 5 0,-1 7-2 0,0-1-1 16,0 3 0-16,1 0 6 0,1 8-2 15,-4-9 1-15,2 4 0 0,2 5-1 0,-2-9 3 16,2 9-10-16,0 0 0 0,-7-4-8 0,7 4 3 16,-12 2-6-16,12-2 1 0,-15 7 3 0,5 1-1 15,2-1 4-15,0 1-1 0,3-1-2 0,-2 1-4 0,3-1 1 16,4-7-2-16,-5 11 11 0,5-11 4 16,2 14-1-16,-2-14 6 0,12 14-3 0,-2-6 2 15,2-2 4-15,8 1 7 0,7-4-27 0,1 0-27 16,3 3-34-16,0-4-26 0,-2 3-13 0,-4-2-117 15,-3 2-262-15,-8-4 116 0</inkml:trace>
  <inkml:trace contextRef="#ctx0" brushRef="#br0" timeOffset="88113.09">11757 4873 73 0,'13'-18'190'0,"-13"18"6"16,0 0-7-16,0 0 2 0,0 0-10 0,1-11-5 15,-1 11-18-15,0 0-9 0,0 0-17 0,0 0-15 16,0 0-17-16,0 0-8 0,0 0-14 0,0 0-11 16,0 0-11-16,0 0-10 0,0 0-9 0,0 0-1 15,0 0-6-15,0 0-3 0,0 0-5 0,-10 26 3 16,10-14-3-16,2-2 1 0,-2 2-9 0,-2-1 3 15,2 1-3-15,2 0 0 0,-2 0 0 0,-2 0-6 16,4-1-13-16,-4 0-5 0,2-11-23 0,4 21-20 16,-4-10-18-16,1-3-27 0,0 1-24 0,-1-9-27 15,-1 17-19-15,1-8-130 0,0-9-323 0,0 0 144 16</inkml:trace>
  <inkml:trace contextRef="#ctx0" brushRef="#br0" timeOffset="88320.52">11765 4579 124 0,'0'0'175'0,"0"0"-9"15,-4-9-9-15,4 9-12 0,0 0-11 16,0 0-18-16,0 0-9 0,0 0-23 0,0 0-31 15,0 0-31-15,0 0-30 0,0 0-16 0,15-7-39 0,-15 7-33 16,18 5-86-16,-7-1-198 0,5 3 88 0</inkml:trace>
  <inkml:trace contextRef="#ctx0" brushRef="#br0" timeOffset="88494.4">12170 4747 151 0,'0'0'163'0,"0"0"-10"0,11 0-22 0,-11 0-10 0,9-2-10 16,-2-1-15-16,3 1-11 0,3-1-17 15,-1 0-27-15,0 3-46 0,1-1-23 0,-2-1-32 16,1 4-28-16,-4-1-69 0,-1 2-170 0,-7-3 76 16</inkml:trace>
  <inkml:trace contextRef="#ctx0" brushRef="#br0" timeOffset="88651.27">12208 4897 120 0,'0'0'115'0,"0"0"-7"0,0 0-11 15,0 0-4-15,0 0-4 0,14 2-10 0,-2-4-6 16,1 1-8-16,3-3-20 0,6-1-29 0,5 0-46 16,0 0-44-16,-6 1-59 0,6-5-144 0,-4 4 64 15</inkml:trace>
  <inkml:trace contextRef="#ctx0" brushRef="#br0" timeOffset="90216.75">12718 4601 128 0,'0'0'142'0,"0"0"-4"0,0 0-11 0,0 0-6 15,0 0-3-15,0 0-7 0,0 0-2 0,0 0-1 16,0 0-6-16,0 0-6 0,0 0-6 0,0 0 0 15,0 0-4-15,0 0-2 0,0 0-3 0,0 0-10 16,0 0 3-16,0 0-9 0,0 0-1 16,0 0-8-16,0 0 1 0,0 0-7 0,0 0-4 15,0 0-5-15,0 0-2 0,0 0-6 0,0 0 2 0,0 0-13 16,0 0-2-16,0 0-2 0,0 0-8 16,0 0-3-16,0 0 0 0,0 0-4 0,0 0 1 0,0 0 0 15,0 0-2-15,0 0-3 0,4 15 3 16,-4-15 6-16,5 11-9 0,1-3 3 0,-1 0 3 15,-1 2-4-15,3 3-1 0,-2-4 3 0,1 3-1 0,2 1 3 16,0 1-4-16,-3-3 4 0,1-2-1 0,-2 2-2 16,4-3-1-16,-4 0 0 0,1 1 0 0,-1-2 2 15,-2-1 2-15,2 0-3 0,1 1-4 0,0-1 5 16,-3 0-3-16,1-1 1 0,-3-5 1 0,4 8-4 16,0-2 2-16,-4-6 0 0,2 4 1 15,-2-4-3-15,5 6 5 0,-5-6-3 0,4 6 2 0,-4-6-3 16,0 0 3-16,0 0-2 0,4 6-2 0,-4-6 4 15,0 0 1-15,0 0-3 0,4 7 2 0,-4-7 0 16,0 0-1-16,6 7-4 0,-6-7 4 0,4 3-1 16,-4-3 2-16,0 0-1 0,5 4-2 0,-5-4 1 15,4 4-2-15,-4-4 1 0,4 5-1 0,-4-5 3 16,3 4-5-16,-3-4-9 0,0 0-5 0,7 9 7 16,-7-9 2-16,2 4 0 0,-2-4 4 0,0 0-3 15,3 5-1-15,-3-5 2 0,0 0 2 0,4 4 1 16,-4-4 2-16,0 0-8 0,0 0 11 15,0 0 1-15,0 0-2 0,0 0 3 0,0 0 1 16,0 0-3-16,0 0 2 0,0 0-3 0,4 5 6 0,-4-5-5 16,0 0 4-16,0 0 5 0,0 0 6 0,0 0 4 15,0 0 11-15,0 0-5 0,0 0 0 0,0 0-3 16,0 0-1-16,7-17 1 0,-5 9-8 0,0-2-1 16,1-1-3-16,0 0 0 0,-1 2 0 15,2-7-3-15,0 1-1 0,-2 0 0 0,5-1-3 16,-3-1-5-16,2 0-1 0,2-7-1 0,-3 9-1 0,1 1 0 15,-1-4 4-15,2 2-4 0,0 1-2 16,-1-1 6-16,-1-3-3 0,-1 9 1 0,0-2 1 0,1 3 1 16,-2-1-6-16,1 1 5 0,-2 3 1 15,1 0-1-15,1 0-2 0,-2-1-2 0,-2 7 5 16,4-9-1-16,-2 5 1 0,-2 4-2 0,3-8 1 16,-3 8 0-16,3-6-3 0,-3 6 0 0,0 0 0 0,0 0 4 15,4-6-2-15,-4 6-1 0,0 0 2 16,0 0-5-16,0 0-1 0,0 0-8 0,2-7-9 15,-2 7-17-15,0 0-19 0,0 0-18 0,0 0-18 0,0 0 0 16,0 0-26-16,0 0-10 0,0 0-9 16,0 0-15-16,9 14-10 0,-9-14-86 0,4 10-272 15,-4-5 120-15</inkml:trace>
  <inkml:trace contextRef="#ctx0" brushRef="#br0" timeOffset="90679.93">13247 4751 124 0,'0'0'165'0,"0"0"-12"0,0 0-12 0,0 0-13 16,0 0-14-16,0 0-10 0,0 0-9 0,0 0-10 15,-6 12-14-15,6-12-7 0,-7 7 6 0,3-2 1 16,-3 5-12-16,2-3-3 0,1 2-8 0,0 0-3 16,-1 0-8-16,-1 0 2 0,2 2-2 0,0-1-6 15,0 0 0-15,2-1-3 0,0 0-1 0,1-3-7 16,1 4-1-16,0-10 1 0,-2 12-4 0,4-6 2 16,-2-6 0-16,3 12 5 0,1-7-7 0,0 0-1 15,2-1 2-15,0-1-8 0,1-2 6 16,-1 1 1-16,4 0-1 0,-10-2-2 0,15-3-3 0,-4 2 11 15,-1-1-5-15,-4-2 6 0,3 1 1 0,0-2 7 16,0-1-1-16,-4 3 4 0,3-5-1 0,-3 0-3 16,2-1-5-16,-5-1-1 0,3 1-6 0,-1-1-1 15,-4-1-3-15,2 0 3 0,0 1-8 0,-1 1 3 16,-2-1 0-16,-1 0 0 0,2-1-9 0,-4 3-10 16,0-1-3-16,-4 3-6 0,4-3-7 0,-1 4-4 15,1 0-15-15,-2 1-19 0,6 4-13 0,-12-5 2 16,5 4-29-16,7 1-16 0,-15 1-20 0,15-1-9 15,-14 2-124-15,9 2-293 0,-1-1 129 0</inkml:trace>
  <inkml:trace contextRef="#ctx0" brushRef="#br0" timeOffset="90883.63">13524 4728 76 0,'14'-1'129'0,"-6"-1"-14"16,1 0-11-16,8 0-12 0,-2-1-3 0,7 0-13 15,-4 0-9-15,2 1-10 0,-1-2-29 16,-2 4-29-16,2-1-27 0,-6 0-24 0,1-1-74 0,-3 1-136 16,-3-2 61-16</inkml:trace>
  <inkml:trace contextRef="#ctx0" brushRef="#br0" timeOffset="91105.58">13656 4606 72 0,'0'0'123'0,"0"0"-11"16,0 0-8-16,0 0-5 0,0 0-1 15,0 0 12-15,-6 15-1 0,6-15 15 0,0 19-11 16,0-7-10-16,0 5-15 0,-3-1-14 0,6 0 2 15,-3 0-7-15,0 0-4 0,0 1-10 0,0-1-6 16,2 1-20-16,-2 0-43 0,2-2-23 0,0 1-33 16,0-4-18-16,1 0-26 0,0-1-112 0,-1 0-243 15,0-5 108-15</inkml:trace>
  <inkml:trace contextRef="#ctx0" brushRef="#br0" timeOffset="91467.07">13869 4555 78 0,'0'0'128'0,"0"0"-2"0,0 0 11 0,6 17-2 16,-4-7-13-16,0 4-3 0,2 1-10 0,-1 2-8 15,-1 1-5-15,2-1-11 0,-1-2-2 16,1 2-5-16,-2-5-9 0,3-1-5 0,-1 0-6 0,-1 0-7 15,3-3-4-15,-4-3-1 0,1 1-4 0,1-1 1 16,-4-5 1-16,7 8 6 0,-2-5 10 0,-1 0 15 16,-4-3 13-16,7 1 6 0,-7-1-5 0,13-5-5 15,-4-2-12-15,0-3-3 0,2-2-5 0,1 0-7 16,-1-4-2-16,-2-3-10 0,7-3-4 0,-6-3-4 16,-3-1 2-16,5 3-10 0,-6 4-4 0,1-5-4 15,3-1-10-15,-2 6-3 0,-3 2-8 0,-1 3-6 16,1 2-15-16,-3 3-11 0,0 1-13 0,1 1-23 15,-3 7-27-15,2-10-28 0,-2 10-45 0,0 0-15 16,0-5 1-16,0 5 10 0,0 0 4 0,0 0-118 16,-9 24-308-16,4-12 136 0</inkml:trace>
  <inkml:trace contextRef="#ctx0" brushRef="#br0" timeOffset="91680.84">14144 4702 51 0,'0'0'140'0,"2"12"9"0,0-8 0 0,0 5 1 0,-2-2-13 16,3 4-2-16,-2-1 0 0,-2 2-15 15,2 0-14-15,-1 0-8 0,3 5-3 0,0-2-9 0,-3-2-12 16,2-2-11-16,-2 1 0 0,2 1-8 0,-2-2-5 16,3 1-2-16,-3-2-15 0,1 0-34 0,1 0-18 15,-1 0-23-15,-1 0-37 0,2-1-20 16,0-2-16-16,-2 0-21 0,4-1-105 0,-4-6-262 15,1 8 116-15</inkml:trace>
  <inkml:trace contextRef="#ctx0" brushRef="#br0" timeOffset="92036.94">14290 4649 70 0,'8'-17'110'0,"-3"1"12"0,-2 5 6 15,1 3 0-15,-3-2-15 0,1 5-10 16,-2 5-13-16,2-10-15 0,-2 10-5 0,4-8-8 15,-4 8-4-15,0 0-11 0,9-1-4 0,-9 1-7 0,10 7 1 16,-4-2-3-16,0 2 3 0,-1-1-12 0,3 4-2 16,-2 0 0-16,-1-2 0 0,-1 1-10 0,0 1 6 15,0 0-13-15,-2 0 13 0,0-2-10 16,-1 3 2-16,1-2-5 0,-2 0-5 0,-2 0-2 16,1 1 4-16,-1-3-9 0,1 0-18 0,1-7-5 15,-1 13-5-15,-1-6 6 0,2-7-9 0,2 11 3 0,-1-3 9 16,2-3 5-16,-2 0-5 0,3 2 1 15,1-2 3-15,0 1 1 0,-1 0-5 0,1-1 8 16,-1 1-1-16,5 0 2 0,-4 0 5 0,-1 0 3 16,1-1-4-16,-3 0 2 0,2 1-1 0,0-2-2 15,-4-4 11-15,4 10 12 0,-3-4-2 0,-1-6 11 16,5 7 4-16,-5-7-3 0,-3 8 2 0,3-8-6 16,-4 7 7-16,4-7-6 0,-11 8-7 0,4-2-12 15,3-3-34-15,-4 1-24 0,2 0-25 0,-1 0-92 16,1 0-191-16,6-4 85 0</inkml:trace>
  <inkml:trace contextRef="#ctx0" brushRef="#br0" timeOffset="92400.36">14746 4683 52 0,'-9'8'167'0,"-7"-1"-3"15,-2 4-2-15,4-1-17 0,-2 2-16 0,3-2-9 16,1 2-9-16,2-5-11 0,3 3-13 0,3-3-7 16,-1 2-9-16,1 0-2 0,2 1-9 15,4-4-6-15,1 3-4 0,1-1-9 0,2 1-5 0,3-3-7 16,2-2-9-16,0 2-11 0,3-3-5 0,-3 0-2 16,2-1-1-16,0 0-2 0,-2-1 9 0,-3 1-2 15,1-2-2-15,-9 0 5 0,10 2 12 0,-10-2 14 16,8 1 2-16,-8-1-2 0,0 0-4 15,0 0-4-15,0 0-5 0,0 0 2 0,0 0 1 16,0 0 4-16,-27 6 3 0,18-1 7 0,-2 2 0 0,-2-1-4 16,3 0 4-16,-1-1-2 0,2 1-1 0,2 2-3 15,-1-2-5-15,3 1 3 0,1-3-7 0,-1 2-3 16,5-6-8-16,-2 13 8 0,2-13-4 0,7 12-18 16,-1-5-27-16,5-1-31 0,4 2-53 0,2-2-61 15,6 1-186-15,2 0-386 0,2-2 170 0</inkml:trace>
  <inkml:trace contextRef="#ctx0" brushRef="#br0" timeOffset="96146.75">14290 5202 90 0,'0'0'100'0,"0"0"-10"16,0 0-4-16,0 0-10 0,0 0-6 0,0 0 1 0,0 0 2 15,0 0-8-15,27 4-3 0,-9-4-1 16,10-2-18-16,4 0 2 0,1 1-26 0,5-1-27 16,1-4-29-16,-1 2-29 0,13 0-74 0,-14 1-152 15,3-2 67-15</inkml:trace>
  <inkml:trace contextRef="#ctx0" brushRef="#br0" timeOffset="99685.61">11502 5672 77 0,'0'0'187'0,"0"0"-21"0,0 0-12 15,0 0-12-15,0 0-10 0,0 0-4 16,0 0-22-16,0 0-6 0,0 0-8 0,0 0-9 16,0 0-9-16,0 0-7 0,0 0-7 0,0 0-6 15,0 0-8-15,0 0-7 0,0 0-4 0,0 0-7 16,0 0 1-16,0 0-6 0,11 0-7 0,-11 0 2 16,8 9-7-16,-2-6-2 0,3 4 1 0,-1 1-2 15,2-1 1-15,-1 2 2 0,2 0-5 0,0-2-1 16,3 4 4-16,-3 0-4 0,-2-1 3 0,1-1-5 15,-2-1-2-15,1-1 2 0,-3 2 5 0,2-3-5 0,0 3 0 16,-2-2-3-16,-2-1 3 0,2 1-1 0,-3-1 1 16,3-2 0-16,-1 1 1 0,-1 0-2 15,0 0-3-15,1-2 4 0,-5-3-2 0,8 7 4 16,-8-7-1-16,4 3 2 0,-4-3 8 0,0 0 4 16,5 5 4-16,-5-5 7 0,0 0 2 0,0 0 3 0,0 0-3 15,11-7 0-15,-11 7-2 0,8-13-6 0,1 4-2 16,-2-2 2-16,0-5-10 0,2 0-10 0,0 1-3 15,-3-2 3-15,3-2-3 0,-4 2-3 16,2 0-8-16,-1-1 1 0,-1 1 4 0,-1 0-7 16,-1 0 3-16,0 5-5 0,0 0-2 0,-3 2 1 0,2 1-11 15,-2-3 3-15,0 5 10 0,0 7 2 0,0-15 3 16,0 8 0-16,0 7-1 0,-2-10-1 16,2 10 5-16,0 0 1 0,-3-9-1 0,3 9 4 0,0 0 2 15,-3-7 3-15,3 7-2 0,0 0-3 16,-7-5 0-16,7 5-4 0,-6-2 3 0,6 2 1 0,-15-2-4 15,7 2-3-15,8 0-2 0,-18 3-6 0,10-2-4 16,2 1 0-16,-1 1-2 0,1 0 4 0,6-3 1 16,-11 4-12-16,6 0-1 0,5-4 0 15,-6 5 14-15,6-5-7 0,-2 9 3 0,2-9 0 16,1 10 5-16,-1-10 2 0,7 10 6 0,4-5 3 0,-1 2 4 16,0-3 1-16,8 1 8 0,0-3-10 0,0 1 16 15,5 0-9-15,-1 0-5 0,-2-1-8 16,2 2-15-16,-3-4-15 0,3 2-36 0,-3 0-5 0,-6 2-22 15,-2-2-18-15,2 4-98 0,-4 0-235 16,-4-1 104-16</inkml:trace>
  <inkml:trace contextRef="#ctx0" brushRef="#br0" timeOffset="99980.05">12089 5785 79 0,'0'0'194'0,"0"0"-11"0,0 0-3 0,0 0-6 16,-7-15-1-16,7 15-19 0,0 0-13 0,0 0-16 15,0 0-16-15,-4-7-11 0,4 7-12 16,0 0-12-16,0 0-11 0,0 0-15 0,0 0-5 16,0 0-12-16,0 0-4 0,0 0-7 0,0 0 5 0,0 0-5 15,-5 23 2-15,5-17-2 0,0-6-3 16,0 19-5-16,0-12 4 0,0 3-11 0,0-1 3 0,0-9 4 15,0 16-1-15,0-9-1 0,0 3-3 16,0-1 2-16,0-1-15 0,0-8-20 0,0 12-19 0,0-5-31 16,0-7-33-16,2 13-23 0,-2-5-29 0,0-8-113 15,-2 10-297-15,2-10 133 0</inkml:trace>
  <inkml:trace contextRef="#ctx0" brushRef="#br0" timeOffset="100155.57">12116 5552 59 0,'7'-6'93'0,"-7"6"-17"0,11-4-9 15,-3 3-27-15,2 0-28 0,3 1-20 0,-2 1-49 16,1 1-61-16,-1 2 27 0</inkml:trace>
  <inkml:trace contextRef="#ctx0" brushRef="#br0" timeOffset="100562.88">12493 5773 36 0,'5'6'159'0,"-5"-6"12"0,0 0 0 15,0 0 0-15,0 0-7 0,0 0-14 0,0 0-12 16,0 0-9-16,0 0-11 0,0 0-11 0,0 0-8 16,0 0-14-16,0 0-8 0,-16-20-5 0,16 20-12 0,-1-13-4 15,1 6-6-15,0-1-6 0,0 8-2 16,3-17-7-16,2 8-1 0,0-1-8 0,-1 1-3 16,0-1-4-16,1 1-1 0,3 1-1 0,-3 2-5 15,0 3-3-15,1-1 0 0,1 0 1 0,-1 2-4 16,-6 2-6-16,12-3 5 0,-12 3-2 0,11 0-3 15,-11 0 2-15,13 4 3 0,-1-2 0 0,-3 2-2 0,3-1 1 16,0 0 2-16,1 0-3 0,1 0 3 16,-3-2-3-16,2-1 2 0,-1-1 0 0,-1-2-1 15,-1 0 0-15,-3 3 12 0,1-3 10 0,-1 1 7 16,-7 2-5-16,10-6-4 0,-6 2-5 0,0-2 8 16,0 2-10-16,-4 4-3 0,1-11-6 0,-1 11-5 15,4-10 1-15,-4 10-7 0,0-8-20 0,0 8-19 16,0 0-20-16,2-7-32 0,-2 7-48 0,0 0-22 15,0 0-1-15,0 0-7 0,-20 10-117 0,9-3-313 16,2 2 139-16</inkml:trace>
  <inkml:trace contextRef="#ctx0" brushRef="#br0" timeOffset="100880.05">12563 5895 157 0,'0'0'192'0,"0"0"0"0,-3 5-7 0,3-5-10 16,0 0-15-16,0 0-14 0,0 0-13 0,0 0-8 16,0 0-11-16,0 0-7 0,0 0-14 0,0 0-7 15,0 0-9-15,-6-18-8 0,6 18-6 0,0 0-12 16,0 0-6-16,6-15-2 0,-3 8-5 0,1 3-5 16,3-3-1-16,-5 0 0 0,2 3-6 0,1-2-6 15,0 1-5-15,-5 5 3 0,8-9-7 0,-3 6 1 16,1 1-2-16,-6 2-3 0,10-5-2 0,-10 5-3 15,9-2 1-15,-9 2 0 0,8 0-5 0,-8 0 6 16,12 2-4-16,-5 0 2 0,4 1 0 0,-5 0-6 16,4 0-11-16,-1 1-17 0,2 0-16 0,0 0-20 15,2 0-21-15,2 1-29 0,-2-3-4 0,3 1-33 16,-1-1-14-16,3 0-109 0,-7-2-301 0,3-2 133 16</inkml:trace>
  <inkml:trace contextRef="#ctx0" brushRef="#br0" timeOffset="101280.03">12983 5625 47 0,'0'-8'150'16,"0"8"-4"-16,2-13-3 0,-2 13 2 0,-2-11-4 16,2 11-10-16,2-11-7 0,-2 11-17 0,0-6-14 15,0 6-6-15,0 0-16 0,0 0-5 0,0 0 0 16,0 0-1-16,0 0 2 0,18 16-7 0,-14-8 0 15,4 1-5-15,-2 5 4 0,-1 0-3 0,3 2-5 16,-4-4-6-16,4 2 0 0,-1 0-7 0,-1-1 3 16,0 0-6-16,1-3 1 0,-2 0-3 0,2 1-2 15,-1-2-2-15,-1-1-1 0,-1-2-5 0,0 0-2 16,2 0-1-16,-2-2-6 0,0 2 6 0,-1-2-2 16,-3-4 1-16,6 5 7 0,-6-5 15 0,4 4 17 15,-4-4-3-15,0 0-7 0,0 0-6 0,0 0-5 16,12-11-6-16,-9 3 0 0,1-3-6 0,0-4-5 15,3-2-6-15,0-2-1 0,-2-5-6 0,3 2-1 16,-1-4-6-16,-3 7-3 0,1-5-6 0,4 5-1 16,-4 0-2-16,1 1-2 0,1 0 3 0,-2 3-4 15,-1 5 1-15,1-1 5 0,-3 4-8 0,0 1-5 16,-2 6-27-16,2-10-32 0,-2 10-39 0,4-7-16 16,-4 7-13-16,0 0-8 0,0 0 1 0,0 0-19 15,7 21-123-15,-9-5-321 0,0 0 143 0</inkml:trace>
  <inkml:trace contextRef="#ctx0" brushRef="#br0" timeOffset="101579.82">13338 5789 109 0,'0'0'137'0,"4"6"-5"0,-4-6-13 15,0 0 0-15,0 0 5 0,0 9 5 0,0-9 1 16,0 0-15-16,0 11-13 0,0-11-8 0,0 9-8 15,2-2 11-15,-2-7-5 0,2 11-6 0,0-3-6 16,2-4-10-16,-4-4-4 0,4 12-2 0,-2-8-5 16,5 0 5-16,1 0 4 0,-1-1 5 0,5-2-11 15,-2-2-2-15,5 1 4 0,2-4 0 0,-1 0-5 16,2-3 2-16,0 0 0 0,-1 0 1 0,-3-2 6 16,1-1-6-16,-3-2-4 0,-1 0-6 0,1 0-5 15,-5-3-12-15,-1 3-3 0,-4-2-8 0,0-3-5 16,-2 2-4-16,-2-3-5 0,-4 1-15 0,-1 4-13 15,-5 1-18-15,-3 1-29 0,-7 8-23 0,-6 4-29 16,-5 7-18-16,-1 3-41 0,-16 10-27 0,-1 6-179 16,-5 2-412-16,4 1 182 0</inkml:trace>
  <inkml:trace contextRef="#ctx0" brushRef="#br0" timeOffset="102133.24">11913 6377 226 0,'-8'0'210'0,"8"0"-14"0,0 0-21 0,0 0-20 16,0 0-14-16,0 0-7 0,0 0 6 0,42-10 0 15,8 2-3-15,8-2-10 0,34-4-5 16,2-3-10-16,-2 0-10 0,-28 4-9 0,39-6-7 0,-6 0-3 16,-4 1-11-16,-32 10-7 0,0 1-4 15,0-1-9-15,-1 4-2 0,-3 0-8 0,-3-2-2 16,-5 3-5-16,-14 2-4 0,-1-3-3 0,-1 2-4 0,0-1 2 16,-5 2-5-16,-5-1-2 0,-3 1 0 15,-2 1-4-15,-4 0 1 0,-3 0-2 0,-1 0-2 0,-4 0 7 16,-6 0 7-16,13-1 3 0,-13 1 4 0,9 0-3 15,-9 0 0-15,0 0-5 0,9 1 3 0,-9-1-4 16,0 0 2-16,0 0-5 0,0 0-5 16,9 0-2-16,-9 0-3 0,0 0-14 0,0 0-14 15,0 0-20-15,0 0-30 0,0 0-28 0,0 0-30 0,0 0-34 16,0 0-25-16,0 0-37 0,-18 13-19 0,3-7-128 16,-4 2-398-16,-10-1 176 0</inkml:trace>
  <inkml:trace contextRef="#ctx0" brushRef="#br0" timeOffset="103252.77">11997 6488 115 0,'-14'0'187'0,"14"0"-4"0,-11 1-5 16,11-1-11-16,-14-1-11 0,6 1-10 0,8 0-12 0,-15 1 0 15,2-2 0-15,0 0-1 0,3 0-4 16,0-2-11-16,-1-1 8 0,-1 3-7 0,-1-6-9 0,-4 0-9 16,1-3-5-16,-1 0-12 0,0-2-11 15,-4-4-22-15,-3-1-11 0,-1-2-6 0,1 0-13 0,1-2-6 16,2-1-11-16,-4 0-2 0,6-1-7 0,0 0-10 15,-1 1-15-15,1-2 7 0,4 1-5 16,2-1-1-16,-3 2-7 0,3-2 0 0,-1-1 0 0,1-1-8 16,4 0 0-16,-4-2 0 0,6 0-8 0,1 0-5 15,0-3-9-15,1-3-2 0,2 0-3 16,1-13-3-16,-1 0 4 0,6 12-3 0,1-13-10 16,-1 2 1-16,1 11 4 0,0 1 0 0,0 0-1 15,-1 4 3-15,1 3 3 0,-1 0 14 0,1 3-4 0,0-2 4 16,-1 9-2-16,-1-1 10 0,2 3 1 15,0 1 4-15,1 1 1 0,-5 1 1 0,4 2 1 0,1-1 7 16,1 0 5-16,-3 1-1 0,-1 1 3 16,3 0 2-16,-1 1-4 0,1 1 6 0,5-2 5 15,1 2 0-15,4 0-1 0,3-2 11 0,7-1-4 16,7 0 3-16,3 1 3 0,1-4-2 0,14 2 3 0,1 3-7 16,2-2 8-16,-2 1 12 0,2 3-6 15,-1 2 8-15,4 1-2 0,-2 2 1 0,0 1 1 16,-2 1 2-16,3 2 2 0,4 1-1 0,-4 1 9 0,5 2 0 15,-1-1 7-15,1 1 4 0,5-2-1 16,-6 2 1-16,2 0-6 0,-1 1 9 0,-2-1 1 0,-7-2-6 16,4 1 3-16,1 4 7 0,-7 0-1 0,-8-5 16 15,8 2-5-15,5 2-7 0,-16-4-1 16,16 3 1-16,2-3 1 0,-2 0-4 0,-3 2-6 16,-1-1 3-16,-12-5-1 0,14 5 7 0,-16-5-11 15,4 1 2-15,-4 0-8 0,3-1 2 0,-1-1 4 0,0 1-7 16,0-1-2-16,1 0-1 0,-3-1 7 0,1-2-8 15,-1 3-3-15,2 0-1 0,-3 0 6 0,1 0-10 16,1 0 4-16,-7 0 1 0,3 0 4 16,-2 0-11-16,1 0 2 0,-2 0 0 0,-3 0-6 15,-7 2-2-15,2-1-2 0,-4 0 5 0,3 2-4 0,-4-1-3 16,-3-1 6-16,-3 1-9 0,0 1 3 0,-1-2-3 16,-2 2 0-16,-3 0 8 0,1-2-10 0,-6-1 1 15,12 6 3-15,-10-3-2 0,2 1 2 16,-4-4-2-16,4 9-1 0,-1-5 7 0,-3-4-9 0,2 13 4 15,-2-4-4-15,3 0 5 0,-2 1-2 0,-1 6 1 16,0-4 3-16,-1 4-1 0,1-1 1 0,-3 4-2 16,1 0 6-16,0 0-4 0,0 8-2 0,0-3 3 15,2 2-1-15,0-1 7 0,0 3 2 16,-1-1 0-16,1-1 2 0,0 0 3 0,-1 0-5 16,1 1 1-16,0-1 2 0,0-3 2 0,2 4 2 15,-2-2 1-15,0 1 4 0,2 0 0 0,-1-6-3 0,0 7-4 16,1-7-4-16,0 5 2 0,2 2 1 0,-1-8 2 15,-1 1-6-15,0-2 9 0,1 1-9 16,0-1-1-16,-2 0 3 0,1-2 2 0,-1 0-5 0,1 1-3 16,-2-6 2-16,2 3-2 0,0-2 2 0,-2-2-2 15,2 0 0-15,0 0-1 0,-2-1-4 0,0-2 4 16,0-7 2-16,1 11-3 0,-1-11 7 0,-1 9 0 16,1-9 1-16,-4 7-1 0,4-7 5 0,-8 6-1 15,-3-3 0-15,-1-1 0 0,-11-1 4 16,-6-1 6-16,-2 0 2 0,-7 3-4 0,-17-4-2 0,-1 2 8 15,-1 3-3-15,-5-4-1 0,-5 1 0 0,-26 1 1 16,26 1-1-16,-27 5-5 0,2-7-2 0,31 3-5 16,-6 5-3-16,6-4 0 0,-1 7-3 15,1-3-8-15,4 4-25 0,1-3-18 0,5 2-15 16,12 2-27-16,3-3-24 0,3 0-25 0,1 2-46 0,3-2-157 16,0-2-365-16,10 1 162 0</inkml:trace>
  <inkml:trace contextRef="#ctx0" brushRef="#br0" timeOffset="106747.7">13335 5937 70 0,'0'0'71'0,"0"0"-4"0,0 0-8 0,7-6 4 15,-7 6-2-15,0 0-6 0,0 0-9 0,0 0-2 16,0 0 1-16,0 0-8 0,0 0-2 0,0 0-3 16,0 0-7-16,0 0 11 0,0 0-12 0,0 0 2 15,0 0-3-15,0 0 1 0,0 0-9 0,0 0 5 16,0 0-1-16,0 0-1 0,0 0-1 0,0 0 1 16,0 0 6-16,0 0 2 0,0 0-7 0,-20 7 3 15,20-7-4-15,-9 3-4 0,9-3 8 0,-9 1-11 16,9-1-3-16,-11 1 1 0,11-1-3 0,-8 2-1 15,8-2 1-15,0 0 0 0,-10 0 2 0,10 0-7 16,0 0-10-16,0 0-9 0,0 0-11 0,0 0 2 16,0 0 2-16,0 0 11 0,0 0 0 0,0 0 13 15,24 3-4-15,-13-1 9 0,8-2 0 0,0 0 8 16,8-2-10-16,-6 2 8 0,0-1 1 0,10-1-3 16,-4-1 3-16,-8 2 6 0,0-2-11 0,-2 2-1 15,-3-2 6-15,-3 3-1 0,-2-2 1 0,-1 2 6 16,-8 0-11-16,13-1 1 0,-7-1 4 0,-6 2-4 15,8-1 0-15,-8 1 2 0,0 0-4 16,10 0 0-16,-10 0-1 0,0 0-1 0,0 0 3 0,0 0-3 16,9-1 2-16,-9 1-8 0,0 0 2 0,0 0-8 15,0 0-2-15,0 0-17 0,0 0-27 0,0 0-5 16,7 4-17-16,-7-4-20 0,2 3-52 0,-2-3-160 16,3 8 71-16</inkml:trace>
  <inkml:trace contextRef="#ctx0" brushRef="#br0" timeOffset="107233.4">13275 5997 127 0,'0'0'115'0,"0"0"-10"0,0 0-10 0,0 0-14 0,0 0-6 16,0 0-9-16,0 0-14 0,0 0-20 0,0 0-29 15,0 0-30-15,0 0-39 0,8 0-44 0,-8 0-119 16,0 0 52-16</inkml:trace>
  <inkml:trace contextRef="#ctx0" brushRef="#br0" timeOffset="110738.8">13578 5942 11 0,'0'0'50'15,"0"0"-11"-15,0 0-3 0,0 0-22 0,0 0-19 0,0 0-20 16,0 0-25-16,0 0 11 0</inkml:trace>
  <inkml:trace contextRef="#ctx0" brushRef="#br0" timeOffset="111869.85">13438 5999 22 0,'0'0'31'0,"0"0"-11"0,0 0-6 0,0 0-9 16,0 0-4-16,0 0-17 0,0 0-17 0,0 0 8 16</inkml:trace>
  <inkml:trace contextRef="#ctx0" brushRef="#br0" timeOffset="118902.37">25484 6706 9 0,'0'0'67'0,"0"0"-11"0,0 0-5 0,0 0-4 16,0 0-7-16,0 0-6 0,0 0-15 0,0 0-10 15,0 0-11-15,0 0-19 0,0 0-31 0,0 0-56 16,0 0 25-16</inkml:trace>
  <inkml:trace contextRef="#ctx0" brushRef="#br0" timeOffset="133015.51">25437 7467 70 0,'0'0'94'0,"0"0"0"0,0 0-5 15,0 0-6-15,0 0-4 0,0 0-8 0,0 0-4 0,0 0-2 16,0 0-1-16,-2-7-9 0,2 7 0 0,0 0-1 16,0 0 5-16,0 0 2 0,-6-6-11 0,6 6-4 15,0 0-6-15,0 0 5 0,0 0-8 16,0 0-2-16,-3-5-5 0,3 5 0 0,0 0 0 0,0 0-2 16,0 0 2-16,0 0 1 0,-10-2-6 0,10 2-5 15,0 0-1-15,0 0-4 0,-6-5 1 0,6 5-1 16,0 0 0-16,0 0-2 0,0 0 7 15,0 0-1-15,0 0-2 0,-5-5 8 0,5 5-5 16,0 0-5-16,0 0 0 0,0 0-3 0,0 0 2 0,-6-5-3 16,6 5-3-16,0 0 3 0,0 0 0 0,0 0 0 15,0 0-5-15,0 0 4 0,-5-4-11 0,5 4 11 16,0 0 4-16,0 0-3 0,0 0-1 0,0 0 1 16,0 0 3-16,0 0-1 0,0 0 1 0,0 0-3 15,0 0 0-15,0 0-5 0,0 0 0 0,0 0 0 16,0 0 2-16,0 0-6 0,0 0 1 0,0 0 2 15,0 0-1-15,0 0-2 0,0 0-1 0,0 0-5 16,0 0 5-16,0 0-7 0,0 0 5 0,0 0 1 16,0 0-4-16,0 0-13 0,0 0 2 0,20 11-5 15,-20-11 8-15,7 6-5 0,1-3 7 0,-3-1-4 16,3 5 2-16,-2-3 0 0,3 2 1 0,2-3-7 16,0 4 9-16,-1-1-1 0,3-1 4 0,3 2-6 15,-5-3 9-15,2 1-15 0,3 1 9 0,-3 2 1 16,-1-4 3-16,4 3-8 0,-3-1-1 0,1 0 1 15,2 0 0-15,-4-2-6 0,2 2 1 0,-3-2-4 16,2 2-12-16,4 1-16 0,0 1 7 0,-1-2-13 16,2 1 0-16,-2-1-4 0,-3-1-4 0,4 2-6 15,-3-2 9-15,0 1-4 0,-1-2 1 0,0-1 3 16,-3 1-1-16,3 1-2 0,-1-1-9 0,-1-1 0 16,1 0-43-16,-3 0-126 0,-1 0 55 0</inkml:trace>
  <inkml:trace contextRef="#ctx0" brushRef="#br0" timeOffset="134458.93">25816 7018 24 0,'-7'-3'64'0,"7"3"-14"0,0 0-26 16,0 0-6-16,0 0-16 0,0 0-20 16,0 0-10-16,0 0-29 0,0 0 12 0</inkml:trace>
  <inkml:trace contextRef="#ctx0" brushRef="#br0" timeOffset="138270.57">24298 7238 42 0,'0'0'67'0,"0"0"-8"0,-8-6-3 16,8 6 2-16,-5-7-15 0,5 7-2 0,-10-3-5 15,6-1 1-15,4 4-6 0,-12-5-3 0,5 1-6 16,-1 1 0-16,-2 2 0 0,-3-1-1 0,3-1-7 15,-4 2 2-15,0 1 0 0,-5-3 4 0,-2 3-5 16,-6 3 1-16,-2-2 0 0,0 2 1 0,-1 0-5 16,1 3-5-16,-3 0 1 0,3 1-1 0,-5 3 4 15,0-2-3-15,-1 3 3 0,2-4-2 0,2 5-1 16,-1-3 3-16,3 4 1 0,1-2-3 0,0 0-1 16,7-3 1-16,3 2-2 0,-2 0 1 0,5-1-6 15,-2 4 0-15,2-4 4 0,-1 5 1 0,4-1-7 16,-1 1-2-16,0 2 5 0,4-1 6 0,-2 4-4 15,0 2-1-15,-1 1-2 0,4 3 6 0,2 1-6 16,-2-2-2-16,4 4 1 0,-1-1 0 0,0 0 0 16,4 1-3-16,2-4 8 0,1 3-4 0,1 1 2 15,3-3 10-15,1 1-15 0,2 3 7 0,2-3-5 16,1 0-2-16,1-1 0 0,0-1 3 0,4-1 0 16,0-2 3-16,1 0 7 0,3-4 4 0,0 0-7 15,-1-3 3-15,6 0-1 0,1-1-6 0,1-3 5 16,4 0 2-16,-3-3-5 0,4-1 7 0,1-1 1 15,-2 0-11-15,2-2 1 0,2 1 7 0,-2-3-14 16,2-2 10-16,1-1-7 0,-2 0 11 0,2-1-3 16,1-2-6-16,-2-3-2 0,1 2-1 0,0 1-3 15,-4-3 7-15,2 1 2 0,-2-2-3 0,1 0 2 16,-2-2 6-16,4 1-14 0,-5-3 0 0,-3 1 2 16,0-1 6-16,1-1-5 0,-3-2-2 0,1 1 7 15,-3-2-4-15,-1-1 2 0,-2 0-8 0,-1-1 5 16,-1-3-2-16,-5-3 1 0,2 0 12 0,-5 0 2 15,-2 0-7-15,0-5 11 0,-4 2-1 0,-4-2-2 16,-1-1 0-16,-1-2 2 0,-4 1 5 0,-3-2-7 0,0 2 3 16,-9-12 3-16,1 10-4 0,0 3-6 15,-10-8-4-15,3 8 2 0,-9-4-10 0,-1 2-11 16,2 11-9-16,-1 1-10 0,-19-1-12 0,-1 7-9 16,-2 8-12-16,-8 4-6 0,-29 12-25 0,3 8-66 15,-3 3-175-15,-1-1 78 0</inkml:trace>
  <inkml:trace contextRef="#ctx0" brushRef="#br0" timeOffset="177130.06">12056 11879 197 0,'0'0'202'0,"-1"-7"-14"0,1 7-13 0,-5-9-4 16,5 9 6-16,-7-9 1 0,4 5 12 0,0 0-4 15,3 4-3-15,-12-9-13 0,6 5-22 0,1 1-9 0,5 3-10 16,-12-7-6-16,7 5-10 0,-2-2-4 0,0 2-14 16,-2 0-9-16,9 2-10 0,-14-2-8 0,5 2 0 15,-1 0-11-15,0 0-13 0,0 2-5 16,-3 3-5-16,0-1-5 0,-2 3-2 0,1 1-5 15,-3 4 5-15,2 2-13 0,-2 7 2 0,3-7-4 16,3 3 0-16,0-2-4 0,1 1 2 0,4 1-2 0,2-2-1 16,0 1 0-16,5-5-2 0,2 1 1 0,1 1-1 15,1-3-1-15,1 0 1 0,6 2-13 16,1-1-7-16,1-1 2 0,-3-3-14 0,4 1-1 0,2 1-7 16,-5-5-2-16,0-2 1 0,1 2 1 0,-1-2 4 15,-1 0 1-15,0-1 6 0,-3-1 1 0,2 2 4 16,-10-2 4-16,11 2 0 0,-11-2 3 0,10 0 3 15,-10 0 2-15,0 0 13 0,0 0-1 0,0 0 4 16,8-2-5-16,-8 2-1 0,0 0 2 0,0 0-4 16,0 0-2-16,0 0 3 0,0 0-1 0,0 0 0 15,-37 6-3-15,21 3 1 0,1-2-2 0,-4 1-1 16,0 3 1-16,4 2 2 0,-7 4 5 0,2-1 9 16,2 3 2-16,4-4-4 0,2 1-2 0,0-1 2 15,2-1-8-15,1 0 5 0,3-4-3 0,0 2 1 16,5-1-3-16,-1 1 0 0,0-3 0 0,4 1 1 15,0-2-1-15,5 2 1 0,0-3 2 0,6 0-4 16,2 0 2-16,3-2 1 0,0-2-12 0,3 0-3 16,0 0-10-16,0-6-12 0,8 0-20 0,-2 0-22 15,2-2-24-15,1-2-26 0,-5-2-22 0,2 0-26 16,0-2-9-16,-9 4-14 0,2-4-15 0,-3 3-120 16,-3-2-356-16,-5 2 159 0</inkml:trace>
  <inkml:trace contextRef="#ctx0" brushRef="#br0" timeOffset="177919.66">12257 12148 69 0,'0'0'90'0,"0"0"-4"0,2-5 4 0,-2 5 11 15,0 0 4-15,0 0 21 0,9 11 10 0,-5-6-3 16,-1 4-10-16,-1 1-5 0,1 1-2 0,-1 0-4 16,0 0-10-16,-1 0-3 0,-1 2-5 0,3-3-7 15,-3 0-10-15,0-3-2 0,1-1-3 0,-1-6 0 16,2 10 11-16,-2-10 6 0,0 9 9 0,0-9 10 15,0 8 6-15,0-8 10 0,0 0 5 0,0 8-2 16,0-8 6-16,0 0-6 0,0 0 0 0,0 0-13 16,0 0-20-16,0 0-12 0,0 0-12 0,0 0-4 15,-9-22-17-15,5 12-8 0,3 1-12 0,0-4-8 16,1-3-9-16,2 0-5 0,2-1-5 0,-2-1 1 16,2 1-9-16,1 0-2 0,0 0-2 0,2 0-1 15,1 1 4-15,1 3-3 0,-3 1 1 0,5 4-6 16,-1 1 1-16,-5 2 4 0,1 2 0 0,4 2-2 15,0-1 1-15,0 5 1 0,1 1 4 0,-2 4-5 16,6 1 7-16,-3 3 0 0,1 1 0 0,-1 3-2 0,-1-1-2 16,-3 1 2-16,2 0 2 0,-3-6 1 15,1 5-2-15,-3-3 2 0,-1 3 0 0,-2-6 2 16,4 1 1-16,-4-1-1 0,2-3 3 0,-4 0 3 16,0-6-3-16,2 10 1 0,-2-10 1 0,2 4 2 15,-2-4-1-15,5 7-2 0,-5-7 2 0,0 0 1 16,0 6-2-16,0-6-2 0,0 0-9 0,0 0-11 15,0 0-3-15,0 0-1 0,8-27-6 0,-5 16 0 16,2 1-2-16,-1-2-2 0,3-5-1 0,1 2 0 16,-3-2-6-16,5 3 3 0,1 2 3 0,-5 1 0 15,1 2 6-15,-2 0 1 0,-1 3-1 0,0 2 2 16,1 0 2-16,-5 4 3 0,6-5 1 0,-6 5 3 16,12 1 0-16,-12-1 1 0,9 8 3 0,-5-2 0 15,3 2 1-15,-3 1 9 0,2 0 5 0,-2 1-5 16,0-1 0-16,1 1 4 0,-1 0-1 0,3 0-1 15,0-1-1-15,0 0 6 0,3-1-7 0,0 0 5 16,-1-1 0-16,0-3 0 0,1 2-1 0,4-3 0 16,-1-3 1-16,2 1 2 0,4-2 0 0,1-2-1 15,-1-3-2-15,-8 3 3 0,7-3-2 0,-3-1 1 16,-3 1-4-16,-1-1 3 0,0-2-1 0,-1-1 0 16,-1-3 0-16,1 2-2 0,-5-4 1 0,-1 3 0 15,1-1 3-15,-5 2-2 0,0-2 1 0,0 0-1 16,-2 1 3-16,-1 2 12 0,-1 0 6 0,2 0-2 15,-1 1 9-15,-1 2 13 0,4 7-4 0,-2-9-1 0,-1 4-7 16,3 5-3-16,0 0 0 0,0 0-10 16,0 0 3-16,0 0-1 0,-14 18-3 0,10-9 0 0,4 2 4 15,-2 4-7-15,2-2-6 0,0 5 2 16,0-1-1-16,0-1-2 0,2 1-16 0,2-1-19 16,0 0-23-16,0-2-29 0,0-2-30 0,1 0-39 0,1-2-30 15,-1 0-43-15,4-2-36 0,-6 1-171 16,3-5-465-16,-2-2 206 0</inkml:trace>
  <inkml:trace contextRef="#ctx0" brushRef="#br0" timeOffset="178082.49">12843 11793 68 0,'-4'-4'168'0,"0"1"-20"0,4 3-14 15,0 0-13-15,-7-3-19 0,7 3-27 0,0 0-34 0,0 0-25 16,0 0-21-16,15 18-24 0,-4-12-29 0,3-2-73 16,-1 0-141-16,6-1 63 0</inkml:trace>
  <inkml:trace contextRef="#ctx0" brushRef="#br0" timeOffset="178316.37">13086 11764 159 0,'4'-5'191'0,"-3"-1"4"0,-1 6-6 16,4-12-3-16,-4 6-3 0,0 6 3 0,2-12-3 15,-2 12 1-15,2-9-5 0,-2 9-6 0,0-5-19 16,0 5-12-16,0 0-19 0,0 0-21 0,0 0 6 0,0 0 10 16,0 0 4-16,19 28 4 0,-7-1 2 0,-2 4 6 15,-5 0-26-15,1 5 2 0,1-4-3 16,-3 1-20-16,3 1-8 0,-4-1-4 0,1-3-6 0,0 0-11 16,-1 3-2-16,1-6-9 0,-2-1-3 0,0-8-22 15,0 1-36-15,1-1-34 0,2-2-36 0,-1-5-33 16,-1 2-37-16,-1-2-37 0,0-3-48 0,0-1-25 15,2-2-30-15,-4-5-160 0,0 9-491 0,0-9 216 16</inkml:trace>
  <inkml:trace contextRef="#ctx0" brushRef="#br0" timeOffset="178479.35">13030 11988 52 0,'0'0'199'0,"-4"-8"-11"16,4 8-25-16,-1-7-9 0,1 7-19 0,5-9-10 15,1 4-16-15,2 2-10 0,1-3-11 0,3 1-15 16,3-1-19-16,2 2-17 0,3-3-30 0,-1 0-25 16,0 1-26-16,2-1-16 0,8-3-19 0,-11 3-14 15,2 0-14-15,-1-2-74 0,-2-1-195 0,-3 0 87 16</inkml:trace>
  <inkml:trace contextRef="#ctx0" brushRef="#br0" timeOffset="178683.3">13348 11793 265 0,'8'-15'18'0,"-4"1"8"0,1-3 21 15,-3 0 3-15,0-2 14 0,0 2 25 0,-4-1 22 16,2 3 4-16,2 4 17 0,-2 1 10 0,2 2 11 15,-2 8 3-15,-2-12-1 0,2 12-11 0,2-7-9 16,-2 7-14-16,0 0-14 0,0 0-3 0,0 0 9 16,0 0 18-16,0 0 9 0,4 34 0 0,-4-6-8 15,0 4 7-15,0 2-8 0,1 1-15 0,-1 10-9 16,-1-12-16-16,1 0-7 0,1-1-9 16,-1-2-4-16,0-1-1 0,0 2-14 0,2-7-7 0,-2-3-37 15,0-2-33-15,3-2-42 0,-3 3-35 16,0-4-38-16,2 1-46 0,-2-4-47 0,2-2-49 0,-4 3-186 15,0-4-503-15,2-10 222 0</inkml:trace>
  <inkml:trace contextRef="#ctx0" brushRef="#br0" timeOffset="178808.21">13283 11925 28 0,'0'0'62'0,"0"0"-37"0,0 0-45 0,19 14-21 0,-15-6 10 16</inkml:trace>
  <inkml:trace contextRef="#ctx0" brushRef="#br0" timeOffset="179298.09">13526 12209 77 0,'12'-5'196'0,"-4"1"1"0,-1 2 4 0,2-5-7 16,1 1-9-16,-2 0-10 0,1-2-15 0,3-1-14 15,-2-4-8-15,1 0-10 0,-1 0-11 0,-1-2-6 16,-3 0-3-16,1-1-9 0,3-2-8 0,-2-6-9 16,-1 5-10-16,-1-6-2 0,-1 7-12 0,0-9-7 15,-3 3-2-15,0 5-4 0,-2 0 5 0,-2 0 3 16,-2 4 2-16,-1 0 6 0,0 4 11 0,1 1-16 16,-1 3 3-16,-1 0-6 0,-1 4-2 0,0 2 11 15,7 1 3-15,-22 9-12 0,8 0-2 0,1 6-3 16,1 2-3-16,-3 6-2 0,1 4-7 0,3-1-2 15,7-1-6-15,-3 3-1 0,5-4 5 0,2 1-12 16,0-6-4-16,4-2-3 0,5 0 0 0,-2-1 3 16,2-2 2-16,4 0-6 0,0-2-2 0,3-2 5 15,0-2-5-15,2-1 0 0,1-3-2 0,-2-1 0 16,4-5-3-16,-4 1 6 0,1 1-3 0,1-3-1 16,-4 0-2-16,1-3-4 0,-1 0 3 0,-1-5 3 15,-5 4 5-15,0-1-10 0,1-2-1 0,-4 0-2 16,2-6-3-16,-3 0-4 0,-1 0 3 0,1-1-7 15,-2 1-2-15,1-3-2 0,1 2-4 0,-3-1 3 16,2 6 0-16,-2 0 1 0,0 0 1 0,1 4 3 16,-3 0 3-16,2 0-6 0,-2 8-3 0,2-7 5 15,-2 7 1-15,0 0 1 0,0 0 3 0,0 0 7 16,20 12 9-16,-15-2-1 0,-1 0 1 0,3 6-2 16,-2 1 1-16,0-2 2 0,-1 3 11 0,2-1-17 15,-1 2-5-15,2-2-24 0,-3 1-36 0,1 0-34 16,-1-1-51-16,-2 1-65 0,5-1-75 0,-7-6-215 15,7 3-543-15,0-6 241 0</inkml:trace>
  <inkml:trace contextRef="#ctx0" brushRef="#br0" timeOffset="179854.66">14547 11604 152 0,'-1'-7'248'0,"-3"-3"-21"0,-1 5-8 15,3-2-7-15,2 7-6 0,-6-10-15 0,1 7-20 16,5 3-9-16,0 0-15 0,0 0 0 16,-18 13-10-16,9 1 0 0,4 11-7 0,-5 5-14 0,2 17 1 15,3-1-6-15,-1 3-11 0,1 1-9 0,5-4-8 16,3 2 2-16,-1-14-14 0,1 13-4 16,1-15-6-16,2 4-1 0,1-3-6 0,-3-2-6 15,1-3-3-15,0 2-5 0,-1-3-11 0,2-1 5 0,-3-7 1 16,1 0-13-16,-1-2 3 0,2-2 10 0,-1 1-15 15,-4-4-10-15,4-2-22 0,-1-1-21 0,-1 1-2 16,0-4-26-16,-2-6-23 0,0 9-22 16,0-9-15-16,2 8-26 0,-2-8-55 0,0 0-43 0,0 0-222 15,0 0-505-15,0 0 224 0</inkml:trace>
  <inkml:trace contextRef="#ctx0" brushRef="#br0" timeOffset="180269.33">14413 12055 186 0,'5'-9'172'0,"1"-1"-17"16,4 2-17-16,-1-1-10 0,4-2-13 0,5 1-7 16,1 2-12-16,-2-2-6 0,2 3-5 0,0-1-10 15,-1 1-6-15,2 3-7 0,-4-1-4 0,0 0-7 16,-3 2-5-16,2 1-5 0,-3-2-5 0,-5 2 5 16,1 1-16-16,0-1 2 0,-8 2 5 0,11-3 9 15,-11 3 10-15,8 0 5 0,-8 0 7 0,0 0-1 16,0 0 2-16,10 3 10 0,-10-3 4 0,2 9-4 15,-2-9-4-15,0 0-5 0,-7 18-6 0,5-11-5 16,0 1-6-16,1-2-3 0,2 4-3 0,1-1-6 16,0 1-3-16,3-1-2 0,-1-1-2 0,3 0-4 15,-1-1-3-15,1-1 0 0,5-1 0 0,-3-1-3 16,5 0 1-16,-1-2-1 0,0-2 2 0,1 0-2 16,-1-2-3-16,1-1-1 0,-1 0-3 0,-1 0-1 15,1-3 0-15,-4-1 2 0,0 1 0 0,-2-1-3 16,-1 0 4-16,-3-1-7 0,-3-3 3 0,0 1-1 15,-2-1-1-15,-3 0-2 0,0 1-1 0,-7-5-2 16,2 2-1-16,-3 1 2 0,1 1 0 0,1 3-4 0,3 1-2 16,-2 0-2-16,3 0-4 0,1 4-17 15,-1 0-17-15,-2 1-21 0,9 2-17 0,-16 5-19 16,6 1-18-16,2 1-33 0,2 2-27 0,1 0-37 16,0 3-168-16,-2-1-415 0,5-2 184 0</inkml:trace>
  <inkml:trace contextRef="#ctx0" brushRef="#br0" timeOffset="180513.48">14995 11694 59 0,'0'-16'252'0,"-2"6"1"0,2 0 8 16,0 2 6-16,0 8-11 0,2-11-10 0,-2 11-22 15,2-9-19-15,-2 9-24 0,1-7-21 0,-1 7-10 16,0 0 2-16,0 0 4 0,4 21 6 0,0-3-3 15,-1 10-5-15,1 1-4 0,1 5-2 0,2 1-25 16,-5 0-15-16,0 1-11 0,0-3-11 0,3 0-9 16,-3-1-7-16,0-2-4 0,0-3-3 0,1-1-11 15,3-2-8-15,-4-5-16 0,-1 1-45 0,3-4-36 16,-2 1-38-16,0-2-39 0,-1-3-45 0,-1 0-42 16,1-5-53-16,1 1-34 0,-2-8-222 0,-3 10-569 0,3-10 252 15</inkml:trace>
  <inkml:trace contextRef="#ctx0" brushRef="#br0" timeOffset="180735.12">15142 11691 76 0,'1'-10'273'0,"1"4"-11"0,-2 6-17 0,1-14-15 16,-1 14-18-16,0-7-25 0,0 7-9 0,0 0 16 15,0 0 5-15,0 0 8 0,9 33-3 0,-8-15-11 16,2 10-2-16,1 1-32 0,0 0-8 0,-2 3-12 0,1-1-18 15,-2-1-12-15,1 0-13 0,0 0-9 16,0-2-12-16,2-2-8 0,-1-7-26 0,-3 5-35 16,4 0-40-16,-2-6-35 0,-1-1-42 0,-1-5-50 15,2 5-55-15,-1-5-40 0,3 0-48 0,-4-2-155 16,0-10-496-16,7 14 219 0</inkml:trace>
  <inkml:trace contextRef="#ctx0" brushRef="#br0" timeOffset="181035.11">15357 11972 224 0,'0'0'237'0,"0"0"-8"16,0 0-9-16,0 0 4 0,0 0-20 0,0 0-11 15,0 0-17-15,-4 26-16 0,4-26-16 16,1 16-9-16,2-6-12 0,1-1-9 0,0-1-12 16,1 1-2-16,0 0-2 0,1-2 3 0,3-1-7 15,-2-2-5-15,2 1-4 0,-2-3 4 0,0 0-4 0,3-2-6 16,-2 0-1-16,-8 0-2 0,16-4 1 15,-8-1-7-15,-2 1 0 0,1-3-7 0,-1-1-3 16,-2 0-5-16,0-2 7 0,-1 1-10 0,-1-3-9 16,-5 2-5-16,1-1 4 0,-4 1-15 0,0-4-11 0,-4 0 0 15,1 4-19-15,1 2-5 0,-2 0-15 0,1 1-13 16,0 2-27-16,-4 3-22 0,2-2-27 16,-1 6-23-16,0-1-36 0,-1 3-41 0,3 1-27 15,-1 0-40-15,2 2-185 0,3-2-503 0,1 1 222 16</inkml:trace>
  <inkml:trace contextRef="#ctx0" brushRef="#br0" timeOffset="181529.94">15586 11878 98 0,'2'-3'301'0,"-2"3"-18"0,7-6-12 16,-7 6-14-16,6-4-12 0,-6 4-25 0,0 0-8 0,0 0-13 15,0 0-3-15,8 10-4 0,-8-10-11 0,1 16-7 16,0-6-19-16,-1 2-13 0,2 0-13 0,0 0-16 15,1 1-7-15,1-1-16 0,-1 1-15 0,4-2-1 16,-1 0-4-16,-1-1-11 0,2-1 7 0,-1-2-8 16,3 0-4-16,-3 0-3 0,1-3 8 0,3 1-15 15,-2-2-3-15,-1-2-8 0,0-1-3 0,3 0 2 16,-10 0-3-16,17-3-1 0,-7-1 4 0,-1-2-15 16,-2-1 10-16,1 0-2 0,0-3-8 0,-2 0 3 15,-1-1-10-15,2-5-4 0,-4 4-9 0,1 1 3 16,0-2-8-16,-4 3-5 0,4-1 13 0,0 3-11 15,-3 1 1-15,-1 7 3 0,3-12 1 16,-3 12-4-16,0-7-2 0,0 7 3 0,0 0 0 16,0 0 2-16,0 0 3 0,0 0 9 0,0 0-4 0,0 0 1 15,3 30 4-15,-1-19 10 0,-2 0-18 0,4-2 22 16,-1 0-29-16,1 0 1 0,0-1 1 0,2-2 8 16,-1-2-9-16,1 2 5 0,0-3 3 0,2 0 0 15,-1 0 3-15,1-3-2 0,2 0 20 0,-10 0-9 16,17-3-2-16,-8 0 3 0,-3-1 4 0,2-2 4 15,-2 0 3-15,-1 2 4 0,2-5 3 0,-2 0-7 16,-1-1-2-16,0-1-1 0,1-1-2 16,-4 0-3-16,1-5-6 0,-3 1 0 0,1 1-1 15,-4-2-17-15,1 3-23 0,1 3-2 0,1 0-14 0,-1 0-25 16,-1 2-20-16,0 3-28 0,1-2-32 0,2 8-39 16,-3-8-51-16,3 8-40 0,0 0-3 0,0 0-6 15,0 0-191-15,-9 16-523 0,8-7 232 0</inkml:trace>
  <inkml:trace contextRef="#ctx0" brushRef="#br0" timeOffset="182163.24">16037 11968 47 0,'0'0'196'0,"5"4"-8"15,-5-4 0-15,6 1-4 0,-6-1-1 0,0 0-4 16,0 0-4-16,16-8-3 0,-11 5-13 0,-3-3-9 16,5-1-2-16,-2-1-8 0,-1 3 0 0,2-4-7 15,-2 0-11-15,1-2-8 0,0-2-12 0,-1 1-9 16,0-5-9-16,0 2-6 0,1-2-7 0,-1 1-10 15,-2 3-1-15,1-3-1 0,-3 4-11 0,0 0 3 16,-3 0 1-16,2 3 9 0,0-1 10 0,1 10 3 16,-3-11 6-16,3 11-9 0,-4-8-7 0,4 8 4 15,-4-3-9-15,4 3-1 0,0 0-6 0,-16 12 7 16,8-2-2-16,-3 4-4 0,-4 7 2 0,2 0 2 16,4-3-3-16,0 1-2 0,1-2-12 0,2 0-3 15,2 0-9-15,-1 0-1 0,2 0 2 0,4-6-9 16,2 3 4-16,1-3-7 0,1 1 1 0,4 0 5 15,-4-3 7-15,8 2-4 0,1-2 7 0,1-1-8 16,3-2-12-16,10-3 18 0,-1-1-5 0,-5-3-1 16,6-3-3-16,2 1-2 0,0-1-1 0,-1-3-5 15,-2-2 2-15,1 0-1 0,1 0-4 0,-3 0 5 16,-3-4-9-16,-2 3-2 0,-4 1-7 0,0-3-1 16,-2 0-4-16,-2-2-4 0,-2 1-1 0,1-1 10 15,-4-2-14-15,-2 2-2 0,-2-1-6 0,-1 3 2 16,-3-5-5-16,-3 3 2 0,-1 0-1 0,0-1 12 0,-1 2-7 15,-5 2 4-15,0 1 5 0,-2-1 5 16,-2 1 0-16,4 6 5 0,0-4 5 0,1 3-3 16,1 3-15-16,4-1 15 0,4 3 3 0,-10-5-7 15,5 1 5-15,5 4-6 0,-8-2-4 0,8 2-14 0,0 0-8 16,0 0 3-16,0 0 8 0,0 0-1 16,0 0-8-16,0 0 12 0,0 0-7 0,31 6 2 15,-18-5 5-15,0-1-3 0,2 2 11 0,-5-1-6 16,2 0 6-16,0-1 1 0,0 2-2 0,-1-2-5 15,0 3 4-15,-2-1 2 0,0 3-6 0,1-2 11 0,-4 3 6 16,2-1-1-16,-2 3 3 0,2-1 7 0,-2 3 9 16,-1 1 3-16,-1 1 2 0,-1 0 1 15,2 4 3-15,-1-1 4 0,-3 2-10 0,0 0 5 16,-1-1-8-16,2 0-10 0,-2 0 8 0,-2-1-5 0,2-2-19 16,0 0-19-16,2-1 1 0,-2 0-51 0,1 0-35 15,-1-3-38-15,0 2-52 0,0-2-70 0,1-1-68 16,-1-8-241-16,0 11-626 0,0-11 276 0</inkml:trace>
  <inkml:trace contextRef="#ctx0" brushRef="#br0" timeOffset="182346.26">16883 11642 229 0,'-3'-7'251'0,"3"7"-17"15,0 0-28-15,-1-8-21 0,1 8-23 0,0 0-19 16,0 0-18-16,0 0-37 0,0 0-36 0,0 0-41 16,0 0-50-16,3 24-43 0,-3-14-49 0,0 1-108 15,0-2-260-15,1-2 116 0</inkml:trace>
  <inkml:trace contextRef="#ctx0" brushRef="#br0" timeOffset="182490.04">16918 11917 211 0,'-3'9'224'0,"3"-9"-10"0,-3 7-13 16,3-7-14-16,0 0-19 0,-1 10-18 0,1-10-13 16,0 0-13-16,3 7-12 0,-3-7-16 0,0 0-30 15,0 0-42-15,2 7-44 0,-2-7-56 0,0 0-70 16,0 0-133-16,0 0-302 0,22-18 134 0</inkml:trace>
  <inkml:trace contextRef="#ctx0" brushRef="#br0" timeOffset="182648.21">17187 11728 2549 0,'5'-4'137'0,"-1"1"-87"0,-4 3-21 0,8-3-16 16,-8 3 0-16,0 0 23 0,6-4 12 0,-6 4 3 15,0 0-10-15,0 0-1 0,9-1-9 0,-9 1-3 16,0 0-7-16,0 0-22 0,0 0-23 0,0 0-26 16,0 0-33-16,0 0-36 0,0 0-42 0,0 0-42 15,0 0-205-15,0 0-442 0,0 0 196 0</inkml:trace>
  <inkml:trace contextRef="#ctx0" brushRef="#br0" timeOffset="183864.62">11743 12640 88 0,'-11'-4'117'0,"5"3"-12"0,6 1-2 0,-11-2-4 16,11 2-26-16,-10-2 23 0,10 2-15 0,-9-1 1 15,9 1-4-15,0 0-1 0,-12-2-8 0,12 2-7 16,0 0 2-16,0 0-4 0,0 0-2 0,-9-1-2 15,9 1 1-15,0 0-4 0,0 0 0 0,0 0-8 16,0 0-3-16,0 0 0 0,0 0 0 0,0 0-2 16,0 0 11-16,0 0-15 0,0 0 1 0,0 0-2 15,0 0 3-15,0 0 0 0,36 3 3 0,-18-3-2 16,0 1 0-16,2-1-3 0,3 0 4 0,5 0 1 16,4 0 1-16,0-1-5 0,4 1 6 0,0-3 4 15,15 0-3-15,0 0-4 0,4 0-2 0,1-2-2 16,1 3-2-16,-1-4-3 0,1 0-1 0,5 2-5 15,1 3 1-15,-2-2-4 0,-1-1 4 0,1 4 2 16,-2-2 0-16,2 0-3 0,-2 1 1 0,1 1-1 16,3-1 0-16,0-1 1 0,0 1-1 0,-2-1 0 15,2-1-2-15,-3-1-1 0,3 1-2 0,-2 0 0 16,5 1 3-16,-4-3-5 0,2-1 3 0,1-1-1 16,0 0-6-16,-1 1 0 0,1-1 0 0,-4 1-1 15,0 0-1-15,0-1 7 0,-3 1-4 0,1-1-2 16,-1 2-2-16,1-2 1 0,-6 1 2 0,3 0 6 15,0 2-5-15,1 0-2 0,-3-1-1 0,-1 1-1 16,4 0 2-16,-4 4 1 0,2-3-2 0,-2 3 0 16,-2 0 4-16,1-2 4 0,-1 0 0 0,-10-1-2 15,10 0-3-15,2 0 3 0,3 2-5 0,0-2 4 16,-1 3-3-16,-2-2-1 0,1 1 1 0,0 1 0 16,2-1 2-16,-4 0-1 0,2 1-5 0,1 0 4 15,-2-3 1-15,-15 4-4 0,12 1 3 0,6-2-2 16,-15 0 4-16,8-3 5 0,-10 2-2 0,12-1-3 15,-15 2 3-15,0-1-3 0,2 0 6 0,-5 0 3 16,-1 1 2-16,4-2-2 0,0 0-1 0,-1 1-3 16,-3 1 3-16,0 0-8 0,-2-2 4 0,1 2-8 15,0-1 1-15,-3 0 3 0,0 1 2 0,0 0-2 16,-7 1 0-16,10-2 3 0,-3-1-4 0,-1 2-2 16,1 2-6-16,-6-4 8 0,1 2 2 0,5-1-2 15,-7 1-6-15,0 1 4 0,1-2-6 0,1-1 2 16,-5 2 11-16,0 0-10 0,-1 0-5 0,-4 0 2 15,0 0 0-15,-13 0-3 0,22 0-1 0,-13 0-4 16,-9 0 6-16,14 0-13 0,-14 0-12 0,0 0-22 16,0 0-23-16,13-2-24 0,-13 2-42 0,0 0-57 15,0 0-79-15,0 0-76 0,-52 9-183 0,17-4-569 0,-2 0 251 16</inkml:trace>
  <inkml:trace contextRef="#ctx0" brushRef="#br0" timeOffset="193181.59">12086 13422 41 0,'-5'-11'217'0,"1"-2"-27"16,0 4-3-16,0-1-9 0,0 0-3 0,1 6-3 15,1-4-6-15,-4 0-2 0,6 8-12 0,-4-9-12 16,4 9-13-16,-2-8-18 0,2 8-10 0,0 0-15 15,-2-7-9-15,2 7-7 0,0 0-11 0,0 0 1 16,0 0-13-16,0 0-9 0,16 21-3 0,-9-12-2 16,2 5-6-16,-1 3 0 0,2 0-2 0,-1 0-3 15,1 0-3-15,0 1 3 0,-5-1-1 16,3 0-2-16,0-1 0 0,0 0 0 0,3-3 0 0,-7-2-5 16,3-1 4-16,-2 1-2 0,0-2-3 0,1-2-4 15,-4-1 0-15,2-1 2 0,-1 0 1 0,-3-5 0 16,4 7-2-16,-4-7 3 0,2 4 0 0,-2-4-4 15,0 0 4-15,0 0-2 0,0 0 2 0,0 0-1 16,17-8-1-16,-11 0-1 0,-1-3 1 0,4-5-2 16,0-3-3-16,1-5 2 0,-1 0 0 0,1-3-2 15,-1-2-3-15,-1 0-1 0,-2 2-4 0,-2-1 0 16,0 0-5-16,-3 0-8 0,3 0 0 0,-4 2-2 16,-2 7-1-16,0 3-8 0,1 1-12 0,0 5-5 15,-2 0-10-15,3 3-23 0,0 7-28 0,0 0-26 16,-4-15-49-16,4 15-14 0,0 0 7 0,0 0 3 15,0 0-103-15,-10 22-312 0,10-12 138 0</inkml:trace>
  <inkml:trace contextRef="#ctx0" brushRef="#br0" timeOffset="193513.12">12450 13363 95 0,'0'0'131'0,"0"9"11"0,0-9 1 0,0 10-7 15,-4-2-9-15,4-8-8 0,-3 15 4 0,2-5-13 16,1 1-7-16,-1-3-11 0,1 2-6 0,1-3-8 16,3-1-9-16,-2 1-4 0,2 0-2 0,-1-2-9 15,4-1-9-15,-3 1 4 0,5 0-7 0,0-1-7 16,3-1-6-16,-1-5-3 0,2 0 3 0,-1-1-2 16,-2-2-1-16,4 0 2 0,1-2-1 0,-6 0 2 15,1 2 3-15,-3-2 1 0,1-2-6 0,-3 0-1 16,2-1-4-16,-3-1-4 0,-6-3 1 15,2 4-3-15,-4-2 1 0,-1-1-6 0,-4 0 2 16,0 0-3-16,0-1-4 0,-3 2 0 0,4 3-3 0,-1 2 4 16,-1-1-3-16,-1 4 2 0,3 0-3 0,-2 1-3 15,-1 3 3-15,0 4-4 0,-1 2-4 0,0 3-26 16,-1 0-20-16,3-1-31 0,1 2-25 0,1 1-22 16,4 1-31-16,2 0-148 0,0 0-332 0,4-2 147 15</inkml:trace>
  <inkml:trace contextRef="#ctx0" brushRef="#br0" timeOffset="193765.13">12762 13100 102 0,'-2'-13'204'0,"2"13"-12"15,-2-10-14-15,2 10-18 0,0 0-22 0,0-6-9 16,0 6 1-16,0 0-1 0,0 0-1 0,-5 25-2 15,5-8-5-15,0 7-8 0,-2 2-13 0,2 1-10 16,0 1-5-16,2 1-12 0,3-1 1 16,-5-2-10-16,2-2-9 0,2-3-5 0,-4 2-6 15,6-6-15-15,-2 2-25 0,-2-3-34 0,0 0-31 0,1 2-44 16,1-5-32-16,2 1-25 0,-3-2-21 16,0-1-124-16,1-2-332 0,-2-1 146 0</inkml:trace>
  <inkml:trace contextRef="#ctx0" brushRef="#br0" timeOffset="193980.94">12978 13113 33 0,'0'0'175'0,"0"0"-5"16,0 0 2-16,0 0 5 0,0 0-12 0,0 0-1 15,-7 28-2-15,5-8-9 0,-2 6-15 0,1 1-9 16,1 2-2-16,0 0-22 0,0 0-7 0,0 0-11 0,0-2-12 15,2-2-5-15,0-6-4 0,2 0-10 16,-2-2-15-16,0 0-25 0,2 0-19 0,-2-6-30 16,2 0-35-16,-2-3-33 0,4 2-26 0,-1-4-15 15,-1-1-20-15,-2-5-2 0,4 8-100 0,-4-8-285 16,0 0 127-16</inkml:trace>
  <inkml:trace contextRef="#ctx0" brushRef="#br0" timeOffset="195081.08">12860 13333 58 0,'0'0'134'0,"0"0"-8"0,0 0-14 16,6-11-16-16,-6 11-8 0,17-4-8 0,-3 3-2 15,6-3-11-15,1 2-3 0,8 0-9 0,0 0-10 16,0-1 2-16,3-1 0 0,-3 0-10 0,-2 3-6 16,2-3 2-16,-11 0-6 0,4 0 1 0,-3 2-10 15,-2-3 4-15,-7 2 0 0,1 1-6 0,-2 0-10 16,-3 1 28-16,-6 1 16 0,10-2 2 0,-10 2 13 15,0 0 6-15,8-3 1 0,-8 3 2 0,0 0-8 16,0 0-5-16,0 0-3 0,0 0-1 0,0 0-5 16,0 0 0-16,0 0-9 0,-29-4 5 0,29 4-1 15,-15 7 1-15,5-2-4 0,-1 3 2 0,0 0 2 16,0 6-9-16,0-2-4 0,1 4-2 0,4-5-4 16,1 0-4-16,1 0-2 0,0 0-5 0,4 0 2 15,0 0-4-15,2-3 0 0,0 2-1 0,4-2-1 16,-1 1-1-16,7-3-2 0,-4-2-3 0,3 0 0 15,3-1-8-15,-1-3 5 0,1 0-6 0,2-3-1 16,2-1 0-16,-5 1-3 0,1-1-1 0,-3-1 5 16,0-1 0-16,-1 1 0 0,-2-3-1 0,-1 0 4 15,-1 2 0-15,0-5-1 0,0 0 1 0,-4 1-2 16,0 1 0-16,-2-1 4 0,3 3 4 0,-3 7 2 16,-3-13 0-16,6 7 4 0,-3 6 5 0,0 0-3 15,-3-13 0-15,3 13-3 0,0-7-4 0,0 7-3 16,0 0-1-16,0 0 0 0,0 0-2 0,0 0 0 15,0 0-4-15,0 0 5 0,0 0-3 0,3 26 1 16,-1-19 9-16,2-1-8 0,3 3 0 0,2-2-3 16,-2-2 0-16,4 0 4 0,3-2-3 0,1 0 1 15,5-3 2-15,-4-2-2 0,4 1-1 0,-1-3 1 16,2 0-2-16,-2-3 0 0,1 0 0 0,-2 0-1 16,0-3 0-16,-1 4 0 0,-5-1-1 0,1-3 2 15,-4 4 3-15,-1-1 6 0,0-1 1 0,-4 2 2 16,1-2-1-16,-1 3 3 0,-2-2-6 0,-2 7 3 15,1-14-3-15,-1 14 11 0,-3-10 5 0,3 10-2 16,-6-9 4-16,6 9 0 0,-5-6 2 0,5 6 0 16,-10-1-14-16,10 1 0 0,-17 7-1 0,7-1 0 15,-2 5-1-15,1 0 8 0,-2 1-7 0,3 1-6 16,1 0-1-16,3-2 0 0,2 0-5 0,-1 0 10 16,0 0-9-16,3 1-12 0,2-5-11 0,0 0-1 15,0-7 5-15,0 12-5 0,2-5 0 0,-2-7-1 16,2 10-1-16,-2-10 2 0,5 7 2 0,-5-7 2 15,5 5 1-15,-5-5 0 0,4 3 1 0,-4-3 3 16,0 0 2-16,6 4-3 0,-6-4-1 0,0 0 2 16,5 7 5-16,-1-2-2 0,1 1 1 0,0 4 3 15,1 1-4-15,-1 6 4 0,3 1 1 0,-3 11 5 16,0-4 4-16,0 5 4 0,-5-2 1 0,0 5 2 16,0 0 2-16,-3 1 1 0,1 0 0 0,-5 1-3 15,0-3 3-15,-2 1 0 0,-1-4-2 0,-2 0-3 16,-3-2 3-16,-2-4-2 0,2-2-4 0,-3-2 3 15,5-5-5-15,1-2 2 0,1-3 1 0,2-2-2 16,-1-3 0-16,2 1 0 0,3-2 4 0,-1 0-19 16,6-3-16-16,-14-3-11 0,14 3-6 0,-7-12-7 15,7 2-6-15,3-2 5 0,1-7 0 0,6-4-5 16,7-4 4-16,3 0 0 0,2-2-1 0,-1 3 2 16,12-11 0-16,-8 8 0 0,7-9 8 0,1 4-6 15,-8 6 6-15,9-8 3 0,-3-2 4 0,-6 10 0 16,9-8 10-16,-12 9-3 0,-2-1 13 0,5-11-9 15,-7 10 8-15,-3 0 0 0,-1 0 3 0,-2 1 17 16,-4 1-3-16,2 5 10 0,-6 5 17 0,-2 4 23 16,-1 1 12-16,-1 1-1 0,-1 2 1 0,-3-1 6 15,2 2-6-15,2 8 2 0,-10-6-6 0,4 4 3 16,6 2-2-16,-16 6 0 0,3 1 5 0,-1 4-3 16,-4 3-8-16,3 5-5 0,-6 0-4 0,5 0-4 15,3-1-6-15,4-1-3 0,3-1-11 0,3 0-9 16,3-4-13-16,5 1-15 0,3 1-19 0,5-2-25 15,6-3-50-15,8-1-30 0,5-3-43 0,7-2-44 16,0-4-168-16,13-4-429 0,-1-1 189 0</inkml:trace>
  <inkml:trace contextRef="#ctx0" brushRef="#br0" timeOffset="195746.6">14616 13163 216 0,'-9'-5'226'0,"-3"1"-7"0,-2 0 2 0,-1 1-5 16,-4 2-14-16,1 2-19 0,-1 2-16 0,1 1-15 16,0 0-10-16,0 4-8 0,5 1-8 0,-2 1-16 15,3 2-14-15,0 2-8 0,1 1-6 0,4-2-10 16,3-2-6-16,0 2-5 0,4-3-8 0,2 3-8 15,0-3-11-15,2-1-9 0,1 0-19 16,4-1 4-16,0-3-6 0,0 1-8 0,5-2-5 0,-3-1-2 16,4-4-2-16,-1 1 2 0,-1-3 2 0,-1 1 1 15,1-1 0-15,-3-1 4 0,0 1 1 0,-3-2 2 16,-1 1-4-16,-2 1 4 0,2-2-4 16,-2-1 4-16,-1 0-5 0,-3 6 4 0,4-9-1 15,-2 5 3-15,-2 4-3 0,5-9-2 0,-5 9 0 16,0 0-1-16,0 0-4 0,0 0 4 0,0 0-1 0,0 0 1 15,10 21 10-15,-5-4 6 0,-2 8 1 0,2 2 6 16,-4 5 4-16,2 0 8 0,-1 2-11 0,0 2 2 16,-4-3-1-16,2 13 3 0,-1-15-6 15,0-2 5-15,-2 3-3 0,2-1 9 0,-4-3 0 16,1-2-4-16,-2-8 1 0,2 1 6 0,-3-1 6 16,-1-3 10-16,-2-1 0 0,-1 1 3 0,-2-1 5 0,1-5-8 15,-3-1 6-15,-1-2-9 0,0-1 0 0,-4-3-4 16,5-2 0-16,-4-1 2 0,-3-4-11 15,5 0-1-15,-4-1-1 0,5-4-10 0,-2 0-7 16,-2-6-14-16,7 1-24 0,-1 0-14 0,0-6-19 16,4 4-22-16,0 0-19 0,4 2-18 0,1 0-18 0,3-2-24 15,4 5-37-15,0-1-29 0,1 3-25 16,3-1-149-16,-2-1-434 0,6 0 192 0</inkml:trace>
  <inkml:trace contextRef="#ctx0" brushRef="#br0" timeOffset="196850.18">14870 13289 42 0,'4'-8'200'0,"-4"2"17"0,0 6 2 0,-2-13-15 16,2 13-16-16,-5-12-3 0,1 9-11 16,4 3-6-16,-14-6-10 0,6 8-2 0,-3-2-11 15,-1 4-4-15,-1 1-3 0,-2 5-10 0,-2 0-12 16,3 5-6-16,1 1-8 0,-1-2-13 0,5 2-7 15,1 0-5-15,1-2-11 0,2 2-9 0,2-4-2 16,3-2-6-16,1 2-10 0,1-4-18 0,5 1-8 16,0 1 1-16,2-3-8 0,2 0-4 0,1-3-2 15,2-1-2-15,4-1 3 0,-2-1-11 0,-2-3 2 16,-1-1 2-16,1 1 1 0,-1-2 2 0,-3-2 0 0,3 0-1 16,-4 1 0-16,0-1 5 0,-3-3 1 15,1 1 0-15,-4-1-2 0,3-1 3 0,-4-2-3 16,-1 1 3-16,2 2 2 0,-1-3-2 0,0 1-2 15,-1 1 1-15,-1 3 3 0,0 7-5 0,0-13 5 16,0 13 0-16,1-9 0 0,-1 9-3 0,0 0-7 16,-1-9 5-16,1 9 3 0,0 0-4 0,0 0 3 15,0 0-1-15,0 0-1 0,3 26 6 0,-1-16 2 0,-1 2-4 16,3-3 1-16,-2 3-1 0,4-3 0 16,0 1 2-16,1 0-1 0,-1-1 0 0,2-2-1 15,-1-1 1-15,2 1 4 0,2-3 2 0,-2 0 4 16,3-2 0-16,1-2-1 0,-2 0 2 0,1-2-5 0,1-2 1 15,0 0-2-15,-2 0 3 0,-1-2-3 0,2-1 1 16,-4 1 3-16,2-4-5 0,-3 2-1 16,1-1 7-16,-3 1-2 0,0-2-3 0,-2 1-7 15,2-2 1-15,-4 0-1 0,1 1 0 0,0-1 0 16,-2 4 0-16,0 7 2 0,3-12-2 0,-3 12 1 16,1-10-8-16,-1 10 2 0,0 0-2 0,0-9-1 15,0 9-2-15,0 0 0 0,0 0 5 0,0 0 3 16,0 0-3-16,0 0 1 0,0 0 4 0,-4 33 0 15,5-23 2-15,1-1-1 0,-1 2-5 0,-1-3 4 16,5 2-2-16,-4-3-1 0,6 2 1 0,-5-4 2 16,2 1-1-16,4-1 2 0,-1 1 0 0,1-4-1 15,1-1 1-15,0 1 3 0,3-2 4 0,-1 0-3 16,-2-2-1-16,4-1-1 0,-3-1 4 0,3-2-10 16,-2 0 3-16,-2 1 4 0,1 0-3 0,-2-1 4 15,-3-1-3-15,2-1 6 0,-1 2-10 0,-2 1 1 16,-2-2-1-16,1 1-2 0,1 1 5 0,-4 5 0 15,4-10-2-15,-2 5 2 0,-2 5 0 0,2-7 2 16,-2 7 0-16,0 0 1 0,0 0 1 0,1-8-1 16,-1 8-2-16,0 0-3 0,0 0 2 0,0 0-5 15,0 0 2-15,0 0 1 0,0 0 2 0,6-5-3 16,-6 5 1-16,0 0 1 0,0 0 3 0,0 0-2 16,0 0 15-16,0 0-6 0,0 0 11 0,0 0 0 15,0 0 8-15,0 0 5 0,0 0 1 0,0 0-5 16,0 0-7-16,0 0 2 0,0 0-6 0,0 0-2 15,-7-10-3-15,7 10 2 0,0 0-4 0,-4-6 1 16,4 6-2-16,0 0 11 0,0 0-1 0,0 0 1 16,-8-11 1-16,8 11-7 0,0 0 10 0,0 0-14 15,0 0 5-15,-1-5-8 0,1 5-3 0,0 0-9 16,0 0-10-16,0 0 9 0,0 0-2 0,0 0 5 16,0 0 0-16,0 0-6 0,5 23 1 0,-5-23 1 15,1 13 6-15,0-6-1 0,1 1-3 0,-2-8-1 16,0 11-4-16,1-4 3 0,-1-7 0 0,0 10 6 15,3-4-3-15,-3-6 1 0,1 6-2 0,-1-6-1 16,0 0 1-16,0 0 13 0,0 9-14 0,0-9-4 16,0 0 1-16,0 0-5 0,0 0-6 0,12-2 4 15,-12 2-9-15,0 0-3 0,17-8-2 0,-7 4 5 16,-2-3 3-16,1 3-5 0,-1-2 2 0,-2 2 3 16,3-2-2-16,-3 4 0 0,1-2 3 0,-7 4-2 15,11-2 1-15,-11 2 1 0,9 0 6 0,-9 0-7 16,10 4 8-16,-3 0 0 0,-3-1 1 0,-4-3 1 15,5 11-3-15,-1-3 6 0,-3-2-15 0,0 1-6 16,3-1-9-16,-4 4-21 0,1-3-17 0,-1 2-21 16,0 0-36-16,-2 1-36 0,-3-1-57 0,-1-1-61 15,-6 3-210-15,4-3-535 0,-2-2 237 0</inkml:trace>
  <inkml:trace contextRef="#ctx0" brushRef="#br0" timeOffset="197022.35">15141 13127 113 0,'-7'-2'184'0,"7"2"-33"0,-7-5-30 16,7 5-21-16,0 0-36 0,0 0-39 0,0 0-52 15,13 20-96-15,-7-11-131 0,11 0 58 0</inkml:trace>
  <inkml:trace contextRef="#ctx0" brushRef="#br0" timeOffset="197537.09">15859 13411 266 0,'0'0'288'0,"8"0"-10"0,-8 0-11 15,0 0-12-15,13-7-16 0,-10 4-8 0,3-3-14 16,1-2-14-16,2 0-6 0,1 0-23 0,-2-1-8 15,2-5-11-15,6 0-18 0,-5 2-5 0,2-2-1 16,-3 0-14-16,1-3-7 0,1 3-16 0,-2-2-7 16,-2 0-5-16,0-1-6 0,-1 2-10 15,-3 5-8-15,-1 0 3 0,1-1-10 0,0 2-9 0,-4 9 10 16,3-12 1-16,-3 12-11 0,3-10 0 0,-3 10 5 16,0 0-9-16,0 0-5 0,0 0-1 0,0 0-4 15,0 0 3-15,0 0-2 0,0 0 0 0,-10 34-6 16,8-23-3-16,4 1 4 0,-2-1-3 0,1 1-7 15,0 1 0-15,2-3 0 0,1 0-2 0,3 0 2 16,0-2-3-16,0-3-3 0,4 1-5 0,-1-3-3 16,3-3 2-16,6-1 4 0,-1-1-22 0,0-5 12 15,1 1-17-15,-3-1-3 0,1-2 4 0,-3 0 1 16,0-1 8-16,-4 3 6 0,-1-1-10 0,1 0 4 16,-2-3-8-16,-4 1-6 0,1-1 9 0,-1 1-6 15,-1 0-8-15,-1-1 7 0,-1 0-2 0,2 0 5 16,-3 5-4-16,0 6 3 0,0-12 1 0,0 12 7 15,0-10-10-15,0 10 0 0,0 0 4 0,0 0 5 16,0 0 6-16,0 0-1 0,-12 22 3 16,7-7 3-16,-1 3 1 0,1 1 0 0,-4-1 4 0,4 3 3 15,-2 1-3-15,2-2 12 0,0-1-17 0,0-1 3 16,1-1-5-16,0 0-21 0,3-2-25 0,-3-4-34 16,3 1-35-16,0-3-38 0,-1 2-40 0,1-5-43 15,0 0-40-15,1-6-247 0,-4 10-571 0,1-7 253 16</inkml:trace>
  <inkml:trace contextRef="#ctx0" brushRef="#br0" timeOffset="197706.99">15915 12878 124 0,'-1'-5'225'0,"-1"-2"-27"0,2 7-23 15,-4-9-27-15,4 9-37 0,0 0-26 0,0 0-27 16,0 0-38-16,0 0-50 0,13-1-54 0,-13 1-88 16,21 8-186-16,-3 0 83 0</inkml:trace>
  <inkml:trace contextRef="#ctx0" brushRef="#br0" timeOffset="198252.68">16760 13118 81 0,'3'-7'242'0,"-3"7"-16"0,0 0-14 0,2-7-16 0,-2 7 7 15,0 0-4-15,0 0-9 0,0 0-7 0,0 0-7 16,2 26-6-16,-1-15-11 0,-2 5 5 0,4 2-20 16,-3-1-17-16,3 0-10 0,1 0-14 0,1 0-5 15,0-2-14-15,3-1-7 0,2 1-5 0,0-4-4 16,2-1-2-16,2 0-8 0,1-2-2 0,2-2-2 15,3-4-4-15,-2 0 1 0,2-4-9 0,0 0-2 16,0-3-9-16,2 0-1 0,-5-3-6 0,0-1-7 16,-1 2 0-16,-5-1 4 0,-2 3-3 0,1-5 0 15,-2 1-6-15,2-5-4 0,-5 3 1 0,-2 0-3 16,1-2 5-16,-2-3 1 0,0 1-7 0,1 0 0 16,-4-1 0-16,-1 6 5 0,0 1-7 0,2 0 3 15,0 9 7-15,-1-12 5 0,1 12-6 0,1-8-8 16,-1 8 3-16,0 0-5 0,0 0 9 0,0 0 3 15,0 0-2-15,0 0 6 0,0 0 3 0,-2 36-2 16,-1-20 0-16,3 0-2 0,-1 3-6 0,1-2-1 16,0 0-2-16,1 0-22 0,-2 0-26 0,4 0-23 15,0-2-28-15,-3 2-41 0,2-2-38 0,0-4-41 16,-1 0-39-16,2 0-42 0,-2-1-197 0,0-3-528 16,3-1 233-16</inkml:trace>
  <inkml:trace contextRef="#ctx0" brushRef="#br0" timeOffset="198798.92">17273 13226 15 0,'5'-7'179'15,"-5"7"13"-15,0 0 15 0,0 0 9 0,0 0-3 16,0 0-8-16,6 14-8 0,-6-14-10 0,3 12-11 16,-3-7-9-16,0-5-7 0,1 13-3 0,-1-7-5 15,0-6 1-15,0 12-14 0,1-7-15 0,-1-5 1 16,0 8-8-16,0-8 7 0,0 0 3 0,2 7 1 15,-2-7 4-15,0 0 3 0,0 0-1 0,0 0 0 16,0 0 2-16,0 0-13 0,0 0-10 0,0 0-15 16,0 0-14-16,0 0-14 0,15-15-8 0,-10 5-15 15,2 0-13-15,3-2-9 0,-4-1-14 0,4-1-6 16,2-1-13-16,-1 2 0 0,0 0-7 0,-1 3-2 16,-3 0 0-16,-3 3-2 0,1 3 2 0,1-1 0 15,-1 1-2-15,-5 4 3 0,10-3-4 0,-10 3 0 16,10 4 8-16,-6 3 0 0,2 0 0 0,1 3 12 15,-2 1-6-15,0-1 6 0,-1 5-10 0,1-4 5 16,0 1 9-16,2 1-12 0,-1-2 11 0,-1 1-9 16,1-3 7-16,1-1-2 0,0-2 1 0,2 0-5 15,0-1 11-15,4-4-9 0,-2 1 3 0,2-4 9 0,1-1-6 16,-1 0-1-16,-2-2 5 0,1 0-5 16,1-3 4-16,-4 0-1 0,0 2-5 0,-2-3 2 15,1 0 2-15,-2 0 0 0,1-1-3 0,-3-2 18 16,-3 2-18-16,0-2-7 0,-1 1 5 0,0 11 2 15,0-24 8-15,-2 14-15 0,2 10 9 0,-2-14-3 16,2 14-3-16,-1-10 13 0,1 10-4 0,0 0-10 16,0 0 7-16,0 0-7 0,0 0 6 0,-4-5 4 15,4 5 17-15,0 0-11 0,-6 26 10 0,3-15-15 16,2 2 0-16,0 1-1 0,-3-1-17 0,3 0-17 16,2 0-15-16,-2-1-37 0,1 2-31 0,1-4-45 15,-1 1-40-15,1 0-44 0,3-3-45 0,-3-1-35 16,2-1-219-16,-3-6-584 0,0 0 259 0</inkml:trace>
  <inkml:trace contextRef="#ctx0" brushRef="#br0" timeOffset="198942.4">17586 12979 157 0,'-3'-6'192'16,"3"6"-21"-16,-5-5-35 0,5 5-27 0,0 0-28 15,0 0-35-15,0 0-36 0,0 0-34 0,0 0-44 16,0 0-67-16,0 0-147 0,0 0 65 0</inkml:trace>
  <inkml:trace contextRef="#ctx0" brushRef="#br0" timeOffset="199181.96">17836 12897 78 0,'0'0'240'0,"3"-8"6"16,0 2 3-16,-3 6 7 0,2-7-4 0,-2 7 8 15,0 0-31-15,1-7-20 0,-1 7-17 0,0 0-16 16,0 0 4-16,0 0 14 0,0 0 1 0,0 0-3 16,13 22-9-16,-9-6-4 0,-2 3-21 0,0 5-3 15,3 2-7-15,-4 1-18 0,-3-1-12 16,4-1-15-16,-1 0-8 0,-1 0-10 0,0 1-9 0,3-7-6 16,-3 0-15-16,0 0-28 0,1-2-29 0,-2 0-35 15,0-5-33-15,-1 2-33 0,4-4-29 0,-2 1-38 16,0-4-35-16,0 0-28 0,0-7-30 0,0 13-27 15,0-13-1-15,0 9-198 0,0-9-530 0,0 0 234 16</inkml:trace>
  <inkml:trace contextRef="#ctx0" brushRef="#br0" timeOffset="199747.78">17845 13120 61 0,'0'0'147'15,"5"-11"-12"-15,-2 3 2 0,1 5-6 0,0-4-2 16,-4 7-5-16,9-9-8 0,-3 4-1 0,0 3-4 15,-6 2-3-15,11-3-7 0,-4 0 4 0,-7 3 5 16,15 2 1-16,-9 0-5 0,1 1 4 0,1 2 3 16,0 0 4-16,1 3-9 0,-3-2-7 0,0 2-8 15,1-3-7-15,-2 0-9 0,1 2-2 0,1 0-8 16,-2 1-6-16,0-3-8 0,2 1-5 0,-1-1-6 16,-1-2-1-16,1 1-3 0,3-1-2 0,-3-3-3 15,2 2-3-15,-8-2-5 0,21-2-1 0,-11 0 5 16,-2-1 15-16,2 0 0 0,-4 0 8 0,2-2-2 15,-3 0 0-15,1-3-7 0,3 1-3 0,-4 3-9 16,2-4 7-16,-2 1-2 0,0 0 4 0,0 1-2 16,-1-1 9-16,0-2-13 0,-2 4-1 0,1-1 2 15,-3 6 14-15,5-9-6 0,-2 5-12 0,-3 4 3 16,0 0-9-16,0 0-6 0,0 0 10 0,0 0 13 16,0 0 8-16,7 11 2 0,-3 2-1 0,-4 3 6 15,1 12 5-15,-1 1 6 0,0 1 7 0,-1 6 0 16,0 9-5-16,-7 3-6 0,4 0-1 0,2-1-7 15,2 2-2-15,-3-3-6 0,1 0-6 0,3-10-3 16,1-1-4-16,-2 9-1 0,2-10-4 0,-1 1 0 16,0-6-4-16,1 2-2 0,-2-4-2 0,-3-1 3 15,2-8-3-15,-2-2 3 0,1-3 3 0,-1-2 7 16,-1-1 6-16,-1 0 4 0,-2-1 1 0,-1-2-2 16,-3-2-2-16,-1-2-4 0,-1-2-2 0,-6 1-2 15,1-5-6-15,-3-2-3 0,1 1-2 0,3-6-5 16,-7-5-6-16,0 0-19 0,5-4-13 0,1-4-16 15,0-1-11-15,6-2-6 0,2-3-14 0,5-1-7 16,5-2-20-16,6-3-10 0,7-10-10 0,6 1-15 0,6 0-18 16,4 2-27-16,4 1-24 0,0 1-28 15,5 5-32-15,0-1-31 0,0 0-17 0,3 7-30 16,-1 1-197-16,-8 9-578 0,1-1 257 0</inkml:trace>
  <inkml:trace contextRef="#ctx0" brushRef="#br0" timeOffset="199876.26">18534 13132 241 0,'0'0'223'0,"0"0"-19"0,0 0-10 16,0 0-15-16,0 0-12 0,0 0-14 0,0 0-16 15,0 0-16-15,0 0-27 0,0 0-33 0,-5-15-44 16,5 15-25-16,0 0-64 0,0 0-60 0,0 0-132 16,13-12-285-16,-13 12 127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0T09:33:25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4718 3352 34 0,'0'0'122'0,"0"0"-4"0,-1-6-6 16,1 6 0-16,0 0-9 0,2-9-18 0,-2 9-4 15,0 0-10-15,0 0 3 0,0 0-9 0,0 0-18 16,0 0-7-16,0 0-15 0,0 0-11 0,-4-7-11 16,4 7-22-16,0 0-14 0,0 0 1 0,0 0-16 15,0 0 1-15,0 0-1 0,0 0 5 0,0 0-4 16,0 0-3-16,0 0-2 0,0 0-14 0,0 0-38 15,0 0-112-15,-9-2 50 0</inkml:trace>
  <inkml:trace contextRef="#ctx0" brushRef="#br0" timeOffset="1238.23">4734 3135 36 0,'0'0'87'0,"0"0"-3"0,0 0-2 0,0 0-1 0,-8-10-2 15,8 10 5-15,0 0-2 0,-5-4-2 0,5 4-7 16,0 0 0-16,0 0-9 0,0 0-2 0,-2-6 1 16,2 6-2-16,0 0 3 0,0 0-4 0,0 0-3 15,0 0-4-15,-5-5 0 0,5 5-2 0,0 0-2 16,0 0-1-16,0 0 1 0,0 0-5 0,0 0 0 16,-3-7-4-16,3 7-5 0,0 0-1 0,0 0-2 15,0 0 0-15,-3-7-1 0,3 7-1 0,0 0-2 16,0 0-5-16,0 0-1 0,0 0 1 15,0 0-7-15,-2-9-1 0,2 9-3 0,0 0 0 16,0 0 0-16,0 0-1 0,0 0 1 0,0 0-6 0,0 0 1 16,0 0-2-16,0 0 1 0,0 0-5 0,0 0 5 15,0 0-4-15,0 0 2 0,-4-5-8 0,4 5 6 16,0 0 3-16,0 0-4 0,0 0 1 16,0 0-2-16,0 0-1 0,0 0 2 0,0 0 0 15,0 0-2-15,0 0-1 0,0 0 4 0,0 0-4 16,0 0 3-16,0 0 2 0,0 0-3 0,0 0 1 0,0 0 4 15,0 0-5-15,0 0 0 0,0 0-1 0,0 0 3 16,0 0-3-16,-16 6 4 0,16-6-1 16,0 0-1-16,0 0-4 0,0 0 3 0,0 0-1 15,0 0 2-15,0 0-2 0,-8-3 0 0,8 3 5 16,0 0-3-16,0 0-3 0,0 0 2 0,0 0-1 16,0 0 2-16,0 0-2 0,0 0 3 0,0 0-1 15,0 0-1-15,0 0 0 0,0 0 3 0,0 0 0 16,0 0-6-16,0 0 3 0,0 0 5 0,0 0-5 15,0 0 0-15,0 0-4 0,0 0 5 0,0 0 1 16,0 0-2-16,0 0-3 0,0 0 1 0,0 0 0 16,0 0 0-16,0 0 2 0,0 0 1 0,0 0-3 15,0 0 2-15,0 0 1 0,0 0-1 0,0 0 1 16,0 0-1-16,0 0-2 0,0 0 4 0,0 0 1 16,0 0 1-16,0 0-2 0,0 0-1 0,0 0-5 15,0 0 5-15,0 0 1 0,0 0-2 0,0 0-6 16,0 0 5-16,0 0 5 0,0 0-3 0,0 0 2 15,0 0-2-15,0 0-1 0,0 0 1 0,0 0-1 16,0 0 1-16,0 0 2 0,0 0-3 0,0 0-1 16,0 0 2-16,0 0 1 0,0 0 6 0,0 0-3 15,0 0 6-15,0 0 0 0,0 0 4 0,0 0-1 16,0 0 5-16,0 0-2 0,0 0 3 0,0 0 5 16,0 0-7-16,0 0 1 0,0 0-3 0,0 0-3 15,0 0 2-15,0 0 0 0,0 0 2 0,0 0-3 16,0 0-1-16,0 0 0 0,0 0 1 15,0 0-1-15,0 0 2 0,0 0-3 0,0 0 1 0,0 0-2 16,0 0-2-16,0 0-1 0,0 0-5 0,0 0-3 16,0 0 0-16,0 0-3 0,0 0 0 0,0 0 2 15,0 0 7-15,0 0-7 0,4 19-1 0,-3-9 0 16,3 6 0-16,-1-1-3 0,1 2 3 0,1 8 6 16,-3 0-4-16,3 1 4 0,-1 3 0 0,-1 2 2 15,-1-2 3-15,0-3-3 0,-2 3 3 0,2-2 0 16,5 1-2-16,-5-3 1 0,-2-2 1 0,1-3-1 15,-1-2-3-15,3 1 2 0,-2-2 4 0,0-1-3 16,2 0-2-16,-3-4-3 0,4 5 4 0,-3-7-3 16,0 3 0-16,2-3 0 0,-3 2 2 0,0-3-3 15,3 1-1-15,-2-1 2 0,1 0 0 0,0-4-3 16,-2-5 2-16,0 11 1 0,0-11-17 0,0 0-14 16,0 0-14-16,2 16-23 0,-2-16-12 0,0 0-26 15,0 0-16-15,0 8-19 0,0-8-24 16,0 0-33-16,0 0-102 0,0 0-321 0,0 0 143 0</inkml:trace>
  <inkml:trace contextRef="#ctx0" brushRef="#br0" timeOffset="2288.48">4710 3171 14 0,'0'0'92'0,"0"0"2"0,0 0-7 0,0 0-6 15,0 0 4-15,0 0-10 0,0 0-7 0,0-11 8 16,0 11-10-16,0 0-6 0,0 0-8 16,0 0-1-16,0 0-8 0,0 0-9 0,0 0 1 0,0 0 1 15,0 0-11-15,0 0-3 0,0 0 11 0,0 0-10 16,0 0 2-16,0 0-3 0,0 0-5 0,0 0 6 15,0 0-4-15,0 0 8 0,0 0-3 0,0 0-2 16,0 0 4-16,0 0-2 0,0 0 0 16,0 0 2-16,0 0 1 0,0 0-2 0,0 0-2 15,0 0 1-15,0 0-8 0,0 0 6 0,0 0-5 16,0 0 2-16,0 0-2 0,0 0-1 0,0 0-3 0,0 0 3 16,0 0-6-16,0 0 0 0,0 0 2 0,0 0 4 15,0 0-8-15,0 0 3 0,0 0 5 0,0 0-8 16,0 0-3-16,0 0 1 0,0 0 0 15,0 0 3-15,0 0-9 0,0 0 8 0,0 0-3 16,0 0 6-16,0 0-8 0,0 0 1 0,0 0-2 16,0 0 3-16,0 0-5 0,0 0 3 0,0 0 0 0,0 0-3 15,0 0 4-15,0 0 3 0,0 0-4 0,0 0 1 16,0 0 2-16,0 0 6 0,0 0 0 16,0 0 2-16,-4-4-2 0,4 4 1 0,0 0-3 15,0 0 3-15,0 0-7 0,0 0 5 0,0 0 1 16,0 0-5-16,0 0 0 0,0 0 3 0,0 0-2 15,0 0-4-15,0 0 4 0,0 0-2 0,0 0 1 16,0 0-3-16,0-10-6 0,0 10 12 0,0 0-2 0,0 0 1 16,0 0 4-16,-2-8-3 0,2 8-3 15,0 0-3-15,0 0 4 0,0 0 3 0,1-11 4 16,-1 11 2-16,0 0-2 0,4-10-5 0,-2 7-1 16,-2 3-1-16,12-11-3 0,-2 5 5 0,6-2-5 15,1 3 2-15,0-2-6 0,4 2 4 0,-2-1-3 16,1 3 1-16,2 0 1 0,-1-1-2 0,-2 4-3 15,0 1 5-15,-3 2 0 0,2-1 1 0,0 6 0 16,-1 0-5-16,-3 1 1 0,-2 3 2 0,0 3 2 16,-1 1 3-16,-3 1-1 0,-1 0 1 0,-2 1 0 15,-5 0-2-15,0 1 0 0,-3-1-1 0,-1 0 1 16,-1 0 2-16,-4 0-5 0,-1-3 3 0,0 2-3 16,-3-2 4-16,-9 3-1 0,2-2 0 0,3-4-12 15,-2-2 12-15,-1-2-7 0,0-1 3 0,0-1-3 16,0-1 1-16,0-4-2 0,0 1 3 0,4 0-2 15,3-3 2-15,0 1-5 0,-1-1 6 0,1-2-2 16,3-1-3-16,-2 1 3 0,6 0 2 0,-2-1 0 16,2 2-3-16,6 2 1 0,-9-5 4 0,9 5-5 15,-7-5-4-15,7 5-5 0,0 0 2 0,0 0-2 16,0 0 4-16,0 0 2 0,0 0-1 0,18-6 0 16,-18 6 2-16,20 7 0 0,-8-4 4 0,-2 3-2 15,2 0 4-15,1 0 0 0,0 3 3 0,3 1 3 16,-2 1 3-16,3-1-1 0,0 0-4 0,-1 0 4 15,2 1 1-15,1 0-5 0,3 3 0 0,2-2-11 16,-7-2-19-16,8 2-37 0,1-2-34 0,-1-2-44 16,-4-1-47-16,-1-1-127 0,-3-1-337 0,1 0 150 15</inkml:trace>
  <inkml:trace contextRef="#ctx0" brushRef="#br0" timeOffset="2626.87">5250 3636 58 0,'5'-4'172'15,"1"-1"-14"-15,3-2-9 0,1 1-7 0,2 1-11 16,-3-3-9-16,1 2-7 0,1-2-15 0,-2-1-4 16,2-3-6-16,3 1-9 0,-4-2-7 0,0 0-10 15,0-1-5-15,-1-1-4 0,-1 0-3 0,-1-2-8 16,-3-2-5-16,2 0-2 0,-4 0-6 0,1 4 0 15,-3-2-7-15,-2 1 3 0,-1 4-2 0,-3 2-2 16,2 1-1-16,1 1 4 0,-5 1-6 0,-1 1-2 16,3 5 0-16,6 1-3 0,-14 0 0 0,5 4 0 15,-2 3 2-15,-2 4 1 0,0 4 0 0,-5 4 6 16,5 3-1-16,3-5 1 0,-2 6-4 0,6-4-1 16,1-2-3-16,5 2 1 0,0 0-2 0,2-2 2 15,3 0-6-15,2 0 1 0,4-3-3 0,3 0-24 16,-1 0-39-16,5-2-46 0,1-2-60 0,8 0-38 15,-10-1-116-15,3-4-340 0,1-2 151 0</inkml:trace>
  <inkml:trace contextRef="#ctx0" brushRef="#br0" timeOffset="3002.54">5650 3382 76 0,'-2'-5'181'0,"2"5"-18"16,0 0-12-16,0 0 11 0,0 0-9 0,0 0-15 16,12 28 0-16,-6-17-11 0,-2 6-11 0,2-1-5 15,-2-1-6-15,4-1-10 0,0 5-10 0,-2-4-7 16,-1 1-3-16,3-1-9 0,-3-1-6 0,-1-2-5 16,1-2-5-16,-3 0-6 0,4-1-2 0,0-2-5 15,-6-7-4-15,7 12-1 0,-7-12-6 0,3 8 2 16,-3-8 1-16,6 7 5 0,-6-7 21 0,0 0 13 15,6 5 19-15,-6-5-4 0,0 0-4 0,0 0-10 16,12-17-1-16,-3 4 4 0,-1-3-7 0,1-1-3 16,6-5-2-16,-7-3-6 0,0-1-4 15,0-2-8-15,3 0-1 0,-1-2-7 0,3 0-1 0,-3 0-18 16,0 0 8-16,6 3-3 0,-6 2 0 0,-5 8-8 16,1 2-8-16,-1 4-21 0,-2 1-27 0,-2 4-31 15,0-1-48-15,-1 7-25 0,0 0-19 0,0 0-5 16,0 0-28-16,0 0-12 0,4 29-18 15,-6-12-140-15,-3 3-400 0,-2 8 176 0</inkml:trace>
  <inkml:trace contextRef="#ctx0" brushRef="#br0" timeOffset="4154.78">5978 3572 16 0,'10'-5'197'0,"-3"2"-5"0,0-4-1 0,-2 3-5 16,2-1-11-16,3-4-14 0,-4 1-5 0,2 0-6 15,-1-1-15-15,4-7-14 0,-6 7-4 0,3-5-10 16,-2 3-2-16,2 0-11 0,-4 3-6 0,-2-5-6 16,-1 2 1-16,-1 0-8 0,0-1-6 0,0 1-7 15,-1 1-7-15,-3 3-3 0,2 0-4 0,2 7-6 16,-8-11-1-16,4 6-5 0,4 5-6 0,-9-4-5 16,3 3-3-16,6 1-1 0,-15 4-2 0,6 2-5 15,-3 1 1-15,2 4-2 0,-2 1-4 0,1 3 2 16,1 1-2-16,1-1 0 0,2 3-2 0,1-5-1 15,2 3 0-15,2 1 0 0,0-5-2 0,1 1 0 16,4-2-1-16,1-1 4 0,1 1-2 0,5 3 0 16,-3-5-3-16,5 1 2 0,3-1-2 0,-3-2 4 15,4-2-3-15,4 0 3 0,-1-3-1 0,2 1 0 16,-1-2 1-16,8 0-1 0,-8-3 0 0,2 0-1 16,-4 0 1-16,2-2-1 0,-1-3-1 0,-6 4-1 15,3-5-2-15,-2-1-2 0,-2-2-4 0,1 0-2 16,-4-3-4-16,0 1-4 0,1-2-6 0,-5-2 2 15,-2-2-1-15,-2 3 0 0,-3-4 0 0,-1-1-2 16,-1 4 1-16,-7-5 7 0,1-1-3 0,1 7 4 16,-4 0 4-16,1 3 1 0,2 0-2 0,-3 3 6 15,4 3 5-15,-2 0 3 0,2 2-3 0,0 2 0 16,3 0 0-16,-1-1-2 0,7 4 0 0,-9-2-1 16,9 2 0-16,0 0-3 0,0 0 0 0,0 0 0 15,-5 9 0-15,5-9 5 0,0 0-1 16,22 8 4-16,-9-7-2 0,6 2 3 0,1-3-1 0,8 0 3 15,1 0 0-15,-3-2 2 0,-3 0 0 0,-1 2 2 16,-4-4-4-16,0 2 1 0,-5 0-1 0,1 0 4 16,-5 0-4-16,-3 2 3 0,2-1-8 0,-8 1 4 15,10 1-3-15,-10-1 1 0,8 4 1 16,-5-1-1-16,-3-3 3 0,6 11-1 0,-6-3 2 16,1 6 1-16,-2-2-1 0,-1 5 2 0,-3 1-1 15,3 0 2-15,-4-1-4 0,3 1 2 0,0-2-4 0,1 2 1 16,2-2-1-16,2-3-2 0,2-3 0 0,-3 0 0 15,3 0 2-15,1-1 4 0,0-1-5 0,2 0 4 16,2-1-2-16,1-3 5 0,1 1-2 16,3-3 0-16,4 0 4 0,-4-3-6 0,9-2 1 0,-5 0-1 15,-3 1 2-15,1-4-1 0,-1-2 1 16,-1 2 1-16,-1-2-4 0,2-3 3 0,-6 1-5 0,0 1 4 16,0-4 1-16,0-4-3 0,-2-1-10 0,0 0 1 15,-3 0-2-15,2-8 2 0,-2 1-3 16,-1 7 4-16,-2-2-4 0,-2 2 5 0,1 2 0 15,-1 0 0-15,2 6-2 0,-2 1 2 0,2 2 0 16,-1 7 1-16,-1-10-1 0,1 10-2 0,0 0-2 16,0 0 1-16,-4-7-1 0,4 7-2 0,0 0 0 15,-14 14 1-15,10-4 4 0,3 5-1 0,-2 1 1 16,2 1 0-16,1 1-2 0,2 1 4 0,1 0-2 16,6 6 5-16,-4-8-3 0,1 1-2 0,2 0 4 0,6 4 0 15,0-1 0-15,-2-5 2 0,-2-2-3 16,1 1 5-16,1-2 0 0,-3 4-2 0,0-3-2 15,-3-2 1-15,-2-1 5 0,0-1-1 0,-3 1-2 16,0 2-1-16,-3-3-2 0,-2 0-9 0,-2-1-10 16,1-1-2-16,-3-1 0 0,1 0 0 0,1 0 3 15,6-7 5-15,-11 5 0 0,7-4 2 0,4-1 2 16,0 0 1-16,0 0 1 0,-13-8-4 0,13 8 1 16,0-12 2-16,0 12 1 0,4-15-1 0,0 6-3 15,3-1 2-15,5-3 3 0,0-2-2 0,8-7 0 16,1 2-1-16,2-2 1 0,2 1-3 0,-1 0 0 15,0-3 1-15,1 0 3 0,-1 1-1 0,-1 1 2 16,-4 0 3-16,-2 2-4 0,-2 1 2 0,-2 2 11 16,-6 1 6-16,1 3 3 0,-4 2 10 0,0 0 4 15,-3 4 8-15,1-2 4 0,-3 2 0 0,1 7 7 16,-4-9-2-16,4 9-8 0,-8-4-2 0,8 4-1 16,-18 11-4-16,2-2-1 0,-3 7-1 0,-1 2 1 15,-2 3-6-15,-1-2 2 0,9 2-5 0,5-6-3 16,1 2 1-16,6-2-3 0,-1 3-3 0,6-1 0 15,2 0-4-15,1-2-16 0,4-1-34 0,2-4-36 16,5 2-46-16,2-2-66 0,6-1-68 0,-3-2-188 16,5-4-482-16,-6 1 214 0</inkml:trace>
  <inkml:trace contextRef="#ctx0" brushRef="#br0" timeOffset="4899.16">8280 3233 25 0,'-9'-5'201'16,"-4"1"-18"-16,3 3-12 0,-4 2-8 0,1 2-3 0,-5 4-7 15,-5 7-2-15,0 0 16 0,1 7-9 0,1 2-10 16,1-1-6-16,1 3-16 0,4 4-8 0,1-6-11 16,4 2-9-16,2-2-10 0,4-2-5 0,2-3-12 15,5 0 0-15,1-1-11 0,1-1-7 16,4 0-2-16,0-3-4 0,4 0-8 0,2 0-1 16,3-4-5-16,1-1 1 0,2-2-7 0,1-3 2 15,6 0-5-15,0-2-5 0,-5-2-1 0,2-2-3 0,2-2 3 16,0-1-2-16,-5-1-1 0,3-3-1 0,-8 2-6 15,-1-2 0-15,-3-1-3 0,0-1 4 0,-1-2-4 16,-3 0 2-16,-2-1-2 0,0 0 1 0,-5-1-8 16,-1 1 7-16,1-2-5 0,-2 6 3 15,0 1-1-15,-2 3 0 0,2 7-1 0,-2-14 1 16,2 14-10-16,-1-8 3 0,1 8 1 0,0 0-5 0,0 0 3 16,0 0 1-16,-12 21 4 0,8-11-1 0,3 6-2 15,0 1 1-15,1-1-2 0,1-3 2 0,3 1 1 16,1-3 0-16,1 0 4 0,3 2-3 0,3-1 0 15,3 0 1-15,-2-3-5 0,3 0 13 16,1-1-7-16,2-7 4 0,-2 0-4 0,5 1 4 16,6-5-2-16,-1-1 1 0,-7-2 1 0,-1 1 0 0,0-2-4 15,-4-1 6-15,-3-1 1 0,-3 1-2 0,-1-3-5 16,-4 2 5-16,-2-2-1 0,-2-2 1 16,0-3-4-16,-5 0 5 0,-1 0-3 0,-2 0 0 15,-6 0-6-15,2 1 3 0,-5 3-1 0,1-2-5 16,-2 4-3-16,3 1-7 0,-1 1-16 0,3 4-14 15,-5 1-25-15,0 3-18 0,0 3-24 0,1 3-18 16,-1 0-47-16,3 2-40 0,-1 2-172 0,-2-2-421 0,7 0 187 16</inkml:trace>
  <inkml:trace contextRef="#ctx0" brushRef="#br0" timeOffset="5154.78">8847 3248 1662 0,'10'-27'62'0,"-5"8"-6"0,-3 0 25 16,-1 0-19-16,-1 2-14 0,0 5 18 0,1 1 18 16,-1 1 11-16,0 2 2 0,0 0 0 0,0 8-12 15,2-13-12-15,-2 13-6 0,0-6-11 0,0 6-9 16,0 0 0-16,0 0 6 0,9 23-1 0,-7-6-5 16,3 9 4-16,0 2-1 0,2 0-4 0,-2 7-6 15,-1-4-3-15,0 0 3 0,1-1-9 0,1-1-2 16,-2 1 0-16,-2-2-4 0,2 0-3 0,1-2-11 15,-3 0-22-15,-1-7-25 0,0 1-33 0,1-1-33 16,0-2-40-16,-1-2-53 0,1-2-43 0,0-1-189 16,-6-2-460-16,4-10 204 0</inkml:trace>
  <inkml:trace contextRef="#ctx0" brushRef="#br0" timeOffset="5374.34">9061 3141 240 0,'0'-4'229'16,"0"4"-23"-16,1-10-25 0,-1 10-10 0,0 0-16 15,0 0 4-15,0 0-8 0,2 29 1 0,-4-10-6 16,4 8-9-16,0 4-11 0,-5-2-18 16,2 0-8-16,1 3-9 0,0-3-4 0,2 1-13 15,-3-2-11-15,1 0-2 0,3-2-33 0,-2-7-32 16,3 7-47-16,0-7-57 0,-4-1-52 0,1 0-65 0,-1-1-129 15,1-6-382-15,-1-11 170 0</inkml:trace>
  <inkml:trace contextRef="#ctx0" brushRef="#br0" timeOffset="5650.73">9268 3589 137 0,'14'-8'212'0,"0"-2"-4"16,1-1-5-16,-1-1-9 0,-1 0-10 0,2 0-13 15,-2 0-11-15,1-2-15 0,0-1-12 0,-1 0-10 16,1 0-8-16,1-5-5 0,-3 4-8 0,-5-2-4 16,0 1-11-16,-1-2-6 0,-1 2-10 0,-2-2-1 15,1 3-8-15,-4 3-9 0,-2 6 1 0,0-2 2 16,1 1-5-16,1 8-4 0,-4-9-6 0,4 9-7 16,0 0-1-16,-17 4-8 0,8 4-1 0,-6 6 5 15,1 8-9-15,-3 1-3 0,4-2-3 0,1 2 1 16,4-6-4-16,2 2 0 0,4-1-4 0,2 0-6 15,0 0-13-15,4 0-30 0,4-1-25 0,1-2-42 16,2-1-44-16,3-2-60 0,4-3-223 0,1 0-472 16,1-2 209-16</inkml:trace>
  <inkml:trace contextRef="#ctx0" brushRef="#br0" timeOffset="5879.15">10047 3266 27 0,'-10'-4'232'0,"-4"4"-5"0,-1 0-15 16,-3 5-9-16,1 2-17 0,-1 3-11 0,0 2 0 15,-2 5-11-15,-1 0-10 0,9-3-9 0,1 3-10 16,1-1-14-16,2 3-5 0,3-2-17 16,5 0-10-16,3 0-4 0,1 0-7 0,2 1-12 0,4-2-2 15,1 0-10-15,3-2-28 0,1-1-27 0,2-1-32 16,2-1-40-16,-1-2-47 0,6-1-51 0,-4-5-54 15,1 1-144-15,-2-5-399 0,1-1 177 0</inkml:trace>
  <inkml:trace contextRef="#ctx0" brushRef="#br0" timeOffset="6122.84">10300 3102 82 0,'-4'-17'250'0,"2"5"3"0,-1 1 4 0,3 1-3 15,-2 0-16-15,0 4-23 0,2 6-28 16,0 0-19-16,-2-6-16 0,2 6-13 0,2 23 2 16,0-3-12-16,-5 10 4 0,3 2-6 0,-4 2-3 15,3 1-5-15,-3 11-3 0,4-13-22 0,0-1-5 16,-1-1-5-16,0 0-13 0,1-3-7 0,1-1 2 16,-1 0-12-16,0-3-6 0,-1-5-15 0,-1 0-35 15,2-2-29-15,0 0-32 0,0-5-35 0,0-1-42 16,0 0-43-16,0-11-51 0,-3 16-44 0,-1-12-165 15,4-4-481-15,-9 5 213 0</inkml:trace>
  <inkml:trace contextRef="#ctx0" brushRef="#br0" timeOffset="6493.23">10186 3342 62 0,'7'-4'148'0,"3"2"-6"0,1-1-9 0,2 0 1 15,3 3-9-15,0-2-11 0,2 1-11 0,0 1-4 16,0 1-10-16,0 1-7 0,0 0-9 0,-5 0-3 16,1 2-5-16,-3 1 0 0,1-1-3 0,-2 1-7 15,-1 3-3-15,-3-2 2 0,2 2 4 0,-3 0-9 16,-1 1 0-16,1-1-9 0,-1 2 0 0,-2-2 10 16,3 3-2-16,-1-1-2 0,0-1-2 0,2-1 4 15,0 0-1-15,0-3-4 0,2 2 4 0,-1-1 1 16,2-2 3-16,3 0-3 0,-2-2-7 0,0 0-2 15,2-2 0-15,0-1-3 0,-1-2-2 0,-1 3-3 16,1-4 1-16,-2 0-2 0,2-2 3 16,-2 0-2-16,-3-3 2 0,-1 0-4 0,3 0 2 15,-6-3 2-15,1 1 0 0,-5-5-5 0,1 4-7 0,-1-4 2 16,-3 1 0-16,-2 1-7 0,-2 0 4 0,-2 3-10 16,-3 0-6-16,2 3-16 0,-3 1-21 0,-2 3-9 15,-2 2-31-15,0 4-22 0,0-1-42 16,0 5-37-16,2 2-39 0,-1 3-180 0,-6 2-425 15,8 0 188-15</inkml:trace>
  <inkml:trace contextRef="#ctx0" brushRef="#br0" timeOffset="6896.52">10646 3579 163 0,'13'-6'245'0,"-2"0"-12"0,4-2-8 0,-5 1-10 16,3-6-5-16,0 3-9 0,-4-4-20 0,2 1-10 15,2-2-18-15,-4 1-10 0,1 0-18 0,-1-3-14 16,0 2-11-16,-3-3-11 0,-1 4-4 0,2-6-10 16,-2 2-8-16,-2-9-10 0,-2 11-7 0,0 0-4 15,2-1-4-15,-3 0-7 0,-3 5 0 0,1-1 5 16,-4 4-15-16,3-1-1 0,-4 2-3 0,-3-2-2 16,4 5-1-16,-3-3-1 0,1 4-6 0,-2 0 3 15,1 1-2-15,2 1-1 0,7 2-3 0,-7-3-4 16,7 3-5-16,0 0-3 0,-7-7-5 0,7 7 2 15,0 0 2-15,0 0 0 0,0 0 0 0,0 0-1 16,20 10 2-16,-10-7-1 0,6 1-1 0,1-2 3 16,5 0-1-16,-5-1 2 0,3 0 2 0,-1 2 1 15,-5 0-4-15,-1 0 4 0,0-1-3 0,-1 2-1 16,-1 1-3-16,-1 0 9 0,-1 4 0 0,-3 1 4 16,0-1 1-16,1 2 8 0,-3 1 1 0,2 5 4 15,-2 1 1-15,-2-1 9 0,0 0-9 0,-1 1 1 16,-1-1-4-16,3 1-4 0,-5 0-1 0,4-2 1 15,-2 1-20-15,2-4-33 0,-1-1-47 0,1 1-63 16,0-2-80-16,2 0-262 0,-3 0-529 0,3-5 234 16</inkml:trace>
  <inkml:trace contextRef="#ctx0" brushRef="#br0" timeOffset="7418.36">11805 3605 188 0,'15'-26'194'0,"0"-1"-5"16,5-2 4-16,-4 1-18 0,2-1-12 0,0-2-12 16,-2 0-8-16,2-1-12 0,-1 1-10 0,2-12-10 15,-5 15-15-15,0-1-6 0,-2-3-9 0,-1 1-7 16,-2 2-4-16,-4 13-1 0,-1-3-7 0,0 1 0 16,-3 2-8-16,0 4-4 0,-2 1-6 0,0 3-6 15,-1 1-4-15,2 7-7 0,-7-10-1 0,3 8-2 16,-8 2-5-16,0 6 0 0,-11 7-3 0,1 0 1 0,-1 3-4 15,-1 2-1-15,3-1-2 0,1 0-4 16,6-2-2-16,4-1-5 0,2 0-15 0,4-2 3 16,1 1-5-16,6 1 7 0,6 2-4 0,2-1 2 15,10 4-4-15,1 0 2 0,6-2 5 0,5 2-2 16,-2-3 25-16,3-2 0 0,-5 2-2 0,1-2-4 0,-4 1 0 16,-2-1 10-16,-8-1-12 0,0-4 3 15,-2 1-7-15,-5-2 4 0,-1 2-1 0,-1 0 1 16,-4-5-3-16,-1 2 5 0,-2 0-2 0,0-7 1 15,-7 13-1-15,0-5 0 0,-1 0 0 0,-3-3-4 16,1 3-7-16,-7-4-13 0,3 1-17 0,3-3-29 16,-6 5-33-16,4-6-47 0,2 0-54 0,-3-1-168 15,2 0-397-15,2-2 176 0</inkml:trace>
  <inkml:trace contextRef="#ctx0" brushRef="#br0" timeOffset="7807.25">12511 3275 117 0,'0'-9'251'0,"0"-1"-8"0,-2 1 8 15,-1 0-22-15,-5 2-22 0,1-1-13 0,-3 2-19 16,2 3-18-16,-3 3-13 0,-1 0-12 0,-5 3-12 16,-1 5-18-16,4 3-3 0,-2 2-9 0,-1 7-10 15,7-4-10-15,1 1-3 0,1 0-8 0,4 0-7 16,0 0-5-16,4 2-3 0,3-2-8 0,1-1 3 15,6 0-4-15,0-2-1 0,2 0-8 0,3-4-1 16,-1 0-3-16,0-3-2 0,4-2-1 0,-5-3-4 16,-3 0-4-16,4-2-4 0,2 0 3 0,-4-3 4 15,-4-1 0-15,1-3-4 0,-1 0 0 0,0-2-3 16,-4-3 0-16,3 1-1 0,-3-4 1 0,2-3-3 16,-4 3-1-16,0 3 2 0,0 0 1 0,-2-1 2 15,2 3-2-15,-2 1 6 0,0 0 7 0,0 9-12 16,-2-9-5-16,2 9 4 0,0 0-15 0,0 0 13 15,0 0-3-15,0 0 3 0,0 0-3 0,0 36 0 16,0-19-1-16,-2 2 3 0,2 1 0 0,2-1 1 16,0 0-8-16,1 5-16 0,1 1-35 0,0-7-52 15,-1 0-66-15,8-2-74 0,-4-1-218 16,4-2-504-16,-5-3 223 0</inkml:trace>
  <inkml:trace contextRef="#ctx0" brushRef="#br0" timeOffset="8078.36">12956 3317 1708 0,'0'-32'34'0,"2"2"11"15,-4 3 12-15,0-1 8 0,0 7 24 16,-6 2 5-16,6 2 27 0,0-1 0 0,0 9 11 0,-1-2 1 16,1 3-4-16,2 0-11 0,0 8-15 0,0-9-17 15,0 9-8-15,0 0-10 0,0 0-2 0,0 0 6 16,0 40-1-16,-4-14-9 0,2 4 2 15,-2 3-7-15,1-1-3 0,-2 0-5 0,3 2-3 16,2-2-7-16,-3-1-2 0,2 1-6 0,-2-4 6 16,3-1-4-16,0-6-6 0,0 3-17 0,0-6-22 0,0 1-35 15,0-3-31-15,0-2-33 0,0-2-39 0,0-2-43 16,0-1-33-16,0-2-38 0,0-7-22 16,-4 8-143-16,4-8-463 0,0 0 205 0</inkml:trace>
  <inkml:trace contextRef="#ctx0" brushRef="#br0" timeOffset="8867.43">12808 3344 122 0,'6'-2'151'0,"8"-2"-14"0,-1 2-3 0,2-1-8 16,6 0 6-16,-1 3-24 0,3 0-8 0,-1-3-10 15,-2 3-8-15,1 0-6 0,-1 0-5 0,2 1-11 16,-9-1 2-16,-1 2-7 0,1 0 0 0,-6 2 3 15,0 1 5-15,-2 0-6 0,-1 1 3 0,0 3 2 16,-3 0 0-16,1 3 9 0,-2 1-4 0,0 2-5 16,-2-2 2-16,2-1 1 0,-1 4 0 0,1-3 0 15,1-1-6-15,3-1-4 0,-2-1 0 0,2 0-2 16,4-2-5-16,-4 1-5 0,5 0-2 0,0-5 1 16,5 2-5-16,-1-3-3 0,5-1-3 0,1-1 3 15,2-3-7-15,0 0-4 0,-2-2-5 0,0-1 1 16,-1-2 1-16,-1-1 2 0,-5 2-11 0,-3-3 3 15,2 1 0-15,-1-5-4 0,-4 2-1 0,1-4 3 16,-1-3-8-16,-2 2 7 0,-4-2-3 0,3 2-2 16,-1-2-1-16,-4 1-1 0,2 5 2 0,0 0 0 15,0 1 4-15,-1 4 6 0,-3 1-4 0,4 6-2 16,-2-10-3-16,2 10-2 0,0 0-2 0,0 0-1 16,0 0 2-16,0 0 0 0,0 0 9 0,-6 29-1 15,6-15 1-15,-3 2 7 0,3 1 11 0,0 3 4 16,0-4 1-16,0 2 6 0,3-3-6 0,1 4-1 15,2-3-1-15,-1-2-2 0,4 0 1 0,0-1-1 16,2 1-1-16,-1-5 0 0,5 2-10 0,-5-4-11 16,3-1 15-16,2 1-4 0,3-3-1 0,1-2-2 15,-2 0-3-15,-3-4-4 0,3 0 3 0,0-2-5 16,0 2 8-16,-3-3-9 0,-1 1-3 0,1-6-7 16,1 1 0-16,-6 0-11 0,5-1-11 0,-3-4-5 15,1 1-10-15,-3-3-10 0,1-1-1 16,-3-1-1-16,0 2-3 0,-4-3 4 0,-3-1 2 0,0 1-1 15,-2-2 2-15,-1 3 6 0,-4 0 4 0,2 3 5 16,-1 0 2-16,2 4 2 0,-1 1-2 0,-7-4 10 16,4 9-2-16,-3-2 3 0,1 3 3 0,1 1 5 15,-4 0-4-15,2 3 4 0,-3 0-1 0,4 2 2 16,-2-2-2-16,5 3 4 0,7-3-4 0,-11 3-1 16,6-1 1-16,5-2 3 0,-4 8 3 0,4-8-1 15,0 0 3-15,0 0 0 0,18 11 7 16,-1-6 1-16,4-2 5 0,0-1-4 0,8 1 1 0,0-1 3 15,-9-2-1-15,2 1 3 0,-1 0-3 0,-4 2 2 16,1-1-2-16,-2 1 2 0,-4-1 2 0,1 3-1 16,-2 1-2-16,-2 1 11 0,-2 2 7 15,-1-1-2-15,-2 1 11 0,2 4 1 0,-4-3 0 16,0 2 0-16,0 2-3 0,-4-3-1 0,2 5-6 0,-2-3 1 16,0 0-5-16,-3-2-5 0,2 5-28 0,-1-4-35 15,2 0-35-15,-2-1-38 0,3-1-53 0,1 0-63 16,0-1-30-16,1-1-162 0,7-3-460 0,4 0 203 15</inkml:trace>
  <inkml:trace contextRef="#ctx0" brushRef="#br0" timeOffset="9257.84">14229 3284 213 0,'-11'-1'219'0,"-7"3"-1"0,2 4 1 0,-10 5-2 15,3 4-9-15,2 2-2 0,2 2-17 16,-2 2-12-16,3 1-13 0,3-2-3 0,4-2-15 16,1-1-12-16,6 0-13 0,2 0-13 0,1-2-10 15,2-1-8-15,3 1-11 0,2-5-8 0,2 4-4 16,3-5-13-16,2 0-1 0,3-3-16 0,1-2-9 16,4-2-17-16,-2-1-5 0,-2-3-4 0,-3 1 0 15,3-6-2-15,-5 3 2 0,1-2 2 0,-4-1-2 16,-1-1-3-16,2 0 4 0,-3-2 0 0,-3 0 0 15,2 0-1-15,2-6 1 0,-4 4 0 0,-1-3 0 16,-1 4 10-16,2 0-5 0,-4 3 0 0,3-2 0 16,-1 3 8-16,-2 7-9 0,2-8 12 0,-2 8-5 15,3-7-1-15,-3 7 5 0,0 0 1 0,0 0 2 16,0 0 4-16,0 22 3 0,0-11-1 0,2 1-2 16,-4 3 4-16,2 1-1 0,0 0-5 0,0 0-2 15,4-1 5-15,-2-2-8 0,2 2-7 0,1 0-37 16,3 1-29-16,0-2-50 0,-3-3-38 0,1 0-43 0,1-2-62 15,4 0-251-15,-4-4-538 0,1 1 238 16</inkml:trace>
  <inkml:trace contextRef="#ctx0" brushRef="#br0" timeOffset="9527.76">14573 3278 1486 0,'2'-30'78'0,"0"3"63"0,0 3 0 0,-2 5-8 15,0 7 2-15,-2 1 12 0,0-1-7 0,2 3-1 16,-3-1-19-16,3 10-4 0,-1-10-14 0,1 10-7 16,0 0-2-16,0 0 8 0,0 0 12 0,-5 29 5 15,7-8-5-15,1 4 8 0,-4 5-11 0,3 0 3 16,-1-1-17-16,3 0-4 0,-2 0-8 0,3 0-3 16,-3-2-1-16,1 1-7 0,1-3-5 0,-2 3-14 15,2-4 0-15,-3-6 2 0,1 1-10 0,-2 0-12 16,2-1-21-16,0 0-31 0,-2-2-37 0,0-4-39 15,0-1-38-15,-2 0-29 0,0 0-33 0,-1-2-46 16,3-9-44-16,-6 11-40 0,0-6-207 16,6-5-575-16,-12 4 254 0</inkml:trace>
  <inkml:trace contextRef="#ctx0" brushRef="#br0" timeOffset="9816.7">14428 3411 8 0,'0'0'212'0,"0"0"-21"0,-4-10-17 0,4 10-13 16,0 0-17-16,6-7-13 0,5 2-9 16,0 3-13-16,9-1-8 0,9 1-9 0,0-2-5 0,1 1-15 15,5 0-3-15,-3-1-7 0,-5-1-10 0,5 3-1 16,-10 1-9-16,-4 0 0 0,-1-1-2 0,-3 1 0 16,-2 0 2-16,0-1 2 0,-7 1-6 15,4 1 2-15,-9 0-5 0,10 1-2 0,-10-1 13 16,6 7 16-16,-2-1-2 0,0 0 3 0,-1 2 9 15,-1 1-1-15,-2 4-6 0,3-1 16 0,-6 2-16 16,3-2 6-16,0 4-11 0,0-1-4 0,0 2-3 0,-2-1-9 16,2-3 3-16,-2 1-7 0,2 3-11 0,-1-5-30 15,1 1-40-15,0-2-53 0,-1 1-61 16,2-2-73-16,-2-1-222 0,1-9-488 0,-4 13 216 16</inkml:trace>
  <inkml:trace contextRef="#ctx0" brushRef="#br0" timeOffset="9994.69">14851 3130 52 0,'0'0'149'0,"-4"-5"-24"0,4 5-18 0,0 0-48 16,0 0-41-16,0 0-41 0,7 28-59 0,-2-17-87 15,2 3 39-15</inkml:trace>
  <inkml:trace contextRef="#ctx0" brushRef="#br0" timeOffset="10578.76">15124 3346 205 0,'-6'6'240'0,"0"1"-2"0,-3 0-10 0,0 2-5 15,2 4-10-15,0-2-11 0,-2 4-9 0,1-1-18 16,-1 1-10-16,3 1-16 0,-1-1-13 0,2-1-18 16,4-2-11-16,-3-2-11 0,4 1-8 0,4 1-7 15,0-2-5-15,2 0-18 0,0 1 8 16,1-4-9-16,2-1-7 0,2 1-3 0,0-3-8 0,0-1-2 16,2-2-6-16,-3 0-10 0,-1-1 9 0,5-1-5 15,-2 0-11-15,-3-5-9 0,2 2 0 0,-3-4-8 16,-1 0 3-16,0-1-9 0,-1-1 1 0,-1-2-9 15,-5-3-5-15,4 0 4 0,-4-2-4 0,0 0 5 16,0 0 0-16,-2 1 3 0,2 3 0 0,0 0 3 16,0 1-2-16,3 0 4 0,-3 3 2 15,0 9 4-15,-3-13 6 0,6 8-2 0,-3 5-4 16,0-9-3-16,0 9 1 0,7-2 0 0,-7 2 4 0,0 0 5 16,18 17 5-16,-11-8 8 0,4 5 2 0,0 2-4 15,-2 0 8-15,1 2 3 0,2-1 0 0,-5-2-4 16,1 2 0-16,1-3-1 0,-3 1-1 0,-2-3-1 15,1-3 1-15,-1-1-1 0,0-2 0 0,-3-1-4 16,1 2 12-16,-2-7-11 0,4 6 28 16,-4-6 4-16,0 0-2 0,0 0-4 0,0 0-1 0,0 0-19 15,0 0 16-15,0 0-8 0,0 0-3 0,0 0-5 16,-1-32-8-16,2 23-1 0,3-3-3 0,0-5 1 16,3 0-3-16,2 0 0 0,7-7-4 15,-2 3 3-15,7 2-10 0,-7 2 1 0,8 2-1 16,-7 2-3-16,0 3 3 0,1 1-2 0,-6 3-1 15,0 2 1-15,3 4 3 0,-3 2 1 0,0 2-2 0,0 4 0 16,-2-1 6-16,3 5 1 0,-1 2 2 0,-4 0-3 16,-1-1 4-16,2 1 0 0,-1 3-5 0,-1-1 3 15,0-1 2-15,-3 2-14 0,1-1-28 0,-1-2-46 16,-2-4-54-16,1 3-51 0,-1-2-99 16,-1-1-260-16,-2 0-589 0,3-10 261 0</inkml:trace>
  <inkml:trace contextRef="#ctx0" brushRef="#br0" timeOffset="12378.6">16540 2969 163 0,'-5'-12'243'0,"1"8"5"0,-2 0-13 15,-4 1-15-15,1 0-20 0,-3 1-13 0,-5 4-11 16,-1 2-16-16,-2 2-2 0,-6 10-6 0,-2-2-12 15,2 9-4-15,0 3-9 0,3 2-14 0,-1 0-9 16,-3 12-1-16,9-9-12 0,3-2-4 0,5 0-8 16,0 1-7-16,4-3-9 0,1 1-5 0,5 0-12 15,4-5 2-15,3 2-5 0,-2-6-7 0,7 3 0 16,-1-6-4-16,5 4-1 0,5-5-7 0,0 0-3 16,5-2-10-16,2-2-18 0,1-3-6 0,3-1-13 15,-1-3-15-15,0 1-13 0,-2-4-7 0,-2-1-5 16,-5-1-8-16,0-2 5 0,-2-3-2 15,1-1-4-15,-4 0 4 0,-3-5 9 0,2 2 9 16,-3-4 2-16,-1-1 5 0,-3-2 5 0,-1-1 4 0,1-1 6 16,-2-4 4-16,-1-2 4 0,-3 1 8 0,-1 6 6 15,2 1 9-15,-4 4 9 0,1 1 16 0,-1 3 5 16,1 1 3-16,0 1-2 0,-1 7 1 0,0-11-6 16,0 11-6-16,0 0-7 0,0-9 3 0,0 9-1 15,0 0 7-15,0 0 10 0,-1 33 0 16,0-14 0-16,0 0-1 0,1-2 3 0,0 3-2 15,-2 6-3-15,2-7-1 0,0-2-3 0,0-1 0 16,3 2-7-16,1-2 10 0,1-3-10 0,-1-2-1 0,2-1 3 16,-1-1-1-16,2-1-5 0,-1-1-1 0,1 0 1 15,1-4 0-15,1 1 0 0,-2-2-3 0,1 0 1 16,0-2 5-16,-8 0-3 0,13-2-6 0,-3-4 3 16,-2 1 0-16,-2-3 1 0,1-1-6 15,0-1 0-15,0-1 2 0,-3-1-3 0,3-3 1 16,-3-4-3-16,1 1 0 0,-2-3-6 0,0 4 2 0,0-9 5 15,0 8-7-15,-3 0 0 0,2 3 0 0,-1 3 3 16,2 2 6-16,-4 1-2 0,1 1 1 0,0 8-2 16,0 0 2-16,0-11-7 0,0 11 1 15,0 0-9-15,0 0 9 0,0 0 1 0,0 0 8 16,-2 29 3-16,1-12 1 0,1 2-1 0,-1-1 3 16,0 1-3-16,1-1 3 0,1-1-1 0,1 2 0 0,0 0-2 15,0-5-3-15,1-1 3 0,-2-1 2 16,3-1 3-16,4-2-2 0,-2 1-2 0,2-1-3 15,1-2 4-15,3 0-9 0,-1-4 13 0,1 2-3 16,0-1-2-16,6-1 2 0,-5-3-2 0,1 1-4 16,0-4 4-16,-3 1-1 0,3-2-3 0,0-1-3 15,-1-2-1-15,1-2-1 0,-2-4-3 0,-1 2-6 0,-1-3-2 16,-2 0-5-16,1-4-6 0,-3-1 0 16,0 1-4-16,-3-7-2 0,-1 5 0 0,-2-5 8 15,-3 2-7-15,-1 4 6 0,-2 2-2 0,1 2 3 16,-2-1 5-16,1 6-4 0,0 1 1 0,-2 2 1 15,-1 0-1-15,0 2-4 0,1 1 6 0,1 3 2 16,-5 0-1-16,12 1 5 0,-13 1-11 0,13-1 7 16,-12 5-1-16,8-1 3 0,4-4 0 0,-5 7-1 15,5-7 2-15,0 8 0 0,0-8-1 0,0 0 4 16,9 15 1-16,-2-12 0 0,2 0 3 0,4 0-1 16,5-1 2-16,4-1-1 0,-3 1-2 0,9-1 11 15,-6 0-8-15,-3-2 1 0,1-2 0 0,-2 1 1 16,-1 2 0-16,1-3 0 0,-7 3-2 0,1-1 3 15,-6 1 0-15,0-3-2 0,-6 3-7 0,11 0 4 16,-11 0-2-16,10 1 1 0,-10-1 2 0,8 5 5 16,-5 0-2-16,1 0 3 0,0 4 3 0,-1 0 1 15,2 2 9-15,-3 2 0 0,1 1-2 0,-1-1 3 16,2 2-4-16,-2 2 3 0,1 2 4 0,-1-3-1 16,2-1-1-16,1 1 2 0,1-5-2 0,-4-1 7 15,5 1-9-15,-1-3 4 0,2 2-2 16,1-2-5-16,0-1 0 0,0 0 1 0,2-3-2 0,0 2 2 15,-1-3 2-15,1 0-3 0,-1 0-1 0,-2-3 0 16,5-2-13-16,-2 1 13 0,0-2 0 0,-2 0-6 16,0-1 4-16,0-4-2 0,-3 0-6 0,3-3-10 15,-3 2 0-15,1-6-17 0,-2-2 2 0,-3 4 1 16,5-12 3-16,-7 10-13 0,0-4 4 0,-4 1 1 16,0 0-8-16,2 1 10 0,-4 0 3 0,1 2 0 15,1 2 0-15,-1 3 4 0,-1-2 0 0,0 4 4 16,0-1-1-16,1 1 4 0,1 3 0 0,4 5 0 15,-6-9-3-15,6 9 3 0,-5-7 0 0,5 7-2 16,-4-7-1-16,4 7 3 0,0 0-1 0,0 0 3 16,0 0-2-16,15-3 3 0,-4 3-1 0,3 1 1 15,4-1-2-15,-1 0 6 0,1-1-3 0,0 1 4 16,-5 1-2-16,0-1-7 0,0 2 9 0,1 1-2 16,-5-1 2-16,1 0-1 0,1 4 7 0,-2-2-7 15,2 1 3-15,-3 1 1 0,1 3-2 0,0 1 2 16,-3 1 2-16,-1 3 1 0,-2 3-2 0,-1 0 2 15,0 0-2-15,-2 1 2 0,0 0 1 0,-1-2-2 16,2 1 1-16,-2-2-1 0,3 2-6 16,1-5 12-16,0-3-7 0,-1 1 4 0,1 0-2 0,2-1 5 15,1-1 1-15,-1-2-6 0,3 1 11 0,2-2 10 16,2 0-8-16,-2-1 4 0,3-3 1 0,3-1-4 16,1 0 2-16,2-1-6 0,-1-3 4 0,-5 2-1 15,6-3-1-15,-5-2 0 0,-2 0 3 16,3-2-8-16,-2-2 1 0,-2 2-1 0,-2-3-3 15,3-2 8-15,-4-1-10 0,2 1 7 0,-4-1-3 0,-2-2-5 16,0-2-2-16,-1 3 3 0,1 1-1 0,-3 4 1 16,-1-1-5-16,-1 4 2 0,-1-2-5 0,-1 4 3 15,3 6 5-15,-5-10-9 0,5 10 0 16,-9 0 1-16,9 0-1 0,-20 11-2 0,8-2 5 0,-1 4 0 16,-1-1-18-16,0 4 4 0,0-2 17 15,4 0-5-15,2 1-11 0,-2 2-30 0,4-2-39 0,-1 1-31 16,3-1-9-16,3 0-34 0,4-2-54 0,7 0-66 15,3-1-197-15,1-2-512 0,2-1 227 0</inkml:trace>
  <inkml:trace contextRef="#ctx0" brushRef="#br0" timeOffset="12774.45">18335 3343 76 0,'4'-4'228'0,"-4"4"-6"16,0 0-3-16,0 0-2 0,15 10-5 0,-11 1-9 16,-2-1-10-16,1 2-9 0,-2 1-4 0,2-2-14 15,-1 2-8-15,-2 0-9 0,3-3-15 0,-3 1-11 16,0 0-9-16,1-1-13 0,-1-1-20 0,0-3 14 16,0-6-14-16,0 9 2 0,0-9-5 0,-4 8 10 15,4-8 8-15,0 0-7 0,0 0-10 0,0 0-8 16,0 0-8-16,0 0-9 0,0 0 0 0,0 0 0 15,0 0-12-15,3-32 0 0,-1 22-3 0,2-2-11 16,0 0 0-16,4-4-8 0,-1 1 0 0,5 0 2 0,-1-2-7 16,5-5 0-16,-2 8 0 0,-4 0-6 15,5 0 3-15,-1 3 0 0,-3 3-12 0,-2 1 2 16,0 2-4-16,-1 1 4 0,-1 4-2 0,-7 0-2 16,14 4 4-16,-9 1 3 0,1 3-8 0,3 7 5 15,-4-5-1-15,2 2 8 0,-2 2-10 0,1 5 5 16,-2-2 0-16,-3 2-25 0,2-1 18 0,2 1-22 15,-1-2-38-15,-1-2-31 0,0 2-48 0,2-6-53 16,-1 2-50-16,-1-3-62 0,1-1-225 0,0-1-577 16,-4-8 255-16</inkml:trace>
  <inkml:trace contextRef="#ctx0" brushRef="#br0" timeOffset="13135.27">18930 3183 1947 0,'1'-26'86'0,"-1"-1"-13"16,-1 11 31-16,-1 4 19 0,-3-5-12 0,3 6-8 15,1 3-1-15,0-3 8 0,0 3 0 0,-1 2 7 16,2 6-4-16,-1-11-4 0,1 11-27 0,0 0 4 16,0-7-2-16,0 7-17 0,0 0-7 0,0 0 9 15,0 0-5-15,1 36 0 0,1-17 15 0,-1 5-1 16,0 1-6-16,2 3-7 0,2-4 9 0,-4 7-1 15,-1-3-2-15,1 0-2 0,2 1-3 0,-3-4-1 16,1 1-22-16,-1 2-4 0,0-8 13 0,0 5-6 16,0-7-2-16,0 0-8 0,0-3-3 15,1 2-5-15,1-6 9 0,-1 5-8 0,2-5-3 0,0 0 2 16,1 0-6-16,0-2-5 0,2 1 1 0,1-1 0 16,0-1-5-16,1 0-1 0,1-1-13 0,0 0-22 15,3-3-17-15,7 0-35 0,-6-2-28 0,4 0-37 16,0-2-32-16,1 2-24 0,-4-4-34 0,3-2-56 15,2-2-25-15,-7 1-266 0,-2-1-625 0,1-1 277 16</inkml:trace>
  <inkml:trace contextRef="#ctx0" brushRef="#br0" timeOffset="13308.45">18792 3260 26 0,'0'0'237'0,"-9"-5"-7"0,9 5-3 0,0 0-15 16,-2-6-19-16,2 6-17 0,0 0-15 0,24-8-19 0,-5 3-12 16,11 3-12-16,5-3-29 0,0 0-41 0,-1 1-68 15,3 1-70-15,-2-3-58 0,1 4-141 0,-3-1-313 16,3-1 140-16</inkml:trace>
  <inkml:trace contextRef="#ctx0" brushRef="#br0" timeOffset="13498.42">19447 3178 61 0,'0'0'282'0,"6"-5"9"0,-6 5 1 15,0 0-10-15,0 0 5 0,8-4-25 0,-8 4-36 16,0 0-5-16,0 0-21 0,0 0-28 0,5-4-22 16,-5 4-43-16,0 0-28 0,0 0-32 0,5 10-34 15,-5-10-40-15,9 10-44 0,-7-4-32 0,5 3-35 16,-3 2-27-16,-1-1-25 0,1 6-27 0,-2 0-127 15,-2 0-372-15,0-4 165 0</inkml:trace>
  <inkml:trace contextRef="#ctx0" brushRef="#br0" timeOffset="13643.54">19464 3439 65 0,'-3'8'120'0,"3"-8"16"0,-4 8 4 0,4-8 2 16,0 7-2-16,0-7 1 0,0 0-13 0,-2 8-3 15,2-8-13-15,0 0-5 0,6 8-14 0,-6-8-6 16,6 7-5-16,-1-5-8 0,3 0-35 0,-1 1-44 15,2-3-67-15,2 1-62 0,0-1-120 0,1-1-274 16,0-2 121-16</inkml:trace>
  <inkml:trace contextRef="#ctx0" brushRef="#br0" timeOffset="13805.42">19792 3333 242 0,'0'0'247'0,"0"0"-11"0,0 0-27 16,0 0-24-16,0 0-18 0,0 0-19 0,0 0-18 16,12 3-32-16,-12-3-42 0,9 3-55 0,-2-1-73 15,-7-2-74-15,0 0-105 0,11 0-271 0,-11 0 121 16</inkml:trace>
  <inkml:trace contextRef="#ctx0" brushRef="#br0" timeOffset="15576.77">4177 4478 118 0,'0'0'124'0,"0"0"-15"15,-6-4 0-15,6 4-15 0,0 0 2 0,-5-4-4 16,5 4-2-16,0 0-10 0,0 0 3 0,-7-4-14 16,7 4 1-16,0 0-11 0,-5-6-8 0,5 6-5 15,0 0 1-15,-4-5-12 0,4 5 0 0,0 0-6 16,-3-7-2-16,3 7-6 0,-3-8 2 0,3 8-3 15,0 0 0-15,-1-9-9 0,1 9 4 0,-5-10 0 16,5 10-4-16,-3-10 0 0,1 5-5 0,2 5 3 16,-3-11-2-16,0 4 2 0,3 7-6 0,-2-11-8 15,2 11-4-15,-3-11-4 0,3 11 3 0,-1-10 3 16,1 10 0-16,-1-9-8 0,1 9 16 0,-2-7-12 16,2 7 12-16,0 0-11 0,-1-9 8 15,1 9-2-15,0 0-6 0,0 0 4 0,0-10-2 0,0 10 6 16,0 0-3-16,0 0 4 0,0 0-1 0,0 0 0 15,0 0 4-15,0 0 10 0,0 0-12 0,0 0 6 16,0 0-2-16,0 0 8 0,0 0 6 0,-2-6-8 16,2 6 3-16,0 0-3 0,0 0-2 15,0 0 0-15,0 0-2 0,0 0 4 0,0 0-3 0,0 0-1 16,0 0 6-16,0 0-15 0,0 0 3 0,0 0 0 16,0 0 3-16,14-1-3 0,-14 1 5 0,10 1 4 15,1-1-1-15,2-1 5 0,6 1 0 0,2-1 7 16,10-3-1-16,3 1 0 0,2-1 4 15,1 3 3-15,3-3-7 0,14-2 2 0,-1 0 1 0,-1-1-2 16,5 1 1-16,0-3-11 0,-1 2 9 0,2 2-3 16,2 0-4-16,0-2 1 0,2 2-5 0,1-1 4 15,2 1-4-15,25 1 9 0,-30 2-10 0,1 0 1 16,2 4 4-16,-1-5-5 0,2 6 2 16,1-6-3-16,26 4 1 0,-28 1 3 0,28-5-5 0,-26 2-1 15,27 1-2-15,-26-2 6 0,29 5-3 0,-3-4 1 16,-28-1-4-16,25 1-2 0,-26 2 5 0,1-3-1 15,3-4 0-15,23 1-1 0,-31 3 0 0,5 1-5 16,1-5 4-16,0 4 3 0,1-1-2 0,1 2 3 16,24-4-1-16,-30-1-1 0,4 3 3 15,27-4 3-15,-28 4 2 0,25-6-2 0,-25 5 1 0,30-2 3 16,-28 0-1-16,28 1-1 0,-2-1 2 0,-27 3-3 16,24-5-3-16,-24 5 4 0,27-2-6 0,-1-1 9 15,-26 3-4-15,31-1 2 0,-4 0-4 0,-26-1 3 16,32 4-3-16,-9-5 1 0,-24 2-2 0,31-1 2 15,-33 2-2-15,34-1 4 0,-4-2 5 0,1 4-2 16,0-6-5-16,-2 3 5 0,1 2 1 0,1 0-3 16,-4-1 1-16,1-1-1 0,4 2 4 0,-6-3-5 15,1 2 0-15,2-1-1 0,5 1-3 0,-1-1-2 16,-2 0 1-16,5-1 2 0,-4 3-3 0,-3-5-2 16,0 2 2-16,-2 3 1 0,3-2-1 15,0 0 2-15,1 3-3 0,-2 2 3 0,-2 0-3 0,5-4 5 16,-1 1 0-16,-3-1 0 0,7 3-1 0,1-4 5 15,1 3-5-15,6-2 13 0,-3 4-6 0,1-5-6 16,-1-1 6-16,4 4 2 0,-3-2-5 0,4-3 2 16,0-1 1-16,2 5-3 0,2-3 1 0,-4 5 1 15,6-6 2-15,-1 3 0 0,0 0-2 0,3-2 0 16,-1 5-4-16,2-3 0 0,-1 2 4 0,-6 2 2 16,3-4-2-16,-4 4-2 0,1-1 2 0,4-1-1 15,-3 2 1-15,3-6 1 0,1 9-2 0,-2 0 2 16,4-3 1-16,-1-3 0 0,1 5 6 0,4-1-3 15,-4-4-4-15,0 3 3 0,5-5-4 0,-4 1 0 16,-1 3 0-16,1 1 0 0,2 0-2 16,-5-3 1-16,1 0-1 0,-6 3 6 0,2-6 1 0,-5 8 5 15,-2 1-2-15,1-3 2 0,-4-4-7 0,-1 4 9 16,-4-1-4-16,-2-2-1 0,-5 6-1 0,1-4 0 16,-24-3-3-16,0 5-1 0,32-5-2 0,-7 1-3 15,0 1 0-15,-30-2-4 0,29 0 3 0,-28 4-4 16,-1-3 2-16,2 1-2 0,-1-2-1 0,-2 1-1 15,-1 1 2-15,-4 1 0 0,-6 0-4 0,-10-1-1 16,-3 0 4-16,-2-2-8 0,-1 2-1 0,-2-1-1 16,-3 1-12-16,-8 1-9 0,-3-1-9 15,1 0-12-15,-6 2-20 0,-1-1-13 0,-1-3-27 0,-2 4-29 16,-2 0-36-16,-7 0-54 0,12-4-37 0,-7 1-169 16,0-1-466-16,3-1 207 0</inkml:trace>
  <inkml:trace contextRef="#ctx0" brushRef="#br0" timeOffset="16036.84">20051 3023 171 0,'0'0'197'0,"0"0"-6"16,0 0-20-16,0 0-6 0,0 0-12 0,0 0-18 15,0 0-17-15,27-4-5 0,-9 2-12 0,11-5-9 16,7 4-7-16,0-1-3 0,3 1-11 0,-1 1-7 15,1-2-9-15,-6 1-6 0,-1 1-15 0,-5 0-28 16,-8 0-24-16,2 1-27 0,-8 0-46 0,-1 0-35 16,-3 0-26-16,-2 1-119 0,-7 0-292 0,0 0 129 15</inkml:trace>
  <inkml:trace contextRef="#ctx0" brushRef="#br0" timeOffset="16518.41">20344 2994 127 0,'0'0'138'16,"0"0"-13"-16,0 0-6 0,-7 2 12 0,7-2 11 15,3 11 5-15,-3-11 1 0,4 18-3 0,0-6-2 16,-2 4-5-16,1 4-6 0,-2 5 0 0,3-2 7 16,-2 5-7-16,1-3-10 0,-3-1-10 15,5 1-11-15,-4-5-8 0,4 6 2 0,-2-8-7 0,-3 1-7 16,5-1-7-16,-2 0-6 0,0 0-1 0,0-3-8 15,1 2-5-15,-1-2-6 0,-1-2-3 0,3-3-3 16,-2 0-8-16,0-1-3 0,0 1-2 0,-2-3-2 16,-1-7-5-16,3 10 3 0,-2-5-3 0,-1-5-3 15,1 8 0-15,-1-8-2 0,0 0-3 0,0 0 0 16,-1 9 4-16,1-9-5 0,0 0-5 0,0 0-3 16,-8 4-6-16,8-4 3 0,0 0-5 0,-12-1-4 15,12 1-3-15,-11-1 0 0,11 1 1 0,-17-3 2 16,9 1-9-16,8 2 2 0,-18-3-6 0,7 3 6 15,-1-3-3-15,2 3 0 0,-4-1 4 0,3 1-2 16,-1-1-1-16,12 1 7 0,-18 0-5 16,13 0 8-16,5 0-7 0,-10 1 1 0,10-1 1 0,0 0-5 15,0 0 0-15,0 0-4 0,0 0 3 0,0 0 5 16,0 0 0-16,0 0 2 0,0 0 3 0,0 0-1 16,32 7 2-16,-13-5 0 0,1-2 0 0,6 0-6 15,-3 0-11-15,-3-2-13 0,3 2-18 16,-2 0-14-16,9-2-14 0,-3 1-27 0,1-2-13 0,0 1-11 15,0-2-25-15,-1-1-7 0,-7 2-16 0,0-1-8 16,-1 1-109-16,-2-1-322 0,0-1 143 0</inkml:trace>
  <inkml:trace contextRef="#ctx0" brushRef="#br0" timeOffset="16755.25">20895 3372 17 0,'14'-9'88'0,"-7"1"20"0,0 2 3 0,-1-2 9 0,-2 1 10 15,-2 1 7-15,-2 6 5 0,3-11-7 0,-3 11 0 16,-5-9-1-16,5 9-3 0,-5-10-7 0,-1 8 2 15,6 2-10-15,-12-2-3 0,0 3 3 0,-2 2-5 16,3 1-2-16,-7 2-3 0,1 3-6 16,1 2-1-16,0 2-3 0,1-1-4 0,1 3-7 0,0-1-7 15,2 2-8-15,2-3 2 0,4 1-7 16,1-1-6-16,2 1-7 0,2-3-3 0,1 4-6 0,2-2 1 16,4-2-7-16,0 1-2 0,5-1-9 0,2 0-26 15,5-1-32-15,1-3-23 0,7 3-30 0,-4-4-30 16,4 0-33-16,2-2-41 0,-7-1-36 15,7 2-25-15,-7-4-136 0,-2 0-417 0,1-3 184 16</inkml:trace>
  <inkml:trace contextRef="#ctx0" brushRef="#br0" timeOffset="17048.55">21270 3319 160 0,'0'0'241'0,"-1"-12"-7"15,1 12-5-15,-3-9-4 0,3 9-12 0,-2-7-16 16,2 7-16-16,0 0-20 0,0 0-17 0,-4-7-16 16,4 7-13-16,0 0-8 0,0 0 13 0,0 0-1 15,-2 26-10-15,-2-16 1 0,5 6-5 0,-2 1-5 16,-2-1-1-16,2 2 1 0,1-1-9 0,0-1-2 16,0 1-3-16,1 1-12 0,-2-3-7 0,1 2-5 15,-1-6-3-15,3 2-9 0,-3-1 2 0,1-1-9 16,1 3-7-16,-1-3 8 0,3-1-11 0,-3-10-7 15,1 18-1-15,-2-10-12 0,1-8-32 0,2 14-24 16,-2-14-30-16,-2 12-28 0,2-12-31 0,0 11-28 16,0-11-32-16,0 0-27 0,0 0-28 0,-3 11-32 15,3-11-152-15,0 0-466 0,0 0 206 0</inkml:trace>
  <inkml:trace contextRef="#ctx0" brushRef="#br0" timeOffset="17456.74">21255 3325 96 0,'4'-10'198'16,"0"1"3"-16,3 1-9 0,0 1-7 0,0 1-5 0,4 2-8 15,1 0-8-15,1 2-2 0,1 2-6 0,4 2-13 16,0 2-7-16,-4-2-15 0,5 3-9 0,-6 1-7 16,0 0-10-16,-3 2-5 0,-2 1-5 15,-1 1-6-15,1-3-3 0,-4 2-7 0,-2 1-2 16,-2 0-13-16,-1 0 1 0,-3 1-4 0,-2 1 5 0,-3-3-15 15,0 1-4-15,-3 0-5 0,2 0 3 0,0-2-6 16,2-2-5-16,1 1-3 0,-1-3-4 0,3 2-7 16,1-1-15-16,4-5-6 0,-5 8-3 0,5-8 0 15,-3 9 1-15,3-9-2 0,4 10 3 0,0-6 2 16,1 0 0-16,5 2 3 0,-2-1-3 0,1 1 5 16,1 1-3-16,0-3 0 0,1 4 3 15,-2-1 0-15,1 0 1 0,-1 1 1 0,-3-1 0 0,4 1-3 16,-3 1 3-16,-3-2-1 0,0-1 4 0,-2 1-1 15,-1-1 0-15,-1-6 4 0,2 11-1 0,-2-11 3 16,-5 12 3-16,1-7-1 0,-3-1 0 16,0 0-1-16,-2 1-1 0,-2 1 1 0,1-1-1 15,-1-1-3-15,-1-1-12 0,1 1-18 0,-2-2-29 16,-7 1-22-16,9-3-27 0,1 0-46 0,10 0-31 16,-15 0-40-16,15 0-176 0,-13-4-430 0,13 4 190 0</inkml:trace>
  <inkml:trace contextRef="#ctx0" brushRef="#br0" timeOffset="17803.8">21767 3459 92 0,'4'0'258'16,"-4"0"-17"-16,7-6-20 0,-7 6-17 0,0 0-22 0,0 0-17 15,0 0-3-15,0 0 1 0,0 0-9 16,-7 21-1-16,2-14-17 0,-1 1-14 0,1 1-10 15,0 0 0-15,1 1-7 0,0-2-15 0,1 3-6 16,5-2-2-16,-1-2-3 0,3 0-5 0,0-1-4 16,3 1-17-16,3-1 11 0,2 0-4 0,6-1-7 15,-1-2-2-15,2 1-3 0,1-2-8 0,2 0 1 16,-2-1-1-16,3-2-8 0,-1 1-3 0,-5-2 2 16,-1-3 1-16,-2 3 4 0,-2-2 4 0,-2-1-3 15,-2-2-2-15,-1-1-3 0,-3 1 1 0,0-3-3 16,-3-1-5-16,-2-1-6 0,-1-1-16 0,-5-3 10 15,1 6 6-15,-3-5-6 0,-4 2-12 0,4 5-2 16,-4-3-8-16,2 5-9 0,-1 1-26 0,-6-2-16 16,0 5-21-16,3 1-23 0,-2 1-42 0,-2 1-30 15,0 2-66-15,4 1-273 0,1 0-559 0,2-3 248 16</inkml:trace>
  <inkml:trace contextRef="#ctx0" brushRef="#br0" timeOffset="18085.2">22400 3138 2004 0,'8'-17'113'0,"-3"7"47"0,-1 0-50 15,1 0-45-15,-1 4-25 0,-2 1-16 0,-2 5-9 16,7-8-7-16,-7 8-5 0,0 0 3 0,11 3 5 15,-11-3-2-15,9 19 3 0,1-3 8 0,3 8 1 16,-1 6-2-16,-4 3 25 0,3 12 8 0,-5-9-4 16,3 9-2-16,0 0-4 0,-5-10 0 0,-3 0-6 15,-5 0-1-15,2 1-10 0,-6-3-24 0,2 0-29 16,-10 12-28-16,1-14-29 0,-2 0-42 0,-10 8-43 16,3-11-43-16,-10 8-176 0,4-12-422 0,-2-3 188 15</inkml:trace>
  <inkml:trace contextRef="#ctx0" brushRef="#br0" timeOffset="18674.9">20137 2855 71 0,'-18'10'220'0,"-3"12"5"0,-3 5-14 0,-7 14-9 16,2 9-1-16,-6 24-8 0,14-23-16 0,5 6-11 15,5 2-12-15,6 0-17 0,7-1-13 0,12-1-5 16,6-3-17-16,5-1-6 0,11-5-10 0,18 20-35 16,-11-26-46-16,16 19-51 0,-12-22-66 0,4-5-79 15,-2-1-175-15,2 0-395 0,-6-5 175 0</inkml:trace>
  <inkml:trace contextRef="#ctx0" brushRef="#br0" timeOffset="56414.16">8737 4727 82 0,'0'0'190'0,"-9"-4"-12"0,9 4-8 16,0 0-15-16,-7-2-7 0,7 2-6 0,0 0-13 15,-6-4-6-15,6 4 0 0,0 0-7 0,0 0-6 16,0 0-6-16,0 0-4 0,0 0-9 0,0 0-8 16,0 0-9-16,0 0-7 0,0 0-6 0,0 0-7 15,0 0-6-15,20-5-2 0,-8 3-7 0,9-3-3 16,8-2-9-16,-1 4 1 0,3-4-7 0,0 1-10 15,1-1-14-15,-3 2-25 0,2-1-17 0,-6 1-23 16,-4 3-25-16,-1-2-17 0,-3 2-16 0,-3-2-32 16,-4 3-13-16,0 0-122 0,-2-1-316 15,-8 2 140-15</inkml:trace>
  <inkml:trace contextRef="#ctx0" brushRef="#br0" timeOffset="56820.44">8903 4669 61 0,'-1'7'144'0,"-1"2"11"0,-1 4 3 0,2 4 2 15,1 2-1-15,0 6-8 0,0 0-13 0,2 1-1 16,1 0-9-16,-1 1-7 0,1-1-10 0,-2 1-11 16,2-2-14-16,-2 0-3 0,2-6-5 0,-2 0-11 15,3 0-8-15,-1-2-2 0,-1 0-3 0,-1 0-12 16,-1-2-6-16,0-3 2 0,0-2-6 0,0 2-2 15,0-1-1-15,0-3-11 0,0 3-5 0,0-11-5 16,-4 11-7-16,2-6-8 0,2-5 0 0,-7 8-9 16,4-3 4-16,3-5-7 0,-8 5 0 0,1-3 5 15,7-2-7-15,-12 2 4 0,12-2-1 16,-12-2 4-16,2-2 1 0,0 1 5 0,1 0-6 0,-2-1 5 16,3 3-5-16,8 1 6 0,-11-5 4 0,11 5 3 15,-7-3 2-15,7 3 6 0,0 0-1 0,-8-3-1 16,8 3 1-16,0 0 3 0,0 0 1 0,0 0 5 15,0 0-4-15,0 0 4 0,0 0 1 0,0 0 1 16,34-3-3-16,-19 2 0 0,5-2-1 0,2 2-1 16,5-1-5-16,1-1-20 0,0 0-18 0,3 0-20 15,-2-2-33-15,2 2-26 0,-2-1-26 0,0-4-22 16,2 2-16-16,-3-1-100 0,-6 3-296 0,3-5 132 16</inkml:trace>
  <inkml:trace contextRef="#ctx0" brushRef="#br0" timeOffset="57029.94">9358 4935 107 0,'0'0'187'0,"-14"-2"-10"0,14 2-2 15,-18 4-7-15,6-1 7 0,0 0-21 0,-2 6-2 16,0 2-5-16,2 3-2 0,-3 0-6 0,-2 5 2 16,4-4-9-16,-3 5-7 0,6-5-14 0,4 0-7 15,-1 1-6-15,3-4-13 0,0 4-3 16,3-1-13-16,2-3-8 0,2 1-8 0,1-4-7 0,2 1-1 15,7 1-21-15,-3-3-26 0,4 1-38 0,-1-2-38 16,5 0-53-16,2-6-48 0,1 1-44 0,-2 0-153 16,9-3-405-16,-1-2 180 0</inkml:trace>
  <inkml:trace contextRef="#ctx0" brushRef="#br0" timeOffset="57225.62">9771 4940 135 0,'0'0'205'0,"4"-5"-16"0,-4 5-29 16,0 0-12-16,8-4-9 0,-8 4-19 15,11-3-11-15,-3 3-8 0,4 0-19 0,0 2-17 0,-2-5-38 16,3 6-32-16,-13-3-37 0,16 4-16 0,-9 0-26 16,-2 0-13-16,-1 5-22 0,-4-3-61 15,0-6-194-15,-3 17 87 0</inkml:trace>
  <inkml:trace contextRef="#ctx0" brushRef="#br0" timeOffset="57342.44">9804 5060 60 0,'-6'7'157'0,"6"-7"3"0,-4 3-5 0,4-3-1 16,0 0-6-16,0 0-6 0,0 0-6 0,0 0-11 15,0 0-5-15,0 0-11 0,0 0-11 0,13 7-10 16,-2-6-8-16,4-1-10 0,2-3-19 16,11 2-30-16,-7-1-48 0,10-5-57 0,-2 2-57 15,0 0-130-15,3 0-293 0,0-2 130 0</inkml:trace>
  <inkml:trace contextRef="#ctx0" brushRef="#br0" timeOffset="58132.18">10834 4731 186 0,'0'0'187'0,"0"0"-20"0,0 0-15 0,0 0-13 15,0 0 1-15,0 0-4 0,-20 20-2 0,12-4-5 16,-7 6-10-16,0 2-6 0,-4 0-9 0,-1 2-22 15,4-4-5-15,-1 1-6 0,0 0-6 0,6-7-3 0,0-2-9 16,0 0-2-16,2-1-5 0,-1-3 4 0,4-2-4 16,-2 0-7-16,-1-1-1 0,-1-1-3 15,1-2 0-15,-1-1-1 0,-2-1-4 0,3-1 6 16,-4-2-6-16,1-1 2 0,0-1-1 0,1 0 0 16,0-2 0-16,2 0 6 0,-1-2-1 0,3-2-5 15,1 2-3-15,1-5-4 0,1 0-3 0,3 0-1 16,-1-5-4-16,0 2 5 0,5-3-10 0,-1 8-5 15,2-7 1-15,1 7-2 0,-1 1 0 0,1-1 0 16,4 3-2-16,-4 2-4 0,2 0 0 0,-1 1 3 16,-6 4-3-16,18 0 2 0,-6 4-3 0,-2 1 4 0,1 0-4 15,0 5 2-15,-2-2 5 0,3 5 1 0,1-1 1 16,0 1 1-16,0 3-4 0,-3-3 2 16,-1-3-1-16,0 5 2 0,0-2 0 0,2 0-2 15,-3-2-3-15,0-2 4 0,2 0-13 0,-3 1-21 16,0 0-34-16,-1-1-28 0,2 1-23 0,-1-3-33 0,1 1-34 15,0-1-23-15,-2-1-168 0,2-1-402 0,1 0 179 16</inkml:trace>
  <inkml:trace contextRef="#ctx0" brushRef="#br0" timeOffset="58348.38">11062 4734 131 0,'0'0'143'0,"0"0"-3"16,6-1-1-16,-6 1-3 0,17-2 0 0,-7 2-16 15,5 0-10-15,5 0-11 0,4 0-8 0,-4-2-10 16,8 1-3-16,-1-2-25 0,2 2-29 0,-10 1-24 16,0 0-32-16,-3-1-25 0,0-1-23 0,-5 2-16 15,0 0-19-15,-4 0-69 0,-7 0-199 0,12-3 88 16</inkml:trace>
  <inkml:trace contextRef="#ctx0" brushRef="#br0" timeOffset="58689.67">11306 4656 92 0,'-9'5'105'16,"6"2"5"-16,2 2 14 0,-1 3 10 0,-3 4-12 16,1 3 0-16,0 0 6 0,1 7-5 0,1-3-2 15,0 3-7-15,0-6-3 0,2 5 2 0,-3-6-11 16,6 1-7-16,-3-4-8 0,0 1-13 0,0 0-2 15,2-1-6-15,0-3-4 0,0-2-5 0,1-1-6 16,1 2-6-16,-2-3-3 0,2-1-6 0,-3-2-2 16,-1-6-3-16,2 11-5 0,-2-11-2 0,1 8-4 15,-1-8-8-15,0 7 2 0,0-7-1 0,0 0-3 16,0 0-8-16,-10 2-2 0,10-2-4 0,0 0 2 16,0 0-3-16,-13-10 3 0,5 6-7 0,2 1 1 15,1-2 0-15,5 5-2 0,-6-9 3 0,6 9 1 16,-7-1-6-16,7 1 6 0,0 0-4 0,-4-8-1 15,4 8-1-15,0 0 1 0,0 0 7 0,0 0-1 16,0 0 0-16,0 0-1 0,21 3 1 0,-10 0-2 16,1-1-22-16,3-1-9 0,4-1-23 0,4 2-27 15,4-2-19-15,1-2-23 0,1 2-19 0,1-1-17 16,0-1-97-16,-3-1-282 0,-1-1 124 0</inkml:trace>
  <inkml:trace contextRef="#ctx0" brushRef="#br0" timeOffset="59062.05">11805 4866 17 0,'-8'-2'154'0,"8"2"5"15,-16 5-12-15,6 1 6 0,0 2-6 0,-7 2 2 16,3 3-7-16,-1 1-11 0,2-1-6 0,2 1-11 16,-2-1-7-16,6 3-13 0,-2-3-7 0,5-2-6 15,0 0-12-15,1-1-5 0,3-2-11 0,3 1-1 16,1 0-5-16,-1-3-4 0,4 2-5 0,2-2-5 15,3-1-7-15,0 0 2 0,1-1-19 0,5-3-1 16,-6 1-10-16,2-1 4 0,-3-1-2 0,1-2-1 16,-3 2 0-16,-4-2 7 0,-5 2-5 0,10-4 0 15,-10 4-4-15,5-4 4 0,-5 4 10 0,0 0 14 16,0 0-8-16,0 0 5 0,0 0-4 0,0 0 12 16,-24-6-1-16,14 8 3 0,-1 1 0 0,-1 2 0 15,0 0 9-15,0-1-4 0,-1 2-3 0,2 2 1 16,0-1 5-16,1 1-1 0,1 1-4 0,2-1-1 15,0 1-5-15,1 0 7 0,3 0-15 0,3-2 5 16,0-7-5-16,3 16-2 0,2-9-5 0,3 3-3 16,1-3-19-16,3-2-28 0,6 2-34 0,4-4-35 15,1 1-33-15,4-4-43 0,4-2-27 0,-2 2-169 16,2-2-406-16,-2 1 180 0</inkml:trace>
  <inkml:trace contextRef="#ctx0" brushRef="#br0" timeOffset="59270.55">12391 4897 29 0,'0'0'267'16,"0"0"-18"-16,3-9-20 0,-3 9-15 0,5-6-13 16,-5 6-22-16,9-2-17 0,-2 1-9 0,6-1-15 15,5-2-17-15,2 1-15 0,0 1-4 0,7 0-20 16,-6 0-18-16,3 4-28 0,-4-4-34 0,-1 2-36 15,-1 0-42-15,-7 0-28 0,1-1-40 0,-2 1-22 16,-1 0-136-16,-9 0-327 0,0 0 144 0</inkml:trace>
  <inkml:trace contextRef="#ctx0" brushRef="#br0" timeOffset="59474.84">12573 4761 177 0,'-6'-8'191'0,"6"8"-17"0,-4-3-13 0,4 3-17 15,0 0-9-15,0 0 6 0,0 0 12 0,-11 19 7 16,6-5 18-16,2 4-10 0,1 1-8 16,-5 7-9-16,4-2-3 0,0 3-11 0,3-3-10 0,-4-4-13 15,4-2-10-15,-2 8-10 0,2-7-7 0,0-2-10 16,2 3-7-16,-2-5-18 0,2 2-29 0,0-1-32 16,1 0-44-16,-1-6-57 0,4 2-66 0,0-3-60 15,0-1-188-15,-6-8-459 0,13 11 203 16</inkml:trace>
  <inkml:trace contextRef="#ctx0" brushRef="#br0" timeOffset="59690.71">12898 4781 1988 0,'4'-7'23'0,"0"0"-8"16,3 1-15-16,2-2 1 0,0 5 5 0,2-4 0 15,3-2-10-15,3 4 2 0,8-3 4 0,-2 2 2 16,4 0 0-16,0-1-2 0,-1 3 0 16,-5 2-3-16,2 1-8 0,-6-2-12 0,1 2-29 0,-2 1-28 15,4 0-25-15,-8 0-18 0,-3 0-20 0,-9 0-11 16,13 0-77-16,-13 0-248 0,6 2 111 0</inkml:trace>
  <inkml:trace contextRef="#ctx0" brushRef="#br0" timeOffset="60073.35">13151 4707 65 0,'-6'4'110'0,"6"-4"-1"0,-7 3 11 0,7-3-2 16,-8 9 1-16,4-3 11 0,2 2-3 0,0 3 3 15,0 2 10-15,0 3 3 0,1 2 2 0,1 1-3 16,-2 5-4-16,2 1-2 0,-2-6-9 0,2 7-5 16,-2-2-4-16,2-5-11 0,0 0-7 0,0 0-5 15,0-1-1-15,2 0-9 0,-2-3-9 0,0 1-12 16,0 0-1-16,0-4-7 0,0-1-6 0,0-1-2 15,2-1-9-15,-4 1-1 0,4-3 6 0,-2-7-13 16,0 11 1-16,0-6-14 0,0-5-4 0,-6 10-7 16,6-10-2-16,-8 7-6 0,4-3-9 0,4-4-10 15,-11 5 0-15,3-4-10 0,8-1-6 16,-15 1 1-16,7-2 1 0,8 1 1 0,-16-4 3 16,9 2 0-16,0-2 7 0,1 3-1 0,6 1 2 15,-10-7 1-15,4 4 5 0,6 3 2 0,-5-3 8 16,5 3 3-16,0 0 1 0,-8-5 1 0,8 5 1 0,0 0 3 15,0 0-1-15,0 0-4 0,0 0 3 0,0 0 3 16,0 0-1-16,0 0 0 0,33 1 0 0,-22-1 1 16,8 1-2-16,0-1-3 0,4 0-12 0,-1 0-25 15,8-1-25-15,-1-2-33 0,0 2-34 0,3-2-25 16,-3 1-22-16,-7 1-18 0,5-1-147 0,-5 0-370 16,6-2 164-16</inkml:trace>
  <inkml:trace contextRef="#ctx0" brushRef="#br0" timeOffset="60298.38">13618 4966 129 0,'-4'-9'171'15,"4"9"9"-15,-13-3-7 0,5 1-4 0,8 2-8 16,-17 0 7-16,5 4-5 0,-1-1-3 0,-5 4-4 16,2 2 3-16,2 1-9 0,1 1-9 0,0 2-1 15,-1-1-10-15,1 1-5 0,3 0-7 16,4-1-6-16,-1-1-8 0,1 0-4 0,1 0-25 0,0 2-2 15,5-4-6-15,0 1-8 0,5 0-6 0,-2-1-11 16,3-2-31-16,7 0-38 0,1 2-40 0,2-2-50 16,4-1-51-16,1-3-40 0,0 0-45 15,6 1-156-15,-6-1-441 0,2-3 195 0</inkml:trace>
  <inkml:trace contextRef="#ctx0" brushRef="#br0" timeOffset="60621.61">13924 5007 135 0,'0'0'212'0,"-7"-5"3"0,7 5-7 0,0 0-4 0,0 0 4 15,-22 10-8-15,13-1-6 0,-5 3-11 0,1 1-15 16,2 1-9-16,-3-1-13 0,5 3-8 0,0 0-7 16,0-1-9-16,4-1-9 0,3-4-14 0,2 3-3 15,2-2-12-15,2 1-8 0,1-3-5 16,5 1-3-16,-2-1-8 0,11-1-6 0,-4 0-3 0,3 0-7 15,0-6-3-15,4 2-5 0,-5-4-2 0,0 0-3 16,3 0-3-16,-7-1 3 0,1-2-3 0,-2 0-8 16,1-3 0-16,1 1-2 0,-4-1 0 0,-3-3 2 15,3 0-6-15,-2-1 2 0,3-3-6 0,-5 3 0 16,-2-6-1-16,-4 3-3 0,2-2-3 0,-2-1 4 16,0 1 4-16,-2 2-13 0,-2-2 1 0,-2 3-10 15,2 1-25-15,-5 2-23 0,-1 2-28 0,-7 0-35 16,-3 0-64-16,0 4-74 0,-12 3-255 0,3 0-557 15,-4 2 246-15</inkml:trace>
  <inkml:trace contextRef="#ctx0" brushRef="#br0" timeOffset="60786.12">13875 5110 124 0,'0'0'273'0,"0"0"-26"15,8-4-25-15,-8 4-26 0,0 0-28 0,7-3-45 16,-7 3-54-16,0 0-58 0,0 0-70 0,4-5-78 16,-4 5-70-16,0 0-223 0,0 0 100 0</inkml:trace>
  <inkml:trace contextRef="#ctx0" brushRef="#br0" timeOffset="62171.68">9202 6338 44 0,'0'0'195'16,"0"0"-12"-16,0 0-14 0,0 0-6 0,0 0-14 0,12-20-4 16,-6 12-6-16,4-1-12 0,2-3-7 15,-2 0-10-15,0-1-4 0,2 0-5 0,-3 0 2 0,1 2-9 16,0-4-7-16,-2 0-5 0,2 0-6 0,-5 1-3 15,2-3 0-15,-3 1-8 0,0 4 3 0,1-2-5 16,-2 2-12-16,1-3-2 0,-4 3-4 0,0 1-5 16,-1-1 6-16,1 3-8 0,0 9 1 0,-3-13 4 15,3 13-4-15,-1-8-7 0,1 8-1 0,-2-7-6 16,2 7-2-16,0 0-7 0,0 0 1 0,0 0-3 16,0 0-3-16,-16 22 6 0,12-5 5 0,-1-3-10 15,-1 5-2-15,5-2 1 0,-2-1 2 0,2 1-5 16,2-2 5-16,2 1-6 0,2-1 1 15,0-2 0-15,4 0-1 0,0 1-5 0,5-3 3 16,-5 0-15-16,6-3-24 0,0 1-31 0,1-3-25 0,2 0-31 16,-1-5-37-16,4 2-24 0,-1-2-28 0,1-2-185 15,-4-2-427-15,0 0 189 0</inkml:trace>
  <inkml:trace contextRef="#ctx0" brushRef="#br0" timeOffset="62328.23">9422 5909 19 0,'-8'0'130'0,"8"0"-17"15,-13 5-16-15,7-2-26 0,4 1-14 0,2-4-14 16,1 11-20-16,-1-11-23 0,14 11-24 0,-1-6-65 16,6 1-95-16,0-1 43 0</inkml:trace>
  <inkml:trace contextRef="#ctx0" brushRef="#br0" timeOffset="62573.77">9822 5896 111 0,'0'-4'174'0,"0"4"1"0,3-10-2 0,-3 10 4 15,-3-9 7-15,3 9-7 0,0 0-10 0,0 0-14 16,-4-10-15-16,4 10-8 0,0 0-10 0,0 0-3 16,-21 13-5-16,14-2-5 0,-3 4-4 0,0 8 0 15,1 3-1-15,0 5-1 0,0-2-5 0,3 5-8 16,-1-2-4-16,2 0-2 0,4-1-10 0,1-1-4 0,-2 1-8 15,2-3-6-15,2-2-1 0,2-2-1 16,1 2-5-16,0-3-7 0,-2-5-2 0,0-1-2 16,1 2-12-16,-1-2 0 0,2-1-10 0,-3 0-22 15,-2-3-17-15,2-3-27 0,-4 3-33 0,0-2-42 16,-1-1-33-16,2-2-40 0,-3 0-33 0,-1-2-212 16,0-2-481-16,0-1 213 0</inkml:trace>
  <inkml:trace contextRef="#ctx0" brushRef="#br0" timeOffset="62730.45">9602 6278 108 0,'4'-6'162'0,"-4"6"-16"0,11-5-13 16,-1 3-6-16,2 1-18 0,8-4-14 0,-1 3-31 15,9-5-37-15,4 2-43 0,-1-4-61 0,2 5-70 16,0-4-159-16,5-2 72 0</inkml:trace>
  <inkml:trace contextRef="#ctx0" brushRef="#br0" timeOffset="63252.85">10392 5967 1830 0,'5'-7'88'0,"-5"7"18"0,3-6-46 0,-3 6-26 15,0 0-9-15,4-6-10 0,-4 6 6 0,0 0 4 16,5-3-1-16,-5 3-5 0,0 0 3 0,10-4 4 15,-10 4-3-15,17-4-4 0,-6 1 9 0,8 3-12 0,-1-2 3 16,0 1-11-16,1 1-18 0,-6 0-26 16,-1-2-29-16,0 2-27 0,-5 2-17 0,1-2-17 15,-8 0-14-15,11 0 4 0,-11 0 2 0,0 0 8 16,5 3 13-16,-5-3 12 0,0 0 12 0,0 0 8 16,0 0 19-16,0 0 6 0,-22 6 12 0,22-6 17 15,-13 1 13-15,13-1 8 0,-12-1 20 0,4 2 11 16,8-1 9-16,-12 1 6 0,12-1 4 0,-11 1 3 15,11-1 5-15,-8 4-1 0,8-4 24 0,-7 8 15 16,4 1 8-16,1 3 7 0,-5 1 13 0,5 6 8 16,-1 0-6-16,-1 8 1 0,0-1-9 0,2 0-7 0,1 0-1 15,-5-1 3-15,6-7-8 0,2 0-9 16,-2 2-7-16,0-2-3 0,1-1-12 0,0 0-1 0,2 1-7 16,-2-2-8-16,0-4-3 0,1 1-9 15,-2-2-4-15,0-2-2 0,0-2-8 0,0-7-10 0,-3 12-9 16,1-5-9-16,-2-2-8 0,-1 0-10 0,-2-1-14 15,-2-1-7-15,2-1 6 0,7-2-9 0,-16 0-1 16,9-2 0-16,7 2-4 0,-14-7 7 0,7 2 3 16,2 0 3-16,0 1 6 0,1-3 3 15,0 1-2-15,4 6 4 0,-4-11 5 0,4 11 5 0,0-7 2 16,0 7 3-16,7-10 2 0,-1 9 7 0,1-3 0 16,4 2 4-16,-1-2-3 0,6 1 1 0,0 2 0 15,3-3 2-15,1 4-2 0,7-1 1 16,-6-2-32-16,7 2-33 0,2 0-40 0,4-3-41 15,-3 0-36-15,0 0-171 0,-3 0-381 0,-2-1 168 0</inkml:trace>
  <inkml:trace contextRef="#ctx0" brushRef="#br0" timeOffset="63635.3">11048 6149 191 0,'-4'-3'198'0,"4"3"6"0,-15-1-1 16,6 0-10-16,-4 3-9 0,3-1-5 0,-2 6-3 15,2-2-11-15,-4 5-10 0,4-3-7 0,-3 4-8 16,5-2-13-16,3 1-8 0,1 1-8 16,3 0-11-16,1-1-10 0,0 2-11 0,3-2-1 0,0 0-7 15,5-2-11-15,1 2-5 0,8-1-1 0,-7-3-12 16,4-1-1-16,1 1-8 0,3 0-8 0,-1-4-7 16,-2 1-5-16,-2-1-9 0,-2-1 3 0,0 0-1 15,-4 1-1-15,-7-2 4 0,12-2-7 0,-12 2 1 16,9-2 1-16,-9 2-2 0,0 0 1 0,0 0-1 15,0 0 0-15,0 0 0 0,0 0 0 0,0 0 4 16,-23-9-3-16,12 9 0 0,-1 2-4 0,-1 2 3 16,-3 1 3-16,4 1 3 0,0 0 5 0,-3 2 5 15,0 2 4-15,4-2 3 0,-4 4 2 0,5-5-1 16,4 4 2-16,-1-2 1 0,2 1 1 0,1-1-5 16,2 3 10-16,0-3-11 0,5 1-4 0,-2-2-3 15,4-1 2-15,-1 3 5 0,5-4-14 0,4 0-17 16,0-2-35-16,6 1-41 0,0 1-31 0,3-4-40 15,-2-2-49-15,7-1-37 0,1 0-240 0,-10-1-520 16,4-2 230-16</inkml:trace>
  <inkml:trace contextRef="#ctx0" brushRef="#br0" timeOffset="63826.51">11544 6234 2170 0,'0'0'65'0,"1"-10"3"0,-1 10-7 15,0-9-15-15,0 9 7 0,0 0 13 0,4-8 3 16,-4 8-4-16,0 0-7 0,5-6-4 0,0 2-10 16,6 2-4-16,2 0-5 0,8 1 7 0,-1-2-15 15,2 1-27-15,1 1-34 0,-1-2-35 0,-2 5-46 16,-1-1-43-16,1 0-32 0,-3 0-39 0,-8-1-133 16,5 0-391-16,-14 0 173 0</inkml:trace>
  <inkml:trace contextRef="#ctx0" brushRef="#br0" timeOffset="63986.18">11673 6270 149 0,'-7'3'212'0,"2"2"6"0,5-5 2 0,-10 8-6 15,5-5-16-15,5-3-10 0,-6 7-16 0,6-7-12 16,-3 6-16-16,3-6-12 0,0 0-9 0,9 9-13 16,-3-5-12-16,4 0-19 0,3-3-41 0,5 1-43 15,2 0-52-15,0-2-48 0,10 0-35 0,-1 0-40 16,-1-2-148-16,-4-2-356 0,0-1 158 0</inkml:trace>
  <inkml:trace contextRef="#ctx0" brushRef="#br0" timeOffset="64348.77">12291 6070 114 0,'0'0'234'15,"0"0"-2"-15,-9-3-1 0,9 3 2 0,0 0 2 16,-14 10-5-16,5-2-7 0,-2 4-1 0,-2 2-16 15,3 3-3-15,-2 0-11 0,4 1-17 0,-2 0-22 16,1 0 6-16,4-2-32 0,0 1-4 0,3-1 3 16,2 3-15-16,0-4-9 0,0-4-10 0,4 2-7 15,2-1-3-15,2-3-2 0,3 2-15 0,3 0-6 16,1-1-9-16,2-3 6 0,0-1-7 0,3-3-12 16,-1 2 2-16,0-2-9 0,2-2 8 0,-4-1-10 15,2-1 2-15,-6-2-4 0,5 0-6 0,-5-1-4 16,4-2-4-16,1-1-1 0,-8 0 7 0,2-4-4 15,-1-2 0-15,-2 3-3 0,-2-6-7 0,-1-1 10 16,-1 1-13-16,-5-3-4 0,0 0 5 0,-3 2 3 16,1-1 0-16,-2 2-5 0,-1 2-4 0,-1-1 2 15,-1 3 4-15,3 3-6 0,-8 1 2 0,1 3-3 0,-3 0 8 16,-3 1-16-16,-1 3-7 0,0 3-44 0,-3 3-27 16,3 3-31-16,-1 1-50 0,-4 4-56 15,5-4-73-15,2 1-299 0,-2 0-650 0,9-5 288 16</inkml:trace>
  <inkml:trace contextRef="#ctx0" brushRef="#br0" timeOffset="64889.21">14209 6031 186 0,'0'0'254'0,"0"0"-10"16,0 0-12-16,-2-7-17 0,2 7-15 0,0 0-24 16,0 0-12-16,11-7-21 0,-2 3-15 0,4 1-12 15,5-1-12-15,3-1-11 0,8 0-13 0,1 2-21 16,-2-1-41-16,3 1-34 0,-3 1-40 15,1 1-29-15,-3 0-35 0,-5 0-22 0,-3-1-27 0,-4 1-135 16,-4 1-330-16,-3-2 146 0</inkml:trace>
  <inkml:trace contextRef="#ctx0" brushRef="#br0" timeOffset="65305.74">14449 5967 50 0,'0'0'160'0,"0"0"-16"16,0 0-8-16,-7 0-7 0,7 0-14 0,0 0 11 15,-4 9 18-15,2-1 8 0,0 3 4 0,0 5-1 16,0 2-12-16,-1 3-3 0,1 4-10 0,-1 2-7 16,5-1-7-16,-2 3-3 0,0-10-14 0,0 9-9 15,-2-4-1-15,2-4-9 0,0-1-3 16,2 0-9-16,-2-3-9 0,-2 2-7 0,2-1-5 0,0 0-2 16,-2-5-2-16,4 1-2 0,-4-3-8 0,0 1-3 15,0-1 2-15,1-1-1 0,-3 1-6 0,2-4-4 16,2-6-4-16,-4 11 1 0,3-6-3 0,1-5-1 15,-4 6-3-15,4-6 2 0,-5 9 4 0,5-9-5 16,-5 3 7-16,5-3-14 0,0 0-9 0,-13-2-2 16,13 2-2-16,-18-3 8 0,10-4-5 0,-3 4 1 15,3-1-2-15,0 1 1 0,-1-3 1 0,2 3 2 16,0 0-3-16,0-1 3 0,1 0 1 0,6 4-2 16,-7-6 0-16,7 6-2 0,-4-3 2 0,4 3-1 15,0 0-1-15,0 0 2 0,0 0-3 0,0 0-2 0,0 0 7 16,23-8-5-16,-12 7 4 0,6 0-1 0,4-1-2 15,-1 2 0-15,1-4-18 0,2 2-13 16,-2 1-15-16,8-1-26 0,1-2-18 0,-1 2-19 16,2-2-25-16,-5 1-16 0,6-2-9 0,-5 3-10 15,-5-1-8-15,-1 1 8 0,-2-3-133 0,-2 2-331 16,0-1 147-16</inkml:trace>
  <inkml:trace contextRef="#ctx0" brushRef="#br0" timeOffset="65502.54">14830 6322 177 0,'8'-4'55'0,"-1"-3"11"0,-1 2 2 0,-2 2 22 16,-4 3 8-16,6-10 14 0,-6 10-12 0,0-7 15 0,0 7 2 15,0 0 8-15,-5-12 3 0,5 12-7 0,-7-5-2 16,7 5-3-16,-11 0-5 0,11 0 0 16,-16 7 5-16,7-1-4 0,0 1-2 0,-5 3 3 15,2 1-6-15,-1 0-5 0,0 3 16 0,5-4-6 0,2 1-11 16,0 3-7-16,4-1-3 0,-1-1-6 0,3-1-16 16,1 1-1-16,3-2-7 0,2 0-5 0,2-1-1 15,5 4-16-15,1-2-24 0,4-3-39 0,0 0-44 16,3-2-36-16,6 0-57 0,1-3-47 15,-1-1-51-15,-5-1-180 0,0-1-474 0,-3-1 210 0</inkml:trace>
  <inkml:trace contextRef="#ctx0" brushRef="#br0" timeOffset="65925.08">15471 6197 94 0,'0'0'239'0,"0"0"-9"16,0 0-5-16,0 0-11 0,-20 16-6 0,18-12-5 15,2-4-14-15,-8 8-16 0,5-5-14 0,3-3-10 16,-7 4-12-16,7-4-10 0,-5 6-10 0,5-6-3 16,0 0-1-16,-6 4-1 0,6-4 2 15,0 0 4-15,0 0 0 0,0 0 0 0,0 0 1 0,0 0-18 16,0 0 10-16,0 0-23 0,0 0-11 0,0 0-10 15,0 0-11-15,0-17-2 0,0 17-7 0,3-11-3 16,-3 11-5-16,4-10-15 0,0 3 5 0,0 1-9 16,0 0 0-16,1-1-2 0,2 3-7 0,-1-1 2 15,0 2-6-15,1 0-3 0,-7 3 5 0,15-6-2 16,-8 8-7-16,-7-2 1 0,21 1-1 0,-11 0-2 16,0 2 2-16,2 1-1 0,-2 1 3 0,2-1-1 15,-1 1 0-15,-1 1-2 0,2-1 0 0,-2-1-1 16,-1 1-5-16,-4-3-11 0,4 1-7 0,-3-1-7 15,-6-2-10-15,12 3-11 0,-8-2-12 0,-4-1-18 16,10 0-22-16,-10 0-25 0,0 0-12 0,8-7-16 16,-8 7-24-16,2-7-26 0,-2 7-16 0,3-7-30 15,-3 7-164-15,0 0-452 0,0 0 199 0</inkml:trace>
  <inkml:trace contextRef="#ctx0" brushRef="#br0" timeOffset="66196.88">15519 6415 56 0,'0'0'250'0,"0"0"5"0,0 0-6 16,0 0-5-16,0 0-18 0,-4 6-21 0,4-6-18 16,0 0-15-16,0 0-6 0,0 0-4 0,0 0-9 15,0 0-14-15,0 0-10 0,-11-13-4 0,11 13-16 16,0 0-7-16,-3-9-9 0,3 9-10 0,0 0-7 15,0 0-8-15,3-14-12 0,-3 14-7 0,0 0-9 16,4-6-2-16,-4 6-8 0,0 0-3 0,0 0 3 16,0 0-5-16,0 0-5 0,0 0-16 0,19 8-18 15,-11-3-23-15,3-1-32 0,-2 0-40 0,5 1-40 16,-2-2-50-16,8-1-47 0,-2 0-212 0,1-4-496 16,2 1 220-16</inkml:trace>
  <inkml:trace contextRef="#ctx0" brushRef="#br0" timeOffset="66420.48">16052 6053 143 0,'3'-6'232'0,"2"2"-16"0,2-1-16 16,5 1-14-16,0-1-16 0,4 1-17 0,2-1-14 15,0 3-13-15,1 1-16 0,0-3-17 0,3 4-40 0,-2-3-32 16,0 2-24-16,-6 0-40 0,2 1-45 16,-3-2-17-16,-4 2-26 0,-1 0-115 0,-8 0-266 15,10-3 118-15</inkml:trace>
  <inkml:trace contextRef="#ctx0" brushRef="#br0" timeOffset="66787.58">16223 6003 49 0,'0'0'157'0,"0"0"-7"15,0 0-14-15,-7 3 7 0,7-3 6 16,-3 9 15-16,1 1 14 0,1-1-4 0,-2 6-10 0,2 3-2 16,-5 0-6-16,5-1-9 0,1 2-7 0,-1 1-7 15,0-1-4-15,1 0-14 0,1 3 3 0,-4 1-15 16,5-5-8-16,-1 0-5 0,1-1-9 0,0-5-13 16,-2 1-4-16,2-1-5 0,0 1-2 0,-1-2-11 15,0 0-1-15,1 0-9 0,-2-4 4 0,0 0-13 16,0-7-12-16,-2 13-8 0,2-13-6 0,-4 10-14 15,2-5-2-15,-3-1-17 0,5-4-4 0,-9 8-10 16,2-4-3-16,0-4-2 0,-4 1 0 16,0 1-8-16,11-2 6 0,-14-2 2 0,5 1 6 0,-3-1-9 15,3 0 7-15,2 0 2 0,7 2 4 0,-13-6 5 16,7 6 1-16,6 0 5 0,-11-1 3 0,11 1 4 16,-6-3 6-16,6 3 2 0,0 0 7 0,-9-3 0 15,9 3 4-15,0 0 15 0,0 0 10 0,0 0 9 16,0 0 5-16,0 0-4 0,35 3-3 0,-21 0-4 15,-2-3-1-15,8 0-3 0,1 0-2 0,6 0-16 16,1-3-27-16,0 3-42 0,3-2-55 0,1 1-54 16,-1-3-59-16,-11 1-120 0,10-2-383 0,-9 3 170 15</inkml:trace>
  <inkml:trace contextRef="#ctx0" brushRef="#br0" timeOffset="67330.07">16728 6255 215 0,'-7'-7'258'0,"7"7"-15"16,-9-6-4-16,0 5-11 0,9 1-9 0,-14 0-7 15,3 2-7-15,-1 2-4 0,-2 3-3 0,-3 2-10 16,3 0-3-16,-1 0-9 0,2-1-7 0,-2 6-7 16,2 1-13-16,-1-5-8 0,3 3-13 0,1 0-4 15,6-3-1-15,-1 3-11 0,3-3-22 0,3 2-1 16,3-2-4-16,0 0-7 0,3 2 0 0,5-2-19 15,3 1-30-15,-1-4-32 0,5 1-23 0,8-1-31 16,-10-2-34-16,2-1-28 0,-1-1-24 0,0-2-14 16,2 2-21-16,-1-1-16 0,2-1-8 0,-2-1-3 15,-1-1 1-15,1-3 5 0,-2-1 17 0,1 1 14 16,-3-2 15-16,2-1 18 0,-6 0 16 0,6-3 22 16,-4-1 16-16,-1 0 27 0,1-2 10 0,-4-2 26 15,2 2 35-15,-3 4 8 0,-1-1 21 0,-1 2 28 16,0 0 12-16,-3 2 10 0,-1 1 7 0,-2 5 2 15,3-9-1-15,-3 9-8 0,1-6-3 0,-1 6 0 16,0 0 15-16,0 0 12 0,-19 16 6 0,13-8 1 16,-2 2-2-16,2 1-5 0,-5 2 7 0,6-1-24 15,-1 2-15-15,2 0 22 0,-1-2-14 0,6 0-3 16,-1-2-9-16,4 1 7 0,4-1-18 0,-1-1-3 16,2-3-7-16,7 3-7 0,1-1 1 0,0-4-3 0,1 0-9 15,0-1 1-15,0-3-6 0,1 0-1 16,-2 0-9-16,-3-3 2 0,-3 0-1 0,1 0 2 15,-1-3-4-15,-1 0 1 0,-3-1 10 0,-2 2-4 16,1-4-7-16,-5-1 2 0,1-2-7 0,-4-1 2 0,1 3-7 16,-3-3-12-16,-1 1 9 0,-1 2-3 0,-2-4-11 15,1 3-23-15,-6 0-17 0,1 3-38 0,-4-1-26 16,-2 5-36-16,-10-2-45 0,0 7-65 16,-3-1-84-16,-4 6-309 0,-2-2-694 0,-2 4 307 15</inkml:trace>
  <inkml:trace contextRef="#ctx0" brushRef="#br0" timeOffset="70690.55">8400 7300 154 0,'-2'-9'158'15,"2"9"-2"-15,0 0-13 0,-2-8-10 0,2 8-11 16,0 0-14-16,0 0-10 0,0 0-10 0,0 0 6 0,0 0-1 16,0 0-3-16,0 0 3 0,1 32-2 15,2-16-6-15,-1 1-9 0,0 3 0 0,0-1-6 16,3 7-2-16,-1-1-3 0,0 0-7 0,-3-1-4 15,3-5-8-15,-1 0 1 0,0 5-6 0,0-5-6 0,1 0-7 16,-2-3 2-16,1 1-2 0,0 1-7 16,-2-6-1-16,1 2-1 0,1-4-26 0,-2 2-40 15,3 1-22-15,-1-2-26 0,-1-2-24 0,1-1-28 16,-1-3-19-16,-2 3-141 0,0-8-332 0,3 9 148 0</inkml:trace>
  <inkml:trace contextRef="#ctx0" brushRef="#br0" timeOffset="71099.64">8451 7376 8 0,'0'-11'171'0,"1"-3"-18"0,4 4-10 16,0-4 4-16,3-2-17 0,4 4 2 0,3 0-1 16,-1 2 0-16,5 1 1 0,-1 2-11 0,1 4-2 15,3 0-13-15,-2 2-6 0,0 1-10 0,-3 3-10 16,1 1-7-16,-2 5 1 0,-1 0-9 0,-4-1-6 15,-2 4-6-15,-2 0 5 0,-3 4-14 16,-3 3-2-16,-3-4-7 0,-4 11 2 0,0-8-6 0,-3 0-2 16,-4 4-1-16,3-6-6 0,2-4-1 0,-1 4 1 15,4-5-6-15,-1-1-8 0,-1-2-4 16,2 2-9-16,2-2-14 0,0-2 0 0,2 2-4 16,1-8 5-16,1 13-3 0,2-6-2 0,4 2 4 0,0-1 0 15,0-2 5-15,2 2-4 0,1 0 6 0,1-3-2 16,-2 1 2-16,1 5 2 0,0-4 3 0,-2 2-2 15,4 3 1-15,-4-3 0 0,-1 1 3 0,-2 0 1 16,0 1 4-16,-4-4 0 0,-1 5 3 0,0-3 3 16,-1-1 0-16,-4 1 2 0,-3-2 3 0,0-1-4 15,-2 1 1-15,-1 0 2 0,-1 1 1 0,-1-5-2 16,3 2-5-16,-2 0-7 0,0-2-11 0,-1 1-20 16,0-4-20-16,6 1-34 0,7-1-33 0,-15-1-20 15,8-1-33-15,7 2-123 0,-9-4-322 0,9 4 142 16</inkml:trace>
  <inkml:trace contextRef="#ctx0" brushRef="#br0" timeOffset="71729.7">8855 7559 163 0,'2'-5'200'16,"-2"5"-17"-16,7-6-25 0,-7 6-13 0,0 0 1 15,0 0-2-15,0 0-1 0,0 0-6 0,5 13-6 0,-5-2-9 16,1 0-6-16,0 1-10 0,-1-1-10 0,0-1-7 15,3 3-8-15,0-2-3 0,0 2-8 16,1-2-8-16,1-2-7 0,-1 1-4 0,3-3-2 16,-2 0-5-16,4-1-8 0,1-2 0 0,-1 1-3 15,2-2-7-15,3-2 2 0,-1-2-3 0,0-1-7 0,0-1 2 16,4-1 2-16,-5 1-5 0,-2-4 4 16,2-1-8-16,-3 3 2 0,-3-6 3 0,3 2-8 15,-1-8 1-15,-3 6-4 0,-4-2 3 0,3-2-1 16,-1 1-5-16,-5 0 1 0,5-4 6 0,-4 7-6 0,-1-1 3 15,2 5 5-15,0-2-3 0,0 9 16 0,-1-13-6 16,1 13-5-16,0-10-2 0,0 10 1 16,-1-8-5-16,1 8 2 0,0 0-5 0,0 0 1 15,0 0-1-15,-7 22-1 0,2-11 1 0,1 1 1 0,2 0-2 16,-1 0-3-16,1 4 3 0,-1-1 3 0,3-1-3 16,3-3 4-16,-1 1-4 0,5-4 0 15,-4 2-1-15,5-1 0 0,0-1 1 0,1-3 1 0,1 0-2 16,3-1 1-16,2-3 2 0,-1 2 1 0,-1-3-2 15,4-4-2-15,-4 1 0 0,-1 1 0 0,0-1-3 16,0-2 6-16,-1-2-4 0,0 1-2 0,-2-3 4 16,-1 0-1-16,-3-2 2 0,-1 1-4 0,2 1 2 15,-2-7-1-15,-3 5-1 0,0-8-2 0,-1 4 0 16,0-5 0-16,0 3 1 0,-1-1 1 0,-3-1 1 16,2 1-3-16,-2 1-3 0,1-1 5 0,0 7-4 15,-1-1 3-15,1 1 0 0,1 3 0 0,0 2-1 16,2 6-1-16,-4-12-3 0,4 12 0 0,0 0-1 15,0 0 6-15,0 0 3 0,0 0 10 0,-1 30 6 16,-1-12 6-16,3 2 4 0,-1 7 2 0,-3 1-5 16,0 0 0-16,0-1-1 0,3-9 1 0,-1 9-3 15,1-6-3-15,0-2-3 0,1-2 0 0,2 3-4 16,2-2 1-16,-3-1-3 0,3-4-8 0,-3-4-21 16,1 6-13-16,0-4-33 0,2 0-40 0,-2-6-44 15,3 4-51-15,-4-4-46 0,1 0-229 0,-3-5-513 16,0 0 226-16</inkml:trace>
  <inkml:trace contextRef="#ctx0" brushRef="#br0" timeOffset="71881.69">9229 7536 111 0,'0'-11'160'0,"0"11"-17"0,8-5-14 0,-3 3-11 16,2 0-17-16,5 0-10 0,0 2-23 0,2-4-37 15,6 3-41-15,7-3-42 0,2 0-97 0,3-4-160 16,4 2 71-16</inkml:trace>
  <inkml:trace contextRef="#ctx0" brushRef="#br0" timeOffset="75202.77">9960 7806 135 0,'-6'2'185'0,"6"-2"0"0,0 0-14 15,0 0-13-15,0 0-16 0,0 0-2 0,14-20-15 16,-9 12-8-16,5-4-6 0,4-3-6 0,0 2-5 16,8-5-6-16,-1-1-4 0,0 2-4 0,0-2-3 15,-3 1-10-15,-4 4-4 0,0-3-3 0,-3 4-7 16,-2-1 0-16,-2 4-2 0,-2-1-7 0,-1 2-1 15,-1 2-4-15,0-3-2 0,-1 2-2 0,-2 1-5 16,0 7 0-16,0-13-2 0,0 13-5 0,-2-11-4 0,2 11 4 16,-1-8-7-16,1 8-2 0,0 0-9 0,-5-7 9 15,5 7-8-15,0 0 1 0,0 0-7 16,0 0 2-16,-17 14-2 0,10-4 3 0,-1 0-6 16,1 4 4-16,1 2-2 0,-2 0-2 0,3 1-1 0,1-1 2 15,3-5-1-15,1 0 0 0,4 2 0 0,-3-1 0 16,3 1-5-16,2-4 1 0,1 1-2 0,0-4 1 15,6 1-1-15,-3-1 5 0,3-2-4 0,1-3 4 16,3 0-6-16,1-2-1 0,-2 1 0 0,1-3-1 16,2-3 1-16,-2-1 0 0,-1-1 0 0,0-1 3 15,-1 0-2-15,-1-2 0 0,1-2-2 0,-3 2 1 16,1-3 2-16,-6 5 3 0,-2-1-2 16,2-5 2-16,-1 4-3 0,0-2 2 0,-2 1 3 0,-1 3 3 15,0-2-1-15,-1 4 0 0,1-1-2 0,-2 2 2 16,-1 6 0-16,3-9 1 0,-3 9-3 0,0-8-3 15,0 8-1-15,0 0 2 0,0 0-3 0,0 0 3 16,0 0-3-16,0 0 3 0,0 0 0 0,2 22 0 16,-2-13 1-16,0-9 3 0,-1 13-6 0,1-13 4 15,0 11-4-15,1-4 5 0,-1-7-2 0,1 8 1 16,-1-8-2-16,2 6 0 0,-2-6 1 0,0 0 0 16,5 5-3-16,-5-5 4 0,0 0-2 0,5 4-2 0,-5-4 4 15,0 0 1-15,0 0-2 0,10-2 3 16,-10 2-3-16,0 0 2 0,17-7-3 0,-11 4 2 15,4-2-3-15,-1 1 2 0,0 1-3 0,-2-1-4 16,0 2 2-16,-7 2 2 0,13-1 0 0,-7 1-1 16,-6 0-3-16,13 4 3 0,-8 1-2 0,0-1-1 15,-2 2-14-15,-1-1 1 0,0 3-23 0,-1 0-24 16,0 1-27-16,-1 1-39 0,-1 2-37 0,0-2-36 16,-6 3-159-16,0-4-393 0,2 1 174 0</inkml:trace>
  <inkml:trace contextRef="#ctx0" brushRef="#br0" timeOffset="75390.36">10241 7415 42 0,'11'-6'93'0,"-11"6"-27"0,18 1-42 0,1 0-36 0,0 2-24 16,11-2-38-16,4 3 16 0</inkml:trace>
  <inkml:trace contextRef="#ctx0" brushRef="#br0" timeOffset="75672.88">11080 7255 185 0,'1'-10'212'0,"-2"2"-11"0,1 8-2 0,-3-13 4 0,3 13-3 16,-1-10-12-16,1 10-17 0,0 0-17 0,0-8-15 15,0 8-17-15,0 0-12 0,0 0 2 0,-6 32 3 16,6-5 0-16,0 7 1 0,-4 14-3 0,5-3-11 16,-2 2-7-16,1-1-11 0,-1 4-5 0,-2-6-8 15,3-9-7-15,-6-2-6 0,4 3-4 0,2-4-8 16,-1-1-4-16,-3 3-2 0,3-6-3 0,-1 1-4 15,1-2-2-15,0-8-8 0,0 1-13 0,1-2-20 16,-4-2-27-16,4-3-25 0,-2 0-21 0,0-5-30 16,1 3-26-16,1-3-38 0,0-8-13 0,-4 9-23 15,4-9-204-15,-5 5-452 0,5-5 200 0</inkml:trace>
  <inkml:trace contextRef="#ctx0" brushRef="#br0" timeOffset="75904.64">10999 7488 120 0,'13'-11'150'0,"0"4"-4"0,-1 4-2 0,5-3 2 0,-4 6-4 15,5-1-5-15,0 2 2 0,-4 1-12 16,-1 2-2-16,2 2-6 0,0 3-8 0,-3-1-10 16,-2-2-5-16,0 3-10 0,-1 4-6 0,-4-4-8 15,-3 0 2-15,-1 3-7 0,-1 0-3 0,-3-2-8 0,-3 1-5 16,-2 3-3-16,-1 0-7 0,-4-1-6 0,0-3-8 15,0 0-25-15,-1 1-19 0,2-7-32 0,2 3-29 16,-2-3-24-16,2 0-41 0,1-2-34 0,-2 2-147 16,3-1-350-16,8-3 155 0</inkml:trace>
  <inkml:trace contextRef="#ctx0" brushRef="#br0" timeOffset="76466.63">11338 7487 175 0,'20'-1'180'0,"-2"0"0"0,1 2-7 0,-6 2-11 16,0-1-11-16,-1 2-9 0,-2 4-13 0,0-1-11 15,-4 1-8-15,1 1-9 0,-3 2-12 0,-1 0-8 16,0-1-6-16,-3 1-4 0,-5 1-8 0,1-2-4 16,-1 1-4-16,-3 4-9 0,0-5-6 0,1-3-2 15,-2 0-4-15,1 1-3 0,1-2-6 0,-1-2 4 16,4 0-4-16,4-4-6 0,-9 3-2 0,9-3 3 15,0 0-1-15,0 0-5 0,0 0-5 0,-8-11-3 16,8 11-6-16,3-12 2 0,-3 12-10 0,8-16 2 16,-2 6-2-16,4 2 0 0,-1-6-2 0,2 1-1 15,1 0 1-15,1 0 3 0,0 0-4 0,2 0 4 16,-2 0 0-16,1 1 0 0,-1 1 1 0,-2 2 2 16,-3 0-1-16,-2 2 5 0,0 4 3 0,-3-3 3 15,5 5 3-15,-8 1 0 0,4-6-7 0,-4 6-5 16,5-5-3-16,-5 5 0 0,0 0 10 0,0 0 10 15,1 18 2-15,-2-9 3 0,0 1-4 0,-3-1 2 16,2 3-4-16,2-1 4 0,0-4-5 0,0 3 2 16,0-1-1-16,0-9 0 0,2 17 3 0,-1-10 1 15,2-2-3-15,-1 1 0 0,3-2 0 0,-1 1 0 0,1-2 1 16,-5-3-1-16,18 2-3 0,-11-2 0 16,5-1-5-16,-1 0 3 0,-2 0-1 0,3-6 4 15,0 2 1-15,-4 0-2 0,3 0 3 0,-5-2-1 16,5-3-2-16,-5 3 2 0,4-1 0 0,-5 0 12 0,1 2 2 15,-4 0 0-15,1 0 0 0,-3 6 6 0,6-9-1 16,-3 5-1-16,-3 4-4 0,0 0-4 16,3-8-4-16,-3 8-2 0,0 0-5 0,0 0 4 15,0 0-6-15,0 0-1 0,0 0-2 0,8 18 1 0,-8-9-16 16,4 0-23-16,-3 1-31 0,2-1-37 0,2 2-36 16,-1-3-35-16,2-1-32 0,2 2-208 15,-1-3-445-15,4-1 197 0</inkml:trace>
  <inkml:trace contextRef="#ctx0" brushRef="#br0" timeOffset="76689.42">12194 7370 207 0,'-10'-3'220'0,"0"-1"-9"0,1 2-11 15,-4 2-14-15,1 2-8 0,-1 3-5 0,-1 3-12 16,3-1-8-16,-2 3-15 0,1 4-4 0,4 1-6 15,1 0-10-15,5-3-11 0,-4 6-9 0,6-3-8 16,1-2-15-16,4 5-5 0,-3-3-8 0,9 1-6 16,-2-3-17-16,5 0-19 0,3 0-27 0,-1-4-33 15,2-1-40-15,2-1-46 0,1-2-41 0,-1-2-27 16,2 0-175-16,-3-3-399 0,0-2 177 0</inkml:trace>
  <inkml:trace contextRef="#ctx0" brushRef="#br0" timeOffset="76936.45">12408 7274 56 0,'0'-9'236'0,"0"2"-8"0,0 7-14 16,-2-11-19-16,2 11-21 0,0 0-13 0,0 0 16 16,0 0 0-16,0 0 1 0,0 0 1 0,0 39-9 15,-1-19-4-15,1 3-9 0,0 3-9 0,0 0-11 16,1-7-12-16,-1 8-7 0,0-2-12 0,4 1-12 15,-4-1-8-15,2-6-10 0,0 6-10 0,-2-7 1 0,1 2 2 16,1-2-23-16,-1-8-17 0,2 2-27 0,-1-2-23 16,-2 1-30-16,5 0-36 0,-5-4-32 15,0-7-43-15,0 11-23 0,0-11-34 0,0 7-31 0,0-7-175 16,0 0-458-16,0 0 203 0</inkml:trace>
  <inkml:trace contextRef="#ctx0" brushRef="#br0" timeOffset="77200.17">12316 7447 87 0,'0'0'164'0,"-3"-6"-30"16,3 6-5-16,0 0-5 0,0 0-5 0,13-9-7 15,1 8-4-15,-1-1-4 0,8 1 0 0,2 0-7 16,3-2-8-16,1 1-5 0,4 2 2 0,-1-3-6 16,-3 1-1-16,-5 2-6 0,-2 0-1 0,-1 0-6 15,-3 2-1-15,-1 1 2 0,-4-3-6 0,-3 1-2 16,2 1-3-16,-3 1 3 0,-1 1 8 0,2 5 1 15,-6-5 5-15,2 5-9 0,0-2-3 0,-1 0-1 16,1 2 2-16,-2 2-7 0,-2 0-4 0,2 0-2 16,0 1-4-16,-3 1-2 0,2-4-9 0,1 2-3 15,0 1-15-15,-2-1-20 0,2 1-35 0,0-3-41 16,0 1-50-16,1-3-41 0,-3 1-44 0,2-1-188 16,-2-7-438-16,0 0 194 0</inkml:trace>
  <inkml:trace contextRef="#ctx0" brushRef="#br0" timeOffset="77361.42">12657 7281 38 0,'0'0'8'16,"0"0"-16"-16,11 18-9 0,-4-13 5 0</inkml:trace>
  <inkml:trace contextRef="#ctx0" brushRef="#br0" timeOffset="77585.19">13048 7348 169 0,'-21'2'222'0,"11"2"-3"0,0 2-7 0,-1 1-9 15,-2 3-4-15,3-1-2 0,-2 2-14 0,5 3-9 16,-3-1-15-16,6 5-9 0,-1-5-17 0,3 4-10 0,2-2-12 16,2 2-13-16,5-2-12 0,-3 1-5 0,6-3-13 15,-1 0-21-15,2 0-37 0,7-4-26 0,-1 1-36 16,2 0-44-16,-1-4-22 0,9 0-43 16,1-3-23-16,-7-3-29 0,6-2-121 0,-4 0-363 0,6-1 161 15</inkml:trace>
  <inkml:trace contextRef="#ctx0" brushRef="#br0" timeOffset="78160.45">13390 7460 28 0,'4'-16'138'0,"-4"4"2"16,0 0 0-16,0 1 15 0,-4 2 5 0,1 0 1 15,1 4 0-15,-5-1-13 0,2 2-11 0,5 4-8 16,-15 0-6-16,3 2 6 0,-3 9 0 0,-3 0-8 16,2 2-6-16,-6 2-10 0,6-1-7 0,-2 5-8 15,5-8-4-15,3 3-7 0,2 1-10 0,3-3-6 16,1-3-7-16,4 4-5 0,0-1 0 0,4 0-10 15,1-6-2-15,-1 3-5 0,5-1-1 0,2-3-10 16,3-2-9-16,-1-1-7 0,-1-1-5 0,6-1-6 16,-5-1-1-16,-2-1 3 0,3-3-1 0,-1 2-2 15,-3-2 1-15,0-2 1 0,-1 4-1 0,-3-4 5 16,0-2-3-16,0 0-1 0,-3 3 6 0,-1-2-4 16,2 0 2-16,-4 1 0 0,0 7 6 0,4-10 4 15,-4 3 1-15,0 7 0 0,1-8-3 0,-1 8-3 16,0 0 0-16,0 0 3 0,0 0 0 0,0 0 5 15,0 0-2-15,-13 18 1 0,12-10 1 0,1 0-2 16,0 5 5-16,-2-4 0 0,2 2 0 0,2-1-3 0,-1-1 0 16,3 0 1-16,0 3-2 0,5-4-6 15,3 1 5-15,-1-3-2 0,7-2-1 0,2 2-9 16,0-5-11-16,0-2-16 0,-4 1-10 0,2-4-10 16,0 0-16-16,-6 2-6 0,-2-3-8 0,3-2 4 15,-5 0-13-15,1-2 5 0,-1-2 0 0,-1 0 11 16,-2 0 4-16,0-2 5 0,-1-4 9 0,-4-1 2 15,2-3 10-15,-2 1 5 0,-2-7 0 0,2 0 10 16,0-1 13-16,-7 0 4 0,5 1 7 0,-3-2 10 0,3 3 10 16,-1 7 10-16,-1 1 24 0,4 7 14 0,-2 1 15 15,2 0-6-15,-2 5-6 0,2 5-12 0,0-10 4 16,0 10 0-16,0 0 22 0,0 0 0 16,0 32 13-16,2-6 8 0,-2-3-8 0,0 2 1 0,2 3 4 15,-2-1-7-15,-2 0 1 0,4-1-13 0,-4 2-9 16,4-2-15-16,0 0-3 0,1 0-6 15,-1-8 5-15,0 1-16 0,3 5-32 0,-3-5-30 0,1 1-44 16,-1-2-51-16,0-2-57 0,0 1-76 0,2-4-60 16,-6-2-211-16,2 0-566 0,0-11 250 0</inkml:trace>
  <inkml:trace contextRef="#ctx0" brushRef="#br0" timeOffset="78572.58">14546 7327 1911 0,'-11'-24'48'0,"0"-2"8"0,4 7 17 0,0 2 5 0,5 1-6 15,-1 5 16-15,-1 0-6 0,4 3 4 16,-4 2-11-16,4 6-7 0,0-10-8 0,0 10-7 16,0 0-5-16,0 0 14 0,0 0 14 0,0 0 3 15,11 26 11-15,-5-2-8 0,2 4 0 0,-4 1 5 16,1 0-6-16,-2 2-10 0,-2-3-1 0,1 2-6 0,-2-1 2 15,0-2-10-15,0 1-2 0,2 0-5 16,-2-9-6-16,0 6-6 0,0-2 6 0,0-3-15 0,4-3 5 16,-4 1-7-16,1 0-14 0,2-4-25 0,-2 0-27 15,-1-3-23-15,0 0-32 0,0-4-40 0,-2 4-44 16,-1-3-41-16,-1-2-38 0,2-2-257 16,2-4-557-16,-8 5 246 0</inkml:trace>
  <inkml:trace contextRef="#ctx0" brushRef="#br0" timeOffset="79182.75">14483 7432 155 0,'2'-5'163'0,"-2"5"-12"16,16-5-5-16,-3 2-3 0,6 1 2 0,-2 2 2 16,3 3-8-16,-1 0-13 0,0 3-7 0,2 3-8 15,-1-2-15-15,-5 0-9 0,2 2-2 0,-4 3-6 16,5 0-3-16,-9-4-4 0,-2 2-5 0,-3 0-9 15,4-1-5-15,-6 0 1 0,-2-2-6 0,-1 2-5 16,1-9-5-16,-11 14-3 0,5-5 4 0,-1-2-11 16,-2-2 0-16,1-2-2 0,2 2-1 0,-1-4-2 15,-1 1-2-15,8-2-1 0,-12 0 0 0,12 0-4 16,0 0-4-16,-7-8-1 0,7 8-1 0,0 0-6 16,7-15-3-16,3 6 1 0,3-2 1 0,0 0-8 15,5 0-1-15,-1-1 3 0,4-4-2 0,-2 5 3 16,-2 1-1-16,1-1-4 0,-4 3 6 0,2-4-3 15,-3 3 4-15,3-1-1 0,-4 1-1 0,0 0 0 16,-5 2 2-16,1-2 2 0,-3 3 6 0,-1 0 5 16,2 0 3-16,-4 2 7 0,3-1 7 0,-5 5 4 15,2-7-6-15,-2 7-3 0,0 0 6 0,0 0-9 16,0 0-2-16,0 0-3 0,0 0 0 0,0 0-5 16,0 0 2-16,-21 16 2 0,15-4-4 0,-1 1 0 0,-1-2 7 15,2-1-8-15,1 6 2 0,1-6-4 16,0 4 3-16,4-3 0 0,0 2-1 0,2-3-6 0,1 2 2 15,1-3 0-15,0-5-5 0,1 3 2 16,-1-1 3-16,1 0-6 0,1-3 0 0,1 0-6 0,1-1-2 16,3-2-2-16,-1 0-5 0,0-2 3 0,1-3 3 15,0 1-1-15,-1-3 1 0,-2 0-1 0,-1 1 3 16,-1-2-2-16,-1-1-2 0,0-2 3 0,-3 2 4 16,1-2-2-16,-1 1-1 0,0-1 9 0,-1 4 1 15,-1 7 5-15,0-10 5 0,0 10-2 0,1-8-1 16,-1 8-5-16,0 0-1 0,0 0 1 0,0 0 0 15,0 0 3-15,0 0 2 0,4 25-3 0,-1-13 1 16,-3 0-3-16,2 3-1 0,2 2 0 0,-2 0-16 16,5-1-23-16,-2 0-38 0,1 0-38 0,-2-3-51 15,1-4-25-15,3 2-34 0,1 4-175 0,-3-4-427 16,1-4 189-16</inkml:trace>
  <inkml:trace contextRef="#ctx0" brushRef="#br0" timeOffset="80174.5">15246 7535 50 0,'0'0'191'0,"0"0"-4"0,0 0-10 15,0 0-9-15,0 0 2 0,0 0-8 0,0 0-6 16,0 0-10-16,0 0-6 0,0 0-13 0,0 0-5 16,-22 9-2-16,22-9-4 0,-5 5-3 0,5-5-4 15,0 0-8-15,0 0 7 0,-4 6 3 0,4-6-3 16,0 0-14-16,0 0 7 0,0 0-22 0,-9-13-10 15,9 13-3-15,-1-7-3 0,1 7-13 0,2-16-6 16,1 7-3-16,0-2 0 0,4 0-8 0,0-4 3 16,1 2-9-16,2-3 0 0,-4 1-6 0,5 0-8 15,-2 1-1-15,-4 4 3 0,2 0-1 0,-1 3-1 16,-1 1-3-16,-1 0-2 0,3 3-1 0,-2-1-1 16,-5 4-1-16,11 1-1 0,-11-1 0 0,14 10-3 0,-8-4 3 15,1 4-3-15,0 0 4 0,3 4 3 16,-3 1-3-16,0 0 1 0,2-1 6 0,-4-2-1 15,2-3-7-15,1 3 14 0,1-1-11 0,0-1-2 0,0-3 0 16,7 3 3-16,0-2-1 0,2-3 3 0,-2 0-5 16,4-4 3-16,0-2-1 0,-1 1-1 0,0-3-3 15,2-3 2-15,-3-1-1 0,-2 1-5 0,-2-1 4 16,2-3 9-16,-7 2-10 0,0-1 0 0,-2 0-8 16,1 0 6-16,-2-6-6 0,-1 5-4 0,-1-2 2 15,-4 0 6-15,2-1-5 0,-2 2 1 0,-2-3 2 16,0 4 3-16,-1-3-5 0,-1 1 5 0,2 2-3 15,-1 3-2-15,1 1 3 0,2 6-3 16,-2-10-4-16,2 10 3 0,0 0-4 0,0 0 6 0,0 0-4 16,0 0 4-16,0 0 1 0,-6 37 0 0,5-22 4 15,3 1 5-15,1 2 7 0,-3 1 1 0,0 0 3 16,0 2 4-16,2 3-1 0,0-6-2 16,-1 0-6-16,-1 3 3 0,-1-6 5 0,1 2-4 0,-2-5-4 15,0 0-1-15,2 0 5 0,-3-2-7 0,3-1 1 16,0-9 2-16,-2 11 0 0,2-11-3 0,-3 7 3 15,3-7-6-15,0 0 2 0,-4 5 4 0,4-5-6 16,0 0 3-16,0 0-7 0,0 0 1 0,0 0-5 16,0 0-6-16,6-27-5 0,0 16-3 0,0 0-8 15,3-3 2-15,1-1-4 0,3 2 0 0,0-2-2 16,1 1 4-16,1-1 3 0,-1 0 2 0,3-4-3 16,-7 6 3-16,3-1 4 0,-3 0-2 0,2 1 5 15,-2-3 7-15,-2 2-5 0,-2-1-1 0,0 5 4 16,-1 0 2-16,-1 1 9 0,-1 2 10 0,1 2 2 15,-4 5-3-15,2-9 2 0,-2 9-3 0,0 0-1 16,0 0-5-16,0 0 7 0,0 0 4 0,-15 20 0 16,9-10 0-16,-2 4 2 0,3 2-4 0,0-6 3 15,2 3 0-15,2-1 1 0,-2-1-5 0,3 0 1 16,3-1 3-16,-2 0-3 0,3 0-3 0,1 1-2 16,2-1 5-16,1-5 0 0,1 2-6 0,2-1-1 0,6-3 3 15,0 0 0-15,2 0 2 0,3-3-9 0,-4-2 1 16,1 0-8-16,0-2-8 0,-1-1 3 15,0-3 1-15,-4 2 1 0,0 0-7 0,-5-2 4 16,4-3 0-16,-2 2-1 0,-3 0 6 0,-2-1-2 0,1 0-1 16,-2 0 0-16,1-2 2 0,-3 2-2 0,-1 0-1 15,1 2 2-15,-2 0 0 0,-1 8 1 16,3-7 1-16,-1 1 0 0,-2 6-2 0,0 0-1 16,0 0-1-16,0 0 6 0,0 0 0 0,0 0 2 0,0 0 7 15,0 0 5-15,-2 30-3 0,1-19-3 0,-2 0 3 16,2 0 4-16,-2 3-1 0,0-3 0 0,1 1 0 15,-3 4-2-15,1-2 1 0,3 0-6 16,-2 0-3-16,-2 2-5 0,3-4-18 0,-5 1-29 0,1-3-34 16,2 1-44-16,-2-2-46 0,-1 2-43 0,2-2-55 15,-3-1-209-15,1-2-521 0,7-6 231 0</inkml:trace>
  <inkml:trace contextRef="#ctx0" brushRef="#br0" timeOffset="80334.37">15872 7228 115 0,'-5'-4'111'0,"5"4"-35"0,0 0-33 16,0 0-48-16,0 0-52 0,0 0-62 0,0 0 28 15</inkml:trace>
  <inkml:trace contextRef="#ctx0" brushRef="#br0" timeOffset="80581.86">16402 7167 133 0,'3'-6'252'0,"-3"6"-6"0,5-7-7 16,-5 7-9-16,5-4-16 0,-5 4-22 0,5-4-18 15,-5 4-17-15,0 0 5 0,7 13 7 0,-1 2-5 0,-1 4 7 16,2 6-8-16,-2 2-8 0,0 2-5 15,-4-4-12-15,0 4-14 0,1-3-8 0,-2 2-16 16,0-3-9-16,0 1-7 0,0-2-12 0,0-5-9 16,1 1 2-16,-1 0-15 0,0-3-12 0,-1-1-23 0,1-1-21 15,1-3-33-15,-1-1-34 0,0-2-35 16,0 1-32-16,0-3-30 0,0-7-31 0,-3 9-27 16,3-9-37-16,-7 9-185 0,7-9-487 0,-11 0 216 15</inkml:trace>
  <inkml:trace contextRef="#ctx0" brushRef="#br0" timeOffset="80906.35">16383 7389 16 0,'4'-4'133'0,"1"0"4"0,-5 4-7 16,14-3 2-16,-6 2-2 0,-8 1-9 0,18 4-3 16,-12 0-4-16,3 2 9 0,-1 0-1 0,1 2-5 15,0 0-9-15,0 1-6 0,-2 1-7 16,2 0-5-16,1 3-7 0,0-1-7 0,1-1-8 0,-2-1-2 15,0-2-5-15,1 1-7 0,0-1-7 0,-1-3 2 16,3-1-5-16,-2-4-3 0,0 5-1 0,2-3 0 16,0-2-7-16,-1 0-1 0,-2 0 2 0,-9 0 6 15,16-2 5-15,-9-3-8 0,-1 2 9 0,2-2 0 16,-3-2-1-16,-3 0 1 0,1-2-2 0,0-1-1 16,-2-1 4-16,0 2-6 0,-1-3-5 0,0 1 0 15,-2-2-5-15,0 2-3 0,-2-1 2 0,-1 1-6 16,1 0-4-16,-1 2-4 0,-2-1-2 0,-2 3-6 15,1 1-17-15,-1 0-14 0,-2 3-25 0,-1 2-23 16,-1 2-43-16,2 2-37 0,-1 0-42 0,0 1-33 16,1 4-182-16,2 2-441 0,0-3 195 0</inkml:trace>
  <inkml:trace contextRef="#ctx0" brushRef="#br0" timeOffset="81674.73">16722 7613 52 0,'8'-1'218'0,"3"1"-7"16,-1-5 4-16,-1 1-10 0,3 1-8 0,-2-4-17 16,0 4-8-16,-1-4-13 0,0 2 8 0,1-3-16 15,-1 1-9-15,0-1-6 0,-4 1-15 0,-1-3-5 0,0 1-3 16,0-2-14-16,-3-7-3 0,2 1-14 16,-3 1-6-16,-4-1-5 0,4 0-1 0,-1-1-4 15,-5 3-1-15,0-2-11 0,0 4 0 0,-2-3-3 16,2 7-3-16,-1 0-3 0,2 0-1 0,1 3-4 0,2 0-3 15,-5 1-3-15,7 5-10 0,-7-7 0 16,7 7-3-16,-5-4-8 0,5 4 0 0,-3-6-4 16,3 6-3-16,0 0-1 0,0 0 1 0,0 0-3 0,0 0 2 15,0 0-2-15,0 0 1 0,25 11 1 0,-12-7-2 16,0-2 3-16,5 1-3 0,1 1-1 0,-1-1-1 16,-4 0 5-16,3 1-4 0,-5-2 0 0,1 0 1 15,0 0-5-15,-3 1 6 0,1 2 0 16,-3-3-4-16,1 3-1 0,-3-1 7 0,0 2-4 0,-2 1 1 15,1 1 0-15,-3 1 0 0,1 0 3 0,-2 2 1 16,-1 0 1-16,-1-1-1 0,1-2 2 0,-1 3 4 16,-2 1-4-16,-1 1 1 0,3-3 4 0,-1 3 5 15,0-2 0-15,1 1-7 0,0-3 3 0,-1 4-2 16,1-7-1-16,2 2 1 0,-1-8 1 0,2 14-3 16,0-7 1-16,2-1-3 0,0 0 4 0,0-1-2 15,1-1 0-15,1 0-4 0,1 1 1 0,-1-2-4 16,5-3 6-16,1 3-1 0,1-3-1 0,0 0 3 15,-2-3-4-15,3 0-3 0,-1-1 0 0,0-1 4 16,-2 1 3-16,-1-4 0 0,2 1-5 0,-2-2-6 16,0 1 6-16,0 1-4 0,-1-3 3 0,2-6-4 15,-2 8-1-15,0-7-4 0,-3 1 8 0,0-1 3 16,-2 2-3-16,3-2-1 0,-4 1 5 0,-1 1-9 16,2-2 2-16,-2 5 1 0,1-2 1 0,-2 4 0 15,2-1-1-15,-3 9-2 0,1-10 1 0,0 5-1 16,-1 5 3-16,0 0-6 0,0-11 2 0,0 11-4 15,0 0-11-15,0 0 14 0,0 0 0 0,0 0 12 16,-19 13-14-16,10-7 0 0,3 1 3 0,-2 3 1 16,-1-1-5-16,4 0 5 0,0-2-4 0,1 4-1 0,0 1-1 15,3-3-1-15,1 2-2 0,0-2 2 0,1 3 0 16,3-2 9-16,-1-1-9 0,0 2-4 16,2-1 1-16,2 0 1 0,-3-1-4 0,1 0-2 0,1-2-7 15,-2 0 2-15,1 2 10 0,-1-3-9 0,-2 0-2 16,1-1-2-16,-3-5 4 0,5 10 0 0,-4-5-3 15,-1-5 7-15,-1 8-7 0,1-8 11 0,-6 12-7 16,1-8-2-16,-2 1-20 0,1-2-17 16,-2 4-34-16,-2-1-31 0,0-2-50 0,1-1-47 0,1 0-62 15,0-3-190-15,1 4-508 0,7-4 225 0</inkml:trace>
  <inkml:trace contextRef="#ctx0" brushRef="#br0" timeOffset="81858.13">17551 7592 47 0,'0'0'91'0,"9"0"-36"0,-9 0-46 0,0 0-43 16,0 0-36-16,0 0 15 0</inkml:trace>
  <inkml:trace contextRef="#ctx0" brushRef="#br0" timeOffset="83535.86">15485 6451 5 0,'0'0'76'0,"-2"-9"-3"0,2 9 1 0,0 0-8 16,0 0 0-16,0 0-13 0,0 0 1 16,0 0-1-16,-2-7 1 0,2 7-14 0,0 0 1 15,0 0-7-15,0 0 2 0,0 0 2 0,0 0-7 0,0 0 3 16,0 0-7-16,0 0 7 0,0 0-1 0,0 0-9 16,0 0 5-16,0 0-6 0,0 0 3 0,0 0-6 15,0 0 8-15,0 0-5 0,0 0-3 16,0 0 0-16,0 0 7 0,0 0-7 0,-13 0 4 15,13 0-1-15,0 0 1 0,0 0-8 0,0 0 3 0,0 0 3 16,0 0 0-16,0 0 1 0,0 0 6 0,-10 0 1 16,10 0 4-16,0 0 0 0,0 0 7 0,0 0-2 15,0 0 1-15,-4-4-3 0,4 4 3 0,0 0 4 16,0 0-3-16,0 0 2 0,0 0-4 0,0 0-2 16,0 0-9-16,0 0 0 0,0 0-1 0,0 0-3 15,0 0-2-15,0 0-4 0,0 0-1 0,9-13-3 16,-9 13 0-16,0 0-3 0,0 0-3 0,10-3 3 15,-10 3-4-15,10 0-2 0,-10 0 2 0,12 0-3 16,-4 0 0-16,-8 0-1 0,16 3 1 0,-8-3 2 16,0 0-2-16,2 1 1 0,0-1-3 15,0 0 2-15,0 2-2 0,-10-2-2 0,13-2 2 16,-5 2-1-16,1-1-1 0,-9 1 0 0,11 0 6 0,-11 0-4 16,8 0-1-16,-8 0 1 0,0 0 3 0,0 0-2 15,12 0-2-15,-12 0 3 0,0 0-4 0,0 0 1 16,0 0 2-16,7 0-3 0,-7 0-2 0,0 0-9 15,0 0-6-15,0 0-15 0,0 0-13 0,0 0-23 16,0 0-21-16,0 0-24 0,0 0-23 0,11-4-20 16,-11 4-98-16,10-4-276 0,-4 0 123 0</inkml:trace>
  <inkml:trace contextRef="#ctx0" brushRef="#br0" timeOffset="87743.05">17617 7632 137 0,'0'0'147'0,"0"0"-3"0,1-10-4 0,-1 10-15 15,0 0-16-15,0 0-11 0,0 0-2 0,0 0-8 16,0 0-4-16,0 0-11 0,0 0 0 0,-18 32-7 16,10-18-5-16,-3 4-7 0,-1-1-6 0,2-1-9 15,1 0-23-15,-1 2-17 0,0-2-26 0,2-1-36 16,0 0-25-16,3-4-38 0,-1 0-90 0,3-1-233 15,1-4 103-15</inkml:trace>
  <inkml:trace contextRef="#ctx0" brushRef="#br0" timeOffset="89098.54">14997 6878 8 0,'-6'-13'124'0,"6"13"-12"0,-6-5-9 0,6 5-13 15,-9-6-12-15,4 2 17 0,5 4 1 0,-10-4-12 16,5 1-6-16,-2-2-9 0,7 5-23 0,-12-3 17 15,1 0-11-15,1 2-9 0,0 1-4 0,-2-2 0 16,-2 2-1-16,1-1-3 0,0 2-4 0,-5-1 3 16,0 0-8-16,1 2-7 0,2-2 1 0,-2 1 0 15,2-1 0-15,-2 3 1 0,1-3-5 0,0 2 8 16,5-1 5-16,-2-1 4 0,1 0 3 0,2-1-4 16,1 1-2-16,9 0 7 0,-16 0 5 0,9-2 2 15,7 2-3-15,0 0-2 0,-13 2-3 0,13-2-4 16,0 0-4-16,-10-2-7 0,10 2-1 0,0 0 0 15,0 0-5-15,0 0 1 0,0 0-1 0,38 0-1 16,-9-4-4-16,5 2 5 0,4 0-4 0,19-1-2 16,2 1 6-16,2-3-2 0,35-3-2 0,0 1 3 15,5 7 2-15,10-9-4 0,5 3 0 0,13-4-2 16,1 0 0-16,6-1-6 0,6-3 5 0,1 1 0 16,-1 2-4-16,-8-3 0 0,-5 7-4 0,-19-1 2 15,-3 0-2-15,-11 4 1 0,-32-1-2 0,-5 5 7 16,5-2-5-16,-8-1-1 0,-3 1-2 0,-15 0 0 15,0 2 4-15,-3 0 2 0,-5-3-2 0,0 3-2 16,-14-1 1-16,-2-1 7 0,-5 1 9 0,-1 0 17 16,2 1 13-16,-10 0 9 0,10-3-4 0,-10 3-6 15,0 0-10-15,4-5 0 0,-4 5 1 0,0 0-5 16,0 0-8-16,0 0-11 0,0 0-15 0,0 0-21 16,0 0-31-16,-9-15-43 0,9 15-54 0,0 0-38 15,0 0-39-15,0 0-113 0,0 0-367 0,0 0 162 16</inkml:trace>
  <inkml:trace contextRef="#ctx0" brushRef="#br0" timeOffset="89734.33">18294 7118 169 0,'0'-9'198'15,"0"9"-8"-15,0 0-12 0,0 0 1 0,-5-12-9 16,5 12-9-16,-5-4-10 0,5 4-14 0,0 0-7 16,-9-6-11-16,9 6-9 0,-5-1-3 0,5 1-15 15,0 0-9-15,0 0-6 0,-7-4-7 0,7 4-11 16,0 0-4-16,0 0-5 0,0 0-3 0,0 0-9 16,0 0-4-16,-5-5-6 0,5 5 1 0,0 0-7 15,0 0-8-15,0 0-10 0,0 0-8 0,0 0-12 16,0 0-6-16,0 0-5 0,0 0-4 0,0 0-2 15,0 0-7-15,0 0 1 0,0 0-2 0,0 0-5 16,0 0 4-16,0 0-1 0,0 0 4 0,0 0 1 16,0 0-1-16,0 0 4 0,0 0 1 0,0 0-1 0,0 0 1 15,0 0 3-15,0 0-1 0,0 0 0 16,0 0-2-16,0 0 0 0,0 0-11 0,0 0-6 16,0 0-16-16,0 0 2 0,0 0-12 0,0 0 1 15,0 0-6-15,8 19-11 0,-8-19-6 0,0 0-8 0,5 4-83 16,-5-4-205-16,0 0 90 0</inkml:trace>
  <inkml:trace contextRef="#ctx0" brushRef="#br0" timeOffset="95485.73">18073 7310 115 0,'-7'-8'200'0,"1"2"-13"0,0 1-7 0,-2 0-9 0,0-1 1 15,-1 4-11-15,2 0-8 0,-1-1-9 0,8 3-17 16,-15-2-14-16,15 2-9 0,-13 5-11 16,3-1-10-16,-1 3-6 0,1 2-8 0,1 1-1 15,-1 3-12-15,2-3-3 0,3 3-6 0,0 2 4 0,1-2-12 16,-2 3-4-16,6-2-5 0,2-1 0 0,1-2-2 15,1 4-7-15,1-5 2 0,4 5-3 0,4 0-1 16,-6-5-7-16,2-3-7 0,7 2-5 0,-6-1-6 16,3-3-5-16,-1-3-10 0,5 2 1 0,1 0-12 15,0-3 4-15,-5 1 1 0,4-5-1 0,-4 2 3 16,1-1 2-16,0-1-2 0,3-1 3 0,-3-1 7 16,-2-1-4-16,0-1 6 0,-1-2-2 0,-1 3 3 15,0-5 2-15,-1 2 6 0,-1-1 7 0,-2 0 6 16,2 0 0-16,-3 2 9 0,-1-2 10 0,-1 3 7 15,0 1 2-15,-3 6 4 0,3-11 1 0,-3 11-5 16,1-6-4-16,-1 6-6 0,0 0-2 0,0 0-4 16,0 0 0-16,0 0-3 0,0 0 1 0,0 0-1 15,0 0-5-15,-8 26 0 0,7-17 1 0,2 0-4 16,0 1 2-16,3-3-4 0,1 2 3 16,3 1-5-16,-3-3 3 0,5 0-1 0,1-2 0 0,0-2-3 15,2 1 6-15,5-2-4 0,-1-1 1 0,-2-2-3 16,-2 1 2-16,3-5-2 0,-3 2 2 0,3-2-3 15,-4-1 1-15,-2 0 0 0,0-1-1 0,-2-2 1 16,-4 1-1-16,0-3-5 0,-2 0 6 0,-2 0-2 0,0-2 2 16,-1 0 1-16,-4-1 1 0,-1-1-4 15,-2 5-1-15,-2-2 1 0,1 3-3 0,-3-3 0 16,0 6 0-16,1 0-6 0,1 2-8 0,-3 2-12 16,2 4-12-16,-2-1-19 0,1 5-24 0,1-2-24 15,0 4-32-15,2 1-21 0,1-3-25 0,3 3-20 16,-2-1-129-16,5-1-360 0,2-1 160 0</inkml:trace>
  <inkml:trace contextRef="#ctx0" brushRef="#br0" timeOffset="95717.49">18548 7165 181 0,'0'-15'232'0,"0"-3"-6"0,-1 4-3 0,1 4 4 16,0 1-13-16,1 0-9 0,-1 2-17 0,0 7-15 15,-2-9-19-15,2 9-15 0,0 0-17 0,0 0-9 16,0 0-7-16,10 29-7 0,-6-4-5 0,-2 4-3 16,2-2-12-16,-1 3-6 0,0 1-8 0,1-2-6 15,3 0-8-15,-1 0 2 0,2-3-11 0,-3 1-12 16,1-3-34-16,-2-5-30 0,0 0-42 16,2 1-45-16,-2-2-40 0,0-3-40 0,1 1-51 0,-5-7-147 15,1-1-432-15,-1-8 193 0</inkml:trace>
  <inkml:trace contextRef="#ctx0" brushRef="#br0" timeOffset="95926.86">18736 7319 1688 0,'6'-30'-5'0,"-2"-2"71"0,-3 3 10 16,2 4-8-16,-3 8 47 0,1-2 9 0,1 8-17 16,-2-2-7-16,-2 4-11 0,2 0-4 0,0 9-11 15,-1-10-6-15,1 10-9 0,0 0 11 0,0 0-2 16,0 0-1-16,-1 32-2 0,1-12 5 0,-3 5-19 15,3-5 8-15,-1 6-14 0,2 3-3 0,-1-5-10 16,0 2-18-16,1-6-30 0,-1-2-22 0,2 1-30 16,-1 0-39-16,0 3-44 0,-2-4-25 0,1-2-26 15,-1-4-37-15,1 1-145 0,1-2-415 0,2-1 184 16</inkml:trace>
  <inkml:trace contextRef="#ctx0" brushRef="#br0" timeOffset="96170.67">18828 7528 39 0,'6'-4'172'0,"3"-2"2"0,0 1-20 15,0-3 2-15,1 0-4 0,1 1-9 0,4-4-4 16,-2 0-8-16,0 0 1 0,1 1-7 16,-1 0-13-16,-3 1-10 0,-1 0 1 0,0-5-9 0,-2 2-9 15,1 2 0-15,-2-5-1 0,-1-1-5 16,-1 5-7-16,-1-1 5 0,-3 1-11 0,0-1 6 16,-1 3-2-16,-1 1-2 0,0 1-5 0,-2 2-11 15,4 5-4-15,-12-4 3 0,5 2-12 0,7 2-4 0,-21 10-2 16,6 2-5-16,1 1-3 0,-3 0-5 0,6 4 6 15,-2-1-10-15,5 2 2 0,1-1-5 16,4-1-10-16,0 0-16 0,6 2-22 0,0-7-35 16,2 5-33-16,2-3-28 0,2-3-53 0,4 0-23 0,0 0-196 15,0-3-435-15,3-2 193 0</inkml:trace>
  <inkml:trace contextRef="#ctx0" brushRef="#br0" timeOffset="96384.16">19228 7328 163 0,'-1'-10'211'0,"0"0"8"0,-2 2-5 16,0 1-15-16,3 7-15 0,-5-7-17 0,5 7-16 15,-7-4-12-15,7 4-5 0,-13 7-12 0,4 3-4 16,-3 2-11-16,1 4-10 0,2-2-11 0,0 2-6 16,1 1-11-16,2-1-7 0,2-1-2 0,4 3-8 15,-2-6-6-15,3 0-4 0,3 4-15 0,0-5-23 16,2 0-26-16,5 0-34 0,-2-2-28 0,5-4-36 15,0 3-43-15,4-6-34 0,-4 0-156 0,4-2-380 16,3-3 169-16</inkml:trace>
  <inkml:trace contextRef="#ctx0" brushRef="#br0" timeOffset="96623.86">19484 7140 31 0,'-3'-15'239'0,"3"-1"0"0,-4 6-2 0,3 1-1 0,1 9-9 15,1-12-20-15,-1 12-21 0,-1-7-9 16,1 7-19-16,0 0 9 0,0 0 4 0,1 28-2 16,-1-12-13-16,3 9-10 0,-3 2 8 0,-3-2-30 15,7 1-1-15,-5 2 1 0,-2 0-23 0,3-3-8 0,0 1-10 16,0-2-19-16,3-6 4 0,-2 0-9 16,-1 1-3-16,1-3-18 0,-1-3-36 0,3-2-31 15,-2 0-28-15,2 1-32 0,-5-3-26 0,2 1-35 16,2-3-33-16,-2-7-16 0,0 10-18 0,0-10-26 0,0 0-183 15,-4 7-461-15,4-7 205 0</inkml:trace>
  <inkml:trace contextRef="#ctx0" brushRef="#br0" timeOffset="96945.86">19434 7335 63 0,'5'-4'147'0,"1"0"7"0,3 2-9 0,0 0-1 0,2 1-7 16,0 1-6-16,0 0-1 0,2 5-1 0,0-3-14 15,-1 2-8-15,1 2-2 0,-2 1-8 0,-2-2-5 16,1 2-5-16,-2 2-8 0,-1-2-7 0,1 1-6 16,1 0-1-16,-3-1-7 0,-1 1-2 0,2 0-10 15,-3-4 1-15,2 1-3 0,0 0 2 0,-2-1-3 16,1 0 1-16,-5-4-5 0,8 6 0 0,-8-6 0 16,10 1-1-16,-3-1-7 0,-7 0 3 0,11-1 3 15,-3-3 10-15,-2 0 0 0,-2-1-3 0,0-1-2 16,2-2-9-16,-2-1 4 0,0-1-4 0,1 1-4 15,-2-1-3-15,-1 1-4 0,-2-4 0 0,1 1-5 16,-2 1 1-16,-1 0-2 0,0 0 11 0,1 4-18 16,1 7-8-16,-6-13-13 0,1 6-19 0,-1 5-14 15,6 2-21-15,-12-1-23 0,12 1-22 0,-21 10-36 16,11-4-32-16,0 1-30 0,-2 5-173 0,2 1-412 16,-3-1 182-16</inkml:trace>
  <inkml:trace contextRef="#ctx0" brushRef="#br0" timeOffset="97294.58">19755 7470 13 0,'11'-3'186'15,"-2"-1"-5"-15,4-4-7 0,-3 2-4 0,-1-1-2 0,1 0-11 16,0-1-5-16,-1 0-13 0,-2-2-6 0,0 1-10 16,1-5-10-16,-4 2-11 0,0 1-5 15,-3-2-11-15,0 1-6 0,-3-4-9 0,1 4-1 16,-3-1-2-16,-2 2-9 0,-1 2-1 0,1-1 1 0,-2 0-4 15,0 3-7-15,2-2-3 0,-2 2-3 0,3 1-5 16,1 2-2-16,4 4-7 0,-8-6-3 16,8 6-2-16,-3-5-7 0,3 5 1 0,0 0-6 15,0 0 0-15,0 0-2 0,0 0 2 0,20 1 0 0,-6 3-3 16,-1-3-2-16,6 3 2 0,-3-2-1 0,1 5-2 16,-4-2 0-16,0 1 4 0,-3 2 1 0,2-2 4 15,-2 4 1-15,-4-1 5 0,1-2 0 16,-1 3 2-16,-1-1-4 0,-1 2 5 0,-3-1-2 0,2 2 1 15,-3-2-2-15,1 0-3 0,-1 2-5 0,0-5 4 16,0 4-7-16,0-3-18 0,0-1-31 0,0 2-45 16,0-9-42-16,-1 14-49 0,1-14-44 0,0 10-203 15,0-10-457-15,1 9 203 0</inkml:trace>
  <inkml:trace contextRef="#ctx0" brushRef="#br0" timeOffset="98575.86">20524 7143 94 0,'-10'-8'260'0,"-6"0"-14"0,6 0-7 16,-7 4-9-16,4 2-10 0,-2 3-14 0,1 3-17 16,-4 3-8-16,1 6-11 0,1 0-10 0,0 7-18 15,-1 2-10-15,3-1-17 0,6-1-8 0,2 3-8 16,3-4-12-16,6 5-5 0,2-5-11 0,1-2-7 15,3 1-8-15,3-1-1 0,1-1-15 0,4 3-28 16,-1-6-25-16,2-4-23 0,-2 1-29 0,5-2-21 16,-1-5-13-16,1 2-20 0,6-5-11 0,-7 0 7 15,0-2-1-15,-2 0 7 0,3-1 7 0,-6-2 10 16,2-2 12-16,-2 0 9 0,2-4 13 0,-4 1 11 16,2-1 15-16,-2 0 13 0,-1-3 6 0,1 0 10 15,-1-2 9-15,2-7 10 0,-5 8 10 0,0-1 1 16,1 0 24-16,-2-1 0 0,-2 1 16 0,-2 3 10 15,2 5 5-15,-2-1 4 0,0 4-4 0,-3-2-1 0,3 3-10 16,-4 4-3-16,0 0-7 0,0 0 1 16,0 0 5-16,0 0 6 0,-7 23-6 0,1-6 0 15,1-2-8-15,0 3 0 0,1-2-1 0,0 0-5 16,0 2-3-16,3-2 3 0,1-4-3 0,1-1-2 0,1 2-4 16,2-2 7-16,-1 0-16 0,3-4 1 0,2 1-6 15,0-1 2-15,1-3-6 0,0 1 0 16,2-3 2-16,-2-1-8 0,3-2-1 0,-1 1 0 15,1-3-4-15,-1-1 1 0,0 0 0 0,-2-1-8 0,1-1 1 16,-3-1-2-16,2 0 4 0,-2-5-2 0,-2 5 6 16,0-6-8-16,-1 2-1 0,2-5 7 0,-1-1-6 15,-1 0 3-15,-2 5-6 0,0 1 2 16,-1-2 5-16,1 3-3 0,1 1 11 0,-1 3 2 0,-2 6 3 16,1-11-5-16,-1 11-3 0,1-8 1 0,-1 8-4 15,0 0 1-15,0 0 6 0,0 0 0 0,0 0 3 16,-5 34-2-16,0-23 2 0,3 2 6 0,-1 3-10 15,2-1 11-15,1-2 1 0,1-1 0 0,0 2-2 16,1-3-1-16,1 2 3 0,4-4-5 0,-1 3 5 16,2-3 0-16,0 0-8 0,2-2 0 0,1-1 13 15,-2-1-15-15,3-2 0 0,0 0-1 0,-1-2-1 16,0 2 3-16,-1-4-5 0,-1-1-3 0,1-2 0 16,-1 1-3-16,-2 0-1 0,-2-1 0 0,3-4-1 15,-5 1-7-15,3-2-7 0,-3-2-4 0,1 1-1 16,-2-2 5-16,-1 1-2 0,-2-5-2 0,-2-1 1 15,0-1 0-15,2 1-1 0,0-1 2 0,0 3-5 16,-2-3 6-16,2 7 2 0,-3 0 4 0,1 4-4 16,2 0 7-16,1 7-4 0,-1-12 0 0,1 12 0 15,-3-9-6-15,3 9 3 0,0 0 1 0,9-7 3 0,-9 7-1 16,14 1-2-16,-1 1 5 0,-3 4-2 16,1-2 0-16,0 0 2 0,-1 2 0 0,-1 3 5 15,1 0 0-15,1-1-3 0,-4 2 1 0,1-1 1 16,-1 2 1-16,1 1 4 0,-3-2 0 0,-1 2 0 0,1-3 2 15,2 4-2-15,-4-4 4 0,1 1 0 0,1-1-3 16,-2-1 0-16,2 0 2 0,-1-1-2 16,0-2 3-16,2 3-4 0,-1-3-2 0,2-2 7 15,-1 0-4-15,6-1 1 0,-3 0 3 0,1-2-2 0,-3 2-3 16,2-2 5-16,0-3-5 0,-9 3 5 0,16-4-10 16,-9-1 13-16,0 2-8 0,-2-5 1 0,1 0-4 15,-2 1 4-15,0-3-3 0,-2 0-1 16,0-1 2-16,-2 2-1 0,1-2 3 0,-2-1-5 0,1 0 4 15,-3 1-2-15,2 0 5 0,-3 0-6 0,0 2 2 16,3-1-4-16,0 4 3 0,1 6-5 0,-2-10 4 16,2 10-4-16,0-10 3 0,0 10-1 0,3-7-3 15,-3 7 0-15,8-5-3 0,-8 5 2 0,12-3 1 16,-1 3-4-16,0 0 5 0,1 4-1 0,-1 0 0 16,1 0 2-16,-2 0 0 0,1 2 1 0,0 1-4 15,-1 2 17-15,0 1-13 0,-2 0 5 0,-1 0-6 16,0 0 3-16,-1-1-2 0,-2 4 1 0,0-5 4 15,1 1-3-15,-1 0 2 0,0 0-2 0,1 0-2 16,0-4 2-16,-1 1 1 0,1 1-1 0,-1-1 6 16,1-2-4-16,-1-1-1 0,2-1 3 0,-6-2-4 15,14 3 5-15,-6-3 2 0,-8 0-3 0,15-4 0 16,-7 1 1-16,-1 1 1 0,0-6 0 0,0 2 0 16,0 0 9-16,-2-1-9 0,-1-3 1 0,0 1-2 15,1-1 11-15,-3-5-1 0,1 1-1 0,-3 1-3 16,0 2 3-16,-3-1-3 0,1 1 1 0,-2 0-2 0,1 2 2 15,1 2 0-15,-1 1-1 0,3 6-1 16,-9-9-1-16,9 9-1 0,-14 2-1 0,5 4 0 16,-1 1-1-16,-4 3-3 0,2 3-4 0,0 1-20 15,1-1-24-15,4 3-36 0,-1-1-40 0,2-1-47 16,2-2-45-16,1 1-32 0,1-1-40 0,0-1-178 16,2-1-503-16,2 0 223 0</inkml:trace>
  <inkml:trace contextRef="#ctx0" brushRef="#br0" timeOffset="98792.32">21848 7358 157 0,'11'-11'192'0,"-4"0"-4"15,3-4 1-15,-1 0-3 0,-3 0 1 0,3-2-17 0,-1 0-8 16,1-1-9-16,1 3 2 0,-1 0-8 0,-4 5-4 16,3-2-6-16,-2 5-11 0,-1 0-9 0,-1 1-4 15,3 3-22-15,-2-1-8 0,-5 4-6 16,0 0-10-16,13 3-2 0,-8 3-3 0,-3-1-6 0,2 4-3 15,0 1-8-15,-2 3 5 0,0 0-15 0,-2 2-7 16,1 1-22-16,-2-1-35 0,-1 0-42 0,0-2-56 16,-1-2-49-16,1 0-42 0,2-1-219 0,-3-2-473 15,3-8 210-15</inkml:trace>
  <inkml:trace contextRef="#ctx0" brushRef="#br0" timeOffset="99037.14">22359 7035 203 0,'-1'-13'308'15,"1"4"-7"-15,-1 2-12 0,1 7-29 0,1-11-30 16,-1 11-17-16,0 0-20 0,0 0-1 0,0 0 5 16,0 0-6-16,-5 33-3 0,2-7-13 0,-1-2-11 15,2 4-19-15,-4-3-6 0,2 3-13 0,1-1-14 16,-1 0-22-16,4-2 4 0,-2 1-13 0,2-9-18 15,1 2-32-15,-2-1-29 0,2-1-34 0,-1-2-32 16,1 2-32-16,0-7-40 0,-1 2-51 0,2-4-58 16,-2 0-43-16,0-8-203 0,-2 10-529 0,2-10 234 15</inkml:trace>
  <inkml:trace contextRef="#ctx0" brushRef="#br0" timeOffset="99188.17">22226 7181 47 0,'3'-4'189'0,"1"-3"-14"0,-1 2-23 16,4 0-10-16,2 1-16 0,0-1-14 0,1 3-19 15,8-2-41-15,1 1-48 0,8-1-49 0,2 1-55 16,-7 2-59-16,5-1-170 0,-7 5 75 0</inkml:trace>
  <inkml:trace contextRef="#ctx0" brushRef="#br0" timeOffset="99686.66">22707 7293 66 0,'7'0'255'0,"-7"0"-19"0,18 0-6 16,-7 0-7-16,1-2-6 0,0-2-13 0,1 0-7 15,-3 2-12-15,1 0-10 0,2-3-18 0,-3 1-13 16,1-2-11-16,1-1-13 0,-1 2-12 16,1-2-3-16,-3-2-5 0,2 0-2 0,-1 1-8 0,-5-2-6 15,1 0-5-15,-1-3-6 0,1-2-7 0,-3 3-7 16,2-2-3-16,-2-2 3 0,-3 4 1 0,0 1-5 15,0 2 4-15,-1-1-7 0,1 10-7 0,-4-12-4 16,4 12 4-16,-3-7-11 0,3 7-8 0,0 0-2 16,0 0 3-16,0 0-13 0,0 0 3 0,-16 18 1 15,11-7-3-15,-3 2 3 0,4-1-3 0,-1 4-3 16,1-4 0-16,0-1-5 0,0 6-1 0,3-6 3 16,2 2-3-16,2-2 2 0,3-2-2 0,1 1 2 15,2-3-1-15,2 0-5 0,1-2 1 0,6-1-6 16,-2-2 9-16,-3-1-4 0,1-2-12 0,0-1 1 15,0 1 4-15,-2-2-2 0,1-1 2 0,-4-2 1 16,2-1-7-16,-2-2 2 0,-1 3-1 0,-2-4 3 16,3 1 2-16,-3-1 1 0,-2 1-3 0,1-3 0 15,0 2 3-15,0-3-3 0,0 2 3 0,-1 1-2 16,-1-1-2-16,0 3 8 0,-1 2-5 0,-1-1 1 16,-1 7-7-16,0 0 2 0,4-7-2 0,-4 7 11 15,0 0-8-15,0 0-6 0,0 0 11 0,-6 25 5 16,1-13-2-16,1 0 1 0,-3 3-1 0,1 0 0 15,1 1 0-15,0-1 5 0,0 3-3 0,0-3 2 16,1 1-2-16,-1-1-1 0,2-2-20 0,1-4-22 16,-1 4-27-16,2-2-27 0,-1 0-31 0,0-3-38 0,1 0-32 15,1-8-29-15,-3 10-41 0,-1-4-201 16,0-3-505-16,4-3 223 0</inkml:trace>
  <inkml:trace contextRef="#ctx0" brushRef="#br0" timeOffset="99855.64">22833 6951 123 0,'0'0'197'0,"0"0"-36"0,0 0-39 15,0 0-37-15,0 0-50 0,0 0-49 0,0 0-105 0,0 0-128 16,0 0 57-16</inkml:trace>
  <inkml:trace contextRef="#ctx0" brushRef="#br0" timeOffset="100893.38">23735 7103 78 0,'6'-7'259'15,"-4"-1"-11"-15,-2 2-10 0,0 6-2 0,2-13-3 16,-2 13-13-16,-4-10-18 0,4 10-15 0,-4-8-13 16,4 8-24-16,-9-1-10 0,9 1-15 0,-17 7-22 15,2 4-12-15,0 0-9 0,-4 9 1 0,0 0-9 16,0 1-10-16,4-1-3 0,0 2-10 0,7-4-3 16,2 0-8-16,-1-2-3 0,5 2-6 0,3-2 2 15,3 2-7-15,0-8 3 0,3 4-6 0,5-1-2 16,-1-1-3-16,7-2-1 0,-4-6-4 0,4-1 3 15,3 0-1-15,-2-3-2 0,0 0-3 0,0-1 3 16,-1-4-1-16,-1-1-8 0,-2-2 11 0,2-5-8 16,-6 1 1-16,-2-3-2 0,0-2-2 0,3-7 11 15,-4-2-11-15,-1 1 11 0,0-4-12 0,0-2-2 0,-3 1-1 16,-2 0 2-16,1-2-3 0,-6-1 1 0,3 0 1 16,0 1 2-16,0 1 3 0,3 5 4 15,-6-2 8-15,2 4-2 0,0 7 3 0,1 5 8 16,-1-1-1-16,-1 4-2 0,1 1 1 0,1 8-9 0,0-11 0 15,0 11-5-15,-1-7-3 0,1 7 4 0,0 0-7 16,0 0 9-16,-6 30-8 0,3-10-8 16,0 9 6-16,0 4 1 0,-2 0 2 0,2-3 4 15,1 2-2-15,2 0-5 0,0-3 9 0,2 1-2 0,3-3 2 16,-2-1 1-16,5-1 9 0,-4 1-9 0,0-8-4 16,2 1-5-16,3-1 6 0,-1-3 9 0,2 1-11 15,-1-6 0-15,0-1-5 0,0-2 2 0,2 1 3 16,0-1 1-16,0-3-2 0,1 2-6 0,-2-6 3 15,0 3-1-15,3-4 4 0,-3-3-2 0,0 0 4 16,2 0-6-16,-3-3 2 0,-1-2-5 0,3 2 5 16,-1-10 8-16,-2 2-14 0,-2-2 2 0,2-1 12 15,-3-1-17-15,-1 1 0 0,1-6-5 0,-1-3 4 16,-2 8 1-16,0 3 8 0,-2-3-11 0,0 6 2 16,1-3-2-16,-2 6-1 0,-1 1 3 0,2 9 0 15,-1-10 0-15,1 10-2 0,-4-11-4 0,4 11-2 16,0 0 1-16,0 0 4 0,0 0 0 0,-19 18 2 15,9-4 3-15,0 1-3 0,2 0 9 0,-1 2-14 16,4 1 7-16,0 0 5 0,1-3-8 0,3 2 5 0,1-3-4 16,0 0 1-16,2-2-7 0,2-1 6 15,3 1-3-15,1-3 6 0,4 0-8 0,6 0 0 16,0-4-2-16,2 0 1 0,7 0-11 0,1-5 12 16,-9-2-19-16,3-1-1 0,0-1-1 0,-6 0 4 0,1-5-2 15,-2 2 4-15,2-5-8 0,-2-1 7 16,-5 1 1-16,2-4 0 0,-2 2-3 0,0-2 3 15,0-2 1-15,-3 1-1 0,1 1 4 0,-3 1 4 16,-1 3 5-16,-1 0 1 0,0 2 6 0,-2 6-1 0,1-5 1 16,-2 9-2-16,2-8-1 0,-2 8 1 0,0 0-1 15,0 0 3-15,0 0 2 0,0 0-3 0,-6 21 3 16,2-3 3-16,-4-3 0 0,5 1 7 16,-3 0-10-16,1 2 4 0,2 0 0 0,-3 0 2 0,2 1-3 15,-2-2 3-15,2 1 2 0,2-1-4 0,-1 1 2 16,3-3-1-16,-2 3-15 0,2-7-31 0,0 2-40 15,0-2-43-15,0 0-46 0,2-2-45 0,-2 1-59 16,3-4-142-16,2-2-453 0,-1 0 200 0</inkml:trace>
  <inkml:trace contextRef="#ctx0" brushRef="#br0" timeOffset="101092.71">24621 7083 83 0,'4'-10'266'0,"-1"1"-14"15,-3 2-25-15,2 1-16 0,-2 6-23 0,0 0-13 16,0 0-2-16,0 0-1 0,0 0-10 0,0 0-17 16,-9 26-11-16,5-15-9 0,1 7-14 0,-1 1-9 15,-3-1-11-15,2 2-8 0,2-2-18 0,-1 1-23 16,2-2-37-16,1 2-41 0,-4-1-37 0,2-4-46 16,6-2-35-16,-3 1-48 0,-3-4-170 0,6 0-402 0,-3 0 178 15</inkml:trace>
  <inkml:trace contextRef="#ctx0" brushRef="#br0" timeOffset="101252.78">24656 6961 90 0,'-4'-5'192'15,"1"-2"-18"-15,3 7-25 0,-5-7-31 0,5 7-49 0,0 0-15 16,-11 3-42-16,11-3-37 0,-7 12-23 15,2-4-84-15,5 4-141 0,0-1 64 0</inkml:trace>
  <inkml:trace contextRef="#ctx0" brushRef="#br0" timeOffset="101577.13">24897 7099 50 0,'5'-6'202'0,"-5"6"-6"0,3-10-16 15,-6 0-4-15,3 10 1 0,-6-16-13 0,0 8-7 0,-1-1 2 16,-2 3-4-16,-1-3-10 0,3 3-1 0,-5 3-17 15,0 1-10-15,2 2-10 0,0 4-4 0,-2-3-11 16,1 7-9-16,-2 3 0 0,3-3-15 16,2 2-4-16,4 1-6 0,-1 0-4 0,5 1-10 0,-2 1-2 15,4-3-2-15,1 2-7 0,1-2 1 16,2 1-8-16,2 2 0 0,3 1-1 0,-1-6-3 0,3 1-5 16,-1 0 2-16,2 0-4 0,-3-2 3 15,0 0-5-15,-1-2-2 0,0 2 0 0,-1-2-1 0,-1 1-5 16,-2 1 0-16,3-1 3 0,-5 3-7 0,-2 1 5 15,1 0-1-15,-2 2 0 0,0 2 4 0,-1 1-1 16,-2 2-2-16,-1-5-1 0,-1 2 4 0,-1 0-1 16,0 1-5-16,1 0 0 0,-3 1 4 0,3-1-7 15,-3-4-16-15,2 0-23 0,-1 0-34 0,-1 5-44 16,1-7-48-16,1 0-48 0,-1-2-49 0,-2-2-151 16,4 1-447-16,4-6 198 0</inkml:trace>
  <inkml:trace contextRef="#ctx0" brushRef="#br0" timeOffset="102006.4">25044 7268 185 0,'8'-16'218'16,"2"-9"-5"-16,3 3-11 0,-5 4-10 0,2 4-10 16,1-3-6-16,-2 1-12 0,5 3-10 0,-1-2-14 15,-1 5-10-15,-1 4-15 0,-1-3-10 0,4 5-8 16,-2-1-16-16,2 5-4 0,-1 4-5 0,-2-2-10 15,1 4-2-15,-2 3 1 0,2 3 1 0,-1 2-3 16,-3-1 0-16,-1 0 5 0,-2 3-2 0,2-5-11 16,-2 3-2-16,1 0-4 0,-2-2-1 0,4-2 1 15,-6 0-8-15,3-1-1 0,-1-2-7 0,0-1-4 0,1 1 3 16,1-6-2-16,0 4-2 0,0-4-5 16,-6-1 2-16,13 0-2 0,-2-1-2 0,-2-2 0 15,0 0-2-15,0-3-1 0,1-1-2 0,-2 0 5 0,1-1-5 16,-2-2-4-16,-4 2-1 0,5-8 5 0,-4 4-6 15,1-3 2-15,-1 0 0 0,1-1-3 0,0 3 1 16,-3-3 6-16,-2 1-13 0,2 4 8 16,-2 1 5-16,0-1 6 0,0 11 3 0,-2-14-1 0,2 10-5 15,0 4 4-15,-2-9-9 0,2 9 0 0,0 0 2 16,-14 2-4-16,5 5-1 0,-1 0-2 0,-4 7 3 16,0 0 1-16,4 0-9 0,0 1 2 0,3-1-13 15,0 2-11-15,4-4-19 0,1 6-21 0,2-9-24 16,0 4-26-16,2-2-35 0,4 2-27 0,3-4-39 15,3 1-32-15,4-1-212 0,2-2-493 0,-1 2 219 16</inkml:trace>
  <inkml:trace contextRef="#ctx0" brushRef="#br0" timeOffset="102455.35">25778 7154 62 0,'4'-16'185'0,"1"-3"7"0,-3 10 5 0,0-1 5 16,-1 2 2-16,1 2 0 0,-2 6-3 0,-2-15-7 15,2 9-23-15,0 6-15 0,0 0-20 0,-3-8-9 16,3 8-10-16,0 0-10 0,-20 12 2 0,6-3-10 16,0 3-6-16,0 0-6 0,2 3-10 0,-1-1-7 15,1 0 6-15,4 0-19 0,-1 0-4 0,1-4-8 16,2 6-6-16,2-6-5 0,2 2-1 0,-1-1-4 16,3-2-9-16,1 1-5 0,1-5-5 0,4 0-19 15,-2 1-9-15,4 0-7 0,3-3-13 0,2-2 1 16,-3-1-10-16,5-1-4 0,3-2 3 0,-2-3 4 0,0-1 6 15,1 1 3-15,-3-3 3 0,1-2 3 16,-7 0 2-16,1-3 5 0,1-2-1 0,-5-3 5 16,4 2 2-16,-2-8 2 0,-1 2 2 0,-5-2 5 0,3-2 4 15,0 1 5-15,-2-2 3 0,-2 2 0 0,3-1 7 16,-4 2-4-16,-1 5 5 0,2 1 13 16,0 0 3-16,0 6 12 0,-2 2 2 0,2 0 8 15,0 2 2-15,0 9-2 0,-2-12-8 0,2 12-6 0,-2-7-2 16,2 7-6-16,0 0 4 0,0 0 13 0,-9 21 2 15,5-3 0-15,-1-2 8 0,-4 11-8 16,4 1 9-16,-1 0-5 0,2-1-3 0,-1-1-6 0,1 0-6 16,-1-2 0-16,4 0-4 0,-1 0-4 0,4 2-3 15,-1-7-17-15,0 0-32 0,3-2-34 0,-2 1-40 16,2-4-46-16,-2 3-50 0,3-5-44 16,1-2-49-16,3 2-199 0,5-1-524 0,4-3 232 15</inkml:trace>
  <inkml:trace contextRef="#ctx0" brushRef="#br0" timeOffset="103196.38">26468 7015 121 0,'0'-16'240'0,"-3"3"-5"0,1 1-5 16,0 2 2-16,-3 3-15 0,1 0-16 0,-4 3-11 15,-4 1-13-15,-1 3-6 0,-4 4-5 0,0 5-12 16,-10 4-6-16,4 0-7 0,-4 2-13 0,7 2-9 15,-2 0-8-15,4 2-16 0,5-4-3 0,4 2-5 16,3-3-7-16,2 3-10 0,4-1 4 0,0 0-20 16,0-4-5-16,7 2-7 0,4 1 1 0,-2-8-8 15,5 5-7-15,1-5-2 0,4-1-7 0,0-2-7 16,2-3-4-16,-3-1 3 0,-3-1-2 0,4 0-2 16,-2-6-3-16,-5 2 2 0,3-2-1 0,-1-2-2 15,-1-2 0-15,-2 0 0 0,1 1-2 0,-3-4 3 16,-3 1-2-16,4-3-3 0,-1 1 4 0,-5-2 1 0,3 0-7 15,-1 1 7-15,-1-2-3 0,-2 8-3 16,-1-2 14-16,2 2-6 0,-4 3-5 0,0 7 3 16,2-13 2-16,0 9-5 0,-2 4-5 0,0 0 10 0,0 0-9 15,0 0 3-15,0 0 6 0,0 0-4 0,-6 23 4 16,0-11 6-16,0 5-2 0,2-2 0 0,1 3 0 16,-1-4 6-16,2 1-6 0,-2 0 4 0,4-4-2 15,0 5-1-15,0-5-3 0,4 2 5 0,-2-5-3 16,5 3 3-16,2-5-7 0,0 3 5 0,4-3-1 15,3 0 1-15,-3-2-6 0,6 0 6 16,-2-2-2-16,2 0 6 0,-1-5-7 0,2 1-4 0,-2-4 2 16,-1 3 6-16,-1-5 6 0,-5 2-9 0,8-4-5 15,-6 0 1-15,1-2-2 0,-3-3-2 0,3 0 6 16,-3-2-1-16,4-6-6 0,-5 5-3 16,0-5 3-16,1 1-6 0,-3 4 4 0,-2-5 2 15,-1 4-6-15,-3 4 2 0,-2 4 2 0,4-2-2 0,-4 6 6 16,2-1-8-16,-2 8-3 0,0-11 6 0,0 11 2 15,-2-8-3-15,2 8-4 0,0 0 1 0,0 0 5 16,-17 5 0-16,17-5-4 0,-19 13 6 16,6-3-6-16,-1 2 0 0,5-2 2 0,1 0-1 0,-2 2 12 15,2 3-13-15,3-5-7 0,1 3-4 0,0-2-6 16,-2 1 0-16,4-1 1 0,2 1 0 0,0 1-3 16,2 0 1-16,4 1 1 0,2 1 2 0,-1-5-1 15,1 3 5-15,2 0-4 0,-3-2 2 0,1-1 2 16,-1 2-6-16,3-3 6 0,-6 0 0 0,2 1 2 15,-3-3 4-15,1-1 3 0,-2 1-3 0,0 1 1 16,0-1 1-16,-2-7 3 0,0 12 3 0,0-12 0 16,-6 10-2-16,2-5 6 0,-1 2-3 0,-3-1-8 15,-2-1-19-15,-1-1-33 0,0 2-43 0,-5-2-60 16,3-2-65-16,-4 2-70 0,0-4-162 0,1 0-500 16,1-2 221-16</inkml:trace>
  <inkml:trace contextRef="#ctx0" brushRef="#br0" timeOffset="107248.78">13352 8518 43 0,'-6'-5'171'16,"6"5"-2"-16,-13-9-3 0,7 6 3 0,-2-1-7 16,2 2-2-16,-1-1-4 0,7 3 1 0,-9-4-10 15,9 4-15-15,-6-4-11 0,6 4-16 0,0 0-6 16,0 0-12-16,0 0-5 0,19-10-10 0,-2 7-12 0,10-7-2 16,4 3-11-16,9-1-14 0,-4 4-9 0,2 0-28 15,-1-2-19-15,-4-1-25 0,-3 5-17 0,-2-3-25 16,-8 2-26-16,1 2-27 0,-8-3-16 15,1 3-137-15,-3 1-319 0,-3-2 141 0</inkml:trace>
  <inkml:trace contextRef="#ctx0" brushRef="#br0" timeOffset="107666.73">13551 8441 123 0,'-4'5'152'0,"4"-5"8"16,-3 9-3-16,1-1 2 0,0 3 2 0,0 7 6 15,2 0 5-15,0 7-10 0,2 3-3 0,-2-1-15 16,-2 5-8-16,4-5-12 0,0 3-9 0,0-2-6 16,0 0-16-16,1 0-10 0,-3-3-7 0,2-1-5 15,0-7-7-15,0 3-5 0,2-4-2 0,1 1-11 16,-2-3 1-16,-1-4-11 0,3 3 1 0,-3-4-5 16,0-2 0-16,2 0-5 0,-2 1-1 0,-1-3-6 15,1 1 0-15,-2-6-4 0,2 12-1 0,-2-12-3 16,2 7-2-16,-2-7 2 0,0 0 0 0,0 8-3 15,0-8 1-15,0 0-5 0,-9 4-4 0,9-4-7 16,-10 0-5-16,10 0-6 0,-15 0 6 0,15 0-2 16,-17-2 0-16,3 2-3 0,1 0 0 0,-1-4 3 0,1 3-1 15,-1-2-2-15,-4 2 8 0,4 0-2 16,1-1-2-16,0 1 2 0,-1-1 7 0,3 1-5 16,-1 1 0-16,2-1 4 0,10 1-6 0,-11 0 5 0,11 0-4 15,-10 1 0-15,10-1 1 0,0 0-1 0,0 0 3 16,0 0 1-16,0 0 2 0,29 7 0 0,-6-6 3 15,9-1-1-15,-1-1-9 0,5-2-11 0,0 3-23 16,0-3-28-16,0-1-19 0,0 4-36 0,0-3-35 16,-1 0-14-16,-3 2-34 0,-1-2-113 0,-4 0-351 15,0 1 156-15</inkml:trace>
  <inkml:trace contextRef="#ctx0" brushRef="#br0" timeOffset="107910.29">14051 8863 152 0,'0'0'176'0,"-8"-9"-8"16,8 9 7-16,-9-5 1 0,5 3-5 0,4 2-7 15,-14 0-7-15,14 0-2 0,-16 3-6 0,4 1 0 16,2 2-6-16,-4 3-7 0,1 3-11 0,0 0-4 16,1 3-11-16,3 0-6 0,-2-1-11 0,4 1-4 15,2-3-12-15,3-1-4 0,0 1-7 0,2-2-2 16,4 2-11-16,-1 3-1 0,3-4-9 0,6 3-3 15,-1-4-19-15,3-2-25 0,1-1-33 0,1 1-35 0,0-2-46 16,2-3-21-16,-1 2-42 0,2-1-24 0,-2-3-24 16,-1-2-141-16,-3 0-401 0,5-3 179 15</inkml:trace>
  <inkml:trace contextRef="#ctx0" brushRef="#br0" timeOffset="108162.04">14283 8889 184 0,'0'-12'190'0,"0"2"1"0,2 1 0 0,-2 1 2 16,0 8 1-16,0-11-1 0,0 11-13 0,1-8-20 16,-1 8-12-16,0 0-1 0,0 0 9 0,0 0 3 15,0 0-9-15,0 0-2 0,-3 36-6 0,1-18-13 16,0 0-9-16,0 1-14 0,-1 0-9 0,1 0-9 16,1 1-3-16,0-1-14 0,-4 0-5 0,3-1 2 15,2 0-17-15,0-1 3 0,0-1-10 0,4-4-5 16,-1-1-6-16,-3 1-15 0,0-3-26 0,0 1-17 15,0-2-24-15,1 1-24 0,-1-2-34 0,1 1-32 16,-1-8-26-16,1 12-22 0,-1-12-17 0,-1 7-17 16,1-7-12-16,0 0-165 0,-5 8-430 0,5-8 190 15</inkml:trace>
  <inkml:trace contextRef="#ctx0" brushRef="#br0" timeOffset="108560.22">14236 8956 63 0,'4'-17'159'0,"2"-2"-7"15,0 3 11-15,2-1-13 0,-1 2 4 0,3 1 1 16,3 3 2-16,-2 3-3 0,1 4-5 0,1-2-6 16,-1 5-5-16,0-1-3 0,2 4 0 0,0 1-7 15,-1 3 0-15,-2-1-4 0,1 3-11 0,-4 0-2 16,4 5 4-16,-4 0-20 0,-3-3-1 0,-1 2-10 0,-3-2-6 16,1 2-10-16,-5 1 2 0,-1 2-12 15,-1 0-3-15,-5 0-7 0,3-4-7 0,0-2-4 16,2 1-5-16,-1-3 0 0,1 2-5 0,-2-2 1 0,3-3-3 15,3 3-8-15,-5-3-6 0,6-4-8 0,-2 5-5 16,2-5-4-16,0 0-5 0,0 0 3 16,0 0-2-16,6 13-1 0,1-11 4 0,3 0-1 15,0-2 1-15,0 2-2 0,1-1 5 0,-2 1-5 0,2 0 5 16,0 1-3-16,0 1-3 0,-4-1 7 0,4 1 4 16,-4 2-8-16,0-3 1 0,-3 1 4 0,1 0 2 15,0 4 5-15,-5-2-3 0,0-6 9 16,0 11-7-16,0-11 0 0,-5 12-1 0,0-5 3 0,-2 0-1 15,1 1-7-15,-6 0 7 0,3-4-4 0,-1 2-1 16,3-1 2-16,-4-1 1 0,1-1-14 0,-2 0-3 16,0-1-31-16,3 1-22 0,-3 1-33 0,5-2-33 15,-1-2-34-15,8 0-35 0,-13-2-39 0,13 2-187 16,0 0-464-16,-16-5 205 0</inkml:trace>
  <inkml:trace contextRef="#ctx0" brushRef="#br0" timeOffset="108907.02">14681 8997 33 0,'5'-3'229'15,"-5"3"-10"-15,6-4-13 0,-6 4-10 0,0 0-8 16,0 0 1-16,0 0 2 0,8 9-9 0,-8-9-8 16,-2 16-8-16,0-7-8 0,0 2-16 0,0 0-7 15,0 0-11-15,2-1-9 0,-1 0-14 0,1 0-1 16,1 0-7-16,1 0-9 0,0 0-10 0,2-1-6 0,1-3 0 15,2 1-2-15,0-1-2 0,3-1-8 16,3-1-2-16,-1-2-4 0,1 0-2 0,1-4-6 16,2 0 2-16,4-1-5 0,-3 0-3 0,-6 0-2 0,1-1-7 15,-1 0 4-15,-1-4-3 0,1 3 1 16,-2-2 1-16,-2-1 1 0,0-1-5 0,-3-1 1 16,1-2 1-16,-2-1-2 0,-3-1 0 0,0-2 0 15,-3 4-10-15,-2-4 1 0,-1 6 1 0,-1-4-7 0,-5 2 8 16,3 4-13-16,1 3-3 0,-3-2-3 0,1 3-9 15,-3 2-18-15,2 2-20 0,-3 1-31 0,-4 5-33 16,1 0-43-16,-2 3-61 0,3 1-71 16,-3-4-259-16,3 5-589 0,-2-4 260 0</inkml:trace>
  <inkml:trace contextRef="#ctx0" brushRef="#br0" timeOffset="124318.87">15683 8782 7 0,'0'0'122'0,"0"0"-9"0,-5-8-3 16,5 8-9-16,0 0-24 0,-4-6 6 0,4 6 0 16,0 0-5-16,-4-4-3 0,4 4-7 0,0 0-1 0,0 0-7 15,-6-6-6-15,6 6 7 0,0 0 0 0,0 0-4 16,0 0 3-16,-7-4-8 0,7 4-10 16,0 0 4-16,0 0 0 0,0 0-9 0,-7-2-4 15,7 2 7-15,-8-2-9 0,8 2-15 0,0 0 10 0,-13-1 2 16,13 1 0-16,-9-2 9 0,9 2-9 0,-11 0-3 15,11 0 1-15,-12-1-2 0,12 1-1 0,-10-1 3 16,10 1 0-16,-10-2 6 0,10 2-1 0,-8-1 3 16,8 1-8-16,-10-1 1 0,10 1-3 0,0 0-3 15,-11-2-2-15,11 2 0 0,0 0-1 0,0 0 0 16,0 0-1-16,0 0-5 0,0 0-2 0,0 0 0 16,0 0 0-16,0 0 1 0,0 0 1 0,16 15-1 15,-3-12-1-15,4 3 3 0,0-1-5 0,4 1 0 16,-3-1-2-16,2 0 1 0,2 1 0 0,-3-3 1 15,3 4-2-15,-6-4 0 0,4 4 0 0,-1-5-2 16,-1 3 1-16,-4-2 2 0,-3 1-3 0,2 0 2 16,-2-3-4-16,1 2 1 0,-1 1 0 0,0-1 1 15,-4-1-1-15,0 0 4 0,0 1-4 0,0-1 2 16,-1-1-3-16,-6-1 0 0,7 5 3 0,-2-4-2 16,-5-1 0-16,9 3-4 0,-9-3 4 0,6 5 0 15,-6-5-3-15,5 5 1 0,-5-5 1 0,5 4 1 16,-5-4-1-16,0 0 0 0,9 3-1 0,-9-3 0 15,4 7 1-15,-4-7-2 0,4 3 3 0,-4-3 8 0,5 6-8 16,-5-6 8-16,1 6-3 0,-1-6 1 16,0 0 2-16,1 9 1 0,-1-9-1 0,0 0 3 15,-2 13 1-15,2-13 3 0,-4 8 6 0,1-2 3 16,-2 0 2-16,-2 2 1 0,-1 3 3 0,-2 2 1 16,-3-6-2-16,3 3 2 0,-4 2-3 0,-3 1-3 0,3-3-4 15,-3 0 3-15,1 3-5 0,1-4 2 16,-1 0-3-16,1-1 2 0,-2 2-6 0,6-2 0 0,-5-2 1 15,5 1-3-15,1-3-4 0,-2 2 6 0,1 0-7 16,2-1 1-16,2-3-6 0,0 3 0 0,2-1-23 16,5-4-17-16,-8 8-20 0,4-4-15 0,1 0-33 15,3-4-24-15,-3 7-12 0,3-7-20 0,0 0-33 16,0 0-15-16,0 0-144 0,12 5-380 0,-12-5 168 16</inkml:trace>
  <inkml:trace contextRef="#ctx0" brushRef="#br0" timeOffset="124803.93">16149 8675 102 0,'-9'-6'172'16,"9"6"-7"-16,-6-6-8 0,6 6-6 0,0 0-5 16,-5-3-12-16,5 3-8 0,0 0-11 0,0 0-8 0,0 0-14 15,0 0-7-15,0 0 1 0,0 0-1 0,0 0-3 16,0 0-4-16,0 0-8 0,27-5-5 16,-16 8-5-16,3-3 0 0,0 0-4 0,3 0-4 15,2 0-2-15,0 2-4 0,2-2-2 0,0 1-4 0,1 1-2 16,-1-1-1-16,0 3-4 0,1-3-1 0,-4-1-1 15,0 4-4-15,-4-2 1 0,0 0-5 16,-2 0-5-16,-2 0-1 0,-1 0 1 0,-2 1-1 16,0 1-1-16,0-1-2 0,-2 1 1 0,-1 3-6 0,1-2 3 15,-3 1-1-15,2 0 2 0,-4-6 1 0,2 14-3 16,-2-4 2-16,-1-1 4 0,0 1-2 16,-3 0 1-16,0 2-3 0,-1-2 5 0,-2 3 5 0,0 0 0 15,-2 2 1-15,-2-1-2 0,1 2 1 0,0-4-8 16,0 1 6-16,-2-1-1 0,5-1-5 0,-5 1 3 15,5-3-4-15,-1 0-1 0,-1 0-3 0,0 1 3 16,0 0 0-16,0-2-8 0,3 2-9 0,-3-2-19 16,1 3-36-16,0-3-40 0,3-1-45 0,1-1-56 15,2 1-38-15,1 0-184 0,1-7-456 0,0 0 203 16</inkml:trace>
  <inkml:trace contextRef="#ctx0" brushRef="#br0" timeOffset="125584.37">16914 8579 123 0,'0'0'208'0,"0"0"-5"0,0 0-16 0,-2-8-3 16,2 8-17-16,0 0-12 0,0 0-15 0,0 0-14 16,0 0-14-16,8-10-9 0,0 7-10 0,3 3-4 15,1-3-16-15,7-1-6 0,-1 2-15 0,0 0-17 16,-1 0-21-16,0-1-34 0,-3 2-19 0,-2-1-20 15,-2 2-19-15,0 0-17 0,-2-1-8 0,-8 1-10 16,13 1-7-16,-13-1 1 0,10-1 3 0,-10 1 7 0,0 0 2 16,0 0 4-16,0 0-56 0,0 0-172 15,0 0 561-15,0 0-345 0,0 0 105 0,0 0-26 0,0 0 14 16,0 0 19-16,0 0 3 0,0 0 5 0,-30-6 7 16,24 5 13-16,6 1 6 0,-11-3 11 0,11 3 10 15,-9-1 10-15,9 1-4 0,-11 0 10 16,11 0-1-16,0 0 11 0,-11 0-12 0,11 0 5 0,0 0-12 15,0 0-1-15,-8 5 6 0,8-5 24 0,-2 11 3 16,0-3 1-16,1 2-5 0,0 2 6 0,1 4 4 16,-2-1-3-16,1 3-3 0,1-1-5 0,1 2 3 15,-2 2-15-15,2-5-2 0,1 3-7 0,-4-1-6 16,4-3-4-16,0 1 4 0,0-1-8 16,-1-3-5-16,-1 1-4 0,2-3-2 0,0 2-2 0,-1-1-1 15,2 0-7-15,-2-3-3 0,-1 0 0 0,2 2-3 16,0-4-2-16,-2-6-4 0,0 12 1 0,0-12-3 15,0 12 1-15,0-7-2 0,0-5-3 0,-2 10 1 16,2-10-2-16,-3 7-2 0,3-7 2 0,0 0 3 16,-3 7-8-16,3-7 2 0,0 0-2 0,-5 4-1 15,5-4-2-15,0 0-8 0,-13 3-5 0,6-3 0 16,7 0-4-16,-17-2-3 0,17 2-2 0,-15-1 2 16,7 0 5-16,0-2-4 0,8 3 1 0,-15 0 0 0,7 1-4 15,8-1 4-15,-13-2 2 0,13 2-1 16,-14 0 3-16,8-2 3 0,6 2-1 0,0 0-1 15,0 0 2-15,-10-1 1 0,10 1-2 0,0 0 4 16,0 0-6-16,0 0 2 0,0 0 0 0,0 0 6 0,0 0-8 16,0 0 6-16,32 3 5 0,-20-5-8 0,8 2-6 15,-4 2-11-15,3-4-10 0,2 1-17 16,-2 0-14-16,1 0-29 0,1 0-33 0,1 1-18 0,-1-3-30 16,0 3-28-16,-3-3-114 0,3 0-344 0,1 0 152 15</inkml:trace>
  <inkml:trace contextRef="#ctx0" brushRef="#br0" timeOffset="125878.27">17537 8782 5 0,'0'0'192'0,"0"-11"-7"0,0 11-13 15,0 0 5-15,-7-11-2 0,7 11-6 0,-7-5-8 16,7 5-4-16,-10 0-2 0,1-1-10 0,9 1-8 15,-22 7-5-15,10 0-9 0,0-1-1 0,-3 6-2 16,1-3-6-16,2 2-3 0,-3 1-16 0,2-1 2 16,0 2-14-16,6-2-6 0,-1-1-7 0,-1-2-5 15,5 2-7-15,-2-2-6 0,4 2 0 0,0-5-6 16,2-5-5-16,2 14 1 0,2-9-10 0,4 3 0 16,1 0-5-16,0-2-13 0,7 1-22 0,-4-1-24 15,1-3-29-15,7 3-30 0,-1-2-22 0,-2-2-34 16,1 2-15-16,1-4-26 0,-2 1 2 0,3-2-22 0,-7-1-12 15,6 1-117-15,-2-2-365 0,3-1 163 0</inkml:trace>
  <inkml:trace contextRef="#ctx0" brushRef="#br0" timeOffset="126195.48">17789 8865 18 0,'4'-4'181'0,"-4"4"-12"0,2-6 3 16,-2 6-1-16,0 0-18 0,2-8-12 0,-2 8-5 15,0 0-3-15,0 0-3 0,0 0-3 0,0 0 11 16,-25 16-6-16,16-8-2 0,2 2-3 15,-2 0-8-15,1 0-12 0,2 2 2 0,1-2-7 0,0 3-7 16,2-2-6-16,1 2-9 0,2-2-7 0,1 1-3 16,5-3-7-16,2 2-3 0,5 0-2 0,1-3-5 15,1-2-7-15,1 1-2 0,0-2-4 0,-2-3-4 16,4 1-3-16,-4-3-7 0,4 0 5 0,-4-2-9 16,-3 0 2-16,3 0-4 0,-3-2 1 0,0-2-3 15,1 0-1-15,-5-1-3 0,1-2 4 0,-2 1-4 16,1-3 4-16,-2 1 2 0,-3-3 0 0,1 2-3 15,0-4 0-15,-3 2-2 0,-3-4-1 0,0 5-1 16,0 0-2-16,-1 1 0 0,-4 4-2 0,0-2-6 16,-1 2-13-16,-7 2-20 0,-1 2-24 0,-4 2-24 15,-6 6-51-15,-4 2-37 0,-1 0-63 0,-2 5-71 16,-4-1-156-16,3 1-493 0,-2-2 218 0</inkml:trace>
  <inkml:trace contextRef="#ctx0" brushRef="#br0" timeOffset="128186.43">13457 9464 24 0,'-13'-3'79'0,"13"3"0"0,-17-1-1 15,13-1 4-15,4 2-8 0,-12 0 9 0,12 0-5 16,-9-2-11-16,9 2 0 0,-8-2 1 0,8 2-13 15,0 0 2-15,-9-3-2 0,9 3-5 0,0 0-4 16,-10-1 2-16,10 1-4 0,0 0-1 0,0 0-8 0,0 0 1 16,0 0-5-16,0 0-2 0,0 0-7 15,0 0 1-15,0 0 2 0,0 0 7 0,0 0 8 16,0 0 1-16,0 0-5 0,32 6 6 0,-12-4-5 16,1-2 0-16,-1 0 2 0,7-2 0 0,4 1-3 15,-2 1-2-15,3-1 1 0,3 0-3 0,1-1-1 0,3 1-2 16,12-1-2-16,3 0 0 0,-16-1-5 15,16-1-1-15,-1 2 5 0,1-2-6 0,-1-1-1 0,5 1-5 16,-2 2 3-16,5-1 0 0,0-1 0 0,-1 3-4 16,-1-1-1-16,2-1-2 0,0-1-2 0,1 2-1 15,-1 0-1-15,-1 0 3 0,-1-1-1 0,1 0-1 16,-1 0 5-16,-5-3 0 0,0 4-3 0,0-2 5 16,4 2-2-16,-6-2-2 0,0 1 2 0,-3 3 1 15,2-5-1-15,-1 2 2 0,-12 2 0 0,2-2-4 16,11-3 3-16,-13 4-2 0,13-2 6 0,-12 1-3 15,2 0 0-15,10 2 3 0,-12-2-2 0,-2 0 4 16,12 0-4-16,-9 2 4 0,-2-3 0 0,2-1-1 16,-3 3-1-16,2-2-3 0,13 0 5 0,-14 2-5 15,1-1-3-15,0 0 10 0,-1 2-11 0,2-2 1 16,10 0 4-16,-12-1-2 0,0 2 2 0,-1 1 1 16,-2-3 3-16,1 2 0 0,-3 1 3 0,-2-1-3 15,-2-1 1-15,2-1 2 0,-2 4-5 0,2-3 0 16,-3 0 6-16,2 1-1 0,4 0 0 0,-4-1 1 15,1 0 0-15,0 0-2 0,-2 0 1 0,0-2 2 16,-2 5-1-16,-5-2-3 0,6 2 2 0,-9-3-5 16,2 0 3-16,-3 2-2 0,2-1 1 0,-1 0 6 0,-2 2-11 15,1-2 3-15,-2 0 2 0,4-3-4 0,-1 5 1 16,-1-2-3-16,1 0 1 0,1-2 2 0,1 0 0 16,-1 3 0-16,2 0 1 0,-2-3 2 0,2 3-2 15,6-5 1-15,-5 5 0 0,4-3-7 0,-5 3 7 16,6-1-3-16,-7 0 8 0,1-1-5 0,-1 0-2 15,-1 0 0-15,2-1-1 0,-2 3 4 0,3-1-5 16,-2-1-2-16,-1 0 0 0,8 1 0 0,-5-3-2 16,-2 5 2-16,-1-3-4 0,1-1 3 0,0 1 4 15,-1 3-1-15,0-5-4 0,-1 3 2 0,3-2 1 16,0 2-3-16,6 0 5 0,-8 0 0 0,1 2-1 16,2-2 0-16,-2 1-4 0,-3 1 3 0,4 0-5 15,-4-2 1-15,2 2-1 0,-1 0 0 0,-6 0-1 16,3-2 2-16,-4 1 1 0,0 1 1 0,1-3-3 15,-3 5 4-15,4-2-1 0,-4 0-2 0,1 1 7 16,-1-1-1-16,0-1 1 0,-1 1 0 0,-9 0 2 16,13-2-1-16,-13 2 3 0,9-2-7 0,-9 2 11 15,7-1-7-15,-7 1 3 0,0 0 3 0,0 0 8 0,0 0 7 16,12 1-3-16,-12-1 6 0,0 0-7 16,0 0 8-16,0 0-2 0,0 0-3 0,0 0-7 15,0 0 3-15,0 0-3 0,0 0-1 0,0 0 0 16,0 0-6-16,0 0-4 0,0 0 4 0,0 0-4 0,0 0 6 15,6-3-14-15,-6 3 5 0,0 0-3 0,0 0-8 16,0 0 4-16,0 0-3 0,0 0-10 0,0 0-14 16,0 0-43-16,0 0-32 0,0 0-43 0,0 0-44 15,0 0-28-15,0 0-39 0,0 0-64 0,-20 13-283 16,7-10-643-16,-6 2 284 0</inkml:trace>
  <inkml:trace contextRef="#ctx0" brushRef="#br0" timeOffset="130105.75">3868 9715 143 0,'-4'-8'180'0,"2"2"-3"15,2 6-2-15,-4-10-3 0,4 10-8 0,-1-7-2 16,1 7-7-16,0 0-11 0,-4-8-14 0,4 8-12 16,0 0-9-16,0 0-18 0,0 0-8 0,0 0-8 15,0 0-5-15,0 0-5 0,0 0-4 0,0 0-4 16,0 0 1-16,7 38-3 0,-4-23 7 0,1 2-2 16,-3 4-6-16,3-2-7 0,-2-2 1 0,0 8-4 15,2-7-3-15,-2 1 2 0,1 1 1 0,-1 4-5 16,1-5-1-16,-1-2-4 0,0-1-3 0,-1 0-5 15,1 1 2-15,0-1-6 0,-1-4 0 0,0-1-2 16,2 2-3-16,-1-4 0 0,0 1-2 0,-1 2-2 16,-1-3 0-16,1 2-3 0,-1-4 5 0,0 0-5 15,1 1-1-15,-1-8 5 0,2 13-6 0,-2-6-3 16,0-7-11-16,0 11-13 0,0-11-15 0,-2 8-17 16,2-8-15-16,0 0-19 0,-1 6-22 0,1-6-14 15,0 0-37-15,-8 5-17 0,8-5-38 0,0 0-164 16,0 0-407-16,-15-10 180 0</inkml:trace>
  <inkml:trace contextRef="#ctx0" brushRef="#br0" timeOffset="130546.3">3924 9688 62 0,'7'-9'163'0,"-2"1"-14"16,2-2-4-16,5-1-8 0,-2 2-4 0,-1 1 3 16,3 1-3-16,0 2-17 0,1 1-4 0,5 1-6 15,0 2-9-15,-3 3-7 0,-2 0-7 0,0 3 1 16,1 4-4-16,1 2 0 0,-5 1-10 0,-2 3-6 16,1 0-1-16,-4 4-10 0,-1-3-2 0,-3 1-5 15,-3 1-4-15,-2-3-5 0,-1 3-1 0,-4-2-8 16,0-1 3-16,1 0-9 0,-3-2 4 0,-2 0 1 15,-1-1-6-15,1-3-5 0,0 1 5 0,1-4-5 0,1 1-2 16,-5 0 0-16,5-3-2 0,1-1-4 0,-1-1 4 16,4 0-4-16,7-2 4 0,-13 3-2 15,7-3 4-15,6 0-3 0,0 0 3 0,-13-1-6 16,13 1 1-16,0 0 2 0,0 0-4 0,0 0 2 16,0 0-2-16,0 0-4 0,0 0 2 0,0 0-2 0,0 0 6 15,0 0 2-15,13 14 0 0,-4-6 2 16,0-1 5-16,0 2 3 0,2 1-2 0,0-3-3 15,4 5 1-15,-6-3 0 0,5 1-2 0,1 0-2 16,0 0-4-16,0 0 2 0,-1-1-30 0,1 1-32 0,-3-4-47 16,3 3-46-16,-5-3-46 0,2 1-37 0,-2 1-146 15,-1-2-405-15,0 0 179 0</inkml:trace>
  <inkml:trace contextRef="#ctx0" brushRef="#br0" timeOffset="130896.78">4289 10126 123 0,'10'-7'189'16,"-1"1"0"-16,4-4-1 0,2 1-2 0,-1 0-8 15,2-1-10-15,-4 4-9 0,3-3-10 0,-1-2-10 16,0 1-8-16,0 0-11 0,3-1-7 0,-4 3-5 16,0-5-3-16,-2 2-8 0,-2-4-10 0,0 2-10 15,-1 2-7-15,-3 1-6 0,-1-1-9 0,-1-1 0 16,0 2-4-16,-2 0-8 0,-2-1-4 0,-2 1-3 15,1 4-2-15,-2-3-5 0,1 2-2 0,0 2-1 16,-4 1-6-16,7 4 0 0,-11-6-6 0,2 2 5 16,-3 4-8-16,2 0 5 0,1 3-6 0,-4 4-1 15,1 2-1-15,-2 1 4 0,0 3 5 0,2 3-9 16,-2-1 3-16,4 3-1 0,3 0-4 0,0-2 6 16,3-1-5-16,1-1 1 0,2 1-5 0,2-3 10 15,2-1-9-15,1 0 2 0,3 0-5 0,0-3-1 16,2 0-21-16,6 2-18 0,-3-4-33 0,4 0-30 15,2-1-29-15,1-2-29 0,-2 1-29 0,5-4-15 16,-2 0-26-16,-3 1-126 0,3-2-384 0,-1-1 170 16</inkml:trace>
  <inkml:trace contextRef="#ctx0" brushRef="#br0" timeOffset="131672.81">4856 9844 218 0,'-11'1'217'0,"11"-1"-9"16,-19 5-5-16,7 1-7 0,-1 3 0 0,3 0-12 15,-6 3-19-15,4 2-12 0,-1 1-13 0,3 1-15 16,1-1-7-16,0 0-11 0,2 1-13 0,5-3-8 16,0 0-6-16,1-3-3 0,2 1-8 0,2-3-6 15,0 1-7-15,1-1 2 0,1-3-14 0,3 2-4 16,1-1-2-16,0-4-1 0,2 1-6 0,-1-1-8 15,-2-2 4-15,3 0-1 0,-3 1-6 0,-8-1-1 16,16-4-4-16,-8 1 9 0,1-3-11 0,-1 2-5 16,-2-1 2-16,2-3 3 0,-3-2-2 0,0 1-3 15,-3-3 0-15,2-3 0 0,-1-1-1 0,-2 4 2 16,2 0-2-16,-3-1-3 0,0 0-1 0,1 2 2 0,-2 0-2 16,2 1 1-16,0 3 1 0,-1 7-2 15,0-14 5-15,0 14-1 0,0-11 1 0,0 11 2 16,0 0-3-16,-1-8-2 0,1 8-3 0,0 0 1 0,0 0 1 15,0 0 4-15,0 0 6 0,0 0 0 16,7 22-4-16,-4-11 2 0,0 0 0 0,-1 1 7 0,1 6-4 16,-1-2-2-16,0-6 1 0,0 3 0 0,2 0-1 15,-3-3 1-15,6 2 0 0,-4-2 0 0,3 0-7 16,-1-2 3-16,-1-2 2 0,1 0-3 16,1 1-2-16,-1-2 0 0,4-1 5 0,-2-1 4 0,4 1-3 15,1-3 9-15,0-1-12 0,2-1-2 0,3-4-1 16,0-1 4-16,-2-1-6 0,2-1 1 0,-3-2 3 15,2 0-3-15,-3-2 1 0,0-2-8 0,4-7 2 16,-5 6 11-16,0 1-12 0,-2-3 1 0,0 1-2 16,-1-2-2-16,-1 0-7 0,-1 0 6 0,-2 0 0 15,-1 1 4-15,-1 0-4 0,-1 6 4 0,0-3-3 16,-1 5 16-16,-1 1-15 0,0-1 5 0,0 9-2 16,0-11 1-16,0 11-2 0,0 0-1 0,-1-8-3 15,1 8 3-15,0 0-2 0,0 0 1 0,0 0 0 16,-26 17 7-16,19-10-6 0,-3 3-2 0,2 1-2 15,3-1 1-15,1 0 2 0,0 1 0 0,4-5-5 16,-1 6 5-16,3-3 1 0,2 1-5 0,1-1-3 16,3-1-2-16,-1 1 7 0,2-2-3 0,2 5 3 15,1 0-2-15,0-1 4 0,-2-2-2 0,0-1 2 16,-1-1-2-16,0 0-1 0,1-1 5 0,-2 2 2 16,0-1-2-16,-4-3-1 0,1 4 3 0,0-4-6 15,-3 2 2-15,1 2-1 0,-3-8 4 0,-1 10 1 16,-2-2-4-16,3-8 4 0,-9 14 2 0,4-7-5 15,-3 0 3-15,1 1 0 0,-2-1-3 0,-3 0-9 16,2 0-8-16,-1-2-20 0,0 1-16 0,0-2-29 16,-2-1-29-16,4 3-41 0,0-2-46 0,3-1-38 15,-2 0-218-15,8-3-492 0,-10 1 218 0</inkml:trace>
  <inkml:trace contextRef="#ctx0" brushRef="#br0" timeOffset="132836.1">5491 9791 196 0,'0'0'221'0,"-17"1"-1"0,5 3-7 16,-1 3-4-16,-4 0-7 0,5 3-8 0,-1 3-11 15,-1-1-10-15,3 1-10 0,1 6-12 0,1-2-12 16,4 2-13-16,0 4-4 0,2-7-10 0,5 1-6 0,-1 0-11 15,3-3-5-15,1-2-3 0,0-2-12 0,5 0-6 16,-2-1-7-16,2-1-4 0,4-2-5 0,-2-1-6 16,2 0-3-16,0-3 1 0,-2 2-12 15,3-3-2-15,-1 0-2 0,0-1 7 0,-4-1-12 0,2-3-3 16,-1 1 3-16,-3-1-4 0,2-3 0 0,-1 1-7 16,-4-1-2-16,3-3 0 0,-3 2-8 0,-1-5-4 15,-2 2-2-15,3-3 1 0,-3-2-2 16,-2 0-1-16,-3-1 0 0,2 0-3 0,-4 1-1 15,0 1 1-15,-1 0-2 0,0 0 2 0,1 2 0 0,-5 0 2 16,2 3-5-16,0 2 3 0,2-2 2 0,-4 3-1 16,2 0 1-16,-1 2 12 0,0-1-3 0,2 4-10 15,0-2 0-15,2 0 0 0,5 4 1 0,-9-4 1 16,9 4-8-16,0 0 3 0,0 0 3 0,0 0-1 16,0 0 0-16,0 0 2 0,0 0-4 0,28 6 8 15,-14-3-1-15,3 1-1 0,1 1 4 0,1-2 0 16,-5 1 2-16,3 0-1 0,-1 3 2 0,2-1 3 15,-5-3-2-15,2 5 1 0,-1 0 4 0,-2-1-1 16,-5 2 3-16,2-2 4 0,-1 2-1 0,-3 1 2 16,1 0 8-16,0 0-8 0,-4 1 0 0,0 1 2 15,-2 3 15-15,0-1-13 0,1-3-4 0,-2-1 0 16,1 1 5-16,-2-4-6 0,2-7-3 0,-1 12 4 16,1-12 0-16,-1 10 5 0,1-10-3 0,0 9-4 15,0-9-3-15,-2 7 11 0,2-7-2 0,0 0 8 16,0 0 12-16,0 0 4 0,-1 9 13 0,1-9 0 15,0 0 8-15,0 0-7 0,0 0-4 0,0 0-3 16,0 0-12-16,0 0-7 0,0 0 0 0,0 0-7 16,7-40-4-16,-4 28 5 0,1 0-10 0,3-4-7 15,-1-1 9-15,3 1-8 0,0 0-1 0,2 1-7 16,1 0 0-16,-1-1 2 0,3 4-3 0,-3 1 0 16,-1 5 0-16,-1-2-5 0,0 3 7 0,-3 2 1 15,3-2-10-15,-1 1-1 0,-2 3 2 0,-6 1-1 16,13 3 1-16,-4 1 4 0,-3 0 0 0,2 3-4 15,-2 1 4-15,2-1-5 0,-3 4 8 0,0 1-3 0,-2 0 4 16,2 2-4-16,-1 2 4 0,-2 3-5 16,3-9 4-16,-3 0 1 0,0 3 1 0,1-2 0 15,-1-1-6-15,0-1-3 0,-1-2 9 0,1 3-5 16,0-4 3-16,-2-6-6 0,5 11 5 0,-3-7 4 0,-2-4 0 16,8 8-9-16,-3-6 6 0,-5-2-5 0,8 2 3 15,-8-2 8-15,11 0-3 0,-11 0-4 16,17-2-1-16,-9-2 3 0,2-1 0 0,1 2-1 15,-3-4-1-15,1-2 1 0,4-1-1 0,-3-2 4 0,0-2 0 16,-1 1-2-16,-1-1 0 0,0-1-7 0,-3 4 25 16,1-6-19-16,2 1-12 0,-5 0 4 0,3 0-1 15,-4 0 3-15,1 4 0 0,1 1-15 0,-2-1 29 16,-2 3-17-16,0-1-4 0,1 3 11 0,-1 7-5 16,0-10-1-16,0 10 3 0,0 0-9 0,-1-9 2 15,1 9 1-15,0 0 4 0,-6-5-6 0,6 5 5 16,0 0-1-16,-14 8 5 0,6-1 0 0,-1 1-4 15,3-1-1-15,-2 0 7 0,3 0-6 0,1-1 3 16,0 0-6-16,2 0-2 0,2-6-9 0,-2 14 10 16,2-9 3-16,3 5-9 0,1-3-3 0,-1 3-3 15,4-1-5-15,-3-2 3 0,4 3 0 0,2-3 2 16,-1 2 12-16,-2-3-22 0,2 4 2 0,1-2 4 16,-2 1 16-16,0 0-8 0,1-3-4 0,-3 1 2 15,1 0 8-15,-2 0-2 0,0 0-6 0,-3-2 6 16,3 1 3-16,-2 1 3 0,-1-1 0 0,-2-6 2 15,3 10-2-15,-2-4 2 0,-1-6 0 0,-2 12 5 16,2-12-1-16,-4 10-3 0,-1-4 5 0,1 1-3 16,-2-3 0-16,-1 4 0 0,1-4 6 0,-4 2-11 15,1-1-3-15,1 1-21 0,-3-2-20 0,2 1-21 16,-2-3-17-16,0 2-29 0,2 0-45 0,-3-2-39 16,2 1-41-16,3-2-43 0,-2 0-172 0,9-1-498 15,-16-1 220-15</inkml:trace>
  <inkml:trace contextRef="#ctx0" brushRef="#br0" timeOffset="133042.71">6324 9799 74 0,'0'0'194'0,"10"-3"1"16,-10 3-4-16,0 0-9 0,11 4-5 0,-11-4-14 15,6 4-9-15,-6-4-15 0,5 10-11 0,-3-4-15 16,1 0-9-16,-1 0-15 0,-2-6-21 0,1 15-46 16,-2-4-53-16,1-11-50 0,-5 15-51 0,0-7-160 0,5-8-316 15,-7 15 140-15</inkml:trace>
  <inkml:trace contextRef="#ctx0" brushRef="#br0" timeOffset="133205.54">6346 10032 142 0,'0'0'218'0,"4"5"-10"16,-4-5-5-16,0 0 0 0,0 0-5 0,5 4-5 16,-5-4-13-16,0 0-16 0,4 5-9 15,-4-5-21-15,0 0-15 0,0 0-11 0,0 0-41 0,6 3-42 16,-6-3-51-16,0 0-61 0,0 0-56 0,0 0-201 16,0 0-372-16,0 0 165 0</inkml:trace>
  <inkml:trace contextRef="#ctx0" brushRef="#br0" timeOffset="133371.91">6535 9886 2368 0,'5'-3'127'0,"2"0"-78"0,-7 3-30 0,7-3-5 15,-7 3-11-15,5-3 23 0,-5 3 16 0,0 0 3 16,0 0 7-16,10-3-3 0,-10 3-2 0,0 0-3 16,0 0 3-16,0 0-10 0,8 7-7 0,-8-7-5 15,0 0-15-15,7 4-37 0,-7-4-47 0,0 0-44 16,0 0-40-16,0 9-40 0,0-9-213 0,0 0-443 15,0 0 196-15</inkml:trace>
  <inkml:trace contextRef="#ctx0" brushRef="#br0" timeOffset="134033.1">3839 10541 173 0,'0'0'183'0,"-17"1"-2"0,11-1 0 0,6 0-10 0,-11 1 1 16,11-1-4-16,0 0-5 0,-14-2-12 0,14 2-6 15,0 0-9-15,-9 0-10 0,9 0-11 16,0 0-7-16,0 0-12 0,0 0-6 0,0 0-11 15,0 0-9-15,0 0-3 0,0 0 1 0,0 0 2 0,0 0-1 16,30 1 0-16,-12-2 6 0,10 0-6 16,5 0 2-16,5-1 6 0,20 2-7 0,-2-4 7 15,7 0-6-15,28-1-3 0,-1-2-3 0,-25 4 1 0,36-6 1 16,0 4-16-16,-1 1-7 0,2-5 0 0,3 0-8 16,2 0-1-16,5-2-1 0,-5 3-1 0,4 0-5 15,-5-2-2-15,-5 5-4 0,-2-1-1 0,-6 0-7 16,4 1 5-16,-4-2-2 0,1 3 2 0,-4-1-5 15,-24 2-2-15,-1-2 5 0,24-4-2 0,-34 7 1 16,1-1-3-16,-5 3-3 0,-16-4 0 0,-2 4 1 16,-1 0-1-16,-3-1 17 0,-9-1-12 0,-1 5-1 15,-6-3-8-15,-2-1 12 0,1-1 3 0,-6 2-5 16,-6 0 6-16,11 0 2 0,-11 0 12 0,0 0-3 16,9-1 9-16,-9 1 0 0,0 0-5 0,0 0-6 15,8-2-2-15,-8 2 0 0,0 0-1 0,0 0 7 16,0 0-11-16,0 0-13 0,9-2 3 0,-9 2-8 15,0 0-23-15,0 0-22 0,0 0-36 0,0 0-36 16,0 0-50-16,0 0-59 0,0 0-49 0,0 0-58 16,-18-14-264-16,9 9-638 0,0-1 282 0</inkml:trace>
  <inkml:trace contextRef="#ctx0" brushRef="#br0" timeOffset="135816.84">17671 8981 29 0,'0'0'67'16,"0"0"-4"-16,0 0-7 0,0 0 2 0,0 0-1 15,0 0-9-15,0 0 0 0,0 0 1 0,0 0 0 16,0 0-1-16,0 0-1 0,0 0-5 0,0 0 3 16,0 0 7-16,0 0-6 0,0 0 0 0,0 0-5 15,0 0 5-15,0 0-5 0,0 0 3 0,0 0 5 16,0 0-10-16,0 0-1 0,0 0-4 0,0 0 0 16,0 0-7-16,0 0 2 0,7 1-4 0,-7-1 3 15,0 0-8-15,0 0 5 0,0 0-5 0,0 0-5 16,0 0-4-16,0 0 5 0,0 0-4 0,0 0-3 0,0 0 2 15,0 0-3-15,0 0-1 0,0 0 1 16,0 0 0-16,0 0-3 0,0 0-4 0,0 0 7 16,0 0-9-16,0 0-9 0,0 0-5 0,0 0-7 0,0 0-16 15,1 8-14-15,-1-8-10 0,0 0-14 0,0 0-23 16,0 0-90-16,0 0-205 0,-15 7 90 16</inkml:trace>
  <inkml:trace contextRef="#ctx0" brushRef="#br0" timeOffset="141184.26">6080 10965 160 0,'-1'-12'183'0,"-3"2"-1"0,3-4-1 0,-2 3-8 16,2 0-7-16,1 0 2 0,-3 1-7 0,5 2-10 15,-2 8-8-15,-3-14-5 0,3 14-13 0,1-10-10 16,-1 10-10-16,0 0-13 0,0-9-10 0,0 9-7 16,0 0-8-16,0 0-2 0,0 0-6 0,0 0 2 15,0 0-1-15,13 26-3 0,-9-14-4 0,1 4-1 16,-5 0-4-16,1 0-3 0,1 2-1 0,-1-2-9 15,0 2-2-15,-1-1-1 0,0-2-4 0,2 0-6 16,-1-1 8-16,0 0-10 0,-2 0-2 0,2 1-7 16,-2 1-30-16,0-5-28 0,-2 1-30 0,-1 2-34 15,2-3-43-15,-2-3-37 0,0 1-37 0,-1-1-175 16,1-2-435-16,1-2 193 0</inkml:trace>
  <inkml:trace contextRef="#ctx0" brushRef="#br0" timeOffset="141357.94">6121 10803 1807 0,'1'-11'6'0,"1"2"28"16,-2 3-26-16,0 6-2 0,0-12-13 0,0 12-3 16,0 0 2-16,0 0-8 0,0 0-13 0,0 0-25 15,0 0-30-15,0 0-24 0,0 0-30 0,-7 29-97 16,7-22-254-16,-1 1 112 0</inkml:trace>
  <inkml:trace contextRef="#ctx0" brushRef="#br0" timeOffset="141568.22">6368 10830 65 0,'10'3'193'0,"0"3"-11"15,0 0 13-15,-1 2-3 0,3 6-6 0,-2 0 2 16,-2 1-11-16,-2 4-6 0,-2-1-9 15,2 8-8-15,-3-1-14 0,-3 0-8 0,-1 1-10 0,-1-7-11 16,-3 5-13-16,0-7-11 0,1 2-7 0,-2-1-7 16,-1-1-11-16,-1-1-11 0,-1 0-23 0,-3-1-28 15,1-3-40-15,-1 2-41 0,1-4-41 16,-1-2-35-16,2-2-60 0,-3-1-155 0,2-1-403 16,-2-3 178-16</inkml:trace>
  <inkml:trace contextRef="#ctx0" brushRef="#br0" timeOffset="141778.07">5853 10960 1818 0,'-9'-6'79'0,"-1"1"21"16,5 2-50-16,-2 2-17 0,7 1-10 0,-12 4 12 16,2 5 0-16,4 0-1 0,-2 6 10 0,1 2-1 15,0 2-2-15,4-1-3 0,0 1-1 0,2 1 0 16,2-3-6-16,3 2-2 0,3-1-2 0,2-1-5 15,0-4-13-15,6 0-27 0,0-2-23 0,1-1-34 16,1-3-36-16,2 0-38 0,-1-4-57 0,1-3-122 16,0 0-355-16,-2-2 157 0</inkml:trace>
  <inkml:trace contextRef="#ctx0" brushRef="#br0" timeOffset="141958.31">6112 10749 2231 0,'-2'-12'7'0,"0"2"33"0,0 1-15 0,-2 0 1 16,1 3-11-16,0 2-1 0,3 4-6 0,-3-9 2 15,3 9-7-15,-3-6-3 0,3 6 3 0,0 0-13 16,0 0-19-16,0 0-28 0,0 0-19 0,0 0-42 16,9 20-43-16,-2-13-162 0,2 1-347 0,2-2 153 15</inkml:trace>
  <inkml:trace contextRef="#ctx0" brushRef="#br0" timeOffset="142331.66">8030 10567 217 0,'-3'-5'294'16,"-4"0"-23"-16,7 5-20 0,-5-7-21 0,5 7-18 15,-1-8-21-15,1 8-16 0,14-9-13 0,-1 6-14 16,14-6-14-16,1 2-11 0,5 2-14 0,1-4-9 16,4 3-9-16,1 0-12 0,-3-1-17 0,0 4-20 15,-3 0-20-15,-5-1-27 0,-8 2-38 0,-3 2-37 16,1-1-39-16,-7 1-43 0,-2 1-28 0,-1 1-17 16,-3 0-145-16,-5-2-380 0,0 0 168 0</inkml:trace>
  <inkml:trace contextRef="#ctx0" brushRef="#br0" timeOffset="142569.23">8213 10478 19 0,'0'0'193'0,"-7"-3"-12"16,7 3-15-16,0 0-7 0,0 0 12 0,0 0 9 16,0 0 6-16,0 19 9 0,5-6-8 0,-5 3-5 0,1 10-9 15,0 1-6-15,-1 0-14 0,0 2-9 16,0 3-13-16,0-4-6 0,-1 0-16 0,1 1 0 0,0-1-7 15,1-2-17-15,0-6-10 0,2-1-7 16,0 6-4-16,-1-6-8 0,1 0-4 0,-2-1-6 0,2 0-8 16,-1-3-25-16,-1-3-30 0,-1 1-26 0,3 0-27 15,-3 0-40-15,0-3-31 0,-1 0-42 16,1-2-36-16,1-1-44 0,-1-7-152 0,-1 11-447 0,1-11 198 16</inkml:trace>
  <inkml:trace contextRef="#ctx0" brushRef="#br0" timeOffset="143520.07">8365 10603 157 0,'4'-8'225'16,"-3"3"-22"-16,-1 5-16 0,6-4 2 0,-6 4 13 16,0 0-3-16,10 17-7 0,-6-2-14 0,1 2-12 15,-2 7-14-15,1 3-15 0,-5 1-10 0,2-2-14 16,-2 2-10-16,4-2-10 0,-2-6-5 0,0-2-14 15,-2 0-4-15,2-1-6 0,-2-6-4 0,2 2-11 16,2-3-7-16,-3-1-3 0,0-1-5 0,1-2 2 16,-1-6-8-16,0 0 3 0,0 13 0 0,0-13-9 15,0 0 3-15,1 8-4 0,-1-8-3 0,0 0-3 16,0 0-11-16,0 0-2 0,0 0 2 0,8-19-6 16,-3 12-6-16,3-2-1 0,1 2-2 0,0 0 2 15,0 1 1-15,1 1-4 0,1 1 5 0,-1-1 0 16,3 4 7-16,-2 2-9 0,1-1 2 0,0 1 0 15,1 1 7-15,-1 1-4 0,7 3 4 0,1-1 0 16,0-2-2-16,7 4 4 0,0-3-1 0,-7-1-1 0,10-3 7 16,-9 2-4-16,8-2 2 0,-8-2 1 15,0 2-3-15,-1-3 2 0,-1-1 0 0,-5 0-1 16,3-2 6-16,-5 1-7 0,-1 0 3 0,0-1-3 0,-3 0 15 16,-1-1-13-16,-1 0 5 0,0 1-3 0,-3-4 2 15,-1-2-2-15,1 1 2 0,-3 0-2 16,1 0 1-16,-3-2-3 0,2 2-2 0,-3-2 3 15,2 0-1-15,-2-1-2 0,0 2-1 0,0 2 2 0,-1 1 4 16,2 4-2-16,-1-1 5 0,3 6-5 0,-4-8-1 16,4 8-2-16,0 0 1 0,-9-3-2 0,9 3 3 15,-14 10 0-15,3 2 2 0,-2 1-2 0,3 1 1 16,-1 3-4-16,4 0 5 0,-2 1 1 0,4-1-2 16,2-1 8-16,2-3-8 0,2 4 1 15,2-6 8-15,3 4 4 0,2-3 2 0,-1-3 2 0,4 0-7 16,4 0 3-16,-1 1 1 0,5-2-5 0,-3-5-1 15,5 1 3-15,-3-1-2 0,1-2-6 0,2-2 6 16,-4 0-5-16,2-1-1 0,-5 0-3 0,0 0 15 16,-1-1-15-16,0-1-3 0,-2 0 0 0,-1-1 4 15,3-1-2-15,-6-1 3 0,1-2-3 0,0 3 2 16,-1-5-11-16,-1 2 6 0,-3-2-2 0,3 0 8 16,-3 3-8-16,4-3-1 0,-4 1 5 0,3 0 1 15,-2 0-3-15,2 2-6 0,0 0 3 0,2 1-2 16,1 0 1-16,1 2-2 0,2 4-1 0,-3-3 3 0,1 1-1 15,1 5-2-15,1 0 5 0,-2 1-4 16,0 3 5-16,-2 2-4 0,1 0 7 0,-1 2 2 16,2 3-6-16,-5-2 1 0,0-1 3 0,-2 1-3 0,0 1 3 15,4 0-2-15,-3 0 4 0,2-2-6 16,-1 0-1-16,0 0 1 0,2-1 5 0,0-1-2 0,1 0 3 16,1-2-4-16,1 1 2 0,0-3 4 15,3-1 3-15,1-3-8 0,2 2 2 0,3-2 1 0,-3-2-2 16,2-1-3-16,0 1 3 0,0-3-1 0,-2 0-1 15,-1 0 4-15,1-3 2 0,-4 2-7 0,-1 1 4 16,1-6-4-16,-2 0 4 0,-1-3-7 0,4 1-2 16,-7-4 3-16,-2 2 2 0,0 0-1 0,-4-2 0 15,0 1 1-15,-1-1 3 0,-3 3-9 0,0 6 3 16,-1-4 4-16,1 7-1 0,-1 1 2 0,-3-1 0 16,-1 2 3-16,-1 3-1 0,-4 0-4 0,0 9 4 15,-3 1 1-15,3 1-2 0,-1 4 9 0,1-2-12 16,2 1 3-16,5 3-14 0,1-2 1 0,1 1-25 15,5-1-38-15,0 0-45 0,2-1-66 0,3-3-77 16,5 1-64-16,0-2-179 0,6-4-546 0,3 0 242 16</inkml:trace>
  <inkml:trace contextRef="#ctx0" brushRef="#br0" timeOffset="144890.37">11388 10491 2218 0,'0'-11'-3'0,"0"2"18"0,0 9-13 0,1-13-2 16,0 9-9-16,-1 4-4 0,7-5-17 0,-7 5-18 15,10 0-11-15,-10 0-41 0,19 6-36 0,-11 1-171 16,2 2-331-16,-1-2 147 0</inkml:trace>
  <inkml:trace contextRef="#ctx0" brushRef="#br0" timeOffset="147841.26">10695 10984 152 0,'0'0'180'0,"-8"1"0"0,8-1-3 0,0 0-6 16,0 0-8-16,0 0-1 0,0 0-5 16,0 0-7-16,0 0-11 0,0 0-11 0,0 0-9 0,0 0-13 15,12-18-11-15,-1 13-9 0,4-7-5 0,-2 1-5 16,4-1-5-16,5-3-8 0,2 3-8 0,-8 0-1 15,1 0 1-15,0 0-5 0,5-2-4 0,-7 3-6 16,-1-2-5-16,-2 1 1 0,-2 2-5 0,0-2 8 16,-3 3-14-16,-2 1 1 0,-2-3 0 0,1 2-1 15,-4 1-6-15,-1 0-1 0,-2-3-1 0,-4 2 0 16,0 3-4-16,-3-2-1 0,-3 4-3 0,-2 2-4 16,-4-3 0-16,1 2 1 0,-2 6 1 0,2-3-3 15,1 6-2-15,-3-2 4 0,3 7-5 0,0-1 1 16,2 2 1-16,0 1-3 0,-2 6 1 0,-1 2-1 15,10-4-1-15,-2 0 0 0,4 6 3 0,1-2 0 0,2-2-4 16,3 4 1-16,3-4 7 0,2-2-4 16,6 1-2-16,0-3 1 0,3 0-2 0,7-1-1 15,2 0-17-15,3-1-17 0,-2-3-22 0,-3-2-21 0,6-2-23 16,3-3-23-16,-2-2-13 0,3 1-15 16,-3-2-16-16,1-1-10 0,-9 0-19 0,0 0-119 0,-2-2-341 15,0-1 152-15</inkml:trace>
  <inkml:trace contextRef="#ctx0" brushRef="#br0" timeOffset="148065.04">11176 10733 21 0,'0'0'194'0,"0"0"-11"16,0-11-18-16,0 11-14 0,0 0 7 0,0 0-5 15,0 0 2-15,0 0-2 0,0 0 4 0,13 22-2 16,-8-10-10-16,3 4-5 0,0 0-15 0,1-1-11 15,-1 1-6-15,3 0-11 0,1-1-6 0,-1-1-13 16,2-1-6-16,1 1-4 0,0-1-9 0,3-2-8 16,-2 0-11-16,-2 2-27 0,1-3-31 0,-1 0-37 15,-1-4-42-15,-1 1-52 0,-1-4-30 0,0 3-35 16,-3-3-142-16,-2-2-386 0,-5-1 172 0</inkml:trace>
  <inkml:trace contextRef="#ctx0" brushRef="#br0" timeOffset="148256.54">11486 10708 119 0,'0'0'212'15,"-1"-8"-20"-15,1 8-4 0,0 0 13 0,0 0 0 16,-18 18 0-16,9-4-9 0,-9 9-14 0,2 3-13 16,-4 0-18-16,0 0-11 0,-2 1-10 0,1 1-14 0,1-1-11 15,0 1-10-15,1-3-13 0,-1 1-21 16,4-3-34-16,-1-1-38 0,7-6-33 0,-3 0-47 0,7-5-57 15,0 1-51-15,1-3-166 0,-1-1-398 16,4-3 177-16</inkml:trace>
  <inkml:trace contextRef="#ctx0" brushRef="#br0" timeOffset="148869.13">11554 10982 169 0,'18'-11'206'0,"0"-1"-5"0,0 1-12 0,5-5-1 16,-6 3-11-16,6-2-12 0,-7 2-13 0,6-2-7 16,-6 1-8-16,-3 2-1 0,1-2-9 0,-3 0-8 15,-3-3-8-15,0 0-11 0,-1 4 0 0,-1-3 1 16,-4 6 9-16,1 3-11 0,-1-5-7 0,-2 4 1 16,0 0-11-16,0 8 9 0,-2-11-12 0,2 11-9 15,0-11-7-15,0 11-5 0,0 0-10 0,0 0-7 16,0 0-7-16,0 0-1 0,0 0 4 0,-21 18-4 15,15-3-5-15,-1-1-1 0,-2 1-5 0,2 0 0 16,4-3-2-16,0 4-4 0,0 0 4 0,1-5 0 16,4 0-5-16,-2 3-2 0,1-5-1 0,2 1 11 15,2-2-13-15,1-1-1 0,2 1 3 0,1-3 1 0,4 0-2 16,-3-1-1-16,2-2 3 0,5-2-9 16,0 0 6-16,1-3-4 0,1-1 2 0,0-1 1 15,4-2-1-15,-5 1-5 0,2-1-1 0,-2-4 2 16,0 1 3-16,2-1-4 0,-3 1 4 0,4-6-2 0,-9 2 1 15,1 1 2-15,-4-2-7 0,3-1 6 0,-5-1-3 16,1 2-3-16,-3-1 3 0,0 1 4 16,-1 3-7-16,-2 1 0 0,-2 3 3 0,0 2 10 15,0 6-14-15,2-11 1 0,-2 11 9 0,1-9-13 0,-1 9 2 16,0 0-3-16,0 0 2 0,0 0-2 0,0 0 2 16,0 0 2-16,-19 17-2 0,15-8 0 15,-1 4 0-15,1-1-1 0,-2-1 3 0,3-1 0 0,0 2-5 16,1 2 3-16,2-2 1 0,0 0-5 0,0-2 7 15,0 1-1-15,2 1 2 0,3-1 0 0,-2 0-2 16,3-1-2-16,-1 1-3 0,1 1 5 0,3-2 0 16,0-1 0-16,-4 0-1 0,1 1 12 0,-2-2-16 15,2-2 10-15,-2 0-18 0,-1 1 7 0,-2 1-5 16,1-3-1-16,-2-5 12 0,-2 12-20 0,2-12-7 16,-6 12-9-16,-3-7-10 0,0 4-16 0,0-3-17 15,-5 0-18-15,-1 1-29 0,-2-2-31 0,6 0-29 16,-2-3-41-16,0 1-56 0,0-3-156 0,1 1-474 15,0-4 210-15</inkml:trace>
  <inkml:trace contextRef="#ctx0" brushRef="#br0" timeOffset="149041.79">11684 10526 148 0,'0'0'150'0,"0"0"-21"0,14 0-36 16,-14 0-44-16,21 2-64 0,-10 0-78 0,2 1-100 15,5 1 45-15</inkml:trace>
  <inkml:trace contextRef="#ctx0" brushRef="#br0" timeOffset="149317.79">12100 10432 11 0,'3'-7'202'0,"1"2"4"0,2 0-7 0,-6 5-12 15,7-6-18-15,-7 6-2 0,9 0-8 0,-9 0 3 16,13 11 4-16,-3-2-1 0,-1 9-2 0,4 6 3 16,-3-1-11-16,-2 2-11 0,-5 3 4 0,1 0-9 15,0 4-12-15,-2-6-18 0,-4 1-4 0,2 0-7 16,-2-1-7-16,0 0-11 0,0-7-8 0,0-2-2 15,1 0-9-15,1 0-3 0,0 0-13 0,0-4-5 16,0-1-2-16,0 1 0 0,0-2-9 0,1 0-14 0,-1-4-20 16,2 0-32-16,0 0-32 0,0-1-28 0,-2-6-37 15,2 13-38-15,-2-8-41 0,0-5-23 0,4 8-235 16,-4-8-509-16,0 0 226 0</inkml:trace>
  <inkml:trace contextRef="#ctx0" brushRef="#br0" timeOffset="149498.31">12069 10696 195 0,'6'-4'205'16,"-6"4"5"-16,14-1-4 0,-5-1-4 0,4 2-10 16,5-3-17-16,-3 3-16 0,6-2-8 0,-1 1-19 15,2 1-13-15,-3-2-13 0,3 2-34 0,-2-3-45 16,0 3-53-16,-1-1-54 0,0-1-62 0,2 0-176 15,-4-2-343-15,-3 2 152 0</inkml:trace>
  <inkml:trace contextRef="#ctx0" brushRef="#br0" timeOffset="150523.65">13373 10529 68 0,'-6'-5'225'0,"-1"2"-9"0,-1-1-10 16,-4 1-9-16,1 3-16 0,-3 3-3 0,3-1-14 15,-5 2-9-15,-2 6-3 0,0 0 0 0,-4 6-16 16,0 6-10-16,-1 0-9 0,2 1-7 0,2 0-7 16,2 1-8-16,2-1-12 0,1 1-7 0,5 0-8 15,5-5-4-15,0 1-8 0,4-3-8 0,4-1-2 16,0-2-5-16,5-1-2 0,-1-2-2 0,3-1-5 0,7-2-2 16,-1-1-5-16,2-1 11 0,0-5-10 15,0 1-7-15,-1-2 1 0,1-2-2 0,-2-2-4 16,0-1 1-16,4 2-2 0,-4-4-1 0,-5 0 2 15,-1 0 8-15,3-5-14 0,-5 3 2 0,-1-1-3 0,2-5 1 16,-4 2 0-16,-1-3 1 0,-1 0-3 0,-4 0-2 16,0 3-2-16,-2-3 15 0,2-2-16 15,-2 1 5-15,2 4-2 0,0 2 4 0,0 1 5 16,0 3 5-16,0 7-2 0,-2-12-1 0,2 12-4 0,-2-6 1 16,2 6-6-16,0 0 2 0,0 0 3 15,0 0 6-15,0 0-7 0,-1 36 3 0,1-20-3 16,0 1 12-16,3 1-15 0,-1 1 3 0,2 1-6 0,-2-1-12 15,5-1-38-15,-3-3-46 0,2 3-63 0,2 0-62 16,5-3-54-16,-1-2-221 0,3-2-532 0,2-2 236 16</inkml:trace>
  <inkml:trace contextRef="#ctx0" brushRef="#br0" timeOffset="151262.87">14175 10862 213 0,'0'0'236'0,"5"-15"-10"0,0 7-17 15,3-1-5-15,-3-2-13 0,5-4-4 0,3 1-18 16,0-1-8-16,1-1 5 0,3-1-14 0,1-2-5 16,-1-3-9-16,-2 8-5 0,-4-2-10 0,5-4-6 15,-5 2-6-15,1-5-7 0,-4 6-8 16,-1-2-2-16,-3-2-11 0,3-3-11 0,-3 0-9 0,1-3-3 15,-3 4-7-15,0-3-19 0,-2 1 11 0,0 6-13 16,-3-1-5-16,2 3 4 0,-4 0-6 0,1 1 3 16,4 5-5-16,-1 3 2 0,-1 2-5 0,2 6-3 15,-1-14-3-15,1 14-3 0,0-8 0 0,0 8-9 16,0 0 5-16,0 0 2 0,0 0-5 0,4 23 16 16,-4-5-14-16,4 0 2 0,-4 9-4 0,0 1 1 15,0-1 9-15,-4 3-1 0,4-4 2 0,0 1 1 16,0 2 5-16,0-1-7 0,0-9-1 0,4 7 3 15,-2-2 0-15,3-5-5 0,-2 0 3 0,5 0 3 16,-1-3-3-16,1 0-12 0,5-3 12 0,-3 0-10 0,4-1 9 16,0-3-3-16,1-1-5 0,1-2 18 0,0 1-17 15,5-5 3-15,-2 2-7 0,1-4-3 0,1 0 6 16,1-3-9-16,-3 0-5 0,5-8-2 0,-4 6-3 16,0-1 3-16,-5-5-5 0,1 1 1 0,0 0-8 15,-2-3 2-15,-1 0-3 0,-4 0 2 0,3-1-3 16,-5-1 11-16,-3 0-8 0,-2 2 6 15,-2-3-5-15,0 5 6 0,-2-2-2 0,-1-1 0 16,-3 2 2-16,2 2 3 0,0 0 9 0,-2 2-8 0,-1 2-1 16,1 2 0-16,-5 0 1 0,2 4 0 0,9 0 2 15,-20 5 0-15,8 0 4 0,3 3-3 0,0 2 2 16,-2 1-2-16,2 3-1 0,4 1 7 0,1 0-1 16,2 1 0-16,2-1 3 0,0-1 1 0,6 2-6 15,1-6-2-15,2 5-24 0,2-1-26 0,2-5-25 16,3 2-31-16,-2-5-21 0,6 0-21 0,-2 0-36 15,6-3-14-15,-2 0-13 0,6-3-13 0,-8 0-154 16,3-1-417-16,-1-1 185 0</inkml:trace>
  <inkml:trace contextRef="#ctx0" brushRef="#br0" timeOffset="151658.47">15200 10562 95 0,'2'-11'158'15,"0"0"11"-15,-2 1 0 0,-4 2-6 0,1 0-8 16,3 8-12-16,-11-7-5 0,7 5 12 0,4 2 4 15,-21 5-10-15,10 1-5 0,-7 4-5 0,5 1-3 0,-3 2-11 16,2 1-9-16,2 0-12 0,-1 1-5 16,3 0-12-16,1-1-1 0,4 0-10 0,4 1-6 15,0-4-9-15,2 2-4 0,2-3-6 0,4 1 0 16,-2-3-7-16,3-2 2 0,2 2-12 0,1-4-1 0,0 0-1 16,3-3-3-16,-1 0-2 0,-2-3-4 15,3-2-3-15,-1 1 3 0,1-1-1 0,-4 0 0 16,-1-2-4-16,-1 1-2 0,2-3 9 0,-4-1-12 0,2-1 1 15,-2 2-1-15,-1 1-1 0,-2-5 0 0,4 3-3 16,-5-2 3-16,-1 2-4 0,0 0 10 0,1 4-10 16,-2 5 8-16,4-12 0 0,-4 12-1 0,2-8-6 15,-2 8 4-15,0 0-7 0,0 0 5 16,0 0 2-16,0 0 6 0,0 0 4 0,0 0-2 0,-6 25 2 16,6-15-4-16,0 1-3 0,-2-1 3 0,4 2-4 15,2-1 1-15,-3 0-2 0,5 0 1 0,1-1-3 16,0 0-1-16,3-1-18 0,2-2-16 0,2 1-29 15,-1-3-24-15,0-1-22 0,6-2-22 0,-6 1-29 16,1-3-19-16,0 0-26 0,-1-3-15 0,-1 1-24 16,-2 0-130-16,0-3-399 0,0-2 177 0</inkml:trace>
  <inkml:trace contextRef="#ctx0" brushRef="#br0" timeOffset="151871.18">15505 10413 118 0,'0'-10'207'15,"-1"3"2"-15,1 7-4 0,-1-12-15 0,1 12-18 16,0 0-8-16,0 0 16 0,0 0 21 0,0 0-12 16,0 0-9-16,-3 41-7 0,-2-19-2 0,2 4-12 15,0-2-10-15,-1 1-15 0,4-5-3 0,-3 5-6 0,1-6-15 16,0 5 3-16,-1 1-27 0,5-5-6 16,-2 0-5-16,1-3-11 0,2 1-5 0,-1-1-26 15,0-2-28-15,-2 1-35 0,4-5-43 0,-4 0-54 16,1 0-50-16,-1-2-49 0,0-2-55 0,0-7-181 0,-3 10-500 15,3-10 222-15</inkml:trace>
  <inkml:trace contextRef="#ctx0" brushRef="#br0" timeOffset="152161.76">15769 10442 20 0,'0'0'214'0,"0"0"-6"0,0 0-4 0,0 0-10 15,0 0-2-15,0 0-12 0,-30 25-14 0,12-12-16 16,-2 1-15-16,-5 2-13 0,-1 0-14 0,2 1-8 16,3-2-12-16,3-2-9 0,4-6-5 0,-1 5-5 15,3-6-10-15,1 1-4 0,2 0-6 0,2-4-4 16,2 2-8-16,0-1 0 0,5-4-5 0,-8 4-4 16,8-4-3-16,0 0-4 0,-5 3-2 0,5-3-8 15,0 0 3-15,0 0-1 0,0 0-2 0,19 3-1 16,-12 0 0-16,1-2 4 0,3 2-4 0,-1 3-2 15,0-3 2-15,3-1-4 0,-1 2-1 0,4 1 3 16,-3 0-11-16,4 2-30 0,-2-1-43 0,3-1-53 16,0-3-50-16,1 1-225 0,-6-1-436 0,6-1 193 15</inkml:trace>
  <inkml:trace contextRef="#ctx0" brushRef="#br0" timeOffset="152562.57">16019 10496 140 0,'-3'-5'235'0,"-3"0"-2"0,6 5-11 15,-10-3-8-15,0 2-2 0,-1 6-11 0,-1 2-8 0,-1 0-6 16,-5 3-8-16,4 3-13 0,0 0-11 16,1 1-9-16,1 0-14 0,4-1 1 0,0 0-26 15,4 0-7-15,3-3-10 0,-1 0-8 0,2 1-10 16,3-3-8-16,1 2-8 0,0-1-5 0,2-3-1 0,-1-3-6 15,4 3-1-15,2-5-5 0,0 2-8 16,-1-3-1-16,2 1-7 0,-1-2 2 0,2-3-8 16,-5 2 3-16,-1-2-3 0,2-3 1 0,-4 2-7 15,2-3 4-15,0 2-3 0,0-3 0 0,-2-1 0 0,-1 3-7 16,2-2 3-16,-2-1-8 0,4 0 8 0,-5-1-4 16,1 1 2-16,1 1 13 0,-2 1-18 0,0 3-5 15,0 0 8-15,-3 5-2 0,2-9-6 0,-2 9 2 16,0 0 0-16,0 0 1 0,0 0 6 0,0 0 1 15,0 0 12-15,11 18-17 0,-8-9-1 0,-2 2 4 16,0-1 0-16,1-1-3 0,0 1-23 0,-1-2-18 16,3 1-17-16,1 0-34 0,-1 1-41 0,1-1-41 15,2-3-34-15,-1-1-32 0,2 1-41 0,-3-3-151 16,2 0-466-16,2 0 207 0</inkml:trace>
  <inkml:trace contextRef="#ctx0" brushRef="#br0" timeOffset="153229.81">16452 10526 165 0,'3'-10'184'16,"-3"-2"11"-16,-1 2-4 0,-3 1-1 0,0 2 0 15,-1 1-2-15,-4 2-6 0,0 1-7 0,-1 2-8 16,-2 5-5-16,-6 3-14 0,-1-2-1 0,2 5-20 16,0 1-13-16,1 1-6 0,1-3-8 0,5-1-12 15,-1 4-12-15,1-2-3 0,4 0-11 0,2 0-3 16,1-4-3-16,3 2-13 0,0-8-8 0,3 13-4 15,0-8 6-15,0-1-16 0,1 1-7 0,3-3-5 16,1 0-9-16,0-1-2 0,-8-1-4 0,18 0-7 16,-10-3 2-16,-2 1 3 0,2-1 1 0,-2 0-4 15,-6 3 6-15,12-6-1 0,-6 1 2 0,-2-1 0 16,0 1 1-16,1-1-1 0,-5 6 3 0,7-8 0 0,-4 2 0 16,0 1 5-16,-3 5 7 0,5-7-2 0,-5 7 0 15,5-3-1-15,-5 3 4 0,0 0 4 0,0 0 7 16,0 0 10-16,8 21 13 0,-8-5 18 0,2 4-2 15,3 8 0-15,-1 1 8 0,0 1-4 0,0 5-1 16,3 11-2-16,-5-11-3 0,3 1-5 0,-1-3-10 16,-2 2 4-16,1-3-7 0,1 0-6 0,-1-1-2 15,-1-1 1-15,0-6-2 0,0-5-2 0,-2-1-8 16,-3 0 3-16,2-3-4 0,-2 1 6 0,-1-5-10 16,-1 0 15-16,-4-1-16 0,2-1-3 0,-2-1 0 15,-3-1-1-15,-1-4-6 0,3 1 15 0,-3-2-8 16,1 1-2-16,3-3-6 0,-4-2-3 0,3 0-12 15,-1-1-13-15,0-2-1 0,2-2-5 0,1 0-7 16,-1-2-9-16,6-1-2 0,0-3-13 0,2-3-1 16,3-4-3-16,7-4 1 0,3-3 4 0,3 0 2 15,7 1 6-15,2-2-3 0,11-10 0 0,-2 0 4 16,1 2 4-16,1 2 11 0,2-4-2 0,-12 12 3 0,12-10 2 16,-3 1 2-16,-4 0 8 0,-8 8-4 15,1 1 0-15,0-3 6 0,-5 3 1 0,0-2 9 16,-5 3 2-16,-3 1 6 0,-2 1 5 0,-3 5 3 15,-4 1 12-15,-1 5 3 0,0 0 5 0,-1 3 2 0,-2 1 2 16,-1 2-7-16,4 6 7 0,-10-4-15 0,10 4 7 16,-23 10 8-16,9 2-4 0,-7 5-2 15,1 2 1-15,3 3-7 0,1-2 5 0,6 2-10 16,-2 1 5-16,8-4-6 0,3 0-4 0,5-1-13 0,1-1-35 16,5 6-31-16,0-8-38 0,2 1-51 0,2-2-39 15,10 2-43-15,-3 0-52 0,-3-7-172 0,1 0-504 16,-1-3 223-16</inkml:trace>
  <inkml:trace contextRef="#ctx0" brushRef="#br0" timeOffset="154918.15">17604 10318 20 0,'-8'-8'261'0,"0"3"-20"15,-1 0-14-15,-2-1-14 0,2 5-13 16,-1 1-17-16,-2 3-5 0,1 5-9 0,-2 3-8 16,-2 3-9-16,-5 8-8 0,3 2-8 0,0 0-13 0,4-2-14 15,3 2-7-15,4-6-6 0,2 0-4 0,3 1-14 16,1 0-11-16,1 1-5 0,6-4-5 0,0 0-7 15,3 1-1-15,4-2-4 0,0-3-8 16,4-1-1-16,0-2-3 0,7 1-2 0,-4-5-3 0,-1 0-1 16,1-1-8-16,-2-3-4 0,-2 1 5 0,-3-4 0 15,-2 0-4-15,1 0 0 0,1-3-1 16,-2 0-5-16,-1-2 5 0,-2 0-6 0,5-3-1 0,-1-2-2 16,-1 2-4-16,-1-3 3 0,-5 2 2 0,3-3-2 15,-1-1 9-15,1-2-5 0,-1 1-7 0,1 1-1 16,-4-2 1-16,4-1-1 0,-4 0 0 0,0 1-2 15,0 2 2-15,-2 4 3 0,-1 0-3 0,-2 3 6 16,3 2-5-16,-3 6 0 0,2-11-2 0,-2 11 1 16,0 0-4-16,0 0 4 0,0 0 9 0,0 0 6 15,-11 24 3-15,4-7-2 0,0 1 3 0,0-2-6 16,1 4 3-16,2-1 2 0,0-1 1 0,3-3 6 16,0-3-12-16,2 4 0 0,0 1-1 0,4-2 0 15,-1-4-4-15,3-2 3 0,1 0-1 0,3-4 6 16,0 1 0-16,2 0-8 0,4 0 2 0,2-3-4 0,-1 0-6 15,-2-2 9-15,0-1-7 0,-1-1-3 0,3-2 12 16,-5 1-6-16,-1-2 1 0,0 0-5 16,0-3 1-16,-1-1 0 0,-2-1-2 0,1 1-2 15,2-7 0-15,-5 2-4 0,1-1-6 0,-3-3 0 0,1 0 0 16,-2 0-6-16,0 1 8 0,0 0-1 0,-3-1-4 16,1 1 4-16,-4 7-4 0,2-2 7 0,-1 5-5 15,1 6 5-15,-1-14-1 0,1 14-3 0,0-8 5 16,0 8-2-16,0 0 0 0,0 0-1 0,0 0 6 15,-9 26 6-15,4-13 0 0,0 2 6 0,1 1-6 16,1 0 3-16,1 2 1 0,-1-3-2 0,2 1 3 16,1 0 2-16,1-3-2 0,2-3-2 0,-1 3 5 15,3-4 0-15,3 1-2 0,-1-2-3 0,3 2 2 16,0-3 3-16,1-1-4 0,5 2-2 0,-2-5-2 16,1 0 5-16,0-2 1 0,2 1-1 0,-3-2-3 15,0-3 6-15,0 0-5 0,-2 0 0 0,-1-1-3 16,2-3-3-16,-2 2 3 0,0-2 4 0,-1-2-3 15,-1 0-5-15,-3-1-2 0,1-1-11 0,-1-1 4 16,0-3 0-16,-1 0-5 0,-2-2-1 0,-2 0 0 16,2 2-2-16,-4-3 1 0,-3 5 4 0,1 0-2 15,-1 3-1-15,-1-1 9 0,1 0 7 0,-4 3-11 16,1 0 4-16,-1 0-5 0,-1 2 4 0,-2 3-1 16,2-1-1-16,1 2 0 0,1 0 11 0,7 2-5 0,-13-2-2 15,13 2 0-15,0 0-1 0,-12 1-6 16,12-1 10-16,-6 3-4 0,6-3 5 0,0 0-3 0,0 0-1 15,0 0 1-15,23 9 3 0,-10-9-3 16,1 0 2-16,4-2 8 0,0 2-5 0,-1 0-1 0,0-3 0 16,-3 1-1-16,-1 0-2 0,0 2 5 0,-2-2 2 15,1 0-3-15,-3 1-2 0,-3-1 1 16,-6 2 7-16,13-3-3 0,-13 3 0 0,10 0-3 16,-10 0 0-16,0 0 3 0,8-2 0 0,-8 2 5 0,0 0-1 15,6 9 4-15,-6-9 2 0,3 12 6 0,-3-4-3 16,0 2-1-16,0-1 2 0,1 2 1 0,-2 2-3 15,-1-2 4-15,2 2 1 0,-1-3-6 0,0 1-2 16,1 1 0-16,2-1 11 0,-2 0-15 0,0-1-2 16,3 0-3-16,0-1 8 0,0 1 0 0,4-3-2 15,-1 1 2-15,-1-4-3 0,3 3-4 16,3-1 0-16,0-2 3 0,0-1-3 0,3-1 4 0,3 0 4 16,-3-2-8-16,-3 0-8 0,1-1 2 0,-1-1-5 15,2-2-4-15,-1 1 1 0,-2-2-2 0,0-1-9 16,-1-1 2-16,0-1 0 0,-1-2-6 0,-3 1 1 15,0-2 3-15,-1-1-4 0,-3 2 0 0,-1-3 7 16,0-3 2-16,-3 1-4 0,1 3 3 0,-2-1 3 16,-2-2 0-16,1 2 2 0,1 3 1 0,0-1 0 15,-1 2 3-15,0 1 8 0,1 3-6 0,1-1 0 0,3 6 0 16,-5-9 1-16,5 9 1 0,-4-7-1 16,4 7 0-16,-2-6-4 0,2 6 2 0,0 0 3 15,0 0-2-15,13-3 4 0,-13 3-3 0,19 3 0 16,-8-2 6-16,3 1-4 0,2 1 2 0,-1 0-1 15,-2 1 1-15,-2-1 2 0,3 1-7 0,-3 1 4 16,0 0 2-16,-2 0 0 0,1 2-2 0,-2-1-2 16,-1 2 6-16,-1 0 2 0,-1 1-2 0,-1 0 3 15,-2 3 1-15,2-2 4 0,1 0-4 0,-2 0 2 0,-1-1 0 16,-1 0-3-16,2 1-2 0,-2-4 6 0,1 1 1 16,0 1-5-16,1-3 2 0,2 1 3 0,-1-2 0 15,3 2 0-15,0-2 2 0,-1-1-5 0,4 1 6 16,3-2-2-16,0 0 0 0,1-1 1 0,-1-1-3 15,5-3 2-15,-7 2-2 0,7-4 0 0,-3 0-6 16,-2 2 4-16,-1-3 2 0,-2 0-5 0,1-1 14 16,-2 0-17-16,0-3-3 0,-1 1 7 0,0-3-3 15,-2 2 0-15,-2-2 15 0,1-4-17 0,-1 4 8 16,-4 2-4-16,1-3-5 0,-1 2-1 0,-2 1 0 16,0 3 1-16,-2 2-3 0,4 5 2 0,-11-7-1 15,2 7 3-15,9 0 1 0,-22 8 1 0,10-1 0 16,-1 4 13-16,-1 0-6 0,1 0-11 0,4-1 4 15,-4 4 6-15,4-3-4 0,4 2 12 0,1-3-16 16,2 2-22-16,2-1-31 0,0 1-44 0,2-2-47 16,2 0-58-16,2 0-28 0,8-1-27 0,2 1-237 15,3 0-535-15,-1-3 236 0</inkml:trace>
  <inkml:trace contextRef="#ctx0" brushRef="#br0" timeOffset="155328.29">19303 10455 196 0,'0'0'223'0,"0"0"16"0,0 0-1 15,0 0-13-15,0 0-13 0,0 0-16 0,-6 28-2 16,5-21-15-16,-4 0-9 0,3 3-10 16,0 0-13-16,1-1-6 0,-1 1-10 0,1-4-16 15,1-6-4-15,-3 11-11 0,3-11-6 0,0 9-1 0,0-9-5 16,-2 7 14-16,2-7-7 0,0 0 6 0,0 0-5 15,0 0-3-15,0 0-10 0,0 0-2 0,0 0-11 16,0 0-6-16,0 0-7 0,0 0-7 0,0 0-1 16,0 0-16-16,4-30 5 0,-2 23-8 0,1-3-1 15,1-2 11-15,5-4-17 0,1 2-1 0,1-3-7 16,6-4-1-16,0 1 5 0,-1-2 5 0,5 1-21 16,-7 7 5-16,7-5-6 0,-3 2 0 0,-1 7 0 15,-5 3-5-15,-1 2 0 0,-1-1 0 0,2 2 3 16,-2 2-1-16,-2 3 5 0,-8-1-7 0,14 11 7 15,-7-4 3-15,0 5-14 0,-2-3 19 16,0 6-3-16,-2 0 5 0,-1 2 2 0,-2-5 3 0,3 4-12 16,-1 0 5-16,-2 0-4 0,0-2 1 0,0-1-4 15,3-2-14-15,-2 1-32 0,-1-1-40 0,2-1-34 16,0-4-43-16,0 3-52 0,1-4-51 0,1 1-56 16,0-3-252-16,2 1-616 0,-6-4 273 0</inkml:trace>
  <inkml:trace contextRef="#ctx0" brushRef="#br0" timeOffset="155664.84">19825 10133 135 0,'0'-7'283'0,"0"7"-6"0,2-9-11 0,-2 9-20 16,2-10-12-16,-2 10-24 0,0 0-19 0,0 0-20 15,0 0 15-15,0 0-9 0,0 0-4 0,4 20-5 16,-6-8-8-16,4 4 11 0,-4 0-24 0,0 1-1 16,2 2 4-16,-3-3-21 0,1 2-9 0,-1 1-9 15,2-1-6-15,-4 1-7 0,2-2-8 16,1 0-4-16,2 0-14 0,-2-4 1 0,4 1-10 0,-1-2-2 16,0 1-9-16,3-4 0 0,0 2-8 0,0-1 8 15,1-1-15-15,0-1-9 0,0 0 0 0,3-1-10 16,2-1 15-16,-1 3-24 0,0-5-11 0,3 0-28 15,1-2-26-15,0 1-34 0,-1-2-22 0,-2-1-24 16,2 0-33-16,-1-1-34 0,0-1-37 0,3-3-38 16,-1 2-26-16,0-2-235 0,-4-3-584 0,0-1 259 15</inkml:trace>
  <inkml:trace contextRef="#ctx0" brushRef="#br0" timeOffset="155839.46">19769 10204 62 0,'-7'-3'191'0,"7"3"-2"0,-10-1-4 16,10 1-1-16,-5-3-13 0,5 3-8 0,0 0-16 15,0 0-13-15,0 0-14 0,27-3-9 0,-8 3-16 0,9-2-30 16,-1 1-30-16,1 0-38 0,-1-1-41 0,2-1-37 16,-8 0-38-16,0 1-149 0,-3 0-290 15,3 1 128-15</inkml:trace>
  <inkml:trace contextRef="#ctx0" brushRef="#br0" timeOffset="157652.04">20534 10329 7 0,'3'-10'257'0,"-1"1"-19"0,1-2-6 0,-1 5-9 0,0-1-4 15,-2 7-21-15,5-10-21 0,-5 10-15 0,0 0-11 16,4-4-8-16,-4 4-7 0,0 0-3 0,10 19-5 16,-8-7-10-16,2 4-9 0,-1 2-9 0,1 1-4 15,0 0-7-15,1 6-12 0,0-7-6 0,1 1-6 16,0 0-5-16,2 0-6 0,2-3-5 0,-1 0-5 15,3-4-1-15,2 2-3 0,-1-2-5 0,2-2-5 16,-4-3-4-16,1-1 0 0,2-2-2 0,-1-1-3 16,0-3 2-16,-1-1-8 0,0-1-1 0,1-1 0 15,-3-4 5-15,1 2-7 0,-2-2 2 0,-1-3 1 16,0 0-9-16,1-3 2 0,-4 3-1 0,1-5-2 0,-1 0 3 16,0 0 1-16,-2-1-2 0,-1-1 12 0,-2 2-14 15,0 4 12-15,0-1-14 0,-2 2 1 16,1 1-1-16,1 9 1 0,-2-12 1 0,2 12-7 15,-1-9 3-15,1 9-4 0,0 0 3 0,0 0-4 0,0 0 4 16,0 0 2-16,0 0-1 0,0 0-7 16,-2 27 3-16,4-19 0 0,1 2 5 0,4-2-4 15,-2 2 2-15,3-3 3 0,1 1-7 0,6 2 6 16,-4-4-2-16,6 0 5 0,3-1 1 0,-1-3-4 0,2-2 1 16,-1 3 0-16,0-5 2 0,2 1-4 0,-4-1 2 15,0 0 0-15,-5 0 6 0,-2-1-4 16,-1-1 11-16,-2-2-24 0,-3 2-5 0,-1-3-3 15,0-2-6-15,-3-1-4 0,-4 1-7 0,-2-4-1 0,-2-1-8 16,-4-1-3-16,0 0 6 0,-4-1-3 0,2 1 11 16,-8-2-6-16,5 4 5 0,2 0 5 0,1 2 2 15,-1 0 1-15,3 4 5 0,1-1-2 0,5 2 6 16,0 2-2-16,0 0 0 0,5 4 0 0,-5-5-3 16,5 5 3-16,0 0 3 0,0 0 3 0,0 0 5 15,0 0-1-15,0 0-2 0,25 0 3 0,-14 0 2 16,2 0 0-16,6-3 3 0,2 3-6 0,7-3 2 15,-7 1 1-15,1-3 4 0,-2 2-3 0,-3-2 3 16,-3 0 0-16,-3-1 1 0,5 0 0 0,-6-1 2 16,-3-2 0-16,3 1 6 0,-2-3-1 15,-3 2 6-15,1 0-5 0,-4-5-1 0,1 5 1 0,-1-4 5 16,0 1-1-16,0 0-5 0,-2-1 2 0,0 1 2 16,0 1-3-16,-1-1 2 0,2 2 2 0,0 0 2 15,-1 10-2-15,2-12-3 0,-2 12 3 0,-2-8-4 16,2 8-3-16,0 0 7 0,0 0 7 0,5 33 3 15,-7-9 7-15,4 5-3 0,-2 2 4 0,-3 4-5 16,-1 0 15-16,1 0-14 0,-1 0 1 0,2-1 7 16,-1-3-10-16,-1-1 6 0,3-1-5 0,2-2-6 15,-2-8 6-15,0-1-1 0,2 0-2 0,-1-8-6 0,1 4-2 16,1-4 11-16,-1-3-11 0,0-2-3 16,-1-5-2-16,2 11 3 0,-2-11 0 0,2 6-2 15,-2-6-2-15,3 5-6 0,-3-5 2 0,0 0 0 16,0 0-1-16,16-14-6 0,-8 6 3 0,0 0-3 0,1-2-4 15,3-3-1-15,0 1-5 0,3-1 2 16,-1 0 6-16,4 2-11 0,-2 2 7 0,0 1-2 0,0 3 2 16,-3 1-1-16,-1 2-1 0,1 0 4 0,-4 2 9 15,1 2-10-15,1 0 1 0,1 0 3 16,-3 3-3-16,2-2 5 0,-2 2-1 0,2 0 2 0,0 1-5 16,-1-4 2-16,2 2 2 0,0-2 5 0,-1 1-6 15,7-2 2-15,-6-2-1 0,0-2 1 0,-1 1 0 16,1-2 3-16,-3 2-2 0,2-5 1 0,-3 1-1 15,0-1-3-15,-1-1 8 0,-2 0-7 0,1-1 3 16,-2 0 0-16,-3-1 0 0,0 0-1 0,-1 1 0 16,1-2 4-16,2-1-3 0,-2 5-2 0,-1-4 3 15,0 11-5-15,0-11 0 0,0 11 10 0,2-9-10 16,-2 9-6-16,0 0 17 0,0 0-15 0,0 0 8 16,0 0-3-16,0 0 0 0,-7 23 1 0,3-14 3 15,3 3 3-15,-3-1-4 0,1 1 4 0,1 1-5 16,1-2 1-16,-1 1 1 0,2 1-8 0,-2-3-21 15,2 1-25-15,0 0-31 0,-1-3-30 0,2 2-43 0,-1-10-39 16,-1 14-44-16,1-9-38 0,0-5-186 0,-2 10-500 16,2-10 222-16</inkml:trace>
  <inkml:trace contextRef="#ctx0" brushRef="#br0" timeOffset="157813.74">21655 10101 51 0,'0'0'154'0,"0"0"-22"15,0 0-36-15,0 0-43 0,15 14-52 0,-10-6-83 16,2 2-87-16,2-1 39 0</inkml:trace>
  <inkml:trace contextRef="#ctx0" brushRef="#br0" timeOffset="158052.06">22047 10207 3 0,'-7'-4'262'0,"-6"-2"-1"0,3 3-10 0,-1 1 2 16,-1 2-19-16,-1 2 0 0,0 1-6 0,3 3-29 16,0 2-7-16,0 0-12 0,0 6-7 0,3 3-11 15,3-2-4-15,1 2-23 0,2 1-20 0,4-1-6 16,0 1-12-16,1-2-5 0,1-2-11 0,2 2-9 15,6 0-8-15,-1-3-12 0,1-1-7 0,3-4-27 16,3 1-22-16,-3-2-29 0,2-1-25 0,1 0-23 16,-1-5-35-16,-1 2-29 0,-4-1-32 0,3-3-29 15,-3-1-30-15,-1-1-200 0,-5 3-472 0,3-7 209 16</inkml:trace>
  <inkml:trace contextRef="#ctx0" brushRef="#br0" timeOffset="158434.31">22240 10061 164 0,'0'-7'230'0,"0"7"-15"0,2-9-19 15,-2 9-13-15,0 0 8 0,0 0 9 0,0 0 1 16,5 29-8-16,-5-11-11 0,2 10-6 0,1-1-13 16,-2 3-13-16,0-2-4 0,1 0-7 0,-1-2-14 0,-1 1-6 15,1-8-4-15,2 0-8 0,-2-1-13 0,0-2-7 16,-1-5-6-16,2 3-9 0,-1-3-9 15,0-2-4-15,0-3-4 0,-1-6-2 0,0 11 3 16,0-11 3-16,3 7 0 0,-3-7 17 0,0 0-11 0,0 0 11 16,0 0-25-16,0 0-3 0,0 0-9 0,0 0 6 15,0 0-8-15,8-26-5 0,-2 16-14 16,-1 0 5-16,3-6-1 0,2 1-4 0,1 1-5 0,4 0-10 16,-1 2 10-16,0-1 4 0,1 6-11 0,-7-1 3 15,1 3-2-15,-2 2 0 0,1 1-12 0,-8 2 10 16,12-1-6-16,-12 1 22 0,9 8-5 15,-4-2 0-15,1 0 1 0,0 3 1 0,-2 1-1 0,0 2-2 16,0-1-10-16,-1-1 12 0,0 2-8 0,2-2-10 16,-1 3-30-16,0-2-36 0,0-1-51 0,-2-1-47 15,0 1-51-15,-1-1-57 0,0-3-60 0,-1-6-251 16,-1 13-633-16,1-13 279 0</inkml:trace>
  <inkml:trace contextRef="#ctx0" brushRef="#br0" timeOffset="159050.99">23347 10058 183 0,'0'-12'250'0,"-1"3"-16"0,-2-2 2 16,-1 0-13-16,0 3-4 0,1 2-13 0,-1-1-13 15,1 1-18-15,3 6-15 0,-10-6-11 0,10 6-16 16,-15 6-10-16,3 2 0 0,2 6-5 0,-4 2-8 0,1 8-5 16,2 3-6-16,-1-1-9 0,3 4-18 15,2 1-8-15,3 1 15 0,-3-2-20 0,6 3-2 16,0-2-3-16,0-2-4 0,1 0-8 0,1-2-2 16,0-1-6-16,3-2 5 0,1-4 0 0,1-2-6 0,1 0-6 15,-1-2-5-15,-1 1-2 0,3-5 0 16,-2 4 11-16,-1-1-16 0,-1-3-6 0,2-4-4 15,-3 2-13-15,0-3-11 0,1 3-8 0,-3-6-10 16,-1-4-9-16,1 11-13 0,0-6-17 0,-1-5-18 0,2 7-14 16,-2-7-27-16,0 0-39 0,0 0-38 0,0 0-43 15,0 0-194-15,0 0-485 0,-19-4 214 0</inkml:trace>
  <inkml:trace contextRef="#ctx0" brushRef="#br0" timeOffset="159430.04">23158 10418 72 0,'0'0'203'0,"5"-9"-16"16,-1 4-1-16,5 1-13 0,1-4-15 0,4 3-16 15,5 0-12-15,8-2-11 0,-4 4-20 0,5-2-22 16,0 0-16-16,1 1-27 0,0 0-31 0,-7 0-27 16,6 0-24-16,-8 1-3 0,1-1-24 0,-4 1-7 15,-4-1-2-15,5 1-13 0,-6 0 0 0,-2-3 10 16,-1 1 1-16,0-1 9 0,-1-2 9 15,-1 0 17-15,1-7 18 0,-3 5 11 0,0-7 13 16,1 2 14-16,2-3 14 0,-3 1 16 0,-1 1 24 0,1-2 2 16,-2-3 15-16,1 2 12 0,-1 0 15 0,2 2 14 15,-1-1-3-15,-4 3 12 0,0 3 16 0,1-1 13 16,2 8-5-16,-3-3-1 0,0 8-12 0,1-11-15 16,-1 11-14-16,0 0-9 0,0 0 3 0,0 0 5 15,0 0-5-15,-9 46-3 0,3-20-4 0,1 0-7 16,-1 3-11-16,-1-1-4 0,2 2-9 0,0-2-10 15,2 2 1-15,2-5-10 0,1 1-14 0,0-6-17 0,4-2-30 16,0-1-19-16,0 2-29 0,1-4-33 16,-1 0-22-16,1-3-21 0,-3-2-30 0,3 0-27 15,2-3-22-15,-4-1-15 0,3 0-139 0,-1-5-402 16,-5-1 178-16</inkml:trace>
  <inkml:trace contextRef="#ctx0" brushRef="#br0" timeOffset="159682.37">23756 10339 74 0,'0'0'139'0,"1"-8"-1"16,-1 8-10-16,0 0-22 0,0 0 8 0,0 0-4 16,0 0 5-16,0 0-3 0,9 20-4 0,-5-15-8 15,0 1-1-15,2-1-8 0,3 0-5 0,0 0-3 16,1-1-2-16,3-3-1 0,3 0-6 0,1-2 3 16,0 0 1-16,2-2-2 0,-7 0-4 0,-2-1 3 15,3-2 1-15,-3-1 0 0,-4 0-5 0,2-1-3 16,-4 0-4-16,-2-1-6 0,0-3-1 0,-2 3-9 15,-3-3-1-15,-1 1-10 0,0 0-2 0,-3-1 1 16,0 3-17-16,0-1-11 0,-5 3-18 0,3 0-25 16,-1 3-27-16,0 0-27 0,0 3-29 0,2-1-38 15,8 2-30-15,-13 3-27 0,7 0-129 16,6-3-369-16,-5 7 163 0</inkml:trace>
  <inkml:trace contextRef="#ctx0" brushRef="#br0" timeOffset="160138.79">24090 10177 109 0,'0'0'234'0,"4"-6"-13"0,-4 6-16 0,0 0-22 15,0 0-15-15,0 0-2 0,0 0 3 0,0 0-5 16,0 0-5-16,1 19-13 0,-2-10-11 0,-1 2-7 16,4 0-9-16,-1 0-10 0,1 2-7 0,1-3-9 15,1 2 6-15,3-2-14 0,0 1-13 0,-1-2-4 16,3-1-8-16,1-1-5 0,-1-1 3 0,3-2-15 0,0 0-2 15,-1-3-3-15,1 1-4 0,-1-2-6 16,0-2-3-16,-1 1 4 0,1-5-7 0,-5 4-2 16,4-2-1-16,-5 0-1 0,1 1 1 0,3-3 1 15,-6-1-10-15,1 1 2 0,-1 0 0 0,-3 6-3 0,3-11-1 16,-1 5 0-16,-2 6-2 0,5-8-4 0,-5 8 1 16,0-7-3-16,0 7 4 0,0 0-5 0,0 0-1 15,0 0 1-15,0 0 4 0,0 0-4 16,-9 25 5-16,9-19-1 0,-1 3-4 0,-1 1-1 0,4 0 5 15,0-1 0-15,1-1-2 0,2-2-3 0,-1 0 1 16,3 0 0-16,5-2 1 0,-1-2-1 0,1 0 3 16,3-2 0-16,-2-3 7 0,5-1 1 0,-5 0 8 15,-1-2 2-15,-1-1-1 0,4-2 9 0,-7 2 0 16,-1-2-1-16,1-2-4 0,-2 1 1 16,1-2-2-16,-4 0-3 0,0-4-3 0,0 5 0 0,-3-2 0 15,1-2-13-15,-4 2-17 0,3 2-17 0,-2 0-6 16,0 1-23-16,0 5-27 0,2 5-37 0,-3-12-46 15,3 12-37-15,0 0-18 0,0 0-18 0,0 0-199 16,-16 14-477-16,10-5 212 0</inkml:trace>
  <inkml:trace contextRef="#ctx0" brushRef="#br0" timeOffset="160506.15">24497 10404 104 0,'13'-5'241'0,"4"0"-8"16,-1-3-9-16,-2 0-1 0,3-1-10 0,-3 1-10 0,1-3-14 15,-1 3-14-15,2-5-15 0,-5 2-8 16,2-2-14-16,0-1-9 0,0 1-11 0,-1-1-8 16,0 0-10-16,-1-1-6 0,-2-1-7 0,-1 1 3 15,-3-2-16-15,0 3-3 0,0-1-5 0,-1 2 3 0,-3 3-10 16,-1 1 0-16,4 0-5 0,-4 2 0 16,0 7 0-16,-1-10-9 0,1 10-9 0,0 0 2 15,0 0-12-15,0 0-1 0,0 0-5 0,0 0 4 0,0 0-7 16,0 0-2-16,-14 15 3 0,13-5-12 0,1 1 4 15,1-2-4-15,0 4 2 0,4-2 1 0,-2 5-2 16,-1-4 0-16,4 4 1 0,-1 0-6 16,0-2 2-16,1 1-7 0,0-1 9 0,-2 0 1 0,1-4-3 15,-2 1-1-15,0-1 0 0,2 0-3 0,-4 0 2 16,3-1 1-16,-2 1-2 0,0-2 3 16,-2-3-6-16,0-5 7 0,-2 14-4 0,-4-8-1 15,0 1 1-15,0 0-10 0,-5-1-8 0,0-1-17 0,0 1-24 16,0-3-20-16,-6 3-43 0,4-2-54 0,2-1-62 15,-2-2-68-15,2 1-175 0,1-2-519 0,10 0 231 16</inkml:trace>
  <inkml:trace contextRef="#ctx0" brushRef="#br0" timeOffset="160968.64">25198 10185 1973 0,'11'-7'214'16,"-1"-2"-90"-16,-3 1-45 0,-1 5-31 0,4-3-4 16,-5 4-4-16,3 1 16 0,-8 1 9 0,18 2 8 15,-13 3 10-15,3 3 10 0,1 1 0 0,1 0-1 16,-4 3-5-16,-1-1-1 0,1 6-1 0,0-6-9 0,0 5 2 16,-2-1-12-16,-1-2 0 0,-1-2-5 15,2-2-4-15,-2-1-8 0,0-3 0 0,-2-5 7 16,0 10 9-16,0-10-3 0,0 7 26 0,0-7-9 0,0 0-5 15,0 0-2-15,0 0-5 0,0 0-7 0,0 0-4 16,0 0-6-16,0 0-2 0,-24-15-8 16,21 8-1-16,1-3-8 0,0 1-2 0,2-1-3 15,2-2-3-15,2-5-5 0,4 2-2 0,-1-1-1 0,3-1-10 16,3-5 4-16,5-1 0 0,-1 2-5 0,0-1 0 16,2 5 4-16,1-4 4 0,-4-1-12 0,2 10 0 15,-5-1-5-15,3 2 7 0,-1 3 2 0,-4 4-5 16,1 0 1-16,-1 5 1 0,-2 0-2 0,2 5-2 15,-2 0 2-15,0 4 6 0,-2 2 5 0,0 4 4 16,-3 0 3-16,0 2 0 0,1 0 5 0,-5 1-4 0,2-1 1 16,-2 0-3-16,0-1 0 0,0 0 6 15,0 0-14-15,0 0 1 0,0-2-12 0,-2-3-27 16,2 0-33-16,2-2-46 0,-2 0-44 0,2-2-36 16,-2-1-37-16,0-7-39 0,1 10-44 0,3-5-40 0,-4-5-218 15,5 8-612-15,-5-8 271 0</inkml:trace>
  <inkml:trace contextRef="#ctx0" brushRef="#br0" timeOffset="161265.21">25816 10169 219 0,'2'-4'220'0,"-2"4"-12"16,2-7-19-16,-2 7-10 0,0 0 6 0,0 0 3 16,0 0-2-16,0 0-4 0,-11 19-18 0,8-11-13 15,2 3-10-15,-1 0-8 0,2 0-11 0,3 0-9 16,1-1-8-16,2 1-6 0,4-3-9 0,-1-1-8 15,4-3-6-15,5 2-9 0,2-4-1 0,-2 0-8 16,1-3-7-16,-2 0 2 0,1-1-3 0,-5-1-4 16,-1-1 0-16,-3-2-2 0,-1-1-1 0,2-1-2 15,-6 0 4-15,1-2-5 0,-1 2-3 0,-2-4-11 16,0 0 2-16,-2 0-6 0,-4 0-1 0,0 0 0 16,-1 1 2-16,-6 0-4 0,4 1-12 0,-4-2-4 15,1 4 7-15,2 3-7 0,-5 2-13 0,-1-1-11 16,-3 4-26-16,4-1-19 0,-2 2-32 0,1-1-39 15,3 3-39-15,-2-2-49 0,3 1-39 0,2 2-213 16,1-2-516-16,7-2 229 0</inkml:trace>
  <inkml:trace contextRef="#ctx0" brushRef="#br0" timeOffset="161545.23">26155 9873 189 0,'5'-9'274'0,"0"3"-9"16,-3 0-14-16,-2 6-17 0,4-8-26 0,-4 8-19 16,5-4-9-16,-5 4 17 0,0 0-2 15,4 23-1-15,-6-6 9 0,2 2-9 0,0 8-10 16,-4-1-12-16,1 0-12 0,1 1-3 0,-2-1-5 0,2-1-16 16,-1-6-10-16,0 7-13 0,3-2-15 0,0-5-7 15,3 0-10-15,0-1-6 0,-1 0 3 16,-2-2-13-16,4 0-10 0,-3-1-8 0,0-3-11 15,2 1-12-15,-3-5-22 0,4 3-35 0,-4-4-27 0,2 0-34 16,-2-1-22-16,0-6-22 0,-2 12-31 0,2-12-29 16,-2 7-26-16,2-7-20 0,0 0-32 0,-6 7-237 15,6-7-554-15,0 0 245 0</inkml:trace>
  <inkml:trace contextRef="#ctx0" brushRef="#br0" timeOffset="161711.84">26053 10111 1983 0,'-1'-10'99'0,"-1"0"-19"0,2 3-11 16,0 7-33-16,-2-12-9 0,2 12 4 0,2-10-4 16,-2 10-3-16,5-7 14 0,3 5 8 0,4-1 1 15,5-1-6-15,0 3-5 0,4 1-5 0,2-2 1 16,4 2-24-16,3 2-31 0,-8-1-39 0,7 2-53 16,-9-2-46-16,1-1-65 0,1 1-119 0,-2-1-374 15,0-1 166-15</inkml:trace>
  <inkml:trace contextRef="#ctx0" brushRef="#br0" timeOffset="162578.78">26850 9982 1860 0,'6'-11'201'0,"-3"1"-65"0,-3 0-47 15,2 1 1-15,0 2-14 0,-2 7-11 0,0-11-10 16,0 11-6-16,0 0-6 0,0 0 9 0,-7-5 9 16,7 5 16-16,-10 13 0 0,-3-2 0 0,1 3-4 15,-5 6 1-15,7-3-3 0,-1-2-12 0,1 2-15 16,1 0 0-16,3 0-2 0,1-3-2 0,1 3-7 15,4 1-2-15,0-2 7 0,4-4-15 0,-2 0 0 16,1-2-1-16,3 2-2 0,1-3-6 0,3 1 4 16,-2-3-8-16,1-1 5 0,3-2-3 0,-1 0 3 15,-1-1-5-15,2-2 1 0,-5 0-2 0,-7-1-1 16,13-5-4-16,-7 1 3 0,2 0-6 0,-4-2-2 16,3-1-2-16,-3-2-6 0,1 1-4 0,-3-4-2 15,1 1-5-15,-3 0 3 0,2-2 1 0,-2 1 3 16,0 1 4-16,2-6-1 0,0-1-4 0,0 8 1 0,-1-6 2 15,3 3-3-15,-2-3 1 0,4 0 0 16,-1 5-4-16,2-1 5 0,2 5-1 0,0-1 0 16,3 1 2-16,-2 1 3 0,3 2-1 0,1 4 0 0,2 1 9 15,-4 3-3-15,5 3 8 0,-3 3 4 0,1 3 4 16,-6 0 2-16,-1 4 3 0,-2-1 18 16,0 0-13-16,-3 1 1 0,-3-1 5 0,0-1-1 0,0-1 0 15,0-2 1-15,-2-2 6 0,1 2-6 0,1-3 10 16,-2-3-11-16,-2 2 3 0,4-8 9 0,-2 10 2 15,2-10 9-15,-2 7-3 0,2-7-1 0,-5 3-11 16,5-3 4-16,0 0 4 0,0 0-17 0,0 0 7 16,-14-19 5-16,14 12-20 0,0-1 2 0,0-3-4 15,3 0 0-15,1-1-10 0,3-4 4 0,2-1-4 16,0 0 1-16,5-6 1 0,3 1-2 0,2 2-10 16,-2 1 4-16,-1 5-1 0,-1 2 1 0,2 3 2 15,-4 1-4-15,1 1 4 0,-1 2-5 0,1 3-10 16,-3 2 23-16,-1 3-11 0,2 1-3 0,-5 3 5 15,1 1 7-15,4 4-4 0,-5 4 14 0,1-2-12 16,-3 3 2-16,-1 1 4 0,1-1-10 0,-2-1 0 16,-3 0 9-16,2 1-7 0,-2-1-2 0,0-1 1 15,0 2-22-15,2-5-28 0,0-1-39 0,-2-2-38 16,0 4-47-16,-2-3-56 0,2-3-63 0,0-7-67 16,0 11-186-16,0-11-587 0,0 8 260 0</inkml:trace>
  <inkml:trace contextRef="#ctx0" brushRef="#br0" timeOffset="162805.31">27549 9807 240 0,'4'-10'280'0,"1"2"-1"16,-4 1-14-16,2 0-17 0,-3 7-20 0,2-6-4 0,-2 6 6 15,0 0 3-15,0 0-1 0,11 20-16 0,-9-8-20 16,3 0-15-16,-5 3-10 0,4 2-18 0,-3 2-16 15,1-1-21-15,-2-1 5 0,2 2-20 16,-2 6-3-16,4-6-22 0,0 0-39 0,-1-1-31 0,1-3-51 16,3 2-42-16,-4-5-41 0,1 3-47 0,0-1-49 15,3-4-38-15,-3 2-263 0,-2-3-568 0,1 1 251 16</inkml:trace>
  <inkml:trace contextRef="#ctx0" brushRef="#br0" timeOffset="163345.63">27761 9996 216 0,'8'-8'247'0,"-4"2"-7"0,-2 0-11 0,-2 6-17 16,5-8-18-16,-5 8 5 0,0 0 12 0,0 0-11 15,0 0-6-15,4 20-16 0,-4-11-11 0,0 1-18 16,4 1-12-16,-4 0-5 0,6-1-10 16,-2 0-18-16,2 1-6 0,1-3 2 0,1 2-17 0,3-3-9 15,1-2 3-15,0-1-19 0,1-1-9 16,0-1 0-16,-1-2-5 0,3-2-2 0,-1-1-1 0,-5-1-17 15,4-1 5-15,-3 1-3 0,0-3-1 0,-2-2-2 16,-2 4 4-16,4-4 2 0,-6 4-7 0,0-4 8 16,2 1-4-16,-3 2 8 0,1-4 0 0,3 4 3 15,-4-2 0-15,-1 3 9 0,-2 5-10 0,3-6 1 16,-3 6-10-16,3-6-1 0,-3 6 5 0,0 0-2 16,0 0 1-16,0 0 2 0,-8 32-5 0,5-14 7 15,-6 6-1-15,2 4 11 0,-1 3 8 0,-1 1 3 16,0 2-6-16,0 13 9 0,4-11-9 0,1 10 6 0,-3-2 7 15,4-8-4-15,1 9-1 0,2-9-5 16,3-2 3-16,-3 0-3 0,4-2-2 0,-1 2-2 16,-1-2-6-16,-2 2 0 0,3-4-5 0,-3-3-3 15,-3-6-3-15,3-5-4 0,-2 1-5 0,2-5 2 16,-3-2-1-16,1-3 1 0,0 0 3 0,-1-2-3 0,3-5-2 16,-9 3 3-16,1-3-9 0,8 0 0 15,-25-7-4-15,8-1-3 0,-6-6 1 0,0-2-8 0,7 3 2 16,-2-8-17-16,2 1-7 0,-1-6-5 0,3 3-11 15,5-4 6-15,0-1-17 0,2-1-12 16,2-1 1-16,3-1-8 0,6 1-1 0,4-2-9 0,5 0 0 16,4 1-2-16,14-6-9 0,1 2-4 0,-1 13 0 15,15-4-10-15,0 2-8 0,-2 3-5 0,-8 7 5 16,14-5-22-16,-15 9-6 0,-1 0-15 0,-1 2-25 16,-1 3-29-16,2 1-44 0,-4-1-24 0,-8 0-44 15,-2 3-167-15,-2 0-526 0,-4 1 234 0</inkml:trace>
  <inkml:trace contextRef="#ctx0" brushRef="#br0" timeOffset="165212.74">28662 9869 85 0,'-1'-25'210'0,"2"6"3"0,-1 0-3 16,1-1-2-16,2 8 2 0,1-4-3 0,-3 4-5 15,2 3-10-15,-2 1-20 0,0 2-20 0,-1 6-15 16,0 0-16-16,0 0-2 0,0 0-10 0,4 18-4 15,0-1-4-15,-4 10-4 0,-1 5-4 0,1 0-6 16,-3 2-6-16,2 1-10 0,-3 0-1 0,1 0-8 16,-2 0-10-16,4-2-6 0,-2 2 2 0,2-1-8 0,0-3 1 15,1-1-10-15,-2-1-22 0,1-4-21 16,2-7-33-16,-2 2-39 0,1-4-51 0,-5 0-48 16,5-6-39-16,3-1-46 0,-6-1-171 0,3-8-475 15,-4 6 209-15</inkml:trace>
  <inkml:trace contextRef="#ctx0" brushRef="#br0" timeOffset="165680.43">28667 10009 102 0,'4'-15'188'0,"1"4"-11"0,2 2-19 16,4-5-15-16,0 4-11 0,5-3 1 16,-5 9-6-16,5-8-14 0,3 4-6 0,1-1-12 15,0 4-8-15,-3 0-6 0,0-1-13 0,-3 3-3 16,-2-1-11-16,-1 1-4 0,0-1-2 0,-3 1 3 0,2-3-6 15,-3 0 3-15,-1 1-3 0,-2-2-3 16,0 2 9-16,-2-1 0 0,1-4-1 0,2 1-5 16,-5-2 2-16,0 5 5 0,0 6 0 0,1-15-3 0,-1 15 3 15,0-8-5-15,0 8-11 0,0 0-1 0,0 0-2 16,0 0-4-16,0 0-2 0,0 0-2 16,0 0 0-16,-1 45-2 0,0-18 3 0,-1-2-1 0,-3 1-2 15,3 2-1-15,-2-4 4 0,4 2 1 0,-1 1-4 16,1-10 2-16,-2 2-4 0,1-2-2 0,0 2 3 15,0-9-6-15,-1 0-1 0,0 0 0 0,2-3-1 16,0-7-3-16,0 11-3 0,0-11 5 16,-2 8 3-16,2-8-1 0,0 0 3 0,2 9 5 0,-2-9 1 15,0 0-3-15,0 0-7 0,0 0 2 0,0 0-4 16,0 0-1-16,11-20-5 0,-3 12 4 0,2 0-3 16,-1-2-1-16,1 0-1 0,0 5 1 0,5-4 6 15,-4 4-11-15,-1 2 0 0,-1-1-1 0,-1 2 0 16,-8 2 0-16,14 2-1 0,-14-2-2 0,12 5 5 15,-8 3-3-15,3 2 2 0,-1 1 6 0,-2-1-4 16,0 5-5-16,-1-2 3 0,-2 1-17 0,2 1-19 16,-3 2-19-16,-2-4-26 0,2-1-46 0,0-1-46 15,0 1-40-15,3-3-52 0,-4-2-155 0,1-7-453 16,1 12 201-16</inkml:trace>
  <inkml:trace contextRef="#ctx0" brushRef="#br0" timeOffset="166219.12">29197 9981 101 0,'7'-9'204'15,"-3"5"-11"-15,2 1 4 0,-6 3-1 0,17 0-9 16,-8 6 2-16,2-3-6 0,2 9-10 16,0 1-10-16,-4 3-7 0,1 0-11 0,-1 1-12 0,-2 0-8 15,-1-3-5-15,-1 3-7 0,-3-3-1 16,0-2-11-16,-1-1-9 0,0 1-10 0,-1-2-6 0,0-2-8 15,-1 0-1-15,-2-2 0 0,1-1-5 0,-3 0-6 16,5-5-8-16,-12 7 0 0,6-7-5 0,6 0-4 16,-13 0-5-16,13 0 1 0,-9-3-5 0,9 3-5 15,-8-8 1-15,8 8-2 0,-3-8-4 0,4-2-8 16,0-1 4-16,4 1-3 0,1-6 8 0,5 2-16 16,-1-3-1-16,3 2 1 0,2-6-5 0,-1 6 0 15,-1 0 6-15,2 2-6 0,1-1 0 0,0 1 4 16,0 4-5-16,-1-1-2 0,-5 3-1 0,-1 2 2 15,-1 2-3-15,-2 1-1 0,-6 2 0 0,12 2 1 16,-7 1 3-16,1 1 0 0,-3 3 1 0,-1 3 4 16,-2-1 2-16,1 2-3 0,-1 0 2 0,-1-1-2 15,1 1 6-15,0 1 1 0,-1-3-5 0,1 1-2 16,1-2-2-16,0-1 5 0,-1-7-1 0,4 12-2 16,-1-4 3-16,3-4-3 0,0 1 5 0,6-2-2 15,-5-1 3-15,4-1-9 0,2 0 3 0,-3-5 2 16,4 2-1-16,-2 0 1 0,-2-2 0 0,0-3 1 0,-1-2-1 15,-3 1-3-15,1 0-1 0,-2-2 2 0,0-2 1 16,-4 0 0-16,1-5 2 0,-2 6 0 16,-2-2-4-16,1 2-2 0,-4-2-8 0,0 3-5 15,-3 1 6-15,0 1-19 0,-2 3-11 0,3 0-13 0,-2 2-20 16,-2 2-18-16,0 1-26 0,1 1-27 0,-1 2-30 16,0 3-26-16,5-2-26 0,-1 2-18 0,1 1-176 15,0-3-451-15,3 2 200 0</inkml:trace>
  <inkml:trace contextRef="#ctx0" brushRef="#br0" timeOffset="166878.23">29715 9942 149 0,'4'-3'218'0,"-4"3"-14"16,0 0-13-16,6-6-17 0,-6 6-9 0,0 0-1 16,0 0 2-16,0 0-4 0,4 17-5 0,-4-8-3 15,0 3-9-15,0-2-10 0,0 2-10 0,0-1-7 16,2 2-15-16,1-1 3 0,4-2-14 0,-4 1-9 15,1 1-10-15,3-3-1 0,0-1-11 0,1 0-3 16,-3-3-7-16,2 0-4 0,3-1-8 0,-3-1-2 16,1-3-3-16,-8 0-3 0,17-3-4 0,-6-1-3 15,-4 1-3-15,2-2 4 0,-3-2-11 0,2-2 4 16,-2 0-2-16,0-1 2 0,0-1-5 0,-3-1-1 16,2 3 0-16,-1-3-1 0,1-4 4 0,-1 4-5 15,1 1-7-15,-2-2 3 0,0 5-1 0,0 1-2 16,1 1-1-16,-4 6-1 0,3-8-5 0,-3 8 6 0,0 0-5 15,0 0 3-15,0 0 5 0,0 0 9 16,7 23 10-16,-7-13-12 0,2 4-1 0,-4-3 2 0,2 1 3 16,2-1-3-16,0 2 0 0,2-1-4 0,1 2 5 15,-1-3-2-15,4 0 3 0,-3-1-3 0,5-2 1 16,3-3-4-16,5 1-3 0,-4-3 1 0,6 0-1 16,-1-2 3-16,2-2-2 0,-2-1-2 0,0 1 3 15,-1-3 0-15,-1-3-7 0,0 1-3 16,-5 1 3-16,-2-3 3 0,4-4 0 0,-5 2 2 0,-1-2-2 15,1-3 1-15,-5 3-1 0,2-4 0 0,-2 2-3 16,-3-1 4-16,0 2-2 0,-1 0 2 0,-1 3-2 16,-1 0 3-16,-1 2 1 0,-1 0 0 0,4 8-2 15,-6-9-2-15,0 7 3 0,6 2-5 0,-19 0 2 16,7 3-3-16,-4 5 4 0,-1 1-4 0,4 1 7 16,-1 2-1-16,2 1-2 0,2-1 2 0,1-1-1 15,4 2-5-15,1 1 3 0,3-3-6 0,1-1 1 16,1 2-1-16,2 1 1 0,2-3-2 0,2 2 7 15,0-2-3-15,0 0-1 0,0 2-1 0,3 0-1 16,-2-1 4-16,-2-1 2 0,1 2-5 0,3 2 0 16,-5-3 8-16,1 5-3 0,-2-1 0 0,-3 1-4 15,2 1 4-15,-2-5 2 0,1 3-1 0,-4 2-1 16,2 0 1-16,-2-1-3 0,0-6 3 0,0 2 0 0,-2 4-2 16,0 0 2-16,-1-5-8 0,0 0 0 15,-1-1-14-15,2 1-20 0,-1-1-19 0,-2-2-36 16,1 0-31-16,0-1-40 0,0-1-51 0,2-2-33 15,4-4-51-15,-10 4-154 0,10-4-489 0,0 0 218 0</inkml:trace>
  <inkml:trace contextRef="#ctx0" brushRef="#br0" timeOffset="167258.97">30423 9905 1807 0,'10'-31'23'0,"2"-1"4"0,-1 5 10 0,0 3 25 0,-8 7 19 15,5 3 14-15,-4 4 5 0,-2 3-15 0,0 0-18 16,0 2-2-16,-2 5-2 0,0 0 18 0,0 0 25 16,8 14-2-16,-4 1-4 0,-3 3 0 0,-1 8 1 15,0 1-12-15,-1 0-3 0,1-2-1 16,-1 5-2-16,-2-2 3 0,2-4-18 0,1-3-3 0,1-2-3 16,-4-2-12-16,3-2 1 0,0 1-13 0,-1-7-6 15,2 1 3-15,-1-4-3 0,0-6-3 0,0 11 1 16,0-11-3-16,0 7 1 0,0-7-9 0,0 0 1 15,0 0 1-15,0 0 1 0,0 0 11 0,0 0-21 16,0 0-5-16,9-21 6 0,0 8-7 0,2 0 0 16,-1-4 0-16,5 3-4 0,-1 1 2 0,5-5-1 15,4 2-6-15,-7 5 0 0,-4 5 1 0,5 1 3 16,-4 1-10-16,-4-1 7 0,1 4-1 0,0 1-1 16,-10 0-2-16,14 8 8 0,-7-1-2 0,-2 1 1 15,1 1 5-15,-2 2-5 0,-3 0-4 0,-1 3-15 16,0-4-26-16,-1 2-37 0,0 2-40 0,-3-1-61 0,0-2-67 15,3 0-73-15,-2-2-214 0,2 1-580 16,4-3 257-16</inkml:trace>
  <inkml:trace contextRef="#ctx0" brushRef="#br0" timeOffset="167510.91">31278 9762 93 0,'1'-9'296'16,"1"2"-21"-16,-1 0-30 0,-1 7-19 0,0 0-16 16,0 0 2-16,0 0 0 0,0 0-3 15,2 29-8-15,-3-11-11 0,0 6 3 0,-2 2-30 16,2 1-9-16,0 4-18 0,1-4-17 0,-3 2-6 0,1-3-7 16,1 1-10-16,-1-2-21 0,0-7-2 0,-4 1-4 15,6-1-26-15,-2-1-33 0,-2-2-30 16,1-3-29-16,1 0-33 0,-2-5-34 0,0 3-40 0,2-5-32 15,-1 1-44-15,3-6-37 0,-10 4-166 0,10-4-470 16,-8 0 207-16</inkml:trace>
  <inkml:trace contextRef="#ctx0" brushRef="#br0" timeOffset="168118.73">31318 9899 90 0,'10'-7'172'16,"0"-2"1"-16,-1 3 0 0,0-2-9 0,0 2-2 15,1-1 4-15,-3 1-6 0,2-2-13 0,-4 3-6 16,1 0-14-16,2-1-6 0,-4 2-3 0,3-4-3 16,-3 3-10-16,1-1-6 0,-1 0-4 0,-2 0-9 15,2 0-7-15,-4 6 3 0,7-11-10 0,-7 11-1 16,4-9 0-16,0 6-5 0,-4 3 18 0,2-8-2 16,-2 8-5-16,4-6-7 0,-4 6-7 0,0 0-4 15,4-5-11-15,-4 5-3 0,0 0 0 0,0 0-5 16,5 15-4-16,-5-4 3 0,-2 1-6 0,2 3 12 15,0 4-11-15,0-2 2 0,0 1-5 0,-1 6-8 16,0 1 2-16,0-1-4 0,-1-6-1 0,-3-1-5 16,3 1 3-16,-1-6 1 0,3 0-5 0,-2 0-2 15,-1-2 1-15,0-1-2 0,5 1-6 0,-4-3-6 16,2-7-7-16,-1 8-5 0,1-8-5 0,-2 9 2 16,2-9-3-16,0 0-2 0,0 0-1 0,-2 8 6 15,2-8 1-15,0 0-3 0,0 0 3 0,0 0 3 16,0 0 1-16,28-13 3 0,-16 8-6 0,1 4 2 0,-2-4 3 15,2 1 1-15,0 0 3 0,0 0 2 0,4 2 12 16,-4 3-4-16,0 2 15 0,0-3-3 0,-3 3 1 16,1 0 3-16,2 1 6 0,-1 1-6 0,-2-1-1 15,3 0 1-15,1-1 3 0,3 3-4 0,0-3 8 16,1 1-6-16,3-1-7 0,-2-3-4 16,0 1 5-16,2-1-1 0,-1-3-3 0,-1-1-2 0,-1-2 4 15,-5 2 4-15,-2-3-7 0,1 2 2 0,-3-2 2 16,1-2-3-16,-2-2-3 0,-2 2 13 0,2-5-9 15,-2 2 5-15,-2-5-2 0,0 2-1 0,-4-1 3 16,1 6-3-16,-1-1 9 0,-1 0 0 0,-1 4 4 16,2 7 0-16,-3-13 2 0,0 8-7 0,3 5-2 15,-18-3-6-15,8 3-2 0,-3 4 0 0,0 0 3 16,1 2-5-16,-1 6 2 0,3 1-2 0,0 1 0 16,2 3-6-16,3-1 0 0,6-2-4 0,0 2-40 15,6-1-34-15,0 0-40 0,6 1-38 0,3-3-52 16,-1 0-56-16,1-2-52 0,0 1-249 0,-6-3-607 15,0-3 269-15</inkml:trace>
  <inkml:trace contextRef="#ctx0" brushRef="#br0" timeOffset="169105.37">8864 11969 163 0,'-5'-5'242'0,"5"5"-17"16,0 0-23-16,6-18-10 0,-1 8-15 0,3-1-10 15,4-3-13-15,1-1-6 0,6-3-10 0,0 0-7 16,-6 4-4-16,5-5-9 0,-2 5-10 0,-3 1-8 15,0 0-6-15,-1-1-6 0,-2 3-3 0,-2 1 4 16,-2 1-2-16,1-1 0 0,-2 4 12 0,-1-3-17 0,-3 5 5 16,4-3-10-16,-5 7 4 0,4-6-20 15,-4 6-6-15,0 0-7 0,4-4-7 0,-4 4-1 16,0 0-7-16,4 21 4 0,-3-3-8 0,-1 10 7 16,0 1-8-16,-1 4 10 0,-1-1-11 0,1 0-5 0,1 4-1 15,0-3-5-15,0 2 6 0,1-2 1 0,-1-2-7 16,2-1 0-16,0-1 0 0,1-2-1 15,-1 1-3-15,0-10-5 0,0-1 1 0,-1 1 3 16,2-2-3-16,1 1 1 0,-3-4-1 0,0-2-3 0,0 2 2 16,-2-1-7-16,2-2 1 0,-1 1 0 0,-1 0 3 15,-1-1-8-15,-3-1 13 0,1-1-8 0,1 1-1 16,-2-1 10-16,-3-1-38 0,-2 1-14 16,0-3-19-16,1-1-16 0,-5 0-24 0,2-1-22 0,0 0-39 15,-4-3-41-15,3-3-47 0,-3 0-257 0,-2-4-549 16,1-3 244-16</inkml:trace>
  <inkml:trace contextRef="#ctx0" brushRef="#br0" timeOffset="169275.77">8750 11767 2337 0,'0'-18'-11'0,"0"-3"6"0,0 4 25 15,1 5-16-15,1 4-5 0,-2 0 14 0,2 1-8 16,-2 7-8-16,4-12 2 0,1 9-1 0,-1-2-12 15,-4 5-6-15,13-2-18 0,-3 3-20 0,3 2-37 16,2 2-36-16,3 0-39 0,0 3-135 0,-2-1-331 16,5 1 146-16</inkml:trace>
  <inkml:trace contextRef="#ctx0" brushRef="#br0" timeOffset="169710.2">9441 11775 94 0,'0'0'268'0,"-1"-10"-12"0,1 10-5 16,-4-8-14-16,4 8-17 0,-5-6-17 0,5 6-19 16,0 0-16-16,0 0-13 0,0 0-6 0,-14 18 0 15,9-1-13-15,1 2-5 0,2 2-2 0,0 3-18 0,2 1-7 16,2 1-11-16,0-7-6 0,3 0-4 15,2-2-8-15,2 0-11 0,0-2-4 0,3-2-10 16,0 0-2-16,3-4 3 0,-3-2-6 0,4-4-5 16,-2 0 4-16,5-2-16 0,-2-1 1 0,1-2-5 0,0-3-4 15,-1-3-1-15,-2 0 2 0,0 1 0 16,-2-3-7-16,-3 1 3 0,-1-1-1 0,0-3-13 16,1 1 5-16,-1-2-3 0,-1-3-1 0,-2 2 1 15,2 0-8-15,-3-2-7 0,-2 1 2 0,-2 0 1 0,1 3-2 16,-2 1 1-16,0 1 4 0,2 5 0 0,-2-4-5 15,0 10 0-15,0-9 2 0,0 9 2 0,0 0 4 16,0 0-2-16,0 0-2 0,0 0 7 16,0 0-12-16,-2 39 3 0,1-21 4 0,1-1 0 15,0 9 1-15,0-8-4 0,0 2-14 0,0-1-19 0,1-1-32 16,1-2-33-16,0-1-38 0,0-2-40 0,0-1-44 16,1-2-30-16,-2 0-204 0,0-6-498 0,4 2 221 15</inkml:trace>
  <inkml:trace contextRef="#ctx0" brushRef="#br0" timeOffset="170049.75">9890 11901 121 0,'0'0'245'0,"13"10"-8"0,-11-2 1 0,-2 1-10 15,1 0-19-15,1 1-16 0,-2 2-7 0,0 0-11 16,0-2-12-16,-2 1-16 0,4 0-12 15,-1-3-16-15,0-3-12 0,-1-5-9 0,3 11-5 0,-3-5 0 16,0-6 4-16,0 0 7 0,1 7-8 0,-1-7-7 16,0 0 2-16,0 0-23 0,0 0-6 0,0 0-7 15,13-19-7-15,-10 11-4 0,2-4-7 0,0 3-4 16,-3-3-4-16,7-3 0 0,0-1 2 0,-1 2-9 16,1-3-8-16,0 0 3 0,1 1-5 0,2 0 1 15,-2 1 7-15,-4 6-14 0,6 0 0 0,-2 3-2 16,-5 2 11-16,3 1-15 0,2 3 5 0,-10 0-3 15,15 6-1-15,-6 1 2 0,-1 2-1 0,0 1 2 16,-5 2 0-16,5 3 7 0,-3 3-22 0,0-1-19 16,-5-2-33-16,3 2-37 0,-2-2-52 0,-1 1-51 15,0-5-58-15,1 1-247 0,1-4-548 0,0-2 243 0</inkml:trace>
  <inkml:trace contextRef="#ctx0" brushRef="#br0" timeOffset="170289.8">10386 11769 209 0,'-8'0'274'0,"-2"2"-6"16,-1 4-7-16,-2 5-12 0,2 2-16 0,-1 1-5 16,1 3-9-16,-3 5-26 0,4 2-15 0,4-6-20 15,2 0-11-15,-2 0-16 0,4 0-10 0,1 0-11 16,4-3-11-16,2 0-5 0,1 1-12 0,2-7-12 15,3 4-11-15,-1-4-30 0,6-4-30 0,-2-1-36 16,5 0-37-16,0-4-44 0,-1 0-35 0,3-3-49 16,-1-2-32-16,0 1-199 0,-2-3-467 0,0 0 207 15</inkml:trace>
  <inkml:trace contextRef="#ctx0" brushRef="#br0" timeOffset="170532.56">10713 11579 280 0,'0'-11'296'0,"0"5"-8"0,0 6-17 0,0-13-18 16,0 13-17-16,0 0-11 0,0 0 8 0,0 0 7 15,0 0 4-15,4 41 0 0,0-16-22 0,-3 4-13 16,-1 0-20-16,0 2 3 0,3 0-12 0,-2-1-13 16,0-1-23-16,-1-1-12 0,1 0-10 0,2-1-10 15,-2-3-10-15,3-4-9 0,-3-2-16 0,0 1-8 16,1-1-11-16,-1-3-34 0,0-5-33 0,1 2-40 15,-1-4-42-15,0-1-31 0,1 0-30 0,-2-7-33 16,1 11-30-16,-1-11-29 0,0 0-38 0,0 7-27 16,0-7-232-16,0 0-586 0,0 0 260 0</inkml:trace>
  <inkml:trace contextRef="#ctx0" brushRef="#br0" timeOffset="170812.52">10636 11850 168 0,'0'0'181'0,"-3"-7"-17"15,3 7-11-15,0 0 10 0,0 0 1 0,13-8 1 16,-4 4-9-16,3 3-10 0,2-2-13 0,5 2-2 0,2-2-3 16,7-2-7-16,-7 1-2 0,0 0-6 15,6-1-4-15,-7 0-5 0,-1 0-3 0,-1 1-2 16,-2 2-4-16,-4 1-8 0,0 0-8 0,1 2 2 16,-7-1-6-16,5-2-2 0,-11 2-6 0,12 2-1 0,-4 0-5 15,-4 2-2-15,1 0 1 0,2 5 3 16,-4-2-6-16,-2 3 5 0,2 1-5 0,-1 0 2 0,0 2 14 15,0 3-25-15,-2-2-8 0,0-2 6 16,3 4-14-16,-2-3 1 0,-1-2-2 0,1 2 9 0,-2-2-30 16,2 2-31-16,1-4-31 0,-1-1-36 0,-2 0-49 15,1-8-53-15,-3 11-63 0,2-6-68 0,-3 0-181 16,4-5-543-16,0 0 239 0</inkml:trace>
  <inkml:trace contextRef="#ctx0" brushRef="#br0" timeOffset="170983.22">10986 11656 2103 0,'2'-17'18'0,"-2"5"17"0,0 3-18 0,0 9-13 0,-2-13-4 16,2 13-17-16,0 0-9 0,0 0-13 0,0 0-18 15,0 0-22-15,0 0-34 0,7 23-47 0,-5-11-121 16,2-1-305-16,3-1 134 0</inkml:trace>
  <inkml:trace contextRef="#ctx0" brushRef="#br0" timeOffset="171548.29">11179 11768 230 0,'-17'11'249'0,"14"-2"2"0,2 0-4 0,-2 1-9 16,2 1-7-16,-3 3-8 0,2 2-23 0,-2 1 0 15,2 0-34-15,1-2-8 0,1-3-14 0,1 0-11 16,1 0-11-16,0-1-9 0,2-1-14 0,0-3-3 16,1 3-7-16,4-5-5 0,-3 1-6 0,3-1-5 15,4-2-9-15,-3-2-9 0,3-1-3 0,0-3-3 16,-1 1-8-16,-2-1-1 0,1-2-5 0,-2 2-3 16,-1-1-1-16,-2-1 2 0,0-2-11 0,0 2-4 0,-3-2-2 15,3-1-9-15,-4-1 1 0,1 0-4 16,-2 1-4-16,0-4 5 0,-3 2-1 0,-1 0-5 15,2-2 4-15,0 1-1 0,-3-1-3 0,1-1 8 16,2 3-10-16,0 2-1 0,1 8 1 0,0-14-2 0,1 8-2 16,-1 6 9-16,4-5-13 0,-4 5 1 0,10-1 2 15,-10 1 16-15,21 8-11 0,-10 0 5 16,-2 0 2-16,4 3 5 0,-4 2-1 0,2-1 2 0,-3-1 9 16,1 4-2-16,0-1 4 0,-3-5-2 0,2 1-1 15,-3 0 2-15,0-1 4 0,-4 0-4 0,4-1 1 16,-2-2-3-16,-2-1-1 0,-1-5-1 0,4 9 17 15,-4-9-6-15,0 0 12 0,1 5 9 0,-1-5-17 16,0 0-21-16,0 0 17 0,0 0-6 0,0 0-1 16,0 0-2-16,0 0-5 0,4-19-9 0,0 9-4 15,1 0 11-15,4-3-1 0,0-3 3 0,0 1 0 16,4-2-10-16,1-4 2 0,4 2-2 0,-3 4 3 16,-1 1 1-16,-1 2 8 0,3 2-11 0,-2 1-1 15,-2 4 10-15,1 3 2 0,-1-1-1 0,0 3 3 16,1 3 4-16,-5 0-3 0,3 1 5 0,-3 5 3 15,-1 0-10-15,2 0 17 0,0 6-10 0,-4-3-3 16,3 2-8-16,-4 2-2 0,1-1-39 0,0-2-37 16,-4-2-53-16,0 5-49 0,-3-2-66 0,0-3-72 15,-1 0-343-15,-3-1-703 0,3-3 311 0</inkml:trace>
  <inkml:trace contextRef="#ctx0" brushRef="#br0" timeOffset="173418.28">12118 11956 64 0,'0'0'224'0,"0"0"-8"15,5-5-19-15,-5 5-15 0,0 0-15 0,0 0-15 16,0 0-15-16,0 0-3 0,0 0-11 0,0 0-10 15,-10 27-12-15,2-15-10 0,1 2-7 0,-2 0-9 16,-1 3-21-16,4-2-26 0,-2 0-30 0,-1 1-32 0,3-1-30 16,2-4-44-16,0 0-44 0,0 0-145 15,3-3-322-15,-1-2 142 0</inkml:trace>
  <inkml:trace contextRef="#ctx0" brushRef="#br0" timeOffset="173869.57">12511 11642 60 0,'4'-9'260'0,"-4"3"-18"16,0 0-19-16,0 6-22 0,5-10-16 0,-5 10-20 16,0 0 4-16,0 0 0 0,0 0-5 15,0 32-13-15,0-12-10 0,-3 5-10 0,1 5-9 16,-2-1-16-16,2-1 6 0,-1 0-22 0,-1-2-5 15,4-1-6-15,-2-4 0 0,2-2-17 0,-2-2-6 0,0-1-6 16,0-4-3-16,1-1-6 0,1-2-1 0,0 0-2 16,0-2-9-16,0-7 9 0,-4 7-3 0,4-7 0 15,0 0-2-15,-6 6-6 0,6-6-7 16,0 0 10-16,0 0 0 0,0 0 0 0,0 0-6 0,0 0-3 16,0 0-5-16,1-26 0 0,8 17-9 0,2-4 2 15,-2 3-6-15,7 0-1 0,2-1 1 0,6-1 0 16,-1 5 5-16,-2 2-13 0,5 1 3 0,-5 1-2 15,-1 3 13-15,-1 4-11 0,-2-1 0 0,1 3 1 16,-9 1 1-16,4 0 2 0,-3 1-1 0,-4 2-1 16,0 3 1-16,-3-3 3 0,-1 1 1 0,-4 0-1 15,-1 1-2-15,-3-2 1 0,-4 3 0 0,0-3 3 16,-2 0-1-16,-4 0-2 0,3 0 8 0,-5-3-12 16,7 0-3-16,-7-2 5 0,2 1-14 0,2-5-18 15,2 2-21-15,0-3-48 0,3 1-43 0,2-1-41 16,7 0-48-16,0 0-20 0,-13-5-202 0,13 5-490 15,-3-10 217-15</inkml:trace>
  <inkml:trace contextRef="#ctx0" brushRef="#br0" timeOffset="174463.78">12873 11779 85 0,'2'-2'194'15,"-2"2"-6"-15,0 0-1 0,0 0-2 0,0 0 5 16,9 11-1-16,-9-2-5 0,2 4-2 0,0 3-2 0,-2-1-11 15,5 2-12-15,-2 2-6 0,3-2-13 16,0-2-7-16,1-1-12 0,1 2-7 0,2-4-10 16,-1 0-3-16,3-3-7 0,1 0-9 0,-4-2-8 0,5-1-9 15,-1-5-2-15,7 2-5 0,-2-4-10 16,0-2-5-16,5-1-1 0,-6-1-9 0,1-2-3 16,-2 0-1-16,0-2-5 0,-1 0 2 0,-5 1-7 15,-1-1 2-15,-1-1-4 0,-3 1 0 0,0-1-1 0,1 0-2 16,-3-2 3-16,-1-1 2 0,0-1-7 0,0 1-3 15,-2 0 0-15,2 3 13 0,-2 0-17 0,0 10 5 16,0-14 6-16,0 7 0 0,0 7 8 0,-4-8-16 16,4 8-6-16,0 0 6 0,0 0-4 0,0 0 3 15,0 0-2-15,-11 17 3 0,9-6 11 0,0 1-13 16,-1-2 1-16,2 3-6 0,2-1 4 0,-1-1-3 16,3 2 4-16,1-4 1 0,0 1-1 0,3 0 0 15,-1-2 3-15,4-2-1 0,-3-1 0 0,4 1 1 16,2-5 0-16,1 1-8 0,4-4 7 0,-1 0-7 15,4-3 8-15,-4 1-8 0,2-3 2 0,-1 1-2 16,-1-3 2-16,0 2-2 0,-6-1 4 0,-3 0 0 16,2-5-6-16,-1 0 20 0,-3 3-19 0,-1-6 2 15,-1 4 0-15,-1-8 14 0,-1 4-14 0,-2-3-4 16,-5 2 10-16,5-2-19 0,-4-2 20 0,-1-3-7 16,-1 7-7-16,3 0 5 0,-1 2 2 0,0 4-2 15,2 0-2-15,-2 2 1 0,2 2 5 0,2 7-1 16,-4-8-4-16,4 8 14 0,0 0-9 0,0 0 9 15,0 0 9-15,2 34 0 0,0-15 6 0,0 7 6 16,-2 0 16-16,-2 1-25 0,4 2-1 0,-2-3-3 16,0 2 6-16,-2 0-4 0,2-2 2 0,0 0-5 15,2-2 6-15,-2 1-17 0,0-5-10 0,0 1-41 16,-2-4-23-16,0 0-36 0,2-1-42 0,-2-4-48 16,2-2-51-16,-2 0-52 0,0-3-48 0,-1-2-197 15,-1 1-581-15,4-6 257 0</inkml:trace>
  <inkml:trace contextRef="#ctx0" brushRef="#br0" timeOffset="174628.56">13405 11779 180 0,'6'-3'197'0,"0"-1"-19"0,-6 4-15 15,19-3-15-15,-7 2-15 0,-1 0-15 16,7 2-16-16,4 0-36 0,5 2-58 0,4-3-50 0,1 0-72 15,-3 1-76-15,0 1-206 0,3-1 92 0</inkml:trace>
  <inkml:trace contextRef="#ctx0" brushRef="#br0" timeOffset="175530.03">14662 11633 226 0,'-11'-6'235'0,"-2"0"-7"0,0 3-8 0,-5-1-8 16,0 5-6-16,1 3-7 0,-2 2-7 0,-5 6-16 0,-2 0-8 16,2 6-12-16,1 2-6 0,5 4-19 15,0-3-11-15,3 1-12 0,0 1-7 0,7-4-13 16,4-1-8-16,1 3-7 0,5-5-7 0,-1 1-6 0,7-1-17 16,1-2-6-16,5-1-4 0,1-2-2 0,3-3 5 15,1-1-14-15,7-1 0 0,-5-2-2 0,1-4 0 16,-4 0-7-16,4-2 0 0,-1-2-1 15,-4-1-1-15,0-1 1 0,-2-2-3 0,1 0 7 0,-5-1-7 16,1-2-2-16,-1-1-2 0,-1-1 2 0,-2 3-2 16,-1-3 1-16,-1 0 8 0,-4 3-11 0,2-6 0 15,-1 4 9-15,-1-1-7 0,-2-2-3 16,2-1 0-16,-2 4 0 0,0 0 0 0,-2 1-1 0,2 2 3 16,0 1-1-16,0 8-4 0,-2-11 0 0,2 11-2 15,0 0-2-15,0 0 4 0,0 0-4 0,0 0 5 16,0 0 3-16,-6 23-1 0,3-7 8 0,1 2-4 15,0 1 3-15,0 0-3 0,2 1 5 0,-2-2-6 16,3 1-1-16,2-3 7 0,-1 1-3 0,2-1 1 16,3-1-1-16,-3-4 1 0,5-1 1 0,-1 0-3 15,0-2 0-15,2-2 2 0,3-1 1 0,-2-2-2 16,3-1 0-16,1-2-2 0,1 0 1 0,-3-2-3 16,5 0-2-16,-3-3 7 0,-2 1-6 0,-2-2-1 15,1-1 5-15,-2 0-8 0,-1-1-2 0,0-3-2 16,-1 1-5-16,-1-5-5 0,-4 0 5 0,1-1-3 15,-3-2-5-15,0 0 3 0,-2-1 3 0,0-1-7 16,-3 1 5-16,2-2 5 0,-3-2-2 0,-4-2 2 16,5 8-2-16,-3 0 4 0,2 2-4 0,-3 3 17 15,4 3-12-15,-2 2 5 0,1-1-2 0,1 3 1 0,-2 1-2 16,6 4-4-16,-9-3 4 0,9 3 3 16,-16 5-1-16,10-1 0 0,-3-1-1 0,5 3 1 15,1 0-2-15,0 1 0 0,3-7-3 0,-2 13 7 16,2-13-1-16,7 11-1 0,0-3-1 0,4-3-2 0,-3 0 0 15,3-1 1-15,1-3 2 0,0 2 0 16,8 0-2-16,-8-3 1 0,9 0 3 0,-2-2 3 16,-2 1-3-16,2 0-3 0,-8-1 0 0,3 2 5 0,-4 0-4 15,-3 0 2-15,-7 0-1 0,19 2 0 0,-13 2 1 16,1-1 2-16,2 2 3 0,-3 3 7 0,1 0-1 16,0 2 0-16,-3 2 4 0,5 3 2 0,-5-2-1 15,-1 2 2-15,-1 0-4 0,1 2-1 0,-2-5-3 16,1 6 13-16,1-3-18 0,-1-2-11 0,1-2-19 15,-3 1-22-15,1-2-28 0,1 1-42 0,-2-1-31 16,2 0-40-16,1-3-20 0,-2-2-48 16,1 2-186-16,-2-7-477 0,4 8 211 0</inkml:trace>
  <inkml:trace contextRef="#ctx0" brushRef="#br0" timeOffset="175866.73">15330 11719 70 0,'0'0'199'0,"0"0"7"0,0 0-1 16,-22 14-2-16,15-6-8 0,3 3-6 0,-1-1-3 15,-1 6-10-15,2 0-12 0,0-2-9 0,2 2-16 16,2-4-9-16,3 3-2 0,1-3-13 0,1 0-10 16,4-2-1-16,2 1-1 0,0-3-18 0,5-1-9 15,2-1-7-15,1-3-5 0,2-2-8 0,-1-1 2 16,2-1-6-16,-2-2-5 0,0-3-7 0,-3 3-3 15,0-4-1-15,-3 0 2 0,-2 0-2 0,-1-1-4 16,-3 0 0-16,-1-1-1 0,1-3-2 0,-3 2-4 16,-2-4-3-16,-2 1 0 0,-2-4-3 0,-2 6-1 0,-1-6-3 15,-2 0-4-15,-2-1-2 0,-1 6 4 0,-2-2-2 16,3 4-4-16,-5-1-1 0,2 3-8 16,1 1-6-16,-2 3-12 0,0 2-13 0,-1 2-12 15,0 2-20-15,0 4-34 0,2-1-34 0,-3 5-37 0,6-3-43 16,-2 3-43-16,-2 3-198 0,6-3-493 0,1-1 218 15</inkml:trace>
  <inkml:trace contextRef="#ctx0" brushRef="#br0" timeOffset="176255.26">15629 11697 208 0,'8'-3'227'0,"-8"3"-14"0,3-6-14 0,-3 6-11 15,0 0-5-15,0 0 6 0,0 0 3 0,14 16-2 16,-12-6-14-16,3 0-13 0,-1 6-17 0,-2 1-9 16,5-3-7-16,-3 4-13 0,1-7-10 0,1 3-6 15,2-2-9-15,-2 1-9 0,3-2-13 0,-2-1 2 16,3-2-9-16,-2-1-7 0,-2 0-3 0,5-3-7 16,-2 0 2-16,2-3-8 0,-4-1-3 0,5-1-7 15,-3-2 1-15,0 0 0 0,1-2-8 0,-2-1-4 16,-1 0 1-16,-2 1-9 0,3-4 6 0,-2 2-1 15,-1-3-9-15,1 0 2 0,-1-3-5 0,-1 4 1 16,1-4-2-16,-2 0-1 0,-1 2 2 0,2-6-1 16,-2 4-1-16,-2 4-1 0,1 2 2 0,1 0-4 15,-2 7 5-15,1-10-5 0,-1 10-1 0,0 0 2 16,0 0 3-16,0 0 8 0,0 0-1 0,0 0-5 16,-1 36 1-16,-3-19 4 0,0-2-2 0,0 4 1 15,2 1-6-15,-3-4-12 0,3 2-27 0,1-1-29 16,-1-4-41-16,0 2-43 0,1-4-52 0,2-1-37 0,-1-2-34 15,0 0-188-15,0-8-497 0,3 12 219 16</inkml:trace>
  <inkml:trace contextRef="#ctx0" brushRef="#br0" timeOffset="176640.31">16009 11754 104 0,'0'0'254'0,"0"0"-3"16,10 8-5-16,-7-1-13 0,-1 3-10 0,2-1-9 16,1 1-15-16,-2 0-6 0,-1 1-20 0,-1 1-10 15,2-2-14-15,0-1-5 0,-2 3-13 0,0-6-2 16,3 3-10-16,-1-2-11 0,-3-7-5 0,2 8-1 16,1-4 11-16,-3-4-7 0,0 0-2 0,0 0-12 15,0 0-2-15,0 0-13 0,0 0 2 0,0 0-17 16,0 0-9-16,0 0-11 0,3-18-4 0,-3 18 4 15,0-13-6-15,3 2-10 0,1 0 13 0,1-2-13 16,1-3-6-16,2-1 4 0,2 2-9 0,4-7-4 16,-2 7-6-16,-1 2 3 0,1-2-2 0,-1 2 0 15,0 6 0-15,-4 0 0 0,3 3-2 0,-3 0-3 16,-1 3 11-16,-6 1-15 0,12 4-6 0,-5 1 9 0,-3 0-1 16,1 5 4-16,-1 1 1 0,-1 1 4 15,1 3-13-15,-3-1 8 0,1 1-2 0,0 0-20 16,-1 1-26-16,-1-6-33 0,1 3-29 0,-1-3-37 15,3 0-39-15,-3 2-51 0,1-5-34 0,3-1-38 0,-2-2-195 16,4 2-543-16,0-3 240 0</inkml:trace>
  <inkml:trace contextRef="#ctx0" brushRef="#br0" timeOffset="177094.47">16578 11699 36 0,'0'0'241'0,"-6"-13"3"0,4 8 0 0,2 5-12 0,-11-3-3 16,11 3-8-16,-15 0 1 0,5 7-16 0,0 0-12 16,-4 2-10-16,1 4 1 0,-6 5-27 0,6-3-12 15,-1 0 4-15,2 0-12 0,0 1-9 16,1-2-19-16,4 2-5 0,2-6-12 0,2 2-10 0,-1-1-8 16,3-2-6-16,2 1-10 0,3-3-6 0,0-3-1 15,4 4-9-15,-1-5-2 0,2 0-3 0,3-2-12 16,-2-2 3-16,3-1-17 0,-2-2-6 0,1 1 0 15,-2-3-10-15,0 0 0 0,-1 0 4 0,3-2-9 16,-5-2 4-16,1 1-6 0,0-5 4 0,-2-1 4 16,-1 3-7-16,-1-5 0 0,-1 0-1 0,-1 0-1 15,2-2 9-15,-4 0-4 0,0-5-1 0,0 5 2 16,0-8 0-16,-1 0 1 0,2-1-3 0,-1 2 7 16,-1 7-6-16,1-5-4 0,1 6 11 0,-1 0-4 15,0 5 13-15,0 4 8 0,0-1 2 0,0 10-1 16,0-11-1-16,0 11 2 0,0 0 8 0,0 0 18 0,0 0 7 15,0 0 10-15,3 38 1 0,-2-19 7 16,-2 5 5-16,-1 1 2 0,1 1-1 0,1 0 3 16,0 0-4-16,3 0-9 0,-3-6-2 0,-2 4-8 15,1-4-2-15,4 6-8 0,-3-9-8 0,1 2-15 0,-2-3-25 16,2 1-55-16,0-3-34 0,-1-3-30 0,0 5-39 16,-1-4-43-16,2-2-61 0,-2-1-63 0,0 1-312 15,-1-3-691-15,1 0 307 0</inkml:trace>
  <inkml:trace contextRef="#ctx0" brushRef="#br0" timeOffset="179846.87">17117 11894 123 0,'-3'-5'227'0,"3"5"-20"0,0 0-16 0,5-16-10 16,2 8-15-16,3-4-7 0,4 0-10 0,1-2-10 16,3 2-12-16,8 0-7 0,-3-4-9 15,-8 2-6-15,3 5-8 0,-1-3-6 0,-2 0-3 0,-2 0-6 16,-3 0-7-16,0-1-2 0,-1-2-5 0,-5 3-1 16,-1 3-7-16,-1-4-1 0,-1 3-3 0,-2-1 4 15,0 1-5-15,0 4 0 0,-3-3-9 16,1 2 1-16,3 7 5 0,-5-7-8 0,5 7-7 0,-8-4-8 15,8 4 4-15,0 0-1 0,-21 11-3 0,13-3 4 16,-2 2 1-16,0 3-7 0,1 2-1 0,0 0-2 16,5-2-1-16,1 3 1 0,1 0-5 0,3-1-2 15,0-2-1-15,4 2-1 0,4-1-6 0,-2-3 4 16,2-1-14-16,5-1-26 0,0 2-26 0,2-5-36 16,1 2-33-16,1-3-48 0,-1 0-38 0,0-4-31 15,-2 2-214-15,-4-1-489 0,0-2 218 0</inkml:trace>
  <inkml:trace contextRef="#ctx0" brushRef="#br0" timeOffset="180013.67">17384 11418 35 0,'0'0'142'0,"-5"-5"-33"0,5 5-18 0,0 0-29 15,0 0-35-15,0 0-29 0,0 0-31 0,0 0-40 16,16 14-77-16,-8-9 35 0</inkml:trace>
  <inkml:trace contextRef="#ctx0" brushRef="#br0" timeOffset="180259.81">17619 11390 139 0,'0'0'218'0,"-1"-12"-1"0,1 12 1 15,-1-6-5-15,1 6-17 0,0 0-19 0,0 0-15 0,0 0-7 16,0 0 7-16,0 0-4 0,5 23 3 0,-5-4 0 16,4 6-12-16,-3 1-6 0,1 2 2 15,1 1-23-15,-1 0-8 0,-2 1-13 0,2-2-1 16,0 0-18-16,1-1-8 0,-2-1 0 0,0-5-9 0,1 1-7 16,-1-1-7-16,0-3-8 0,0 0-13 15,1-1-24-15,-1-3-37 0,-2-3-25 0,1 0-19 16,-2 0-28-16,1-3-26 0,1-8-26 0,0 11-17 0,0-11-21 15,0 0-36-15,-1 9-6 0,1-9-151 0,0 0-419 16,0 0 186-16</inkml:trace>
  <inkml:trace contextRef="#ctx0" brushRef="#br0" timeOffset="180408.81">17563 11608 7 0,'-3'-8'197'0,"3"0"-13"0,0 8-12 0,-1-10-15 16,1 10-15-16,6-9-10 0,6 3-14 0,-1 4-15 15,8-1-10-15,2-1-10 0,7 0-19 0,3 1-32 16,3 2-28-16,3-1-46 0,13-3-31 0,3 5-31 16,-2 0-108-16,-12 0-229 0,19-3 102 0</inkml:trace>
  <inkml:trace contextRef="#ctx0" brushRef="#br0" timeOffset="180808.34">18689 11432 177 0,'-9'-2'236'16,"-3"2"0"-16,1 0-1 0,-3 3-4 0,-3 3-6 15,-2 1-8-15,0 2-12 0,1 4-9 0,-5 5-15 16,7-4-12-16,-3 7-11 0,0-2-12 0,8-3-16 16,2 1-12-16,1 0-14 0,2-3-8 0,3 0 6 15,2-2-26-15,0 2-6 0,3-2-8 0,3-3-8 16,3 1-1-16,0-2-10 0,1-1-1 0,3-3-6 15,0-1-5-15,1-1 0 0,1-1-6 0,-1-4 1 16,0 0-4-16,-1-1 2 0,2-1-3 0,-2-2-4 16,-3 1 1-16,2-3-5 0,-2 2-1 0,-1-4 0 15,-3 1-1-15,5-4-1 0,-2 0-7 0,-1-1 14 16,0-2-13-16,-1 2 2 0,0 1-2 0,0 3-1 16,-4-1 2-16,2 3-1 0,-1 3-4 0,-1 2 2 0,-2 4-2 15,4-11 1-15,-4 11-2 0,0 0 9 16,0 0 1-16,0 0 3 0,0 0 0 0,9 22 1 0,-9-10-1 15,2 4 4-15,-2-1-13 0,2 2 16 16,-1-6-10-16,2 7 1 0,-2-2-4 0,0-3-24 0,2 1-25 16,2 2-36-16,-4-4-36 0,2-2-45 0,0 2-43 15,1-4-45-15,1 1-39 0,-2-2-196 0,1-1-522 16,0-3 230-16</inkml:trace>
  <inkml:trace contextRef="#ctx0" brushRef="#br0" timeOffset="181178.22">18933 11497 42 0,'0'0'213'0,"4"-3"1"0,-4 3-2 0,0 0-4 16,0 0-2-16,0 0 4 0,4 23-9 0,-4-13-13 16,0 2-18-16,1-2-9 0,0 3-6 0,0-2-15 15,1 1 3-15,-2-3-19 0,1 2-8 0,-1-3-15 16,1-1-6-16,-1-7-10 0,3 10-7 0,-3-10-4 15,0 9 0-15,0-9 7 0,0 0-5 0,4 6-9 16,-4-6-3-16,0 0-6 0,0 0-6 0,0 0-5 16,0 0-8-16,0 0-5 0,7-24 0 0,-3 18-5 15,-1-4-5-15,3 1 2 0,-1-3-4 0,3 1-4 16,2-4-3-16,0 0 0 0,3-1 0 0,0 2-8 16,0 2 3-16,2-1 1 0,-1 3 2 0,-1 3-13 15,-3 0 6-15,-1 1-6 0,1 5 4 0,-1-2-8 16,3 3 4-16,-4 4 4 0,0 0-6 0,0 3 8 15,-2 2 2-15,1 2-8 0,-4 1 3 0,1 0 6 16,0 2-9-16,-3-1-4 0,2 2-8 0,-2-3-39 16,-1 2-35-16,0-3-50 0,-1 5-62 0,2-5-59 15,-1 0-67-15,0-2-166 0,3-3-529 0,-2 0 235 16</inkml:trace>
  <inkml:trace contextRef="#ctx0" brushRef="#br0" timeOffset="181631.17">19461 11426 45 0,'-8'-9'268'0,"-1"2"-7"0,1 2-5 0,-1 1-10 0,-3 4-9 16,12 0-12-16,-23 6-9 0,10 1-9 16,-1 6-17-16,-1-1-2 0,0 3-24 0,1 0-10 0,4 2-15 15,-1-2-2-15,0 2-24 0,4-2-11 0,2 2-6 16,2-2-7-16,3-3-10 0,1 0-8 0,2-1-5 15,2-2-12-15,1 0-7 0,2-1 0 0,1-2-10 16,1-2-3-16,2-1-1 0,1-3-8 16,-2 0-5-16,3 0-3 0,3-3-12 0,-5-1 9 0,0-1-11 15,-2-1-1-15,3-1-5 0,-4-2-3 16,1-4 0-16,-2 3 7 0,-1-5-7 0,1-2 10 0,0 3-6 16,-3-4 6-16,-3 1-6 0,1-2-1 0,-2 1 1 15,2-6 2-15,-2-2-3 0,0 7 3 0,2 0 0 16,-2-6-6-16,2 1 12 0,-2 5-11 0,0 2 9 15,-1 1 0-15,2 3 9 0,-1 2 4 0,0 3 6 16,2 1-1-16,-3 7 4 0,1-10-6 0,-1 10 14 16,0 0 9-16,0 0 20 0,0 0-6 0,0 32 16 15,-1-15 3-15,-2 2-3 0,-1 7-3 0,4-7 1 16,0 5-4-16,-2-4-7 0,1 4-6 0,-1-3-4 16,0 3-4-16,2-5-5 0,0 0-3 0,0 1-1 15,-2-1-16-15,2-3-31 0,2-1-30 0,-1-3-41 16,-1 3-42-16,0-4-41 0,1 0-55 0,-1 0-54 15,2-4-65-15,-4 2-282 0,2-9-669 0,-4 13 296 16</inkml:trace>
  <inkml:trace contextRef="#ctx0" brushRef="#br0" timeOffset="182346.21">20481 11407 18 0,'0'0'241'0,"-6"-15"-17"0,2 10-8 0,-1-1-9 16,-3 0-15-16,-3 3-1 0,1 0-8 0,-8 3-11 16,-1 3-2-16,1 3-10 0,-9 4-7 0,0 5-9 15,5 0-8-15,-2 2-12 0,4 2-8 0,1 3-11 16,5-2-12-16,0 2-10 0,3-5-7 0,4-1-8 15,2-2-2-15,2 3-12 0,4-5-4 0,1-1-5 16,1 2 1-16,3-3-9 0,0-1-5 0,2-1-2 16,6-2-4-16,1 1-1 0,3-3-1 15,-1-4-3-15,3 0-4 0,-2-3-2 0,0 0-4 0,-4 0 2 16,3-5-2-16,-1 0 0 0,-2-1-1 0,1 0-3 16,-6 0 4-16,3-3-6 0,-2 4 0 0,0-7 2 15,-2 0-3-15,-2 3-2 0,1-4 3 0,-3 5-2 16,0-3-2-16,-3 1 7 0,1 1-4 0,1 3 4 0,-2 0-2 15,1 3 9-15,-2 6-7 0,2-9 0 16,-2 9-3-16,0 0 1 0,3-6-3 0,-3 6 3 16,0 0 6-16,0 0-2 0,5 28 0 0,-4-16 3 0,0 5-2 15,0-5-6-15,1 7 1 0,2-2 0 0,-3 2 2 16,3-1-5-16,0-2-22 0,-1 2-28 0,4-2-34 16,-2-2-46-16,0 0-48 0,1-2-53 15,1-4-42-15,-2 3-210 0,4-2-520 0,-1-3 230 0</inkml:trace>
  <inkml:trace contextRef="#ctx0" brushRef="#br0" timeOffset="182946.87">20914 11372 195 0,'-4'-9'261'0,"1"2"-16"16,1 2-13-16,2 5-10 0,-10-2 6 0,10 2-17 15,-13 9-6-15,6 1-4 0,-4 2-22 0,-1 3-8 16,1 3-9-16,-6 5-11 0,6 0-7 0,1 0-20 16,3-4-4-16,1-1-9 0,3 0-10 0,3-1-13 15,0 1-5-15,4-3 3 0,0 1-9 0,2-1-13 16,2-3-6-16,3 0-7 0,2-1-6 0,3-3-1 16,-2 0-6-16,6-2-5 0,-1-3 2 0,-1-1-8 15,4-1 2-15,-2 0-8 0,0-3 0 0,0-3-7 16,0-1 0-16,0 2 3 0,0-2-1 0,-3-2-4 15,3 1 8-15,-5-1-18 0,-1-3-4 0,2-1-4 16,-3-1-7-16,-3-2-6 0,0 2-1 0,-1-3 2 0,-1 1-1 16,1-2 2-16,-1-6-1 0,-5 7-1 15,0-4-5-15,-3 2 6 0,1 1-4 0,-2 1 4 16,-1 2 5-16,0-1 2 0,-2 5-1 0,0-1 2 16,-2 5 1-16,-1-3 2 0,1 3 3 0,-1 2 2 0,-3 0-2 15,0-1-3-15,10 5-3 0,-13 0 5 16,13 0-3-16,-12 0 3 0,12 0 4 0,0 0-1 15,-8 5-1-15,8-5-8 0,0 0 6 0,0 0-1 16,0 0 3-16,0 0-2 0,22 14 4 0,-13-12 1 0,2 0 8 16,3 0-6-16,4-2-1 0,1 0-6 0,-1-2 3 15,0 2 0-15,0-2-2 0,-5 1 3 16,1 0 1-16,-4-1 0 0,-1 2 5 0,-9 0-7 0,14 0 1 16,-14 0 1-16,10 0-4 0,-10 0 3 0,9 6 4 15,-4-4 15-15,2 1-7 0,-4 3 3 0,4 2 5 16,-3 1 5-16,-2-2-3 0,1 4 2 15,-1 0-4-15,1 5 1 0,1-5-3 0,-4 2 2 0,1-1-5 16,0 1 3-16,-1-1-6 0,0-2-7 0,1 1-15 16,-1 0-23-16,0-4-31 0,0 6-30 0,-1-6-32 15,1 5-32-15,0-5-32 0,1 1-17 0,-1-8-23 16,3 9-23-16,0-5-4 0,-3-4-142 0,4 8-432 16,-4-8 191-16</inkml:trace>
  <inkml:trace contextRef="#ctx0" brushRef="#br0" timeOffset="183260.66">21503 11469 112 0,'0'0'179'16,"0"-7"-16"-16,0 7 0 0,0 0 4 0,0 0 3 15,0 0-2-15,0 0 0 0,0 0-1 0,-9 25-6 16,6-16-4-16,2 2-12 0,1-1-17 0,1-1-1 0,1 4-5 16,0-4-6-16,3-1-9 0,-2-2-4 15,7 1-10-15,-2 2-11 0,2-3 5 0,3-3-4 16,0 1-11-16,-2-1-7 0,3-3-5 0,-1 0-3 15,1-3-5-15,3-1-5 0,-5-1-6 0,0 0 4 0,-2 0-5 16,2-2 9-16,-5-2-1 0,1-1-11 16,-2 1 1-16,1-2-6 0,-2-2 1 0,-1 3-7 15,0-3 2-15,-4 0-4 0,1-2-1 0,-2 0-2 0,-2 3-1 16,0 1 0-16,-1 0-4 0,1 2 0 16,-4-1-4-16,0 3 6 0,0 3-7 0,-2-1-8 15,-2 5 2-15,1-2-3 0,-2 4-5 0,-1 1-13 16,-3-1-31-16,-1 7-26 0,2 2-29 0,-2 0-36 0,2 2-53 15,1 1-30-15,3 0-30 0,-1 2-231 0,2-2-521 16,3 1 231-16</inkml:trace>
  <inkml:trace contextRef="#ctx0" brushRef="#br0" timeOffset="183926.24">21672 11637 173 0,'9'-7'227'0,"0"-2"-3"0,1 1-12 0,1-4-6 15,-2 3-13-15,5-4-7 0,-2 2-15 0,-1-2-17 16,2 1 0-16,1-5-15 0,0 1-4 0,3-3-14 16,-6 3-8-16,1-1-10 0,4-5-5 0,-4 7-9 15,-3-3-6-15,1 2-6 0,-1 0-2 0,-4 0-4 16,-1 5 7-16,-1 3-6 0,2-2 0 0,-3 3-3 16,1 1-8-16,-3 6-1 0,2-9-9 0,-2 9-9 15,0 0-1-15,0 0-13 0,0 0-1 0,0 0 3 16,0 0 1-16,-10 29-6 0,9-17-5 0,0 1 4 0,-1 2-12 15,2-2 1-15,3 0 15 0,1 2-10 16,-1-1 2-16,1 4-6 0,3-2-1 0,-2 0 0 16,0 1-1-16,1-2 6 0,3 1-9 0,-5-3 5 0,1-4-2 15,-2 3-1-15,1-1 8 0,-2 0-10 16,1 1-6-16,-1-2-1 0,1 0 7 0,-3-3-3 16,0-7 5-16,0 14-3 0,0-14 3 0,-4 9-5 15,4-9 10-15,-1 9-9 0,1-9 4 0,0 0-2 0,0 0-4 16,-3 6 2-16,3-6-6 0,0 0 5 15,0 0-1-15,0 0 1 0,0 0-10 0,0 0 0 0,0 0-4 16,0 0 1-16,1-29-8 0,10 20 0 16,-2-4 2-16,1-3 0 0,4 2-4 0,1-8 3 0,-1 9 0 15,5-12-2-15,-1 3-6 0,4 1 5 0,0-2-4 16,1 1 4-16,-4-3 0 0,-1 5-1 0,0-1 8 16,-5 6-4-16,2 2 11 0,-5-1-8 0,-2 5 8 15,-1 0 1-15,1 2 4 0,-4 4 1 0,0-4 4 16,-4 7-2-16,5-6-3 0,-5 6 2 0,0 0-1 15,0 0 2-15,0 0 0 0,0 0-1 0,0 0-4 16,0 0 2-16,-28 16-1 0,23-10 0 0,-4 1-4 16,3 1 2-16,3-1 0 0,-2 1 1 0,2 1-6 15,2-2 2-15,1 2 13 0,1 1-16 0,4 0-4 16,0-2 6-16,-1 0-11 0,4 3 3 0,-2-2-1 16,2 1 1-16,-1 1 3 0,1 0 1 0,-1-3 5 15,-1 2-8-15,0-2 6 0,1 3 3 0,-2-1 10 16,-1 0-12-16,-2-3 2 0,1 2-2 0,-2 1 0 15,0-4 2-15,-1-6-3 0,0 11 3 0,0-11-2 16,-5 10-2-16,1-4 5 0,-1-1-28 0,1 0-17 16,-2-2-27-16,-3 3-29 0,3-5-41 0,1 4-56 15,-2-2-57-15,7-3-215 0,-15 1-510 0,15-1 226 16</inkml:trace>
  <inkml:trace contextRef="#ctx0" brushRef="#br0" timeOffset="184226.41">22896 11137 278 0,'4'-5'302'0,"-2"-1"-21"0,-2 6-21 15,0 0-17-15,0 0-5 0,0 0 4 0,0 0 3 16,11 21 3-16,-8-3-12 0,1 7-7 0,-2 2-18 15,-2 2-13-15,-2-3-17 0,0 3-12 0,-2 0-11 16,0-1-12-16,0 0-10 0,0 0-9 0,-1-2-2 16,0 3-24-16,1-11-9 0,2 2-12 0,-2-3 2 15,1 2-15-15,1-2-8 0,-1-2-16 0,2-3-25 16,0-1-22-16,-2 0-32 0,3-1-40 0,-1-3-31 16,1-7-29-16,-4 11-40 0,2-6-27 0,-2-1-35 0,4-4-43 15,-6 4-50-15,6-4-204 0,-10 0-579 16,10 0 256-16</inkml:trace>
  <inkml:trace contextRef="#ctx0" brushRef="#br0" timeOffset="184802.47">22882 11388 115 0,'14'-10'169'0,"4"0"-12"0,0 0-7 16,7-2-7-16,-4 5 9 0,4-6-5 0,-6 4-3 15,1 1-3-15,-4 0-4 0,0-1 3 16,-1-1-3-16,-6 3-7 0,1-3-5 0,-1 3-3 0,-3-3 2 15,1 1-9-15,-2 0 8 0,-1-1-17 0,-2 0-3 16,2 0-4-16,-3 1-6 0,2 0-8 0,-2 3-8 16,0-1-4-16,-1 7 1 0,2-10-9 0,-2 10-3 15,1-7-6-15,-1 7-6 0,0 0-3 0,0 0-7 16,0 0 1-16,0 0 5 0,-4 37-2 0,0-18-1 16,-2 0 4-16,2 8-8 0,-2-2-5 0,1-6-2 15,-1 6 5-15,-1-1-5 0,3-4-8 0,-1-2 1 16,-1-2 3-16,2 2-9 0,1-2 7 0,1-2-14 15,-1-3 4-15,-1 1-2 0,2-1-3 0,-1-4-3 16,2 0-8-16,-2 1 1 0,3-8-13 0,-1 9-5 16,1-9 1-16,-3 7-1 0,3-7-4 0,0 0 4 15,0 0-8-15,0 0 4 0,0 0-2 0,0 0 4 0,17-2 0 16,-8-5-1-16,1 2 5 0,2-1 0 16,-1 1 1-16,2 2 4 0,1 0 0 0,3 0-1 15,-3 2 11-15,-4-2-4 0,4 3 0 0,-4-1 1 16,2 1 8-16,0 1 2 0,1-1 5 0,1 0 1 0,0 0-5 15,-1 3 1-15,6-3-1 0,-1-1 0 0,2-2 0 16,-3 0 3-16,4 1-7 0,-3-2 1 0,1-1 3 16,-4-1-3-16,-2 2 5 0,-2-1-4 0,1-2-2 15,-1 0 0-15,-2 0 5 0,-2-2-3 0,-2 0 1 16,1 0-3-16,-3 1 7 0,-2-1-8 0,0 2 5 16,-1-2 12-16,0 9-12 0,-5-14-2 0,0 9 3 15,-1 1 3-15,1 0-2 0,5 4 7 0,-16-1 3 16,5 2 24-16,-1 3-7 0,0 2 8 0,-1 2-10 15,-3 4 9-15,2-4-7 0,0 4-4 0,0 0-11 16,4 3 5-16,1 0-4 0,2-3-25 0,3-2-43 16,0 0-41-16,1 3-53 0,3-1-66 0,2-1-60 15,1-1-77-15,1 1-211 0,3-2-599 0,3-1 266 16</inkml:trace>
  <inkml:trace contextRef="#ctx0" brushRef="#br0" timeOffset="185321.7">23669 11575 174 0,'8'-8'278'16,"5"-4"-14"-16,2 2-7 0,0-4-14 0,3 2-14 15,6-6-11-15,-2 2-15 0,1 0-11 0,0 0-15 16,0 0-18-16,-1 1 1 0,1 0-9 0,0-2-14 16,-4-2-13-16,2 1-21 0,-2-2 1 0,-3 0-15 0,0-1-6 15,-5 4-9-15,-2 0-7 0,0 0-9 16,-4 0 8-16,0 1-6 0,-2-1-5 0,-2 5-4 15,0 4 1-15,-1-3 0 0,0 11-4 0,-1-10 3 16,1 10-15-16,0-9-11 0,0 9 9 0,0 0-13 16,0 0-3-16,-29 17-6 0,15-4 8 0,1-1-7 15,1 3-2-15,0 1-2 0,4 2-5 0,4-1-2 16,3 2-5-16,5 0-11 0,1-3-7 0,7 7-9 0,4-3-4 16,2-1-2-16,3 1 5 0,0-2 0 0,-2-7-3 15,-2-1 3-15,4 6 3 0,-3-4 4 16,-5-2 3-16,-3-3 1 0,1 2-3 0,-5-1 7 15,1-1 2-15,-4-2 11 0,0 2-8 0,-4 0 3 0,1-7 0 16,-10 10 7-16,3-5-7 0,-6 0 4 0,-2 3-1 16,1-5 2-16,-3 0-1 0,-1 4-15 0,1-4-14 15,2 0-24-15,4 0-33 0,-3-1-34 0,3-1-38 16,2 3-40-16,3-5-42 0,6 1-221 0,-11-3-503 16,11 3 222-16</inkml:trace>
  <inkml:trace contextRef="#ctx0" brushRef="#br0" timeOffset="186080.39">24266 11290 28 0,'3'-8'229'0,"-1"4"-14"0,-2 4-9 0,0 0 2 0,0 0 6 16,0 0 1-16,0 0-4 0,7 16-3 0,-6-5-10 15,0 3-4-15,0 2-24 0,-1 0-11 0,4 1 2 16,-1-2-24-16,0-3-19 0,1 4-5 0,1-4-13 15,2 0-11-15,-1-4-6 0,6 1-9 0,-1-1-6 16,-1 0-9-16,3-4-6 0,0 0-6 0,1-2 2 16,-1 1 0-16,1-3-13 0,-3-3-5 0,5 1-2 15,-7-5 1-15,0 5-5 0,0-5 1 0,-1-1-3 0,-1-1-4 16,-1 2-1-16,2-2-4 0,-3-1 7 16,3-4-12-16,-3 3 1 0,-3-1 8 0,2-4-12 15,0 5 4-15,0-3-5 0,1-3 0 0,-2 5-2 16,-1 2 5-16,-1 0-3 0,-1 1-1 0,2 3-2 0,-2 6-3 15,2-11 3-15,-2 11-2 0,0 0-4 0,0 0 4 16,0 0-2-16,0 0 6 0,0 0-2 0,0 0-3 16,2 30 13-16,-2-17 1 0,0 2 0 15,1 2 2-15,1-1 0 0,1 1 2 0,-2-7 2 0,4 5 3 16,0-2 4-16,0-2 2 0,2 3-3 0,-1-4 1 16,2-2-8-16,3-1 4 0,0 1-5 0,0-1 8 15,1-3-14-15,-1-1 1 0,3-2-4 0,-3 2 6 16,-1-6 0-16,1 1 2 0,-1-1-8 0,-4 1-11 15,1-3 17-15,-7 5-5 0,9-7-13 0,-4 0 3 16,-2 1-1-16,1-5-4 0,-2 1-4 0,-2-1-1 16,2-1-5-16,-4-3-8 0,2-1 1 0,-2 4 5 15,0-5-4-15,-1 2 2 0,-1-2 4 0,-1 0 1 16,-2 1-1-16,1 1 2 0,-1 1 0 0,1 4 4 16,2 2 2-16,-3 2 1 0,3 0 2 0,0 1-7 0,4 5 8 15,-8-8-5-15,8 8-1 0,-7 0 3 16,7 0-3-16,0 0 6 0,0 0-3 0,0 0 8 15,0 0-8-15,-8 9 8 0,8-9-3 0,0 0 1 16,17 10 2-16,-6-7-5 0,9 1 6 0,-2-3-3 16,12 3 8-16,-5-2 3 0,-3 0-10 0,0-4 6 15,1 2-4-15,-4-2 2 0,2 1 0 0,-5 0 4 16,-1 1 7-16,-3-3 0 0,1 2-2 0,-2 1 8 16,-4 0-2-16,-7 0 3 0,12-2-10 0,-12 2 5 0,9-1 3 15,-9 1-10-15,8 4 25 0,-8-4-7 16,3 10 9-16,-3-1 8 0,0-2 3 0,0 4 2 15,0 1-2-15,-1 0 6 0,1 0-4 0,-2 0-1 0,2 2-5 16,0 4 2-16,-3-3-2 0,3-3-11 0,-1 3-4 16,0-3-1-16,0-1-10 0,-1 1-16 0,1-2-54 15,1 0-39-15,0-1-34 0,0 0-35 16,0-9-39-16,-2 15-43 0,0-9-35 0,2-6-32 0,2 11-41 16,-2-11-181-16,2 7-574 0,-2-7 255 0</inkml:trace>
  <inkml:trace contextRef="#ctx0" brushRef="#br0" timeOffset="186403.11">25297 11051 92 0,'-4'-11'267'0,"2"1"-4"0,-1 3-15 0,3 7-17 15,-4-9 9-15,4 9-16 0,-10 0-10 0,10 0 0 16,-14 14 1-16,7 1-2 0,-4 9-5 0,-1 0-10 15,1-1-15-15,2 4 1 0,-2-3-13 0,6 2-10 16,-3 0-5-16,4-2-12 0,-2 0 2 0,3 2-14 16,1 0-21-16,1 0-3 0,2-2-16 0,-1-4-4 15,1 6-7-15,0-2-11 0,-1 1-4 0,3 1-4 0,-3-7-7 16,0 0 4-16,0 1-13 0,0-1-7 16,-4-2-4-16,3 1-3 0,0 0-7 0,-2-1 1 15,1-1-1-15,-1 0-6 0,-1 0-16 0,2-5-13 16,-2 0-25-16,1-2-24 0,-2 1-17 0,1-1-19 0,0-3-20 15,-1 0-27-15,1 0-38 0,-5 0-42 0,-1-1-52 16,4-5-31-16,-2 2-37 0,-3-1-207 16,11-1-594-16,-17-3 262 0</inkml:trace>
  <inkml:trace contextRef="#ctx0" brushRef="#br0" timeOffset="186946.86">25026 11369 70 0,'0'0'234'0,"2"-10"-12"0,1 6-16 0,5-2-13 16,3 1-18-16,5-2-8 0,3 0-26 0,7 2-5 15,3 0-18-15,2-1-12 0,1-1-13 0,1 3-23 16,4-1-14-16,-5-1-13 0,1 3-13 0,-2-2-10 16,1 0-11-16,-2 1-4 0,-9 1 1 0,-1 0-10 15,-1-1 3-15,-8 3 6 0,0-4-4 0,1 2 6 16,-6 2 1-16,1-3 14 0,-1 2 5 0,-6 2 8 15,8-6 6-15,-6 2 1 0,-2 4 1 0,4-9 1 16,-4 9 9-16,1-6 11 0,-1 6 2 0,0 0 1 16,0-10-7-16,0 10-3 0,0 0-3 0,0 0 8 15,-17 3 7-15,17-3 5 0,-19 12 7 0,6-1-9 16,3 0 3-16,1 3 12 0,-5 0 8 0,3 1-11 16,-3-1 6-16,3 1-6 0,1-3-4 0,5 2-9 15,-2-4-8-15,0 6-2 0,2-8-10 0,5 3-1 0,0-1-2 16,1-3-9-16,1 0-1 0,2 1-8 15,0-2 18-15,4-3-24 0,-1 2 0 0,1-2 1 16,3 0-9-16,1-2-7 0,-4-1 3 0,4-1-6 16,-3 0 7-16,2-3-10 0,-4 2 7 0,2-4 10 0,-4 3-14 15,1-1-8-15,3-5-8 0,-4 2 16 0,4-2-8 16,-4 0-6-16,3-1 5 0,-4 1 2 16,0-1 1-16,2 0-5 0,-4 0 6 0,1 2-4 15,0 0 4-15,0 2-11 0,-3 6 10 0,4-8 3 0,-4 8-6 16,4-6-1-16,-4 6 2 0,0 0 12 0,0 0 11 15,0 0-16-15,0 0 2 0,-1 23 4 0,-2-11-5 16,3-3-4-16,-2 1 9 0,0 0-2 0,2-1-3 16,-3 2-8-16,3-1-19 0,-2 2-36 0,4-3-29 15,-2-1-43-15,0-1-44 0,0-7-43 0,1 14-32 16,3-11-25-16,0 3-51 0,1-2-164 0,2 0-529 16,2-1 233-16</inkml:trace>
  <inkml:trace contextRef="#ctx0" brushRef="#br0" timeOffset="187380.84">25870 11239 59 0,'0'-8'226'0,"0"8"7"16,0-12-8-16,0 12-11 0,-4-7 0 0,4 7 3 16,-14 2-5-16,5 4 1 0,0 1-2 0,-4 6-10 15,4 1 0-15,-4 0-8 0,3 0-15 0,-1 4-6 16,1-3-1-16,2 0-16 0,1 1-4 0,1-1-10 15,2 0-15-15,3 1 1 0,1-4-12 0,3 0-7 16,1 0-13-16,3-1 8 0,5 0-20 0,2 1-6 16,1-3-8-16,4-2-6 0,2-2-10 0,0 0-2 15,5 0-3-15,5-2-6 0,-4 2-5 0,-5-9 1 16,1 2-9-16,-5-2-6 0,0 0-1 0,0-1-3 0,0-2-9 16,-2 1-3-16,-1-3-1 0,-3-1-5 0,-3 0-7 15,4-2-3-15,-5 3 0 0,0-6-5 16,-3-1-8-16,1 0 10 0,-1-1-7 0,-1 5 5 0,1-4 0 15,-3 6 5-15,-2-3-4 0,-2 3 6 0,0 1-2 16,2 9 3-16,-7-12 1 0,2 7 1 16,5 5 4-16,-15-3 1 0,5 7 9 0,-1 0 15 0,-2 4 4 15,-1 1 10-15,-1 1 6 0,1 0 3 0,1 1 2 16,1 3-1-16,3-5-1 0,3 3-2 0,2 0-11 16,1-2 0-16,1 3-8 0,2 0-5 0,4-3 0 15,1 3-25-15,4-1-44 0,5 1-38 0,3-3-46 16,-1 1-38-16,1-3-52 0,4 1-65 0,6-3-58 15,0 3-47-15,-7-2-213 0,7-4-654 0,-6 1 289 16</inkml:trace>
  <inkml:trace contextRef="#ctx0" brushRef="#br0" timeOffset="187521.77">26509 11459 216 0,'6'-5'358'16,"-2"2"-15"-16,1-2-22 0,-5 5 6 0,4-6 1 15,-4 6-14-15,5-7-13 0,-5 7-30 0,0-6-32 0,0 6-20 16,0 0-24-16,5-5-28 0,-5 5-55 15,0 0-52-15,0 0-50 0,0 0-75 0,0 0-89 0,0 0-120 16,0 0-274-16,-32 8-594 0,20-6 262 16</inkml:trace>
  <inkml:trace contextRef="#ctx0" brushRef="#br0" timeOffset="-199728.08">10385 12993 7 0,'-13'0'144'0,"13"0"-9"0,-13-2-2 0,13 2 7 15,-10 0-10-15,10 0-6 0,-13 0-4 0,13 0-3 16,-10 0-1-16,10 0 1 0,-10-1 1 0,10 1-3 16,0 0-1-16,0 0-7 0,0 0-14 0,0 0-6 15,0 0-10-15,0 0-7 0,20-11-8 0,-2 8-2 16,14-2-3-16,4 0-2 0,15-3-4 0,2-1-4 16,1 1-5-16,1 0-2 0,-1-3-4 0,2 3-5 15,-2-1-3-15,-16 5-4 0,0 1-14 0,-2-1-15 0,-1 4-23 16,-12-2-21-16,3 2-24 0,-6 0-16 15,-4 2-23-15,-2-2-19 0,-3-2-13 0,-1 4-10 16,0-2-14-16,-5 1-108 0,-5-1-299 0,0 0 132 16</inkml:trace>
  <inkml:trace contextRef="#ctx0" brushRef="#br0" timeOffset="-199461.28">10783 12891 25 0,'0'0'158'0,"-7"0"-9"0,7 0 0 16,0 0-5-16,-9 3-4 0,9-3-7 16,-8 4-6-16,8-4 3 0,-2 9 4 0,-1-2-11 15,3 0 2-15,0 5 0 0,0 1-4 0,-1 5 0 0,1 3-11 16,1 6-7-16,-1-2-4 0,0 1-7 0,-1 1-4 16,-1 0-7-16,2-3-7 0,-1 1-7 15,0-5-5-15,1-1-8 0,0 6-6 0,-1-6 1 16,-1 0-9-16,0-1-2 0,0 1-5 0,2-1-2 0,0-2-19 15,-1-5-18-15,1 7-19 0,-1-4-26 0,-1 0-31 16,2-3-48-16,-1 0-22 0,1-2-22 0,0 1-23 16,0-3-165-16,0-7-391 0,0 11 173 0</inkml:trace>
  <inkml:trace contextRef="#ctx0" brushRef="#br0" timeOffset="-198570.51">10989 12940 196 0,'0'0'188'0,"1"-9"-21"0,-1 9-6 0,0 0 7 0,0 0-1 16,0 0-1-16,0 0 0 0,2 26-8 0,-2-10-7 15,-2 11-6-15,0-1-16 0,0 5-12 0,0-3-14 16,-1 1-7-16,0-2-7 0,1 0-10 0,0-1-8 15,0-6-6-15,0 5-2 0,2-9-3 0,0 1-11 16,0-3-3-16,2 1-6 0,-4-2 7 0,1-2-12 16,-1 0-1-16,2-1-7 0,-1-3 0 0,1-7-1 15,0 12-5-15,0-12-5 0,-1 10 3 0,1-10-2 0,-2 6-1 16,2-6-2-16,0 0-2 0,0 0-1 16,0 0 4-16,2 8-7 0,-2-8 2 0,0 0 5 15,0 0-4-15,0 0-6 0,0 0-2 0,0 0-1 16,5-22 2-16,-5 22 1 0,4-14-2 0,0 4 0 15,-1 1-1-15,2-2-1 0,1 2-1 0,0-1 1 0,0 0 1 16,2 3-3-16,-2-1 9 0,1 0-10 16,-1 3 1-16,-2-1 0 0,4 1 1 0,-1 0 0 15,0 2-1-15,-1-1-1 0,2 0 3 0,-1 2-2 16,4-2 1-16,-2 4-6 0,-9 0 4 0,16 0-1 0,-3 2 2 16,-3-1 0-16,1 2 0 0,-2 1 2 0,0-2 0 15,-2 2-4-15,2 0 5 0,1 0 3 0,-1 1-6 16,0-1 1-16,0 1 1 0,3-1 0 15,2-3-1-15,-4 2-2 0,4-1 2 0,-1-1-3 0,2-1 22 16,-2 0-4-16,5 1-2 0,-4-2 1 0,2-2-1 16,-2 1-1-16,0-2-2 0,-1 3-1 0,1-2-1 15,-3 0 4-15,0-1-7 0,-1-3 0 16,-1 2 3-16,-2 0-2 0,-1-3-7 0,0 1-10 0,1-1 3 16,-3-2 2-16,-1 1 2 0,-1-2-3 0,-2 1 2 15,0 1 1-15,-2-2 1 0,0-1 1 0,-1 2 2 16,2 0-5-16,-2 2 2 0,3 8 0 0,-2-11 0 15,2 11-4-15,-5-7 6 0,5 7-8 0,0 0 3 16,0 0 2-16,0 0 0 0,-13 18 0 0,11-7 3 16,-3 1-2-16,0 2 3 0,4 0 0 0,-4 2-1 15,4-5 1-15,1 3 1 0,1-4-2 0,3 3 2 16,0-3-3-16,1 1 2 0,-1-3 1 0,5 1 0 16,-2-1 0-16,1-2 1 0,2-2 1 0,-1 1-1 15,1-3 2-15,2-1-3 0,1-2 0 0,-2-1 3 16,0 0 6-16,0 0-9 0,0-2 1 0,0 1-1 15,-1-2 3-15,-2-2-1 0,1 1 1 0,1-3 1 16,-4 1-4-16,-1-1 1 0,-1-1 1 0,0 0 0 16,-4 1 4-16,2-2-5 0,-2 2 0 0,0-2 4 15,-2 3-3-15,2 8 5 0,-2-11 3 0,2 11-1 16,-2-7-3-16,2 7-1 0,0 0-3 0,0 0 2 16,0 0-1-16,0 0 4 0,0 0-2 0,0 0 3 15,-2 32 0-15,2-21-4 0,-2 5-1 0,2-2 4 16,2 1-5-16,-4-3 2 0,4 4 5 0,-4-1-5 15,5 1-1-15,-3-5-2 0,0 1 2 0,-1 0-1 16,1-2 0-16,-2 1-20 0,2-2-16 0,-2 3-20 16,-1-4-29-16,-3 1-39 0,0-2-39 0,2-1-48 15,-3-2-35-15,-2 2-189 0,-2-2-467 0,4-2 208 16</inkml:trace>
  <inkml:trace contextRef="#ctx0" brushRef="#br0" timeOffset="-198405.61">11402 13015 104 0,'0'0'123'16,"0"0"-32"-16,0 0-41 0,0 0-55 0,20 22-56 15,-9-16-66-15,5 1 30 0</inkml:trace>
  <inkml:trace contextRef="#ctx0" brushRef="#br0" timeOffset="-197792.9">12649 13384 84 0,'-8'-7'241'0,"1"-2"-20"0,3 1-16 0,0-3-12 16,3-1-14-16,0-3-7 0,3-2-14 0,2 0-14 15,2-2-6-15,2 0-13 0,0 0-11 0,2-5-8 16,5-2-10-16,-1 1-11 0,-2-4-7 0,3 2-4 16,-2 0-1-16,1 0 0 0,-1-1-13 0,-1 1-5 15,-4 4-2-15,-1 5-5 0,-1-6-1 0,0 7-3 16,-2 2 4-16,0-1 0 0,1 4-3 0,-3 3-3 15,0 2-5-15,0 0-4 0,-2 7-4 0,2-9-6 16,-2 9-2-16,0 0-3 0,0 0 0 0,0 0 0 16,0 0-3-16,-12 27 9 0,5-12-7 0,-7 8 2 0,1 2 2 15,-1 0 2-15,3-2-1 0,-3 1-1 16,5 1-3-16,3-7-1 0,1 0 0 0,1 0-5 16,6-2-1-16,0 1 1 0,-1-3 2 0,5 1-7 15,0-3 2-15,4 1 0 0,1 0 11 0,4-3-10 16,3-1-2-16,3-3-2 0,-3 1 3 0,11-3-3 0,-2-1-6 15,4 0 5-15,-2-3-3 0,3-3-4 16,-5 3-1-16,-4-3-1 0,-2-3 2 0,0 0-3 16,6-4-3-16,-10 1 2 0,0-2 0 0,1-1-2 0,-5 0-3 15,0-1 2-15,-1-1-2 0,-3-3 7 0,-1 1-1 16,-2 0-2-16,-2 1 4 0,0 1 9 16,-3-2-13-16,-2 0 4 0,-1 6 0 0,0-1-2 15,0 1 3-15,-3 4-3 0,-2-2 1 0,0 3 0 0,1 4 3 16,-6-1 0-16,12 2 4 0,-22 8-3 0,6 0 4 15,1 0 0-15,-1 7-1 0,-2 3 5 16,4-3-3-16,3 7-1 0,3-4-3 0,2-3 4 16,4 3 1-16,2-3 1 0,3 0-6 0,4 0-3 0,4 1-10 15,0-2-26-15,5-3-29 0,-1 1-39 0,3-2-41 16,1-2-51-16,0-2-29 0,4-1-23 0,-5-2-164 16,4-3-448-16,8 3 199 0</inkml:trace>
  <inkml:trace contextRef="#ctx0" brushRef="#br0" timeOffset="-197212.23">13553 13049 3 0,'-2'-10'160'0,"0"0"4"0,-5 0 7 0,1 2-11 15,-2 2 8-15,0 2 3 0,-3 1-3 0,-1 5 1 16,-1 1-3-16,-3 5-9 0,2 2 2 0,-2 0-7 16,3 5-17-16,-1-1-8 0,3 1-14 0,3 1-13 15,5 0-11-15,-3 0-6 0,3 0-7 0,3 1-10 16,3-5-6-16,1-2-4 0,3 1-5 0,1-1-10 15,1-2-2-15,1-1-3 0,3-4-2 0,-1-1 7 16,1 1-15-16,0-2-5 0,1-2 1 0,-1-3-2 16,-1 0-3-16,1-1 2 0,-4 0-5 0,0-2 0 15,0-1-4-15,0-1 3 0,-5 1-4 0,4-3 2 16,-2 0-3-16,-4-2-3 0,0 3 2 0,-2 0 1 16,0 1-2-16,0-3 0 0,0 5-2 0,0 7 1 15,0-10-1-15,0 10-3 0,0-8-3 0,0 8 1 16,0 0 0-16,0 0 4 0,0 0-1 0,0 0 0 15,0 0-1-15,-2 27 1 0,2-17 3 0,0 0-3 16,2 2 0-16,3-2 2 0,-1 3-1 0,0-4 2 16,4 1-5-16,-2-2 9 0,3 1-6 0,0-4-3 15,3 1 0-15,-1-1-2 0,3-2 1 0,-1 0-7 0,1-5-4 16,-1 2-4-16,0-4-1 0,5-1 10 0,-7 0-6 16,3-4 1-16,-3 1 0 0,1-1 4 15,-1-3-2-15,-3 1 5 0,1-2-1 0,-4-2 2 16,2-3-2-16,-3 0 4 0,-4 3 0 0,4-3 3 0,-4-8-1 15,0 1-3-15,-2 8 1 0,4-1 0 0,-4 0 9 16,4 3 5-16,-2 2 2 0,0 3 5 0,-2 2 2 16,2 8 2-16,0-9-4 0,0 9-5 15,0 0 3-15,3-7 3 0,-3 7 16 0,0 0 15 0,0 26 2 16,-1-9 1-16,1 7 2 0,-4 3-5 0,0 1 3 16,2-1-6-16,0 3 0 0,-1-2-6 0,1 0-6 15,-5-1-5-15,7-3 0 0,0 2-2 16,0-7-4-16,0 0 5 0,2 2-15 0,0-3-22 0,1-1-31 15,-3-5-25-15,2 0-27 0,-2 0-37 0,2-3-39 16,-4 1-40-16,4-4-29 0,-2-6-21 0,0 9-27 16,0-9-157-16,0 0-477 0,0 0 210 0</inkml:trace>
  <inkml:trace contextRef="#ctx0" brushRef="#br0" timeOffset="-195990.85">13987 13029 27 0,'1'-5'196'0,"2"-1"-15"0,-3 6-17 0,0-10-14 0,0 10-7 16,0 0-7-16,0 0-7 0,0 0-8 0,-18 11-5 16,5-4-12-16,0 6-6 0,-2-2-15 0,-2 1-5 15,3 1-11-15,-1-3-7 0,0 0-2 0,3 0-8 16,3-1-4-16,-1-3-5 0,2 0-4 16,3-2-3-16,-1 2-4 0,1-5-9 0,5-1 9 0,-7 7-8 15,7-7-3-15,-5 6-1 0,5-6-3 0,0 0-1 16,0 0-5-16,-2 6 0 0,2-6 0 0,0 0-1 15,14 10 2-15,-7-7-1 0,2 3-2 0,3-2-2 16,-2 3-3-16,3-2 1 0,-1-1-3 0,5 2-6 16,0-2-14-16,0 0-7 0,2-2-10 0,1-1-1 15,-1 1-2-15,4-2-9 0,-2-3 3 0,5 1-1 16,1-3-1-16,-6 0 3 0,-1 0-1 0,7-3 11 16,-9 2 4-16,0-2 10 0,-1 2 2 0,-1-2-4 15,0 0 4-15,-5 1 28 0,3-4-5 0,0 0 0 16,-8 1 12-16,5 2-3 0,-5-1 20 0,0-3 2 15,-4 2 0-15,-2 0 15 0,0-1 5 0,-2 1-1 16,-1 2 5-16,-2 2 6 0,-1 0-2 0,0 0 1 16,-1 4 4-16,7 2 2 0,-18 1-1 0,7 6-1 15,-3 3-1-15,1 2-3 0,-1 3-6 0,3 0-5 16,-2 1-6-16,3-1-6 0,1 1 1 0,3-2-7 16,4-2 0-16,-2 0-7 0,6 2 1 0,-2-4-7 0,0 0-2 15,2-2-1-15,2 0 0 0,0-4-2 16,0 1-1-16,3-3-1 0,3 1 0 0,-3-2-1 15,-7-1-3-15,17-2 0 0,-3-2 0 0,-5 1-2 16,2-2 3-16,-2 0-5 0,-2-4 2 0,-1 3-1 0,4-1-4 16,-6 0 3-16,1-4 0 0,-1 4-1 0,0-3 2 15,-4 3 0-15,2 1-2 0,-2 6-2 0,4-13 11 16,-1 9-7-16,-3 4 1 0,0-12-5 16,0 12 1-16,0 0 0 0,0 0-2 0,0 0 0 15,0 0 1-15,0 0 0 0,0 0 2 0,8 17 2 0,-6-9-5 16,2 1-2-16,0-1-1 0,1 1 5 0,1 1 0 15,2-1 1-15,-2-3 0 0,5 2-3 0,3-3 3 16,3-1 0-16,2-3-3 0,-1 4 1 0,0-4 10 16,4-3-10-16,-2-1-1 0,7 1 1 0,-5-2 0 15,6-3 7-15,-3-1-14 0,-5 2 10 0,-2-3-4 16,2 1-3-16,-2-1 7 0,-8 3 8 0,3 1 2 16,-3-10 0-16,-3 7-7 0,0-2 0 0,-4-1 13 15,-1 1-3-15,0-1-2 0,-4 2 1 0,0-2-1 16,-6 1-7-16,3 2 5 0,-1 4 1 0,1 0-4 15,-3 0 3-15,0 2-1 0,-2 0-5 16,10 2 1-16,-17 2-8 0,6 4 5 0,1-1 3 0,1 2-2 16,1 2-1-16,0-1-8 0,5 0 7 0,-1-2-4 15,0 5 4-15,0-3-4 0,3 1 7 0,-4-2-11 16,5-1 2-16,0 3-3 0,0-9 3 0,2 12 1 16,2-8-5-16,-4-4 6 0,4 7 3 0,-4-7-4 15,10 5 0-15,-10-5-1 0,8 3 4 0,-4-1-3 16,-4-2 1-16,7 5-4 0,-2-2 1 0,-1 1-3 15,0 1 0-15,0 2 0 0,-1 1 7 0,-1 3-8 16,3 2 6-16,-5 2 3 0,1 6 1 0,2 5 3 16,-3 3 2-16,1-1 13 0,1 5-12 0,0 0 5 15,2 1-4-15,-2 12 2 0,3-13-1 0,-3 2-5 16,0 0 4-16,0-1 6 0,-6 1-14 0,1-2 5 16,-1 1-6-16,-2-4 2 0,2 2-5 0,-8-7 2 15,3 0 2-15,-4-1-13 0,-1-5 1 0,1-3-3 16,-5-3-4-16,3 1 0 0,-4-4 3 0,6-5-7 0,1 1-2 15,1-4 3-15,-1 0-7 0,1-4-14 16,0 0-5-16,-1-4-3 0,2-3 6 0,-1 2-11 16,2-10 3-16,4 2 1 0,0-11 2 0,5 2 3 15,3-1 0-15,7-1 3 0,3-2 1 0,2-1-3 0,12-10 6 16,7 3-1-16,5-2 5 0,-1 1 3 0,2 2 2 16,7-1 3-16,-2 1 1 0,0 3 3 15,0-2 2-15,-2 3 2 0,-1-2 2 0,-12 12 6 16,10-13-2-16,-12 12 8 0,14-5-1 0,-17 4 4 0,-5 1-2 15,-3 2 4-15,-2-3 1 0,-3 1 4 16,-1 5 4-16,-6 2 9 0,0 4 3 0,-1-2 5 0,-3 2-8 16,-3 1 1-16,-2 0-1 0,-1 3-4 15,-6 1 14-15,0 3-10 0,-4 2 1 0,-7 8-1 0,-6 1 4 16,1 4-3-16,0 5-1 0,2 0 2 0,-1 2-6 16,7 0 2-16,-1 0-2 0,11-2-4 0,1 2-1 15,3-2 1-15,0 2-23 0,10-2-27 16,0-2-26-16,3 2-44 0,1-1-34 0,7-3-39 0,13-1-30 15,5-2-41-15,13 3-188 0,12-7-474 0,3 0 210 16</inkml:trace>
  <inkml:trace contextRef="#ctx0" brushRef="#br0" timeOffset="-194574.99">15947 12985 150 0,'0'0'241'15,"-3"-14"-11"-15,-1 9-6 0,4 5-7 0,-8-6-13 16,8 6-11-16,-17 2-7 0,7 2-7 0,-5 1-9 15,-2 5-10-15,2 4-16 0,-5 2-7 0,3 3-17 16,0 1-7-16,6-4-16 0,3 0-3 0,-1 0-12 16,3 3-6-16,2-4-7 0,3-3-10 0,2 3-7 15,0-2-3-15,4-3-4 0,3 3 2 0,5-1-11 16,-3-5-5-16,5 2-2 0,3-4-9 0,0-3-4 16,0 1-2-16,2-1-5 0,2-4-2 0,-1-1-5 15,6-1-2-15,-7-3 2 0,0 0 0 0,5-2-5 16,-6 0 2-16,0-3 1 0,-4 2 1 0,2-3-5 15,-3-1 7-15,-1-3 0 0,-2 3-3 0,-3-4 0 16,1 1 1-16,0 1-5 0,-3-1 4 0,2-7-3 16,-4 6 2-16,2 2 5 0,-3-1-7 0,-2 5 3 15,1 3-6-15,0 2 2 0,-1 1-2 0,-1 6-2 16,3-6-1-16,-3 6 2 0,0 0 7 0,0 0-2 16,-2 24 6-16,2-7 9 0,-1 1-7 0,-2 1-2 0,2 6 1 15,2-5-1-15,-1-1-3 0,3-1 6 16,1 2-2-16,0-5 6 0,2 0-8 0,3 0-5 0,0 0 4 15,0-6-2-15,0-2 5 0,5 0 2 16,1-3-4-16,-1-1 0 0,3-1 2 0,3-4-1 0,0 1 11 16,-2-2-15-16,1-4-1 0,-4 0 1 0,3-1 2 15,-4-1 1-15,0-2 1 0,-2 0-4 0,0-3-2 16,-3-1 2-16,0 1 5 0,0-2-5 16,-3 0 1-16,-2 0-1 0,0-3 0 0,-3 8-1 0,2-7-4 15,0 0 2-15,-3 6 2 0,0-1 1 0,0 1-3 16,0 3 3-16,0 1-5 0,0 8 2 0,0-7 3 15,0 7-4-15,0 0-4 0,0 0 3 0,0 0 2 16,0 0 0-16,0 0-5 0,0 0 14 0,-7 29-4 16,7-13-2-16,-1 1-3 0,0 0 4 0,-1-1 2 15,2-1-1-15,0 2 1 0,2-5-1 0,-2 2-1 16,3-4-1-16,1 2 3 0,2-2 0 0,0-1-1 16,-1-1 1-16,3-2 0 0,1 0 3 0,1-2-1 15,1-3-1-15,0 0-1 0,1-1-2 0,0-1 4 16,-1-1 0-16,2-4-1 0,-1 1-1 0,-1-2 3 15,-2 0-2-15,0 0 3 0,-1-3-6 0,0-4 0 16,2 0-1-16,-5 3 3 0,0-5-3 0,0-1-1 16,-4 0 0-16,-1 1-3 0,-1-1-3 0,-3 0 4 15,0 1 0-15,-1 0 3 0,3 4-5 0,-2 3 5 16,0-1 5-16,-1 3-8 0,-2 2-5 0,2 1 2 16,5 4-1-16,-11-3 6 0,11 3-1 0,-12-1-1 15,12 1-2-15,0 0 4 0,-11 4-3 0,11-4 2 16,-4 8 1-16,4-8-2 0,0 0 0 0,0 0 1 15,14 17 3-15,-3-14-6 0,1 0 7 0,6 2 2 16,-1-2-4-16,3-2 1 0,-1-2 0 0,0 1 3 16,-1-1-5-16,-5-2 2 0,-2 3 0 0,-3-1 2 15,-8 1 0-15,13 0 3 0,-13 0-4 0,13 0 3 16,-13 0-2-16,7 2 1 0,-7-2 1 0,8 7 0 16,-5-3-3-16,2 1 15 0,0 0-9 0,0 4 0 0,-3-4 0 15,2 5-1-15,-4-1 0 0,-1 1 0 16,1-2-1-16,1 4 4 0,2-2-8 0,-1 0-1 0,1-1 4 15,1 2 2-15,-2-1 8 0,5-1-13 16,-5 0 2-16,5-1-1 0,-2-3-1 0,3 2 1 0,0-2 2 16,-1-1-3-16,2 0 0 0,0-3 2 0,2 2-1 15,-4-3-1-15,-7 0 0 0,14 0 5 0,-7-3-6 16,-7 3 0-16,13-4 1 0,-8 1-2 0,0-1 0 16,2-6 3-16,-5 2-4 0,-1-1-2 0,1 2 3 15,-2-5-4-15,-2 3 4 0,1-4-4 0,-3 1 2 16,3 1-1-16,-3-2 1 0,3 2 1 0,0 0-4 15,1 0 0-15,0 0 15 0,0 1-13 16,1 1-2-16,0 1-3 0,4 0 2 0,2 0-1 0,0 2-3 16,2 0 1-16,3 2 1 0,-2 0 0 0,2 3 0 15,0 2-1-15,0 2-3 0,-1 0 6 0,1 0-1 16,-2 4 1-16,0 2 0 0,-3-3 2 0,2 8-1 16,-4-3 9-16,2 5-7 0,-4-3 1 0,1-2 2 15,0 5-5-15,-3-4 4 0,0 2 0 0,2-3-1 16,-2 0-4-16,2-1 3 0,-1-1 1 0,1-2 0 15,1 1 3-15,2-1 1 0,-1-1-1 0,1-2 2 16,4-2 7-16,2 0-11 0,-2 1 1 0,3-3 2 16,1 0-6-16,2-5 4 0,-2 1 2 0,-1-1-4 15,3 0 1-15,-1-4-1 0,-3 3 4 0,-1-4 3 16,-3-1 0-16,0 2-4 0,-3-2 2 0,1-3 0 0,-2-3-1 16,-1 3-6-16,-1-1 3 0,0 2 4 0,-2 1-8 15,-2 1 2-15,0 2 4 0,-1 2 0 16,1 1-4-16,2 6-4 0,-8-5 6 0,8 5-2 15,0 0-1-15,-21 9-1 0,11-2 5 0,0 2-4 0,-2 4 1 16,3 0-5-16,2 2-26 0,-2 1-36 16,5-5-41-16,2 7-49 0,0-1-43 0,4-5-51 15,0 5-201-15,3-5-493 0,4 1 219 0</inkml:trace>
  <inkml:trace contextRef="#ctx0" brushRef="#br0" timeOffset="-194338.45">17513 13084 42 0,'1'-12'205'16,"0"2"-13"-16,-1-3 10 0,3-3-16 0,-2 0 4 0,1 4-7 16,0-8-3-16,3 3-9 0,-2-1-17 0,2-1-7 15,1 2-6-15,3 3 0 0,-2 4 7 0,-1-2-18 16,-2 3-14-16,4 4 7 0,2 2-24 0,0-1 11 16,3 4-22-16,0 1-8 0,1 2-8 0,2 5-2 15,1 1-8-15,-4-1-1 0,-1 5-8 0,-4-3-6 16,2 5 0-16,-3 1-7 0,-1-2-9 0,0 1 5 15,0-3-18-15,-3-2-13 0,0 3-33 0,0-4-40 16,-1 1-31-16,1-1-47 0,-2-2-49 0,3-2-53 16,-4-5-217-16,0 10-503 0,0-10 223 0</inkml:trace>
  <inkml:trace contextRef="#ctx0" brushRef="#br0" timeOffset="-194094.45">17990 12649 73 0,'-2'-12'241'0,"2"3"-4"0,-1 2-17 0,1 7-17 15,0 0-4-15,0 0 1 0,0 0 9 0,0 0-4 16,-8 32-6-16,5-6-15 0,0 0-11 0,2 3-13 16,-6 2 11-16,2 0-23 0,3-2-20 0,-5-3-7 15,5 2-14-15,-2-3-7 0,1 1-14 0,1-1-7 16,-2-5-8-16,3-2-9 0,0-2-15 0,-3 4-23 15,1-8-28-15,3-2-33 0,-1-3-42 0,2 2-41 16,-4-1-49-16,3-8-46 0,-1 10-53 0,1-10-192 0,-8 4-497 16,8-4 220-16</inkml:trace>
  <inkml:trace contextRef="#ctx0" brushRef="#br0" timeOffset="-193930.33">17834 12821 32 0,'-3'-10'221'0,"3"10"-14"16,-2-7-13-16,2 7-12 0,0 0-17 0,0 0-20 16,5-8-10-16,-5 8-14 0,15-1-14 0,-7 1-13 0,5 0-22 15,4 1-51-15,6-1-61 0,3-1-55 0,3 0-52 16,1 1-89-16,4 2-256 0,3 0 114 0</inkml:trace>
  <inkml:trace contextRef="#ctx0" brushRef="#br0" timeOffset="-192941.15">19038 13105 157 0,'0'0'214'0,"0"0"-11"0,0 0-14 0,0 0-6 0,0 0-12 16,0 0-16-16,23-13-10 0,-20 10 0 0,3-4-10 16,0 0-7-16,0-2-6 0,2 3-9 15,-2-3 0-15,2 1-11 0,2-2-6 0,-2 1-12 16,1-6-5-16,0 2-4 0,-2 3-6 0,2-5-7 0,1-1 4 16,-3 1-5-16,-2-1-4 0,4-1-5 0,-1-1-6 15,1 0-5-15,-3 0-3 0,1 2-5 16,-2 0 0-16,0 6 11 0,-1 0 7 0,1 3-2 0,-4-1 9 15,1 4-15-15,-2 4-11 0,2-7 1 0,-2 7-3 16,0 0-7-16,0 0-3 0,0 0 7 0,0 0-6 16,-7 26 5-16,2-16-1 0,4 7-5 0,-3-2 11 15,2-2-15-15,-1-1-2 0,3 3 3 0,0-3-4 16,0 2 0-16,0-4-2 0,4 1-2 0,-1-4 2 16,-1 3 0-16,6 0 5 0,-1-3-9 0,2-2 1 15,2-2 1-15,1 2 3 0,0-3-3 0,2 0-2 16,-1-4 4-16,1 2-9 0,-4-3 4 0,3-1 3 15,-2 0-6-15,5-2 2 0,-5-1 2 0,-1 2-3 16,-2-2 4-16,0-3 4 0,2 0-15 0,-4-1 4 16,-1 0 2-16,1 2 3 0,-4-2-4 0,1 1 1 15,-1 3-3-15,1 0 5 0,-3 7-5 0,2-12 1 16,1 8 1-16,-3 4-11 0,0 0 7 0,0 0-1 16,0 0 3-16,0 0 10 0,-21 14-13 0,15-3 6 15,-2-2 1-15,-1 7 7 0,2 0 4 0,-1-1 0 16,-5 9-6-16,6-7-4 0,0 1 8 0,1-1-5 15,1 2 4-15,-2-2-9 0,2 2 8 0,3-4-5 16,-2-1 10-16,1 2-33 0,3-5-22 0,-1 1-21 16,1-3-36-16,0 2-36 0,0-2-51 0,-1 0-35 15,-1-2-46-15,2-7-32 0,-2 9-170 0,2-9-503 16,-5 4 223-16</inkml:trace>
  <inkml:trace contextRef="#ctx0" brushRef="#br0" timeOffset="-192760.23">19186 12621 73 0,'-3'-7'221'0,"1"4"-28"0,2 3-19 0,-5-11-19 16,5 11-13-16,0 0-16 0,0 0-8 0,0 0-16 0,0 0-46 15,0 0-45-15,0 0-59 0,14 23-54 0,-5-16-102 16,6 3-220-16,2-1 97 0</inkml:trace>
  <inkml:trace contextRef="#ctx0" brushRef="#br0" timeOffset="-192054.58">20668 12587 22 0,'-2'-15'234'0,"1"2"-1"0,-2 1-12 16,2 0-2-16,1 0-2 0,-2 3-2 0,2-1-10 16,0 10-9-16,0-12-18 0,0 12-21 0,2-7-15 15,-2 7-11-15,0 0-5 0,0 0 5 0,0 0 7 16,1 37-5-16,-2-10-5 0,-1 4-6 0,1 5-10 16,-4 8 4-16,5-8-1 0,-4-1-6 0,2 1-9 15,-3 10-2-15,-2-1-1 0,3-12-2 0,-1-1-13 16,3 0-2-16,-2 2-9 0,1-1-12 0,2-1-3 15,0-4-10-15,-2 1 1 0,2-3-7 0,1-1-3 16,3-1-5-16,-3-6-9 0,-2 1-27 0,1-1-19 16,1-2-26-16,-1 0-21 0,-2-3-29 0,3-3-32 15,-1 1-32-15,-1-1-37 0,1-3-43 0,1-7-34 16,-1 9-46-16,1-9-175 0,0 0-538 0,0 0 239 16</inkml:trace>
  <inkml:trace contextRef="#ctx0" brushRef="#br0" timeOffset="-191791.61">20655 12755 36 0,'7'-14'197'16,"1"4"-8"-16,-1 2-6 0,5-1-6 0,-1 6-6 16,7-1-4-16,-5 2-10 0,6 4-4 0,0 3-4 15,1 4-8-15,-6 2-17 0,1 3-3 0,-5 2-8 16,-1 3-8-16,-3 0-5 0,-3-1-6 0,-6 1-8 15,-3 7-4-15,-5-2-13 0,-1-7-6 0,-6 3-1 16,-2 2-6-16,-6-4-5 0,1-1-4 0,-4-2-9 16,3 1 1-16,-2-5-5 0,0-3-5 0,8-2-19 15,0 0-12-15,1-3-27 0,2-1-24 0,4-1-25 16,2 0-34-16,11-1-44 0,-14-2-38 0,7-2-40 16,7 4-131-16,0 0-394 0,-5-13 175 0</inkml:trace>
  <inkml:trace contextRef="#ctx0" brushRef="#br0" timeOffset="-191293.58">20871 12789 19 0,'10'-2'195'0,"0"2"-3"0,1 0 1 16,-2 3-13-16,0 1 5 0,3 0-7 16,-3 3-7-16,0 2-15 0,-1 0-8 0,0 1-7 15,2 2-16-15,-1 2-17 0,-2-1-5 0,0 1-10 16,-2-2-9-16,-1-1-7 0,2 3-7 0,-3-4-7 15,0 2-8-15,-1-2-1 0,0-1-9 0,-1-4 1 0,-1-5-2 16,-1 14-7-16,1-14 4 0,-7 10-9 16,4-7-1-16,3-3-6 0,-8 2-1 0,8-2 2 15,0 0-3-15,0 0-5 0,-14-9-2 0,14 9-2 16,-3-10-2-16,3 10-1 0,4-16 6 0,0 3-8 0,2 3-1 16,3-3-2-16,1-2 0 0,1 2 0 15,-2-1-2-15,2-2 1 0,-1 2-2 0,1-2 1 16,2 3 3-16,0 2-5 0,0-1-2 0,-3 5 2 0,-2 1-5 15,1 0-2-15,-1 3 1 0,-2 1-1 16,-6 2 2-16,10 0 3 0,-10 0 0 0,12 7 2 0,-9-3 2 16,1 2 1-16,-2 1 3 0,3 1 1 0,0 1 2 15,1 1-4-15,2-3 2 0,-3 2-2 16,1 0-2-16,2-2 3 0,2-1 1 0,-2 1 0 16,4-2 1-16,1 0 1 0,4-3-4 0,1 0 2 0,1-1 0 15,-1-2-2-15,3-2 2 0,-3-3 0 0,-5 4-1 16,-2-4-3-16,-1 0 5 0,1-2 0 0,-4 0 11 15,-2-1 0-15,-2-2-2 0,-3-1-4 16,-2 1-3-16,-3-1-3 0,-3-4 1 0,1 5-4 16,-3-1 5-16,1 4-11 0,-7-1-11 0,5 2-14 0,-1 1-14 15,-2 3-7-15,1 1-18 0,-4 2-24 0,4 1-19 16,-1 3-36-16,2 0-29 0,1 2-30 0,1-1-218 16,1 2-455-16,5-1 201 0</inkml:trace>
  <inkml:trace contextRef="#ctx0" brushRef="#br0" timeOffset="-191034.54">21615 12604 248 0,'2'-10'246'0,"0"-2"-10"16,-1 3 4-16,1 0-11 0,-1 3-21 0,-1 6-19 15,3-9-23-15,-3 9-17 0,0 0-1 0,0 0 2 16,1 30 3-16,-2-5-10 0,-2 2-3 0,3 7-10 15,-3-1 3-15,1 0-16 0,-1 1-10 0,1-1 3 16,-3 1-7-16,0-2-17 0,2-1-2 0,-2 1-12 16,-1-2-8-16,2 2-2 0,2-2-1 0,-3-3-11 15,1 0 0-15,-1-2-8 0,3-6-18 0,-2-3-29 16,1 1-36-16,-2-1-39 0,1-6-40 0,-2 5-41 16,1-5-47-16,0 0-44 0,0-2-261 0,-2-4-554 15,2 0 245-15</inkml:trace>
  <inkml:trace contextRef="#ctx0" brushRef="#br0" timeOffset="-190799.83">21673 12740 213 0,'11'-14'212'16,"-2"5"-8"-16,3-1-11 0,-4 4-16 0,2 0-14 15,0 2-15-15,0 4-13 0,0 2-12 0,1 3-11 16,-4 1 2-16,5 5-3 0,-2 4-3 0,-4-1-3 15,-3 2-6-15,1 1 0 0,-4 0-8 0,-4 0-4 16,-3-1-10-16,-3-2-4 0,1 2-9 16,-3-1-5-16,0-4-5 0,-1 1-5 0,-1 1-8 0,-1-3-26 15,1 0-29-15,-1-2-29 0,4-1-36 0,-3-1-41 16,4-3-35-16,1 0-38 0,2 0-194 0,7-3-420 16,-13-3 186-16</inkml:trace>
  <inkml:trace contextRef="#ctx0" brushRef="#br0" timeOffset="-190528.31">21788 12836 165 0,'0'0'171'0,"5"8"8"0,-5-8 1 16,4 7-8-16,-4-7-15 0,4 8-9 16,1-3 3-16,0-1-12 0,3-1-2 0,-1 1-6 15,3 0-9-15,2-2-5 0,2-1-3 0,0-1 0 16,0 0-10-16,4-2-1 0,0 0-8 0,-5-1-4 15,3-4-6-15,-5 2-3 0,-1-2-8 0,-3 0 4 16,1-3-3-16,-4 1-7 0,-1-1-5 0,-2-1-8 0,-2 0-4 16,1-2-3-16,-4 1-8 0,-3-2-9 15,1 4-7-15,-4 0-10 0,1 2-22 0,-2 1-16 16,-2 2-23-16,0 1-17 0,-5 4-16 0,-2 4-23 0,1 1-28 16,0 3-43-16,3 3-29 0,-2 0-14 15,4 4-172-15,-2-2-419 0,5 3 186 0</inkml:trace>
  <inkml:trace contextRef="#ctx0" brushRef="#br0" timeOffset="-190145.84">21926 12957 129 0,'13'-3'186'0,"-1"1"6"0,3 0-5 0,-3-3-9 16,0-1 0-16,1 0-12 0,-3-1-3 16,1-1-10-16,1 1-2 0,-2-3-1 0,0-1-13 0,2-3-11 15,-3 2-7-15,0-2-6 0,-3 0-9 0,2-2-12 16,-5-1-7-16,0 0-12 0,-3-1-2 0,0 1-7 15,-4 2-5-15,-2 0-6 0,2 2-3 0,-1 1 0 16,-4-1-5-16,1 3-6 0,-1 2-4 16,2-2-5-16,-2 4-3 0,2 0 3 0,2 3 4 0,5 3-13 15,-7-9-3-15,3 6-3 0,4 3 0 0,-5-5-5 16,5 5-5-16,0 0 3 0,0 0 0 0,0 0-1 16,0 0 2-16,0 0-2 0,25-4-1 15,-7 4 1-15,4 3 2 0,5-2-5 0,-6 0-3 0,1 2 0 16,-1 0 2-16,-4-3-5 0,-4 1-2 0,-1 1 2 15,-1 0 2-15,-2 2-2 0,-1 0-1 0,-2 3 0 16,-1 1 2-16,-2 0-4 0,-2 2 6 0,-1 1 4 16,-1 0-2-16,-3 2 2 0,-1-2-6 0,1 1 2 15,-1 0-1-15,2 1 5 0,-2-1 1 0,1-1-3 16,1 5-3-16,-2-5-6 0,1 0-24 0,0-1-24 16,3 1-32-16,-2-1-35 0,2 0-38 0,1-3-43 15,0-7-47-15,2 14-172 0,-2-14-455 0,7 9 202 16</inkml:trace>
  <inkml:trace contextRef="#ctx0" brushRef="#br0" timeOffset="-189886.66">22492 12543 136 0,'3'-13'258'0,"3"4"-11"0,-5-1 0 0,-1 4-19 16,0 6-21-16,1-9-26 0,-1 9-18 0,0 0-12 15,0 0 13-15,0 0 2 0,6 29 3 0,-8-9-3 16,5 6-4-16,-3 1-9 0,0 2-11 0,-1-3 3 16,-1 0-15-16,1 0-11 0,-2-2-16 0,2-5-12 15,1 0-9-15,-1-1-1 0,0 1-9 0,-3 0-10 16,3 1 1-16,-1-5-16 0,0 2-29 0,-1-7-32 16,1 0-32-16,0 2-41 0,1-5-39 0,-3 2-26 15,0-1-48-15,2-2-48 0,-1 0-57 0,3-6-158 16,0 0-501-16,-15 6 222 0</inkml:trace>
  <inkml:trace contextRef="#ctx0" brushRef="#br0" timeOffset="-189601.08">22364 12748 180 0,'-2'-8'194'0,"2"8"0"0,0 0-15 0,0 0-13 15,4-13-17-15,3 10-15 0,5 1-8 0,1-1-10 16,7 1-9-16,8-1-11 0,1 1-6 0,2-1-1 15,1 2-9-15,-3-2-4 0,0-1 2 0,-11 1-2 16,3 3 4-16,-4 0-8 0,-6-2 0 0,0 2-5 16,0-1 0-16,-3 0-3 0,-8 1-5 0,11 0-4 0,-11 0-7 15,8 0-3-15,-8 0-5 0,9 1-5 0,-9-1 8 16,5 6 13-16,-1 0-7 0,-2-1-4 16,1 1-2-16,-2 3 7 0,2 1 6 0,-3 1-7 15,1 0-3-15,2-2-3 0,-3 2-6 0,-2 0-4 16,1 0 2-16,2-1-14 0,-2 0-23 0,2 1-18 0,-1 0-34 15,2-3-36-15,-4 2-45 0,2-10-45 16,2 14-40-16,0-8-237 0,-2-6-495 0,0 0 220 16</inkml:trace>
  <inkml:trace contextRef="#ctx0" brushRef="#br0" timeOffset="-189420.48">22714 12489 178 0,'0'0'172'0,"-2"-7"-27"0,2 7-12 0,0 0-15 15,0 0-22-15,0 0-34 0,0 0-34 0,9 31-40 16,0-17-12-16,0 2-34 0,2-1-19 0,-1 2-51 16,3-1-136-16,1 0 60 0</inkml:trace>
  <inkml:trace contextRef="#ctx0" brushRef="#br0" timeOffset="-188877.36">22989 12696 88 0,'8'-5'175'16,"-8"5"-5"-16,0 0-1 0,0 0-21 0,0 0-14 0,0 0-2 15,0 0-5-15,0 0-1 0,0 0 2 0,-15 18-6 16,8-10-8-16,1 0-7 0,-1 1-12 0,1 0-7 16,2 1-9-16,0-1 4 0,-1 2-9 0,3 0-5 15,-1-1-10-15,2-1-1 0,1 1-8 0,1-2-6 16,2-1-3-16,-1-1-3 0,2 0 0 0,0 0-5 15,0-1-2-15,2-1 0 0,2-2-6 0,-2 0-1 16,3 0-2-16,3-2 4 0,-12 0-4 0,14-2 1 16,-7 0-1-16,1-2 0 0,-2 0-4 0,1-4 1 15,-1 1-5-15,1 0-2 0,-1 0 2 0,-1-2-4 16,-1-1 2-16,0-1-3 0,-2 0 0 0,2 0-1 16,-1 1 1-16,-1-2-4 0,3 0 0 0,-2 2 0 15,1 0 8-15,0 3-6 0,-2 1-3 0,2 0 1 16,-4 6 1-16,11-5-1 0,-4 5-1 0,-7 0 2 15,14 6 0-15,-6 1-2 0,0-1-1 0,-1 3 5 16,-2 0-8-16,-1 1 3 0,0 1-1 0,1 0 8 16,-3-2-4-16,0 2 3 0,-1-4 3 0,0 3-4 15,0-5-1-15,-1-5 1 0,0 12 1 0,0-12 2 16,2 8 3-16,-2-8 13 0,0 0 9 0,1 6-4 16,-1-6 0-16,0 0 0 0,0 0-3 0,0 0-4 15,0 0-16-15,0 0 2 0,15-20-10 0,-7 11-2 16,0 1-9-16,5-3-8 0,0-1-1 0,3-1-3 15,7-1 0-15,-5 1-2 0,2-2 2 0,3 1 1 16,-5 4-1-16,0 1 3 0,0 1-3 0,-3 2 5 16,-1 1 2-16,-3 2-1 0,-1 1-1 0,2 2 3 15,-12 0 4-15,12 5 9 0,-7 0 3 0,-1 2 2 16,0 0 0-16,-4 3 2 0,1-1-5 0,-1 2 3 16,0 2-5-16,-1-3 5 0,-3 2-4 0,3 0 1 15,-2-2-9-15,1 1-21 0,-2-1-39 0,0 1-42 16,1-4-46-16,2 1-62 0,1-8-201 0,0 0-455 15,0 0 202-15</inkml:trace>
  <inkml:trace contextRef="#ctx0" brushRef="#br0" timeOffset="-188477.98">23779 12608 180 0,'-14'0'216'0,"3"1"-13"15,-1 4 0-15,-3 5-14 0,-2 1-1 16,2 1-11-16,-1 1-5 0,4 0-16 0,-2 2-8 16,2 1-12-16,1-1-10 0,3-1-10 0,0 1-10 0,4-3-11 15,3-1-10-15,1 0-5 0,4 1 3 0,-2-5-14 16,5 3-7-16,2-3-6 0,2 1-5 16,2-4-1-16,1-1-4 0,3 0-6 0,-3-2-2 15,4-1 2-15,-1-1 19 0,-5-2-9 0,0 0 0 0,-1-1-1 16,-1-1 2-16,2-1-6 0,-5 0 0 15,0-2 5-15,-1 2-1 0,1-3-10 0,-2 0 12 16,0-1-17-16,-1 2 1 0,-2-1 3 0,0 2 5 16,-2 7 5-16,2-10-4 0,-2 10 19 0,1-8-24 0,-1 8-2 15,3-4-4-15,-3 4-9 0,0 0 0 0,0 0-6 16,0 0-2-16,0 0 5 0,0 0-3 0,-8 22 1 16,4-15-2-16,1 2 3 0,-1 0-20 0,-1 2 18 15,3-5-5-15,1 4 2 0,1-1-10 0,0 0 3 16,0-1-41-16,0-8-26 0,3 12-26 0,-2-5-29 15,4-1-41-15,0-1-48 0,2 2-46 0,0-4-60 16,-2-1-207-16,-5-2-558 0,16 0 247 0</inkml:trace>
  <inkml:trace contextRef="#ctx0" brushRef="#br0" timeOffset="-188227.9">24073 12481 100 0,'1'-9'293'0,"-2"2"-9"16,1 7-17-16,0-11-25 0,0 11-24 0,1-8-27 16,-1 8-13-16,0 0 5 0,0 0 3 0,0 0-9 15,-4 41-8-15,3-21-5 0,-3 6-12 0,3 0 4 16,1 1-11-16,-1 1-14 0,0-3-8 0,-1 1-9 16,1-6-8-16,-2 4-10 0,2-6-11 0,0 1-5 15,1-2-15-15,-3 1-6 0,3-1 10 0,2-6-27 16,-2 0-34-16,-2 1-26 0,2-1-46 0,-1-3-38 0,0 2-41 15,-1-2-42-15,2-8-64 0,-1 12-54 16,-2-7-201-16,3-5-545 0,0 0 242 0</inkml:trace>
  <inkml:trace contextRef="#ctx0" brushRef="#br0" timeOffset="-187928.25">24962 12389 183 0,'5'-14'256'16,"-2"4"-1"-16,1 3 7 0,-3-1-1 0,3 3-6 15,0 0-16-15,-4 5-23 0,3-10-25 0,-3 10-22 16,0 0-17-16,0 0-16 0,0 0-11 0,0 0 2 0,0 35 2 16,-3-15 6-16,-2 7-3 0,1 1-7 0,-4-1-14 15,2 2-6-15,-3-2 2 0,1 1-6 16,-1-3-6-16,0 2-14 0,2-2-3 0,-2-1-5 15,1-7-16-15,2-1 8 0,-2 0-15 0,3 0 1 0,-3-2-11 16,4-2 1-16,0-4-5 0,1 3-2 0,0-4-30 16,2 0-30-16,1-7-33 0,-2 9-24 0,2-9-34 15,-2 7-29-15,2-7-26 0,0 0-29 0,0 0-48 16,0 9-40-16,0-9-234 0,0 0-566 0,0 0 250 16</inkml:trace>
  <inkml:trace contextRef="#ctx0" brushRef="#br0" timeOffset="-187450.29">24777 12562 37 0,'-12'-7'207'0,"2"2"-6"0,5 1 5 0,-2-1 7 15,2 3-5-15,5 2-7 0,-9-3-15 0,9 3-19 16,0 0-15-16,0 0-15 0,21-8-16 0,-3 6-12 16,12 3-16-16,3-1-4 0,0 1-9 0,4-1-10 15,-2 0-3-15,-4 0-8 0,1 0-6 0,-3 0-4 16,-1 2 2-16,-7-2 0 0,-1-2-6 0,-7 2 8 15,0 0 1-15,-2 0 6 0,-3-1-2 0,-8 1-1 0,12 0-3 16,-12 0-7-16,8 0-3 0,-8 0-7 16,9 0-3-16,-9 0-5 0,0 0-4 0,10 3-1 15,-10-3-2-15,0 0 5 0,0 13 10 0,-2-6-2 16,-4 2 8-16,4 3 4 0,-2-1 8 0,-1 1-1 16,0 3 1-16,-3 0-9 0,1 0-4 0,1-1 3 15,2-2-7-15,1-1-5 0,1-1-3 0,-3 0-2 16,4 1 3-16,1-3-5 0,1 1-1 0,4 0 6 15,-1-2 5-15,5-3-8 0,0 1 0 0,1 0 0 16,4-1-3-16,0-3 2 0,4-1-6 0,1-1 13 16,-1-2-21-16,-1-1 0 0,-1-1 4 0,0-1-4 15,0-1 0-15,-3-2 2 0,1-2-5 0,-1 1 1 16,-4-4-5-16,2 0 2 0,-1-2 1 0,0 0-1 16,-4-3 1-16,0 2 7 0,-2-1-14 0,-4-2 0 15,-4 4 2-15,2-2-1 0,-6 3-7 0,-1 4 5 16,3 2-3-16,-8-2-7 0,-3 4 5 0,3 4-1 15,-2 3 1-15,-2-4-10 0,-2 8-8 0,7-1-25 16,-5 0-21-16,1 3-23 0,4-1-29 0,-2 3-31 0,1 1-34 16,2-1-32-16,4 1-29 0,0-2-38 0,0 1-234 15,1 0-561-15,0-2 249 0</inkml:trace>
  <inkml:trace contextRef="#ctx0" brushRef="#br0" timeOffset="-186072.39">26270 12378 202 0,'5'-18'268'0,"1"1"-11"0,4-5-7 0,-6 2-7 0,3-3-8 16,-1-1-13-16,-1 0-1 0,4-1 4 15,-4 9-15-15,1 0-7 0,0-1-3 0,4 4-15 16,-5 1-6-16,1 4-16 0,1-1-8 0,-1 5-12 16,2-1-16-16,-4 4-14 0,-4 1 13 0,15 8 2 0,-5 2 4 15,-3 5 0-15,1 10 6 0,-1 3-1 0,-1 4-13 16,-3 4-30-16,-3 10-3 0,-5-11-6 16,1 1-8-16,2 0-8 0,-1-1-4 0,1 1-8 0,0 9-4 15,-2-11-4-15,1-1-10 0,1-3 1 0,2-1-6 16,0-1 3-16,0-2-8 0,2-7-3 0,-1-1-6 15,-1 0-14-15,0-5-30 0,2-2-35 0,-2-1-33 16,0-1-39-16,2-3-26 0,-2-6-25 0,0 10-21 16,0-10-29-16,0 7-43 0,0-7-35 0,0 0-33 15,0 0-255-15,0 0-646 0,0 0 286 0</inkml:trace>
  <inkml:trace contextRef="#ctx0" brushRef="#br0" timeOffset="-185500.44">26419 12444 141 0,'4'-15'191'0,"-2"5"-14"0,3-1-16 16,1 1-12-16,4 1 5 0,0-1-13 0,7-1-4 16,-2-2-8-16,-1 4-6 0,8-5-10 0,-4 3-9 15,2 3-8-15,-2-2-6 0,1 1-11 0,-2 0-6 16,3 0-2-16,-4 2-5 0,-5 1 2 0,3 0 0 16,-3 2-3-16,-2-3-1 0,-2 1 2 0,1-1-4 15,-5 1-1-15,2-2-9 0,-3 0-2 0,-2 1-2 16,2-1 1-16,-2 8-1 0,-2-14-3 0,-2 7-2 15,4 7 2-15,-3-8-4 0,3 8-3 0,0-9-1 0,0 9-10 16,0 0-5-16,0 0-1 0,0 0-2 16,0 0 3-16,0 0 0 0,-7 23 3 0,5-8-1 15,0 2-3-15,-1 2 0 0,1 6-3 0,-2-1-1 0,2-4-1 16,-1 5-5-16,-2-8 1 0,3 4-1 0,2-2 1 16,-2-1 1-16,0-1-5 0,2-2 11 0,-3-2-14 15,3-1-1-15,-2-2 0 0,0 1-2 16,2-5-1-16,0-6 2 0,-2 13 2 0,2-13 7 0,0 7-7 15,0-7 0-15,0 8-5 0,0-8 2 0,0 0 5 16,0 0-10-16,0 0 6 0,6 6-7 0,-6-6 3 16,7 1 1-16,-7-1-3 0,10 1 1 0,-4 0 0 15,-6-1 0-15,15 1 10 0,-7-1-11 0,3 3 2 16,0-3-2-16,3 1 6 0,-3 0-7 0,3 1 2 16,-1 0 3-16,5-4-2 0,-5 4 4 0,6-4 2 15,-2 2-1-15,-3-2 7 0,1-1-11 0,4-3 10 16,-6 4-13-16,3-6 6 0,-5 2 0 0,0 1-5 15,0-2 4-15,-2 0 1 0,-2-2 1 0,2 1-1 16,-4-1-4-16,-1-3 1 0,0 3 4 0,-2-2 8 16,-4 0-3-16,4 3-3 0,-4-1 9 0,0 0-6 15,2 9 3-15,-7-10-2 0,3 8-9 0,-5-2 9 16,9 4-6-16,-20 3 5 0,4 0-6 0,1 6 5 16,-4 1-8-16,4 0 4 0,-1 3-2 0,5 1 1 15,-1-1-21-15,3 1-23 0,3-1-28 0,6 3-40 0,2 0-53 16,2-5-64-16,9 3-80 0,4-3-158 0,8 2-501 15,2 0 221-15</inkml:trace>
  <inkml:trace contextRef="#ctx0" brushRef="#br0" timeOffset="-184957.89">27535 12391 253 0,'0'-6'267'16,"0"6"-7"-16,4-10-13 0,-4 10-16 0,2-9-22 16,-2 9-23-16,3-4-17 0,-3 4-17 0,0 0-20 15,0 0-14-15,0 0-6 0,0 0 7 0,9 21-17 16,-7-10-5-16,3 5-13 0,-3 0-5 0,4 1-5 0,-2 0-8 16,-1 2-5-16,4-3-2 0,-3 0-3 15,-1-2-11-15,1-2 1 0,0 1-4 0,-1-2-4 16,1 0 0-16,0-2-3 0,2 0-4 0,-4-2-1 15,2-1-3-15,-4-6-5 0,6 10 1 0,-5-6-1 0,-1-4 11 16,4 7-2-16,-4-7 0 0,4 6 11 0,-4-6 11 16,0 0 17-16,0 0 17 0,3 3 13 15,-3-3-9-15,0 0-6 0,0 0-5 0,14-16-12 16,-8 6-7-16,3-3-4 0,3-2 2 0,0-1-12 0,5-7-11 16,0 2-1-16,-3 0-7 0,3-4 0 0,-2 2 5 15,-2-1-10-15,1-2 0 0,-1 5-8 0,-4 6-4 16,2-2 2-16,-4 3-3 0,2-1-19 0,-5 4-22 15,-1 1-23-15,2 0-29 0,-1 3-32 0,-4 2-36 16,0 5-37-16,0 0-41 0,0 0-24 0,0 0-18 16,0 0-27-16,-23 11-219 0,7-3-560 0,5 5 248 15</inkml:trace>
  <inkml:trace contextRef="#ctx0" brushRef="#br0" timeOffset="-184610.12">27883 12459 225 0,'2'-5'229'0,"-2"5"-8"0,0 0 2 16,9-4-22-16,-9 4-14 0,0 0-24 0,0 0-15 15,0 0-14-15,0 0-1 0,0 0-9 0,5 12-4 16,-5-12-13-16,2 11 3 0,0-2-14 0,-2 0-10 16,0 1-8-16,2 0-8 0,-2-2-6 0,4 1-4 15,-1-1-11-15,1 0 0 0,5-1-3 0,-2 0-6 16,4-2-5-16,1 0-1 0,1-1 0 0,5-1-6 15,-4-3-2-15,0 0 2 0,0 0 0 0,0-2-5 16,-1-2-2-16,-1-1-1 0,1 0-1 0,-2-3-3 16,-1 0-2-16,3-3 3 0,-6 0-1 0,1-3-2 15,0-1 2-15,-6 4-3 0,-2-5 0 0,-2-1-3 16,-3 1-3-16,2-1 0 0,-5 3 0 0,2 0 0 16,-4 2-5-16,-1 3 1 0,-4 1-3 0,-4 2 0 15,4 3 2-15,-7 0-12 0,2 3-11 0,-1 1-12 16,1 2-17-16,-3 1-21 0,6 1-24 0,-2 1-28 15,1 1-40-15,4 0-31 0,2 2-31 0,4-1-182 0,0-1-440 16,3-2 195-16</inkml:trace>
  <inkml:trace contextRef="#ctx0" brushRef="#br0" timeOffset="-184346.11">28327 12221 15 0,'3'-12'282'16,"1"1"-6"-16,-2 0-2 0,-2 2-12 0,3 2-15 0,-2 1-20 16,-1 6-24-16,3-10-17 0,-3 10-24 0,0 0-19 15,0 0-2-15,0 0 8 0,7 20-5 0,-6-4-3 16,2 10-12-16,-2 1-5 0,1-2-11 16,-2-4-6-16,5 3-9 0,-1 2-10 0,-3-7-7 0,0 7-2 15,3-7-22-15,-1 0 7 0,0-1-7 0,-2 0-7 16,2-4-13-16,1-1-16 0,-2 2-26 0,1-3-31 15,-1-3-40-15,0 1-39 0,-2-1-30 0,4 3-27 16,-3-7-36-16,0 1-45 0,-1-6-239 0,3 11-532 16,-3-11 236-16</inkml:trace>
  <inkml:trace contextRef="#ctx0" brushRef="#br0" timeOffset="-184097.58">28574 12190 226 0,'5'-11'272'0,"-3"3"-9"16,0-1-14-16,0 3-24 0,-2 6-24 0,3-7-23 16,-3 7-19-16,0 0-10 0,0 0 17 0,11 13 7 15,-9 0-5-15,-1 12 10 0,-1 1-12 0,2 3-14 16,-2-2-13-16,2 2-19 0,-2-3-7 0,-2-1-13 16,0 1-9-16,2-6-11 0,-3 4-1 0,2-5-11 15,0 7-5-15,-2-9-7 0,2-2-16 0,0 1-23 16,-1-4-18-16,0-2-34 0,2 2-22 0,0-2-26 15,0 0-31-15,-1-2-28 0,1-8-40 0,-2 12-31 16,2-12-27-16,0 0-42 0,-2 6-142 0,2-6-459 16,0 0 203-16</inkml:trace>
  <inkml:trace contextRef="#ctx0" brushRef="#br0" timeOffset="-182966.34">28502 12359 180 0,'-2'-9'186'0,"2"9"-11"15,0 0-1-15,0 0-7 0,7-9-5 0,0 7-10 16,2-4-5-16,5 3-15 0,2-1-5 0,11 0-14 0,-5 3-10 16,9-1-7-16,-3 2-4 0,-3-3-14 15,5 1 0-15,-1 1-10 0,-7-1-6 0,-2 0-3 0,-2 0-3 16,-4 2-7-16,-2-3-1 0,-2 0 4 16,0 3 5-16,-10 0 7 0,11-1-2 0,-11 1 0 0,11-1-1 15,-11 1-4-15,0 0-3 0,10 1-3 0,-10-1-6 16,0 0-3-16,0 0-5 0,0 0-9 0,0 0 0 15,0 0-5-15,-15 18 1 0,2-8 0 0,1 1-4 16,0 0 1-16,0 1-1 0,1-2 3 0,4-1-6 16,-2 0-2-16,4 2 1 0,-1-1 0 0,0-3-3 15,1 1-2-15,3-1 0 0,1 1-1 0,1-8 4 16,1 13-5-16,3-8 1 0,1 1 2 0,5-2-3 16,0 0 2-16,3 0 1 0,6 0-5 0,-1-4 1 15,0-2-2-15,0 2 2 0,-1-4 1 0,-3 2 0 16,2-3 3-16,0-1-6 0,-1-2-1 0,-4 0 2 15,1 2 1-15,-2-3-3 0,2-3 0 0,-5 1-2 16,-1 1 0-16,2-5 0 0,-4 4-3 0,0 1 1 16,0-2 6-16,-3 2-2 0,1 3-2 0,-2 7 1 15,3-9 4-15,-3 9-1 0,2-8-3 0,-2 8-4 16,0 0-1-16,0 0 0 0,0 0 2 0,0 0-10 16,0 0 12-16,-13 17 1 0,9-11-1 0,1 4-5 15,0-4 3-15,1 3 5 0,1-2-5 0,1 1-1 16,0-8 2-16,6 16 1 0,0-8 3 0,1-1-3 15,2 0 8-15,3-1-8 0,4-3-1 0,2 1-1 16,3-3 2-16,8 0 2 0,-1-1-5 0,2 0 5 0,-2-2-2 16,0 1-3-16,0-2 4 0,-1-1-2 15,-6-1 0-15,-3-2 3 0,3 0-1 0,-2 2-1 16,-2-4 6-16,-3-1-2 0,1 0 3 0,-6 1 1 16,2 1-3-16,-4-3 3 0,-1 2 7 0,-1-2-14 0,-1 1 7 15,-2-1 1-15,-1 0-5 0,-2 0 1 16,-3 1 2-16,1 1-3 0,-2 1 1 0,-2 3 1 15,7 5-3-15,-17-3-1 0,4 3 3 0,-2 2-7 16,-1 4 4-16,-2 1-4 0,3 3 1 0,-3-2 1 0,4 3-2 16,1 0-2-16,4-2-4 0,2 0 10 0,0-2 2 15,2 2-2-15,3-1-3 0,2 2-3 0,0-2 7 16,0-8 0-16,4 11-8 0,-1-7 4 16,5 1 1-16,-2-1-4 0,1-1 4 0,5-2 0 0,-1 0 1 15,-1 0 12-15,1-1-14 0,0-2 16 0,-1 1-17 16,0-2-1-16,-2 0-1 0,-2 1 1 0,2 0-2 15,-2-4 6-15,1 3-1 0,-7 3 0 0,9-4-5 16,-6 0 1-16,-3 4 1 0,6-4 0 0,-6 4-1 16,6-4-12-16,-6 4 5 0,0 0 2 0,0 0-2 15,9 12-1-15,-8-1 7 0,-1 3 1 0,1 4 4 16,-1 7 9-16,2 4 3 0,-5 3 1 0,0-2 15 16,-2 2 9-16,-1 0-13 0,4 0 4 0,-2 1-3 15,-1-1-2-15,1-1 1 0,-1 2-10 0,-2 0 2 16,2-4 3-16,0 0-2 0,-1 0 1 0,-1-1-4 15,-2-5-2-15,3-4 2 0,-4 4-2 0,2-6 3 16,0-6-5-16,1 2-2 0,-1-4 7 0,-1 0-3 16,-1-2-10-16,-2-3-2 0,1-3-3 0,-1 1-7 15,-2-4-9-15,2-1 3 0,1-2-5 0,2-5 6 16,2-1-4-16,0-3-9 0,5 0 4 0,0-4-5 16,6-1-3-16,3-6 6 0,4 1-7 0,5-1 1 15,5-1 0-15,2-2 34 0,9-8-3 0,-6 12-2 16,8-10 4-16,-6 10-5 0,9-8-7 0,2 2 0 15,-11 5-2-15,1 1 2 0,2 0 0 0,6-9 4 0,-11 12-1 16,-1-3 3-16,-1 1 2 0,-3 1 4 0,-3 1-7 16,-3-2 5-16,0 1-4 0,-4-1 0 15,-5 3 2-15,-1 2 2 0,0 0 16 0,-2 3-7 16,-2 2-5-16,-2 3-1 0,-3 1 3 0,-1 5 3 0,-1 0-1 16,6 4-5-16,-17-2 5 0,4 5 5 0,2 4-3 15,-5 4-1-15,3 2 5 0,4 1 0 16,2 3-10-16,4 1-1 0,1-1 2 0,3 0-9 0,5 1-30 15,1 0-25-15,2 0-29 0,10 2-34 16,1-1-35-16,5-3-42 0,0-1-57 0,2-4-48 0,0 5-216 16,-2-6-561-16,-7 0 249 0</inkml:trace>
  <inkml:trace contextRef="#ctx0" brushRef="#br0" timeOffset="-181232.96">10231 14216 13 0,'0'0'223'0,"0"-18"-12"0,-1 8-5 16,0 1-7-16,-2 0-10 0,2-2-9 16,-2 2-16-16,-2-1-12 0,1 1-9 0,-2 1-9 0,0 1-13 15,-2 2-9-15,0-2-9 0,-2 3-11 0,0 2-6 16,-3-2-5-16,-1 3-5 0,-4 2-5 0,3 3-5 16,-11 0-4-16,7 5-4 0,-2-2-4 15,1 2-5-15,-2 4-7 0,-1 0-2 0,4 0-25 0,1 3 1 16,3-4-1-16,3 2-4 0,0 1 1 0,0-2-4 15,3 1 2-15,4-3-4 0,0 0 9 0,3-1-1 16,-1 3-7-16,4-4-1 0,1 3 2 0,0-3 1 16,3 0-2-16,1-3-1 0,1 3-1 0,2-4 3 15,2 1-2-15,0-3-3 0,1 0 4 0,2 0-2 16,-1-2 5-16,0-2-2 0,0 1-2 0,1 0-3 16,-3-3-1-16,1 1 1 0,2-2-2 0,-1-2 4 15,-1 1 0-15,-1-3 2 0,-1 1-2 0,0-1 9 16,-2 0-8-16,-2-1-7 0,1 1 7 0,-2-1-4 15,1-1 4-15,-1 3 2 0,-2-2 1 0,-1 1 2 16,0 0-4-16,-2 8 1 0,1-7-3 0,-1 7 2 16,1-9 1-16,-1 9-8 0,3-8-4 0,-3 8 0 15,0 0-2-15,0 0-1 0,0 0 0 0,0 0-1 16,0 0 6-16,9 19-1 0,-6-7 2 0,1 3 4 16,3 2-4-16,-6-2-4 0,3 2 4 0,2 2 5 15,-1-3-10-15,3 1-8 0,-3-1-26 0,0-2-16 16,3 0-18-16,-2-1-29 0,3-4-41 0,1-1-30 15,1-1-30-15,1-3-34 0,0 1-126 0,2-2-394 16,-1-3 175-16</inkml:trace>
  <inkml:trace contextRef="#ctx0" brushRef="#br0" timeOffset="-180658.28">10622 14130 170 0,'-9'-5'192'0,"-1"-3"-6"0,2 3-7 0,-2 4-13 16,-2-1-6-16,2 4-11 0,-1-1-11 0,0 3-14 16,2 5-9-16,-1-1-2 0,-2 4-7 0,2 2-6 15,2 3-3-15,-1 1-8 0,3-1 3 0,-2 7-10 16,4-8-3-16,3 1-14 0,-1-3-2 0,2 0 3 16,2 1-1-16,0-4-8 0,2 1-7 0,5 1-5 15,-1-1 2-15,1-2-10 0,1-4 8 0,3 3-13 16,-2-4-5-16,2-2 1 0,6 0-6 0,0 1 1 15,1-4-1-15,0 0-4 0,2-1 0 0,-2 0 0 16,1-5-1-16,0 3-2 0,-1-3-1 0,0 0-3 16,0-1 0-16,-2 2-4 0,-2-2 2 0,-2-1-2 15,1-2-1-15,-1-1-1 0,-1 0-2 0,-4 1 2 16,0 1-7-16,-5-3-1 0,3-5-3 0,-3 1-6 16,-1 0-1-16,-3 1 1 0,-3-2 4 0,-2 0-3 15,1 1 2-15,3 4-2 0,-4 2 4 0,1-1-1 16,-1 2 1-16,2 0-1 0,1 3 2 0,-2 0-2 15,4 6 1-15,-5-9-4 0,5 9 1 0,-5-6 0 16,5 6 2-16,0 0-1 0,-8-2 4 0,8 2-2 16,0 0 3-16,0 0-2 0,-7 16 3 0,7-16 0 15,2 9 1-15,-2-9 2 0,5 11 2 0,0-8 0 16,2 2 0-16,5 0 3 0,-3-1 2 0,4-1 0 16,1-2-1-16,3 0 0 0,4-1-2 0,-9 0 0 15,3 0 2-15,-3 0-1 0,0-1 1 0,-1 1-5 16,-4-1 5-16,-7 1-6 0,16 1 1 0,-10-1-1 15,-6 0-2-15,11 1-1 0,-5 1 0 0,-1 1-1 16,-5-3 2-16,6 11-1 0,-1-5 4 0,-1 4-2 16,-2-3 6-16,0 2-5 0,1 2 1 0,-3 1 7 15,0-1-7-15,1 1-2 0,-2-1-2 0,1 0-19 16,0-2-8-16,0-2-33 0,-2 3-43 0,4 0-40 16,-1-4-45-16,1 2-28 0,-2-8-159 0,4 9-409 15,-3-4 181-15</inkml:trace>
  <inkml:trace contextRef="#ctx0" brushRef="#br0" timeOffset="-179839.47">11183 14224 152 0,'0'0'171'16,"0"0"-2"-16,0 0-11 0,0 0-11 0,0 0-15 15,0 30-9-15,4-22 3 0,1 2-3 0,-1-2-8 16,1 1-11-16,0-2-9 0,3 0-3 0,-3-2-11 15,0 0 0-15,3 0-9 0,-2-2 3 0,1-1-2 16,3 0-1-16,1-1 2 0,-4-1-9 0,-7 0-6 16,19-4-5-16,-13 2 5 0,3-3-3 0,-2 1-6 15,2-3-4-15,-3 1-4 0,2-2-5 0,-4-2-2 16,2 2-4-16,-6 2-2 0,4-3 5 0,-3-3-14 16,1 2 0-16,-3-6-4 0,1 6 1 0,-1-1-3 15,-1 1 1-15,-4-2-1 0,4 2-4 0,-3-1 0 16,2 3-1-16,-1 0 1 0,-1 2-4 0,3 1 5 15,2 5-11-15,-8-5 1 0,8 5-1 0,-12 2-1 16,5 3-2-16,-1 4 2 0,-3 2 1 0,-2 5-5 16,-5 3 5-16,9-3 0 0,-1 0-2 0,2-1-1 15,-1 1 3-15,3 0-3 0,2-4 3 0,3 0 3 16,-2-2-1-16,4 0 1 0,1-1 2 0,1 0 4 16,3-1 0-16,0-2 2 0,0-1 6 0,3 0-8 15,2-2 2-15,-1-2 0 0,2-1 0 0,1-1 0 16,4-3 2-16,-4 2-6 0,1-2 1 0,-3 0-2 15,2-3 1-15,-2 1 1 0,1 0 0 0,-3-1-4 16,2-2 2-16,-4 1-1 0,1-2 5 0,-1 1 4 16,1-2-12-16,-3 0 2 0,1 0 0 0,0-4-3 15,-2 0 0-15,-2-1 1 0,2 4 3 0,-2-1-3 16,1 3 3-16,-2 0-5 0,3 5 1 0,-4 5-5 16,1-12-4-16,-1 12 2 0,5-5-2 0,-5 5 3 15,0 0-4-15,0 0 3 0,7 23 0 0,-7-5 0 16,0-2 1-16,0 1 1 0,-2 3 2 0,0-1-1 15,1-3 1-15,-2 1 6 0,4 0-8 0,-2-6 3 16,0 2 2-16,1-1-2 0,0-2 4 0,0-5-1 16,0-5 1-16,2 11-2 0,0-6 6 0,-2-5-2 15,7 3 0-15,-7-3 4 0,13-2 7 0,-13 2-8 16,18-5 2-16,-5 2 5 0,-2-4-6 0,1 0 1 16,-2-1-1-16,3-3-2 0,1 1-2 0,-3-3-2 15,-2 1 0-15,5-4 3 0,-6 1-1 0,1 0 0 16,1-1 2-16,-2 0-5 0,0 0-1 0,-2-1 2 15,1 0-3-15,-3 6 1 0,3-1 3 0,-6 4-4 16,2 1 5-16,-1 1 1 0,0 0-11 0,-2 6-1 16,3-8-2-16,-3 8 0 0,0 0-2 0,0 0 4 15,0 0 1-15,7 20 2 0,-9-9-5 0,0 6 5 16,1-5 0-16,2 5 1 0,-2-1 8 0,-1 3-3 16,2-2-7-16,0-1-1 0,0-1 3 0,2 1 0 15,-1-4 0-15,-1-2-1 0,0 4 3 0,4-3-2 16,-3 0 1-16,0-1 3 0,-2 0-2 0,1-1-2 15,0-2-8-15,0 0-36 0,0-7-22 0,-1 14-43 16,-3-10-45-16,4-4-44 0,0 0-52 0,-3 12-148 16,3-12-434-16,0 0 192 0</inkml:trace>
  <inkml:trace contextRef="#ctx0" brushRef="#br0" timeOffset="-179600.66">12138 13968 61 0,'0'-5'225'0,"0"5"-21"16,4-4-2-16,-4 4 4 0,0 0 10 0,10 14-4 15,-10-3-4-15,2 4-2 0,0 6-4 0,-1 5-4 16,-1 0-5-16,1 1-7 0,1 1-11 0,-1-3-11 16,-1 2-20-16,2-1-7 0,0-7-13 0,-4 0-14 15,4-2-11-15,-2 0-13 0,2 1-4 0,-2 0-6 16,0-6-16-16,0 0-19 0,0-2-35 0,2-1-36 15,-4 1-44-15,0-1-41 0,-2-2-45 0,4-7-53 16,-9 7-56-16,3-5-225 0,-2 0-535 0,8-2 236 16</inkml:trace>
  <inkml:trace contextRef="#ctx0" brushRef="#br0" timeOffset="-179066.68">12121 14218 33 0,'8'-14'176'0,"1"-2"-5"0,3 0-14 0,5-6-5 16,0 2-2-16,2 2 0 0,-2 5-3 0,2-5-1 15,1 3-3-15,-3 2-4 0,-2-1-3 0,3 2-6 16,-3 0-9-16,-2-1 3 0,0 1-3 0,1-1 0 16,-2 4-7-16,-5 0-6 0,-3-1-4 0,0 4-5 15,2-3-4-15,-2 5-13 0,-1-2-5 0,-3 6-9 16,6-7-7-16,-6 7-9 0,4-4-5 0,-4 4-3 16,0 0-7-16,0 19-4 0,0-3-4 0,-2 3-1 15,2 6-1-15,-2 1-6 0,0 2 1 0,-2-2-7 16,2 0 1-16,1-1-4 0,-1-5 3 0,0-1-2 15,2 0 1-15,-5-2-3 0,4-1-3 0,0-5 1 16,0 0 8-16,1-2-13 0,-2 1 8 0,0-3-5 16,0-1 1-16,2-6 2 0,0 11 0 0,0-11-1 15,0 0-1-15,-2 7-2 0,2-7 1 0,0 0-8 16,0 0-3-16,0 0-10 0,0 0-1 0,0 0-1 16,0 0 5-16,0 0-6 0,23-14 3 0,-17 10 0 15,1 2 3-15,-1-3 0 0,4 3 4 0,-2 0-4 16,-1 0 3-16,5 1 1 0,-4 1-3 0,-8 0 4 15,15 0 5-15,-4 0 2 0,1 3 1 0,-3-2 0 16,3 1 3-16,3-1-2 0,-3 0 2 0,5-1-1 16,2-1 9-16,-2-1-11 0,-3 1 2 0,3-4 0 15,0-1 1-15,-2 2 4 0,1-4 6 0,-7 2-2 16,-2-1 5-16,2-1-3 0,-2-1-4 0,-1 2 7 16,-3-2 0-16,1-1 0 0,-4 1-2 0,0-1 1 15,2 2 3-15,-2 8-3 0,-6-13 8 0,1 8-15 16,1 1 2-16,-5 1-1 0,9 3-3 0,-19-2-1 15,6 3-1-15,-2 0-2 0,1 6 0 0,0-2 5 16,3 3 0-16,1 0-3 0,2 1-8 0,-3 4-21 16,5-2-35-16,1-1-39 0,-2-1-47 0,5 3-54 15,4-1-50-15,7 3-11 0,5-3-214 0,12 1-512 16,8 0 227-16</inkml:trace>
  <inkml:trace contextRef="#ctx0" brushRef="#br0" timeOffset="-178532.64">13559 14290 61 0,'0'0'218'0,"-6"-8"1"0,6 8-2 0,-6-6-9 15,6 6-14-15,-5-7-14 0,5 7-12 0,-2-5-7 16,2 5-5-16,0 0-12 0,-4-9-9 0,4 9-11 0,0 0-10 16,2-10-14-16,-2 10-2 0,8-11-15 0,-1 3-3 15,0 0-8-15,0 2 0 0,2-2-4 0,2 0-5 16,1 1 0-16,-2-1-2 0,1-1 2 15,1 3 0-15,-1-5-4 0,0 4-2 0,-1-2-6 16,-2 1-2-16,-1 3 7 0,1 0 7 0,-2-1-16 0,0 2-5 16,1 0 3-16,-3-2-3 0,-4 6 1 15,9-3-4-15,-4-3-2 0,-5 6-6 0,0 0-3 16,7-3-7-16,-7 3-4 0,0 0-5 0,6-3-6 16,-6 3 2-16,0 0-1 0,5 21 6 0,-5-11 0 0,2 7-2 15,0 1 2-15,0 0 3 0,-2 7-6 0,0 2 12 16,2-1 4-16,1-1-1 0,-2 1-3 0,1-2 1 15,0 3 4-15,0-2-4 0,0-5 3 0,3 6 0 16,-3-7-9-16,2 7 2 0,0-2-3 0,-1-3 0 16,2-4 2-16,-5 3-1 0,0-2-5 0,0-3-9 15,0 2-15-15,-2-7-29 0,-1 3-23 0,0-3-28 16,-3-1-17-16,2-2-31 0,-3 3-31 0,1-4-33 16,0 0-42-16,2-3-44 0,-3 1-209 0,7-4-540 15,-13 1 240-15</inkml:trace>
  <inkml:trace contextRef="#ctx0" brushRef="#br0" timeOffset="-178357.37">13532 14094 109 0,'-6'-8'240'0,"4"2"-25"15,0 1-28-15,2 5-16 0,-5-9-18 0,5 9-17 16,0 0-9-16,0 0-29 0,0 0-48 0,0 0-47 15,23 11-40-15,-8-3-58 0,2 0-132 16,0 0-245-16,10 3 109 0</inkml:trace>
  <inkml:trace contextRef="#ctx0" brushRef="#br0" timeOffset="-178040.84">14022 14172 25 0,'0'9'171'0,"0"-9"2"0,0 0-1 16,-6 14 6-16,4-5 2 0,-3 1-11 0,5 1 10 15,-4 1-21-15,4 0-12 0,0 0-11 0,0 4-9 16,4-4-3-16,0 0-6 0,1-1-7 0,1-1-8 16,2 2-14-16,3-2-7 0,2 0-6 15,-1-2-5-15,1-4-8 0,7 2-4 0,-5-1-7 0,-2-2 0 16,0-3-4-16,-1 0 2 0,-2-3-9 0,-1 1 10 16,3-1 2-16,-2-3 7 0,-3 1-8 0,2-2-1 15,-2 0-5-15,0-3-5 0,-3 0-4 0,2 0-2 16,-3-3 0-16,1 3-8 0,2-2-3 0,-4 0 1 15,0 2-3-15,0 0 3 0,2 3 12 0,-2-1-3 16,-2 8-4-16,3-11-11 0,-3 11-7 0,2-3 0 16,-2 3-5-16,0 0-1 0,0 0 1 0,2 23 0 15,-2-13-15-15,-2 2-38 0,-2 4-37 0,3 1-36 16,-3 0-37-16,0-2-46 0,2 1-32 0,1-1-45 16,-2 0-143-16,2-2-456 0,1-1 202 0</inkml:trace>
  <inkml:trace contextRef="#ctx0" brushRef="#br0" timeOffset="-177818.25">14400 14390 76 0,'2'-11'222'0,"1"1"-4"0,-1-2 0 0,2 0-8 16,3-3-6-16,0 1-7 0,2-4-13 0,-1 2 1 16,1 1-6-16,3 1-11 0,-1 1-4 0,2 2 4 15,-3 3-18-15,-1 2-13 0,2 2-13 0,2 2-11 16,0 1-12-16,0 5-11 0,-3 0-14 0,-1 2 0 15,1-1-11-15,-2 4 5 0,-1 2-17 0,-1 0-7 16,-1 0-6-16,0 0-20 0,-3 0-32 0,1 0-25 16,-6 2-36-16,3-5-51 0,0 3-49 0,0-5-45 15,-2 1-36-15,2 3-191 0,0-10-480 0,2 9 213 16</inkml:trace>
  <inkml:trace contextRef="#ctx0" brushRef="#br0" timeOffset="-177588.12">14948 14128 154 0,'0'0'252'15,"-5"-8"-15"-15,5 8-3 0,-13 0-13 0,13 0-6 16,-22 10-8-16,10 0-7 0,-2 3-6 0,2 1-12 16,-1 4-15-16,-1 1-5 0,3-1 2 0,3-1-7 15,2-2-13-15,1-1-21 0,1 2-8 16,1-2-11-16,4 1-7 0,3 0-14 0,-1-4-12 0,2-3-19 15,0 2-32-15,5-3-36 0,-2-1-31 0,2-1-41 16,3-1-44-16,-4-3-53 0,4-1-37 0,1-1-58 16,-5-1-152-16,3 1-466 0,-1-2 207 0</inkml:trace>
  <inkml:trace contextRef="#ctx0" brushRef="#br0" timeOffset="-177346.44">15154 13984 154 0,'1'-5'290'16,"3"-1"-23"-16,-4 6-27 0,2-6-19 0,-2 6 4 16,0 0-6-16,0 0 14 0,0 29 22 0,-2-10 5 15,-1 9-15-15,0 0-8 0,0-1-9 0,-1 3-8 16,0-3-9-16,0 3-17 0,-2-3-19 0,2 0-15 16,0-2-12-16,1 0-22 0,3-5-7 0,0-1-9 15,-2 0-13-15,4-3-10 0,-2 3-4 0,2-8-33 16,-1 0-30-16,2 0-52 0,-2-4-31 0,2 1-43 15,-3-8-36-15,1 10-28 0,-1-10-38 0,0 0-53 16,-2 8-55-16,2-8-41 0,0 0-180 0,0 0-581 16,0 0 257-16</inkml:trace>
  <inkml:trace contextRef="#ctx0" brushRef="#br0" timeOffset="-177062.62">14963 14269 224 0,'-4'-3'227'0,"-2"-2"-8"16,6 5-6-16,-5-4-13 0,5 4-16 0,0 0-8 15,0 0-14-15,0 0-5 0,0 0-13 0,20-10-3 16,-2 7-14-16,2 2-6 0,8-2-12 0,0 0-9 16,2 2-8-16,-1-3-3 0,3 3-8 0,-3-3-9 15,2 2-6-15,-3 1-5 0,-8 1-5 0,-1-1-6 16,-1 1-3-16,-4 0-7 0,-2-1-7 0,-2 0 1 16,0 2-4-16,-1-1-5 0,0 0-4 0,1 1 0 0,-3 1 0 15,-7-2 3-15,14 5 11 0,-8-1 2 16,1 3 7-16,-2-3 9 0,1 5 11 0,-1 1 9 15,-1-1 7-15,-1 2-7 0,-5 1 0 0,4-1-9 16,-2 0-3-16,0-1-11 0,-2 6 0 0,1-6-9 16,-2-1-35-16,0 1-44 0,3-3-37 0,-3-1-39 15,2 1-49-15,1-7-75 0,-5 9-56 0,2-4-248 16,3-5-587-16,0 0 260 0</inkml:trace>
  <inkml:trace contextRef="#ctx0" brushRef="#br0" timeOffset="-176898.28">15492 14020 84 0,'0'0'177'16,"-11"14"-28"-16,10-7-39 0,-4 5-31 0,5-1-49 15,2 5-56-15,-1 2-75 0,-2-2-109 0,5 0 49 16</inkml:trace>
  <inkml:trace contextRef="#ctx0" brushRef="#br0" timeOffset="-176343.98">15636 14240 202 0,'-3'11'254'0,"3"-11"-11"0,-9 10-10 0,7-4-9 15,-2 0-14-15,-1 3-8 0,2 0-5 0,-1 1-14 16,3-2-16-16,-2 1-13 0,1 0-14 0,-1 1-12 15,3-3-7-15,0-7-10 0,3 15-5 0,-1-10-14 16,2 3 4-16,1-3-14 0,2 2-3 0,-1-2-2 16,4-1-14-16,-1 0-6 0,0-2-4 0,1 1-4 15,-2-3-7-15,-8 0-6 0,14-2 12 0,-6 0-18 16,1-1 2-16,-3 0-3 0,1-1-4 0,-2-2-1 16,1-3-1-16,-1 2-5 0,-1 0 1 0,-3-3-2 15,-1 0-6-15,0-2 8 0,-1 2-10 0,0-2-3 16,1-1-3-16,0-2-1 0,0 4 4 0,0-4-3 15,2 4 3-15,0 1 1 0,1-2 10 0,0 3 0 16,0 4-1-16,0-1 0 0,-3 6-2 0,10-8-2 16,-2 8 4-16,3 2 3 0,-1 1-10 0,-1 3 2 15,0 1-2-15,2 2-2 0,-3 0 7 0,-1 1-1 16,2 3 14-16,-1-2 5 0,-3-1-4 0,-1 2 6 16,1-2 6-16,-2 0-3 0,-1 0-4 0,0 0 6 15,0-4-2-15,-2-6 3 0,1 11-5 0,-1-11 10 16,2 6 5-16,-2-6 9 0,0 0 2 0,2 6-25 15,-2-6 11-15,0 0-4 0,0 0-6 0,0 0-7 16,0 0-1-16,0 0-1 0,8-28-6 0,-2 20-5 16,3-3-2-16,4-3-7 0,-2 0-22 0,1-1 8 15,3 1 4-15,7-4-4 0,-1 1-4 0,-4 6 3 0,0 0 3 16,0 3 8-16,-2 1-7 0,-2 2-5 16,-3 1-7-16,0 4 18 0,0 0 6 0,1 3-6 15,-5 1 3-15,3 4 7 0,-1-1-2 0,-3 3-5 16,-1-1-8-16,-2 3 7 0,1 1 6 0,-2 2-18 15,-1-3 15-15,-1-1-14 0,-2 3-41 0,1-2-64 16,-2-1-60-16,-1 0-63 0,-1-2-90 0,3 3-367 16,-4-7-746-16,7-5 330 0</inkml:trace>
  <inkml:trace contextRef="#ctx0" brushRef="#br0" timeOffset="-176173.72">16410 14317 246 0,'0'0'372'15,"9"-4"-2"-15,-9 4 25 0,8-2 9 0,-8 2-12 16,6-4-34-16,-6 4-32 0,0 0-32 0,0 0-32 16,5-5-32-16,-5 5-20 0,0 0-33 0,0 0-46 0,0 0-52 15,10 6-88-15,-10-6-95 0,2 8-63 0,-2-8-89 16,0 0-98-16,-8 10-206 0,8-10-605 16,-19 8 267-16</inkml:trace>
  <inkml:trace contextRef="#ctx0" brushRef="#br0" timeOffset="-172361.45">6774 15392 153 0,'-8'-7'239'0,"5"2"-12"0,3 5-15 0,-8-7 1 0,8 7-13 15,-5-3-7-15,5 3-20 0,0 0-14 16,-5-4-19-16,5 4-15 0,0 0-15 0,0 0-12 16,0 0-9-16,0 0 5 0,-8 10 8 0,7 0-2 15,-1 6-8-15,1-5-5 0,0 9-2 0,1-2-14 16,-1-1-4-16,2 8-8 0,-1-7 6 0,-4-2-14 16,7 2-6-16,-3 0-4 0,3-1-2 0,-1 0-4 15,-1-1-8-15,4 1-3 0,-2 0-23 0,-1-6-17 16,0 1-43-16,0-2-36 0,1 1-42 0,-1 0-33 15,0-5-43-15,-1-1-28 0,3 0-174 0,-4-5-448 16,1 8 198-16</inkml:trace>
  <inkml:trace contextRef="#ctx0" brushRef="#br0" timeOffset="-172162.72">6924 15463 142 0,'1'-8'241'16,"-1"0"-12"-16,0 8-16 0,1-10-14 0,-1 10-22 15,2-9-17-15,-2 9-18 0,0 0-3 0,0 0 2 16,0 0-10-16,0 0-8 0,0 0-5 0,0 36-11 16,-2-23-1-16,1 4-16 0,2-2-10 0,-1 2-10 15,-1 0-4-15,2 2-9 0,-1-2-15 0,0 1-31 16,2-2-27-16,-2 1-44 0,1-2-41 0,0-3-50 16,0-3-56-16,-1 0-169 0,-1-1-405 0,1-8 180 15</inkml:trace>
  <inkml:trace contextRef="#ctx0" brushRef="#br0" timeOffset="-171903.99">7078 15348 8 0,'0'0'187'0,"15"-1"1"15,-15 1-3-15,17 7 7 0,-3 2-4 0,-3-2-19 16,0 6-19-16,2 2-10 0,-3-1-13 0,6 8-9 15,-5 1-5-15,2-1-14 0,-7-3-12 0,4 5-7 16,-5-5-4-16,1 7-7 0,-4-2 7 0,-2 1-14 16,-2 0 25-16,-4 0-9 0,0-6-9 0,-3-1-3 15,-5 4-11-15,3-4-3 0,-1-4-6 0,-1 0-9 16,-3-1-23-16,2 1-24 0,-3-3-32 0,2 1-43 16,-5-4-40-16,3-1-47 0,-1-3-64 0,-1-1-122 15,1-2-389-15,0-2 172 0</inkml:trace>
  <inkml:trace contextRef="#ctx0" brushRef="#br0" timeOffset="-171691.23">6397 15390 50 0,'-15'25'278'0,"2"3"-19"0,0 5-15 15,4 0-19-15,6 17-13 0,0-16-16 0,6 2-14 16,2-3-17-16,4-1-19 0,3 0-11 0,5-4-14 16,5-3-21-16,1-2-36 0,0-3-48 0,2-4-58 15,5-3-74-15,-1-4-87 0,-1-3-136 0,3-3-367 0,-3-5 162 16</inkml:trace>
  <inkml:trace contextRef="#ctx0" brushRef="#br0" timeOffset="-171513.47">6905 15245 2357 0,'-18'-21'30'0,"-2"2"10"0,8 8 13 16,-4 0-10-16,7 3-13 0,-2 0-2 0,5 3-20 16,3 1-9-16,3 4-19 0,-8-2 0 0,8 2-13 15,0 0-53-15,0 0-43 0,0 0-56 0,7 30-168 16,0-19-382-16,7 0 169 0</inkml:trace>
  <inkml:trace contextRef="#ctx0" brushRef="#br0" timeOffset="-171202.82">9063 15143 189 0,'-6'-2'213'0,"6"2"-13"0,-12-4-5 16,7 1-1-16,5 3-9 0,-9-3-7 0,9 3-14 0,0 0-17 15,0 0-15-15,0 0-14 0,0 0-13 0,14-14-8 16,3 8-4-16,8 0-15 0,9-2-12 0,0 0-4 15,2 2-20-15,2-2-17 0,-1 2-26 16,-1 0-26-16,-4 0-32 0,-3 3-35 0,-8-1-34 16,-3 1-23-16,-4 1-33 0,-4 0-123 0,-3 2-332 15,-7 0 147-15</inkml:trace>
  <inkml:trace contextRef="#ctx0" brushRef="#br0" timeOffset="-170852.79">9289 15069 134 0,'-10'1'133'0,"10"-1"5"0,-6 3-15 0,6-3 25 0,-7 7 6 16,5-1 1-16,-1 6-3 0,1 2-2 0,-3 4 2 16,5 2-6-16,2 5-16 0,-1 2-4 15,2-1-2-15,1 2-5 0,-2-3-9 0,5 1-15 16,-5 0-5-16,3-7-10 0,3 9-8 0,-4-4-8 16,0-4-5-16,-2-1-6 0,1-1-2 0,1 0-10 0,-2-2 0 15,0-3-7-15,-1-1 0 0,0-1-6 16,2-1 0-16,-2 1-5 0,-1-3 4 0,0-1-6 15,0-7-5-15,-1 12-8 0,1-12-8 0,-5 11-10 16,1-8-7-16,-1 1-3 0,5-4-11 0,-11 5 1 16,2-5-9-16,-2 0-4 0,-1-1 5 0,0-1 2 15,0 0 2-15,2-3 4 0,0 1 4 0,-1-2 6 16,1 0 8-16,1 2 8 0,4-1 12 0,1 0 2 0,-1 1 6 16,5 4-4-16,-9-9 4 0,9 9-9 15,0-6 3-15,0 6-5 0,0 0 0 0,0 0 2 16,23-3-2-16,-10 3-2 0,4 0 3 0,2 1-4 15,1-1-23-15,7 3-25 0,-4-2-41 0,6-1-44 16,3-2-57-16,-2 0-197 0,-1 1-417 0,3-4 185 0</inkml:trace>
  <inkml:trace contextRef="#ctx0" brushRef="#br0" timeOffset="-170636.52">9771 15386 166 0,'0'0'194'0,"-10"-3"-5"0,2 3-2 16,-2 0-12-16,0 2 0 0,-1 3-3 0,1 1 5 16,0 3-13-16,-1 4-5 0,-1 3-7 0,3 1-7 15,0-2-10-15,2 4-14 0,3-2-14 0,1 1-10 16,1 0-5-16,3 1-9 0,4-1-9 0,5-3-19 16,0 2-25-16,2-4-19 0,2-1-41 0,3-1-41 15,-1-3-33-15,0-1-34 0,5-2-38 0,1-2-30 16,-3 1-151-16,2-4-385 0,-5 0 172 0</inkml:trace>
  <inkml:trace contextRef="#ctx0" brushRef="#br0" timeOffset="-170423.23">10033 15431 139 0,'0'0'207'0,"0"-13"1"0,0 13 1 15,0-11-14-15,0 11-19 0,0 0-18 0,0 0-4 16,0 0 11-16,0 0-4 0,0 0 5 0,0 0-9 15,1 42-12-15,-2-24-16 0,2 8-7 0,-2-2-8 16,1 0-6-16,-4 2-25 0,3-1-2 0,0-4-9 16,-2-3-10-16,2 2-25 0,1-3-33 0,1 0-27 15,-2 0-33-15,1-6-33 0,1 2-41 0,-1-4-31 16,4-1-31-16,-3-1-40 0,-1-7-130 0,0 0-392 16,-1 14 174-16</inkml:trace>
  <inkml:trace contextRef="#ctx0" brushRef="#br0" timeOffset="-170044.42">10069 15437 20 0,'10'-8'238'0,"5"-1"-9"0,-3 4-7 16,6-1-11-16,-7 6-14 0,3 3-7 0,-1 0-14 15,5 2-11-15,-4 4-11 0,0-1-4 16,-4-1-16-16,3 6-10 0,-3 0-8 0,1 2-7 0,-6-5-5 15,-3 2-11-15,1-1-8 0,-3 4-10 0,-1-1-8 16,-3-1 5-16,0-3-16 0,-3 3-6 0,2-5-4 16,-2 0-4-16,2-2-5 0,1 0 2 0,1-1-14 15,3-5-5-15,-6 7-7 0,3-1-4 0,3-6-12 16,0 0-5-16,-2 6-8 0,2-6-1 0,0 0 6 16,0 0 1-16,9 9-4 0,-4-8 3 0,5 2 1 15,0 0 6-15,-3-1-6 0,3 2 1 0,1 0-3 16,-2 1 1-16,-2 1 4 0,-1-2 7 0,3 3-9 15,-5-2 3-15,2 4 0 0,-2-1 29 0,-1-1 0 16,-2 1 1-16,-1-8-4 0,-5 14 1 16,1-4-4-16,-4-2-1 0,-1-1 0 0,0 0-1 15,-1-1-15-15,-1 1-15 0,0-3-19 0,4 1-22 0,-3-3-25 16,-1 2-29-16,0-1-46 0,1-1-58 0,10-2-221 16,-17-2-469-16,17 2 208 0</inkml:trace>
  <inkml:trace contextRef="#ctx0" brushRef="#br0" timeOffset="-169755.55">10424 15648 179 0,'5'6'234'0,"-1"-2"-13"16,1 2-2-16,0 0-10 0,-1 0-11 0,6 1-7 15,-3-4-13-15,2 3-11 0,5-1-9 16,0-3-12-16,5 2 8 0,0-3-7 0,2-2-1 15,0-1-10-15,-1-1-18 0,-6-2 9 0,-3-2-2 16,2 2-14-16,-2-3-1 0,1 3 1 0,-1-5-9 16,-3 1-8-16,-2-3 1 0,0 2-8 0,-3-1-1 0,1 0-8 15,-1 0-4-15,-3 0-10 0,0 11-4 16,-8-21-11-16,4 12-8 0,-2 0-7 0,-4 3-9 16,-3 1-8-16,0 2-20 0,-6 2-20 0,-3-1-25 15,3 5-30-15,-3 1-32 0,-4-1-38 0,6 4-51 16,-1-2-65-16,1 3-306 0,1-2-617 0,3 1 273 15</inkml:trace>
  <inkml:trace contextRef="#ctx0" brushRef="#br0" timeOffset="-169130.44">12043 15437 163 0,'-6'-8'259'16,"-3"1"-14"-16,0 0-23 0,-4 1-19 0,-3 1-12 15,-1 3-13-15,2 2-14 0,-4 5-10 0,-7 3-7 16,2 5-15-16,-3 2-11 0,4 0-7 0,2 0-11 16,2 3-9-16,5-4-10 0,3 1-6 0,2 0-8 15,1-1-4-15,4-2-8 0,3 4-2 0,1-4-10 16,1-2 2-16,4 2-6 0,3-5-3 0,2 4-3 15,4-4-5-15,-1 0-4 0,6-2-3 0,0-2-1 16,1-3 5-16,6-2 0 0,-3 0-11 0,4-2 0 16,-6-3-3-16,-2 3 0 0,1-5 0 0,-3 1-2 15,0-4 2-15,-2 1 2 0,-1-4 0 0,-1 1 2 16,-4 0 2-16,0-4-3 0,-2 0 4 0,-3 0-4 16,0-7-2-16,1 6-4 0,-5-10-2 0,0 5 2 15,0-2 4-15,-2 1-2 0,-1-4 0 16,-1 2-3-16,-4 2 9 0,5-1 7 0,1 7 7 0,-3 0 17 15,0 0 10-15,3 3 0 0,0 7-2 0,0-1-1 16,2 3-8-16,0 7-10 0,-2-7-7 0,2 7-4 16,0 0-4-16,0 0-3 0,0 0-5 0,6 29 3 15,1-1-5-15,0 2 5 0,-4 2-6 0,5 0-1 16,-5-1-4-16,-1 2 2 0,4-1 5 0,-3 0-13 16,4-4 7-16,-1 1-24 0,-3-1-35 0,3-2-36 15,-4 1-32-15,0-8-30 0,-1 1-38 0,2-2-54 16,3-4-46-16,-4-1-241 0,-2-1-572 0,2-3 254 15</inkml:trace>
  <inkml:trace contextRef="#ctx0" brushRef="#br0" timeOffset="-168843.46">12331 15513 43 0,'0'0'200'0,"0"0"5"0,0 0-8 16,0 0-12-16,0 0-6 0,0 0-9 15,0 22-10-15,2-14-11 0,1 2-1 0,1-1-13 16,1-1-11-16,-1 1-9 0,5 0-14 0,-3-1 2 0,4-2-6 16,1 0-1-16,1-1-5 0,1-2-4 0,0-1-2 15,5-2-2-15,-7 0-2 0,3-3 3 0,-1 0 0 16,-1-2-1-16,-1-1 8 0,0-1 10 16,1 1-11-16,-4 0-5 0,1-3-7 0,-5 0-7 15,2 2-15-15,-6 7-2 0,2-21-6 0,-2 11-5 16,0 10-7-16,-10-18-20 0,1 8-30 0,3 2-22 0,-10-2-21 15,1 3-39-15,-1 2-34 0,-2 1-27 0,0 2-43 16,0 1-41-16,4 2-22 0,-6 1-181 0,3-2-480 16,3 2 213-16</inkml:trace>
  <inkml:trace contextRef="#ctx0" brushRef="#br0" timeOffset="-168108.22">12558 15422 24 0,'0'0'190'15,"0"0"1"-15,0 0 12 0,13 7 9 16,-10-1-2-16,-1 4-3 0,-2 7-3 0,0-4-10 16,0 3-8-16,-2 1-11 0,1 1-11 0,-1 1-13 15,2-1-12-15,0 1-9 0,5-2-2 0,-1 0-15 0,2-1-2 16,4-3-23-16,1 0-1 0,3-1-13 0,3-2-1 16,4-4-12-16,-2-1-5 0,8-2-7 15,-6-2-3-15,0-2-4 0,0-1-5 0,-2-4-3 16,0 0-1-16,-2-1 1 0,1-3-3 0,-5 0-3 15,3-2 6-15,-5-2-4 0,1 0-7 0,-3 0-4 16,2 0 0-16,-4-4-5 0,-2 4 2 0,-1 1-3 0,-2-2 5 16,-2 3-2-16,2-3-7 0,-2 5 2 15,0 1 0-15,0 0 1 0,0 2-1 0,0 7 3 16,0 0-6-16,0-10-5 0,0 10 3 0,0 0 0 16,0 0 9-16,0 0-1 0,-11 22 6 0,9-12 1 15,2-1-4-15,0 2 14 0,2 0 5 0,1-2-3 16,1 2 1-16,0-2-12 0,1 1-2 0,5 1 1 0,0-2-2 15,1-2 1-15,7 0-3 0,-2-3-2 16,2 0 0-16,2-3-5 0,-2 0 1 0,1-2 3 16,-2-1-8-16,1-3 0 0,-5 2-5 0,-1-3-10 15,-1-1 1-15,-2 1 4 0,2-3 3 0,-2 0-4 16,0-5-2-16,-5 2-1 0,1-1 2 0,0-4 6 16,-1-1 2-16,-1-1-4 0,-1-6 1 0,-2-1 0 15,0 0-4-15,0 2 1 0,0-3 1 0,0 9-4 16,-2-7 4-16,-1 9-9 0,1-1 10 0,0 6 12 15,0 2 0-15,2 9-5 0,-3-12 0 0,3 12-2 16,0 0-2-16,0 0-5 0,0 0 2 0,0 0-3 16,0 37 10-16,0-11-6 0,0-2 5 0,3 2-4 15,-3-2 9-15,-3 2 7 0,3-6 0 0,0-3-6 16,0 2 7-16,0 1 3 0,3-4-5 0,-1 0 0 16,-2-4 17-16,2-2-19 0,-2-5 7 0,2 2-14 15,0 0 6-15,-2-7 5 0,3 9 0 0,-3-9 6 16,2 6-1-16,-2-6-1 0,0 0-3 0,11 0 1 15,-11 0 7-15,16-8-16 0,-5 4 3 0,0-2-1 16,-2 0-4-16,6-4-12 0,2 0-2 0,0 3-13 16,-1 0 6-16,3 2-2 0,-8 2-1 0,4 3-5 15,-3-2 0-15,-12 2 0 0,19 4 4 0,-9-1 0 16,-4 2 7-16,-6-5-7 0,9 15 5 0,-9-5 3 16,-2 2 1-16,-2-1 0 0,-3 5 1 0,0-3 7 15,-6 2-3-15,2-1-2 0,-3 0 1 0,1-2-33 16,0-1-29-16,-2 1-20 0,2-4-28 0,-1-2-33 15,3-2-43-15,-3 2-52 0,4-5-56 0,1-1-259 16,-1 0-601-16,10 0 267 0</inkml:trace>
  <inkml:trace contextRef="#ctx0" brushRef="#br0" timeOffset="-167875.96">13482 15194 230 0,'4'-6'226'0,"-4"6"-24"0,0 0 6 16,0 0 9-16,0 0 0 0,0 0 2 0,23 27 2 16,-17-8 13-16,-1 5 0 0,-3 4 2 0,4 1-14 15,-1-5-15-15,0 3-12 0,-3-1-23 16,0 0-17-16,0-1-7 0,1-1-14 0,-1-6-16 0,-2-1-14 16,2 1-22-16,2-1-39 0,0-3-47 0,-3-4-50 15,1 2-46-15,0-2-47 0,1 1-40 0,-3-11-36 16,5 11-32-16,-8-4-17 0,6-3-192 0,-3-4-503 15,0 0 223-15</inkml:trace>
  <inkml:trace contextRef="#ctx0" brushRef="#br0" timeOffset="-167391.83">13632 15616 154 0,'0'0'48'0,"15"-3"40"0,-8 1 16 0,-3-1 0 0,4 0 7 15,0 0-5-15,-3 0 11 0,6-2 8 0,0 2 10 16,-2-2 6-16,3 2-3 0,-1-4-3 0,-2 1 5 16,5 2-8-16,1-4-4 0,-6 2-2 0,4-1-1 15,1-1 1-15,0 0 2 0,-1 1 0 16,-1 1 5-16,-4-2 2 0,3-1-14 0,-1 1-1 0,-1 0-1 15,1-2 5-15,-5 1-4 0,4-2-4 0,-4 2-8 16,-1-1 4-16,2 0-16 0,-5 1-1 0,1-2-5 16,-2 11 2-16,0-13-12 0,0 13 0 0,-7-14-8 15,7 14-9-15,-10-5-17 0,10 5 5 0,-15-4-4 16,2 6-5-16,-1 3-7 0,-3 3 3 16,5 2-10-16,-3-1-3 0,3 2-6 0,1 1-1 0,5 0 0 15,-3-2 0-15,4 2-4 0,4-3 1 0,-1 4-1 16,4-1 8-16,4 0-9 0,0-2-6 0,5-3 6 15,1 1 5-15,3 0-8 0,4-2 5 0,-2-2 2 16,4-1-2-16,2-2-4 0,-2-1-2 0,-2-1 2 16,10-3-3-16,-7 0-2 0,2-2 7 15,-5-1-7-15,-1 1 6 0,-5-2-7 0,0 0 0 0,-3-4 2 16,1 4 0-16,0 0-4 0,-1-6 4 0,-4 0-4 16,2-1 1-16,2-1 0 0,-5 2-4 15,4-2 0-15,-5 5 7 0,0-1-5 0,1-3 11 0,0 6-12 16,-5 9-2-16,4-13-5 0,-4 13-6 15,0-6-2-15,0 6 0 0,0 0 8 0,0 0 1 0,0 0 1 16,0 0-1-16,-8 36 0 0,6-21 3 0,-2 2-3 16,0 1 8-16,0-1-4 0,-1-1-5 0,1 1 3 15,3-1 3-15,-3 1-1 0,-1 0-1 0,3-6-6 16,2 7 11-16,-3-6-20 0,2-2-27 0,-2 1-33 16,1 1-33-16,0-3-32 0,2 0-40 0,-4 1-38 15,2-2-47-15,-1-3-51 0,-1 1-290 0,4-6-659 16,-12 8 292-16</inkml:trace>
  <inkml:trace contextRef="#ctx0" brushRef="#br0" timeOffset="-166988.98">15238 15219 2247 0,'0'-17'63'0,"-1"-4"27"0,-1 5 10 15,1 3 8-15,1 1-7 0,-2 2 4 0,0 3-6 16,0 0-14-16,2 7-12 0,-1-9-5 0,1 9-15 15,0 0-2-15,0 0 7 0,0 0 36 0,-14 15-6 16,7 1 0-16,1 3 1 0,-3 8-4 0,4 2-4 16,2 1 8-16,-1 0-3 0,0 2 1 0,1-3 1 15,0 2-2-15,-1-4-3 0,6 1-10 0,-4-4-7 16,1 2 1-16,4-1-2 0,-5-5-14 0,4-2 0 16,-2 1-3-16,-2-2-8 0,4 0-35 0,0 0 1 15,-2-2 0-15,1-2-29 0,1-3-16 0,-2 0-50 16,1 0-17-16,-2-1-54 0,2 0-37 0,-1-9-57 15,-3 9-56-15,3-9-55 0,-7 6-182 0,7-6-592 16,-9 0 261-16</inkml:trace>
  <inkml:trace contextRef="#ctx0" brushRef="#br0" timeOffset="-166441.91">15016 15463 168 0,'10'-4'176'0,"6"-1"-8"0,4-1-2 0,8 1-6 15,3 2-6-15,-1-2-12 0,0 3-2 0,0-3-9 16,1 1-10-16,-2 2-7 0,1 0-2 0,0 0 0 16,-2-1-8-16,-6 0-1 0,-3 3-6 0,-1-3-1 15,-6 1-7-15,-3 2 1 0,-4 1-6 16,-5-1-9-16,13 0 1 0,-13 0-10 0,9-1-1 0,-9 1-5 16,0 0-8-16,0 0-7 0,1 6 0 0,-1-6-4 15,-13 13 1-15,3-5 0 0,2 2 0 0,1-1 1 16,0 1 0-16,2-1 5 0,-1 2-4 0,1-3-7 15,2 3-4-15,2-1 1 0,1-1-5 0,1 1-5 16,2-3-1-16,2 2-3 0,1-5 2 16,0 0-2-16,4 1-3 0,5-1 2 0,-2-1-4 0,4 0-2 15,-3-3-1-15,4-1 0 0,0 1 1 0,-4-3-5 16,3-1 6-16,1 0-7 0,-5-2 0 16,-2-1 5-16,1 2 0 0,-2 0 0 0,-1-3-4 0,-3 1 1 15,1-1-7-15,-2 1 3 0,-1-4 2 0,-2 2-4 16,1 0 0-16,-1 1-1 0,-2 8 1 0,3-9 6 15,-3 9-11-15,1-8 2 0,-1 8-2 0,0 0-3 16,2-7 0-16,-2 7 6 0,0 0-6 0,0 0-2 16,7 20-1-16,-5-11 3 0,0 3 1 0,0-2-2 15,1 6 13-15,-2-6-11 0,3 5 3 0,-3-2-5 16,2-3 4-16,-1 1-1 0,1-2 2 0,-1-2-3 16,1-1 7-16,-3-6-5 0,4 10 14 0,1-7 4 15,0-1 10-15,-5-2 0 0,14-2 7 0,-2-1-10 16,-3-2 5-16,2-1 6 0,-1-2 3 0,1 0 6 15,0-5-13-15,2 2 11 0,-2-2-17 0,-2 0-7 16,2 0 9-16,-1-4-11 0,-1 3-17 0,-2-3-18 16,1 1-36-16,1-1-45 0,-5 6-43 0,0-1-54 15,1-4-70-15,0 5-300 0,-5 11-614 0,6-19 272 16</inkml:trace>
  <inkml:trace contextRef="#ctx0" brushRef="#br0" timeOffset="-165972.81">16368 15448 135 0,'13'-5'257'0,"0"-1"-8"15,3-2-9-15,-1-1-17 0,1 0-10 0,-1-1-14 16,0 1-17-16,1 0-12 0,0-1-9 0,0 2-6 16,0-7-5-16,-2 2-7 0,0 2-8 0,-2 0-8 15,-2 0-3-15,-1-2 11 0,-3 3-25 0,1-4-2 16,-4 1-19-16,-2 3-4 0,-4 0-15 0,1 0-5 15,-2-1-10-15,-4 3-5 0,0 3-6 0,-6-2-5 16,3 2-4-16,-7 1-4 0,1 3-10 0,1 4 2 0,-3 2-3 16,2 2-5-16,0 3 3 0,2 3-2 15,1 0 0-15,1 0-5 0,3 2 9 0,0 9-2 16,5-5 2-16,2 0 13 0,2-3-11 0,3 3-3 16,4-2-4-16,2-1 7 0,3 0-5 0,0-2 0 15,11 4 5-15,-3-7 2 0,5 4-14 0,3-4-7 0,0 0-3 16,1-3-36-16,-1 1-21 0,-7-6-27 15,0 1-28-15,1 0-32 0,-4-2-39 0,-3 1-39 16,-2-2-29-16,1 1-27 0,-4-1-191 0,-2-1-509 16,-7 0 225-16</inkml:trace>
  <inkml:trace contextRef="#ctx0" brushRef="#br0" timeOffset="-165596.75">16818 15284 191 0,'0'0'220'16,"0"0"-12"-16,0-12-19 0,0 12-12 0,0 0 2 16,0 0-18-16,0 0-11 0,0 0-8 0,18 24 3 15,-11-11-4-15,-2 6-14 0,3 0-6 0,0 0-3 16,-3 0-1-16,0-2-3 0,-2 1-10 0,0-1-9 16,1-3-7-16,1 1-1 0,2-2-4 0,-1 1-3 15,-2-5 0-15,1 0 1 0,-1 1-2 0,1-5 5 16,0 2-4-16,1-3 12 0,-3-1 3 0,2 1 0 15,-5-4 3-15,9 0-5 0,-9 0 1 0,12-4 4 16,-6 1-8-16,-1-1-10 0,0-5-5 0,2 0 8 16,-1-1-19-16,-1 0-8 0,0-2 1 0,2-5-9 15,-2 6-2-15,2-3-7 0,0 3-3 0,2-4-7 16,-3 1-2-16,6-1-4 0,-3-3 4 0,0-5-2 16,-1 6-1-16,0 2 1 0,-1 0-5 0,-2 3-6 15,-1 2 4-15,-1 4-6 0,1-1-13 0,-1 1-27 16,-3 6-25-16,5-7-35 0,-5 7-25 0,2-7-42 15,-2 7-28-15,0 0-19 0,0 0-21 0,0 0-25 16,0 0-28-16,0 0-28 0,0 0-221 0,0 0-569 16,0 0 251-16</inkml:trace>
  <inkml:trace contextRef="#ctx0" brushRef="#br0" timeOffset="-164712.06">17266 15398 239 0,'0'0'241'0,"12"-2"-12"16,-12 2-5-16,0 0-15 0,9-4-11 0,-9 4-13 15,7-3-7-15,-7 3-5 0,7-6-12 0,-7 6-13 16,9-4-5-16,-4-3-9 0,0 5-6 0,4-5-4 16,-4 2-9-16,0-3 7 0,0 2-17 0,0-1-12 15,-1-3-8-15,1 3-3 0,-1-1-10 0,-3-2-3 16,1 2-7-16,-2-2-9 0,0 10-7 0,-2-15-4 15,0 7-6-15,-3 3-6 0,-2 1-3 0,2-1-5 16,-1 1-1-16,-2 2-7 0,-2-2 2 0,0 7-6 16,-2 0 3-16,-3 6 9 0,1 0-6 0,0 3-5 15,4 1 7-15,-1 1-10 0,3 1 10 0,0-1-9 16,1 1-4-16,5 0 2 0,-1-2 9 0,3 4-7 16,0-5 0-16,3-4-3 0,2 5 6 0,0-4-1 15,4 3-4-15,1-6 4 0,0 3 5 0,2-3-3 16,1-2 1-16,0 1-2 0,2-2 0 0,-2 0 1 15,1-3-5-15,2 1 4 0,0-4-3 0,-5 2 4 16,2-2-9-16,-2 0 11 0,0-1-5 0,-2 1 0 16,2-2-4-16,-1-1 0 0,-1-2 6 0,3 1-3 15,-5-1-11-15,4 0 10 0,-3-1 2 0,2 1 4 16,-1-1-13-16,1 3-1 0,-1-6 2 0,-3 5 4 16,3-1 3-16,-3 3 5 0,-1-2-10 0,1 5-4 15,-6 2-7-15,9-7 1 0,-9 7 3 16,10 0-3-16,-10 0-1 0,11 8 7 0,-6-4 3 0,3 2-1 15,-2 1 4-15,-1-1-5 0,1 3 0 0,-1-1 3 16,0 1 3-16,0-2 3 0,1 1 0 0,1 0 4 16,0-3-4-16,1 0 15 0,2 1-11 0,1-2-3 15,1-1 19-15,1-2-11 0,4-1-5 0,-2-1 12 16,-2 1-12-16,5-4-5 0,-5 1 3 0,0-1 10 16,-2-3-28-16,0 1 17 0,1-2-9 0,-2-5 4 15,-2 4 2-15,1-1 4 0,-4 0-12 0,0-2 12 16,0 2-10-16,-1-1 7 0,-2 1 0 0,2-1-4 15,-1 4-3-15,-2-3 5 0,2 6 4 0,-3 4 3 16,2-11 0-16,-2 11 0 0,3-7-15 0,-3 7 0 16,0 0 7-16,0 0-2 0,0 0 5 0,0 0 5 15,0 0-4-15,0 0-8 0,11 16 13 0,-8-11-10 16,-3-5 2-16,10 7-4 0,-6 0 2 0,2-4 1 16,-1 0 2-16,7 0-3 0,-6-2 6 0,2 1 8 15,2-2-1-15,-10 0 3 0,15-2 3 0,-4 0 0 16,-5 0-4-16,3-1 2 0,-3 0-10 0,1 0 9 15,-1-2-7-15,-6 5-2 0,12-6 0 0,-9 3 2 16,3-1-6-16,-6 4 0 0,7-5 4 0,-7 5 0 16,6-2 1-16,-6 2-10 0,0 0-9 0,0 0 3 15,0 0-3-15,11 6 4 0,-10 2 5 0,0 2 9 16,-1 0 1-16,-1 7 12 0,-1 0-4 0,0 1 3 16,-3 2 4-16,2-2 7 0,-3 7-12 0,2-1-4 15,-1-5-2-15,1 4-1 0,1-4 1 0,-2-2-1 16,1 1-9-16,1-2 8 0,2-5-6 0,-2 5-16 15,2-5-39-15,1 2-35 0,-2-2-44 0,0-2-40 16,1 2-37-16,-2-3-38 0,2-1-50 0,1-7-56 16,-1 11-296-16,-2-4-695 0,3-7 308 0</inkml:trace>
  <inkml:trace contextRef="#ctx0" brushRef="#br0" timeOffset="-164451.83">18727 15145 170 0,'5'-11'301'0,"2"3"-4"15,-2 1-12-15,-2 3-14 0,1-2-23 0,-4 6-23 16,0 0-21-16,0 0 19 0,0 0 18 0,12 16-1 16,-12-1 5-16,1 2-8 0,-2 1-14 0,2 7-13 15,-2 1-12-15,0-7-13 0,1 1-20 0,0 5-10 16,-4 0-13-16,1-6-11 0,3 6-14 0,-1-7-13 15,0-1-8-15,-1 0-17 0,2 0-27 0,-2-2-41 16,0-5-53-16,4 1-61 0,-4-5-63 0,1 1-48 16,1-7-53-16,0 0-48 0,0 14-48 0,0-14-235 15,0 0-648-15,0 0 288 0</inkml:trace>
  <inkml:trace contextRef="#ctx0" brushRef="#br0" timeOffset="-164190.3">18939 15331 176 0,'0'0'219'0,"5"-3"-12"0,-5 3-3 16,0 0 0-16,0 0-2 0,0 0 5 0,0 0 3 16,16 12-6-16,-11-7-14 0,0-2-9 0,1-1-15 15,6 4-14-15,1-3 4 0,-2 1-12 0,2-1-4 16,0-1-13-16,4 0-4 0,-4-4-7 0,0 2-3 16,-13 0-9-16,24-2 1 0,-11-3 3 15,-1 0-20-15,-3-1 5 0,-2 0-13 0,0-1-1 16,-2-1-7-16,-5 8-3 0,5-17-6 0,-4 7-7 0,-1 10-7 15,-5-21-5-15,0 11-6 0,-3 1-5 0,-2 0-5 16,1 1-26-16,-5-2-25 0,-3 3-22 0,3 1-32 16,0 1-27-16,-2 1-32 0,0 2-33 15,3 0-50-15,2 0-67 0,-2 2-297 0,2-2-630 16,11 2 279-16</inkml:trace>
  <inkml:trace contextRef="#ctx0" brushRef="#br0" timeOffset="-163875.58">19179 14886 194 0,'0'0'232'0,"0"0"-7"0,0 0 2 0,0 0 1 0,0 0-11 16,0 0-14-16,0 0-12 0,0 0-15 0,6 27-6 15,-5-20-3-15,4 2-12 0,1-1-4 16,5 0-2-16,-1-2-6 0,4 2-7 0,-1-5-6 0,-2 1-8 15,8 0 1-15,-7-2-10 0,2-2-6 16,-1-3-13-16,1-2-1 0,-3 2 3 0,0-4-5 16,0 0-6-16,-3-2-9 0,-2-2-3 0,-1 2-4 0,-1-4-6 15,1 2-6-15,-4 0-6 0,1-2-11 0,-4 2 2 16,2 11 1-16,-7-25-13 0,0 14-19 16,0 4-17-16,-2-4-27 0,-1 8-21 0,-2-3-20 15,-2 6-30-15,0 2-30 0,-7 2-33 0,3 5-33 16,1 2-43-16,1 3-27 0,2 1-25 0,0 7-205 0,4-4-539 15,6-1 238-15</inkml:trace>
  <inkml:trace contextRef="#ctx0" brushRef="#br0" timeOffset="-163630.5">19502 15108 24 0,'16'-4'197'0,"-9"2"-8"0,-7 2 9 0,6-7 4 15,-6 7-4-15,4-7 0 0,-4 7-6 0,0 0-5 16,0 0-13-16,0 0-15 0,0 0 6 0,-23-5-6 15,23 5 6-15,-25 10 11 0,8-1 1 16,1 1 12-16,2 3-3 0,0-4-9 0,0 5 6 16,4-1-12-16,1 2-17 0,0-1-12 0,5-1-14 15,-1-1-7-15,4 0-10 0,-1 1-7 0,4-1-8 0,2-5-11 16,2 10-3-16,3-8-9 0,4 1-5 16,2-1-21-16,-5-4-31 0,9 1-38 0,-6-3-50 15,6 1-62-15,-2-2-51 0,-3-2-65 0,0-3-75 16,-4 0-327-16,-10 3-704 0,21-9 312 0</inkml:trace>
  <inkml:trace contextRef="#ctx0" brushRef="#br0" timeOffset="-162408.45">20233 15395 2122 0,'19'-2'142'16,"1"0"-41"-16,2-2-47 0,0 0-8 0,7 0 9 15,-5-5 24-15,3 1 4 0,-5 2 12 0,3-2 0 0,3-3 12 16,-4-6 9-16,-5 6 4 0,4-3-16 16,-7 2 13-16,1-1 4 0,-3 0-3 0,0 0-15 15,-2-1 10-15,0-1-13 0,-3-1-6 0,-1-3-4 16,-3 1-3-16,-1 1-50 0,-3-2 3 0,2 1 2 0,-3 0 2 16,-4 3-1-16,0-1 5 0,-1 5-10 0,0 1-9 15,-2 4-1-15,0-1 3 0,-1 1-12 16,0 3-1-16,-2 0-4 0,-1 3 5 0,-1 2-9 0,1 0 6 15,-1 2-7-15,2-2 0 0,2 2 4 16,1 0-4-16,2 0-4 0,-1-1-2 0,6-3 6 16,-2 9-4-16,2-9 5 0,8 10-4 0,4-5 0 15,4-1 3-15,4 0-2 0,7-1-2 0,0 0 2 16,-7-2-3-16,7 1-6 0,-5-2 8 0,-4-3 2 0,1 2-5 16,-6 1 6-16,-1-2-12 0,-1 2 8 15,-2 0 0-15,-9 0-4 0,14 0-2 0,-9 0-3 0,-5 0-2 16,0 0-3-16,11 3 2 0,-11 4-6 0,0-7 4 15,-2 15 4-15,-1-5 15 0,-2 3-17 0,1 0 17 16,0 0-14-16,2 1 9 0,-2-2-3 16,3 4-7-16,-1-5 1 0,0 1 4 0,1-2-5 15,1 2 8-15,1-3-9 0,4 1 10 0,-3-2 1 0,5 0 4 16,1-1-2-16,1-3-6 0,2-1 8 16,2-1-4-16,5-1 3 0,0-1-3 0,1 0 1 0,0-3 0 15,-1-1-2-15,1 1 5 0,-5-3-4 16,-1-1 1-16,1-2-5 0,0 0 2 0,-5 1 6 0,1 1-4 15,-1-4-1-15,-3 0-4 0,1 0 2 0,-1-4 0 16,1-1-10-16,-1 0 5 0,-1 0-4 0,-1 7-3 16,-1-5 5-16,0 2-3 0,-3 2 2 0,2 3-1 15,-2-2 1-15,0 9-3 0,0-10 3 0,0 10-2 16,2-7-8-16,-2 7 5 0,0 0 6 16,0 0 0-16,0 0 13 0,-19 24-5 0,10-15 14 0,1 5-4 15,3-4-9-15,0 6 15 0,1-4-7 0,-1 0 7 16,4 0 8-16,1-1-11 0,1-1 6 0,2 1-3 15,1-3 4-15,2 2-3 0,-1-3-2 16,4-2 4-16,3 2-2 0,0-4 2 0,7-3-4 0,0 3-1 16,0-2-2-16,1-1 0 0,-3-1 6 0,0-4-6 15,-2 3-4-15,-3-3 8 0,0 1-8 0,-2-3 2 16,2 1-7-16,-2-2 5 0,-2 0-3 0,2-1-2 16,-1-4 1-16,-3 1-3 0,2-1-3 0,-1-1 4 15,-2-2-5-15,-1 1-2 0,-1 2 0 0,-2 2-2 16,0-1 2-16,1 3 0 0,-1 4 0 0,-1 5-2 15,1-12-6-15,-1 12 0 0,2-7-6 0,-2 7-1 16,0 0 5-16,0 0 0 0,0 0-8 0,-6 28 11 16,5-17-3-16,-1 5 8 0,0 0-1 0,0 1 3 15,2-1 1-15,-2 3 2 0,2-3-4 0,0 2 5 16,2 2 0-16,-1-4 2 0,2 1 0 0,-1-2-4 16,1-2 3-16,-3-1 2 0,1-1-4 0,0-2-3 15,1 2 4-15,-2-6 0 0,0-5-2 0,0 8 2 16,0-8 3-16,2 6-5 0,-2-6 5 0,2 9 3 15,-2-9 3-15,0 0-6 0,0 0-7 0,0 0-11 16,0 0 3-16,0 0-6 0,0 0-6 0,13-16-8 16,-6 11-17-16,-1-2 8 0,2-1 1 0,3-1-26 15,2-3-2-15,4 1 5 0,0-3-1 0,5 0 6 16,-4 1 2-16,-1 1 6 0,5-5 13 0,-1 1-13 16,-5 3 16-16,0-1 1 0,-2 2 3 0,2-1 0 15,-6 2 5-15,-2 2 4 0,-2 1 8 0,2 2 10 16,-5 1 1-16,1 0-3 0,-4 5 1 0,7-7 4 15,-7 7 1-15,0 0-13 0,0 0 18 0,0 0-3 16,0 0 4-16,-23 16 2 0,14-10 1 0,0 3-3 16,2 2 10-16,-1-2-6 0,0 1-6 0,0 4 14 15,3-2-4-15,0 0-1 0,4 1-23 0,1-2-22 16,2 2-42-16,3-1-43 0,0-3-41 0,1 2-65 16,1-3-72-16,1 1-66 0,1-3-184 0,-4 1-587 15,-5-7 260-15</inkml:trace>
  <inkml:trace contextRef="#ctx0" brushRef="#br0" timeOffset="-162238.62">21099 14861 73 0,'-6'0'174'0,"6"0"-25"0,0 0-33 0,-14 3-70 15,14-3-54-15,0 0-84 0,1 12-100 0,-1-12 45 16</inkml:trace>
  <inkml:trace contextRef="#ctx0" brushRef="#br0" timeOffset="-161612.5">22311 15328 239 0,'3'-10'273'0,"-1"4"-20"0,1-4-33 16,0 3-3-16,2-2-13 0,0-1-14 0,1 1-15 15,0-2-10-15,0 2-5 0,2-1-5 0,0 0-12 0,2 2-9 16,0-6-3-16,2 3 3 0,-2 1-5 0,-1 1-8 16,-2-1 0-16,2 1-3 0,0 0 14 15,-1 0-16-15,-2 2 3 0,1 2-3 0,-2 0-1 16,-1 0-10-16,1 0-8 0,-3-1-9 0,-2 6-4 16,7-7-7-16,-7 7 2 0,4-5-7 0,-4 5-2 0,3-5-4 15,-3 5-9-15,0 0-5 0,0 0-1 0,7-3-6 16,-7 3-2-16,0 0-7 0,0 0-2 0,0 0-1 15,0 0-2-15,0 0 0 0,0 0 0 0,3-6-3 16,-3 6 9-16,0 0-5 0,0 0 2 16,0 0 1-16,0 0 3 0,0 0 0 0,0 0 2 0,0 0 8 15,0 0 3-15,0 0 0 0,0 0 2 0,0 0-4 16,0 0-7-16,0 0-2 0,-8-13-5 0,8 13-5 16,-5-8-2-16,5 8-1 0,-6-8-5 0,3 3 1 15,3 5-4-15,-7-9-3 0,3 4-1 16,4 5-2-16,-7-9-2 0,4 4-1 0,3 5-1 0,-4-8 2 15,4 8-2-15,-4-6-5 0,4 6 0 0,0 0-7 16,0 0-4-16,0 0-2 0,0 0 5 0,0 0-3 16,-14 18 3-16,9-5 2 0,0 3 1 0,0 0-2 15,1 2 3-15,-2-1-1 0,1-2-1 0,1 0 2 16,3 1-4-16,1-1 2 0,1 3 4 0,4-3 1 16,1-1 1-16,2 1 1 0,4-4-3 0,2 1-9 15,2-1-21-15,2 0-24 0,9-4-28 0,-2 6-40 16,-6-8-35-16,-2 0-44 0,0-2-44 0,-4-1-44 15,-2 1-44-15,1-2-52 0,-5-2-292 0,-7 1-731 16,15-5 325-16</inkml:trace>
  <inkml:trace contextRef="#ctx0" brushRef="#br0" timeOffset="-161424.29">22534 14834 174 0,'0'0'184'0,"-2"-7"-40"0,2 7-24 16,0 0-36-16,0 0-42 0,0 0-16 0,0 0-16 15,0 0-27-15,0 0-29 0,11 18-16 0,-6-9-49 16,1 3-118-16,4 1 52 0</inkml:trace>
  <inkml:trace contextRef="#ctx0" brushRef="#br0" timeOffset="-161167.96">22703 15213 168 0,'0'0'221'0,"0"0"3"15,4 8 0-15,-4-8 1 0,0 0-1 0,0 0-19 0,0 0-16 16,0 0-17-16,0 0-3 0,0 0-10 0,0 0-9 16,0 0-3-16,-3-32-10 0,5 23-6 0,1-2-9 15,4 0-10-15,-4 0-3 0,3 1-7 0,1-1-9 16,2-3-9-16,0 4-10 0,0-1 6 15,2 4-12-15,0-2-3 0,-5 3-5 0,1 1-4 16,0 1-5-16,1 3-4 0,1-1-10 0,-9 2-3 0,14 1 0 16,-6 3-9-16,1 0-4 0,-3 2-1 0,2-1-10 15,-1 4-41-15,0-1-31 0,-2 3-34 0,0 0-39 16,0-1-37-16,0 1-52 0,3-1-65 16,-4-5-218-16,2 4-549 0,1-3 243 0</inkml:trace>
  <inkml:trace contextRef="#ctx0" brushRef="#br0" timeOffset="-160896.96">23359 14837 17 0,'3'-12'295'15,"-1"2"-5"-15,-1-3 2 0,1 5-1 0,0 3-18 16,-2 5-21-16,1-12-27 0,-1 12-22 0,0 0-17 15,0 0 0-15,0 0 4 0,0 0 2 0,-1 40-15 16,-1-13 5-16,1-1-9 0,0 3-8 16,0 1-12-16,1-2-5 0,-2-1-9 0,2 0-12 0,-1-1-10 15,-1-1-10-15,0-5-11 0,1-1-9 0,1-3-13 16,-1-1-13-16,3 3-31 0,-2-7-35 16,2 1-43-16,0 0-56 0,1 0-47 0,-3-2-49 15,1 0-56-15,0-3-60 0,0-1-292 0,-1-6-659 16,0 0 291-16</inkml:trace>
  <inkml:trace contextRef="#ctx0" brushRef="#br0" timeOffset="-160726.08">23195 15038 2094 0,'0'0'12'15,"-1"-11"-8"-15,1 11 9 0,5-11-23 0,-1 8 8 0,6-1 12 16,0 0-13-16,2 3 13 0,3 1-15 0,4-1-23 15,-1 2-22-15,2 3-30 0,-2-1-33 16,2-1-49-16,-4 6-120 0,-6-2-305 0,1 1 135 16</inkml:trace>
  <inkml:trace contextRef="#ctx0" brushRef="#br0" timeOffset="-160446.18">23429 15247 163 0,'15'-4'206'15,"-3"1"-5"-15,-1-2-9 0,2 1-11 0,5-1-14 16,0-3-5-16,-2 1-15 0,5-1-8 0,-3 0-5 16,1-1-6-16,5-2-3 0,-8 2-9 0,0-1-7 15,-3-5-6-15,1 4-8 0,-3-3 1 0,1 0 0 16,-2-2-17-16,-1 3 0 0,-5 0-5 0,-3 1-3 16,2 1-2-16,-2 1-8 0,-3 0-3 0,-4 2-7 15,3 2 1-15,-4 0-6 0,-2 3 4 0,-2 2 4 16,-2 2-4-16,-2 3-3 0,3 1 0 0,-3 4-12 15,1 0 12-15,5 0-16 0,0 1-2 0,1 4-1 16,3-2-3-16,0 2-23 0,2 1-35 0,3-2-42 16,3 2-49-16,1-4-60 0,2-2-57 0,2 2-56 15,-2-3-152-15,4 1-486 0,-1-1 215 0</inkml:trace>
  <inkml:trace contextRef="#ctx0" brushRef="#br0" timeOffset="-159976.02">23848 15228 76 0,'0'0'267'0,"0"0"-1"16,1-6-7-16,-1 6-16 0,2-7-10 0,-2 7-1 15,2-8-2-15,-2 8-4 0,0 0-11 0,0-10-17 16,0 10 9-16,-2-13-3 0,2 13-24 0,3-17-4 16,-3 11-12-16,2-2-4 0,-2-2-5 0,2 1-8 15,-1 0-19-15,2-3-12 0,1 2-13 0,2-3-6 16,0 3-8-16,2-4-9 0,-1 2-10 0,-1 3-5 15,3-1-5-15,0 5-9 0,-1-3-1 0,-2 4-8 16,1 1-3-16,1 3-8 0,-8 0-5 0,16 3-6 16,-7 2-3-16,0 1-1 0,-2 1 0 0,0 4-6 15,-1-1 6-15,-1 2-4 0,2-1-8 0,-2 3-3 16,-1-1 8-16,-2-4-7 0,1 0 5 0,-2 0 0 0,0-2 0 16,1-1-4-16,-2-6 5 0,1 9-2 15,-1-9 10-15,1 5-2 0,-1-5 2 0,0 0-4 16,0 0 3-16,0 0-1 0,0 0-5 0,0 0-2 15,0 0 3-15,0 0-6 0,0 0-15 0,3-27-7 16,0 21 7-16,2-1-4 0,2-2-3 0,-1 2-7 16,3-1-4-16,4-5-1 0,-4 4-1 0,6-3-1 15,-1 0-12-15,3-1 0 0,-3 5 8 0,-2 1-5 16,4-1 15-16,-5 4-10 0,-1-2 11 0,-4 4-4 16,2 1-1-16,-8 1 1 0,15 5 6 0,-7 1 1 15,-3-1 5-15,0 4-2 0,-2 1 7 0,-2 0-5 16,0 2 9-16,-1 1 0 0,0-1-4 0,-1 3-48 15,-3 1-44-15,0-4-45 0,3-2-40 0,-3 3-58 16,3-3-50-16,-2 0-274 0,3-10-616 0,0 14 273 16</inkml:trace>
  <inkml:trace contextRef="#ctx0" brushRef="#br0" timeOffset="-159680.54">24523 14849 201 0,'5'-15'289'0,"1"-1"6"0,-1 5 1 0,1 2-8 15,-5 2-11-15,-1 7-29 0,6-10-22 0,-6 10-26 16,7 0-10-16,-7 0 3 0,11 15 4 0,-4 5 2 16,2 5-12-16,-6 1-1 0,3 3-1 0,-3 1-3 15,0 2-12-15,-1-1-11 0,-4-1 0 0,2 1-13 16,-3-1-12-16,2-2-14 0,-8-2-12 0,4 1-11 0,-4 0-7 15,2-2-8-15,5-5-11 0,-1-3-2 16,-2 0-7-16,2-1-13 0,0-1-21 0,0 2-30 16,1-6-29-16,1 0-39 0,-1-3-39 0,2-1-37 15,0 0-46-15,0-7-32 0,-2 11-32 0,2-11-41 16,-3 6-48-16,3-6-274 0,0 0-670 0,0 0 296 16</inkml:trace>
  <inkml:trace contextRef="#ctx0" brushRef="#br0" timeOffset="-159447.68">24591 15041 144 0,'6'-7'228'0,"-1"-2"-1"0,4 0-6 0,-1 2-14 16,2 1-8-16,0 2-15 0,0 0-18 0,3 3-10 16,0 1-13-16,0 4-14 0,-1 0-10 0,-1 1-7 15,1 1 0-15,-3 2-11 0,0 1 0 0,0-2-14 16,-4 1-10-16,-1 1-4 0,-4 0-3 0,0 1-4 15,0-10-5-15,-9 15-7 0,0-9-2 0,-3 4-7 16,1-2-10-16,-5 1-22 0,2-2-24 0,-4-1-28 16,-3 0-43-16,5-1-40 0,-2-3-64 0,0 1-56 15,-2 0-175-15,2-2-452 0,4-2 200 0</inkml:trace>
  <inkml:trace contextRef="#ctx0" brushRef="#br0" timeOffset="-158730.92">24690 15166 84 0,'8'-5'242'0,"2"1"-8"16,2 1-14-16,0-1-13 0,0-1-11 0,7-2-16 16,-2 0-10-16,-1-1-6 0,0 0-16 0,0 0-12 15,1 2-6-15,-2-6-6 0,0 5-14 0,0-3-9 16,-1-3-10-16,-3 2-2 0,1-1-12 0,-2 3-2 15,-2-5-7-15,-2 3-10 0,1-1-4 0,-3 1-2 16,1-5-8-16,0 6-4 0,-3-3-3 0,-1 3-4 16,1 0-7-16,-1-1 0 0,-1 1-2 0,0 10-1 15,1-9-5-15,-1 9 3 0,-4-8-9 0,4 8 0 16,-10-2-1-16,10 2 0 0,-18 6 0 0,5-1 2 16,1 2 2-16,-3 4 5 0,-1 0 2 0,3 1 1 15,1 1 2-15,1 0 3 0,1-1-4 0,0 2 0 16,3 0 6-16,1-3-1 0,2 1 2 0,1-2-2 15,3-1 5-15,-2 4-3 0,4-4 4 0,4 2-5 16,1-2 4-16,1-3-1 0,9 4-1 0,-2-1-5 16,4-3-5-16,1 2 4 0,9-1-5 0,-1-3-3 15,-7 1 11-15,8-5-2 0,-8 1-9 0,0-1-8 16,0-1 6-16,-1-2-3 0,-1-2 0 0,-1-1-10 16,0-1-11-16,-3-1-4 0,1-2 1 0,-1-2-6 15,-4-1-7-15,1-2 1 0,-1 0 0 0,-1-2 0 16,-5 0-10-16,3-2 0 0,-4 1 6 0,0 0 2 15,-3 1 3-15,-1-2 1 0,0 3 0 0,-2 4-3 16,-1 1 7-16,-3 0 4 0,0 2-5 0,3 3 2 16,-5-2 3-16,5 3 9 0,3 5-8 0,-5-6 5 15,5 6 1-15,-9-4 9 0,9 4-2 0,-7-3 5 16,7 3 1-16,0 0-2 0,-9-1-1 0,9 1 3 16,0 0 6-16,0 0 0 0,0 0 9 0,0 0 1 15,0 0-1-15,19 19 6 0,-8-14-2 0,3-4-1 16,3 5-2-16,1-1 0 0,-3-1-1 0,2-1-12 15,-4 1 6-15,2-2-5 0,3 0 2 0,-4 0-5 16,-3 1 1-16,-2-2 1 0,2 1 3 0,-4-1-7 16,-7-1-1-16,9 3 1 0,-2 2 0 0,-2-1 10 15,-1 3-10-15,0 1 3 0,-2 1 15 0,-1 3 14 16,3-1 11-16,-6 2 0 0,2-1 2 0,-2 1-6 16,-1 2-3-16,1-2-8 0,0-1 3 0,-5 1-7 15,3-2-17-15,-2 0-23 0,2-2-22 0,3-1-34 16,-2 1-38-16,3-3-29 0,-2 1-20 0,2-7-23 15,-4 12-51-15,4-12-32 0,0 7-22 0,0-7-25 16,0 0-157-16,12 6-500 0,-12-6 221 0</inkml:trace>
  <inkml:trace contextRef="#ctx0" brushRef="#br0" timeOffset="-158336.65">25738 14845 81 0,'0'0'204'0,"0"0"5"0,-12-4 0 16,12 4 1-16,-27 10-10 0,10 0-7 0,-1-1-2 16,-2 10-11-16,3-6-11 0,3-2-14 0,0 3-7 15,2-1-10-15,1 0-9 0,2 0-14 0,3 0-9 16,1-3-7-16,1 0 0 0,1 2-9 0,2-5-9 16,3 4-6-16,2-5-3 0,-2 0-10 0,4 0-2 15,-1-2-2-15,3-1-7 0,0 0-3 0,3-2-6 16,0-1-6-16,-1-1 0 0,2-2-1 0,-2 0-8 15,1-1-2-15,-2-2-1 0,-1 0-2 0,2-2 1 16,-1-1-2-16,-2 0-3 0,1-1-1 0,-1 0-5 16,0 0 2-16,2-3-2 0,-3 2 0 0,2 1-4 15,-1 0 0-15,-3 1-4 0,0 3 11 0,0 1 4 16,1 1-1-16,-5 4-4 0,5-6-11 0,-5 6 0 16,0 0 8-16,0 0-11 0,0 0 6 0,0 16-1 15,0-16-1-15,-5 20-1 0,2-8-3 0,1-1 4 16,0 0 10-16,0 0-9 0,2 1-2 0,-4 1-3 15,4-5-11-15,-2 4-22 0,4-3-28 0,-2 1-37 16,0-2-35-16,0 0-43 0,0-8-46 0,2 11-39 16,2-5-233-16,-4-6-534 0,7 7 236 0</inkml:trace>
  <inkml:trace contextRef="#ctx0" brushRef="#br0" timeOffset="-158051.72">26065 14696 199 0,'0'-11'297'15,"3"5"-5"-15,0 0-13 0,-3 6-22 0,2-11-30 16,-2 11-27-16,0 0-23 0,0 0-4 0,0 0-16 16,0 0 16-16,4 30 14 0,-4-11 13 0,0 7-14 15,-2-1-11-15,-2 3-1 0,-2-2 11 16,2 1-28-16,-3-2-4 0,1 0-17 0,-1-1-11 0,2-6-11 15,1 1-7-15,-1-1-11 0,-3-2-12 0,4-1-7 16,3-2-7-16,-3-2-8 0,-1-1-33 0,2 1-33 16,1-2-31-16,0 0-34 0,0-2-41 0,0-1-36 15,2-6-29-15,-5 10-42 0,5-10-41 0,-2 8-39 16,2-8-43-16,0 0-177 0,-6 2-558 0,6-2 247 16</inkml:trace>
  <inkml:trace contextRef="#ctx0" brushRef="#br0" timeOffset="-156952.5">25985 14894 197 0,'-4'-8'233'0,"4"8"-7"0,0 0-14 16,-2-7-16-16,2 7-19 0,0 0-16 0,0 0-18 16,21-4-10-16,-2 5-11 0,-2-1-13 0,2 0-9 15,3 0-12-15,-4 1-6 0,0-2-6 0,2 1 0 16,2-1-9-16,-1-1 3 0,-3 1-4 0,-2-3-2 15,-3 3 4-15,-1 0 3 0,-2-2 4 0,-1 2 4 16,-2-2 11-16,-7 3-8 0,11-1 0 0,-11 1-8 16,7-3-5-16,-7 3-12 0,0 0-4 0,9-1-6 15,-9 1-9-15,0 0-3 0,0 0-6 0,3 12 3 16,-3-12-1-16,-3 16 8 0,-2-5-3 0,1-1-2 16,-3 2 5-16,5-1-5 0,-2 1 0 0,0-1-4 15,1 1-5-15,1-1-1 0,2 0 1 0,0-3-13 16,0 3 4-16,0-1 3 0,4-5 0 0,1 4 5 15,-3-3-4-15,4 0 0 0,1-1-6 0,-2-1 2 16,2-1-4-16,-1 0 3 0,-6-3-3 0,13 1-4 16,-7-1 0-16,-6 0 0 0,15-1-5 0,-6-4-6 15,1 2-7-15,0-4-8 0,1 3 2 0,1-4-2 16,-3-1 9-16,0 1-4 0,5-2-7 0,-1-3-9 16,-2-1 4-16,2 0 3 0,-2-3 5 0,1 3-4 15,-1-1 6-15,-2 1 0 0,2-1-1 0,-4-1 9 16,-3 6-6-16,1 0 9 0,-1 2 0 0,1 0-1 15,-4 3 6-15,-1 5-6 0,4-6 0 0,-4 6 3 16,0 0-10-16,0 0 4 0,0 0 2 0,0 0 1 16,-19 17 3-16,9-4 6 0,-2 3 2 0,3-3 3 15,-2 1-3-15,-1 0 11 0,3 0 1 0,1 1 0 16,1-4 1-16,2 0-1 0,1-3-1 0,-1 5 1 16,3-4-7-16,0-2 0 0,2 1 8 0,0-8-3 15,0 10-3-15,6-4 5 0,-3 0-5 0,6-1 4 16,-2-1-2-16,4-2 0 0,-2-1 5 0,4 0-6 15,-2-1-3-15,3-2-1 0,-3 0-1 0,6-3 3 16,-5 1-6-16,1-2 3 0,4 0-4 0,-2-3-5 16,1-1 0-16,-3 0-2 0,1-1-1 0,-1-1-9 15,1-2 1-15,-1-7-3 0,-2 6-3 0,-1-2 0 16,-2 2 5-16,-5 2 6 0,-1 1-11 0,0-1-3 16,0 2 6-16,-2 2 3 0,-4-1-1 0,0 1-3 15,-1 0 4-15,-1 2 2 0,-2 0-2 0,4 3 7 16,4 4 0-16,-9-7-2 0,7 3-2 0,2 4 0 15,-7-6 4-15,7 6-4 0,0 0 8 0,-2-5-3 16,2 5-2-16,0 0-2 0,0 0 6 0,0 0 1 16,0 0-1-16,0 0 7 0,0 0-3 0,22 6 8 15,-8-2-3-15,3-1 0 0,0 1 3 0,1-2-5 16,-3-1 2-16,2 2 2 0,-7-2-2 0,5 1 0 16,-1-2-2-16,-3 0 1 0,3 2 0 0,-5 0 1 15,-2-2 0-15,-7 0-1 0,12 2-6 0,-12-2 6 16,10 0-8-16,-10 0 4 0,7 0-2 0,-7 0 2 15,0 0-5-15,0 0-2 0,7 4-2 0,-7-4 6 16,0 6 3-16,0-6 0 0,0 17-1 0,-3-7 10 16,1-1 6-16,-2 4 1 0,2 2-1 0,-5-4 4 15,5 5 2-15,0-4-1 0,0 6 2 0,-2-3-8 16,4-2 5-16,0-2-7 0,-2 0 2 0,4 2 2 16,2-3 3-16,0-2-5 0,5 2 9 0,-1-4-4 15,4 2 2-15,-1 0-8 0,0-3-2 0,7-2 6 16,1 1-4-16,-6-1 2 0,2-2-1 0,3-2-1 15,1-2-1-15,-6-1-8 0,5 1 13 0,-3-2-9 16,2-3-4-16,-2 0-7 0,3-2 0 0,-1-2 0 16,-2 0-7-16,-2-4-3 0,1 1-7 0,3-6 0 15,-1 1-8-15,-3-2-9 0,-6 4 9 0,2 1 5 16,-2 1-3-16,-3 4 6 0,-1 1-2 0,-1-1 6 16,0 3-5-16,-2 2 5 0,0 7-1 0,-2-13-7 15,-3 9 9-15,5 4 7 0,-15 1 1 0,1 1 0 16,-3 4 5-16,-4 4-3 0,5-1 6 0,-8 5-5 15,10 0 5-15,-4 5-2 0,5-3 7 0,6-1-29 16,3 2-20-16,2-1-33 0,4 0-33 0,6 1-32 16,-3 2-46-16,9-4-42 0,5 3-63 0,2-1-251 15,2-3-584-15,0-1 259 0</inkml:trace>
  <inkml:trace contextRef="#ctx0" brushRef="#br0" timeOffset="-154322.16">28054 14563 201 0,'4'-11'229'0,"-2"-7"8"16,5 2-1-16,-5 0-19 0,0 0-11 0,1 5-4 15,-6 1-7-15,3-1 4 0,3 4-9 16,-3 7-13-16,0-12-11 0,0 12-20 0,1-7-16 16,-1 7-16-16,0 0-19 0,0 0-3 0,0 0-14 0,0 0-1 15,0 0-6-15,-12 31 1 0,5-6-4 16,3 2 11-16,3 3-15 0,-3 0-7 0,2 3 2 0,2 0-3 16,5-1 2-16,-4-1-5 0,4 2-2 15,-3-2 19-15,3 1-12 0,-1-3-1 0,-2-1 2 16,3-1-11-16,-1-2-9 0,1 1-3 0,-3-7 5 0,1 1-12 15,1-1 0-15,0 0-23 0,-4-2 8 0,4-1-20 16,-3 0-35-16,0-3-51 0,-1 0-25 16,0-3-30-16,-1 0-34 0,2-1-43 0,-2-2-41 15,1-7-33-15,-1 9-201 0,1-9-540 0,-6 6 240 0</inkml:trace>
  <inkml:trace contextRef="#ctx0" brushRef="#br0" timeOffset="-153794.08">27993 14781 15 0,'2'-8'156'0,"4"4"-3"0,1-4-5 0,7 2-11 15,-3 0 2-15,10 0-4 0,5-2-14 0,2 3-7 16,1 2-10-16,3 1-7 0,1-1-7 16,-1 1-8-16,-3 0-9 0,-8 2 0 0,-2 0-7 0,-6-1 2 15,1 1 2-15,-3 0 3 0,-2 0 4 0,-9 0 0 16,16 0-3-16,-16 0 2 0,9-2-2 0,-9 2-3 15,7 0-5-15,-7 0-9 0,0 0-1 0,0 0-8 16,11 2-9-16,-11-2-3 0,0 0-2 0,-3 10-1 16,3-10 5-16,-8 10-7 0,1 0 0 0,0-4-8 15,3 4-3-15,-1-1 1 0,1-2-3 16,2 3-2-16,0-1 2 0,2-2-4 0,0-7-2 0,2 16-1 16,-1-11 0-16,0 3-3 0,3-3 2 0,0 0 0 15,0-1 1-15,2 1-5 0,-1-1 4 16,4-2 2-16,-9-2-1 0,10 4-2 0,-3-4 0 0,-7 0-1 15,11-1 2-15,-11 1-8 0,12-8 3 0,-6 2-3 16,1-1 1-16,0 0 1 0,1-2 3 0,-3 2-6 16,0-4 5-16,0 2-5 0,2 0 3 0,-5-1-2 15,2-1-1-15,0 0 2 0,1 3-2 16,-4 2-2-16,1-2-1 0,-2 8 0 0,2-10 0 0,-2 10-7 16,4-5-1-16,-4 5 0 0,0 0 0 0,0 0 10 15,0 0-8-15,0 0-5 0,9 15 10 0,-9-15-6 16,4 15 5-16,-3-8-3 0,0 0 10 0,2 1-4 15,-2 1-3-15,2-1 1 0,-1-2 1 0,2 1-1 16,0-2 3-16,2 0 0 0,1-1 1 0,0 0-2 16,1-1 0-16,6-2-1 0,-4-1 2 0,3-1-2 15,-3 0-10-15,4-1-15 0,-1-1-16 0,-3 1-19 16,4-2-34-16,-6-2-54 0,4 0-52 0,-2 0-208 16,-5 2-443-16,4-4 197 0</inkml:trace>
  <inkml:trace contextRef="#ctx0" brushRef="#br0" timeOffset="-153362.62">29062 14537 1707 0,'10'-14'24'0,"-1"-1"-12"0,1 0 17 0,-1 1-10 16,-2 6 31-16,-1-1 12 0,2 1 15 0,-6 2 2 15,2 1-4-15,0 1-2 0,-4 4-8 0,5-7-9 16,-5 7 2-16,0 0 9 0,0 0 2 0,4 18 22 15,-4-2-4-15,-4 8 5 0,0 1-4 0,-2 1-6 16,1 4-1-16,1-1-10 0,0-3 1 0,2 2-6 16,-2-3-11-16,1-2 5 0,3-3-10 0,0-1-5 15,-1-1 1-15,2-2-14 0,-1-5 0 0,1-1-2 16,-2-1-6-16,1-2-1 0,0-7-1 16,0 11 0-16,0-11-1 0,0 8 2 0,0-8 2 0,0 0-9 15,0 0 8-15,0 0-4 0,0 0-1 0,0 0-5 16,0 0 1-16,0 0-2 0,12-20-3 0,-5 10-9 15,4-5-1-15,-1 4-2 0,5-1-5 0,1-1-1 16,1 3 0-16,-1 1-1 0,2 1-4 0,-3 2 2 16,0 1 1-16,-3 2 0 0,0 2 0 0,0 1 1 15,1 3-2-15,-3-2-3 0,-4 4 3 0,0-1 4 16,-1 2 3-16,-4 0-4 0,-1 4 1 0,-4-1 5 16,0 0 0-16,-5 0 3 0,2 0-3 0,-5 1-2 15,-1 0-8-15,-2 2-17 0,5-6-24 0,-2 1-20 16,1-1-25-16,1-2-21 0,-1 1-30 0,3 0-54 15,2-4-29-15,1 2-35 0,5-3-149 0,-10 0-450 16,10 0 200-16</inkml:trace>
  <inkml:trace contextRef="#ctx0" brushRef="#br0" timeOffset="-153112.28">29457 14753 16 0,'0'0'173'0,"10"0"-8"0,-10 0 6 0,8 1-4 15,-8-1 6-15,8 4-4 0,-8-4-13 0,8 1-3 16,-3 2 1-16,-5-3-9 0,13 2-6 0,-6 0-3 16,3-2-9-16,-10 0-11 0,18-3-1 0,-8 1-6 15,-2 0-6-15,1-2-8 0,-3 1-11 0,-1-1-1 16,1-1-8-16,-2-1-3 0,-4 6-9 0,6-11-10 16,-6 3-5-16,0 1-3 0,0-4-6 0,0 11-7 15,-4-14-13-15,0 8-16 0,-1-1-20 0,-4 1-13 16,2 1-16-16,-2 1-30 0,2 2-31 0,-2 0-34 15,9 2-42-15,-18-2-22 0,9 3-195 0,0 0-431 16,9-1 191-16</inkml:trace>
  <inkml:trace contextRef="#ctx0" brushRef="#br0" timeOffset="-152846.97">29819 14460 47 0,'4'-10'255'0,"2"1"-6"0,-2 0-9 0,-2 3-10 16,1-1-22-16,-3 7-18 0,4-6-23 0,-4 6-16 15,0 0-5-15,0 0 8 0,5 21 2 0,-5-5-2 16,0 3-1-16,-2 6 6 0,0 0-17 0,2 0-10 16,-3 0-7-16,1 2-4 0,0-6-15 0,-1-2-9 15,3 1-8-15,-3 4-10 0,-1-6-6 0,1-1-9 16,0-1-18-16,2 1-27 0,-3-4-32 0,2-2-42 15,1 0-35-15,-1-3-36 0,-1-3-44 0,-1 1-50 16,0-1-28-16,4-5-33 0,-10 9-145 0,10-9-460 16,-7 1 205-16</inkml:trace>
  <inkml:trace contextRef="#ctx0" brushRef="#br0" timeOffset="-152468.25">29825 14613 52 0,'8'-11'169'0,"2"-2"-16"0,0-1-2 0,3 0-1 15,-2 1-6-15,2 4-7 0,-1-3 5 0,-5 3-1 16,7-1-14-16,-6 1 2 0,-2 0-5 0,2 1 4 16,0 3 3-16,-3-1-7 0,-3 1-9 0,4 2-11 15,-6 3-5-15,6-6-12 0,-6 6-14 0,4-5-11 16,-4 5-11-16,0 0 1 0,0 0-10 0,0 0 0 16,2 29-4-16,-2-17-4 0,-1 2-4 0,0 3-1 15,-2 0-3-15,-1 1-1 0,1 2-2 0,-3-4-1 16,1 0-2-16,3 0-3 0,-3-4-3 0,3-1 5 15,0-2-5-15,2-1-6 0,-1 0 1 0,1-8 3 16,-3 11-3-16,3-11 1 0,1 8 2 0,-1-8-1 16,0 0 9-16,0 0-9 0,4 4 6 0,-4-4-9 15,14-3 0-15,-4-1 0 0,1-1-1 0,1 0 1 16,1 0 0-16,5-3-3 0,0 2 1 0,1-2-2 16,1 1-1-16,0 1 0 0,-1 1 4 0,-5 3-4 15,-1-2 2-15,0 1 2 0,-5 3-1 0,3-1-4 16,-4 2-2-16,0 2 3 0,-1 1-3 0,-1 1 4 15,0 3-4-15,-2-1 2 0,-2 0-28 0,1 2-27 16,-2 2-30-16,-2 2-55 0,1-5-63 0,1 4-261 16,0-3-499-16,1 1 222 0</inkml:trace>
  <inkml:trace contextRef="#ctx0" brushRef="#br0" timeOffset="-151745.54">30891 14389 177 0,'-1'-10'265'0,"1"10"-21"0,-4-10-13 0,4 10-21 0,-7-7-20 16,7 7-17-16,-11-2-10 0,11 2-3 0,-17 4-5 16,2 5-3-16,-2 6-8 0,1-1-18 15,-2 6-1-15,0 3-6 0,4-1-4 0,0 2-9 16,5 0-2-16,0 2-6 0,0 0-8 0,5 0-6 15,2-2-5-15,2 0-7 0,1-6-2 0,1 0-7 0,2 1-10 16,1-1 1-16,3-2-6 0,-2-2-4 16,3-1-4-16,0-3-7 0,1-2 6 0,1 0-12 15,-1 0 3-15,1-3-4 0,1 1-8 0,1-3 2 16,-3 3 7-16,2-5 0 0,-1 2-15 0,0-4 1 16,0 1 1-16,1-3 1 0,-1-1-7 0,0-1 0 0,-1-3 2 15,-1 0-2-15,-1 1-4 0,1-3 3 16,-3-2-13-16,1 2 0 0,-5-2 4 0,2 0-4 0,-2 0 1 15,-1 0 5-15,0 2-6 0,-2-2 13 16,0 2-7-16,1 2 0 0,-3 1-4 0,-1-1 0 16,4 8-1-16,-5-10 7 0,2 4-8 0,3 6 1 0,-4-7 0 15,4 7-1-15,0 0-1 0,-3-6 0 0,3 6 0 16,0 0-3-16,0 0 6 0,0 0 2 0,0 0 14 16,0 0 1-16,24 0-10 0,-6 3-4 15,2 0 9-15,7-2-9 0,-5 0 2 0,6 2 1 16,-6-3-3-16,-2 0 7 0,-3 1-3 0,-2-1 5 0,-3-1 9 15,-2 2 0-15,-1 0 2 0,1-1-2 0,-10 0-6 16,10 0-7-16,-10 0 1 0,10 3-4 16,-6 0 3-16,-4-3 2 0,3 11 4 0,-1-2 2 15,0 2-3-15,-2 1 9 0,-2 0 1 0,0 1 13 16,-3 5-1-16,2-1 1 0,-2-1-2 0,3 1 1 0,-2-1-3 16,-1 0-7-16,1-1 0 0,0-2-8 0,3 2-32 15,-1-2-37-15,1-2-33 0,1 0-13 16,-3-1-53-16,3-2-55 0,0-8-58 0,0 10-45 0,0-10-230 15,0 0-587-15,0 0 259 0</inkml:trace>
  <inkml:trace contextRef="#ctx0" brushRef="#br0" timeOffset="-151404.56">31291 14779 160 0,'9'-2'228'0,"-9"2"-2"0,12 2-8 15,-4-2-14-15,-8 0-19 0,13 2-11 0,-4 0-7 16,-1-2-8-16,-8 0-5 0,19 0-7 0,-8 0-2 16,1-2-11-16,-1 0-3 0,1 0-5 0,-6-3-12 15,4 3-4-15,1-2-10 0,-2-1 8 0,-3-1-28 16,-6 6 11-16,11-15-2 0,-5 5-11 0,0 1-8 16,-3-1-2-16,0 1 1 0,-3 9-3 0,2-13-14 15,-2 13 14-15,0-12-22 0,0 12-7 0,-5-14-17 16,5 14 14-16,-4-7-6 0,4 7 0 0,-11-6-17 0,11 6 10 15,-19 4-2-15,4 1 6 0,1 2-11 16,2 0-7-16,-3 2 12 0,1 1-1 0,1 2 1 16,4 2-4-16,0-1-1 0,5-1 4 0,-1-1-4 15,4 2 3-15,1-1-20 0,4 0 18 0,5 2-7 16,4 2-19-16,-1-4-29 0,5-1-27 0,7 2-42 16,1-4-41-16,-5-3-61 0,7-2-74 0,-8 2-263 15,-1-5-594-15,-1-2 262 0</inkml:trace>
  <inkml:trace contextRef="#ctx0" brushRef="#br0" timeOffset="-150997.96">31979 14443 233 0,'2'-4'245'16,"-2"4"-25"-16,4-7-17 0,-4 7-22 0,0 0-8 15,0 0-4-15,0 0-8 0,0 0 0 0,-16 33 0 16,6-21-9-16,-5 11 1 0,2 0-17 0,-7 1 7 16,-1 1-2-16,1-2-9 0,-2-1-5 0,0 0-14 15,3 0-13-15,1-2-3 0,5-5-8 0,1 1-4 16,1-2-9-16,2 0-19 0,1-1 15 0,3 0-15 16,2-2 0-16,2 1-10 0,1-3-7 0,2-3-1 15,1 4-2-15,4-2-2 0,-3-3 0 0,4 1-9 16,2-2-1-16,0 0-5 0,1-1 7 0,0-4-3 15,-1 1-2-15,1-3-3 0,-1-1-3 0,1 1 3 16,-2-4-6-16,-1 1-1 0,1-3 1 0,-2-7-15 16,-1 4 13-16,-1-3-2 0,-3-3-12 0,1-1 1 15,-6 0-5-15,-2-6 10 0,-4 0 0 0,-3 3 6 16,-1-1-7-16,-4 1 2 0,4 7 3 0,-2 1-5 16,1 4 0-16,0-2-4 0,2 7-22 0,-3-4-13 15,1 5-30-15,1 0-19 0,-2 3-31 0,1-1-27 16,2 1-35-16,12 1-52 0,-18 1-42 0,18-1-235 15,-11 3-548-15,11-3 243 0</inkml:trace>
  <inkml:trace contextRef="#ctx0" brushRef="#br0" timeOffset="-150646.22">32477 14366 266 0,'4'-5'282'0,"-2"-2"-14"0,-1 2-14 0,-1 5-21 16,-5-10-16-16,5 10-17 0,-10-9-13 0,6 5-8 16,4 4-19-16,-7-3-10 0,7 3-5 0,-14 2-17 15,14-2-9-15,-11 2-18 0,6 2-7 0,0 1-9 16,5-5-6-16,-8 11-20 0,5-5 4 0,1 0-6 16,2 4-2-16,2 0-5 0,3 2-4 0,1-1-9 15,6 4-3-15,0-2-4 0,-1 2-2 0,2-1 1 16,0 2-10-16,0-2-1 0,0 2 0 0,-1 1-6 15,4 2 5-15,-6-2-5 0,-1-4-4 0,-2 2 1 16,0-2-2-16,-4-3 2 0,-1 3 2 0,-2-2-5 16,-2-4-2-16,-2 5 6 0,-3-3 3 0,0-1-1 15,1 0-2-15,-5 0 2 0,-3-4-1 0,2 1 2 16,-6-1-5-16,5-2-10 0,-4 0-28 0,4-2-20 16,0 0-20-16,1 0-36 0,12 0-32 0,-20 0-57 15,20 0-58-15,-13-2-252 0,13 2-548 0,-9-6 243 16</inkml:trace>
  <inkml:trace contextRef="#ctx0" brushRef="#br0" timeOffset="-150421.86">32785 14479 164 0,'0'0'270'0,"0"0"-16"0,0 0-52 0,0 0-11 16,0 0 5-16,0 0 3 0,0 0 17 0,0 0-7 0,0 0 7 15,0 0-20-15,0 0-15 0,37 45-13 0,-37-45-12 16,2 32-12-16,-2-32-17 0,0 0-12 0,6 46-11 16,-6-46-5-16,0 0-16 0,2 34-20 15,-2-34-35-15,0 0-37 0,4 30-43 0,-4-30-45 0,0 0-55 16,0 0-61-16,0 0-66 0,0 0-185 16,0 0-502-16,0 0 223 0</inkml:trace>
  <inkml:trace contextRef="#ctx0" brushRef="#br0" timeOffset="-150236.25">32748 14372 2603 0,'0'0'47'0,"-5"-52"41"16,5 52 2-16,0 0-8 0,0 0-3 0,-4-36-7 16,4 36-10-16,0 0-8 0,0 0-11 0,0 0-8 0,0 0 2 15,0 0-5-15,0 0-2 0,0 0-3 0,0 0-10 16,0 0-28-16,0 0-33 0,0 0-55 15,0 0-76-15,0 0-88 0,0 0-205 0,0 0-507 16,0 0 224-16</inkml:trace>
  <inkml:trace contextRef="#ctx0" brushRef="#br0" timeOffset="-145397.15">10208 16157 13 0,'0'0'175'15,"-13"0"-9"-15,13 0-1 0,-11 0-3 0,11 0-2 16,-11 1-7-16,11-1-1 0,-7 1-7 0,7-1-3 15,0 0-8-15,0 0-4 0,0 0-6 0,-12-1-7 16,12 1-11-16,0 0-11 0,0 0-7 0,0 0-12 16,0 0-3-16,34-6-8 0,-6-1-6 0,1 1-6 15,1 2-7-15,-2 0-4 0,0 0-4 0,-6 2-12 16,4-2-18-16,-9 4-27 0,5-2-27 0,-4 4-27 16,-7-1-29-16,3-1-36 0,-5 0-21 0,1 2-17 15,-2-2-22-15,-8 0-103 0,10 1-325 0,-10-1 144 16</inkml:trace>
  <inkml:trace contextRef="#ctx0" brushRef="#br0" timeOffset="-145016.05">10392 16109 106 0,'-13'-1'136'0,"13"1"7"16,-10-1-2-16,10 1-7 0,-12 5 5 0,8-1-4 16,-3 4-2-16,3 1-11 0,0 2 5 0,1 6 5 15,-1 2 25-15,0 6-5 0,3 4-5 0,2-1-10 16,-1 2-7-16,1-2-9 0,1 3-12 0,3-2-10 15,-2-2-9-15,0 0-37 0,1 0-4 0,0-9-4 16,1 0-6-16,-1 1-3 0,0-1-7 0,1-3 2 16,-3-3 4-16,1-2-9 0,-1 2-1 0,0-3-5 15,0 0-2-15,-1-1 2 0,-1-1-5 0,0-7-3 16,0 12-1-16,0-12-2 0,-1 10-2 0,1-10 0 16,-6 7-4-16,1-5-4 0,5-2-5 15,-12 2 0-15,12-2-3 0,-13 0 0 0,13 0 2 0,-16-2-3 16,8 0 2-16,8 2 2 0,-14-4-2 0,6 3 1 15,2-1 2-15,-2-3-1 0,2 2 1 16,6 3 0-16,-9-2 2 0,9 2 0 0,0 0 3 16,-8-2 0-16,8 2 0 0,0 0 1 0,-7-4 0 15,7 4 3-15,0 0-4 0,0 0 9 0,0 0-5 16,24-2-1-16,-11 1 0 0,6-3-7 0,0 1-20 0,3 4-18 16,1-3-28-16,4 0-29 0,-8 2-28 0,8-1-30 15,-6-1-21-15,2 2-25 0,-3 0-147 16,0 0-379-16,-3 0 168 0</inkml:trace>
  <inkml:trace contextRef="#ctx0" brushRef="#br0" timeOffset="-144766.04">10822 16479 152 0,'-11'-10'197'0,"11"10"-6"0,-10-6-6 0,1 8-5 16,9-2-8-16,-15 1-13 0,3 2-13 0,1 0 3 15,1 4-6-15,-3 0-6 0,1 2-8 0,0 4-6 16,0 0-4-16,2 1-9 0,1 0-1 0,-1 3-8 16,2-3-6-16,4-2-8 0,0 0-9 0,2 4-11 15,0-6 2-15,4 3-11 0,3-2-4 0,-1-2-4 16,4 1-4-16,2-3 3 0,-1 2-25 0,2-4-22 16,3 1-22-16,-2-1-33 0,7-2-39 15,-2 1-37-15,-4-3-53 0,4 1-34 0,-3-2-200 16,-1 1-448-16,-13-1 198 0</inkml:trace>
  <inkml:trace contextRef="#ctx0" brushRef="#br0" timeOffset="-144453.65">11058 16498 34 0,'-4'-3'213'0,"4"3"1"16,0 0-5-16,0 0-13 0,0 0-9 0,0 0-7 16,0 0-25-16,0 0-15 0,0 0-10 0,0 0-3 15,0 0 0-15,0 0 4 0,0 0 3 0,3 27-5 16,-3-27-8-16,5 23 1 0,-5-7 3 0,1 0-8 16,2 1-4-16,-2 0-11 0,0 0-2 0,-1 0-8 15,2 1-7-15,-4-1-14 0,2 0-7 0,2 1-4 16,-4-3-2-16,4-2-2 0,-4-1-7 0,0-1-16 15,2 2-21-15,0-13-24 0,-1 19-29 0,-1-9-25 16,1 0-31-16,1-10-23 0,-3 9-20 0,3-9-36 16,0 0-51-16,0 0-34 0,0 0-164 0,0 0-459 15,0 0 203-15</inkml:trace>
  <inkml:trace contextRef="#ctx0" brushRef="#br0" timeOffset="-144121.05">11080 16522 19 0,'5'-7'192'0,"-3"-3"-2"0,4 4-10 16,1 1-1-16,1 0-9 0,-2 2-8 0,2 1-4 16,2-1-12-16,2 2-5 0,-12 1-11 15,19 1-1-15,-8 4-16 0,-2-1-2 0,2 0-15 16,-1 1-4-16,-3 1-9 0,1 1-6 0,-3 0-8 16,-1-1-6-16,-1 1-6 0,-2-1-3 0,-2 4-5 15,1-10-5-15,-7 13-5 0,6-6-3 0,-3 2-8 0,-2 0 2 16,2-3-15-16,1 0-10 0,-1 0-11 15,4-6-10-15,-3 11-1 0,3-5-5 0,0-6 5 16,3 9-3-16,-1-2 2 0,2-3-1 0,-1 2 0 16,3-1 4-16,-1 0-1 0,0 1 2 0,-1 0-3 15,-1-2 6-15,1 3 2 0,2-3 1 0,-4 4-3 16,2-2 3-16,-2-1 1 0,-2-5 2 0,6 10 2 16,-6-10-3-16,-4 11 3 0,4-11 3 0,-8 10-1 15,2-6 4-15,-2 2-5 0,-2 1-12 0,-1 0-22 16,0 0-30-16,0-1-32 0,-1-1-30 0,2-1-39 15,-3 0-177-15,0 1-372 0,2-4 165 0</inkml:trace>
  <inkml:trace contextRef="#ctx0" brushRef="#br0" timeOffset="-143816.35">11369 16690 156 0,'0'0'214'0,"3"9"-10"0,-1-3-22 0,-2-6-17 0,4 10 0 16,-1-6-13-16,-3-4-7 0,7 6 0 0,-2-2-4 15,1-2 5-15,2 0-5 0,1 0-7 16,2-2-4-16,1-1-3 0,2 1-10 0,-5-1-9 16,5-5-9-16,-4 1-8 0,2 0-3 0,-1 0-4 15,-2 1-10-15,0-1-2 0,-1-1-9 0,-2-2-7 16,2 2-6-16,-8 6-5 0,5-14-3 0,-8 6-7 15,3 8-2-15,-5-14-3 0,0 5-5 0,-1 1-4 16,-4 3-7-16,-1-1-6 0,-1 0-7 0,-4 1-16 16,3 3-24-16,-3 0-23 0,2 1-37 0,0 2-34 15,0 1-55-15,0-2-59 0,-3 3-207 0,3-3-491 16,2 3 218-16</inkml:trace>
  <inkml:trace contextRef="#ctx0" brushRef="#br0" timeOffset="-143288.5">12027 16430 23 0,'0'0'233'0,"0"0"-16"15,0 0-15-15,0 0-17 0,0 0-18 0,0 0-13 16,0 0-15-16,15-6-12 0,-2 6-6 0,7-2-11 0,8-1-10 15,2 3-7-15,-2-3-6 0,1 2-7 16,1-2-4-16,0-2 0 0,4 3-1 0,-4-1-8 16,3 0-3-16,-3-3-6 0,-2 3-5 0,-5-1-7 15,-3 2-5-15,0 2-3 0,-7-1-1 0,0-2-3 16,-3 3-7-16,1 0-2 0,-5-1-1 0,-6 1-2 16,13-2-2-16,-13 2-6 0,8-1 1 0,-8 1-2 15,10-1-6-15,-10 1 5 0,0 0-9 0,0 0 1 16,0 0-2-16,8 4 1 0,-8-4 8 0,0 0 9 15,-8 15 0-15,3-6 1 0,-2 1-3 0,-1 4-1 16,-1 0 6-16,-1-1-4 0,-1 2 7 0,-2-4-3 16,1 5 2-16,1 0-6 0,-1-2-2 0,0 0-3 15,2-1 0-15,1-3-8 0,1 0-20 0,3 0-19 16,0-1-36-16,1 0-43 0,-3-1-41 0,7-8-60 16,-7 13-38-16,3-7-140 0,4-6-423 15,-9 7 188-15</inkml:trace>
  <inkml:trace contextRef="#ctx0" brushRef="#br0" timeOffset="-143094.06">12529 16366 112 0,'-6'-12'225'0,"-2"-5"-10"16,0 1-6-16,3 6-7 0,-4-3-9 0,-2 5-15 15,4-1-14-15,-4 1-9 0,2 1-18 0,2 2-14 16,7 5-13-16,-11-7-10 0,11 7-14 0,-12-5-10 15,12 5-24-15,-7-5-28 0,7 5-32 0,0 0-44 0,0 0-33 16,-10-5-40-16,10 5-46 0,0 0-149 16,0 0-347-16,0 0 153 0</inkml:trace>
  <inkml:trace contextRef="#ctx0" brushRef="#br0" timeOffset="-142414.86">13329 16284 166 0,'0'0'204'0,"0"0"-6"16,0 0 2-16,0 0-8 0,0 0-6 0,0 0-1 15,0 0-10-15,0 0-5 0,0 0-10 0,0 0 0 16,0 0-13-16,0 0-7 0,0 0-13 0,0 0-14 15,0 0-13-15,0 0-15 0,0 0-4 0,0 0-16 16,0 0-11-16,0 0-4 0,0 0-4 0,0 0-4 16,9 22-5-16,-3-12-2 0,-4 2-3 0,4 4-4 15,0-1 0-15,-2-1-4 0,1 3-2 0,-1-2-1 16,-2 1-3-16,2-1-4 0,-3-4-1 16,1 0 3-16,1-2-3 0,-3 1-1 0,2-1-12 15,-2-2 11-15,0-7-1 0,2 9-1 0,-2-9-4 16,0 9 4-16,0-9 1 0,0 0 10 0,-2 8 2 0,2-8 3 15,0 0 6-15,2 7 14 0,-2-7 5 0,0 0 10 16,0 0 2-16,0 0-4 0,0 0-3 16,0 0-6-16,0 0 0 0,0 0-7 0,0 0-3 15,0 0-7-15,0-32 3 0,3 19-13 0,1-2 5 16,2 0-11-16,3-5 6 0,1-3-5 0,3 1-1 16,3-1-6-16,-1 4-1 0,-6 3-8 0,5 0 9 15,-1 1-4-15,1 3-4 0,-1 0-1 0,-3 5-4 16,1 0 0-16,-1 2-2 0,2 2-4 0,-3-1 1 0,0 4 8 15,2 4-7-15,0 1 2 0,-4 1 0 16,2 2-3-16,0 6 2 0,0-1 2 0,0 1 3 16,-5 1-4-16,4-1 2 0,-6 2 0 0,4 1 0 15,-3-4 2-15,1 3 4 0,-4 1-30 0,4-2-36 16,-2-4-37-16,-4 1-34 0,2-2-38 0,2 2-45 16,1-2-67-16,-1-3-246 0,1-1-572 0,1-1 254 15</inkml:trace>
  <inkml:trace contextRef="#ctx0" brushRef="#br0" timeOffset="-141798.34">14061 16219 171 0,'0'0'213'15,"3"-7"-14"-15,-3 7-5 0,0 0-15 16,0 0-10-16,2-5-9 0,-2 5-13 0,0 0-4 15,0 0-13-15,0 0-6 0,0 0-7 0,0 0-5 0,0 0-7 16,0 0-7-16,0 0 0 0,0 0-8 0,0 0-5 16,0 0-8-16,0 0 0 0,0 0-9 0,0 0-5 15,0 0-8-15,0 0-9 0,0 0 1 0,0 0-5 16,0 0-2-16,0 0 6 0,0 0 1 16,0 28-2-16,0-12 0 0,0-1 0 0,-1 4 0 15,0-1-8-15,1 1 5 0,-3-1-8 0,3 6-3 16,-5-5-3-16,3-3 0 0,2 0-7 0,-2-1 2 0,1-4-8 15,0-1 0-15,-2 0 4 0,3-2-7 0,-2 0 4 16,2-1-2-16,0-7-3 0,-2 11 0 16,2-11-3-16,0 10-2 0,0-10-2 0,0 0 0 15,0 0 3-15,0 10 2 0,0-10 1 0,0 0 3 16,0 0 3-16,0 0 3 0,0 0 19 0,-2 6-4 16,2-6-10-16,0 0 3 0,0 0-2 0,0 0 2 15,0 0-5-15,0 0 1 0,-9-25-8 0,9 17-5 16,0-3 3-16,0-1-2 0,2-5 0 0,-2-1-4 0,5 0 2 15,-3 0-1-15,0-7 1 0,2 7-1 16,3 1-8-16,-5 1 8 0,3-1-2 0,0 2-3 16,-1 2 1-16,0 3-1 0,0 0-1 0,1 0-2 15,-1 1 4-15,-4 9-3 0,5-9 1 0,-5 9-10 16,0 0 3-16,5-9-1 0,-5 9 2 0,0 0-5 16,0 0 6-16,20 11-2 0,-11-4 0 0,0 2-6 15,0 1 8-15,-3-1-3 0,6 5 5 0,-3 0-4 16,4 1 4-16,-8-2-8 0,2 2 5 0,-1-1 3 15,3 2 2-15,-4-4 0 0,-2-1 0 0,3 2-4 16,-2-3 0-16,1 2 6 0,-1-4-5 0,0 3 4 16,3-3-12-16,-4 1-23 0,1-1-31 0,-1-1-33 15,1-2-28-15,-2 1-29 0,-2-6-33 0,6 8-25 16,-5-4-29-16,-1-4-31 0,0 0-170 0,0 0-478 16,0 0 212-16</inkml:trace>
  <inkml:trace contextRef="#ctx0" brushRef="#br0" timeOffset="-141639.02">14066 16386 57 0,'0'0'192'0,"-5"-3"-16"16,5 3-19-16,0 0-13 0,0 0-12 0,0 0-12 16,26-6-11-16,-14 5-20 0,5 1-24 0,0-1-53 15,4-1-36-15,-4 2-45 0,5-3-125 16,-4 0-209-16,13-2 92 0</inkml:trace>
  <inkml:trace contextRef="#ctx0" brushRef="#br0" timeOffset="-141336.58">14726 16117 217 0,'0'0'213'16,"-12"-2"-1"-16,3 2-6 0,0 6-10 0,0 2-7 15,0 3-3-15,-2 6-9 0,-5 5 1 0,3 4-4 16,-3 0-7-16,2 2-8 0,1 2-9 0,5-1-4 16,-4 0-8-16,3-3-6 0,5 3-13 0,-1-4-18 15,4 1-8-15,-2-7-5 0,3-2 2 0,-3 1-15 16,10-3-7-16,-2 1-9 0,-1-3-7 0,5-1-3 15,0-2-27-15,1 0-32 0,-2-3-38 0,6 1-36 16,-3-2-43-16,2-1-41 0,3 1-52 0,-3-3-47 16,-1-1-189-16,-1-2-493 0,-11 0 218 15</inkml:trace>
  <inkml:trace contextRef="#ctx0" brushRef="#br0" timeOffset="-141006.15">15114 16225 144 0,'0'0'224'15,"-15"0"-12"-15,15 0-10 0,-21 9-13 0,10-5-11 16,2 3-13-16,0 2-15 0,0-1-19 0,3 0-13 16,-1-1-7-16,2 3-12 0,3 0-9 0,-2-3-9 15,4-7-5-15,0 18-2 0,5-10-4 0,0 1-5 16,0 0-6-16,6 0-5 0,1-2-1 0,3 4-5 15,1-3-6-15,-7-1-3 0,2 1-5 0,1-3-2 16,-2 1-5-16,-3 1-4 0,1-4-2 0,-4 2-7 16,-4-5 4-16,12 7-4 0,-12-7 7 0,3 9 11 15,-3-9 4-15,0 0 2 0,-8 17-1 0,1-12-3 16,-5 2-3-16,2-2-6 0,0 1 2 0,-4-2-6 16,-1 2-1-16,1-2-21 0,-3 1-27 0,4-1-27 15,1 0-28-15,-1 0-45 0,1-2-35 0,3 0-42 16,3-1-36-16,6-1-139 0,0 0-411 0,-18 2 183 15</inkml:trace>
  <inkml:trace contextRef="#ctx0" brushRef="#br0" timeOffset="-140787.58">15292 16402 168 0,'0'0'224'0,"11"-5"-8"0,-11 5-11 16,0 0-10-16,5-4-22 0,-5 4-14 0,0 0 4 15,0 0 1-15,0 0-2 0,8 15 13 0,-8-15-11 16,3 16-6-16,-2-6-10 0,0 0-7 0,-1-10-14 16,4 19-15-16,-4-10-10 0,0-9-8 0,0 16-16 15,1-7-5-15,-1-9-11 0,2 15-34 0,0-9-35 16,-2 0-41-16,0-6-38 0,0 0-58 0,1 16-66 16,-1-11-55-16,0-5-158 0,0 0-456 0,-11 9 202 15</inkml:trace>
  <inkml:trace contextRef="#ctx0" brushRef="#br0" timeOffset="-140620.98">15274 16194 92 0,'-7'-8'159'0,"7"8"-31"0,0 0-11 16,0 0-50-16,0 0-32 0,0 0-45 0,0 0-88 15,0 0-107-15,0 0 48 0</inkml:trace>
  <inkml:trace contextRef="#ctx0" brushRef="#br0" timeOffset="-140379.78">15582 16112 124 0,'10'3'199'0,"4"-1"1"0,2 8 0 16,0 1 2-16,3 6-10 0,2 4 5 0,-3-1 1 16,-3 3-18-16,2 1-12 0,-6 1-12 0,1 2-3 15,-1-1-9-15,-3 0-13 0,0 0-12 0,-3 0-11 16,0-1-14-16,-2-6-3 0,-1-1-11 0,-4 1-6 16,0 0-8-16,-4 0-9 0,1-2-16 0,-2 2-40 15,-2-3-29-15,1-1-40 0,-4-1-38 0,0-1-55 16,-1-2-66-16,-1 1-205 0,-3-4-466 0,1-3 207 15</inkml:trace>
  <inkml:trace contextRef="#ctx0" brushRef="#br0" timeOffset="-138193.92">17643 16048 163 0,'0'0'211'0,"0"0"-13"0,0 0-13 0,-4-4-8 16,4 4-14-16,0 0-16 0,0 0-14 0,0 0-13 15,0 0-9-15,0 0-10 0,17-7-8 0,-5 4-6 16,6 0-5-16,3 0-12 0,1-1-5 0,9 1-10 15,2 0-5-15,-1 3-3 0,-4-5-10 16,0 1-13-16,-7 1-18 0,-2 1-18 0,-3 1-25 0,-2 0-21 16,-2-1-29-16,-1 1-24 0,-4 0-24 0,0 0-16 15,-7 1-7-15,9-3-105 0,-9 3-285 0,0 0 127 16</inkml:trace>
  <inkml:trace contextRef="#ctx0" brushRef="#br0" timeOffset="-137807.43">17898 15981 16 0,'-7'4'113'0,"7"-4"-9"16,0 0 15-16,0 0 16 0,-1 7 13 0,-2 0-3 0,3-7-13 15,0 16-7-15,2-4 3 0,-2 0-5 0,2 3-8 16,1 2-12-16,-3 2-2 0,1-2-10 0,0 0-1 16,1-2-9-16,-2 4-4 0,0-4-7 0,0 1-8 15,2 0-6-15,-2-1-3 0,2-3-4 16,-2 0-5-16,0 0-6 0,0-1-3 0,-2-1 0 15,1 0-8-15,0 0 0 0,-2-3-4 0,2-2-1 16,1-5-1-16,-3 13-2 0,2-7-4 0,1-6 1 0,-3 10-4 16,3-10 4-16,-1 9-6 0,1-9 2 0,-1 4-4 15,1-4 4-15,0 0-6 0,-4 7 2 16,4-7 2-16,0 0-3 0,-8 5-6 0,8-5-8 16,-7 3-3-16,7-3-6 0,-13 4-3 0,4-3 4 15,1 1-2-15,2 0 4 0,6-2 2 0,-15 1-2 16,15-1-1-16,-9 1 2 0,9-1 4 0,0 0 0 0,-8 0 0 15,8 0-1-15,0 0-2 0,0 0-2 0,-8 3 1 16,8-3 2-16,0 0 8 0,0 0-10 16,0 0-4-16,22 3-12 0,-11-3-9 0,2 0-22 15,3 0-14-15,2 0-32 0,2 0-26 0,8-3-38 16,-10 0-132-16,4-1-325 0,-1 2 144 0</inkml:trace>
  <inkml:trace contextRef="#ctx0" brushRef="#br0" timeOffset="-137575.22">18234 16258 41 0,'0'0'168'0,"-5"-4"0"0,5 4-6 16,-13-1-10-16,13 1-15 0,-13 1 4 0,4 2 5 16,-1 3-5-16,0-1-9 0,-1 3-9 0,1 1-7 15,1-1-6-15,2 1-7 0,0 1-11 0,0-1-9 16,3 1-9-16,0 0-6 0,3 0-5 0,1 1-7 15,1-3-4-15,3 2-5 0,2 0-11 0,0-2-12 16,5-1-24-16,-2 0-26 0,2 0-24 0,1-4-42 16,-1 0-28-16,3-1-39 0,-2 0-16 0,-1-1-128 15,1-2-327-15,-2 1 146 0</inkml:trace>
  <inkml:trace contextRef="#ctx0" brushRef="#br0" timeOffset="-137360.55">18391 16270 129 0,'0'0'186'0,"1"-8"-6"0,-1 8-14 16,0 0-16-16,0 0-15 0,0 0-14 0,0 0-3 15,0 0 5-15,0 0-8 0,0 0-9 0,0 0-2 16,0 32-11-16,0-20-7 0,-1 1-9 0,0 3-5 16,1 0-6-16,-2 0-9 0,2 0-8 0,0-2 0 15,0-3-7-15,0 3-17 0,3-1-8 16,-3-3-27-16,1 0-26 0,-2 1-35 0,1-1-33 15,1-5-27-15,-1-5-24 0,-2 15-14 0,2-9-96 16,-3 0-288-16,3-6 128 0</inkml:trace>
  <inkml:trace contextRef="#ctx0" brushRef="#br0" timeOffset="-137016.83">18456 16279 147 0,'4'-6'165'0,"2"0"-6"0,-2 2-11 0,0-1-16 16,-4 5-10-16,9-2-7 0,-9 2 2 0,10 2-6 16,-10-2-6-16,10 6-8 0,-4 0-6 0,-4-3-4 15,3 7 0-15,0-3-7 0,-2 1-10 0,-1 2-3 16,0 0-8-16,-2-1-6 0,-2 1-3 0,2 0-6 16,-3-3-8-16,-1 2 0 0,1-3-5 0,2 0-2 15,1-6-9-15,-3 11-7 0,3-11-9 0,-2 11-4 16,2-11-3-16,-1 8 3 0,1-8-6 0,1 8 3 15,-1-8 1-15,4 8-2 0,-4-8 0 0,5 6 1 16,-1-2 0-16,-4-4-4 0,7 7 2 16,-4-2 2-16,-3-5-2 0,6 9 0 0,-5-3 1 0,2-1 2 15,-2 3-4-15,-1-8 5 0,3 13 2 0,-3-7-2 16,0-6 6-16,-4 17-3 0,0-9-2 0,-1-1 2 16,1 0-5-16,-2 1-5 0,1-4-41 0,0 3-22 15,0-2-36-15,-1-2-37 0,0 2-162 16,-2-1-332-16,8-4 147 0</inkml:trace>
  <inkml:trace contextRef="#ctx0" brushRef="#br0" timeOffset="-136743.92">18667 16438 11 0,'0'0'159'0,"0"0"-9"0,10 3 4 0,-3-1-9 15,-7-2-10-15,7 1-7 0,-7-1 0 0,9 0-2 16,-9 0 4-16,0 0 4 0,13-4-2 0,-13 4-8 16,8-2-1-16,-8 2 1 0,6-8-2 0,-2 3-10 15,-4 5-8-15,3-9-6 0,-3 1-5 0,0 8-13 16,-3-11-8-16,0 3-3 0,1 2-4 0,-2-1-7 16,4 7-11-16,-9-9-4 0,3 5-6 0,-1 2-1 15,7 2-11-15,-13-4-14 0,7 1-22 0,6 3-24 16,-20 0-35-16,13 3-41 0,7-3-55 0,-10 2-50 15,10-2-179-15,0 0-427 0,0 0 189 0</inkml:trace>
  <inkml:trace contextRef="#ctx0" brushRef="#br0" timeOffset="-136335.95">19182 16141 67 0,'-8'0'203'0,"8"0"-6"16,-12 0-10-16,12 0-14 0,0 0-15 0,0 0-3 16,0 0-13-16,0 0-8 0,0 0-13 0,42 2-10 15,-14-6-8-15,5 4-6 0,5-1-11 0,0-1-2 16,-7 0-10-16,3-3 4 0,-2 3-10 15,-2 0-9-15,-2-1 4 0,-6 0-8 0,-3 1-1 0,1-3 0 16,-6 4-2-16,-3-2 5 0,-1 0 0 0,2 3 3 16,-7-2-4-16,-5 2-3 0,10-1 0 0,-10 1-5 15,8-3-6-15,-8 3-8 0,0 0-6 16,0 0-4-16,0 0-3 0,10 3 4 0,-10-3-1 16,0 0-3-16,-6 15-2 0,-1-5-1 0,1 1 0 15,-2 4 34-15,-2 1 1 0,1-2 5 0,-1 4-7 0,-5 2-4 16,-1 3-8-16,8-8-5 0,-4 1 0 0,1-1-3 15,1-1-6-15,-1 1-16 0,0-3-48 16,4 0-19-16,-1-2-40 0,-1 0-46 0,4 0-61 16,2-4-58-16,1 1-214 0,-2-3-516 0,4-4 228 15</inkml:trace>
  <inkml:trace contextRef="#ctx0" brushRef="#br0" timeOffset="-136142.81">19577 16096 95 0,'-14'-13'256'0,"-7"-3"-8"16,6 6-10-16,4 4-11 0,-7-2-10 0,2 2-10 15,2 2-15-15,5 0-18 0,-1 1-20 0,0-1-14 16,4 3-18-16,6 1-16 0,-11-1-13 0,11 1-34 16,0 0-26-16,0 0-36 0,0 0-33 0,0 0-33 15,0 0-45-15,0 0-57 0,18 15-191 0,-5-12-391 16,0-1 173-16</inkml:trace>
  <inkml:trace contextRef="#ctx0" brushRef="#br0" timeOffset="-134979.65">20284 16330 56 0,'0'0'217'15,"0"0"4"-15,-7 5-4 0,7-5 1 0,0 0-7 16,0 0-2-16,0 0-3 0,0 0-2 0,-5 4 3 15,5-4-15-15,0 0-17 0,0 0-17 0,0 0-11 16,0 0-18-16,19-20-8 0,-11 12-15 16,1-1 2-16,0 0-10 0,0 1-11 0,0-1 2 0,1 0-2 15,-2-1-6-15,3-4-1 0,-1-2 1 0,-1 4-16 16,2-2-6-16,-6-1-3 0,4 0-2 0,-2-1-1 16,2-1-9-16,-1 1-4 0,1-1-3 0,-3 4 0 15,-1 2 3-15,-1 0-4 0,0 0-25 16,2 2 23-16,-2 3-3 0,-1 0-4 0,1-2 4 15,-4 8-15-15,2-8 1 0,-2 8-2 0,0 0-8 0,4-4 4 16,-4 4-7-16,0 0 3 0,0 0 8 16,0 0-16-16,-4 30 2 0,2-19 1 0,-1 5 5 0,2-1-3 15,-1 0-22-15,2 2 24 0,2-4-7 0,-2-1 4 16,2 0 5-16,2 2-6 0,-1-4-1 16,2-3 7-16,0 2-4 0,5-1 0 0,-2-3 1 15,2 1 1-15,2-3 5 0,2 0-11 0,0-2 5 16,-1-2 6-16,-1 1-9 0,1-2 5 0,1 0-20 15,0-2 21-15,-2 0 3 0,-2 0-8 0,3-2-23 0,-3-1 29 16,1 2-12-16,-2-4-2 0,0 1 4 0,-1-2-1 16,1 1-4-16,-4-2 4 0,1 3 3 15,-2-3-9-15,0 2 4 0,-3-1 1 0,2 4 0 16,1 1 0-16,-4 5-2 0,2-10 0 0,-2 10 1 16,0 0-8-16,0 0-3 0,0 0 6 0,0 0 1 0,0 0-10 15,0 0 11-15,-14 29 0 0,10-17-10 16,1-2-13-16,0 2-27 0,0-1-23 0,2 1-32 15,1 1-35-15,0-2-31 0,-1 0-57 0,5 2-50 16,-2-1-259-16,1-4-587 0,1-2 260 0</inkml:trace>
  <inkml:trace contextRef="#ctx0" brushRef="#br0" timeOffset="-134537.18">20970 16158 20 0,'4'-5'221'0,"-4"5"-20"16,0 0-4-16,0 0 0 0,0 0-3 0,0 0-5 16,-8 22-5-16,3-11-15 0,0-1-10 0,2 2-5 15,1-1-12-15,-1 1-10 0,1 0-5 0,0-2-5 16,0 0-11-16,-1-2-7 0,3 2-16 0,0-10-3 16,-2 12-9-16,0-7 4 0,2-5 7 0,-1 8 19 15,1-8 22-15,0 0 3 0,0 0-16 0,0 0-3 16,0 0-13-16,0 0-6 0,0 0-9 0,0 0-10 15,0 0-6-15,4-33 0 0,-3 24-10 16,2-1-7-16,-1-7-9 0,1 1 1 0,-2 0-10 0,3-1 5 16,2-2-9-16,-2 1-3 0,1-2-4 0,3-4 1 15,-1 7-1-15,3 0-5 0,-5 1-2 0,2 0-7 16,-1 2-1-16,4-1 0 0,-5 6 9 0,-3 3-15 16,-2 6 3-16,6-12 0 0,-6 12-1 0,3-9-11 15,-3 9 3-15,0 0 16 0,0 0-13 0,0 0 4 16,20 13-5-16,-15-3 3 0,0 2-5 0,0-1 4 15,0 7-1-15,1 0 6 0,1 1 0 16,-3-1 1-16,0 2 1 0,-1-2-3 0,5 6-3 16,-3-8-10-16,3 10 17 0,-3-10 1 0,1 0-3 15,2 1-18-15,1-2 10 0,-1-1-22 0,-1 1-46 0,1-1-24 16,-2-4-48-16,-1-1-30 0,1 0-45 0,-4-2-32 16,1-1-54-16,1 1-248 0,-4-7-598 0,-2 9 265 15</inkml:trace>
  <inkml:trace contextRef="#ctx0" brushRef="#br0" timeOffset="-134373.68">20984 16231 112 0,'-6'-4'220'16,"6"4"-14"-16,0 0-22 0,0 0-20 0,16-9-19 15,-3 6-11-15,5 0-15 0,0-1-22 0,4-1-44 16,6 0-44-16,-2 1-62 0,3-1-53 0,-3-1-108 15,-6 0-233-15,9-1 103 0</inkml:trace>
  <inkml:trace contextRef="#ctx0" brushRef="#br0" timeOffset="-134125.99">21624 15920 8 0,'0'0'248'0,"0"0"-17"0,0 0-12 0,-2-12-14 15,2 12-10-15,-11 0-9 0,11 0-9 0,-19 7-5 16,8-2-9-16,-6 7-1 0,4 0 3 0,-4 7 4 16,1 1-6-16,1 1-5 0,3 1-18 15,1 2-7-15,6-5-12 0,-2 6-11 0,5-6-10 0,1 2-10 16,-1-3-6-16,5 1-4 0,3-2-10 0,2 2-12 16,1-4-3-16,2 1-20 0,3-3-42 0,2 0-22 15,-1-2-37-15,0 1-25 0,1 0-32 0,-2-3-40 16,1-2-47-16,-3-2-30 0,-2 0-222 0,0-1-500 15,0 0 222-15</inkml:trace>
  <inkml:trace contextRef="#ctx0" brushRef="#br0" timeOffset="-133302.29">22107 15915 22 0,'2'-9'242'0,"-2"9"-8"0,0 0 0 0,1-9-4 16,-1 9-4-16,0 0-15 0,0 0-14 15,0 0-15-15,0 0-15 0,0 0-16 0,0 0-17 0,0 0-8 16,0 0-7-16,0 0 2 0,-20 0-16 15,20 0-1-15,-21 15-6 0,6-2-8 0,-6 3 2 16,2 1-5-16,5-3-8 0,-1 8 3 0,-1-7-3 16,4 0-1-16,0 2-14 0,2 0 3 0,2 0-10 0,2-2-4 15,1 0-2-15,-2-2-3 0,5-1-6 0,1 1-1 16,1-1-3-16,0-1-6 0,2 0 2 16,4 0-2-16,2-1-10 0,0 0 9 0,2-3-6 15,7 3-2-15,2-4 1 0,0-2-6 0,1 2-1 16,-2-2 5-16,3 0 0 0,-2-4-6 0,-1 2-5 15,0-4 0-15,-2 2 4 0,-2-2-3 0,-1-1-5 16,0-2 4-16,-3 0-8 0,0-2-3 0,-1-1-6 16,-1-2 2-16,-4 3-5 0,1-2-1 0,-1-3-1 15,-2 2 2-15,0-1-2 0,-2 11 3 0,0-22-9 16,-3 13 9-16,1-2 1 0,-4 2-4 0,0 0 3 16,-1 3 1-16,7 6 1 0,-12-11-1 0,7 5 4 15,5 6 8-15,-8-8-10 0,8 8-2 0,0 0 2 16,-8-7 2-16,8 7-2 0,0 0 3 0,0 0-6 15,-5-8 4-15,5 8 3 0,0 0-4 0,0 0 5 16,0 0-4-16,22-10 1 0,-14 9 4 0,3-2-2 16,-1 1-2-16,-1-2 0 0,-9 4 0 0,19-1-8 15,-19 1 7-15,13-2 0 0,-13 2-4 0,12-1-2 16,-12 1 2-16,0 0 0 0,0 0 2 0,14 3 1 16,-14-3-1-16,11 7 3 0,-7-3 3 0,1 3 2 15,0 1-6-15,1 4 5 0,-3-2 8 0,2 5-15 16,-2-6 10-16,-1 4-4 0,0-1 0 0,-2-2 9 15,1 3 1-15,2-1-1 0,-5 0-1 0,4 1-2 16,-2-2 5-16,-2 0-6 0,2-2 0 16,2 0-18-16,-2-2-29 0,0-7-31 0,0 14-31 0,0-8-23 15,0-6-33-15,-2 11-35 0,2-11-27 0,-1 7-36 16,1-7-35-16,-3 8-149 0,3-8-478 0,0 0 211 16</inkml:trace>
  <inkml:trace contextRef="#ctx0" brushRef="#br0" timeOffset="-132926.95">22575 16165 40 0,'4'-4'231'0,"-4"4"-8"0,0 0-12 16,0 0-13-16,5-6-24 0,-5 6-10 0,10-5-17 15,-3 2-7-15,-7 3-9 0,14-9-5 0,-4 6-8 16,-4-1 0-16,3-1-5 0,-9 5-5 0,13-8-8 15,-5 1 2-15,-1-1-10 0,-1 1-5 0,0-3-7 16,0 3-8-16,-2-2-5 0,-4 9 1 0,7-14-10 16,-7 5-4-16,0 9-2 0,0-14-6 0,0 14-6 15,-4-13-5-15,4 13-4 0,-5-11-6 0,5 11 1 16,-9-9-6-16,4 6 2 0,5 3-11 0,-11-2 8 16,1 4 4-16,-3 0-9 0,2 2 0 0,-4 4 2 15,2 3 6-15,1-3-1 0,-1 3 0 0,2 2 4 16,1 2-2-16,-1 0 4 0,5 1-3 0,2 1 1 15,2 0-6-15,3-1 7 0,1-5-10 0,2 4 3 16,0-3 2-16,5-3-3 0,0 1-8 0,0-2-15 16,4 3-19-16,-3-3-28 0,4 1-24 0,-1-4-29 15,0 0-25-15,-2-2-30 0,1 0-34 0,-2-1-25 16,0-1-35-16,3 0-165 0,-13-1-455 0,14-1 202 16</inkml:trace>
  <inkml:trace contextRef="#ctx0" brushRef="#br0" timeOffset="-132702.89">22983 15913 78 0,'0'0'214'0,"0"0"0"16,0 0 3-16,15 11-11 0,-7-1-9 15,0 4-9-15,0 3-5 0,-3-2-13 0,2 5-9 0,-1 4-15 16,1 2-18-16,-1 0-9 0,-1-7-9 15,-2 5-12-15,1 1-8 0,-4-7-13 0,-2 8-20 16,-2-9-19-16,-1 0-26 0,-3 2-35 0,-3-2-29 16,-8 5-48-16,4-1-43 0,-7 0-41 0,-3-2-184 15,-5-2-396-15,2 0 175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1T10:20:46.4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14543 5234 25 0,'3'-7'54'0,"-3"7"-12"0,0 0-6 0,0 0 0 16,0 0-5-16,0 0-5 0,0 0-6 0,0 0 2 15,0-9-8-15,0 9 0 0,0 0-1 0,0 0 3 16,0 0-8-16,0 0 5 0,0 0-1 0,0 0-3 16,0 0-4-16,0 0 3 0,0 0-4 0,0 0 0 15,0 0-5-15,0 0 6 0,0 0-6 0,0 0 0 16,0 0 9-16,0 0-5 0,0 0-7 0,0 0 6 16,0 0-1-16,0 0-6 0,0 0 0 0,0 0 2 15,0 0-4-15,0 0 6 0,0 0 0 0,0 0 1 16,0 0-5-16,0 0 2 0,0 0-4 0,0 0 0 15,0 0 4-15,0 0-3 0,0 0-4 16,0 0 0-16,0 0 0 0,0 0 0 0,0 0-1 0,0 0 4 16,0 0-6-16,0 0 1 0,0 0 0 0,0 0-1 15,0 0-1-15,0 0 6 0,0 0-2 0,0 0 6 16,0 0-8-16,0 0 2 0,0 0 3 0,0 0 0 16,0 0-1-16,0 0 3 0,0 0 4 15,0 0-5-15,0 0-6 0,14 0-15 0,-8-2-28 16,3-4 12-16</inkml:trace>
  <inkml:trace contextRef="#ctx0" brushRef="#br0" timeOffset="1424.24">14604 5224 11 0,'0'0'25'0,"0"0"-7"0,0 0 2 16,0 0-4-16,7 1-10 0,-7-1 12 0,0 0 0 16,0 0-1-16,0 0 6 0,0 0 2 0,0 0 5 15,12-1-1-15,-12 1 2 0,12-1 5 0,-2-2-5 16,1-2-5-16,9-2 3 0,3-5-8 15,4-2-6-15,2 0-3 0,6-4-5 0,11-7-17 16,5-2-13-16,6-4-50 0,21-17-77 0,4 3 35 0</inkml:trace>
  <inkml:trace contextRef="#ctx0" brushRef="#br0" timeOffset="9497.02">16285 6435 24 0,'-12'0'27'15,"12"0"-17"-15,0 0-21 0,0 0-11 0,0 0 6 16</inkml:trace>
  <inkml:trace contextRef="#ctx0" brushRef="#br0" timeOffset="10260.95">17352 6554 7 0,'0'0'77'0,"0"0"0"0,0 0-5 0,0 0-10 16,0 0-4-16,0 0 0 0,0 0-15 0,10 0-6 0,-10 0-11 15,0 0-3-15,0 0-12 0,0 0 6 0,0 0-9 16,0 0-2-16,0 0-4 0,0 0-2 0,0 0-2 16,0 0-3-16,0 0 2 0,0 0-3 0,0 0 0 15,0 0-3-15,0 0-1 0,0 0 4 0,0 0 4 16,0 0-4-16,0 0-5 0,0 0 8 16,0 0-2-16,0 0-4 0,9-2 12 0,-9 2-2 15,0 0 3-15,0 0 2 0,0 0 5 0,0 0-3 0,0 0 4 16,0 0 5-16,0 0-12 0,0 0 7 0,0 0-1 15,0 0 6-15,0 0-5 0,0 0 1 16,0 0 2-16,0 0-6 0,0 0 4 0,0 0 3 16,0 0 2-16,0 0-2 0,0 0-3 0,0 0 1 15,0 0 5-15,0 0-3 0,0 0-2 0,0 0 15 16,0 0-15-16,0 0 5 0,0 0-7 0,0 0 3 16,0 0-9-16,0 0 2 0,0 0-1 0,0 0-3 15,0 0-16-15,0 0-2 0,0 0-26 0,0 0-21 16,0 0-70-16,0 0-141 0,0 0 63 0</inkml:trace>
  <inkml:trace contextRef="#ctx0" brushRef="#br0" timeOffset="19565.25">24979 7533 44 0,'0'0'55'0,"0"0"-14"16,0 0-20-16,0 0-15 0,8 0-11 0,-8 0-22 0,0 0-30 15,0 0 13-15</inkml:trace>
  <inkml:trace contextRef="#ctx0" brushRef="#br0" timeOffset="19794.99">25812 7503 42 0,'0'0'48'0,"0"0"-15"0,0 0-21 16,0 0-6-16,0 0-30 0,0 0-25 0,12-3 11 16</inkml:trace>
  <inkml:trace contextRef="#ctx0" brushRef="#br0" timeOffset="20897.14">13922 9326 25 0,'0'0'45'16,"0"0"-11"-16,0 0-18 0,4-5-1 0,-4 5-22 0,0 0-15 15,0 0-23-15,14 3 11 0</inkml:trace>
  <inkml:trace contextRef="#ctx0" brushRef="#br0" timeOffset="21760.73">14964 9264 14 0,'0'0'101'0,"0"0"-11"0,0 0 6 0,0 0-6 16,0 0-14-16,0 0 0 0,0 0-4 0,0 0 0 15,0 0-9-15,0 0 0 0,0 0 5 0,0 0-16 16,0 0 0-16,0 0 2 0,0 0-7 0,0 0 0 16,0 0 2-16,0 0-9 0,0 0-5 0,0 0-5 15,0 0 4-15,0 0-7 0,0 0 3 0,0 0-7 16,0 0-4-16,0 0 3 0,0 0-4 0,0 0-3 15,0 0 3-15,0 0-5 0,0 0 1 0,0 0-1 16,0 0 5-16,0 0-7 0,0 0 3 0,0 0-3 16,0 0 2-16,0 0-2 0,0 0-3 0,0 0 9 15,0 0-4-15,0 0-11 0,0 0 6 0,0 0-3 16,0 0 3-16,0 0-3 0,0 0 4 0,0 0-8 16,0 0 0-16,0 0 3 0,0 0 0 0,0 0-4 15,0 0 1-15,0 0 8 0,0 0-10 0,0 0 4 16,0 0 0-16,0 0 0 0,0 0 0 0,0 0 1 15,0 0 0-15,0 0 1 0,0 0-9 0,0 0 3 16,0 0 2-16,0 0-1 0,0 0 2 0,0 0-2 16,0 0 0-16,0 0 2 0,0 0 1 0,0 0-5 15,0 0-6-15,0 0 9 0,0 0 1 0,0 0-5 16,0 0 0-16,0 0 3 0,0 0 7 0,0 0-12 16,0 0 5-16,0 0-2 0,0 0 2 0,0 0-6 15,0 0 3-15,0 0 1 0,0 0 2 0,0 0-4 16,0 0 1-16,0 0-8 0,0 0 14 0,0 0-2 15,0 0-4-15,0 0-1 0,0 0 1 0,0 0 2 16,0 0 2-16,0 0-3 0,0 0-5 0,0 0-3 16,0 0 2-16,0 0-3 0,0 0 5 0,0 0 1 15,0 0-4-15,0 0 1 0,0 0 1 0,0 0-4 16,0 0-3-16,0 0-9 0,0 0 4 0,0 0-2 0,0 0-18 16,0 0-9-16,0 0 8 0,0 0-13 15,0 0-4-15,0 0-6 0,0 0-10 0,0 0-9 16,0 0-10-16,0 0-72 0,0 0-175 0,0 0 77 15</inkml:trace>
  <inkml:trace contextRef="#ctx0" brushRef="#br0" timeOffset="22754.49">15875 8790 33 0,'0'0'35'0,"0"0"-5"15,0 0-15-15,0 0-6 0,0 0-10 16,0 0-20-16,0 0-21 0,0 0 9 0</inkml:trace>
  <inkml:trace contextRef="#ctx0" brushRef="#br0" timeOffset="23029.24">16526 8782 45 0,'0'0'35'0,"0"0"-14"15,0 0-27-15,0 0-11 0,4 6-16 0,-4-6 8 16</inkml:trace>
  <inkml:trace contextRef="#ctx0" brushRef="#br0" timeOffset="23250.44">16648 8849 25 0,'0'0'80'0,"0"0"-9"16,0 0-5-16,0 0-15 0,0 0-12 0,0 0-13 15,0 0-18-15,0 0-24 0,0 0-43 0,0 0-63 16,0 0 28-16</inkml:trace>
  <inkml:trace contextRef="#ctx0" brushRef="#br0" timeOffset="23677.44">16937 8655 73 0,'-7'-4'91'0,"7"4"-13"0,0 0-5 15,0 0-12-15,0 0-3 0,0 0-9 16,0 0-6-16,0 0-10 0,0 0-10 0,0 0-16 0,0 0-3 15,0 0-19-15,0 0-12 0,0 0-9 16,0 0-12-16,0 0-31 0,0 0-83 0,0 0 37 16</inkml:trace>
  <inkml:trace contextRef="#ctx0" brushRef="#br0" timeOffset="24404.03">16976 8577 8 0,'0'0'13'0,"0"0"-3"0,0 0-4 16,0 0-8-16,0 0 2 0,0 0-1 0,0 0-1 16,0 0 1-16,0 0 3 0,0 0 7 15,-18-6 5-15,18 6 2 0,-12-3 5 0,5 2 4 0,-1-1 4 16,8 2-4-16,-16-2 8 0,9-3 1 0,0 5 1 15,-3-3 0-15,10 3 1 0,-12-4 0 0,4 2 0 16,2 0 1-16,6 2-3 0,-14-4-3 16,14 4 4-16,-10-4-1 0,10 4 4 0,-9-2 3 0,9 2 0 15,-9-2 5-15,9 2-1 0,-8-2-5 0,8 2-1 16,0 0-3-16,0 0 6 0,-9-2-5 0,9 2-12 16,0 0-1-16,0 0 0 0,0 0-6 0,0 0-4 15,0 0-1-15,-9-3-1 0,9 3-2 0,0 0 4 16,0 0-4-16,0 0 5 0,0 0-9 0,0 0-3 15,0 0-3-15,0 0 9 0,0 0-4 0,0 0-3 16,0 0-5-16,0 0 9 0,0 0 0 0,0 0-4 16,0 0 1-16,31 1 3 0,-23-2 1 0,-8 1 2 15,14-1-2-15,-7 1 3 0,2-1-10 0,0-1 1 16,2 2 3-16,0-3 3 0,-1 1-2 0,-1 2 0 16,3 0 1-16,-3-1 1 0,-9 1-4 0,15-3 8 15,-5 3-1-15,-2-1 2 0,-2-1-3 0,-6 2 3 16,15-2-9-16,-8 2 2 0,-7 0 7 0,12-4-5 15,-12 4-2-15,8-3-4 0,-8 3 0 0,9 0 10 16,-9 0-10-16,0 0 4 0,0 0-6 0,11 0 12 16,-11 0-2-16,0 0-3 0,0 0-3 0,6-2-2 15,-6 2 2-15,0 0 6 0,0 0-2 0,0 0-6 16,0 0 3-16,0 0 2 0,0 0-6 0,6-5-4 16,-6 5 5-16,0 0-7 0,0 0-5 0,0 0-14 15,0 0-11-15,0 0-1 0,0 0-14 0,0 0-16 16,0 0-3-16,0 0 0 0,0 0-7 0,0 0-2 0,0 0 4 15,0 0 1-15,0 0-55 0,0 0-139 0,0 0 61 16</inkml:trace>
  <inkml:trace contextRef="#ctx0" brushRef="#br0" timeOffset="24725.64">16933 8535 56 0,'0'0'65'0,"-9"-2"-6"0,9 2-1 0,0 0-6 0,0 0-4 16,0 0-2-16,0 0-6 0,0 0-3 0,0 0 2 15,0 0-7-15,0 0-1 0,0 0-1 0,0 0-11 16,0 0 0-16,0 0 1 0,0 0-4 16,0 0 6-16,0 0-7 0,0 0-4 0,0 0 3 0,0 0-4 15,0 0-1-15,0 0 3 0,28-5-9 0,-22 4 4 16,-6 1-3-16,14-2 4 0,-6-1 0 0,1 2-7 15,-3-1 8-15,2 0 6 0,0-1-4 16,-8 3-5-16,14-4-2 0,-8 1-1 0,-6 3 3 16,10-3 0-16,-2 2 4 0,-8 1-9 0,8-4-13 0,-8 4 1 15,7-2-11-15,-7 2 9 0,0 0-16 0,8 0-5 16,-8 0-4-16,0 0-6 0,0 0-2 0,0 0-8 16,0 0-40-16,0 0-100 0,0 0 44 15</inkml:trace>
  <inkml:trace contextRef="#ctx0" brushRef="#br0" timeOffset="24867.66">17030 8525 47 0,'0'0'52'0,"0"0"-2"15,0 0-2-15,0 0-4 0,0 0-7 0,0 0 0 16,0 0-8-16,0 0-2 0,0 0-6 0,0 0-1 16,0 0-2-16,0 0-2 0,0 0-17 0,0 0-23 15,0 0-47-15,0 0-76 0,24-7 34 0</inkml:trace>
  <inkml:trace contextRef="#ctx0" brushRef="#br0" timeOffset="25745.55">18818 8668 73 0,'0'0'75'0,"0"0"-10"16,0 0-22-16,0 0-13 0,0 0-18 0,0 0-28 15,0 0-31-15,0 0-52 0,0 0 24 16</inkml:trace>
  <inkml:trace contextRef="#ctx0" brushRef="#br0" timeOffset="26154.14">18734 8741 16 0,'0'0'127'0,"0"0"-8"0,0 0-5 15,0 0-13-15,0 0 4 0,0 0-15 0,0 0-13 16,0 0-9-16,0 0-6 0,5 4-5 0,-5-4-1 15,0 0-15-15,0 0-2 0,0 0-2 0,0 0-7 16,0 0 1-16,5 5-15 0,-5-5 8 0,0 0-1 16,5 4 1-16,-5-4-12 0,6 4 7 0,-6-4-4 15,5 5 2-15,-5-5-14 0,4 4 9 0,-4-4-4 16,9 4 2-16,-9-4 2 0,6 3-1 16,-6-3 7-16,0 0 9 0,12 0 1 0,-12 0-6 0,14-7 2 15,-5 0-3-15,4-2-12 0,5-3-17 0,5-6-17 16,2-3-31-16,5-1-31 0,-1-2-28 0,1 1-91 15,-2 0-223-15,12-12 98 0</inkml:trace>
  <inkml:trace contextRef="#ctx0" brushRef="#br0" timeOffset="112105.62">17550 9167 49 0,'0'0'69'0,"0"0"-9"15,0 0-1-15,0 0-1 0,0 0-6 0,0 0-4 16,0 0-13-16,0 0 2 0,0 0-6 0,0 0-4 15,0 0-9-15,0 0 7 0,0 0-16 0,0 0 16 16,0 0-5-16,0 0-8 0,0 0 4 0,0 0 1 16,0 0-3-16,0 0 3 0,0 0-11 0,0 0 7 15,0 0-7-15,0 0 9 0,0 0-4 0,0 0 3 16,0 0-15-16,0 0 9 0,0 0 3 0,0 0-8 16,0 0 7-16,0 0-7 0,0 0 0 0,0 0 5 15,0 0-4-15,0 0 3 0,0 0 1 0,0 0 1 16,0 0-1-16,0 0-8 0,0 0 10 0,0 0-9 15,0 0-1-15,0 0 8 0,0 0-8 0,0 0-6 16,0 0 7-16,0 0-2 0,0 0 0 0,0 0-1 16,0 0-3-16,0 0-2 0,0 0-8 0,0 0 7 15,0 0-7-15,0 0 3 0,0 0-11 0,0 0-3 16,0 0-2-16,0 0-6 0,0 0-7 0,0 0-5 16,0 0-53-16,0 0-108 0,0 0 48 0</inkml:trace>
  <inkml:trace contextRef="#ctx0" brushRef="#br0" timeOffset="161047.29">25665 15266 54 0,'0'0'24'0,"0"0"-25"0,0 0-13 0,12 5-13 16,-12-5 7-16</inkml:trace>
  <inkml:trace contextRef="#ctx0" brushRef="#br0" timeOffset="161380.72">26293 15225 128 0,'0'0'136'0,"0"0"-11"0,-4-6-11 15,4 6-11-15,0 0-2 0,0 0-7 0,0 0-6 16,0 0-9-16,0 0-9 0,0 0-5 0,0 0-16 16,0 0-2-16,0 0-10 0,0 0-15 0,0 0-2 15,0 0-1-15,0 0-13 0,0 0-4 0,0 0-6 16,0 0 1-16,0 0-8 0,0 0 8 0,0 0-13 16,0 0-2-16,0 0-12 0,0 0-9 0,0 0-14 15,0 0-13-15,0 0-17 0,0 0-81 0,0 0-177 16,0 0 79-16</inkml:trace>
  <inkml:trace contextRef="#ctx0" brushRef="#br0" timeOffset="179638.62">22550 16649 29 0,'4'-9'75'0,"-4"9"-2"16,0 0-6-16,0 0-8 0,0 0-5 0,0 0-10 15,0 0-14-15,0 0-15 0,3-9-11 0,-3 9-16 16,0 0-20-16,0 0-36 0,0 0-74 0,0 0 34 15</inkml:trace>
  <inkml:trace contextRef="#ctx0" brushRef="#br0" timeOffset="-212094.58">20585 4273 58 0,'0'-7'58'0,"0"7"-8"0,-1-10 0 0,1 10 7 16,0-10 6-16,0 10-10 0,0-9-7 0,0 9 6 15,0-9-14-15,0 9-3 0,-1-8-4 0,1 8-6 16,0 0 3-16,0-11 2 0,0 11 0 0,0 0-6 16,0-8 0-16,0 8-2 0,0 0-15 0,0 0 13 15,-1-9 3-15,1 9-11 0,0 0 4 0,0 0 1 16,0 0-5-16,-3-9-3 0,3 9 4 0,0 0-4 15,-1-8-6-15,1 8-1 0,0 0 0 0,0 0 8 16,0 0-1-16,-3-6-13 0,3 6 11 0,0 0-5 16,0 0 1-16,0 0-2 0,-6-7 6 0,6 7-7 15,-3-6 5-15,3 6-4 0,0 0 18 0,0 0-22 16,-5-6 4-16,5 6-1 0,-6-3-1 0,6 3-4 16,0 0 7-16,-7-5 6 0,7 5-5 0,0 0-7 15,0 0-3-15,-6-5 15 0,6 5-5 0,0 0-6 16,0 0 1-16,-8-3-3 0,8 3 8 0,0 0-5 15,-9-3 4-15,9 3 0 0,0 0-8 0,0 0 2 16,0 0-6-16,0 0 8 0,0 0 0 0,0 0-5 16,0 0 8-16,0 0-4 0,0 0-3 0,0 0 9 15,0 0-10-15,-9 0 1 0,9 0 1 0,0 0 7 16,0 0-4-16,0 0-6 0,0 0 8 0,0 0 6 16,0 0 5-16,31 9 6 0,-8-8 6 0,14 1 1 15,22 1-5-15,5-4-8 0,30-1-14 0,4-3-33 16,1-2-16-16,-4-1-31 0,6 2-60 0,-4-4-154 15,-1-1 68-15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0T09:38:35.4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4069 3183 91 0,'0'0'163'0,"0"0"-11"16,0 0-4-16,0 0-2 0,0 0-5 0,0 0-1 15,0 0-5-15,0 0-7 0,0 0-5 0,0 0-7 16,4-5-4-16,-4 5-4 0,0 0-2 0,0 0-13 15,0 0-8-15,-2-10-5 0,2 10-2 16,0 0-2-16,0 0-5 0,-1-9-6 0,1 9-5 16,0 0-4-16,0 0-3 0,-1-12-3 0,1 12-5 0,0 0 1 15,0 0-2-15,0 0-5 0,0 0 0 0,-3-8 3 16,3 8-11-16,0 0-1 0,0 0-3 16,0 0 6-16,0 0-9 0,0 0-5 0,0 0-2 15,0 0 0-15,-2-6-2 0,2 6-4 0,0 0 1 16,0 0 1-16,0 0-7 0,0 0 5 0,0 0-6 15,0 0 0-15,0 0-5 0,0 0 3 0,0 0-3 0,0 0 3 16,0 0 1-16,5 23-4 0,-4-17 2 16,-1-6 30-16,1 13-2 0,1-6-4 0,-1 3 2 15,-2-1-3-15,1 2-6 0,0 0-3 0,1 0-4 16,-1 5 2-16,2-6 1 0,-2 3-1 0,2 2-3 16,-2-3 2-16,5 3 0 0,-4-5-5 0,1 3 1 15,1-2-2-15,-2 1-2 0,1-1-3 0,-1-1 6 16,0 2-5-16,2-4 2 0,-2 1-4 0,0-1-13 0,2 1-14 15,0-3-14-15,-1 1-15 0,1-1-22 16,-3-6-16-16,5 12-27 0,0-5-30 0,-3-3-38 16,1 1-38-16,-3-5-182 0,6 6-442 0,-6-6 195 15</inkml:trace>
  <inkml:trace contextRef="#ctx0" brushRef="#br0" timeOffset="310.94">4281 3125 9 0,'-4'-9'251'16,"3"2"-13"-16,1 7-6 0,-4-11-4 0,4 11-17 16,-2-9-12-16,2 9-19 0,0 0-21 0,0 0-14 15,0-10-20-15,0 10-5 0,0 0 13 0,0 0 10 16,0 0-11-16,0 0-1 0,3 34-13 0,-3-24-6 15,1 2-8-15,-1 0-8 0,0 3-2 0,-1-1-15 16,1 2-3-16,0 1-9 0,-1-3-3 0,-2 2-5 16,3-3-12-16,-1 2 13 0,0-1-19 0,2-3-3 15,-1 5-7-15,0-3 2 0,1-1-5 0,-1-1-19 16,1 1-23-16,-1 0-30 0,0-1-27 0,0-1-32 16,2 0-33-16,-2 0-38 0,1-3-42 0,-1-7-45 15,1 12-202-15,-1-12-500 0,0 6 221 0</inkml:trace>
  <inkml:trace contextRef="#ctx0" brushRef="#br0" timeOffset="546.41">4433 3168 40 0,'0'0'213'0,"0"0"-18"0,4-8-12 15,-4 8-6-15,0 0-2 0,0 0-2 0,0 0-12 16,0 0-3-16,0 0-3 0,-5 23-7 0,3-14-5 15,1 0-9-15,0 1-16 0,-1-1-5 16,4 1-9-16,-2-1-14 0,0 1-11 0,0 1-3 16,-2 0-6-16,1 0-8 0,2-1-3 0,1 1-7 15,-1 1-3-15,2 0-8 0,-2 2-16 0,1-6-30 0,1 3-32 16,0-1-37-16,-2-1-46 0,1-3-53 16,0 1-63-16,-1 0-156 0,-1-7-423 0,0 0 187 15</inkml:trace>
  <inkml:trace contextRef="#ctx0" brushRef="#br0" timeOffset="730">4242 3008 2183 0,'-5'-10'27'0,"-1"0"-19"15,2 1-3-15,-1 1-11 0,2 3 4 0,3 5-4 16,-5-10-10-16,5 10-26 0,-2-7-17 0,2 7-36 15,0 0-19-15,0 0-23 0,0 0-24 0,0 0-104 16,0 0-285-16,0 0 126 0</inkml:trace>
  <inkml:trace contextRef="#ctx0" brushRef="#br0" timeOffset="956.83">4669 2967 160 0,'5'10'166'0,"2"7"6"0,-2 2-2 16,0 7-13-16,-1 4-9 0,-4-1-4 15,1 3-6-15,2-2-6 0,-6 2-16 0,1-4-12 16,-1 1-10-16,3 0-7 0,-4-5-6 0,2-3-6 16,-1-2-14-16,-1 5-3 0,-1-6-7 0,-1 0-1 15,-2-1-7-15,-1 1-4 0,-5 4-36 0,-4-3-19 0,-2 1-62 16,-2-1-59-16,-4 0-200 0,-6-2-364 15,-1 1 162-15</inkml:trace>
  <inkml:trace contextRef="#ctx0" brushRef="#br0" timeOffset="1199.08">3857 3241 2 0,'-12'4'230'0,"4"4"-15"16,-2 6-3-16,0 10-6 0,-2 0-12 0,0 4-19 15,1 3-9-15,4-2-20 0,-1 0-16 0,6-2-11 16,0-1-11-16,2-1-11 0,5-1-3 0,3-5-15 16,2 5-3-16,2-6-19 0,2-4-28 15,9 2-34-15,0-3-53 0,4-1-54 0,1-3-68 0,-3-3-150 16,-2-5-358-16,3 2 158 0</inkml:trace>
  <inkml:trace contextRef="#ctx0" brushRef="#br0" timeOffset="12800.87">5648 3088 188 0,'0'0'246'0,"-5"-9"-8"16,4 3-9-16,1 6-18 0,-4-14-3 0,1 7-5 15,1 1-4-15,-2 2-9 0,4 4-2 0,-4-9-5 16,4 9-16-16,-5-6-13 0,5 6-16 0,-4-7-17 16,4 7-11-16,0 0-1 0,0 0-26 0,-1 21 3 15,2-10-7-15,3 16-5 0,0-2-12 0,0 1 0 16,0 3-7-16,-2-3-3 0,1 0-10 0,-2-1 0 15,-1-6-8-15,3 7 1 0,1-6-3 0,-2-1-9 16,1 0 0-16,0-1 4 0,-1-1-2 0,0 0-10 16,-1-1 2-16,2-2-16 0,-2-1-24 0,1-1-16 15,0-1-25-15,-1 0-20 0,-1-3-24 0,0-1-23 16,2-1-22-16,-2-6-32 0,1 9-29 0,-1-9-22 16,0 0-26-16,-4 9-147 0,4-9-443 15,0 0 196-15</inkml:trace>
  <inkml:trace contextRef="#ctx0" brushRef="#br0" timeOffset="13005.53">5533 3193 188 0,'0'0'182'0,"4"-8"-9"0,-4 8-22 15,0 0 1-15,16 3-12 0,-16-3-9 0,19 5-11 16,-7-3-14-16,2 1-5 0,7 3-12 0,-2 1-11 15,10-1-1-15,0 2-11 0,-1 0-26 0,0-2-20 16,1 2-24-16,2-2-35 0,-4 0-37 0,0-1-32 16,-7 0-20-16,2-3-11 0,-4 1-81 0,-1-2-239 15,0 2 106-15</inkml:trace>
  <inkml:trace contextRef="#ctx0" brushRef="#br0" timeOffset="13224.87">6060 3051 56 0,'-3'-7'241'0,"2"1"-4"0,1 6-23 0,-1-10-19 16,1 10-17-16,-5-5-20 0,5 5-18 0,0 0 0 15,0 0 7-15,-3 30-4 0,1-10-2 0,0 6-12 16,1 2-4-16,0 2-14 0,3-2-14 0,0 2-4 16,0-2-9-16,-1 1-10 0,2-1-4 0,3-1-7 15,1-5-18-15,-4-1-23 0,3-2-28 0,-1-1-29 16,1-1-31-16,-1-4-22 0,0 1-37 0,-1-5-34 15,0 1-27-15,1-2-31 0,-2-3-121 0,-1-1-364 16,-2-4 162-16</inkml:trace>
  <inkml:trace contextRef="#ctx0" brushRef="#br0" timeOffset="13502.87">6159 3435 11 0,'0'0'157'0,"7"-3"1"15,-7 3-7-15,6-5-1 0,-6 5 0 0,14-7-1 0,-7 3-12 16,2-1-12-16,1 0 1 0,0 1 1 0,0-3-7 15,3 0-6-15,1-1 3 0,-1 2-4 0,2-3-2 16,-1-3-6-16,0 1-6 0,-5 1-2 16,3-3 0-16,-2 0-3 0,-2-2-4 0,1 1-10 15,-3-1-2-15,-1 0-13 0,-1 2 2 0,-1 2-3 16,-2-1-4-16,-1 1-3 0,1 2 1 0,-1 9-7 16,0-12-1-16,0 12-10 0,-1-9-6 0,1 9-3 0,0 0-5 15,0 0-5-15,-26 25 2 0,14-10-3 0,0 2-11 16,-3 5-31-16,-1 0-16 0,7-4-20 0,4-1-17 15,0 1-19-15,3-1-19 0,2-1-20 16,1-1-21-16,0-3-18 0,2 0-19 0,2-3-15 16,1 1-7-16,3-1-115 0,-1 0-354 0,1-3 157 15</inkml:trace>
  <inkml:trace contextRef="#ctx0" brushRef="#br0" timeOffset="13954.84">6511 3324 121 0,'4'-14'151'0,"0"4"5"15,-1 1 7-15,-1 2 4 0,3-2-2 0,-4 4-12 16,-1 5-14-16,3-6-20 0,-3 6-11 0,0 0-5 16,0 0 6-16,0 0-1 0,7 13 5 0,-4-3-12 15,1-1-5-15,1 2-12 0,-3 1-5 0,1-1-8 16,1 5-4-16,-3-3-10 0,3-4 2 0,0 2-12 16,3-2 2-16,-2-1-3 0,2 1-5 0,-1-3-7 15,2-1 2-15,1-1 2 0,-3-3-6 0,1 1-4 16,0-2-5-16,-7 0 2 0,21-4-2 0,-16 0-5 15,3 0-1-15,-1-3-1 0,1 1 1 0,-4 0-6 16,0-1 5-16,1-1-7 0,-4 0-1 0,0 2 1 16,2-5 2-16,1 3-3 0,-3 3-2 0,-1 5-1 15,1-9-2-15,-1 9 3 0,3-7-8 0,-3 7-4 16,0 0-1-16,0 0 3 0,0 0 1 0,0 0-3 16,0 0 0-16,0 0 4 0,9 16-1 0,-7-9-1 15,3 0 2-15,-1 1-1 0,1-1 4 0,-1-1-1 16,1-1 2-16,0 0-1 0,3-2 2 0,2-1 1 15,0 0-1-15,0-1-1 0,1-4 0 0,-1-1 1 16,0 1 0-16,6-6 5 0,-7 2 0 0,0 0 5 16,1-3 2-16,-1 0-3 0,-1-2 2 0,-3-1 4 15,1-1 2-15,-4 3-2 0,2-3 2 0,-2 1-4 16,-2-1-1-16,-2 0-4 0,1 1 0 0,-3 2-4 16,2-1-3-16,-3 1-5 0,2 2-16 0,-1 1-18 15,2 2-27-15,-2 1-42 0,-1 1-47 16,5 4-38-16,-11-2-47 0,1 8-175 0,10-6-445 0,-15 11 198 15</inkml:trace>
  <inkml:trace contextRef="#ctx0" brushRef="#br0" timeOffset="15408.68">7579 3085 222 0,'-6'-3'247'0,"6"3"-21"0,-15 0-15 15,4 2-14-15,-1 1-9 0,-4 6-12 0,2 2-10 16,-5 10-15-16,2 0-11 0,1 1-9 0,-1 0-13 15,6 0-12-15,0 1-11 0,6 1-13 0,2-5-4 16,0 0-7-16,3-2-7 0,6 0-7 0,2-2-16 16,0 2-21-16,7-4-19 0,2-1-15 0,2-5-17 15,8 4-12-15,1-5-16 0,1-1-4 0,2-4-19 16,1-3-2-16,0-2-11 0,-4-4-7 0,0 2 4 0,-9-1-4 16,8-3 7-16,0-2 8 0,-2 0 4 15,-4-4 8-15,-5 4 6 0,0-3 9 0,-2 1 1 16,-1-2 20-16,-2-1 19 0,-2 0 13 0,1-6 3 15,-5 5 25-15,-1-1 6 0,1 1 15 0,-2 2 9 16,-2-1 19-16,0 5 16 0,-2 2 5 0,-3 1-3 16,2 3-5-16,-2-1-5 0,4 7-5 0,-9-7-8 15,4 5-7-15,5 2 3 0,-19 13 2 0,5-1 1 16,-5 9-5-16,-1 3-1 0,5-1-7 0,0 0-3 16,2 0-4-16,5-6-6 0,2 0-4 0,2-2 0 15,3 2-5-15,-1-4-1 0,2-1-4 0,4-1-3 16,0 0-1-16,4-3-6 0,-2 2-1 0,4-3-6 15,-1-3-5-15,2-1-1 0,0-1-6 0,-3 0-3 16,2-4-3-16,0 0 0 0,-10 2 3 0,18-5-3 16,-9 0 3-16,1-2 3 0,-2-2 1 0,-3 1 2 15,3-1 3-15,-6-1 2 0,3 0 0 0,-3-2 5 16,0 1 1-16,-1-1 0 0,-1 1 4 0,2 0 0 16,-2 1 4-16,0 1 1 0,1 3-1 0,-1 6 1 15,0-11-8-15,0 11 0 0,0 0-7 0,-1-8 1 16,1 8-3-16,0 0-2 0,0 0 0 0,0 0 1 15,0 0 1-15,2 32 5 0,-2-23-4 0,3 3 4 16,-1 0-1-16,2 3 2 0,1-1 0 0,2-2 2 16,-2 0-3-16,0-2 4 0,3-1-2 0,-1 0 3 15,3-1 2-15,1-2 0 0,-2 0 0 0,3-1 1 16,-1-3 0-16,0 1-3 0,2-3 0 0,-1 0 1 16,0-3 0-16,-3 0 3 0,-1-1-9 0,2 1 5 15,-4-3-1-15,2-1-3 0,-1-3-3 0,-2 0-2 16,1-1-10-16,-2 0 1 0,0-6-9 0,-2 0 7 15,-2 1-4-15,0-1-6 0,-1 1 1 0,0-3-2 16,-3 2 5-16,-1 2-1 0,-4-4 0 0,1 4 4 16,2 5-2-16,-1-1 0 0,-1 4 1 0,2 1 1 15,0 1 0-15,-1 0 1 0,7 5 2 0,-11-2-4 16,5 1-1-16,6 1 1 0,0 0 2 16,-16 5 4-16,14-1-5 0,2-4 5 0,-4 10 0 0,4-10 7 15,0 13 6-15,5-7 9 0,-1-1 4 0,4 1 5 16,2-2-3-16,2 0 6 0,1-1-2 0,5-1-1 15,-1 2-2-15,1-2 4 0,-2-1-1 0,-2-1-3 16,-1 2 5-16,0 0-3 0,-4-1-3 0,1-1 0 16,-1 2-4-16,-3-2-1 0,1 3-5 15,-1 1-1-15,2-1-7 0,-2 1 6 0,-1 2 0 0,2 1 1 16,-2-1-3-16,-1 2 2 0,3 2-5 0,0-1 8 16,-1 1-5-16,-2 1 2 0,-1-1 1 0,2-1-6 15,1 0 4-15,0 0-3 0,0 0 2 0,0-4 3 16,2 4-3-16,2-1-1 0,-2-3-7 0,1 1 12 15,1-1-6-15,0-2 7 0,0 0-6 16,2-3 3-16,-2 0 1 0,-1-2-1 0,0 1-3 16,0-1 2-16,0-3 3 0,-2 0-8 0,2-1 1 0,-4 2 1 15,2-3 3-15,-2-2-2 0,-1-1-3 16,2 0-1-16,-5-1-4 0,2 0 2 0,-3-2-3 0,1 1 0 16,-1-4 2-16,1 1-1 0,-2 2 1 15,0 1 5-15,2 0-7 0,-1 1-2 0,1 1-1 16,1 0-3-16,0 1 6 0,1 0-3 0,-1 2-2 15,-2 7 2-15,11-10 1 0,-4 7-2 0,2 0 2 16,2 0-4-16,0 4-4 0,1 1 4 0,-2 3-1 16,2 3-6-16,-3-1 7 0,2 2 1 0,-1 0 1 15,0 4 4-15,-2 3-3 0,-2-3 2 0,2 1-1 16,-3-2 5-16,-1 4-1 0,-2-5 0 0,2 2-1 16,-1-1 2-16,1-2 0 0,-3-1 4 0,3-2-2 15,-1 3-1-15,-1-4 0 0,3 1 2 0,-3-2 2 16,4 1 1-16,-1-4-2 0,-5-2 3 0,14 4 2 15,-4-4-3-15,0-1 2 0,4-3-1 0,-2-1-1 16,4-3 1-16,0-1-1 0,0 0-3 0,-2-2 1 16,2 0 1-16,-5-3 0 0,3 2 0 0,-3-4 0 15,-4 3-3-15,0-4 1 0,0 0 1 0,-2 1-1 16,0 1-1-16,-1 3 3 0,-2 2 4 0,0 0 3 16,-2 2 13-16,2 2-8 0,-2 6-3 0,1-10-2 15,-1 10-12-15,0 0 2 0,0 0-1 16,0 0-2-16,0 0 1 0,0 0 0 0,0 0 1 0,-9 29 0 15,6-14 3-15,-1 2 1 0,3 0 1 0,-2-1 0 16,1 1-1-16,1-5 4 0,3 1-6 0,-1 2 3 16,2-4 4-16,0 1-21 0,0-3-23 0,3 2-31 15,0-2-36-15,0-1-37 0,-1-3-47 0,2-2-49 16,-2 1-47-16,3-1-163 0,-8-3-480 0,15 0 212 16</inkml:trace>
  <inkml:trace contextRef="#ctx0" brushRef="#br0" timeOffset="15560.09">8911 2887 60 0,'0'0'98'0,"0"0"-35"0,0 0-42 0,-13 11-36 15,12-2-24-15,1-9-40 0,1 26 18 0</inkml:trace>
  <inkml:trace contextRef="#ctx0" brushRef="#br0" timeOffset="16513">9122 3198 19 0,'0'0'214'0,"15"0"-4"0,-8 0-4 16,0-1-8-16,5-1-6 0,-6 0-12 0,2 1-6 15,-3-3-8-15,4-2-16 0,-2 2-11 0,-1 0-9 16,1-2-12-16,0-2-10 0,-2 0-9 0,1-1-8 15,-1 3-6-15,-2-4-8 0,-1 4-4 0,-2 6-6 16,0-14-1-16,0 14 4 0,2-12 1 0,-2 12-2 16,0 0-12-16,-9-13-9 0,9 13 1 0,-13-4-11 15,5 3-4-15,8 1-2 0,-19 7-10 0,9 1 0 16,-2 3 0-16,0 3 0 0,0-1-8 0,1 9 4 16,1-5-1-16,2-1-3 0,0 1-1 0,4 1-1 15,-1-1-1-15,4-1 1 0,1 1-3 0,4 0 1 16,-2-2-1-16,5-6 5 0,-1 4-5 0,6-3 4 15,4 2-6-15,2-3 9 0,1-3-4 0,9 1-6 16,0-2-3-16,1-4 8 0,-3-1 2 0,2-1-3 16,-6 0-2-16,5-3 0 0,-6-3-2 0,0-1 4 15,-1 1-9-15,0-1 0 0,-2-3-7 0,-3-2 2 16,-1 1-1-16,2-1-4 0,-5-4-7 0,0 0 1 16,0-4-4-16,-5 2 3 0,-1 4 0 0,-1-3 4 15,-4 0-4-15,0-1 6 0,-4-5-5 0,2 8 6 16,-1 5 3-16,-1-1 4 0,0 2-1 0,2 0 3 15,-2 3-2-15,1 1 4 0,3 6 2 0,-5-8-4 16,5 8 2-16,-3-7 4 0,3 7-4 0,-4-6-3 16,4 6 0-16,0 0-2 0,0 0-9 0,0 0 11 15,0 0 5-15,0 0 2 0,0 0 3 0,0 0 2 16,18-1 0-16,-7 2 3 0,1-1-3 0,-1 2 3 16,2 0 0-16,1-1-2 0,-2-1-2 0,1 1-9 15,-2-1 6-15,-3 2 3 0,0-1-5 16,-8-1 1-16,12 1-1 0,-12-1-4 0,9 1 3 15,-9-1 1-15,11 4-3 0,-7-1-4 0,1 0 7 16,-5-3-6-16,5 11-1 0,-2-6 2 0,-2 2 5 0,2 1-8 16,-2 1 4-16,0 3 0 0,1 0-2 15,-1-1-1-15,0 2 1 0,2-3-1 0,-2 2 2 0,0 0-2 16,0 0 2-16,2 0-5 0,-2 0 5 0,3-2 0 16,-1 3 4-16,-2-4-2 0,2 1 2 15,1 0-1-15,-1 0-10 0,1-5 11 0,-1 0 0 16,-1 1 2-16,1 0-3 0,2-3 3 0,0 1 4 15,-5-4-2-15,13 4 3 0,-6-4-11 0,4-1 9 16,-2-2 1-16,3 0-2 0,-1-1 0 0,1 0 1 0,-1-1 3 16,-1-3 1-16,1 1-3 0,0-1 3 0,-1-3-5 15,5-3 1-15,-3 1 2 0,-3-1-6 0,2-1-1 16,-2-1 4-16,-2-1-2 0,3 1 2 0,-3 0-5 16,0-2 2-16,-3 0 4 0,-2 4-11 15,-1 2 4-15,-1-2 1 0,2 4-2 0,-2-1-5 16,0 11 3-16,-2-15-2 0,2 15 4 0,0-9-8 15,0 9 1-15,-7-5 0 0,7 5 0 0,0 0-7 0,-12 10 6 16,10-4 3-16,-1 4-4 0,-2 1 3 16,3 0 3-16,-1 1-6 0,3 4 8 0,0-5-10 15,4 6 10-15,2-5-3 0,-2 3-2 0,0-4 2 16,3 3 6-16,2-1-2 0,0-2-2 0,2 3 0 16,1-3 4-16,0 0-4 0,-2-1 2 0,-2-3 1 15,1 0-2-15,-3 0 2 0,-1-2 0 0,-1-2-4 16,1 3 1-16,-1-3 1 0,-4-3 3 0,6 7-1 0,-3-2 1 15,-3-5-2-15,0 0-6 0,0 0 13 16,-5 14-13-16,-3-11-16 0,0 3-21 0,-3-1-23 16,0 0-36-16,-1-2-45 0,-2 1-58 0,2-2-59 15,2 0-217-15,10-2-520 0,-15 0 230 0</inkml:trace>
  <inkml:trace contextRef="#ctx0" brushRef="#br0" timeOffset="17640.09">10891 3087 177 0,'-8'-10'236'0,"0"5"-19"16,1-1-7-16,-4 5-11 0,-3-3-7 0,-2 2-16 16,-2 3-9-16,0 4-10 0,-1 0-10 15,0 3-11-15,-2 1-11 0,1 6-12 0,-2 2-7 16,4 3-9-16,0 0-9 0,8-5-11 0,0 3-7 16,5 0-7-16,-2-3-12 0,6 2 5 0,0-4-5 15,2-1-9-15,7 3-5 0,-4-3-4 0,1-3-6 16,3 1 1-16,3-3 2 0,-1 0 0 0,8-4-5 0,-7 0-12 15,7 1 9-15,-1-4-6 0,-2-1-2 16,-2-2 0-16,-2 0-2 0,6-3-3 0,-2-3 2 16,-4 4-2-16,-2-3-3 0,-1 0 4 0,-2-2-2 15,1-1-2-15,-1 2 3 0,0-3-6 0,-4-1 2 16,1 1-2-16,-2-5 0 0,0 0 0 0,-2 0-3 0,1 1 1 16,1 7 1-16,-1-8-2 0,0 7 1 15,0 3 4-15,2 1-1 0,-2 6-1 0,0-12-1 16,0 12-3-16,0-7-5 0,0 7-2 0,0 0 0 15,0 0 2-15,0 0-3 0,0 0 6 0,0 0-3 16,5 33 1-16,-6-20 1 0,3 4-1 0,-2-1 0 16,3 2 5-16,-2-1 7 0,3 0 1 0,1-2 2 15,0 0 2-15,1 2-1 0,-2-3 2 0,0-4 2 16,3 1 1-16,0-2-1 0,1 0 4 0,0-2 6 16,1 1 6-16,2-3 3 0,0-1-2 0,0 0-1 15,1-3-11-15,-1-1 11 0,3 1-1 0,-3-1-4 16,1-2 1-16,-1 0-6 0,0-4 1 0,-2 1-4 15,-1-3-2-15,1 2 4 0,-2-1-3 0,-1-3-5 16,-2-1 3-16,1-1-1 0,-2-3 3 0,-2 1-4 16,0-2-10-16,-3-2 3 0,0-1-6 0,0 0-1 15,-3 1 0-15,0 0-3 0,-1 1 0 0,0-2 2 16,1 4-4-16,0 4 9 0,0 3-9 0,2-3 4 16,2 5-5-16,-3-1 4 0,4 7-8 0,-2-7 5 15,2 7-5-15,-4-4-2 0,4 4-2 0,0 0 5 16,0 0 0-16,0 0 2 0,0 0-6 0,0 0 3 15,0 0-1-15,0 0 1 0,0 0-4 0,26 14 2 16,-14-10-1-16,6-2 5 0,-5 2-7 0,2-4 7 16,3 4-1-16,-2-1 6 0,0-1-4 0,-2 1 2 15,-3-1-2-15,-3 0-6 0,4 1 1 0,-3 0 3 16,0 4 1-16,-3-3 3 0,3 4-4 0,-2 2 4 16,-1 0 0-16,1 5 1 0,0 0 5 0,-4-1 3 15,3 2 2-15,-1-5 0 0,-1 2-1 0,2-3-2 16,0 2 1-16,-1-3 5 0,3 2-5 0,2 1 5 15,2-4 0-15,2 1 2 0,4 0 0 0,-2-5-1 16,4-1 2-16,0 0-14 0,-2-2 15 0,2-1-2 16,-3-2-3-16,2-2 2 0,-1-1-2 15,0 1 0-15,-2-4 3 0,-3 3 1 0,-2-2-2 0,-1-1 0 16,-3-1-7-16,1-2 5 0,0 0 0 0,-4-2-2 16,1-1-3-16,-5-2 7 0,0 6-4 0,0-3 1 15,-3 2-3-15,1 0-2 0,-2 1 8 0,0 3-6 16,0 3-3-16,-2-2-4 0,1 0 0 0,5 6 5 15,-18 2-5-15,6 4-2 0,-3 3 3 0,1 4-2 16,1-1-18-16,0 1-29 0,4 3-23 0,0-1-27 16,4-3-35-16,3 2-49 0,4-2-50 0,3 0-38 15,8 1-171-15,6 0-482 0,14-3 214 0</inkml:trace>
  <inkml:trace contextRef="#ctx0" brushRef="#br0" timeOffset="18337.73">12558 2984 236 0,'-23'-1'240'0,"-5"1"-17"0,5 2-14 15,-1 5-14-15,-1 6-15 0,0 2-11 0,-2 3-17 0,4 0-9 16,4-1-18-16,4-3-7 0,3 1-14 0,5-1-10 16,-1 2-10-16,6-5-5 0,2-1-9 15,2 1-5-15,4-1-7 0,1-1-4 0,3-1-6 16,7-1-1-16,0-4-6 0,-1 1-4 0,2-2-4 16,0-2 2-16,2-1-6 0,-5-1-3 0,2-4-1 15,0 0-2-15,-1-1-3 0,-5 0-1 0,0-1-3 0,-1 0 3 16,-2-1-4-16,-1-1 2 0,-3 0 0 15,4-2-4-15,-2 0 1 0,1 2 0 0,-5 2 0 16,0 1 8-16,0 1 0 0,1 0-2 0,-3 6-6 16,4-7-8-16,-4 7 2 0,0 0-5 0,0 0 3 15,12 17-1-15,-4-2 4 0,-1 8 5 0,3 4 4 16,-1 2 3-16,1 6 5 0,-5-1 2 0,6 12 4 0,-4 0-2 16,-2-11 2-16,-1-1-2 0,-2 1-1 15,0 0 1-15,0-2-3 0,2-1-1 0,-4-2-3 16,-6 0 1-16,4-1 1 0,0-2-1 0,-5-2-2 15,0-8 1-15,-1 1-5 0,-2-2 1 0,1-3-4 16,1-3-1-16,-2-3-3 0,-3-1 2 0,3-2-2 16,0-1-12-16,-1-1-9 0,11-2-4 0,-21-7 3 15,10 0-9-15,0-1 2 0,2-1-8 0,0-6-8 16,1-1-1-16,3-3 2 0,0 1-5 0,3-8-2 16,4 0 3-16,5 2-2 0,2-4-5 0,4-1 0 15,3-2-1-15,2 1-6 0,4-2 3 0,-1 2-3 16,8-9 3-16,-7 8 6 0,5-7 0 0,4 0 4 15,-12 11 3-15,3-2 3 0,-4 3 3 0,-2 0 4 0,-3 2 1 16,-1-1 5-16,-5 8 8 0,-1 2 18 16,-4 6 10-16,0-1 3 0,-2 3 0 0,0 7-4 15,-6-9 3-15,6 9-6 0,-18 4 11 0,7 2-3 16,-6 6 7-16,-2 5-6 0,-6 2 1 0,4 2-3 16,4-2 0-16,10 0 0 0,-7 2-4 0,8-3 1 15,3-2-15-15,4 2-24 0,5-2-38 0,1-1-35 16,4 0-40-16,3-6-54 0,6 0-47 0,5 3-168 15,-10-4-438-15,6-3 193 0</inkml:trace>
  <inkml:trace contextRef="#ctx0" brushRef="#br0" timeOffset="19078.43">13066 3228 1753 0,'6'-5'139'0,"-1"-1"-75"15,-5 6-24-15,5-6-18 0,-1 4-13 0,-4 2 20 16,0 0 26-16,0 0 4 0,0 0 9 0,13 8 8 15,-13-2 4-15,4 2 0 0,-4-1-5 0,2 3 0 16,0-2-4-16,0 2-5 0,-2-3-3 0,2 1-1 16,-2-8-3-16,2 11-11 0,-2-5-4 0,0-6-4 15,0 12-5-15,0-12 4 0,4 7 2 0,-4-7 2 16,1 4 10-16,-1-4 15 0,0 0 0 0,0 0-10 16,0 0-3-16,0 0-2 0,0 0-8 0,0 0-1 15,0-23-9-15,0 23-22 0,2-19 22 0,0 9-8 16,-2-3-2-16,4 2-2 0,0-5 0 0,4-3-4 15,-1 4-1-15,1-9-20 0,-1 8 19 16,5-1-13-16,-4 0-1 0,3 2-6 0,1 3 3 16,-3 3-14-16,-1 2 10 0,0 3-1 0,1-1-1 0,-1 5 2 15,-8 0-3-15,19 8 2 0,-10-1-4 0,3 5-1 16,0 2 7-16,-1 3-2 0,-2-1 0 0,3 1 1 16,1 5 2-16,-3-6 1 0,-2 1 1 0,3 1 1 15,1-4-2-15,1 1 4 0,0-2 5 0,3-3 2 16,-1-1 1-16,2-2 1 0,1-1-5 15,2-3 1-15,2-2-3 0,3-4 7 0,-3 0-4 16,1 0-1-16,-5-3-3 0,9-3-10 0,-9 1 12 0,-2 0-1 16,-1-3 2-16,-3 4-5 0,1-4 6 0,-7 0-4 15,4 1 1-15,-3-4-3 0,-1-2 0 0,-1 3-3 16,1-3-2-16,-6-1 3 0,2 0 5 16,-4-1-9-16,2 2-3 0,-4-4-2 0,2 3-7 15,-1 2 14-15,-1 3-4 0,0 2 3 0,1 0-3 16,1 3-1-16,-3 2 0 0,5 5-3 0,-9-4-8 0,9 4 7 15,-13 6 0-15,1 2-2 0,2 5 7 16,-1 4-2-16,-6 5-1 0,7 0 3 0,0-5 2 0,3 3-1 16,-1-4 5-16,5 4-2 0,3-4-7 15,2 2 9-15,-1-2 0 0,3-1-1 0,5-1 2 16,0-3 2-16,-2-3-1 0,4 3 4 0,3-4 1 16,-1-1 1-16,5-1-6 0,0-2 4 0,0 0 0 0,-5-4 2 15,-1-1-8-15,5-1 0 0,-3-1 0 16,1-4-2-16,2 0 4 0,-6 2 0 0,3-3-8 15,-1-2 2-15,-1 0-11 0,0-2 14 0,-1-1-2 16,1 1 3-16,-1-1-5 0,-2 2-1 0,2-2-1 16,-1-1-2-16,-2 6 5 0,-1 1-3 0,0 0 2 15,-2 4-3-15,-3 0-9 0,-2 4 5 0,10 0-2 16,-10 0 2-16,0 0 3 0,9 9-4 0,-3-2 13 0,-2 1-7 16,-2 3-3-16,0-1-10 0,0-1-23 15,0 4-26-15,-2-2-43 0,0 5-46 0,1-5-65 16,-1 1-48-16,4-2-190 0,0-1-500 0,4-3 222 15</inkml:trace>
  <inkml:trace contextRef="#ctx0" brushRef="#br0" timeOffset="19458.56">14388 2965 183 0,'0'0'258'15,"0"0"-18"-15,-2-10-21 0,2 10-7 0,0 0-11 16,-20 14-12-16,5-1-13 0,-4 6-9 0,2-1-17 16,2-4-10-16,3 2-13 0,-2 1-11 0,3-1-11 15,2 0-9-15,4 0-6 0,-2-2-15 0,3 1-2 16,4-3-9-16,0-1-2 0,2-1-12 0,0 1-4 16,5-3-9-16,-6-2-11 0,3 0 5 0,2-2-7 15,1-1-7-15,3-2-2 0,1-1-6 0,0 0-6 16,-2-3 0-16,0 0-2 0,2-2-3 0,-2-1-1 15,-6 0 0-15,3-3 4 0,0 1 2 0,-1-2-7 16,1 1 3-16,0-1 1 0,0 1-3 0,-3-3-3 16,-3 3 3-16,6-2-1 0,-4 5 4 0,0 1-7 15,-2 5 0-15,3-9-5 0,-3 9 4 0,4-5-3 16,-4 5 1-16,0 0 0 0,0 0 1 0,12 18 5 16,-12-9 2-16,4 4-1 0,-1 2 3 0,1-3-6 15,0 0 4-15,-2 4-19 0,2 0-46 0,2-1-50 16,-1-4-56-16,-1 0-46 0,2-2-197 0,-1-3-449 15,-1-1 198-15</inkml:trace>
  <inkml:trace contextRef="#ctx0" brushRef="#br0" timeOffset="19699.29">14690 2885 101 0,'4'-10'291'0,"-4"4"-10"15,4 1-11-15,-4 5-26 0,2-7-29 0,-2 7-18 16,0 0-11-16,0 0-1 0,0 0-3 0,-2 28 3 16,-6-11-6-16,4 6-21 0,-1 4 0 15,1 4-12-15,0-3-11 0,2 0-13 0,-2 2-13 16,2-2-13-16,2 0-6 0,0-2-8 0,2-1-9 16,2-6-19-16,-2 0-39 0,1-2-33 0,0 0-33 15,3 0-44-15,-1-1-48 0,1-5-56 0,-1-2-73 0,2 0-224 16,-3-5-538-16,-4-4 238 0</inkml:trace>
  <inkml:trace contextRef="#ctx0" brushRef="#br0" timeOffset="19851.09">14638 3032 1939 0,'0'0'23'0,"0"-8"5"15,0 8-14-15,0 0-13 0,2-13-2 0,-2 13-1 16,0 0-7-16,14-3-21 0,-14 3-5 0,19-2-46 15,-5 4-36-15,0-2-46 0,-1 3-99 0,5 3-282 16,-1-2 125-16</inkml:trace>
  <inkml:trace contextRef="#ctx0" brushRef="#br0" timeOffset="20128.57">14882 3255 81 0,'7'-2'208'0,"-7"2"-19"0,17-3-7 0,-7 0-14 15,2-1-5-15,-1-1-14 0,6 0-4 0,-5-1-8 16,4-4-5-16,-1 0-11 0,-1 1-4 0,0-2-5 16,-1-2-5-16,-2 1-10 0,1 1 1 0,-4-3-8 15,1 2-1-15,-4-3-5 0,-1 3 2 0,-2-4 1 16,-2 4 3-16,1 3 4 0,-1 9-3 0,-1-15-7 16,1 15 2-16,-4-10-10 0,4 10-10 15,0 0-9-15,-11-2-2 0,11 2-5 0,-18 13-1 16,5 1-8-16,-1 2 0 0,1-1-7 0,1 0-1 15,3 2 1-15,2-1-8 0,2 1-25 0,1-1-32 0,7-4-31 16,-1 1-32-16,5-2-39 0,2 0-51 16,7 2-50-16,2-5-57 0,2-2-147 0,9-3-473 15,1 0 211-15</inkml:trace>
  <inkml:trace contextRef="#ctx0" brushRef="#br0" timeOffset="20531.24">15426 3088 75 0,'0'0'239'0,"-6"-18"-4"0,2 10-12 16,-4 3-11-16,8 5-8 0,-15-6-9 0,6 4-15 16,9 2-3-16,-31 11-11 0,13-5-10 0,-6 8-12 15,9 1-7-15,-8-3-11 0,-1 4-14 0,10-2-6 16,2-2-11-16,2 1-11 0,1 1-10 0,2-3-3 16,2-1-8-16,4 2-9 0,1-12-3 0,6 19-1 15,1-13-5-15,2 2-5 0,-2-3-7 0,5-2-5 16,-1 0-7-16,1-1-5 0,2-1-13 0,-1-4-3 15,1 0-4-15,-2 0-6 0,0-2 0 0,-1-1-3 16,-2-1 2-16,0-2 2 0,0-5-4 0,-1 0 4 16,-4 1 1-16,0-1 2 0,0-2-3 0,-4-1 5 15,0-2 0-15,1-9 1 0,-1 4 4 0,-1-3 2 16,2 3 7-16,-1-2 7 0,0 6 2 0,0-6 5 16,0 2 14-16,0 7 14 0,0 1 3 0,-1 4 21 15,1 2 10-15,0 10 6 0,-3-17-10 16,3 17-6-16,-1-8-8 0,1 8-17 0,0 0-1 0,0 0-3 15,0 0-3-15,0 0-5 0,-11 40 2 0,6-22-8 16,4 2-8-16,-3 6-1 0,4 2 11 0,0 1-18 16,-4-4-27-16,6 2-43 0,1-8-42 0,1 7-52 15,1-8-36-15,4 6-29 0,3-7-54 0,7 2-59 16,-2-6-195-16,7 2-562 0,3-1 248 16</inkml:trace>
  <inkml:trace contextRef="#ctx0" brushRef="#br0" timeOffset="20843.41">15863 3068 207 0,'0'0'240'0,"0"0"-22"0,7-2-21 0,-7 2-14 15,0 0-5-15,0 0 19 0,1 18-4 0,-2-11-19 16,1 4-12-16,-2 3-8 0,1 0-16 0,2 1-12 16,-5 0-11-16,3 3-9 0,-2-3-12 15,2 3-9-15,0-2 24 0,1-5-15 0,0 4-30 16,0-2-38-16,1-1-50 0,2-1-46 0,-2 0-52 0,4-4-80 15,-2 0-239-15,-3-7-477 0,10 7 211 16</inkml:trace>
  <inkml:trace contextRef="#ctx0" brushRef="#br0" timeOffset="20994.41">15870 2837 42 0,'0'0'98'0,"0"0"-35"0,0 0-49 0,0 0-51 16,0 0-38-16,8 36 17 0</inkml:trace>
  <inkml:trace contextRef="#ctx0" brushRef="#br0" timeOffset="21224.93">16074 3277 38 0,'0'0'292'0,"4"-8"-11"16,-4 8-14-16,4-7 1 0,-4 7-18 0,5-14-13 16,-3 8-6-16,2-2-12 0,-1-2-19 0,2 0-16 15,2-6-13-15,4 3-15 0,0-1-19 0,2 0-8 16,0 2-13-16,-3 4-8 0,2 1-16 0,-1 0 0 16,-1 5-12-16,2 1-19 0,-1 2 1 0,1 3-22 15,3 5 12-15,-6-1-9 0,-1 2-10 0,-1 0-35 16,2 3-29-16,-4 3-33 0,-1-1-35 0,-1-4-49 15,-2 6-64-15,2-2-64 0,1 2-226 0,-3-6-542 16,1-3 240-16</inkml:trace>
  <inkml:trace contextRef="#ctx0" brushRef="#br0" timeOffset="21838.55">17112 2989 130 0,'0'-11'271'15,"0"11"-26"-15,0 0-28 0,0 0-17 0,0 0 1 16,-22 20-7-16,12-5-13 0,-3 2-3 0,-4 6-21 16,1 3-3-16,2-2-10 0,0 1-9 0,6-7-7 15,-2 5-8-15,2-5-12 0,6 1-5 0,-1-1-27 16,4 1 3-16,2-3-6 0,1-1-3 0,2-2-6 16,4 0-4-16,-1-5-9 0,6 3 2 0,2-5-13 15,1-1-12-15,4 1 3 0,-2-4-17 0,8-3-6 16,0 1-6-16,-7-3-10 0,-2-1 15 0,1-2-8 15,0 1 0-15,-4-3 2 0,-3 3 1 0,1-6-3 16,-4 3 0-16,0-1-1 0,-2 0 2 0,-1-5-1 16,-1 5-1-16,-1-1-1 0,-2 1 2 0,-2-3-2 15,1 6 4-15,0 1 4 0,-2 5-4 0,4-9-4 16,-4 9 0-16,0 0-5 0,1-6 0 0,-1 6 4 16,0 0-3-16,0 0 1 0,0 0-1 0,0 0 5 15,6 21-5-15,-2-16 8 0,0 1 2 0,1 1-6 16,3-1 6-16,1 2 2 0,1-2-1 0,1-1 1 15,1-3 4-15,2 2 2 0,-1-3 4 0,2-1 3 16,0 0 4-16,1 0-1 0,-5-1-3 0,1-3 3 16,0-1 0-16,-3 0 0 0,1-2 0 0,0 0 9 15,-4-1-1-15,3-1-3 0,-6-3-5 0,0 3-6 16,-1-2 2-16,-2 0 1 0,-2-4-5 0,1 4-5 16,-1 1-1-16,-2-1-3 0,0 3-11 0,-1-1-11 15,1 4-16-15,-1 0-21 0,-1 0-25 0,6 5-32 16,-12-3-27-16,4 3-55 0,8 0-54 0,-15 6-247 15,9-3-537-15,-1 0 237 0</inkml:trace>
  <inkml:trace contextRef="#ctx0" brushRef="#br0" timeOffset="22085.7">17725 2904 87 0,'3'-11'269'0,"0"3"2"0,-3 1 0 16,3 0-9-16,-3 7-13 0,1-9-24 0,-1 9-26 0,0 0-25 16,0 0-18-16,0 0-20 0,0 0-11 0,8 23-5 15,-4 3 8-15,-1 5-16 0,-1 2-5 0,2 0-7 16,0 1-8-16,-6 1-9 0,5-1-9 16,-3-2-3-16,1 1-9 0,0-2-10 0,1-1-21 15,-1-5-28-15,0 1-26 0,1-8-43 0,-2-1-36 16,3-2-41-16,-1-4-55 0,3-1-53 0,-4-1-195 15,-1-9-484-15,4 10 215 0</inkml:trace>
  <inkml:trace contextRef="#ctx0" brushRef="#br0" timeOffset="22278.37">17996 2965 111 0,'4'-12'264'0,"0"6"-6"16,-3-2-10-16,-1 8-17 0,4-9-29 0,-3 4-23 0,-1 5-20 15,0 0-16-15,0 0-9 0,0 0-2 16,1 27-6-16,-2-7-13 0,0 4-6 0,-2 7-11 16,2-3-9-16,-4-1-9 0,1 5-25 0,3-5-38 15,-2 0-40-15,1 0-45 0,0-8-57 0,2 0-59 16,-1 0-202-16,0-1-421 0,1-3 186 0</inkml:trace>
  <inkml:trace contextRef="#ctx0" brushRef="#br0" timeOffset="22532.99">18107 3317 186 0,'9'-9'226'0,"5"-3"-13"0,-1-1-12 16,2 0-12-16,-3-2-13 0,1 1 4 0,1 0 0 15,-3-2-8-15,1 0 1 0,0-1-13 0,-4 1-12 16,1 0 7-16,-4 5-13 0,3-3 2 0,-4 3-2 16,0 2-1-16,-2 3-10 0,-2-2 14 0,0 8-21 15,4-8-9-15,-4 8-12 0,0-7-3 0,0 7-16 16,0 0-5-16,0 0-11 0,-21 10-2 0,5 0-17 15,0 2 0-15,-4 5-5 0,1 1-2 0,5-2-9 16,2-2-4-16,2 2-14 0,1 0-21 0,3 0-25 16,3-2-26-16,2 0-20 0,3 1-30 0,4-3-30 15,1-2-27-15,7-1-38 0,2 1-29 16,3-4-24-16,0-2-19 0,9-1-171 0,0 0-480 16,-6-3 213-16</inkml:trace>
  <inkml:trace contextRef="#ctx0" brushRef="#br0" timeOffset="22739.21">18611 3111 143 0,'1'-9'214'0,"-1"-5"-6"0,0 14 8 0,-4-15-6 15,-1 8-10-15,0 2-17 0,-1 3-15 0,-2-1-14 16,8 3-9-16,-19 7-10 0,2 0-3 0,2 5-6 16,-3 1-4-16,1-2-13 0,-2 10-10 0,5-7-12 0,0 2-7 15,4-2-10-15,3 2-3 0,0-1-5 16,4 0-6-16,2-2-4 0,4 0-2 0,5 1-10 15,-1-2-21-15,8-2-30 0,2 2-40 0,10-1-53 16,1-3-74-16,2-5-77 0,-3-5-170 0,1 1-461 16,1-2 205-16</inkml:trace>
  <inkml:trace contextRef="#ctx0" brushRef="#br0" timeOffset="22983.57">18920 2912 149 0,'0'0'312'0,"0"-11"-14"0,0 11-18 0,1-8-25 16,-1 8-29-16,0 0-25 0,0 0-11 0,0 0 9 15,0 0 19-15,-2 32 7 0,2-12-7 0,-3 9-1 16,2-1-21-16,1 0-13 0,-3 1-15 0,1-3-12 16,2 2-14-16,-3-2-17 0,2-1-9 0,-2-7-13 15,3 2-17-15,2-1-8 0,-2 1-15 0,-2-2-33 16,2-3-48-16,0-2-41 0,2-2-47 0,-2-1-43 15,0 1-38-15,0-11-37 0,-3 11-55 0,4-5-31 16,-1-6-207-16,0 0-561 0,0 0 248 0</inkml:trace>
  <inkml:trace contextRef="#ctx0" brushRef="#br0" timeOffset="23321.65">18799 3123 143 0,'5'-8'206'0,"-1"4"-9"0,-4 4-12 0,14-7-8 15,-5 4-13-15,5-1-9 0,2 1-11 0,2 3-12 16,0 0-10-16,-1-2-7 0,-3 4-8 0,2 1-15 16,-2 1-7-16,-2-2-12 0,0 1-2 15,-2 2-9-15,-1 5-6 0,-2-4-6 0,1 0-4 0,1 2-4 16,-3 0-5-16,1 2-5 0,-1 0 4 0,2-1-6 16,-1-2 1-16,0 3-5 0,-1-1 1 0,4-1-4 15,1-3 2-15,-2 2-2 0,2-2-1 0,-1-1-2 16,1-3 2-16,-1 1-3 0,0-2 2 0,2-2-1 15,-12 2 13-15,13-1 13 0,-2-4 6 16,-4-2-7-16,0 3 10 0,-7 4-4 0,7-11 3 16,-3 2 8-16,0 3-5 0,0-6-8 0,-1 3-1 15,-1-1-4-15,-2 10-12 0,0-21-4 0,0 10-2 0,0 11 1 16,-4-18-4-16,3 9-16 0,1 9-27 16,-5-14-29-16,2 7-26 0,3 7-27 0,-9-7-44 15,9 7-39-15,-15-3-44 0,15 3-38 0,-18 8-151 16,7-2-452-16,2-1 201 0</inkml:trace>
  <inkml:trace contextRef="#ctx0" brushRef="#br0" timeOffset="23683.69">19241 3303 30 0,'22'-2'228'0,"-11"-1"-19"0,-1 0-7 0,-1-1 0 15,1-2-7-15,-3 3-7 0,1-5-5 0,-8 8-10 16,11-10-5-16,-6-1-4 0,3 3-9 0,-4-3-12 15,-2 2-8-15,0-2-7 0,-1 1-4 0,1-9-22 16,3 4-8-16,-3-2-9 0,-5 2-9 0,3-2-1 16,-2 6-14-16,-1-2 6 0,-2-2-6 0,2 3-6 15,0 3 0-15,-1-1-7 0,-2 3-2 0,6 7-5 16,-10-11-7-16,5 8 0 0,5 3-9 0,0 0 1 16,-7-10-13-16,7 10-1 0,0 0-17 0,0 0 3 15,0 0-5-15,0 0 4 0,0 0 3 0,0 0-5 16,0 0 0-16,0 0 2 0,26 23 0 0,-18-17 1 15,2 0 4-15,2 1-9 0,-3-1 0 0,0 0-2 16,-2 2-1-16,0-2 2 0,2 4 2 16,-3 1 1-16,2 0 2 0,-3-1-1 0,-1 6 7 0,0 0 9 15,-2-3-6-15,1 1 3 0,-3-1 3 0,0-1-2 16,-2 1-4-16,1-1-19 0,1-1-34 0,1 1-43 16,-1-1-49-16,0-11-67 0,-2 18-73 0,2-18-193 15,0 0-511-15,2 17 226 0</inkml:trace>
  <inkml:trace contextRef="#ctx0" brushRef="#br0" timeOffset="24831.07">19900 3392 92 0,'0'0'272'15,"17"-18"-15"-15,-6 10-14 0,3 1-9 0,4-3-13 16,0 2-12-16,-1-3-5 0,2 0-11 0,-4 0-9 15,10-6-14-15,-8 5 6 0,-1 0-3 0,-1 1-4 16,-1 0-12-16,-1-4 0 0,-1 2-29 16,-5-3 7-16,3 2-19 0,-1 0-10 0,-2 0-12 0,-2-2-9 15,-4 1 3-15,3 2-18 0,-1 1-2 0,-3 0-10 16,-2 3 6-16,2-1-7 0,0 10-3 16,-3-12-6-16,0 7-3 0,3 5-9 0,-9-8-15 15,5 7 13-15,4 1-6 0,-14-2-6 0,14 2-2 16,-13 0-1-16,6 0-2 0,7 0-5 0,-12 2-4 15,12-2-5-15,-6 1-10 0,6-1-2 0,0 0 2 0,0 0-10 16,0 0 5-16,15 13 1 0,-1-11-1 16,6 2-6-16,10-4 0 0,-1 0-1 0,4 0-1 15,1-1 11-15,-4-2-3 0,1 2 2 0,-12 0 0 16,2-2 1-16,-7 3-2 0,-3 3-1 0,0-3 2 16,-5 1-5-16,-6-1-7 0,11 2 7 0,-4 5-1 15,-6 0 5-15,0 1 2 0,1 9 5 0,-5 1-1 16,-1-1-2-16,-1 1 9 0,1 0-3 0,-1-3 1 15,0 1 1-15,3 0-3 0,2 0 4 0,-2-4-2 16,2-1-2-16,3 0 1 0,1 0 0 0,3-1 3 16,0-3 4-16,2 3-2 0,1-3 10 0,8-2-9 15,1 2 1-15,-1-4-1 0,9 0 2 0,-4-2-3 16,-2-1 1-16,5-2 0 0,-6 0 1 0,1-1-9 0,-3-1-3 16,1-2 5-16,-1-1-8 0,-4-2 3 15,1 0-3-15,-1 0-2 0,-5 0 5 0,4-1-9 16,-4-5-5-16,-3 4 0 0,-2-4 0 0,0 3-1 15,-1-1 4-15,0-2 0 0,-3 3-2 0,0 0 1 16,-3 0 3-16,-1 3-1 0,1-2 1 0,1 5 3 16,-2 0-3-16,4 6-1 0,-11-5 7 0,3 6-10 15,8-1 2-15,-22 8 5 0,9-3-2 0,-1 3 2 16,-1 2 2-16,3 4 1 0,4-5 2 0,3 4-2 16,-1-3 3-16,5 2 3 0,1 0-3 0,4 0-6 15,4-2-11-15,5 3-10 0,5-4-17 0,8 0-15 16,-1 0-17-16,6-5-12 0,2 1-6 0,0-1-7 15,3-3-5-15,-1 0 3 0,-2-3-1 0,-1-2 5 16,0 0 1-16,0 2 8 0,-4-3 17 0,-1-2-2 16,-8-1 12-16,0 1 6 0,-2-2 11 0,-3 1 8 15,-3-4 12-15,1 0 12 0,-5 1 8 0,0-4 9 16,-2 5 13-16,0-1 10 0,-4 0 12 0,1 1 8 16,-2-1 8-16,0 11-2 0,-3-13 1 0,-4 5 0 15,1 3-8-15,-1 2 0 0,-5 1-5 0,-2 5 5 16,-3 2 0-16,1 2 2 0,-3 0 0 0,2 0-1 15,1 3-2-15,3-5-3 0,4 4-3 0,-3-1-2 16,5 1-3-16,1-2-7 0,4 0 3 0,-1-3 1 16,3-4-2-16,0 13 0 0,0-13-2 0,7 11 0 15,-2-7-2-15,3-2-2 0,3 1 2 0,1-2-3 16,-2 1 1-16,4-1-7 0,-5-1 4 0,1-1-1 16,0-2-3-16,0 3 2 0,-2-1-3 0,-8 1-2 15,14-2-3-15,-14 2-3 0,12 0-1 0,-6 3-1 16,2 1 0-16,-3 1 1 0,2 2 0 0,1 2 2 15,1 2-6-15,-4 5 2 0,-1 1 1 0,0 2 3 16,-2 0-3-16,2 10 6 0,-1-3 3 0,-2 1 2 16,0-8 3-16,1 10 3 0,-1-4 0 0,-2-5 2 15,1-1 3-15,1 1 6 0,-2-1 4 0,-1 0-2 16,0-2 0-16,-2-3-11 0,0-1 10 0,-1-2 0 16,-8 2-2-16,3 0 0 0,0-5-20 0,-5 1-24 15,3-4-29-15,2 0-32 0,0-4-49 0,10-1-66 16,-16-3-82-16,5-2-194 0,3-1-509 0,3-3 226 15</inkml:trace>
  <inkml:trace contextRef="#ctx0" brushRef="#br0" timeOffset="25052.33">21490 3187 1993 0,'13'-11'82'0,"-3"4"-13"0,-2-2-31 0,-2 5-18 0,-1 0-14 16,1 1-2-16,-6 3-5 0,7-4 16 0,-7 4 25 15,0 0 19-15,0 0 17 0,9 15 14 0,-8-5 17 16,-2 2 4-16,1 4-2 0,-3 0-5 0,2 1-25 16,0 1 11-16,1-1-11 0,-4 1-12 15,4-2 1-15,0 1-12 0,0-1-14 0,0 0-22 16,1-4-38-16,-1 0-41 0,2-1-47 0,1 0-48 16,0-5-68-16,0 0-60 0,-2 1-149 0,-1-7-466 15,0 0 206-15</inkml:trace>
  <inkml:trace contextRef="#ctx0" brushRef="#br0" timeOffset="25216.77">21544 3017 76 0,'0'0'166'15,"-3"-9"-33"-15,3 9-17 0,0 0-20 0,0 0-42 0,0 0-33 16,0 0-29-16,3 25-26 0,1-15-27 0,5-2-33 15,0 2-100-15,2-2 44 0</inkml:trace>
  <inkml:trace contextRef="#ctx0" brushRef="#br0" timeOffset="25736.04">21794 3143 115 0,'5'8'158'0,"-5"-8"5"0,-1 11 6 15,0-2 0-15,-2 2-9 0,-3-2-6 0,2 1-1 16,3 3-3-16,-4 2-4 0,1-2-11 0,0-2-12 15,0 0-14-15,4 0-8 0,-1 1-11 0,1-1-5 16,1-2-4-16,2 1-4 0,2 0-8 0,3-3-3 16,0 2-8-16,0-5-2 0,5 1-5 0,-2-1-4 15,2-3-3-15,-1 1-3 0,2-4 0 0,-4 1-9 16,1 0-1-16,0-3 0 0,-2-1-1 0,0 1-4 16,-1-2-6-16,-2 0 0 0,0 0 0 0,-1-4-6 15,-1 1 3-15,-3-2-5 0,3 1 1 0,-5 1-2 16,2-1-1-16,-2-2 0 0,-2 4-1 0,2-3-4 15,0 1 5-15,1 10-2 0,1-14 6 0,-1 8-1 16,0 6 0-16,0-9 0 0,0 9-6 0,0 0-1 16,9-4 3-16,-9 4 2 0,0 0-3 0,17 7 0 15,-14-1 6-15,10 2-2 0,-6 1 2 0,-1 0 4 16,0 0 0-16,1 0 2 0,-4-1-1 0,4 1-2 16,-3-2-4-16,-2-1 4 0,2-1-1 0,-4-5-4 15,5 6 9-15,-5-6 11 0,0 0 13 0,5 5 12 16,-5-5-4-16,0 0-2 0,0 0-8 0,0 0-2 15,0 0-4-15,0 0-3 0,5-20-5 0,-3 13 4 16,0-3-8-16,3 1-1 0,1-3 0 0,0 1-7 16,4-3 2-16,-1 0 2 0,3-1-2 0,0 2-1 15,1 3 6-15,1 0 13 0,-2-1-4 0,-1 5 9 16,1-1-14-16,-1 3 3 0,2 4-3 0,-3-1 2 16,3 2 4-16,-3 3-1 0,0 4-4 0,1-2-6 15,-1 4 4-15,-4 1-5 0,-1 0 4 0,-1 1-8 16,1 3 2-16,-3 1 1 0,-2-3-18 0,0-1-46 15,-2 2-35-15,2 0-51 0,-3-2-49 0,0 0-48 16,-1-2-64-16,2 0-317 0,-4 0-657 0,5-4 290 16</inkml:trace>
  <inkml:trace contextRef="#ctx0" brushRef="#br0" timeOffset="26967.86">22743 3039 82 0,'6'-5'262'0,"-2"1"-12"16,-2-2-8-16,-2 6-15 0,0 0-13 0,-7-13-4 16,0 9-10-16,7 4-9 0,-15-6-12 15,5 5-15-15,-4 3-17 0,-2 2-11 0,-3 4-8 16,1 2-12-16,-1 5-25 0,3-1 4 0,5 2-10 0,0 0-7 15,-3 5-8-15,6-3-5 0,2 1-4 16,2 0-9-16,1-2 1 0,6 2-8 0,-1-3-1 16,5 0-3-16,0-1-4 0,4-1-4 0,4-1-4 15,-1-1-3-15,1-2-4 0,3-2-3 0,4-2-7 16,-2-3 0-16,3 0-6 0,-3-2-5 0,0-3 5 16,-2-1-1-16,0-1-4 0,0-2 0 0,-7 0 5 0,0-4-4 15,1-1-4-15,1-2 2 0,-5-1-12 16,-2-3 13-16,0 2 1 0,-3-6-1 0,-3-3-4 0,1-2 6 15,-1 2 5-15,-1-1-10 0,1-3 2 16,-1 4 3-16,-2-3-4 0,2 3 1 0,-3 4 3 16,0-5-3-16,2 7 2 0,1 0-4 0,-2 1 2 15,-1 2 11-15,1 3 8 0,3 3 2 0,0 1 2 16,0 8 0-16,-1-11-2 0,1 11-2 0,-2-8-1 16,2 8-4-16,0 0-8 0,0 0-1 0,0 0-6 15,0 0-1-15,0 0-2 0,3 26-5 0,0-7 13 16,-2 11 6-16,-1-1 0 0,2 3 7 0,0-3 1 15,0 1-4-15,-4 1 16 0,4-3-5 0,-4 1-1 16,5-3-1-16,-2-1-5 0,3-7-4 0,0 1 1 0,-3-1-3 16,3-1 1-16,0-1 3 0,-2-6 2 0,3 1-8 15,0 0 5-15,-1-3 3 0,3 0-4 16,-2-2-3-16,0-2 7 0,0 1-6 0,1-1-2 16,4-3-3-16,1-1-2 0,-1 0-15 0,1-3 15 15,0-3-5-15,-1 0 5 0,3-1-2 0,-2-3 2 16,3-3-4-16,-3 0-3 0,0-2-1 0,0-2-5 15,-3 1 4-15,3-6-5 0,-4 5 8 0,-1-1-9 16,2-1 5-16,-1 2 0 0,-4 1-1 0,4 2-3 16,-4 2 4-16,1 2 0 0,-1 2 2 0,0 0 0 15,-3 8-22-15,2-9 12 0,-2 9 5 0,0 0-5 16,0 0-2-16,0 0 4 0,7 21 2 0,-7-11 8 16,2 7-8-16,-2-5 3 0,3 4 10 0,0-1-8 15,0 2 5-15,1-1-2 0,1-2 2 0,-1-1 1 16,1-3 1-16,4 0-1 0,-2 0 9 0,2-1-4 15,2-2-2-15,0 0 1 0,2-2 5 0,0-2 0 16,1 0-4-16,0-3 6 0,0 0 4 0,-1-4-9 16,3 2-1-16,-4-1 3 0,-1 0 0 0,0-3-2 15,3-2-3-15,-6 0 3 0,1 0 3 0,1 0-11 16,-2-6 6-16,-3 0-2 0,1 3 1 0,-3 0-6 16,3-6 1-16,-4 5-4 0,1 1 0 0,-2-1-3 15,1 7 0-15,0-5 1 0,-2 10-2 0,1-12 4 16,0 7-6-16,-1 5-4 0,0 0-3 0,0 0 2 15,0 0-15-15,0 0 14 0,0 0 6 0,0 0 5 16,-10 29-5-16,6-19 0 0,3 0 4 0,0 3 3 16,1-3 4-16,2 2-3 0,2-1 1 0,0 1-2 15,2-2 8-15,-1-1 2 0,4 0-5 0,0-2-15 16,3 0 17-16,-3-2 6 0,1 0-6 0,4-3-1 16,-1 0 3-16,0-1 7 0,-1-1-5 0,0-1-1 15,1-1 1-15,-2-1 0 0,2-1-6 0,-4 0 2 16,0-1 5-16,0 0-6 0,0-1 2 0,-3-1-3 15,2-2 5-15,-1-1-7 0,0 1 6 0,-1-6-20 16,-4 5 20-16,1-1-11 0,-3-2 4 0,3 2 0 16,-2 1-3-16,-1-2 6 0,-1 2-4 0,-2 2 0 15,2 0-8-15,1 8 2 0,-5-5 1 0,5 5-2 16,-12 1-3-16,0 5 5 0,-2 1 6 0,-2 5-6 16,0-1 3-16,0 2 2 0,5-1-27 15,1 2-7-15,5-4-5 0,-1 2-23 0,5-2-32 0,2 3-40 16,3-2-37-16,3 0-63 0,7 0-37 0,9 3-19 15,5-2-170-15,5-4-499 0,1-2 222 0</inkml:trace>
  <inkml:trace contextRef="#ctx0" brushRef="#br0" timeOffset="27214.49">24171 2981 109 0,'10'-17'267'15,"-5"6"7"-15,-3 0-7 0,-1 5 7 0,3-1-12 16,-4 7-23-16,3-10-24 0,-3 10-29 16,3-5-18-16,-3 5-8 0,0 0-26 0,0 0-8 15,2 29-9-15,0-10 0 0,-3 7-5 0,0 1-6 16,2 1-12-16,-1-2-7 0,0 1-8 0,0-2-6 0,3 3-11 16,-2-4 8-16,3-5-24 0,-2 6-23 0,0-8-22 15,0 2-45-15,1-2-27 0,-1-2-34 16,3-2-36-16,-3-1-44 0,0-5-57 0,-1 1-40 15,1-3-151-15,-2-5-470 0,0 0 208 0</inkml:trace>
  <inkml:trace contextRef="#ctx0" brushRef="#br0" timeOffset="27528.78">24251 3135 171 0,'11'-5'199'0,"2"-1"-8"16,0 2-9-16,-1 0 4 0,1 2-23 0,1-1-7 15,-2 5-16-15,3-1-11 0,-3 2-8 0,5 3-11 16,-5 1-9-16,2 4 0 0,-2-3-10 0,0 2-9 16,1 1-9-16,-1 0-2 0,-3-1-7 0,-1-3-4 15,3 2-6-15,-1-1-1 0,3 0-2 0,-4 0 0 16,0-3 7-16,1 1 6 0,-4-2 6 0,5-3 2 16,-3 0-2-16,3-3 2 0,-11 2-1 0,14-5 0 15,-6 2 1-15,0-4 0 0,-1 1-11 0,-2-2 0 16,1 1 2-16,1-2-2 0,-4 0-9 0,1-2 1 15,-1 0-4-15,-2 0-22 0,0-1 17 0,-2 3-6 16,-1-4-10-16,0 4-3 0,-4 0-3 0,1 3-8 16,-3-4-14-16,0 4-19 0,-3 0-26 0,-7 2-23 15,4 2-36-15,-6 2-32 0,-10 0-62 0,9 4-74 16,-10 1-236-16,3 0-551 0,8-1 244 0</inkml:trace>
  <inkml:trace contextRef="#ctx0" brushRef="#br0" timeOffset="28181.09">25307 3053 221 0,'0'0'243'0,"0"0"-15"0,-3-9-19 16,3 9-15-16,0 0-22 0,-18 3-11 0,18-3-12 15,-22 10-7-15,4-1-6 0,0 3-3 0,3 2-7 16,-4 4-9-16,1 2-1 0,4-5 14 0,4 2-13 15,0-1-8-15,0 1-9 0,5-1-15 0,1 1-7 16,2-2-5-16,2 1 4 0,4-2-15 0,-2-2-1 16,6-1-6-16,0-1 0 0,10 1 1 0,-3 0-8 15,4-3-5-15,9-1-5 0,-7-3-4 0,-3 0-8 16,2-4-3-16,0 0-3 0,0-2-1 0,-3-1 0 16,-4 0 5-16,1-2-10 0,-2 0-11 0,-1-1 10 15,1-1-3-15,-5-2 0 0,0 0-3 0,-1-1-2 16,3 0-3-16,-2-1-3 0,-2 0 3 0,-1-1 3 15,-2 3-1-15,2 0-4 0,0 3 1 0,-3-1-2 16,-1 7-8-16,5-8 4 0,-5 8-4 0,2-8-5 16,-2 8 5-16,0 0 1 0,0 0-5 0,0 0 4 15,0 0 0-15,4 22 3 0,-3-14 1 0,2 3 1 16,0-4-1-16,1 4 0 0,1-4 11 0,2 4-5 16,0-1 0-16,2-2 0 0,2-1 4 0,-2 0-2 15,2-3 0-15,0 1 3 0,-1-4 7 0,2 2 1 16,0-3 6-16,-3-2 11 0,1 0 0 0,-2-2-6 15,-3 0 14-15,3-1 9 0,-5-3 1 0,-1 2-7 16,2-2-8-16,0-1-9 0,-4-1 3 0,0 0-3 16,-2 0-2-16,-2-1-10 0,0-2 2 0,-1 6-7 15,-2-2 1-15,0 2-6 0,0 1-17 0,1 1-17 16,-5 0-17-16,-1 1-30 0,-1 4-31 0,0 0-33 16,-3 1-47-16,3 1-59 0,-1 0-67 0,-2 2-187 15,1 0-543-15,6-2 239 0</inkml:trace>
  <inkml:trace contextRef="#ctx0" brushRef="#br0" timeOffset="28428.44">25742 2969 3 0,'5'-10'310'15,"-3"6"-11"-15,-2 4-22 0,5-9-29 0,-5 9-25 16,2-9-27-16,-2 9-25 0,0 0-1 0,0 0 6 15,9 18 10-15,-6-2-9 0,-2 4-1 16,2-3-6-16,-1 9-18 0,0 3-4 0,0-4-11 16,0 1-16-16,-2-1-8 0,2-2-1 0,1 2-16 0,-1-6-13 15,0 6-5-15,1-6-4 0,1-2-31 0,-1-1-34 16,1 1-36-16,-1-3-44 0,0-1-47 0,-2-4-53 16,1 1-54-16,2-4-58 0,-1 2-227 0,-1-3-551 15,-2-5 245-15</inkml:trace>
  <inkml:trace contextRef="#ctx0" brushRef="#br0" timeOffset="28628.6">25969 3014 155 0,'6'-8'259'0,"-2"-2"-8"0,-2 5-18 0,0-1-24 16,-2 6-24-16,4-4-23 0,-4 4-14 15,0 0-3-15,0 0 11 0,2 26 2 0,-2-9-4 16,-2 8-10-16,-2 4-6 0,4-4-15 0,-2 2-9 15,-3-1-11-15,2 0-18 0,1 2-11 0,0-9-34 0,0 5-42 16,2-5-32-16,0 0-35 0,0 0-47 16,2-2-47-16,0-5-48 0,2 0-197 0,-3 0-440 15,4-3 196-15</inkml:trace>
  <inkml:trace contextRef="#ctx0" brushRef="#br0" timeOffset="29070.49">26120 3336 178 0,'13'-16'193'0,"5"-6"-9"0,-4 7-12 0,-1-1-1 15,3-4-1-15,-3-2-2 0,3 2-10 16,-5 4-3-16,-2 1-4 0,-2 0-5 0,4 1-4 16,-2 2 3-16,-5 2-7 0,3 0-7 0,-2 2-1 15,0-1-4-15,-5 4-11 0,4-2-11 0,-4 7-14 16,0 0-13-16,0 0-7 0,4-6-14 0,-4 6-2 16,0 0-2-16,-13 19-7 0,4-7-9 0,2 0 2 15,-2 5-1-15,0-3-5 0,4-2-3 0,1 3-5 16,0-2-2-16,4-3 0 0,0 2-1 0,0 1-1 15,4-3-6-15,0 1 6 0,1-2-1 0,4 3 2 16,2-4 0-16,6-1-5 0,0 0 0 0,3-4-3 16,-2 1-2-16,0-4-6 0,1 0 9 0,0-3 5 15,-2-1-1-15,-5 0-5 0,0-1-6 0,3-2 1 16,-6 2-10-16,3-3 13 0,-3-1-3 0,2-3 1 16,-2 2-7-16,-2-1 5 0,-1 0-2 0,-1 0 3 15,-1-6-3-15,1 5-4 0,0 0 1 0,-3 2-1 16,0 1-1-16,2 1 5 0,-4 2-2 0,0 6-6 15,1-9-9-15,-1 9 0 0,0 0 1 0,0 0-1 16,0 0 0-16,0 0 4 0,0 0 5 0,-13 25-2 16,7-13 4-16,2 2-4 0,-3 3-1 0,1-2 3 15,1 1-4-15,-4-1 9 0,4 1-5 0,-1-1 3 16,-1 0-3-16,5 1 1 0,-2-4-21 0,-2 4-14 16,4-5-20-16,-4 2-19 0,8-4-22 0,-4 2-29 15,-1-1-28-15,1-1-48 0,2-4-47 0,-4 2-212 16,4-7-500-16,-9 7 221 0</inkml:trace>
  <inkml:trace contextRef="#ctx0" brushRef="#br0" timeOffset="29241.15">26169 3047 74 0,'0'0'20'0,"22"19"-36"0,-14-15-17 16,5-2 8-16</inkml:trace>
  <inkml:trace contextRef="#ctx0" brushRef="#br0" timeOffset="29469.52">26775 3095 174 0,'10'-4'266'0,"-10"4"-11"0,6-3-11 0,-6 3-18 16,0 0-15-16,0 0-25 0,7-3-18 0,-7 3-23 15,0 0-5-15,2 17-1 0,-4-8 5 0,0 3-8 16,0 5-6-16,2 2-9 0,-3-2-9 0,1 7-4 16,0-4-13-16,2-1-7 0,0-1-9 0,0 2-17 0,0-3 3 15,4 0-28-15,-4 0-26 0,3-1-40 16,-1-4-37-16,0-2-40 0,-2 1-51 0,2-3-51 0,0-2-54 15,-2-6-157-15,2 8-455 0,-2-8 202 16</inkml:trace>
  <inkml:trace contextRef="#ctx0" brushRef="#br0" timeOffset="29630.07">26838 2929 105 0,'0'0'162'16,"0"0"-24"-16,-2-6-25 0,2 6-29 0,0 0-50 16,0 0-41-16,0 0-41 0,-5 20-50 0,5-20-104 15,5 16 47-15</inkml:trace>
  <inkml:trace contextRef="#ctx0" brushRef="#br0" timeOffset="30187.07">27047 3062 122 0,'0'0'193'0,"0"0"-17"16,0 0-5-16,-2 8 0 0,2-8 4 0,-11 14-7 16,1-6-7-16,6 2-6 0,-3-1-17 0,1 1-11 15,2 3-14-15,-1-1-9 0,0 2-6 0,1 0-8 16,3 0-7-16,-3-2-8 0,4 0-4 0,2-1-7 16,1 0-7-16,-1-2-3 0,0 0-3 0,6-1-2 15,-2 1-4-15,-2-4-4 0,3 2 0 0,-1-4-6 16,0 2 3-16,2-3-7 0,-8-2 0 0,14 0-3 15,-14 0-3-15,14-7-1 0,-8 5-5 0,2-6 2 16,-3 5-4-16,5-6-4 0,-6-1 3 0,3 0-6 16,-3 2 3-16,-2-3-2 0,2 0 1 0,-2 1-5 15,-1-3-2-15,2 2-1 0,1-2 1 0,-4 1-2 16,0 2 0-16,2-1-3 0,0 4 2 0,-1 1-1 16,1 0 0-16,-2 6-2 0,0-11 0 0,0 11-1 15,0 0 2-15,6-5-3 0,-6 5 1 0,0 0-1 16,17 16 3-16,-9-8 3 0,3 5-1 0,-3 2 1 15,0 0 3-15,-1 0-3 0,-1-2 2 0,0 1 0 16,0-3 1-16,-2 1-2 0,-1-3-1 0,1 1 5 16,-4-5-5-16,2 2 3 0,-2-7 3 0,2 10 10 15,3-6 17-15,-5-4 16 0,0 0 18 0,5 5 22 16,-5-5-13-16,0 0-5 0,0 0-6 0,0 0-26 16,0 0 17-16,0 0-15 0,0-24 1 0,4 15-3 15,1 0-10-15,-1-1-10 0,2 0 2 0,1 0 0 16,3-2-5-16,1-2-4 0,-1 2-1 0,4-1 8 15,1 2-16-15,0 1 2 0,-5 5-1 0,-1-2-4 16,1 3-15-16,-2 1 11 0,-3 1 1 16,-5 2 0-16,16 2-5 0,-9 3 7 0,-3 1-5 0,3 2 0 15,-1 0 1-15,0 2 2 0,-4 1-1 0,0 3 2 16,-2 1-4-16,0-3-42 0,0 3-20 0,0-2-32 16,-3 2-33-16,1 2-27 0,-3-1-44 0,3-5-72 15,0 0-252-15,0 0-567 0,0-2 251 0</inkml:trace>
  <inkml:trace contextRef="#ctx0" brushRef="#br0" timeOffset="90182.72">14422 4805 101 0,'12'-17'160'0,"-4"12"-13"0,6-4-12 16,4 1-11-16,1-1-9 0,5-1-9 15,3-3-13-15,-1 2-7 0,2 2 2 0,-1 1-21 16,0 0-4-16,-6 3-9 0,-4-1-10 0,5 1-18 0,-6 2-28 16,-2 1-38-16,-1 1-24 0,0-1-27 0,-6 1-111 15,0 1-220-15,-7 0 98 0</inkml:trace>
  <inkml:trace contextRef="#ctx0" brushRef="#br0" timeOffset="90538.72">14631 4721 54 0,'-8'0'126'0,"8"0"-8"0,-2 7 14 16,2-7 5-16,0 18 11 0,2-3-3 0,-2-1-7 15,2 6-4-15,2 6-2 0,-2-1 0 0,1 4-6 16,-2-2-10-16,2 2-12 0,-1-3-7 0,3 0-8 0,-2 0 1 15,-1-1-13-15,-1 0-1 0,2-9-9 16,1 5-6-16,-3-3-9 0,2-1 0 0,0-1-9 0,-1 0-1 16,3 1-5-16,-1-6-3 0,-2 4-5 15,-1-5-2-15,1-1-6 0,-2-2 2 0,4-1-8 16,-4-6 7-16,0 12-5 0,0-12-2 0,2 7-2 0,-2-7 1 16,-1 9 1-16,1-9-6 0,0 0 3 15,0 0 0-15,-7 4-3 0,7-4 1 0,0 0-5 0,-12-1 0 16,12 1 1-16,0 0 2 0,-13-8-2 15,13 8-3-15,0 0 1 0,-8-4 0 0,8 4-4 16,0 0-3-16,0 0-4 0,0 0 0 0,0 0-3 16,0 0 1-16,0 0 0 0,0 0 1 0,21-3-4 0,-7 3-16 15,4-1-14-15,2-1-35 0,1-2-36 0,7-1-35 16,1 0-23-16,1-3-22 0,0 3-145 16,0-1-366-16,0-3 162 0</inkml:trace>
  <inkml:trace contextRef="#ctx0" brushRef="#br0" timeOffset="90747.27">15196 5006 132 0,'-8'-1'188'0,"-1"0"-1"0,-5 4 2 16,-3 2-1-16,-1 4-2 0,-7 3 2 0,3 2-10 16,-1 2 1-16,-1 2-3 0,4-1-2 0,3-4-17 15,3 3-10-15,3-4-16 0,0 0-8 0,5 3-12 16,2 1-14-16,1-3-10 0,6-2-12 0,2 3-7 15,3-1-9-15,3 0-13 0,5-2-29 0,11-2-34 16,3 0-48-16,5-3-46 0,14-4-58 0,3-6-52 16,-1 0-196-16,-1-2-452 0,-11-3 200 0</inkml:trace>
  <inkml:trace contextRef="#ctx0" brushRef="#br0" timeOffset="90915.69">15762 4977 1885 0,'7'-9'87'0,"-2"1"-55"0,-1 2-18 15,-2 3-16-15,-2 3 0 0,9-5 1 0,-4 2 2 16,-5 3-2-16,10-1 1 0,-10 1 5 0,12-2 1 16,-12 2 1-16,15-1 2 0,-5 3-3 0,6-2-4 0,-3 1-14 15,0 0-31-15,-1 2-30 0,1-2-25 16,-3 1-22-16,-1 1-23 0,-1 2-118 0,-8-5-281 16,7 11 126-16</inkml:trace>
  <inkml:trace contextRef="#ctx0" brushRef="#br0" timeOffset="91022">15836 5096 61 0,'22'-1'61'15,"-3"-2"-20"-15,2 0-34 0,8-4-36 0,3-2-30 16,0 0 13-16</inkml:trace>
  <inkml:trace contextRef="#ctx0" brushRef="#br0" timeOffset="91407.05">16779 4657 22 0,'6'-5'176'15,"-6"5"1"-15,0 0 16 0,0 0 7 0,-12 23 7 16,2-6 1-16,-4 5 6 0,-3 4-4 0,0 0-5 16,0 0-19-16,0 0 1 0,-1 2-5 0,-1-5-17 15,4 3-11-15,2-5-13 0,-3 0-15 0,4-5-8 16,2-1-11-16,-1-2-11 0,3-3-11 0,3-3-9 15,-1-1-6-15,2-1-10 0,0-2 0 0,4-3-6 16,-5 9 0-16,5-9-9 0,-5 2-5 0,5-2-6 16,0 0-9-16,-10-11-5 0,10 11-10 0,-6-16-4 15,2 5-4-15,2 1-5 0,0-6-6 0,1 0-4 16,1 0-11-16,1-1-1 0,1 0 3 0,2 6 3 16,0-1-4-16,-1 2 7 0,-1 1-5 15,2 4 3-15,0 0-2 0,-4 5 3 0,9-7 0 0,-3 5-1 16,-6 2 7-16,18 5 4 0,-9 0-4 0,3 3 5 15,-2 1 6-15,1 4 2 0,2 0 2 0,-1 1 2 16,-2 0 2-16,3-2-1 0,-3 3 5 0,1-2-4 16,2 2 3-16,0-2-4 0,-2-1-12 0,2 1-19 15,0-4-57-15,0-1-54 0,0 2-60 0,3-6-66 16,-3 0-236-16,9-5-538 0,-1-3 238 16</inkml:trace>
  <inkml:trace contextRef="#ctx0" brushRef="#br0" timeOffset="91901.42">17242 4570 191 0,'3'-9'246'16,"-3"9"-26"-16,1-6-21 0,-1 6-14 16,0 0-19-16,6-8-5 0,1 7-15 0,5-2-10 0,0 2-15 15,7 0-14-15,3-3-12 0,5 1-15 0,1 0-24 16,-6 3-35-16,-2-3-25 0,-1 2-29 0,-1-1-30 15,-5 1-16-15,-3 0-25 0,-10 1-6 0,14-3-8 16,-10 3 0-16,-4 0 5 0,0 0 4 16,0 0 13-16,0 0 14 0,0 0 12 0,0 0 21 15,-19-13 22-15,11 11 23 0,8 2 29 0,-10-5 16 0,10 5 20 16,-7-4 11-16,7 4-3 0,0 0-1 0,-7-4-9 16,7 4-7-16,0 0 18 0,0 0 24 0,-9 18 19 15,6-1 8-15,-1 2 13 0,2 7-1 16,-3 1 1-16,0 1-9 0,-3 2 2 0,4-2-10 0,0 1 0 15,1-1-14-15,1 0 1 0,0 1-18 0,2-1-8 16,0-2-10-16,-2 1-8 0,5-1-2 0,-3-7-10 16,1-1-16-16,-1-1-15 0,0-1-15 0,-2-4-10 15,2-2-6-15,-2-1-9 0,2-2-2 0,-2-2 3 16,2-5 4-16,-4 9 1 0,4-9-1 16,-8 3-14-16,8-3-4 0,0 0-1 0,0 0 0 15,-18-10 2-15,18 10 4 0,-7-9 1 0,3 3 6 0,4 6 5 16,-3-11 3-16,3 11 3 0,-1-10 1 0,1 10 0 15,0-8 0-15,0 8 3 0,0 0 0 0,9-8 3 16,-3 5-2-16,5 1 3 0,3-1 0 16,6-1-3-16,7-1-4 0,2 2-10 0,5 0-30 15,-2-1-43-15,0 1-37 0,5-2-45 0,-3 1-22 0,-1 1-153 16,0 0-381-16,-1 0 169 0</inkml:trace>
  <inkml:trace contextRef="#ctx0" brushRef="#br0" timeOffset="92253.85">18002 4798 111 0,'2'-6'195'0,"-2"6"4"16,0 0-8-16,-7-14-9 0,7 14-8 0,-5-5-11 0,5 5-6 16,-10 0-1-16,10 0-1 0,-14 5 9 0,5 0-7 15,-1 1-2-15,1 1-9 0,-1 2 0 0,3-1-13 16,-1-1-16-16,1 1-10 0,4 2-12 0,1-1-12 16,1 1-7-16,3-1-3 0,4 2-13 15,-1-3-2-15,3 2-6 0,5 0-7 0,4-2-4 16,3-3-4-16,-2 1-1 0,4-2-4 0,-2 1-12 0,-2-4-1 15,1 2 0-15,-3-2-7 0,-5 0 0 0,-3-1-2 16,-2 0 3-16,-6 0-2 0,10-5-2 0,-10 5-1 16,0 0 1-16,5-4 2 0,-5 4 3 15,0 0-3-15,0 0 0 0,0 0 0 0,-27 0 2 16,11 3 6-16,-1 3-2 0,-3 0 2 0,-7 3 6 0,7 3 7 16,-5-1 4-16,0 3 3 0,7-5-3 0,4 2 0 15,0-1-9-15,5 0-5 0,2-1-2 0,2 1-4 16,4-1 0-16,1 1-5 0,3-1 3 0,2-1-13 15,4-1-33-15,7 1-25 0,5-3-44 16,9-3-40-16,7-1-11 0,15-3-21 0,3 0-45 16,2-7-27-16,0 1-38 0,-5-1-167 0,-13 0-486 0,-4 0 216 15</inkml:trace>
  <inkml:trace contextRef="#ctx0" brushRef="#br0" timeOffset="92600.74">18569 4736 208 0,'0'0'231'0,"3"-3"-7"0,-3 3-7 0,9-4-11 16,0 3-2-16,8-2-9 0,1 1-18 0,10-4-15 15,-1 3-16-15,3-4-13 0,4 2-16 0,-1 1-11 16,-1-2-11-16,-2 2-26 0,-3-5-25 0,-1 3-30 16,-8 4-26-16,-5 0-19 0,-2-1-31 0,-1 0-30 15,-1-3-13-15,-1 2-15 0,-8 4-5 0,5-7 9 0,-5 7 8 16,0 0 16-16,-4-15 10 0,4 15 5 0,-12-13 18 15,4 6 16-15,0 0 15 0,-2 1 17 16,2 0 36-16,1-1 24 0,0 4 13 0,2-2 16 16,5 5 9-16,-10-8 13 0,6 5-1 0,4 3-7 15,-5-6-6-15,5 6-7 0,0 0 11 0,0 0 26 16,-14 17 22-16,8-6 9 0,-1 7 10 0,1-3-5 0,-3 13 3 16,-1-3 1-16,3 1-13 0,1 1-13 15,1-3-16-15,1 3-12 0,-1-2-11 0,3 0-6 16,0-4-19-16,2 3-41 0,0-6-54 0,-1 1-43 15,2-2-48-15,-1 1-66 0,1-3-74 0,0 1-297 16,2-5-604-16,-3-3 267 0</inkml:trace>
  <inkml:trace contextRef="#ctx0" brushRef="#br0" timeOffset="93421.18">19486 4524 2550 0,'3'-6'150'0,"1"-1"-49"16,-4 7-11-16,5-9-27 0,-4 3-16 0,-1 6-1 16,3-7 7-16,-3 7 3 0,3-7-5 0,-3 7-7 15,4-5-4-15,-4 5-6 0,7-5-5 0,-7 5 1 16,9-6-10-16,0 4-3 0,2 1 0 0,1-1-11 15,0 0-12-15,6 0-12 0,0 0-5 0,-5 0-14 16,-2 2-25-16,2-1-6 0,-4 1-5 0,1 0-2 16,-2-2 0-16,-8 2-1 0,11 0 0 0,-11 0 8 15,0 0 7-15,10 0 1 0,-10 0 7 0,0 0 5 16,0 0 6-16,0 0 17 0,0 0 12 0,0 0 3 16,0 0 13-16,0 0 12 0,0 0 13 0,0 0 7 15,0 0 6-15,0 0 7 0,0 0-4 0,0 0-1 16,0 0-10-16,0 0-3 0,0 0-9 0,0 0 1 15,0 0 3-15,0 0 11 0,0 0 10 0,-8 32 5 16,6-14 0-16,-3 10 0 0,1-3-2 0,1 4-3 16,-2 0 1-16,2-3-2 0,-1 0-5 0,2 0-3 15,0-1-3-15,0-1-4 0,2-3 8 0,0-2-10 16,2 1 2-16,0-3-5 0,-1 0-8 0,-5-2-3 16,5 1-2-16,-1-5-2 0,-1-2-5 0,1 3-5 0,-1-5-10 15,0 0-6-15,1-7 1 0,-4 11 1 16,4-11-6-16,-6 7 2 0,6-7 5 0,-7 4 0 15,7-4 0-15,-8 1 0 0,8-1-1 0,0 0-3 16,-13-8 3-16,8 5 1 0,5 3 1 0,-12-7-1 16,6 3 0-16,6 4 5 0,-7-6-1 0,7 6 2 15,-7-5 1-15,7 5-4 0,0 0-1 0,-3-4 4 16,3 4-4-16,0 0-3 0,0 0 4 0,0 0 3 16,0 0 0-16,0 0-1 0,25 10-7 0,-11-7-12 15,-1-1-10-15,9 1-14 0,7-2-16 0,2 0-15 16,-1-2-22-16,2 2-22 0,0 2-8 0,2-3-21 0,-4-2-10 15,1 1 14-15,-2-3 9 0,-1 2 19 16,0-2 1-16,-1 0 24 0,-7-2 10 0,1 0 18 16,-2-1 6-16,-1-1 22 0,-2 0 15 0,-1-3 9 15,-1 2 25-15,-5 0 22 0,0 2 29 0,-4 0 23 16,1 1 17-16,-2 0 16 0,-1 2-4 0,-3 4-8 16,0-11 5-16,0 11-3 0,0 0-3 0,-4-11-8 15,4 11-6-15,-14-1-3 0,4 2 3 0,-3 3 9 16,-1 5 0-16,-10 1 4 0,-1 3 6 0,4 2 0 15,-2 0-1-15,4 3-4 0,4-5-11 0,3 0-5 16,1 1-6-16,5-2-11 0,1 5-6 0,1-2-8 16,4-2-2-16,2-2-11 0,4 0-18 0,0 0-22 15,11 0-33-15,-2-3-30 0,7 1-38 0,5-2-31 16,2-1-24-16,2-1-35 0,-1-3-22 0,0-2-28 16,0 0-9-16,0-2-168 0,-10-1-450 0,1-2 199 0</inkml:trace>
  <inkml:trace contextRef="#ctx0" brushRef="#br0" timeOffset="93624.17">20417 4901 136 0,'5'-13'173'0,"1"4"12"0,-1-2 24 16,0 0 10-16,-1 3-1 0,-1 2 9 0,-1 0-1 15,-2 6 4-15,5-9-12 0,-2 6-17 0,-3 3-12 0,0 0-22 16,5-6-20-16,-5 6-4 0,0 0 6 16,0 0-20-16,1 18-1 0,-1-9-18 0,2 2-3 15,-5 5-12-15,3-4-6 0,0 5-11 0,1 1-3 16,1-3-12-16,1 1-15 0,-1 1-23 0,-1-2-25 15,3 1-23-15,-3-4-26 0,3-2-26 0,-1 2-32 0,-1 0-34 16,-1-2-33-16,2-1-32 0,-2 0-28 16,1-1-29-16,-1-3-189 0,-1-5-490 0,0 0 216 15</inkml:trace>
  <inkml:trace contextRef="#ctx0" brushRef="#br0" timeOffset="93994.8">20481 4846 96 0,'7'-15'224'0,"5"1"7"16,0-1 6-16,0 4-11 0,2 1-7 0,0-1-14 16,-1 6-7-16,-2 0-16 0,3 4-12 0,-2-2-15 0,2 4-11 15,4 1-4-15,-7 2-8 0,9 0-14 16,-9 1-7-16,2 2-13 0,-2-1-7 0,2 1-10 16,-4 2-6-16,-3-1-4 0,1 1-12 0,-3 0-6 15,-2-2-8-15,2-2-2 0,-3 2-5 0,1 0-3 16,-2-7-4-16,-3 15-12 0,-1-9-10 0,4-6-20 15,-5 9-5-15,5-9-16 0,-2 9-17 0,2-9-6 16,-2 7-1-16,2-7 2 0,3 9 3 0,-3-9 3 0,4 7 3 16,1-2 2-16,-3-1 6 0,3 0 3 15,1 2 2-15,0 1 4 0,-1-3 4 0,1 2 2 16,-1-3 3-16,1 2 2 0,-2 2 5 0,-1-3 5 0,1 3 17 16,-1-2 6-16,-2 2 5 0,-1-7 7 0,1 13 15 15,-1-13-11-15,-2 10 2 0,2-10-2 0,-4 11 2 16,-1-6-4-16,0 1-1 0,-2 0 1 0,0-3-13 15,-4 2-7-15,2-2-14 0,-1 1-26 16,3-2-35-16,-1 0-53 0,8-2-55 0,-12 0-51 0,12 0-209 16,0 0-469-16,-14-6 208 0</inkml:trace>
  <inkml:trace contextRef="#ctx0" brushRef="#br0" timeOffset="94260.4">20971 4915 179 0,'5'6'209'0,"-5"-6"5"0,4 9 0 16,-1-4-1-16,-2 1-11 0,2 2-14 16,0-3-15-16,0 1-17 0,1 0-8 0,1 2-10 15,0-4-9-15,4 3-4 0,-1-3-12 0,2-2-8 16,0-1-5-16,2-1-6 0,0-1-5 0,-1-2-5 16,3 0-2-16,-4-3-2 0,1 2-1 0,0-5 0 0,-2 0-4 15,-3 2 0-15,-1-4-9 0,-4 0-3 16,-2-1-9-16,1 12-2 0,-6-23-11 0,2 12 1 0,-4 1-3 15,2 1-3-15,-7-4-11 0,-2 5-16 16,-2 0-7-16,-1 4-16 0,-1 1-29 0,-9 3-40 16,1 0-41-16,-1 9-53 0,1-3-68 0,-1 2-60 0,-5 3-159 15,1 0-502-15,-3 0 222 0</inkml:trace>
  <inkml:trace contextRef="#ctx0" brushRef="#br0" timeOffset="94890.53">14263 4517 108 0,'-9'-9'172'0,"3"1"5"0,-2 0-4 15,3 4-4-15,1-1-11 0,4 5-8 16,-6-6-19-16,6 6-12 0,-4-7-10 0,4 7-16 16,0 0-9-16,0 0 3 0,0 0 1 0,0 0 17 15,1 36-2-15,2-8-7 0,1 6 12 0,1 13 1 16,-5 6-3-16,2 2 11 0,-2 1-7 0,0 4-8 16,-5 22-5-16,-5-25-6 0,-4-1 2 0,2 1-5 15,-2 1-1-15,3-2-5 0,-6 25-7 0,6-33-2 16,2 0-11-16,0-2-6 0,2-11-11 0,0 1 5 15,7-3-10-15,-4-1 1 0,4-1-11 0,2-2-12 16,4-3-25-16,-1 0-23 0,0-2-19 0,1-6-32 0,-1-2-31 16,-3-3-35-16,4 3-44 0,-1-6-35 15,1-1-20-15,-2-4-207 0,-2-3-489 0,-2-2 216 16</inkml:trace>
  <inkml:trace contextRef="#ctx0" brushRef="#br0" timeOffset="95920.92">14218 4615 1873 0,'-7'-27'-4'0,"-2"3"2"0,1 6 13 16,1 3-12-16,0 3-4 0,2 2 8 0,1 1 1 15,-1 1 4-15,1 2-4 0,4 6 0 0,-4-11-3 16,4 11 3-16,0-8-6 0,0 8 4 0,0 0-2 0,4-12 0 15,5 7 2-15,11-4 5 0,10-1 4 0,7-4 9 16,18-3 1-16,36-7-4 0,2-2 4 0,8 3 0 16,4-2 6-16,6 2-5 0,1 0 0 15,4 1-7-15,7-1 6 0,1 1-5 0,0-2-3 16,6 6 0-16,-7-1-3 0,2 0-2 0,1 1 2 0,0 2 2 16,9 0-4-16,1 2 0 0,5-1 0 15,7-5-2-15,2 6 2 0,3-2 1 0,7 1-4 16,1-3 2-16,1 5-3 0,5-1-2 0,-2-1 0 0,5-1 3 15,-2 6 1-15,2 0-3 0,0-2-1 16,-6 2 3-16,1 3-3 0,-2 0-2 0,-1 1-1 16,-4 6-1-16,-4-4 6 0,-3 1-1 0,1 4 1 0,-5 1 0 15,-8-4-1-15,-5 5 0 0,-7-4-1 0,-7 3 4 16,0 2-1-16,0-5 1 0,-9 3-3 0,-3-2 0 16,0 0 0-16,-4-3 1 0,-6 0 1 15,-4-1 0-15,-2-4-3 0,-26 5-1 0,25-5 3 16,-30 7-2-16,2-1 1 0,-6 0-4 0,-2 1 2 0,-16 1-1 15,-4 0 5-15,0-3-4 0,-5-1 4 0,-9 3-3 16,-7 1 1-16,-3-2-5 0,1 2 4 0,-3 0-5 16,-9 0 3-16,13 0-1 0,-8 2 2 15,-5-2-1-15,10 4 2 0,-10-4-2 0,8 5 4 16,-5 0 2-16,0 1 2 0,1 1 1 0,1 3-4 0,0 0 3 16,-1 3 4-16,0 2 0 0,0 2-2 0,-1 2 6 15,1 6 2-15,-4 2-4 0,2 2 3 0,-1-1 1 16,-2 2-2-16,1 2 1 0,0 1 3 0,-2 15-1 15,2-13 4-15,-1 11 2 0,0 2-2 16,-1 0 5-16,1 3 0 0,0 4-2 0,2-2 4 0,2 4 1 16,-3 1-5-16,4-2 2 0,1 4-2 0,4-2-1 15,5 24-5-15,-4-28 0 0,4 1-1 0,-2 0 0 16,-2-2-2-16,4 1-5 0,-3 0 4 16,1-1-4-16,2-1 4 0,-3 1-3 0,0-4-4 15,-6 4 3-15,-1-4 1 0,1 0-3 0,0-2-1 16,-3-11-2-16,-1 8 1 0,-2-9 4 0,0 1-2 0,-3-1-4 15,0-4 1-15,-1 3 2 0,-1-2-4 0,-3 0 0 16,-6-3 2-16,2 4-2 0,-5-5 2 16,-4 2 0-16,0-3-4 0,-4-1-2 0,-13 5-1 15,10-6-1-15,-18 1 0 0,-2-2-5 0,-5-1 2 16,-3-3-3-16,-5-1-3 0,-27 5-2 0,0-2-8 16,-3-1-1-16,-3-6 1 0,-7-4 0 0,-6 2-5 0,-4-1-1 15,-4-6-1-15,-7 4-5 0,-4 0 3 16,-3 0-2-16,-12-1 9 0,-10-1-1 0,-1-1 5 0,-4 1-2 15,-7 3 3-15,-11-1 5 0,1-1 2 16,-11 1 0-16,8 2 2 0,-2 0-3 0,1 1 8 0,-4 2-2 16,2-1 6-16,3 1 1 0,-5 2 2 0,-2 0 3 15,1 2-1-15,-1 1-1 0,2 0 0 0,2 0 5 16,0 2 0-16,1 1-2 0,-1 2-1 16,9-4 3-16,1 1 9 0,5-1 1 0,1-3 3 15,6 2-4-15,6-5 5 0,3 3 3 0,11 3-2 0,9-1-1 16,0-7-5-16,5-1 5 0,12 0-4 0,6-4-5 15,-4-3 0-15,13 1 1 0,5-4-2 16,33-5-5-16,-3 0 2 0,-1-4-3 0,5-2 3 16,4 1-4-16,3-4-2 0,15 2-5 0,2 0-11 0,5 1-7 15,0-2-6-15,10 0-18 0,2 2-28 16,1 0-30-16,5 1-22 0,3 2-38 0,2-4-28 0,6 10-38 16,-7-10-152-16,7 10-410 0,0-18 181 0</inkml:trace>
  <inkml:trace contextRef="#ctx0" brushRef="#br0" timeOffset="96428.1">14409 6620 77 0,'13'-1'148'0,"-1"1"-49"16,1 0-44-16,7-1-37 0,0 0-85 0,-6-1-71 15,2 1 32-15</inkml:trace>
  <inkml:trace contextRef="#ctx0" brushRef="#br0" timeOffset="99678.15">13232 7796 10 0,'-12'-9'202'0,"-1"-3"3"16,2 4-3-16,4-1-12 0,0 2-4 0,3 1 3 16,0 1-12-16,4 5-15 0,-7-11-19 0,7 11-16 15,-5-5-14-15,5 5-17 0,0 0-8 0,0 0-8 16,20-6-11-16,-1 3-3 0,1 3-26 0,11 0-18 15,2 0-19-15,1 0-20 0,-1-2-20 0,0 2-18 16,-4-1-16-16,-3 2-22 0,-5 1 0 0,-1-1-5 16,-7-2-13-16,-4 2 4 0,-1-2 2 0,-8 1 5 15,11 1 16-15,-11-1 4 0,0 0 11 0,0 0 9 16,0 0 8-16,0 0-1 0,0 0 9 0,0 0 5 16,0 0 22-16,-34-3 15 0,28 1 7 0,6 2 18 0,-17-2 7 15,9 0-2-15,1 1 12 0,7 1-1 0,-12 0 17 16,12 0-1-16,0 0 2 0,-13-1-8 15,13 1-8-15,0 0-3 0,0 0 9 0,-8 4 7 16,8-4 5-16,-6 13 15 0,6-6-1 0,0 13 4 0,3-4-5 16,-6 3-2-16,3 8-8 0,3 2-5 0,-3-2-3 15,2 1-2-15,-1 4-8 0,1-5-3 16,0 1-4-16,2-2 0 0,-2-1-8 0,1-1 2 0,-1-7-4 16,0 2-2-16,0-2-5 0,0-1 0 0,0 1-1 15,-2-5-4-15,0 1-13 0,0-2-9 0,-2 0-10 16,2-1-15-16,0-3-3 0,0-7-4 0,-2 12-6 15,-2-6-8-15,4-6 3 0,-7 7-10 0,1-4 7 16,6-3 2-16,-10 0 13 0,10 0-5 0,-15-3 6 16,10 0 3-16,5 3 0 0,-14-7 0 0,10 3 11 15,0 0 7-15,-1 0 10 0,5 4 15 0,-6-7 4 16,6 7-2-16,-8-7 4 0,8 7-2 0,0 0-4 16,0 0 6-16,4-11-4 0,-4 11-3 0,10-4 0 15,3 0-1-15,-1 1-1 0,3-3-2 0,4 2-5 16,0 1-20-16,2 0-14 0,0 2-3 0,6-2-16 15,-6 1-21-15,0-1-15 0,2 2-12 0,-6 0 4 16,6 0 4-16,-3 1-5 0,0-4 0 0,-2 1 11 16,3 2 9-16,-4-2 3 0,2-1 16 0,-6 1 2 15,1-1 7-15,-3-1 13 0,1 0 8 0,-2-2 13 16,-1 1 12-16,-1-2 23 0,-3 1 6 0,0-2 12 0,0 2 15 16,-3 1-1-16,-2 6 25 0,2-10 15 15,-2 10 1-15,-4-13-10 0,4 13 11 0,-10-8 1 16,5 6-7-16,-7 0 2 0,12 2 9 0,-23 6 1 15,8 1 0-15,-4 3 3 0,4 3-2 0,-6 4-4 0,1 2-7 16,5-3-9-16,3-1-3 0,1 2-6 16,0 4-7-16,2-4-6 0,4-3-6 0,1-2-6 15,2 3-6-15,4-2-5 0,0-3-15 0,4 2-17 16,-1-3-21-16,9 2-28 0,1-2-33 0,4 0-31 0,1-4-30 16,9-4-24-16,1 1-25 0,-1-1-142 0,-1-2-359 15,1-2 159-15</inkml:trace>
  <inkml:trace contextRef="#ctx0" brushRef="#br0" timeOffset="99840.55">14267 8010 2 0,'4'-4'196'0,"2"-2"-24"16,2 2-19-16,1 0-4 0,0 2-18 0,5-1-15 15,-3 2-19-15,1-1-27 0,0 2-41 0,0-2-36 16,-1 2-23-16,2 2-32 0,0 0-21 0,-5 1-73 15,-1 0-168-15,-3 1 74 0</inkml:trace>
  <inkml:trace contextRef="#ctx0" brushRef="#br0" timeOffset="99969.9">14371 8085 121 0,'-6'2'164'16,"6"-2"-20"-16,0 0-15 0,0 0-17 0,-3 6 0 0,3-6-9 15,0 0-9-15,0 0-6 0,0 0-15 0,25 3 1 16,-12-2-13-16,3-1-41 0,2-1-40 0,3 0-53 15,-2 1-128-15,1-4-217 0,-2 0 96 0</inkml:trace>
  <inkml:trace contextRef="#ctx0" brushRef="#br0" timeOffset="101008.18">15676 7722 113 0,'0'0'188'0,"-2"-12"-3"15,2 12-4-15,-1-9-12 0,1 9-9 0,-3-9-17 16,3 9-15-16,0 0-12 0,0 0-10 16,0 0-12-16,0 0-7 0,0 0 9 0,0 0 7 15,0 0-7-15,-9 30-3 0,5-12-4 0,-2 7-4 0,1 6-2 16,-2-2-2-16,-3 2-10 0,3 3-3 0,-2-2-8 16,3 0-5-16,-1-2-5 0,1-1-4 0,2-3-1 15,0-1-2-15,0-6 2 0,1 1-10 0,1-3-4 16,2 1-1-16,0-2-7 0,-2 0 1 0,2-1-5 15,0 1-2-15,0-3 2 0,0-2-16 0,3-1-20 16,-2 1-20-16,3-2-19 0,-1-3-32 0,-1 1-28 16,1-2-39-16,-3-5-25 0,5 8-20 0,-5-8-173 15,0 0-402-15,0 0 178 0</inkml:trace>
  <inkml:trace contextRef="#ctx0" brushRef="#br0" timeOffset="101374.39">15543 7876 76 0,'7'-11'146'0,"1"0"-13"0,1 3-1 16,2-1-7-16,3 0 4 0,0 5-11 0,3-2-9 15,2 2-10-15,1 2 7 0,-4 2-9 0,5 2-7 16,-1 2 0-16,-2 1-13 0,-6-1 0 0,0 4-8 16,-2 2-7-16,-3-1-4 0,0 4-5 0,-6 0-7 15,1 4-4-15,-7-1-3 0,-2-2-3 0,-2 4-1 16,-6 2-7-16,-2-1 1 0,2-4-4 0,2-4-9 15,4-1-5-15,0-2-14 0,3-1-1 0,1 0-13 16,1-2 0-16,1-1-12 0,3-4 2 0,-2 9 1 16,2-9 0-16,0 0 1 0,5 8 3 0,-5-8-4 15,10 3 7-15,-2 0 6 0,-1-3-5 0,1 3 1 16,0-1 11-16,1 1-6 0,0 0 8 0,0-1 2 16,-3 2 11-16,0 1-3 0,1-1-2 0,-3 0-1 15,0 1 1-15,-2 1 16 0,-2-6-4 0,1 11-1 16,-3-2 2-16,-2-1 4 0,-5 1-2 0,0 3 0 0,0-2-7 15,-1-1 0-15,-4-1 5 0,4 0-14 0,-1-1-11 16,0-1-28-16,2 1-39 0,0-4-33 16,-1 1-42-16,0-1-127 0,10-3-300 0,-9-1 133 15</inkml:trace>
  <inkml:trace contextRef="#ctx0" brushRef="#br0" timeOffset="101847.18">16120 7825 85 0,'10'-1'209'0,"0"-1"-27"0,1-1-16 15,3 2-23-15,1-4-8 0,-1 5-16 0,0 0-7 16,0-2-28-16,-1 2-23 0,0 0-22 0,-2 0-13 16,0 1-11-16,-1-1 0 0,-3 1-19 0,-7-1-3 15,13 0-8-15,-13 0-2 0,10 1 4 0,-10-1 3 16,8 2-3-16,-8-2 10 0,0 0 11 0,0 0-2 15,0 0 8-15,0 0 2 0,0 0 5 0,0 0-6 16,0 0 14-16,0 0 3 0,0 0 2 0,0 0 4 16,0 0 1-16,0 0-6 0,0 0-1 0,0 0-8 15,0 0 1-15,0 0 6 0,0 0 3 0,0 0 5 16,-15 17 13-16,16-4 3 0,-1 2-2 0,0 1-3 16,0 0-5-16,1 3-3 0,2-2-4 0,-2 4-2 15,-1-1-3-15,1-3-4 0,1 2-3 0,0-3 1 16,-1 1-3-16,2 1-2 0,-4-5-3 0,1-2 0 15,-2 3-1-15,0-4-3 0,-1 0 0 0,2-1-5 16,-3 0 3-16,-1-4-4 0,3 0-2 0,-4-1-5 16,6-4-6-16,-9 7-3 0,4-6-2 0,-3 1 1 15,8-2-1-15,-9 1 0 0,9-1-2 0,-11-1 3 16,11 1 0-16,0 0 6 0,0 0-8 0,-10 0 4 16,10 0-2-16,0 0-2 0,0 0-5 0,0 0-3 15,0 0-1-15,0 0-4 0,33-10-1 0,-14 6-19 16,4 3-7-16,7-3-20 0,-1 1-26 0,4-3-14 15,1 1-22-15,-2 0-17 0,0 2-115 0,-4-2-285 0,2-1 126 16</inkml:trace>
  <inkml:trace contextRef="#ctx0" brushRef="#br0" timeOffset="102061.18">16673 8074 274 0,'10'-7'48'15,"0"0"8"-15,-5-2 8 0,-1 3 12 0,-3 0 5 16,1-4 11-16,-2 3 10 0,0-1 3 0,0 8-3 0,0-12 17 16,0 12-8-16,-1-10 13 0,1 10-1 0,-1-6-3 15,1 6-10-15,0 0-16 0,-1-9-13 16,1 9-9-16,0 0-12 0,0 0-4 0,0 0 1 0,0 0 4 15,3 25 6-15,1-8 0 0,-5-1-2 0,1 3-3 16,1 6-3-16,0-5-8 0,-1-1-3 0,0 1-2 16,2-1-2-16,0-2-7 0,-1-1-4 0,1 1-2 15,-1-5-17-15,2 0-15 0,-2-2-21 0,0 2-25 16,0-2-26-16,1-5-17 0,-1 2-31 0,-1-7-18 16,3 9-4-16,-3-9-9 0,1 6 0 0,-1-6-16 15,0 0-116-15,0 0-308 0,0 0 136 0</inkml:trace>
  <inkml:trace contextRef="#ctx0" brushRef="#br0" timeOffset="102378.9">16721 8231 258 0,'-2'-12'23'0,"2"-4"12"0,-1 0 4 16,2-3 12-16,1-1 4 0,-1 0 1 0,0 3 5 16,3-3 11-16,2 3 1 0,2-1 3 0,-2 0 17 15,3 3-4-15,0 1 3 0,3 0-3 0,-4 6-1 16,-2 1 0-16,2 1-3 0,-1 3 0 0,1 2-5 16,-2-1-1-16,2 1-9 0,-8 1-2 0,14 0 2 15,-8 3 2-15,1 0-9 0,0 1 2 0,0-2-6 16,-2 3-4-16,0 0-4 0,-2-1-2 0,1 2-9 15,-4-6 1-15,3 10-3 0,-3-4-5 0,0-6-2 16,-1 13-3-16,-1-4-2 0,-1-4-3 0,3-5-2 16,-5 12-1-16,4-5-3 0,-2-1-3 0,3-6-6 15,-4 12-7-15,4-6-5 0,0-6-4 0,-1 11 1 16,1-4-1-16,0-7 0 0,4 12-3 0,-2-7 2 16,3 4 3-16,1-2 4 0,-4 0 1 0,3 1-6 15,0-1 2-15,-1-1-3 0,-1 1 5 0,-1-1-1 16,-1 0 1-16,-1-6 1 0,2 12 4 0,-2-12-2 15,-5 15 2-15,-1-10-3 0,-2 2-15 0,0-3-15 0,-2 2-22 16,1 0-22-16,-3-2-15 0,1 1-28 0,-3-2-42 16,2 1-16-16,-1-2-127 0,-3 3-329 0,-2-3 145 15</inkml:trace>
  <inkml:trace contextRef="#ctx0" brushRef="#br0" timeOffset="102972.48">15482 8179 53 0,'0'0'158'0,"0"0"-9"0,0 0-21 0,0 0-14 16,0 0 4-16,0 0 3 0,0 0-6 0,0 0-2 15,14 22-2-15,-9-11 2 0,-2 2-4 0,5 4-11 16,-2 8-8-16,-1-6-6 0,-1-1-6 0,0 7-8 16,0 2-3-16,-3-8-5 0,4 6-6 0,-4-7-4 15,0 6-5-15,2 1-8 0,1 0-4 0,-4-7-14 16,1-1-18-16,1 3-31 0,-4-2-37 0,2 1-23 15,0-3-40-15,-1-5-36 0,-1 3-125 0,1-4-313 16,1 2 140-16</inkml:trace>
  <inkml:trace contextRef="#ctx0" brushRef="#br0" timeOffset="103383.29">17277 8011 64 0,'0'0'206'0,"-4"-5"-9"0,4 5-14 0,0 0-11 0,0 0-12 16,0 0-8-16,0 0-7 0,0 0-6 15,18-7-2-15,-3 3-13 0,5 1-10 0,10-2-12 16,-2 4-7-16,-1-3-11 0,2 2-5 0,-7 1-8 15,-2 1-18-15,-7-1-20 0,1 1-21 0,-4 1-31 0,1-1-25 16,-5 0-28-16,-6 0-25 0,17-1-19 16,-17 1-23-16,10 0-2 0,-10 0-15 0,0 0-101 15,0 0-277-15,0 0 122 0</inkml:trace>
  <inkml:trace contextRef="#ctx0" brushRef="#br0" timeOffset="103564.26">17417 7880 111 0,'0'0'179'15,"-6"-4"-14"-15,6 4-10 0,0 0-16 0,-5-5-13 0,5 5-14 16,0 0-4-16,0 0 6 0,0 0 0 0,-5 19 10 16,5-3-8-16,0-1 1 0,0 2-11 0,0 1-12 15,1 0-6-15,1 1-7 0,1 7-9 0,1-7-4 16,2 6-11-16,-2-6-1 0,2-1-10 16,1 1-30-16,-1 0-32 0,3-3-41 0,-1 1-44 15,2-5-47-15,-1 6-55 0,-3-9-104 0,2 3-332 0,0-5 147 16</inkml:trace>
  <inkml:trace contextRef="#ctx0" brushRef="#br0" timeOffset="104033.52">18385 7616 135 0,'0'0'221'0,"3"-9"3"0,-3 9-15 0,4-8-12 16,-4 8-18-16,2-8-11 0,-2 8-14 0,0 0-17 15,0 0-16-15,2-6-10 0,-2 6-16 0,0 0-7 16,0 0 1-16,-18 21 9 0,6-5-9 0,-4 6-5 16,-3 1-5-16,5 2-3 0,-1 2-5 15,0 1 4-15,4-1-14 0,3-2-6 0,4 0 0 0,-1 2 2 0,4-7-6 16,1 4 0-16,1-5-9 0,2 5 3 0,3-5-10 15,-1 1 8-15,4-4-9 0,2 0-3 0,-1-1-3 16,4 0-10-16,0 0-14 0,2-4-22 0,1 0-24 16,6 3-22-16,-4-3-20 0,-1-3-27 0,1-2-20 15,-1-2-29-15,4 0-16 0,-8-3-4 16,3 0-11-16,-2-2-2 0,-2 1-134 0,-2-5-354 0,3 1 157 16</inkml:trace>
  <inkml:trace contextRef="#ctx0" brushRef="#br0" timeOffset="104246.8">18727 7749 167 0,'3'-20'187'0,"-2"10"2"16,0 1 12-16,-1 0-1 0,2-2-8 0,-2 11-22 15,2-8-12-15,-2 8-21 0,3-8-15 0,-3 8-10 16,0 0-6-16,0 0 3 0,0 0 8 0,5 36-4 16,-4-18-7-16,-1 7-3 0,1 2-10 0,-1-1-9 15,-1 0-2-15,0 0-12 0,1 2-8 0,0-1-2 16,0-2 0-16,0-6-10 0,1 1-8 0,0-2-20 15,2 1-22-15,-2-2-34 0,3-2-22 0,0-1-42 16,-2-4-43-16,4 0-29 0,0-3-32 0,0 1-27 16,-1-3-135-16,0 0-395 0,2-4 175 0</inkml:trace>
  <inkml:trace contextRef="#ctx0" brushRef="#br0" timeOffset="104585.79">18939 7867 189 0,'0'0'192'0,"7"-7"-19"0,-5 3-12 0,3-1-13 16,-5 5-12-16,13-5-7 0,-5 2-16 0,2 0-8 0,4 0-15 16,0 2-5-16,4-3-7 0,2 4-12 15,-2-5-6-15,3 3-17 0,-1 2-24 0,-1 0-21 16,-5-1-29-16,-1 2-14 0,-1-2-20 0,-3 0-8 16,-2-1-6-16,0-1-6 0,-1-1 7 0,-6 4 8 0,9-8 10 15,-5 4 16-15,-3-3 12 0,0-4 15 0,-1 2 17 16,0 9 3-16,-2-16 16 0,-1 10 24 0,1-1 13 15,-1-1 10-15,1-1 10 0,2 9 0 16,-5-10-4-16,5 10-8 0,-4-6-7 0,4 6-10 0,0 0 2 16,0 0-5-16,0 0-6 0,0 0 11 15,0 0 17-15,-14 22 8 0,7-10 3 0,2 4-1 16,-1 2 2-16,1 1 3 0,1 0-8 0,-3 0-10 16,0 4-4-16,6-4-8 0,-3 7-1 0,2-8-10 0,2 0-4 15,2 0-30-15,-1 0-30 0,0-3-49 0,2 2-40 16,2-2-47-16,-1-2-45 0,-3-3-149 0,1 2-383 15,1-5 170-15</inkml:trace>
  <inkml:trace contextRef="#ctx0" brushRef="#br0" timeOffset="104820.74">19371 7769 116 0,'4'-18'232'0,"-3"7"-15"16,3 2-11-16,-1 3-15 0,-2-1-13 0,-1 7-20 15,4-11-18-15,-4 11-19 0,1-4-12 0,-1 4-9 16,0 0-7-16,0 0 0 0,0 0 3 0,5 19-8 16,-4-9-5-16,-2 5-1 0,0 2-4 0,1 1-1 15,-1 0-4-15,1 0-9 0,-2 0-7 0,4-2-4 16,-2 3-8-16,0 0 1 0,1-3-7 0,0 2-7 16,-1 0-16-16,1-2-24 0,1 0-38 0,0 0-38 15,0-6-49-15,0 3-32 0,1-4-27 0,-3 0-185 16,0-2-406-16,0-7 180 0</inkml:trace>
  <inkml:trace contextRef="#ctx0" brushRef="#br0" timeOffset="105178.12">19388 7677 163 0,'1'-13'212'0,"2"3"-19"15,2 1-24-15,-1 0-17 0,-1 4-14 0,1-1-16 16,4 3-13-16,2 1-12 0,2 4-7 0,2 1-7 15,1 1-9-15,0 5-5 0,-3-3-6 0,-2 3-1 16,2-3-8-16,-3 4-3 0,-2-1 0 0,0-1-8 16,-1 2-3-16,0-1 0 0,-2-2-6 0,-2 3-1 15,0-3-2-15,-2 2-5 0,-1 0 0 0,-2 0-4 16,-2 0-5-16,1 0-10 0,0-3-8 0,-2 0-8 16,4-2-17-16,-2 3-8 0,4-7-10 0,-4 6-7 15,4-6-3-15,-3 8 3 0,3-8-2 0,0 0 13 16,0 0-2-16,2 10 8 0,-2-10 14 0,6 4-6 15,-6-4-5-15,9 2 7 0,-2 3 2 0,-1-4 4 16,-1 3-1-16,0 0 12 0,0 1 13 0,0 0 0 16,-1 0 7-16,-3 2-6 0,0 1 5 0,2-2-1 15,-6 4 0-15,1 0 1 0,-1 1-2 0,-4 0-1 16,0-2-2-16,0 1 0 0,0 0-21 0,-2-1-17 0,0 1-44 16,0-3-24-16,-1 0-55 0,0-1-81 15,1-1-252-15,-1-4 112 0</inkml:trace>
  <inkml:trace contextRef="#ctx0" brushRef="#br0" timeOffset="105413.16">19686 7674 1864 0,'15'-21'21'0,"-2"6"16"0,-2 2-33 16,3 0-3-16,-2 1 1 0,-1 5-1 0,-1 4 4 0,3-4 2 15,3 7 3-15,-4 4 8 0,8-1 8 0,-5 8 13 16,0 2 9-16,4 8 11 0,-6 8 0 0,-1-3 8 15,-2 3-7-15,-5 3 0 0,-5 0 1 0,-3 1-3 16,0-2-2-16,-9 4-4 0,1-4-3 16,-1 1-6-16,-2-3-5 0,-1-1-2 0,-3-3-2 0,1-1-5 15,-1-1-21-15,-1-1-34 0,6-5-21 0,-7 2-35 16,7-5-49-16,-3-3-52 0,1-1-215 0,3-4-430 16,-1-2 191-16</inkml:trace>
  <inkml:trace contextRef="#ctx0" brushRef="#br0" timeOffset="105988.72">20322 7625 2297 0,'3'-11'-20'0,"-1"0"39"0,-1 0 10 0,1 4 2 16,-1 0 3-16,-1 7 6 0,1-13 7 0,1 7-10 15,-2 6-6-15,2-11 0 0,3 5-1 0,4 0-12 0,0 1 7 16,8-4-11-16,1 3 1 0,8-3-3 16,4-1 1-16,1 4-2 0,-1 1-2 0,0 0-1 15,-4 0-8-15,1 1-12 0,-9 2-18 0,-3 0-19 16,-2 1-24-16,1 1-26 0,-5-2-19 0,2 1-21 0,-4 1-11 16,-7 0-3-16,0 0 7 0,0 0 4 0,8 3 24 15,-8-3 5-15,0 0 14 0,0 0 16 16,0 0 19-16,-28 3 19 0,21-3 15 0,7 0 22 15,-14 0 11-15,14 0 10 0,-10 0 13 0,10 0 9 0,-9 2 13 16,9-2 3-16,0 0-8 0,0 0-1 0,-10 0-7 16,10 0-2-16,-5 5 10 0,5-5 8 0,-4 11 0 15,1-3 14-15,-1 6 10 0,-1 5-1 0,-1 5 10 16,2 4 0-16,0-4-5 0,3-5-6 0,-1 1-5 16,0 5-5-16,1 1-4 0,0-3-8 0,1-3 0 15,2-1-6-15,-2-2-6 0,3 1-1 0,-3-4-3 16,1 4-7-16,0-6 0 0,-1 4 2 0,2-5-7 15,-1-1-6-15,-1-4-8 0,0 1-12 0,0-7-7 16,-1 10-7-16,-3-4-7 0,4-6-8 0,-11 9-17 16,3-7-13-16,-1-1-2 0,-2 2 1 0,-1-3 8 15,-1-2 3-15,-4 0 10 0,5 0 3 0,1-3 2 16,0 1 6-16,3 1 13 0,2 1 7 0,6 2 13 16,-12-2 3-16,7 0 3 0,5 2 3 0,0 0-2 15,-6-3 2-15,6 3-2 0,0 0 4 0,0 0 0 16,0 0-6-16,28-8 2 0,-10 6-18 0,1 1-7 15,1-1-27-15,7 2-24 0,4-3-18 0,-1 2-25 16,2-3-11-16,0 2-37 0,0 0-98 0,-1 0-276 16,-2-1 122-16</inkml:trace>
  <inkml:trace contextRef="#ctx0" brushRef="#br0" timeOffset="106195.16">20970 7773 109 0,'10'-6'162'0,"-3"-3"-2"0,1 2-1 15,-1 0-14-15,-3 1-2 0,0 1 4 0,-4 5-7 16,6-8-10-16,-2 5-16 0,-4 3-11 0,0 0-16 15,0 0-7-15,0 0-7 0,0 0 2 0,-23 10 5 0,10 3 3 16,0-1 0-16,-2 2-2 0,2 2 6 16,0-1-7-16,1 1-3 0,4-1-6 0,-1 2-6 15,1 0-6-15,7-2-3 0,1 0-5 0,1 1-1 16,4-4-7-16,3 4-4 0,2-2-22 0,6-2-25 0,-1-1-32 16,3-2-29-16,1-1-34 0,3-1-29 15,-1-3-31-15,0 0-23 0,-1-1-11 0,1-3-129 16,-3-2-352-16,-4-1 156 0</inkml:trace>
  <inkml:trace contextRef="#ctx0" brushRef="#br0" timeOffset="106414.43">21214 7958 87 0,'12'-12'98'0,"0"-1"22"0,0-1 8 0,-4 0 2 0,2-1-1 16,-5-1 1-16,3-2-3 0,-1 3 0 0,0-2 5 15,-1 5 5-15,0-1-7 0,-2 2-3 0,-1-2-9 16,1 5-5-16,-2 1-5 0,0 1-14 0,-2 6-8 16,3-7-8-16,-3 7-11 0,0 0-8 0,5-6-11 15,-5 6-3-15,0 0-3 0,0 0 7 0,0 0 10 16,0 0 12-16,0 0-5 0,-5 32 1 0,4-23-4 15,0 4-7-15,-2-2-5 0,3 2 2 0,0 0-12 16,-1 1-3-16,0 4-2 0,2-3 6 0,0 1-15 16,3-2 3-16,-3 2-13 0,3-4-22 0,-1-2-25 15,-1 1-27-15,1 1-31 0,-1-3-32 16,1 1-28-16,-1-4-31 0,0 1-16 0,0-1-14 0,-2-6-158 16,0 0-395-16,3 7 175 0</inkml:trace>
  <inkml:trace contextRef="#ctx0" brushRef="#br0" timeOffset="106769.05">21337 7843 101 0,'-2'-19'186'0,"1"0"-4"0,2 2-1 0,2-2-12 16,0 3-14-16,-2 4 3 0,3 0-8 0,0 5-13 15,-1-3-13-15,5 4-9 0,0 0-17 0,-1 1-9 16,1 3-6-16,5 2-12 0,-3 0-8 0,3 3-9 16,-3 1-3-16,0 1-7 0,2-1-6 0,-5 2-4 15,1-2-2-15,0 2-2 0,-3 1-2 0,0-1-4 16,0 2 0-16,-2-1-1 0,-1-1-1 0,1 3-4 15,-3 0 1-15,1-4-4 0,-1-5-3 0,0 15 3 0,-2-9-4 16,2-6 1-16,0 13-10 0,-2-6-10 16,2-7-4-16,-1 10-10 0,0-3-4 0,1-7-5 15,0 0 0-15,0 10 2 0,0-10 5 0,0 0-2 16,1 8 7-16,-1-8 1 0,4 9 2 0,-2-5 1 0,-2-4 3 16,7 7 0-16,-3-3 5 0,-4-4-5 0,6 5 3 15,-2 0 5-15,-4-5 8 0,4 7 4 16,-4-7 8-16,3 7 3 0,-3-7 2 0,0 11-1 15,0-11 3-15,-3 10-2 0,3-10 2 0,-6 11-3 0,0-6-2 16,-4 1-3-16,2 1 0 0,-1-2-7 0,2-1-16 16,-1-1-31-16,2 0-29 0,-2 0-33 0,8-3-40 15,-13 3-45-15,7-3-136 0,6 0-347 0,0 0 154 16</inkml:trace>
  <inkml:trace contextRef="#ctx0" brushRef="#br0" timeOffset="107058.66">21679 7813 5 0,'0'0'223'0,"7"-2"-23"16,-7 2-19-16,0 0-22 0,10 5-8 0,-10-5-15 15,9 5-5-15,-5-1-8 0,0-1-14 0,-1 4-1 16,3-1-10-16,0-1-8 0,0 0-10 0,2-1-8 16,1-1-5-16,0 2-4 0,1-3-4 0,0 0 1 15,2-2-2-15,-2-2 1 0,0 0 9 0,0-1 1 16,-1-1 6-16,2 0-5 0,-1-2 0 0,-1 0 8 15,-2-2-4-15,0 0-9 0,0 0-3 0,-2-2 6 16,1 3-15-16,-2-4-5 0,-3 3-3 0,-1-1-8 16,-1 1-1-16,-1-2-9 0,2 10-1 0,-8-11-3 15,5 7 4-15,-7-1-12 0,-1 3-10 0,-3 0 2 16,1 2-11-16,-1-1-9 0,-2 2-15 0,0 7-26 16,4-3-25-16,1 2-42 0,0 0-49 0,3-2-65 15,-1 4-195-15,4-1-465 0,1-4 206 0</inkml:trace>
  <inkml:trace contextRef="#ctx0" brushRef="#br0" timeOffset="107226.96">21986 7770 93 0,'0'0'275'0,"6"-2"-24"16,-6 2-31-16,0 0-22 0,0 0-21 0,0 0-15 0,7-3-18 15,-7 3-22-15,0 0-27 0,0 0-34 0,0 0-26 16,0 0-41-16,0 0-41 0,-19 10-36 0,19-10-55 15,-17 6-123-15,9-4-281 0,-1-1 126 16</inkml:trace>
  <inkml:trace contextRef="#ctx0" brushRef="#br0" timeOffset="109817.19">24230 7999 53 0,'0'0'137'0,"-11"-6"0"0,4 4-13 0,7 2 2 16,-14-4-8-16,4 3-10 0,1-4-2 0,0 3 2 15,1 1 4-15,-2-3-4 0,0 3-3 0,10 1-3 16,-14-2-6-16,14 2 2 0,-12-1-3 0,12 1-9 16,-7-3-7-16,7 3-6 0,0 0-12 0,0 0-7 15,0 0-4-15,25-15-8 0,2 11-2 0,0-2-5 16,6 0-5-16,4-1-7 0,3 2-14 0,-2-1-18 16,-4 2-25-16,-1 1-25 0,-4-2-20 0,-2-1-28 15,-8 5-26-15,-6-1-22 0,-3 2-136 0,-2 0-313 16,-8 0 139-16</inkml:trace>
  <inkml:trace contextRef="#ctx0" brushRef="#br0" timeOffset="110216.79">24346 7936 84 0,'0'0'113'0,"-5"6"-3"0,5-6-1 0,-1 8-7 16,1-8 16-16,1 17 8 0,-1-2-2 0,-1 3-8 0,1-3 2 15,1 5-10-15,1 5-1 0,-4-5-8 16,4 5-10-16,-1 1-4 0,1-8-10 0,0 7-9 16,0-2-2-16,-2-6-2 0,1-2-6 0,1 3-5 15,-1-8-2-15,2 3-5 0,-2-1-5 0,0-3-9 16,1 1 2-16,0 0-1 0,-2 1-4 0,1-5-1 16,-1 1-6-16,0-7 0 0,0 14-3 0,0-14-3 15,0 9 3-15,0-9-5 0,-1 9 4 0,1-9-5 16,-9 7 5-16,5-3-1 0,4-4-4 0,-14 4-2 0,8-1-1 15,-1-2 0-15,-7 0-2 0,4-1 2 0,0 0-2 16,-1-1-1-16,11 1 1 0,-16-1-4 16,10-1 3-16,6 2-2 0,-12-1 4 0,12 1-3 15,-9-1-1-15,9 1-1 0,0 0 0 0,-10-1-2 0,10 1 3 16,0 0 0-16,0 0 0 0,0 0-3 0,0 0-2 16,0 0 3-16,0 0 0 0,44 0-2 0,-24-1-9 15,0-1-11-15,11-1-23 0,-4 0-23 16,2 3-20-16,3-3-20 0,-2-1-24 0,-1 1-20 0,2 1-17 15,-2 1-122-15,-1-1-313 0,0-3 139 0</inkml:trace>
  <inkml:trace contextRef="#ctx0" brushRef="#br0" timeOffset="110447.64">24937 8192 86 0,'-5'-2'164'0,"5"2"-6"0,-16 0-3 0,5 0-2 15,-1 1 0-15,-7 4 12 0,2 2-22 0,-3 2 3 16,2 1 2-16,-5 4-10 0,8-1-5 0,-1 1-17 16,4-3-11-16,-1 3-9 0,7 2-8 0,1-1-11 15,1-1-4-15,2 2-11 0,4-5-3 0,2 2-2 16,3 1-7-16,7-1-13 0,-1 0-20 0,5-4-28 16,0 1-32-16,7 0-28 0,2 0-27 0,-5-5-28 15,4-1-19-15,2 2-20 0,-1-4-15 0,-6 0-110 16,1-4-315-16,-4 2 140 0</inkml:trace>
  <inkml:trace contextRef="#ctx0" brushRef="#br0" timeOffset="110885.09">25297 8263 95 0,'4'-10'185'0,"-1"-1"-7"0,-2 1-15 0,-1 2-7 16,0 8-16-16,-3-12-12 0,3 12-12 0,-9-7-12 15,3 5-7-15,6 2 0 0,-14 0-1 0,1 3 4 16,2 1 7-16,-2 3-7 0,-2 1-8 0,-1 2 0 15,5 1-11-15,-2 1-3 0,2 2-10 0,4-4-2 0,1-1-10 16,3 3-4-16,-1-4-2 0,4 3-2 0,0-4-9 16,4 2-2-16,1 2-3 0,3-2-5 15,4-2-18-15,-1-1-15 0,4 2-17 0,2-1-10 16,3-1-15-16,-9-1-6 0,7-2 3 0,-2 1-6 0,2 1 4 16,-5-4 7-16,-2 2 7 0,1-3 2 0,-2 1 7 15,2-1 6-15,-5-1 16 0,-7 1 6 16,12-3 9-16,-12 3 9 0,11-3-1 0,-11 3-4 15,1-4-1-15,-1 4 3 0,0 0 2 0,0 0-4 0,0 0 3 16,0 0 5-16,-16-13 4 0,10 11 7 0,6 2 2 16,-14-3 1-16,5 0-4 0,9 3 0 0,-20 1 1 15,9 1-7-15,0 0 3 0,-1 1 2 0,-1 3-3 16,-5 1 7-16,4 0 2 0,-3 2-2 0,3 0 1 16,0-2-1-16,3 3-7 0,0-1 0 0,0 2-3 15,4-2 0-15,1 0-5 0,1 1 2 0,1 0-4 16,2-1-3-16,2-2 3 0,2 1-1 0,-2-8-2 15,9 14 2-15,0-8-6 0,4 1-19 0,-2-1-16 16,2-3-22-16,4-1-31 0,1 1-28 0,1-1-21 16,-5-2-24-16,4-2-30 0,4 1-12 0,-3-2-174 15,0-1-396-15,-1 2 175 0</inkml:trace>
  <inkml:trace contextRef="#ctx0" brushRef="#br0" timeOffset="111397.92">25726 8286 39 0,'1'-5'141'0,"-1"5"-2"0,0 0-8 16,0 0 2-16,-1-11-4 0,1 11-3 0,0 0-5 15,-4-7 3-15,4 7-3 0,0 0 1 0,-6-7-4 16,6 7-5-16,0 0-9 0,0 0-8 0,-5-5-6 15,5 5-8-15,0 0-6 0,0 0-10 0,0 0-9 16,-6-3-4-16,6 3-9 0,0 0 0 0,0 0-2 0,0 0-4 16,-14 10-5-16,9-5 1 0,3 0-4 15,-5 4-7-15,3-3 4 0,-1 2 2 0,-1 2 0 16,1-2 2-16,-2 0-6 0,3 0-4 0,2 2 9 16,-1-3-2-16,-1 1-6 0,3 0 5 0,1-8-3 0,1 13 1 15,-2-7 0-15,1-6 4 0,5 10-8 16,-2-4 3-16,1-2 0 0,2 2 2 0,2 0-1 0,3-5 1 15,-2 4-3-15,1-3 5 0,2 0-6 16,-1-3-2-16,1 1 2 0,-1 0 0 0,-2-2 0 0,1 1-4 16,1-4 4-16,-1 4 4 0,-1-2-1 0,-2-2-2 15,2 0 0-15,0-3-3 0,-1 1 2 0,0 0-4 16,-3-3 1-16,1 2-5 0,-2-3 0 0,-1 1 1 16,-1 0-6-16,0-1 0 0,0 1-1 0,-2 1-4 15,0-2 2-15,0 11 3 0,-4-16-2 0,2 9-1 16,-1 1 5-16,-1 0-13 0,4 6 1 0,-9-10 0 15,3 6 1-15,-2 2-2 0,1 0 2 0,-3 0-8 16,-2 2-13-16,3 0-12 0,-4 0-14 0,1 2-15 16,1 2-27-16,1-4-26 0,2 3-25 0,0 1-37 15,1-2-28-15,2 2-33 0,-2-1-152 16,1 1-421-16,6-4 188 0</inkml:trace>
  <inkml:trace contextRef="#ctx0" brushRef="#br0" timeOffset="111684.64">26176 8085 180 0,'6'-3'222'0,"-6"3"-11"0,0 0-20 0,0 0-16 15,7-2-20-15,-7 2-17 0,10-4-10 0,-10 4-16 0,15 0-14 16,-3-2-20-16,-3 2-37 0,3 0-35 0,-5 0-35 16,5-1-40-16,-1 1-35 0,-2 1-42 0,-9-1-86 15,13 0-250-15,-8 2 111 0</inkml:trace>
  <inkml:trace contextRef="#ctx0" brushRef="#br0" timeOffset="111824.65">26226 8143 112 0,'0'0'134'0,"0"0"-1"0,0 0-17 0,8 12-17 16,-1-10-3-16,0-1 2 0,6 0-16 0,-2 0-13 15,0 0-40-15,5-1-40 0,0 0-55 0,-2-1-83 16,6-1-161-16,-2-2 72 0</inkml:trace>
  <inkml:trace contextRef="#ctx0" brushRef="#br0" timeOffset="113104.25">27236 7715 62 0,'0'0'174'0,"-9"-4"-2"16,9 4 3-16,-9-4-3 0,9 4-7 0,-8-4-1 16,8 4-1-16,-6-3-2 0,6 3-7 0,-7-4-5 15,7 4-10-15,0 0-12 0,0 0-10 0,0 0-6 16,-8-3-9-16,8 3-7 0,0 0 0 0,0 0-11 16,0 0-1-16,0 0-2 0,0 0-1 0,0 0-6 15,0 0-6-15,0 0-6 0,0 0-8 0,2-10-4 0,-2 10-7 16,13-10-7-16,-3 7-4 0,-1 0-1 0,4-1-3 15,5-2-17-15,1 2 1 0,0-2-2 16,3 4-4-16,-1-3 5 0,5 3-2 0,-5-1 1 16,8 0-6-16,-2 0-1 0,3-1-4 0,-2 1-4 0,0 3-10 15,-7-2-18-15,0 0-15 0,0 2-11 16,-2 0-23-16,-1 0-14 0,-4 0-18 0,-1 0-8 16,-3 0-13-16,-2 2-13 0,-8-2 2 0,12 2 3 15,-12-2 17-15,8 0 7 0,-8 0 12 0,0 0 12 0,0 0 8 16,0 0 2-16,0 0 14 0,0 0 6 0,0 0 4 15,-22 9 12-15,15-8 7 0,7-1 0 0,-13 1 1 16,13-1 9-16,-12 2-4 0,4-2 13 16,8 0 0-16,-19-2-3 0,10 1 8 0,-3 0-1 0,0 1-1 15,1 0 11-15,0-2 5 0,1 1-9 0,1-2 16 16,9 3 8-16,-18 0 4 0,12-1-4 0,6 1 8 16,-11 0 3-16,11 0 6 0,0 0-3 15,-11-2 10-15,11 2-2 0,0 0-2 0,-9 0 9 16,9 0-1-16,0 0 1 0,0 0 2 0,0 0 0 0,0 0 3 15,0 0-2-15,0 0-5 0,-9 0 2 0,9 0 5 16,0 0-3-16,0 0 0 0,0 0-1 0,0 0 6 16,0 0-6-16,0 0 4 0,0 0-5 0,0 0 2 15,0 0-1-15,0 0-5 0,0 0 4 0,0 0-4 16,0 0-3-16,0 0-2 0,0 0 0 0,0 0-4 16,0 0 1-16,0 0-3 0,0 0-2 0,0 0 3 15,0 0-7-15,0 0 4 0,0 0 0 0,0 0 1 16,0 0 4-16,0 0-5 0,0 0 2 0,0 0-3 15,0 0 6-15,0 0 3 0,0 0-2 0,0 0 2 16,0 0 0-16,0 0-2 0,0 0-2 0,0 0 4 16,0 0-4-16,0 0-1 0,0 0-2 0,0 0-2 15,0 0 6-15,0 0-4 0,0 0-2 0,0 0 2 16,0 0 7-16,0 0-10 0,0 0 0 0,0 0-1 16,0 0 1-16,0 0-3 0,0 0 0 0,0 0-8 15,0 0 3-15,0 0 0 0,0 0-5 0,0 0 1 16,0 0-1-16,0 0-3 0,0 0-4 0,0 0 3 15,0 0 0-15,0 0-5 0,0 0 1 0,0 0 0 16,0 0 3-16,-5 9-3 0,5-9 3 0,2 11 1 16,-2-11-2-16,1 15 1 0,-2-4-3 0,-1-1 0 0,4 0 1 15,-2 5-5-15,0-5 6 0,-2 6-1 16,2-3 5-16,0 3-5 0,0-1 4 0,3 0-4 16,-3-3 3-16,0 0 5 0,0 0-9 0,2 0 1 15,-2-2 0-15,0 0 4 0,0 1-4 0,0-1 0 0,0-3 3 16,0 2-6-16,2-3 3 0,-2 1 0 15,0-7-2-15,0 13 0 0,0-5 5 0,0-8-1 16,2 11-2-16,-2-11 3 0,0 10-7 0,0-10 4 0,0 8 3 16,0-8-2-16,2 9-1 0,-2-9 0 0,0 6 3 15,0-6-4-15,0 0 4 0,0 0-5 0,0 9 1 16,0-9 0-16,0 0 4 0,0 0-1 0,0 0 0 16,0 0-3-16,0 0 3 0,0 0 1 15,0 0 6-15,0 0-12 0,-4 7 3 0,4-7-3 0,-9 0-3 16,9 0-3-16,-16 0 1 0,7-1-4 0,0 1 1 15,-5 0-2-15,3 0-3 0,-2-2 0 0,1 2-2 16,-1-2 2-16,0 1 3 0,2 1 3 0,1 0 2 16,10 0-6-16,-15 0 11 0,15 0-7 0,-16-1-2 15,11 0 2-15,5 1 1 0,0 0 8 0,-10 0-7 16,10 0-3-16,0 0 2 0,0 0 3 0,0 0 2 16,0 0-1-16,0 0 1 0,35 5-3 0,-14-3-2 15,2 1-15-15,2-2-13 0,3 1-20 0,1-1-23 16,0 1-23-16,-8-1-22 0,3-1-12 0,-4 0-21 15,7 3-11-15,-8-6-8 0,2 2 0 0,-3-1-133 16,-1 2-333-16,-6 0 149 0</inkml:trace>
  <inkml:trace contextRef="#ctx0" brushRef="#br0" timeOffset="113554.9">27784 7929 46 0,'8'-7'124'15,"-6"4"-1"-15,2-2 6 0,-4 5 6 0,5-9-3 16,-2 4-10-16,-3 5-1 0,0 0-4 0,0-8-5 0,0 8-4 15,0 0-5-15,-8-9-8 0,8 9-10 16,-6-4 4-16,6 4-3 0,-12 1-6 0,12-1 2 16,-21 4-2-16,10 2 2 0,2-3-9 0,-1 3 2 0,0 3-14 15,3-3-6-15,1 2-5 0,-4 2-3 16,6-1-5-16,0-1-4 0,1 1-2 0,3 3-5 16,2-3 1-16,2 2-10 0,1-2-19 0,5 0-15 15,-1-2-22-15,5 3-20 0,3 0-21 0,2-3-18 0,-2-1-23 16,3 0-18-16,-3 0-10 0,2-3 0 0,-3 1 0 15,-2-3 1-15,-1-1 5 0,5 2 20 16,-8-2 8-16,3-2 17 0,-1 1 13 0,-3-2 8 16,3 0 27-16,-3-2 11 0,0-1 16 0,-2-2 18 0,3 1 13 15,-3-1 5-15,0 0 19 0,0-1 9 0,-2 1 8 16,1-1 6-16,-2 2 7 0,-1-2 4 0,1 3 6 16,-2 0-1-16,-2 6 4 0,3-10 0 15,-3 10-2-15,4-7 2 0,-4 7-11 0,3-5-9 0,-3 5-3 16,0 0-6-16,0 0-8 0,0 0 3 0,0 0 13 15,0 0 7-15,-7 24-6 0,4-13 0 0,-1 1-9 16,1 1-1-16,1 3-3 0,-2 0-7 0,0 0-5 16,1 0 2-16,2-1-4 0,0 0-2 0,-1-1-19 15,-1-2-14-15,8 0-20 0,-3-1-18 0,-1 1-20 16,1-2-19-16,0-4-26 0,1 1-14 0,-3-7-11 16,1 10-7-16,-1-10 5 0,3 6-16 0,-3-6-117 15,0 0-285-15,0 0 126 0</inkml:trace>
  <inkml:trace contextRef="#ctx0" brushRef="#br0" timeOffset="113892.72">28037 8024 94 0,'6'-18'139'0,"1"4"-6"15,-1-4 1-15,2 7-1 0,-3-2-1 0,6 5-6 16,-2-1-16-16,0 3-3 0,3 1-16 0,-1 2-9 16,-3 1-3-16,3-2-8 0,-1 4-7 0,1-1-4 15,0 2 3-15,-3 0-3 0,0 0-5 0,1 1-3 16,-4 0-4-16,4 3-8 0,-3-2-6 0,1 1 2 15,-2 0 3-15,1 0-9 0,-3 2-5 0,-3-6 3 16,4 7-1-16,-4-7-9 0,1 11 6 0,-1-11-4 16,-3 11-4-16,3-11-4 0,-4 12-1 0,2-7-4 0,-2-1-11 15,-2 3-6-15,6-7-16 0,-4 9 0 0,1-5-8 16,1 3 3-16,2-7 1 0,-2 11 1 0,2-11 8 16,2 11-4-16,-2-11 9 0,4 10 0 0,-2-4-1 15,1 1 2-15,3-1 5 0,-2-2-4 0,0 5 5 16,2-2 3-16,-2-3-2 0,-1 3 6 0,-1-1 5 15,3 0 9-15,-2 0-6 0,-3-6-6 16,0 11 6-16,0-11-4 0,-8 9 1 0,8-9 0 16,-9 10-17-16,1-5-9 0,-1-1-24 0,-3-4-37 0,3 3-30 15,-4 1-21-15,3-2-111 0,-1-1-265 0,0-1 119 16</inkml:trace>
  <inkml:trace contextRef="#ctx0" brushRef="#br0" timeOffset="114173.88">28406 8067 201 0,'0'0'193'15,"11"0"-25"-15,-11 0-18 0,0 0-9 0,5 9-11 16,0-5-13-16,-3 1-8 0,4 0-14 0,-4 1-7 16,1 1-11-16,4 0-3 0,-2-2-9 0,1-1-4 15,3 1-5-15,-2-1-6 0,3-1-3 0,-1-3-1 16,3 0 0-16,-2 0 11 0,0-3-3 0,0 1 6 15,1-1-3-15,-4-2 2 0,1 0 2 0,0 1 3 16,-2-2 0-16,-1 2-2 0,0 0-9 0,-2-4 0 16,-3 8-6-16,5-10-1 0,-4 6-11 0,-1 4-10 15,-2-12-14-15,2 12-9 0,-8-7-15 0,3 4-16 16,5 3-21-16,-20-4-23 0,7 4-26 0,-5 0-36 16,0 0-34-16,0 5-191 0,-3 1-389 0,5-3 172 15</inkml:trace>
  <inkml:trace contextRef="#ctx0" brushRef="#br0" timeOffset="114455.07">27483 8307 149 0,'-11'-1'215'0,"0"1"-20"0,7 0-13 15,4 0 3-15,0 0-8 0,28 3-6 0,3-3-12 16,21 5-6-16,9-9-11 0,1 3-9 16,31-1-8-16,-4 1-5 0,-25-2-1 0,2-1-7 15,24-2-8-15,-30 4-7 0,2 1-8 0,-1-2-8 0,-1 2-5 16,-8 1-8-16,-14-3-9 0,-6 3-6 0,-3-1-2 16,-9 2-13-16,-2 0-22 0,-6 1-25 15,1-2-32-15,-7 0-38 0,-1 0-34 0,-5 0-31 16,0 0-42-16,0 0-52 0,0 0-139 0,-15 10-408 0,-2-5 181 15</inkml:trace>
  <inkml:trace contextRef="#ctx0" brushRef="#br0" timeOffset="114817.19">27781 8584 6 0,'-6'-9'264'0,"2"1"-1"15,0-1-6-15,2 4-13 0,2 5-28 0,-6-8-16 16,6 8-20-16,-4-7-21 0,4 7-16 0,0 0-16 15,-5-3-11-15,5 3-14 0,0 0-8 0,-6 15-2 16,2-2 15-16,-1 3-3 0,-1 2-7 0,0 7-6 16,2 0-5-16,-1 3 1 0,-1-3-8 15,1 1 0-15,2 2-14 0,1-5-4 0,0-4-3 0,2 0-9 16,0-1-4-16,0 0-18 0,2-2-24 0,1 1-27 16,-1 0-30-16,1-5-36 0,1 0-50 0,1-1-43 15,-1-2-38-15,0 0-37 0,1-5-165 0,2 1-456 16,0-1 202-16</inkml:trace>
  <inkml:trace contextRef="#ctx0" brushRef="#br0" timeOffset="114981.56">27914 8801 20 0,'0'0'246'0,"9"-6"-25"0,-2 4-22 15,2 2-17-15,2-3-14 0,2 3-17 0,4 0-12 0,2 3-16 16,0-3-13-16,5 3-22 0,3 1-25 0,4 1-36 15,-2 0-41-15,1-2-45 0,2 2-39 16,-2-1-163-16,0-2-283 0,2 0 125 0</inkml:trace>
  <inkml:trace contextRef="#ctx0" brushRef="#br0" timeOffset="115333.1">28639 8667 70 0,'1'-6'247'0,"-1"6"-13"0,4-7-17 15,-4 7-25-15,1-7-12 0,-1 7-1 0,0 0-8 16,0 0-5-16,-25 18-7 0,12-8-3 16,-6 2-15-16,0 6-2 0,-6-4-9 0,1 3-5 15,0-1-7-15,2 0-10 0,3-5-8 0,-4 3-11 0,6-4-6 16,1-3-13-16,1 1-2 0,-2-1-6 0,5-3-6 16,0 0 0-16,3-1-7 0,-2 0-1 0,1-3-9 15,2 2-1-15,8-2-4 0,-11-2-5 0,11 2 2 16,-10-4-4-16,10 4-3 0,-4-9-5 0,4 9-7 15,4-12-7-15,2 1 4 0,4-2-1 0,3 0-2 16,4 1-5-16,6-3-3 0,-6 4 1 0,8-3-2 16,-6 5 5-16,0 2-2 0,0-1-3 0,-6 4-1 15,1 4 2-15,-1 0-5 0,0 0 3 0,-2 4 5 16,-2 4 1-16,1 0 0 0,2 6 1 0,-4-2 3 16,0 5 2-16,3 1-1 0,-4 0 3 0,0 5-9 15,2-6-18-15,0 0-40 0,2 5-40 0,1-6-56 16,1-1-56-16,8 1-62 0,-7-5-214 0,11 3-525 15,-8-6 233-15</inkml:trace>
  <inkml:trace contextRef="#ctx0" brushRef="#br0" timeOffset="115474.12">29001 8890 197 0,'-2'-12'235'0,"2"12"-20"0,-5-9-23 16,5 9-21-16,-1-6-44 0,1 6-51 0,-6-8-52 0,6 8-70 15,-12-2-61-15,1 0-74 0,3 2-196 16,-2 0 87-16</inkml:trace>
  <inkml:trace contextRef="#ctx0" brushRef="#br0" timeOffset="117948.89">15440 9285 172 0,'-34'1'180'0,"3"3"1"0,0-2-4 16,1 0-5-16,12 0-4 0,-2-1-5 0,7-1-2 16,1 0-7-16,2 0-4 0,1 0-15 0,9 0-14 15,-12 2-13-15,12-2-8 0,0 0-12 0,0 0-8 16,0 0-7-16,0 0-8 0,0 0-6 0,0 0-7 16,50-2-4-16,-19 1-8 0,2-1-23 0,1-2-35 15,0 2-43-15,-1 1-50 0,-2-1-52 0,-3 0-53 16,-10 2-134-16,-7 0-378 0,-1 0 168 0</inkml:trace>
  <inkml:trace contextRef="#ctx0" brushRef="#br0" timeOffset="118117.93">15301 9409 2043 0,'-4'1'65'0,"4"-1"-48"0,-8 5-3 15,8-5-8-15,0 0-3 0,0 8-3 0,0-8 4 16,0 0 3-16,14 3-4 0,-6-3 0 0,6 3 4 0,4-3-1 15,5 0-1-15,8 0-19 0,-1 2-22 0,4-1-37 16,1-2-39-16,4-1-47 0,-5 2-140 0,3 0-323 16,0-3 144-16</inkml:trace>
  <inkml:trace contextRef="#ctx0" brushRef="#br0" timeOffset="118486.92">16432 9233 132 0,'-13'-4'192'16,"3"1"-3"-16,3 0-1 0,0 2-5 0,2-3-10 15,5 4-13-15,-8-5-12 0,8 5-13 0,-9-2-14 16,9 2-13-16,0 0-10 0,0 0-14 0,0 0-2 0,0 0-3 16,-9 12-2-16,10 0 4 0,-1-1-7 0,0 4-9 15,0 4-2-15,2 5 4 0,-4 4 6 16,0-1-7-16,2 0-7 0,-3 0-5 0,1-1-4 0,-2 2 0 16,0-3-4-16,-1 0-7 0,0-1-2 0,0-6-6 15,1 6-1-15,0-6-1 0,3-1-2 16,-2 0-6-16,2-2-15 0,0-4-15 0,1 0-28 15,-2-1-39-15,2 1-34 0,0-4-21 0,0-7-21 0,2 13-30 16,-1-8-45-16,-1-5-139 0,2 8-396 0,-2-8 176 16</inkml:trace>
  <inkml:trace contextRef="#ctx0" brushRef="#br0" timeOffset="118858.67">16414 9271 162 0,'19'-10'181'0,"0"4"-4"16,0 0-8-16,3-1 2 0,-1 7-17 0,-1 0-11 15,0 0-8-15,-3 0-14 0,2 3-8 0,-3 1-11 16,-4-1-11-16,0 1-9 0,-3 1-11 0,2 3-3 16,-2 0-8-16,-2-3-3 0,-2 5-6 0,0-1-7 15,-1 1-3-15,-3 1-7 0,-2-1-1 0,-1-3-4 16,0 3-2-16,1-4-2 0,1-6-3 0,-5 13-5 15,2-7-8-15,0-1-6 0,3-5-3 0,-1 11-11 16,1-11-3-16,-1 7-5 0,1-7-2 0,0 0 2 16,1 10 3-16,-1-10-1 0,7 6 2 0,-2-2 1 15,1-2 2-15,0 1 1 0,-6-3 5 0,12 4-7 16,-8-1 5-16,2 0-1 0,-6-3 0 0,9 7-3 0,-9-7 7 16,5 4-3-16,-5-4 3 0,4 7 4 15,-4-7 2-15,0 0-5 0,-6 15 8 0,0-9-7 16,-1 1 2-16,-2 0 0 0,0-2 0 0,-1 1-10 15,-2-1-17-15,3-2-28 0,2 1-19 0,-1-2-25 0,8-2-39 16,-13 3-151-16,13-3-312 0,-8-2 139 0</inkml:trace>
  <inkml:trace contextRef="#ctx0" brushRef="#br0" timeOffset="119379.14">16962 9213 13 0,'17'-5'184'0,"2"0"-12"0,0 1-23 16,-1 1-15-16,2 1-14 0,1 0-22 0,-1 1-18 15,-1 1-20-15,0-2-26 0,-2 3-15 16,-3-2-18-16,0-1-18 0,-3 4-11 0,0-5-8 0,-11 3-1 16,13 0-6-16,-8-1 9 0,-5 1 9 0,9-1 6 15,-9 1 4-15,0 0 3 0,0 0 2 0,0 0 15 16,0 0 8-16,0 0-3 0,0 0 15 0,-17-13 4 15,17 13 12-15,-12-4-1 0,5 2 11 0,7 2 14 16,-11 0 2-16,11 0 1 0,0 0 2 0,-13-1-8 16,13 1-3-16,0 0-17 0,0 0-2 0,-9 3 11 15,6 7 29-15,2 0 0 0,0 4 5 0,-2 4 1 16,2 2-2-16,-2 5 2 0,1 1-5 0,1 1-6 16,1-1-7-16,-2 2 0 0,1-6-8 0,1 4-3 15,-1-6-7-15,1-3-4 0,1 2-2 0,0-1-7 16,1-1-2-16,-2-4-1 0,-2 3-5 0,2-4-1 15,-1-2-3-15,0 0-6 0,-2-3-9 0,3-7-10 16,-2 12-9-16,-2-8-5 0,0-1-13 0,4-3-8 16,-10 7-13-16,5-6-2 0,5-1-5 0,-16-2 7 15,9-2 7-15,-2 1-3 0,-1-1 5 0,4-1 3 16,1-1 7-16,1 2 7 0,1-2 0 0,-4 0-4 16,7 6 13-16,-5-9 1 0,3 4 8 0,2 5 0 15,0 0 1-15,-2-9 0 0,2 9 1 0,7-6 2 16,-7 6-11-16,11-4 11 0,-1 0-6 0,2 2 6 0,1 1-4 15,5-1-3-15,2 1-18 0,0 1-28 16,1 0-16-16,7 0-30 0,0-3-10 0,-5 2-16 16,4-3-3-16,1 0-6 0,-6 2-106 0,-3 0-259 15,0-1 114-15</inkml:trace>
  <inkml:trace contextRef="#ctx0" brushRef="#br0" timeOffset="119592.8">17420 9486 588 0,'10'-3'-9'0,"-1"-3"28"0,-3 1 23 0,2-2 22 16,-2 0 6-16,-2 2 6 0,0-3 1 0,-1 2 6 15,-1-1 12-15,1 1 21 0,-3 6 3 16,5-11-4-16,-4 6-5 0,-1 5-6 0,0 0-5 15,2-10-10-15,-2 10-12 0,0 0-12 0,0 0-4 0,0 0-7 16,0 0 2-16,0 0 0 0,0 0 4 0,4 20 6 16,-5-9 4-16,-2 5-10 0,2 0-3 15,-1-5-5-15,0 6-2 0,-3 0-5 0,3 2-5 0,-1-2-1 16,2-2-6-16,0-1 0 0,1-4-7 0,-2 1-11 16,2 0-15-16,0 0-20 0,0-4-17 0,0-7-23 15,-1 14-15-15,2-6-19 0,-1-8-18 16,0 10-15-16,0-10-16 0,0 7-16 0,0-7-2 0,0 0-17 15,0 0-107-15,0 0-308 0,0 0 137 0</inkml:trace>
  <inkml:trace contextRef="#ctx0" brushRef="#br0" timeOffset="119928.51">17489 9531 129 0,'2'-17'153'16,"1"-1"-8"-16,2 0-4 0,-2 0-7 0,4 3 3 16,-1-1 3-16,0 6 2 0,0 1-5 0,2 2-13 15,-1-1-6-15,1 3-12 0,0 2-6 0,-1 2-10 16,-7 1-12-16,16-3-4 0,-9 4-2 0,0 2-2 15,0 0-6-15,1 3-6 0,-1 1 2 0,-2-3-4 16,1 3-5-16,-1-1-4 0,-2 3-2 0,-1-3-5 16,-1 4-5-16,1-2-1 0,-4 2-4 0,1 0-2 15,0-4-3-15,-2 5-1 0,-2-2-2 0,3 1-7 0,-2-1-10 16,1-2-13-16,2-1-5 0,1-6-12 0,-1 11-7 16,1-11-6-16,-4 10-5 0,4-10-5 15,1 9 7-15,-1-9 12 0,4 10-5 0,-1-7 5 16,2 1 3-16,1-1 5 0,-6-3-2 0,10 6 8 15,-5-3 2-15,1 0 4 0,0-2 6 0,0 2 4 16,1 0-1-16,-2 1 6 0,-5-4-1 0,9 6 1 16,-5-3 0-16,-4-3-3 0,5 8 4 0,-5-8 1 15,0 0 3-15,-5 12-1 0,5-12-1 0,-11 9-3 16,6-4 5-16,-4 1-14 0,-2 0-26 0,1-1-21 16,-1 0-41-16,0 0-35 0,2-3-42 0,0 0-150 0,-2-2-343 15,11 0 153-15</inkml:trace>
  <inkml:trace contextRef="#ctx0" brushRef="#br0" timeOffset="120140.58">17885 9437 225 0,'8'-5'234'0,"1"1"-20"15,2-1-16-15,0 2-17 0,0 1-19 0,1-1-11 16,3 2-14-16,2 1-13 0,3-1-17 0,0 1-2 15,9 0-15-15,-2 0-7 0,-4 0-11 0,-2 1-21 16,-1 0-20-16,2-1-28 0,-5 0-23 0,-5 0-22 16,1 2-26-16,-1-4-16 0,-2 1-25 0,-4 0-25 15,-6 1-20-15,12-3-106 0,-6 0-281 0,-6 3 125 16</inkml:trace>
  <inkml:trace contextRef="#ctx0" brushRef="#br0" timeOffset="120338.68">18231 9342 3 0,'-4'-6'151'16,"0"1"1"-16,1-4 2 0,-2 3-2 0,1 0 3 0,4 6-4 15,-7-10-2-15,5 7-6 0,2 3-6 16,-4-9-15-16,4 9-12 0,-5-6-9 0,5 6-16 16,0 0-6-16,0 0-12 0,0 0 1 0,0 0-6 15,-17 15-2-15,12-5 3 0,-4 5-5 0,0 3 4 16,3-1 0-16,-2 0-4 0,2 0-7 0,-2 1-3 16,3-3-6-16,0 2-1 0,2 0-3 15,1-1-2-15,1 2-7 0,-1-3-5 0,2-3-18 0,0 0-21 16,3-2-32-16,-1 0-44 0,2 0-41 0,1-2-55 0,0 1-188 15,-1-4-405-15,-1 0 179 0</inkml:trace>
  <inkml:trace contextRef="#ctx0" brushRef="#br0" timeOffset="121456.93">19371 9123 102 0,'-4'-5'216'0,"4"5"-1"0,-9-4-14 0,9 4-12 16,-6-4-14-16,6 4-17 0,0 0-10 0,0 0-18 16,0 0-15-16,0 0-10 0,0 0-12 0,15-10-9 15,3 9-8-15,4-1-7 0,7 1-9 0,1-2-11 16,0 3-24-16,-1 0-26 0,-8 0-27 0,0 0-25 16,-2 0-20-16,-8 0-13 0,3 3-8 0,-3-3-13 15,-2 1 7-15,-2 1-3 0,-7-2 7 0,12 0 15 16,-12 0 7-16,0 0 3 0,0 0 11 0,0 0 10 0,0 0 9 15,0 0 11-15,0 0 15 0,0 0 7 0,0 0 6 16,-26-8 6-16,26 8 20 0,-13-1-8 16,13 1 15-16,-11-2 0 0,11 2 12 0,-9 0-18 15,9 0 5-15,0 0 3 0,-12 3 5 0,12-3 8 0,-3 10 23 16,0 1 6-16,-1 1 0 0,3 3-5 0,1 1 3 16,-1 3-3-16,0 1 0 0,-1 0-5 15,1 7 9-15,0-3-1 0,-1-4-5 0,2 4-7 0,-1-7-5 16,2 0-10-16,-1-1-3 0,0 1-5 0,2 0 0 15,-2-1-4-15,1-5-5 0,-1 1-3 0,0 1-3 16,1-4-1-16,-1 1-2 0,0-3 0 0,0 0-5 16,0-7 1-16,-1 13-1 0,1-13-2 0,-1 12-2 15,-2-8 0-15,3-4-2 0,-8 8 1 0,3-4-3 16,5-4-2-16,-12 6-2 0,6-3-4 0,0 0 0 16,-2-2-3-16,8-1-5 0,-14 4 4 0,7-3-3 15,-4-1-4-15,11 0 1 0,-16 0-2 0,9 0 1 16,7 0 4-16,-12-2-3 0,12 2 4 0,-13-4-4 15,6 1 6-15,7 3-1 0,-11-5 2 0,11 5-2 16,-9-4 4-16,5 2 0 0,4 2-2 0,0 0 4 16,-10-4-1-16,10 4 0 0,0 0-1 0,-8-4 4 15,8 4-4-15,0 0 2 0,0 0 0 0,0 0 2 16,0 0 3-16,0 0-1 0,31-2 1 0,-13 1-4 16,0-1 1-16,2 1-2 0,2 1 2 0,6 0-21 15,1-3-20-15,1 3-26 0,0-3-28 0,1 0-25 16,0 1-28-16,-1 0-26 0,0-2-151 0,-2 0-349 0,-1 1 154 15</inkml:trace>
  <inkml:trace contextRef="#ctx0" brushRef="#br0" timeOffset="121730.77">20091 9369 47 0,'0'0'210'0,"0"0"-7"0,-17-1-10 0,17 1-5 16,-20 4-13-16,6-2-3 0,-3 6-10 0,0 0-11 15,-1 1-8-15,-1 1-11 0,3 0-6 0,0 2-7 16,4-2-11-16,1-2-11 0,1 1-16 0,2 2 5 16,2-1-15-16,1 1-6 0,2-1-4 0,2 0-10 15,4 2-3-15,0-3-3 0,4 1-6 0,2-2 0 16,6 1-19-16,2-2-23 0,1-1-31 0,0 1-36 15,2-2-40-15,0-1-40 0,0-3-23 0,0 1-41 16,-1-2-133-16,-1 0-375 0,3 0 166 0</inkml:trace>
  <inkml:trace contextRef="#ctx0" brushRef="#br0" timeOffset="122155.43">20313 9429 11 0,'-7'-6'177'16,"1"3"6"-16,6 3 0 0,-13-2-4 0,8 1-5 0,5 1-2 16,-16 3-6-16,8 0-13 0,-3 0-13 15,2 3-12-15,-2 1 3 0,1 1-18 0,1 1-7 16,0 0-9-16,2 1-8 0,-2 1-11 0,1-1-1 16,2 1-13-16,2 0-5 0,2-1-5 0,1-2-5 0,0 1-5 15,3 0-3-15,2-2-8 0,2 0 1 16,0 0-4-16,2-1-1 0,2 0-3 0,-1-3-3 0,1 3-2 15,1-5 0-15,0 2-6 0,-4 0 1 16,1-3-2-16,-8 0 1 0,15 1-4 0,-8-1 4 0,-7 0-2 16,0 0 1-16,14-1-3 0,-14 1 1 0,0 0-6 15,5-4 4-15,-5 4-6 0,0 0-1 16,0 0 0-16,0 0 4 0,0 0-4 0,-27-2 0 16,17 1 1-16,-2 2 2 0,1 1 1 0,1 0 4 0,-3 1 1 15,3 0 4-15,-2 1 3 0,1 1 0 0,2 0-1 16,0 0 3-16,0 2 1 0,2-1-6 0,1 1-4 15,1 0 2-15,1-1-2 0,0 0-3 0,4-6 1 16,-1 12 2-16,1-12 2 0,8 13-7 0,1-8-16 16,1-1-24-16,2 1-22 0,5 0-30 0,1-2-34 15,-1 0-37-15,2-1-19 0,1-4-22 16,-3 2-29-16,-3 0-152 0,0-2-409 0,3-1 181 0</inkml:trace>
  <inkml:trace contextRef="#ctx0" brushRef="#br0" timeOffset="122501.17">20608 9487 2 0,'2'-5'215'0,"-2"5"-13"15,0-9-16-15,0 9-9 0,0 0-16 0,0 0-7 16,-9-5-10-16,9 5 0 0,0 0-3 0,-18 10-9 0,9-3-10 16,1 1 0-16,-2 2-3 0,2-3-9 15,1 3-11-15,0-1-9 0,1 1-2 0,1-2-15 16,1 0-3-16,3 1 3 0,1 0 5 0,0-2-5 15,3-1-3-15,5 2-4 0,1-1-1 0,1-1-11 0,5-2 0 16,2-1-4-16,4 0-8 0,-2-1-4 16,-3 0-1-16,5-2-3 0,-2-3-2 0,0 1 0 15,0-1-5-15,-2-3 3 0,-2 0-8 0,-3 1 3 16,-1-1-5-16,1-2 9 0,-4 1-1 0,-1-3-2 0,-2 1-1 16,3-1-2-16,-6-1-8 0,0-2 4 0,-4 1-5 15,-1 1 2-15,-5-5-2 0,2 2-4 16,-2 3-1-16,-4 0-3 0,-3 0-2 0,6 4 1 15,-5 4-2-15,-1-3-16 0,1 4-10 0,0 2-35 0,-4 0-23 16,0 5-41-16,-3 0-48 0,5-1-69 16,-3 3-57-16,2 1-158 0,7-2-490 0,1-3 217 15</inkml:trace>
  <inkml:trace contextRef="#ctx0" brushRef="#br0" timeOffset="122661.62">20792 9525 133 0,'0'0'221'0,"0"0"-26"15,0 0-45-15,9-2-38 0,-9 2-46 0,0 0-40 16,0 0-34-16,0 0-54 0,0 0-78 0,0 0-149 16,0 0 66-16</inkml:trace>
  <inkml:trace contextRef="#ctx0" brushRef="#br0" timeOffset="126032.15">28602 9616 87 0,'0'0'225'0,"0"0"-21"0,0 0-21 15,0 0-10-15,6-3-18 0,-6 3-17 0,0 0-9 16,0 0-13-16,0 0-14 0,0 0-5 0,0 0-9 15,0 0-6-15,0 0-4 0,0 0 2 0,0 0-6 16,0 0-2-16,0 0-8 0,5-6-1 0,-5 6-9 16,0 0-1-16,0 0-3 0,0 0-10 0,0 0-1 15,0 0-5-15,0 0-2 0,0 0-1 0,0 0-2 16,0 0-3-16,0 0-1 0,0 0 4 0,0 0-6 0,0 0 2 16,0 0 5-16,0 0-1 0,0 0-4 15,8 10-2-15,-8-10 1 0,0 0-1 0,0 0-1 16,1 6-1-16,-1-6 0 0,0 0-3 0,0 0 5 15,2 10-6-15,-2-10-3 0,0 0-1 0,0 0-1 16,0 0-1-16,0 0 1 0,0 0-3 0,0 0-1 16,0 0 0-16,5 4 0 0,-5-4-2 0,0 0 0 15,0 0 2-15,0 0 1 0,0 0 1 0,0 0 2 0,0 0-1 16,4 5-2-16,-4-5 2 0,0 0-2 0,0 0 2 16,0 0-4-16,5 7 0 0,-5-7-1 0,0 0 2 15,4 3-2-15,-4-3-4 0,0 0 4 0,0 0 5 16,3 5-8-16,-3-5 0 0,0 0 4 0,6 3-6 15,-6-3 2-15,0 0-2 0,0 0-2 0,0 0 7 16,0 0-7-16,0 0 1 0,0 0-1 16,0 0 6-16,0 0-2 0,0 0 7 0,0 0-7 15,2 7-1-15,-2-7 7 0,0 0 1 0,0 0 1 0,0 0-3 16,0 0 1-16,0 0 2 0,0 0-6 0,0 0 5 16,0 0 0-16,0 0-5 0,0 0 4 0,0 0-3 15,0 0-2-15,0 0 5 0,0 0-6 0,0 0 0 16,0 0 2-16,0 0-1 0,0 0-2 0,0 0 0 15,0 0 0-15,0 0 0 0,0 0 1 0,0 0-3 16,0 0 0-16,0 0 5 0,0 0-5 0,0 0 5 16,0 0-5-16,0 0 6 0,0 0-5 0,0 0-4 15,0 0 0-15,0 0 1 0,0 0 2 0,0 0-1 16,0 0-3-16,0 0 6 0,0 0-5 0,0 0 2 16,0 0-1-16,0 0 0 0,0 0 1 0,0 0-1 0,0 0-1 15,0 0 3-15,0 0 0 0,0 0 0 16,0 0 1-16,0 0-1 0,0 0-1 0,0 0-2 0,0 0 3 15,0 0 2-15,0 0-1 0,0 0-1 16,0 0-4-16,0 0 10 0,0 0-11 0,0 0-1 0,0 0 3 16,0 0-2-16,0 0-1 0,0 0-3 0,0 0 1 15,0 0 6-15,0 0-6 0,0 0 1 16,0 0 0-16,0 0-2 0,0 0-2 0,0 0 2 0,0 0 1 16,0 0 0-16,0 0-1 0,0 0 4 0,0 0 1 15,3 5-4-15,-3-5 3 0,0 0-1 0,0 0 1 16,0 0 1-16,0 0 0 0,0 0-2 0,0 0 0 15,0 0 3-15,0 0-1 0,0 0 3 0,0 0 0 16,0 0-4-16,0 0 4 0,0 0-5 0,0 0 1 16,2 10 3-16,-2-10 1 0,0 0-3 0,0 0 1 15,0 0-2-15,0 0-1 0,0 0-4 0,0 0-3 16,0 0 0-16,0 0-4 0,-5 8-4 0,5-8 0 16,0 0 2-16,0 0-4 0,0 0 6 0,0 0-3 15,0 0 3-15,0 0-1 0,0 0 0 0,0 0-2 16,0 0 0-16,0 0-8 0,0 0 3 0,0 0-3 0,0 0-7 15,0 0-5-15,-2 7-4 0,2-7-7 16,0 0-7-16,0 0-4 0,0 0-6 0,0 0 0 16,0 0-7-16,0 0-13 0,0 0 4 0,0 0-15 15,0 0-15-15,0 0-11 0,0 0-8 0,0 0-11 0,0 0-5 16,0 0-85-16,0 0-253 0,0 0 113 16</inkml:trace>
  <inkml:trace contextRef="#ctx0" brushRef="#br0" timeOffset="127076.52">28625 9478 11 0,'0'0'62'0,"0"0"-9"0,0 0-4 15,0 0-8-15,0 0-13 0,0 0-14 0,-5 11-19 16,5-11-38-16,0 0-45 0,-7 3 20 0</inkml:trace>
  <inkml:trace contextRef="#ctx0" brushRef="#br0" timeOffset="133391.15">16280 9964 76 0,'-10'0'90'0,"2"1"3"0,8-1-5 16,-17 2 1-16,10-1 3 0,-2 0-9 0,1 1-2 15,8-2-6-15,-14 1-3 0,14-1-5 0,-10 2-12 16,4 0 0-16,6-2-11 0,-8 1 3 0,8-1-8 16,0 0 0-16,-8 1-4 0,8-1 14 0,0 0-13 15,0 0-1-15,0 0 1 0,20 8-2 0,-8-7-8 16,7 0 5-16,9 1 6 0,3-2-10 0,6 0-4 16,18 0 5-16,4-3-9 0,1 1 6 0,29-6-7 15,-26 5 2-15,31-3-1 0,0-2-1 0,3-1 5 16,2 4-2-16,14-6 5 0,2 0 2 0,4 2 0 0,6 1 0 15,9-2 0-15,-1 3 0 0,6 0-2 16,-1-1 0-16,3 4-1 0,4 0 0 0,-2-4 3 0,-2 4-1 16,7-1 0-16,-5 0 1 0,-3 2 0 0,-4 0-5 15,2-1 4-15,0-2-1 0,-4-1 0 0,-5 3-3 16,-3-1 0-16,-12 0 1 0,-3 0-5 0,-3-1-3 16,-5-2 2-16,-8-3-1 0,-5 4 2 0,-27 1 2 15,0 2-8-15,-5-1 4 0,-4-2 1 0,-3 3-2 16,-16 1 1-16,-1 2-6 0,-5-1 1 0,-10 0-1 15,-1 1 0-15,-7 0-2 0,-1-1-3 0,-3 2-1 16,-7 0-6-16,14-1-10 0,-14 1-16 0,5-3-18 16,-5 3-21-16,0 0-13 0,0 0-41 0,0 0-27 15,0 0-22-15,-41 0-150 0,21 0-347 0,-2 0 154 16</inkml:trace>
  <inkml:trace contextRef="#ctx0" brushRef="#br0" timeOffset="133959.81">16089 10036 98 0,'0'0'94'0,"0"0"-5"16,-3-7-2-16,3 7-8 0,0 0-16 0,-4-5 5 0,4 5-11 16,0 0-7-16,-5-6-11 0,5 6-9 0,0 0-8 15,0 0-19-15,0 0-11 0,-7-8-15 16,7 8-11-16,0 0-19 0,-6 0-58 0,6 0-119 0,-12 0 54 15</inkml:trace>
  <inkml:trace contextRef="#ctx0" brushRef="#br0" timeOffset="134382.79">13654 9310 110 0,'0'0'138'0,"-7"-7"-2"16,7 7-6-16,-4-6-5 0,4 6-7 0,0 0-14 16,0 0-7-16,0 0-14 0,-2-7-5 0,2 7-5 15,0 0-12-15,0 0-2 0,13-8-6 0,-3 4-10 16,1 0-1-16,2 1-3 0,5-1-8 0,2-2-6 15,-2 3-22-15,2-1-23 0,1-1-26 0,1 0-6 16,-2 0-16-16,-1 1-12 0,-2-3-6 0,1 4-4 16,-9 0-3-16,2 1 3 0,-2 0 8 0,-4-1-59 15,-5 3-151-15,8-4 67 0</inkml:trace>
  <inkml:trace contextRef="#ctx0" brushRef="#br0" timeOffset="134713.16">13923 9211 435 0,'3'-5'-37'0,"-3"5"6"0,0 0 4 16,0 0 13-16,0 0 3 0,-16-5 3 0,16 5 8 15,0 0 4-15,-14 2 2 0,14-2-5 0,-10 0 10 16,10 0 1-16,0 0 1 0,-9 3 4 0,9-3 6 15,-6 5 1-15,6-5 11 0,-4 8 10 0,0-2 7 16,2 0 7-16,2-6 2 0,-2 18 2 0,2-6 3 16,-1 1-3-16,0 3 6 0,2 1-12 0,0 0 8 15,-1 0-6-15,2 2-4 0,0 0-8 0,2-1 0 16,0 2-11-16,0-1-4 0,0-2 1 0,-2 1-2 16,3-2-2-16,-3 0-10 0,0 1-8 0,2-1 16 15,-3-5-3-15,-1 1-7 0,0 0-5 0,1-1-1 0,-1-1 3 16,0 1 0-16,0-4-24 0,-1 2 23 0,1-9-5 15,-3 13 1-15,1-8 1 0,2-5 1 16,-2 9 1-16,2-9-4 0,-4 5 4 0,4-5-5 16,0 0 0-16,-7 4-4 0,7-4 4 0,0 0-3 0,-10-1 2 15,10 1-1-15,0 0-7 0,0 0 3 0,0 0 4 16,-10-5-1-16,10 5-2 0,0 0 3 16,0 0 0-16,0 0-4 0,-7-6-3 0,7 6-9 0,0 0 0 15,0 0-3-15,0 0-7 0,22-4-17 0,-8 1-15 16,-1 2-27-16,5-2-19 0,0 2-22 0,0-1-88 15,0 1-227-15,2-1 100 0</inkml:trace>
  <inkml:trace contextRef="#ctx0" brushRef="#br0" timeOffset="134913.96">14240 9555 142 0,'-11'-5'138'0,"11"5"1"16,-13 1-18-16,1 3-5 0,3-1 1 0,-2 3-1 15,-3-1-9-15,0 4 0 0,-3 0-17 0,4 1-11 16,2 4-3-16,2-6-11 0,2 2-2 0,0 0-20 16,2 1 13-16,1-2-9 0,4 3-3 0,2-4-15 15,5 3-21-15,-2-2-20 0,4-1-24 0,4-5-20 16,3 4-20-16,2-4-23 0,0-1-12 0,-4-1-109 16,3-2-236-16,2-2 105 0</inkml:trace>
  <inkml:trace contextRef="#ctx0" brushRef="#br0" timeOffset="135255.43">13481 9322 121 0,'0'0'138'0,"-11"7"-12"0,11-7-15 16,-5 13-8-16,3-1 3 0,-2 5 2 0,2 2-4 16,-1 10-9-16,-1 1 2 0,0 4-10 0,2 2-11 15,-2-3-5-15,0 1-6 0,2-1-4 16,-2 0-9-16,4-3-6 0,-3-2-5 0,6-1 1 0,-1 0-7 15,0-2-3-15,-2-6-5 0,0-2-12 0,2 2-20 16,0 1-25-16,0-1-20 0,-2-1-20 0,4-1-15 16,-4-4-16-16,0-2-28 0,0 1-87 0,0-12-232 15,0 14 104-15</inkml:trace>
  <inkml:trace contextRef="#ctx0" brushRef="#br0" timeOffset="136368.87">13513 9172 73 0,'4'-7'128'0,"3"0"-27"0,1 0-12 16,2-1-11-16,5 0-2 0,2-1-14 0,2-2 5 15,11-1-7-15,1 2-5 0,3 0 1 0,13-4-12 16,5 0-4-16,1 5 1 0,6-2-2 0,2-2 3 16,1 4-14-16,3 0 8 0,25-5-7 0,-25 6 7 15,28-3-10-15,-27 5 4 0,27-3-9 0,-1-1 0 16,-1 5-4-16,-26 1 5 0,31-5-5 0,1 3 3 16,4-1-7-16,1 0 6 0,6 0 1 0,4 2-9 15,7 0 2-15,1-1 1 0,7 0-9 0,-1-4 1 16,7 2 1-16,-1 1 0 0,8-1 3 0,7-1-6 15,-3 1 1-15,3-2-3 0,1 1 11 0,8 2-18 16,-2-3 4-16,5 4 4 0,-6-7-1 0,2 4-2 16,5-1-2-16,-3 5-3 0,-3-6 2 0,0 5 6 15,-6-3-17-15,-2 3 0 0,-2 2-1 0,-3 3-4 0,0-7-4 16,3 6 4-16,-9-2-7 0,2-2 7 0,-2 3 7 16,-2-1 0-16,-5 1-5 0,-4 5 7 0,-5-5 4 15,-2 4 4-15,-5 2-4 0,-5-2 3 16,-6 5-3-16,-4-2-1 0,-5 4-3 0,-28-4 7 0,0 3 4 15,2-1-4-15,-4 3-6 0,-2-4 4 16,-6 4-4-16,0-3 11 0,-15 0 0 0,-2-2-3 0,-2 0 1 16,-4 2-3-16,0 0-2 0,-11-2 7 0,2-1 0 15,-2 1-4-15,-3-1-2 0,-3 2 7 0,-1-1-1 16,0-1 11-16,-3-1-4 0,0 2 5 0,-3-1 2 16,0-1-4-16,0 2-1 0,-2 0 3 0,0-1-1 15,-1 1-2-15,2 0 9 0,-6-4-5 0,5 10 6 16,-2-5-2-16,-3-5 2 0,2 13 8 0,-2-2-3 15,0 0 5-15,-1 0 0 0,1 5 4 0,-3 1 0 16,2 3-2-16,-3 6-2 0,2 0-7 0,-3 3 0 16,0-3-4-16,2 1-1 0,-1 2-6 0,3 3 6 15,-3-2-2-15,3 1-1 0,2-2 2 0,-4 0-4 16,3 4-1-16,-1-1-2 0,1-1 3 0,1-1-1 16,-1-2-2-16,0 3-4 0,0-2 0 0,2 0-4 15,-2 2 7-15,2-2-4 0,-2-3-4 0,2 2 3 16,-1-4 2-16,0 5-3 0,-1-5 4 0,-4-5-3 15,0 6 1-15,2-4-3 0,-4-2 0 0,1 5 3 16,-4-5-5-16,1-2 1 0,-4-1 0 0,2 0-2 16,-5 4 8-16,2-4-2 0,0-1 0 0,-1-1-3 15,-4 4-2-15,3-5-1 0,0-1 5 0,-10 0-4 0,1 2 3 16,0-1 2-16,-3-2 0 0,0-1-5 16,-2-1-2-16,-2 1 2 0,-2-3 1 0,-2 0-1 15,-3 0-1-15,-12 0 1 0,11 1 8 0,-14-1-7 16,-3 1 1-16,-2 0 0 0,2-3-5 0,-3 2 3 0,-3-1 0 15,-2-1-1-15,-3-1 3 0,-22 2-3 0,24-1 1 16,-31-1 0-16,4 4 0 0,0-4-1 0,-3 2 2 16,-1 2-4-16,-3-7 3 0,-3 7-5 15,-10 1 7-15,-2-2-6 0,-3 6 5 0,-3-3-2 0,-4 3 3 16,-4-5-2-16,-4 3 5 0,1-2-4 0,-5 0-2 16,-4 2 0-16,-1-4-3 0,1 2 0 0,-1 1 3 15,0-3 6-15,-2 1-5 0,0 0 3 16,1 2-4-16,4-2-2 0,2 0-1 0,-1 0 1 0,3-4 4 15,2 4-2-15,3-3 0 0,2 0-2 0,1-1-1 16,2-4-1-16,4 0 5 0,5-2 2 0,-4 0-2 16,3 2 3-16,4 0-4 0,1-5-3 0,3 5 3 15,-4-2 1-15,8-3 4 0,0 7-5 0,2-5 3 16,3 1-3-16,4 2-1 0,-5 1-1 0,12 3-6 16,-2-3 7-16,25 1 1 0,-1 0 0 0,1-2-1 15,2 5-1-15,2-3 0 0,-2 1-4 0,5-2 3 16,5 2-6-16,12-2-4 0,5 1-6 0,-2-2-3 15,7 2-7-15,3-1 0 0,8-1-28 0,3-1-11 16,3-1-28-16,3 0-19 0,4 0-33 0,1-2-99 16,2 0-267-16,4 4 119 0</inkml:trace>
  <inkml:trace contextRef="#ctx0" brushRef="#br0" timeOffset="137054.84">13407 9869 25 0,'0'0'27'15,"-9"4"3"-15,9-4-8 0,-8 1-3 0,8-1 1 16,0 0 3-16,-7 4 2 0,7-4 1 0,0 0 10 16,0 0-9-16,0 0 7 0,0 0 2 0,-3 7-3 15,3-7 6-15,0 0 0 0,0 0-8 0,3 12 0 16,-3-12 22-16,2 19-3 0,-4-3 11 0,-1-1-8 15,-2 3-2-15,3-1-2 0,0 1-3 16,0 0-6-16,-2 1 2 0,1-1 0 0,1 1 2 0,0 1-12 16,0 5-3-16,0-5 10 0,2-1-1 0,2 4-2 0,-2-3-6 15,-2 0 3-15,4-1-10 0,0 0 8 16,-2-2-7-16,4 1-2 0,1-2 4 0,-3 0 1 0,0-5-4 16,2 2 4-16,-1-1-7 0,2-2 0 15,-3 0 1-15,2-1-1 0,-1 1-3 0,3-3 7 16,-2 2-5-16,-3-3 4 0,3-1-1 0,-4 2 1 0,0-7 1 15,9 9-4-15,-6-6-2 0,-3-3 2 0,8 7-3 16,-3-3-1-16,7-1-1 0,1-2 5 0,-2-1-4 16,9 1-2-16,1-1-4 0,6-2 3 0,1 2-2 15,6-2-3-15,-5 1-12 0,5 1-5 0,-2-2-15 16,4 2-8-16,1 0-16 0,-1 0-19 0,0 0-20 16,3 2-28-16,-5-2-37 0,-3 1-80 0,2-1-250 15,1-1 111-15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1T10:23:41.4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13279 16305 32 0,'0'0'68'0,"0"0"-6"0,0 0 1 0,0 0-3 0,0 0-5 15,0 0-3-15,0 0-6 0,0 0 0 0,2-26-7 16,-2 26 1-16,2-6-11 0,-2 6 2 16,0 0-7-16,2-7-5 0,-2 7-2 0,0 0 10 0,0 0-5 15,0 0-9-15,3-7-1 0,-3 7-4 0,0 0 1 16,0 0-2-16,0 0-6 0,0 0-12 0,0 0-9 16,0 0-8-16,0 0-11 0,0 0-9 15,0 0-4-15,0 0-46 0,0 0-105 0,0 0 46 16</inkml:trace>
  <inkml:trace contextRef="#ctx0" brushRef="#br0" timeOffset="19365.78">23157 3617 37 0,'0'0'64'0,"-11"-7"-2"0,11 7-12 16,0 0 4-16,0 0-13 0,0 0-5 0,-5-7-7 15,5 7 2-15,0 0 1 0,0 0-1 0,-6-5 6 16,6 5-7-16,0 0 0 0,0 0-3 0,0 0 3 15,0 0-7-15,-5-5 3 0,5 5-5 0,0 0 3 16,0 0 7-16,0 0-14 0,0 0 3 0,0 0-2 16,0 0 4-16,0 0-7 0,0 0 5 0,0 0-11 15,0 0 5-15,0 0 3 0,0 0-6 0,0 0-2 16,0 0 0-16,0 0-3 0,0 0 1 0,0 0 10 16,0 0-20-16,0 0 4 0,0 0 1 0,0 0-2 15,0 0 2-15,0 0-1 0,0 0 0 0,0 0 0 16,24 5-4-16,-12-2-1 0,2-2 3 0,5 0 7 15,3 1-9-15,7-2 6 0,3 0-1 16,1-3 0-16,3 1 2 0,1-2-7 0,4 0 2 16,11 1-2-16,2-1 13 0,-2 0 2 0,-1-2-7 0,1 3 2 15,3-2-9-15,1 0 9 0,-4 2 3 16,3-3-11-16,-1 2 2 0,-1 0 0 0,1 1 3 0,-4-2 5 16,4 2-5-16,-15 3-3 0,16-5 0 15,1 4 7-15,-2-3-4 0,0 1 7 0,1-1-6 16,2 1 1-16,-1 0 5 0,-1 1 3 0,2-1-5 15,-1 1 10-15,0 2-5 0,3-2-8 0,-4-2 3 0,-1 4-4 16,-1-3 7-16,3 3-3 0,-2-2-2 0,-1 1-1 16,-1 1-2-16,4-1 4 0,-1 1 4 0,-1-2-7 15,-1 4 5-15,3-4-4 0,0 2 2 16,3 0 1-16,-1 2-1 0,4-4 8 0,-4 2-9 16,2-1 0-16,0 0 0 0,-3-1 5 0,-1 2-2 15,0-3 3-15,-1 4 5 0,-2-3-1 0,-2 0-8 0,-13 1 5 16,14 1 0-16,-13 0-1 0,2 0 2 15,-3 0-5-15,2-2 7 0,-3 1-13 0,-2 0 9 16,1 0-1-16,-3-1 0 0,1 1 0 0,0 0 0 0,-5 0-4 16,2-3 3-16,-2 3-2 0,-1-2 2 15,-7 2-4-15,0-1-3 0,0 1 0 0,-4 0-1 16,1-1 0-16,1 1 3 0,-9 0-1 0,-1-1-1 0,5 2 4 16,-5 0-3-16,4-2 3 0,-5 1 0 15,-8 1 4-15,10 0-8 0,-10 0 6 0,9 0-2 16,-9 0 2-16,0 0-1 0,10-1 4 0,-10 1 1 15,0 0-6-15,0 0 6 0,0 0-2 0,11-2-3 16,-11 2 10-16,0 0-9 0,8-1 2 0,-8 1-6 16,0 0-2-16,0 0-3 0,0 0 4 0,0 0-6 15,9-1 2-15,-9 1 0 0,0 0-12 0,0 0-12 0,0 0-26 16,0 0 10-16,0 0-19 0,12 2-10 16,-12-2-26-16,7 3-20 0,-7-3-12 0,6 3-78 15,-6-3-221-15,0 0 98 0</inkml:trace>
  <inkml:trace contextRef="#ctx0" brushRef="#br0" timeOffset="20582.29">19674 3718 57 0,'0'0'49'16,"0"0"8"-16,0 0 12 0,0 0-14 0,0 0-13 15,0 0 9-15,0 0-12 0,0 0-7 0,0 0 0 0,0 0-5 16,0 0 3-16,40-4-1 0,-19 3 1 0,14-3 1 16,17 0 10-16,2-2-2 0,5 2-11 15,5-3 13-15,28-2-2 0,0 0-6 0,-27 2 7 16,31-3 4-16,-2 3-6 0,0-1-3 0,5-2-2 15,-4 2 0-15,-6 1-1 0,5 1-10 0,-5 0-4 16,-24 3 7-16,26-4-6 0,-28 7 1 0,2-3-5 16,0 0 1-16,0 2 2 0,-3-1-4 0,-4 2-8 15,-4-3 7-15,-16 2-4 0,-1 0 5 0,3-1-4 16,-7 1-2-16,-2 1 3 0,-4 0-11 0,-9 1 7 16,-1 1 2-16,-4-2 0 0,-5 0 1 0,0 1-4 15,-8-1 10-15,12 0 6 0,-12 0 4 0,11 1 10 16,-11-1 10-16,7 2 11 0,-7-2-3 0,0 0 1 15,0 0 1-15,0 0-7 0,0 0-6 0,0 0-5 16,0 0-4-16,0 0-3 0,0 0-8 0,0 0 2 16,0 0-7-16,0 0-17 0,0 0-10 0,0 0-28 15,0 0-24-15,0 0-37 0,0 0-36 0,0 0 2 16,0 0-7-16,0 0-96 0,0 0-253 0,0 0 112 16</inkml:trace>
  <inkml:trace contextRef="#ctx0" brushRef="#br0" timeOffset="24812.51">27995 11699 143 0,'0'0'154'0,"0"0"-14"0,0 0-2 0,0 0-12 0,0 0 0 16,0 0-4-16,0 0-4 0,-23-7-6 0,23 7-1 16,-9-2-6-16,9 2-8 0,-8-3 0 0,8 3-6 15,-9-2 2-15,9 2-2 0,-9-2-5 0,9 2-9 16,0 0-4-16,0 0-8 0,0 0-8 0,-11-1-8 16,11 1-2-16,0 0-5 0,0 0-6 0,0 0-6 15,0 0-4-15,0 0-4 0,0 0 1 0,0 0-6 16,0 0-5-16,27-4 1 0,-9 1-2 15,2 0-11-15,7-1-11 0,0-1-7 0,-1-2-17 0,-4 5-15 16,0-2-17-16,0 0-14 0,-4 2-19 0,-1-2-15 16,-1 3-23-16,0-2 0 0,-5 3-15 0,3 0-121 15,-5 0-298-15,-9 0 132 0</inkml:trace>
  <inkml:trace contextRef="#ctx0" brushRef="#br0" timeOffset="25249.96">28208 11633 131 0,'0'0'116'0,"-10"-3"-9"0,10 3 0 0,0 0-12 16,0 0-10-16,0 0-10 0,-10 5-3 0,10-5 27 15,0 0 4-15,3 20 1 0,-3-8 1 0,0 4-1 16,1 4 9-16,0 5-3 0,0 4 5 0,2-1-11 16,-2-1-10-16,-1-2-5 0,0 1-11 0,0 0-8 0,4-7-7 15,-4 0-5-15,2 0 1 0,2-1-9 16,-2-4-5-16,-1 3-6 0,1-4 0 0,0-2-3 15,0 0-6-15,0-1-3 0,0-3-1 0,-1-1-4 16,-1-6 0-16,0 9-3 0,0-9-1 0,2 9 0 0,-2-9-5 16,3 5 4-16,-3-5 0 0,0 0-9 15,0 0 3-15,0 0-3 0,-8 9-1 0,8-9-3 16,-12 1-4-16,12-1 1 0,-15-1-1 0,3-1-2 16,3 0 5-16,-1 0-8 0,10 2 4 0,-18-2-2 0,10 1 6 15,1 0-3-15,-3-1 0 0,2 0-3 0,8 2 6 16,-14-2-5-16,14 2 1 0,-9-1-2 0,9 1 1 15,0 0-1-15,-10 0 1 0,10 0-1 16,0 0 0-16,-10-3-1 0,10 3 3 0,0 0 1 0,0 0 6 16,0 0-1-16,0 0 1 0,0 0-1 0,0 0 0 15,38 1-2-15,-25-2 2 0,6 1 0 0,0-3-4 16,0 1-10-16,4 1-7 0,-2-3-15 0,2 2-19 16,2-1-24-16,-2-1-30 0,-4 3-17 0,2-4-30 15,-1 2-14-15,-2-1-24 0,1 1-118 0,-6 1-330 16,1 0 146-16</inkml:trace>
  <inkml:trace contextRef="#ctx0" brushRef="#br0" timeOffset="25545.24">28674 11908 171 0,'5'-7'180'0,"-5"7"3"0,0 0 6 15,-2-9-6-15,2 9-3 0,0 0-2 0,-7-8-1 16,7 8-5-16,-7-5-9 0,7 5-11 0,-10-2-2 15,10 2-18-15,-9 0-7 0,9 0-14 0,-10 5 22 16,1-1-9-16,4 2-4 0,-3 3-10 0,-2-1-6 16,1 5-8-16,3 2-11 0,-1-5 1 0,2 2-15 15,0 1-1-15,-2-2-7 0,5 6-2 0,1-6-11 16,0 1-1-16,1-2-5 0,0 2-3 0,2-2-5 16,0 1-2-16,5-1-8 0,-3 1 1 0,2-3-12 15,1 0-7-15,0-1-16 0,1-2-23 0,1 2-18 16,-3-3-29-16,6-1-19 0,-5-1-26 0,-1 0-22 15,5-2-25-15,0 3-14 0,0-3-17 0,0-1-17 16,1-2-13-16,-1 1-163 0,1-2-428 0,-5-1 190 16</inkml:trace>
  <inkml:trace contextRef="#ctx0" brushRef="#br0" timeOffset="25935.38">28880 11946 163 0,'0'0'181'16,"0"0"4"-16,2-9-5 0,-2 9 1 0,0 0-2 0,0-9-6 15,0 9-2-15,0 0-8 0,0 0-8 0,0 0-7 16,0 0-9-16,0 0-3 0,0 0-4 16,0 0-11-16,0 0 2 0,-17 18-5 0,11-8-18 15,2-2-7-15,1 3-10 0,0 1-2 0,3-2-3 16,-2 4-4-16,0-4-8 0,-3-1-5 0,5 2-8 0,0 0 0 16,1-1 9-16,3 1-23 0,0-2 0 15,-4 0-5-15,6 0-2 0,-1-1 0 0,3-2-6 16,1 1-3-16,0-4 5 0,2 0-9 0,2-1-1 15,-2 0 1-15,0-1 7 0,1-1-13 0,0-2-4 0,2 1 1 16,-2-1 5-16,-1-2-6 0,2-1-1 16,-3-2-1-16,1 1 3 0,0-1-6 0,-2-2 6 15,-2 1-2-15,3-4 2 0,-2 3-3 0,-4-2-1 16,0-1-6-16,-1 1 6 0,-2-2-5 0,0-3-4 0,-3 0-3 16,-1 6 3-16,0-3-5 0,1 4 5 0,-4-3 0 15,0 2 0-15,1 2-3 0,-2 0 3 16,1 1-11-16,1 4-12 0,-1-2-14 0,-3 1-9 15,3 1-19-15,-2 0-17 0,8 3-20 0,-14-4-29 16,8 4-34-16,6 0-34 0,-11 0-24 0,11 0-39 0,-10 4-152 16,10-4-452-16,0 0 200 0</inkml:trace>
  <inkml:trace contextRef="#ctx0" brushRef="#br0" timeOffset="26229.33">29430 11833 132 0,'-10'2'226'0,"10"-2"-2"0,0 0 2 0,0 0-4 16,0 0-5-16,0 0-14 0,0 0-18 0,0 0-13 15,0 0-11-15,0 0-12 0,0 0-5 0,0 0-14 16,0 0-9-16,0 0-12 0,29 2-5 0,-17-4-14 16,-3-1-5-16,2 1-8 0,2-1-9 0,-2 2-9 15,1-2-1-15,2 1-25 0,-4-2-24 0,2 2-29 16,-3 0-40-16,-2 0-44 0,-7 2-50 0,13-3-40 16,-13 3-27-16,0 0-188 0,10 3-443 0,-10-3 197 15</inkml:trace>
  <inkml:trace contextRef="#ctx0" brushRef="#br0" timeOffset="26390.26">29502 11927 78 0,'0'0'221'15,"-6"3"-4"-15,6-3-1 0,-5 7 1 0,5-7-8 16,-5 4-7-16,5-4-14 0,0 0-14 0,-3 5-18 16,3-5-16-16,0 0-11 0,0 0-16 0,0 0-14 15,0 0-8-15,0 0-29 0,12 10-32 0,-7-9-42 16,4-1-52-16,0 0-59 0,5 0-58 0,-1-1-180 15,6-1-390-15,8-5 173 0</inkml:trace>
  <inkml:trace contextRef="#ctx0" brushRef="#br0" timeOffset="27148.92">29516 11815 104 0,'-9'2'121'0,"9"-2"-6"0,0 0 1 16,-11 1-1-16,11-1 5 0,-10 0-3 0,10 0-5 15,-9 1 0-15,9-1-1 0,-7 2-4 0,7-2 3 16,-9 1-6-16,9-1 3 0,-10 1-3 0,10-1-7 16,0 0-5-16,-13-1-8 0,13 1-5 0,0 0-1 15,-8 1-6-15,8-1-3 0,0 0-5 0,0 0-8 16,0 0 2-16,0 0-7 0,0 0-7 0,0 0-1 15,0 0-1-15,32 4 0 0,-15-5 3 0,-3-1-4 16,2 0-3-16,3-2-1 0,-1 3-5 0,2-2-5 0,-3 1 1 16,-4 0-5-16,-1 0 10 0,0 1-2 0,-1-1-2 15,-1 1 4-15,1-2-5 0,-4 2-3 16,-7 1 1-16,11-2-3 0,-11 2-3 0,12-1-1 16,-12 1-1-16,8-1-5 0,-8 1 3 0,0 0-2 15,0 0 2-15,10-1-6 0,-10 1-10 0,0 0-14 16,0 0-22-16,0 0-33 0,0 0-37 0,0 0-43 15,0 0-45-15,0 0-33 0,0 0-186 0,0 0-448 16,0 0 199-16</inkml:trace>
  <inkml:trace contextRef="#ctx0" brushRef="#br0" timeOffset="27445.52">29420 11953 43 0,'-4'4'188'0,"4"-4"-3"0,-4 6 2 16,4-6-6-16,0 0-5 0,0 0 0 0,8 12-6 16,-3-11-7-16,6 1-14 0,0 0-8 0,-1-1-3 15,4-2-8-15,-1 1-8 0,2-2-8 0,3 0 2 16,1 1-9-16,-1-3-10 0,-5 2-4 16,5-3-6-16,-7 4-4 0,3-1-5 0,-1-2-4 0,0 2-1 15,0-3 5-15,-3 4-17 0,-1-3 0 0,-2 2-13 16,1 0-6-16,-8 2-1 0,14-2-4 0,-9 0-5 15,-5 2-1-15,10-2-6 0,-10 2-7 0,0 0-11 16,9-3-19-16,-9 3-26 0,0 0-28 0,10-2-35 16,-10 2-39-16,10-3-44 0,-10 3-34 15,0 0-50-15,12 0-154 0,-12 0-455 0,0 0 202 0</inkml:trace>
  <inkml:trace contextRef="#ctx0" brushRef="#br0" timeOffset="27912.16">29626 11675 179 0,'-17'-2'206'0,"9"1"-1"0,8 1-10 0,-11 0-6 15,11 0-10-15,0 0-9 0,-13-1-18 0,13 1-12 16,0 0-15-16,-8 2-10 0,8-2-8 0,0 0-10 15,0 0-5-15,0 0-8 0,0 0-11 0,27 10-7 16,-14-7-5-16,5-1-4 0,4 1-7 0,-3 0-8 16,3 0-3-16,-1-1-2 0,-3 2-7 0,3 0-1 15,-2 0-3-15,-3-1 0 0,-2 4-4 0,-3-2-2 16,-2-1-4-16,-2 5-4 0,0-1 2 0,-5 2-3 16,-1 2 0-16,-1-2 1 0,-5 6-3 0,0-1-2 15,-2-1 2-15,-1 1-4 0,-2 0 3 0,0-2-6 16,-1 2-14-16,2-1-14 0,-2-1-16 0,1-1-21 15,1-3-26-15,1 1-27 0,2 0-36 0,3-2-39 16,0-1-182-16,-3 1-405 0,3-3 179 0</inkml:trace>
  <inkml:trace contextRef="#ctx0" brushRef="#br0" timeOffset="28696.45">30074 11658 106 0,'0'0'196'0,"0"0"-8"0,-2-8-6 0,2 8-11 15,0 0-12-15,8-7-12 0,-2 4-11 0,0 2-15 16,4-5-13-16,3 1-6 0,1 3-14 0,0-2-8 15,3 0-9-15,-3 0-9 0,0 0-4 0,-1 1-6 0,-2 0-3 16,-4 0-7-16,-1 0-1 0,3 3-3 16,-4-4-1-16,-5 4 6 0,9 0 0 0,-9 0 10 15,0 0 6-15,9-2 3 0,-9 2 0 0,0 0-2 16,0 0 4-16,9-1 0 0,-9 1-7 0,0 0-3 0,0 0-6 16,0 0-8-16,0 0-1 0,8 7 14 15,-8-1 10-15,1 1-5 0,0 3 2 0,-1 6-7 16,0 1 2-16,3-2-1 0,-3 3-7 0,1 2 1 15,2-3-2-15,-3 2-4 0,1-3-3 0,1 1-5 16,0-2 0-16,0 2-3 0,-2-4-5 0,0-3-1 0,1 2 0 16,-1-4 0-16,0 3 4 0,2-1-13 0,-2-4 0 15,0-6 3-15,-3 13-5 0,-1-7 3 16,1 0 6-16,-1-1-9 0,-1 0-4 0,-3 0-4 0,-1-2-10 16,0 1-8-16,-1-1-7 0,-2-1-6 15,2-2-5-15,1 0 0 0,-2 0-5 0,11 0 7 0,-16 0 0 16,16 0-1-16,-15-2 0 0,9 0-8 15,-1-1 3-15,7 3-3 0,-6-3 3 0,6 3 3 0,0 0-3 16,0 0 3-16,0 0 0 0,0 0 5 16,0 0-1-16,0 0 3 0,14-13 0 0,-1 9 0 0,-2 2-9 15,3 1-11-15,-1-2-18 0,6 0-17 0,0-1-17 16,0-1-14-16,-1 4-19 0,3-4-14 0,0 3-3 16,-1-3 4-16,1 0 1 0,-2 1 9 0,1 0 12 15,1 0 12-15,-1-1 3 0,-1 1 14 16,-1-3 11-16,-2 0 7 0,-3 2 18 0,3-1 15 0,-3-1 20 15,-4 1 22-15,0 2 28 0,2-3 15 0,-5 1 13 16,-1 2 18-16,-1-1 13 0,0 0 3 0,-4 5 7 16,6-8 7-16,-6 8 8 0,4-7 8 0,-4 7 4 15,0 0-3-15,0 0-7 0,0-8-5 0,0 8-8 16,0 0-8-16,0 0-1 0,0 0 6 0,0 0 6 16,-20 19-7-16,14-10 2 0,-1 2-13 0,-2-1-7 15,6-1-5-15,-2 2-5 0,1-1-7 0,0 0-2 16,3 1-12-16,2 0-10 0,-1-1-1 0,0-1-3 15,3 1 4-15,1-1-19 0,1-3-23 0,1 2-27 16,3-2-26-16,0 1-35 0,0-2-27 0,3-3-41 16,-2 1-43-16,3-2-29 0,-1 1-29 0,0-2-17 15,1 0-159-15,-2-3-472 0,0 2 209 0</inkml:trace>
  <inkml:trace contextRef="#ctx0" brushRef="#br0" timeOffset="28919.95">30783 11776 82 0,'0'0'177'0,"3"-9"3"0,-3 9 8 16,3-8-11-16,-3 8-7 0,0 0-11 0,3-8-14 16,-3 8 1-16,0 0 16 0,0 0 15 0,0 0-3 15,8 16 1-15,-7-10-10 0,2 6-18 0,-3-2-12 16,1 2 0-16,1 5-8 0,-2 0-10 0,1-2-12 16,-1-2-11-16,0 2-10 0,1-2-4 0,0-1-14 15,1 0-5-15,0-1-6 0,-1 0-22 0,2-1-26 16,-2-4-25-16,0 0-26 0,1 2-17 0,0-3-26 15,-2-5-23-15,2 9-26 0,-2-9-20 0,1 7-22 16,-1-7-13-16,0 0-17 0,0 0-2 0,0 0-144 16,0 0-384-16,0 0 170 0</inkml:trace>
  <inkml:trace contextRef="#ctx0" brushRef="#br0" timeOffset="29275.21">30808 11922 416 0,'-1'-11'-10'0,"1"-6"18"0,1 1 6 16,1 0 5-16,3-3 12 0,0-6 3 0,1 7 16 15,-1 3-4-15,1-1 16 0,3 2 14 0,-3 4 9 16,1-2 7-16,-1 5 7 0,1-1 1 0,2 1 3 15,-3 1 6-15,0 4-5 0,-6 2 12 0,13 0 0 16,-13 0-8-16,13 1-3 0,-8 2-3 0,-5-3-11 16,10 4-5-16,-3 1-4 0,-4 0-6 0,3 1-9 15,-3 0-4-15,0 0-9 0,0 0 1 0,-3-6-9 16,2 12-18-16,1-7-3 0,-3 2-6 0,0-7-1 16,-3 13 1-16,3-6-8 0,0-7 4 0,-4 12-13 15,2-6-6-15,2-6-6 0,-4 10-16 0,3-4-4 16,1-6-11-16,-2 9-17 0,2-9-4 0,2 13 2 15,-2-13 2-15,2 8 4 0,1-3 12 0,1-1 0 16,0 1 5-16,-1 0 9 0,-3-5 2 0,9 9 8 16,-4-6 14-16,-1 2 6 0,0 0 13 0,-1 1 11 15,-3-6 16-15,7 9 9 0,-4-4 3 0,-3-5 2 16,0 8 5-16,0-8-3 0,0 0 3 0,-5 14-6 16,2-10-5-16,-1 1-5 0,-1-1-2 0,5-4-6 15,-6 8-1-15,2-4-9 0,4-4-18 0,-9 5-22 16,9-5-23-16,-8 6-35 0,4-3-30 0,4-3-40 15,0 0-39-15,-6 3-30 0,6-3-143 0,0 0-383 16,0 0 169-16</inkml:trace>
  <inkml:trace contextRef="#ctx0" brushRef="#br0" timeOffset="29528.77">31111 11849 92 0,'7'-3'171'0,"-7"3"2"0,10-1-1 16,-10 1 8-16,9 1-6 0,-9-1-10 0,13 2-13 15,-4-1-12-15,-2 0-9 0,-7-1-14 0,14-1-10 16,-14 1 0-16,15 0-7 0,-6-3-3 0,-1 2-3 16,-1-1 3-16,0-1-1 0,-7 3 7 0,10-8 2 15,-5 3-8-15,-1 1-2 0,-4 4-2 0,5-11 3 16,-3 6-10-16,-2 5-4 0,2-12 0 0,-2 12-15 16,-3-10-3-16,-1 2-7 0,4 8-7 0,-7-8-7 15,3 4 0-15,-1-1-11 0,5 5-11 0,-13-3-13 16,4 3-18-16,9 0-23 0,-17 3-33 0,6 2-41 15,1-1-47-15,-2 2-57 0,1 0-52 0,-3 3-188 16,0 1-488-16,1 0 216 0</inkml:trace>
  <inkml:trace contextRef="#ctx0" brushRef="#br0" timeOffset="29729.05">30571 12169 168 0,'0'0'239'16,"0"0"-1"-16,5 13-5 0,3-13-11 0,10 0-15 16,10 0-14-16,7-1-15 0,3-3-14 0,22-1-19 15,1 0-15-15,5 0-17 0,-4-3-23 0,3 0-28 16,-2 1-43-16,-7-1-43 0,-3 1-59 0,-3-2-52 16,-11 5-51-16,-2-2-144 0,-2 1-356 0,-3 0 159 15</inkml:trace>
  <inkml:trace contextRef="#ctx0" brushRef="#br0" timeOffset="85746.56">7426 11887 20 0,'0'0'173'0,"0"0"-6"15,-8-2-9-15,8 2-27 0,0 0-37 0,0 0 27 16,0 0 14-16,-12 4 17 0,12-4-1 0,0 0-12 15,0 0-15-15,-8 1-6 0,8-1-2 0,0 0 17 16,0 0-2-16,0 0 2 0,0 0 2 0,-8 2-6 16,8-2-7-16,0 0-14 0,0 0-8 0,-9 2-11 15,9-2-9-15,0 0-3 0,0 0-1 0,-11 0-1 16,11 0-5-16,0 0-8 0,0 0-2 0,0 0-2 16,0 0-8-16,0 0-9 0,0 0-13 0,-8 0 4 15,8 0-11-15,0 0 1 0,0 0-4 0,0 0-6 16,0 0-4-16,0 0 1 0,0 0-5 0,0 0 1 15,0 0 2-15,32 0-1 0,-9 0-1 0,8 0 3 16,2 0 3-16,4-3-3 0,-2-1 0 0,2 2-2 16,2 1-1-16,-2-1 5 0,-1-2-5 0,1 1-4 15,-2 3-1-15,-3-4-10 0,1 2-1 0,-1 0-7 16,-2-2-11-16,-3 3-13 0,1-1-17 0,-7 2-13 16,0 0-23-16,-8 2-31 0,0-2-31 0,-3 0-25 15,1 1-25-15,-4 1-27 0,1 1-8 0,-8-3-139 16,6 4-412-16,-6-4 182 0</inkml:trace>
  <inkml:trace contextRef="#ctx0" brushRef="#br0" timeOffset="86083.55">7702 11943 61 0,'0'0'248'15,"0"0"1"-15,0 0-2 0,-6-4-5 0,6 4-12 0,0 0-14 16,0 0-19-16,0 0-13 0,0 0-23 16,0 0-20-16,0 0-14 0,0 0-12 0,0 0-15 15,0 0-13-15,0 0-9 0,0 0-5 0,0 0-8 16,-6 15 10-16,8-5 1 0,-2 2-2 0,0 4-3 16,1 3-5-16,-1-2-3 0,0 7 1 0,1-5-5 15,-2 0-1-15,2 6 1 0,-2-5 0 0,4 7-6 16,-3 1-1-16,0-4-3 0,-2 2 0 0,1-5-13 15,0-2-3-15,2 0 3 0,-6-1-7 0,6 1-3 16,-2 0-7-16,0-1-32 0,-1-2-28 0,0 2-32 16,1-2-30-16,-1 0-32 0,2-1-31 0,-1-4-39 0,1 3-27 15,1-4-30-15,2 1-188 0,-1-2-487 16,1-3 216-16</inkml:trace>
  <inkml:trace contextRef="#ctx0" brushRef="#br0" timeOffset="87095.21">7917 11978 207 0,'-2'-9'231'0,"2"9"-8"0,0 0-10 0,2-10-21 0,-2 10-20 16,0 0-17-16,0 0-15 0,0 0-3 15,0 0-3-15,0 0 2 0,1 35-7 0,-2-18-6 16,2 2-11-16,-1 8-8 0,1-2-12 0,1 0-5 15,-1 1-11-15,0 3 0 0,2-4-11 0,-2-1-10 16,-1-5-2-16,1-2-6 0,2 0-8 0,-1-1 1 0,0 1-5 16,0-1-4-16,-1-5-2 0,1 1-1 15,-1-1-7-15,-1 0 5 0,1-1-8 0,1-1 5 16,-1-1-6-16,0-2-3 0,-1-6-3 0,1 10 3 16,-1-10-5-16,2 9 3 0,-2-9 2 0,0 0-4 15,0 8 6-15,0-8-12 0,0 0-5 0,0 0-6 0,0 0 1 16,2 5-5-16,-2-5-9 0,0 0-7 15,0 0-3-15,9-18 4 0,-4 11-4 0,2-3-4 16,-2 0 1-16,3 1 0 0,-2 2 5 0,3-1 1 16,-2 0 3-16,1 2 1 0,-3 1 1 0,3 2 4 15,-2 1-2-15,5 0 1 0,-1 0 5 0,0 3-1 0,0 0 2 16,3 1 0-16,-3 1 3 0,1 0 1 0,2 2-1 16,-1 0 1-16,1-1 2 0,0 0 3 15,-2 0-3-15,7 0 4 0,-3-1-1 0,3 0 2 16,1-2 3-16,-6-1-2 0,7 0 0 0,-1 0 5 0,1-5-2 15,2-1 6-15,-2 1-6 0,1-3 1 0,-1 0 0 16,-2 1 2-16,1-1-1 0,-2 0 2 0,-1-2-1 16,0 0-1-16,-2 1 3 0,-3-3 2 0,1 2 0 15,-5 2 1-15,0-2 4 0,-1 1 0 16,-2-1 7-16,0-1-8 0,-3 3-4 0,0-3 5 0,-2 0 0 16,0 1-5-16,-3 0 0 0,1 1 9 0,0 1 2 15,-1 0-4-15,-1 1 4 0,1 3-11 0,-3-3 2 16,-1 3 3-16,2 1-5 0,6 3 0 0,-10-4-1 15,4 3-2-15,6 1-1 0,-13 4 0 0,5 4-1 16,1-3 1-16,0 5 4 0,0-1 5 0,0 4-8 16,1 3 5-16,-1 1-8 0,2 0 2 0,7 0 1 15,-5 2 1-15,3-2-1 0,0-3-2 0,1 0-1 16,4 1 2-16,-1-1-3 0,4 0 7 16,-2-4-6-16,2 1 0 0,1-1 1 0,4 2 0 0,1-2 2 15,-1-5-3-15,-2 2-1 0,7-2 5 0,0-1 1 16,-2-3 0-16,5 1 1 0,-2-1 2 0,1 0-5 15,1-3-1-15,-3-1 0 0,1-1-1 0,1-1 4 16,-2 0-4-16,-1-2-3 0,-2-1 2 0,-3 1-3 16,-3 0-1-16,1 0-2 0,-1-3-1 0,-2-1-4 15,1-2-1-15,-5 1 2 0,1-4 3 0,-3 4 0 16,-2 0-3-16,-1-4 2 0,0 1-2 0,-2 3 0 16,-1-3 0-16,-3 3 4 0,2 3 4 0,1-1-4 15,-2 1 3-15,1 1 9 0,1 3 4 0,0-1 4 16,2 0-4-16,3 6-1 0,-5-7 0 0,5 7-7 15,-5-6 3-15,5 6-6 0,0 0 0 0,-5-5-5 16,5 5-14-16,0 0-5 0,0 0 1 0,0 0-3 16,0 0 3-16,0 0-2 0,0 0 1 0,24 0 2 15,-14 2 3-15,2-1-2 0,0 1 0 0,0-1 4 16,2 2-1-16,3-2 4 0,-6 2 0 0,2-2-1 16,-3 1 1-16,2 1 0 0,-5-1 0 0,4 2 3 15,-2 0-2-15,-1 0 8 0,-2 1 8 0,1 2 5 16,-3 2 11-16,1 1 7 0,0-1 0 0,-1 3-2 15,-1 0-3-15,1 4 0 0,-2-5 3 0,2 4-2 16,-3 1 1-16,-1-1-4 0,3-1-2 0,-2 2 0 16,-1 0-1-16,0 2 0 0,1-6-9 0,-1 5-34 15,2 0-36-15,-1-1-46 0,0 1-47 0,3 0-53 0,0 2-55 16,-2-3-163-16,4 2-461 0,-1-1 205 16</inkml:trace>
  <inkml:trace contextRef="#ctx0" brushRef="#br0" timeOffset="87928.77">9302 12323 90 0,'-6'-5'157'16,"6"5"-14"-16,0 0-15 0,0 0-12 0,0 0-8 15,0 0-5-15,0 0 7 0,0 0-1 0,0 0-5 16,0 0-8-16,1 21-8 0,-1-21 4 0,0 11 3 16,1-4-11-16,-1-7 2 0,4 11-8 0,-4-11-7 15,0 8 8-15,3-3 0 0,-3-5 7 0,0 0 2 0,1 7 7 16,-1-7 1-16,0 0-1 0,0 0 5 15,0 0-2-15,1 7 3 0,-1-7 2 0,0 0-4 16,0 0-5-16,0 0-1 0,0 0 1 0,0 0 1 16,0 0-8-16,0 0 6 0,0 0-15 0,0 0 2 15,0 0-18-15,0 0-14 0,0 0-8 0,0 0-5 16,0 0-9-16,2-30-13 0,-2 18-8 0,1 0-5 16,4-5-7-16,0 2-10 0,0 0-1 0,0-1 0 15,2 4 2-15,-1 3-3 0,0 1 7 0,3-1-11 16,-2 2 0-16,0 1 2 0,5 0 0 0,-3 5 1 0,1-1 6 15,3 3-2-15,-2 1-1 0,2 2 3 16,0 1-1-16,0 5 4 0,2 0 0 0,-2-1 1 16,-3 0-1-16,0 4 2 0,-2-2 2 0,-2-2 1 15,3 1 1-15,-4-3-1 0,0-1 6 0,-2 2 7 16,0-4 5-16,-3-4 3 0,4 9 4 0,-3-4 11 0,-1-5 11 16,0 0 1-16,2 7 16 0,-2-7-15 15,0 0 3-15,0 0-2 0,0 0-7 0,0 0 0 16,0 0-6-16,0 0 2 0,0 0 1 0,0 0-4 15,0 0-23-15,0 0-1 0,-15-16-9 0,12 7-3 16,3-1-10-16,0 1-8 0,2-5 1 0,0-3-10 0,3 3-6 16,1 0-3-16,2-3 5 0,-1 7 5 0,0 1-2 15,1 0 6-15,2 1 3 0,1 3 0 0,-2 0-1 16,1 3 1-16,-1 0-2 0,0 1 7 16,2 4 0-16,1-1 3 0,-2 5 0 0,4 4 1 0,-3 1 2 15,1 0 1-15,1 5-1 0,-3-2 4 0,-2 3 1 16,0 0 3-16,-1-2 4 0,-2 0 0 15,1 3-2-15,1-3-18 0,-2 1-15 0,-1-2-19 0,0 0-22 16,-2-3-30-16,1 4-40 0,-2-4-39 0,2-2-36 16,-2 4-221-16,-1-6-479 0,2-1 213 0</inkml:trace>
  <inkml:trace contextRef="#ctx0" brushRef="#br0" timeOffset="88328.75">10046 12217 168 0,'-8'-6'268'0,"-1"3"-5"0,-1 2-8 0,-1 1-13 16,0 1-8-16,0 2-7 0,2 4-12 0,-4 3-15 15,3-1-16-15,0 5-18 0,-1 0-12 16,1 1-12-16,3-1-18 0,0 1-11 0,2 0-11 0,0-3-7 16,4-1-11-16,1 1-7 0,0-2-14 0,0 0 0 15,2-1-15-15,1-2-10 0,-1-1-4 0,2 0-4 16,3-1-9-16,-2-2-5 0,0 1-5 0,4-1-4 15,1-3-3-15,-10 0-3 0,15-1-3 16,-6-3-5-16,-2 0 2 0,3-2-2 0,-1 0 0 0,0-2 5 16,-3 1 1-16,1-1-4 0,-4-1 2 0,-1 0 1 15,3 1 0-15,-5-1-2 0,0 2 2 0,0 7 1 16,1-13 0-16,-1 13 1 0,1-7 0 0,-1 7 0 16,0 0-5-16,-2-9 4 0,2 9-2 0,0 0 4 15,0 0-1-15,0 0 10 0,0 0 2 0,0 0-1 16,0 0 6-16,7 19-7 0,-3-12-3 0,-1 1 7 15,1 1-8-15,-2 0-3 0,1 1 1 0,1 0 4 16,2 1-3-16,0-3-12 0,2 2-29 0,-2-1-35 16,3 0-41-16,-1-3-31 0,-2 2-37 0,3-2-38 15,3-3-33-15,-3 2-196 0,1-5-483 0,0-1 213 16</inkml:trace>
  <inkml:trace contextRef="#ctx0" brushRef="#br0" timeOffset="88549.22">10295 12036 111 0,'-4'-18'260'0,"2"0"10"16,0 8-2-16,0-2-6 0,1 5-8 0,-2-1-7 15,3 8-24-15,-3-9-18 0,3 9-17 0,-1-8-15 16,1 8-11-16,0 0 14 0,0 0-1 0,0 0-7 16,8 30-13-16,-4-12 0 0,2 10-10 0,-1 0-11 15,-1 3-13-15,0 2-6 0,0-1-8 16,0 4-14-16,-3 0-6 0,0-1-12 0,0-3-17 0,-1 1-24 15,-1 1-39-15,0 0-54 0,-2-1-53 0,-2-2-59 16,0 3-65-16,1-3-71 0,-2 3-282 0,1-4-638 16,0-4 283-16</inkml:trace>
  <inkml:trace contextRef="#ctx0" brushRef="#br0" timeOffset="89061.81">11062 11999 242 0,'0'0'267'0,"0"-12"1"0,0 12-1 16,-3-9-11-16,3 9-17 0,0 0-19 0,-2-9-21 16,2 9-25-16,0 0-26 0,0 0-4 0,0 0-20 15,0 0-1-15,0 0-2 0,0 0-10 0,6 39-3 16,-4-20-5-16,-1 6-8 0,1 2-10 0,0 1-9 16,1-2-7-16,0 3-9 0,-2-2-1 0,0 1-5 15,3-1-9-15,-2-3 1 0,0 2-10 0,-1-2-1 16,1-5-2-16,-1-3-21 0,0 0-31 15,-1 1-19-15,-1-5-11 0,2 0-21 0,-1-3-18 0,-1 2-26 16,1-1-30-16,-3-2-26 0,2-1-26 0,1-7-21 16,1 10-21-16,-1-10-175 0,-2 10-448 0,2-10 199 15</inkml:trace>
  <inkml:trace contextRef="#ctx0" brushRef="#br0" timeOffset="89446.94">11073 11928 26 0,'22'-21'150'16,"4"1"0"-16,-1 6 0 0,1 1-7 0,-8 4-5 15,3 4-10-15,0 2-4 0,-2 3-2 0,1 0-9 16,0 3-10-16,-4 2-9 0,1 3 5 0,-4 1-6 16,-3 1-10-16,4 3-6 0,-9-3-1 0,3 4-1 15,-7-1 14-15,0-1-10 0,-1 4-5 0,-2 0-5 16,-6 0-7-16,0 0-7 0,-3-1-5 0,-2-1-5 15,0-2-4-15,-5 0-2 0,4-3-4 0,-1 1-5 16,3-4 0-16,0 0-2 0,0-1-3 0,-2-3-2 16,4 1 0-16,0-1-4 0,2-2-3 0,-1 1-1 15,9-1-1-15,-11 0-1 0,11 0 1 0,-10 0-4 16,10 0-1-16,0 0-5 0,-11 0-4 0,11 0-1 16,0 0-1-16,0 0 7 0,0 0-6 0,0 0-4 15,14 22 0-15,-4-15 2 0,-2 3 1 0,6 1 10 16,-1 5 0-16,2-2 0 0,0 0-2 0,3 5-2 15,-5-5 4-15,4-1-3 0,-3 1-2 0,1-1 3 16,-2 0-2-16,0-2-17 0,1 1-32 0,-1 0-27 16,-4-2-43-16,0-1-44 0,0-1-42 0,-3 2-182 15,0-1-415-15,1-3 184 0</inkml:trace>
  <inkml:trace contextRef="#ctx0" brushRef="#br0" timeOffset="89845.69">11487 12185 88 0,'0'0'250'0,"-1"-12"-9"16,1 12-16-16,-1-8-21 0,1 8-21 0,0 0-15 15,0 0-1-15,0 0 2 0,0 0-13 0,-7 20-8 0,7-7-12 16,2 7-9-16,-4-3-11 0,5 2-11 16,0 0-14-16,-1-1-6 0,3-1-5 0,-1-2-11 15,3 2-5-15,0-2-8 0,2-1-5 0,-4-4-4 16,3-1 4-16,2-1 0 0,-1-1-2 0,1-3-4 15,3-1-3-15,-1-2-4 0,0 0-5 0,1-1-10 0,0-1-5 16,1-3 0-16,1-5-3 0,4 2-5 0,-9 1 2 16,0-4-3-16,-1 1 4 0,0-4-5 15,1-1 0-15,-4-1 3 0,-2 4-2 0,0-7-3 16,-4 3 0-16,0 3-2 0,0 0 2 0,0-1-3 0,0 2-1 16,1 1 6-16,1 3 10 0,-2 7 8 0,-2-11-2 15,2 11-10-15,2-9-1 0,-2 9-8 0,0 0-1 16,0 0 2-16,0 0 13 0,0 0-1 15,0 0 8-15,0 0-4 0,6 22 3 0,-4-11 0 16,1 5 0-16,3-1-7 0,-5 2-1 0,2 1 2 0,1-1-2 16,0-2-10-16,-2 0-32 0,-2-2-33 0,4-1-33 15,-1 0-31-15,-1 4-44 0,1-3-41 16,1-5-43-16,-2 3-32 0,1-2-164 0,-1-1-482 16,0-5 214-16</inkml:trace>
  <inkml:trace contextRef="#ctx0" brushRef="#br0" timeOffset="90195.78">11895 12272 135 0,'0'0'239'0,"10"10"1"0,-10-10-8 16,4 16-11-16,-3-6-10 0,2 3-10 0,0-1-8 16,-1 4-13-16,-2-1-12 0,0-4-15 0,2 1-9 15,-1-3-9-15,0 2-3 0,-1-5-11 0,0-6 2 16,3 11-3-16,-3-11 7 0,1 7 7 15,-1-7-4-15,1 8 15 0,-1-8 11 0,0 0 2 0,0 0 1 16,0 0-17-16,0 0-19 0,0 0-7 0,0 0-17 16,0 0-7-16,0 0-13 0,0-28-13 0,0 17-11 15,2-1-28-15,2-4 3 0,0-3-11 0,4-8-13 16,3 1-13-16,1 2-9 0,-2-1-7 0,4 1 1 16,2 2 1-16,-5 7 1 0,3-2-2 0,-1 6 17 15,-7 3-19-15,4 3 8 0,1 0-12 0,-3 4 6 16,0 1 5-16,1 3-2 0,0 1 10 0,0 4 4 15,0 1 1-15,-1 2 12 0,1 5-9 0,1 5 6 16,-5 3-1-16,1-5-3 0,-2-2-22 0,-2 3-44 16,3-1-27-16,-5 0-35 0,-3 1-36 0,-1 4-66 15,4-3-69-15,-6 3-295 0,1-6-641 0,1 0 284 16</inkml:trace>
  <inkml:trace contextRef="#ctx0" brushRef="#br0" timeOffset="90845.02">12383 12194 228 0,'-3'-3'267'0,"3"3"-5"0,-6-5-11 0,6 5-22 15,-12-1-14-15,12 1-7 0,-13 7-11 0,7 2-9 16,-1 1-17-16,-2 6-10 0,2 1-11 0,-1 7-8 16,3-6-27-16,-3 1-7 0,6 6-12 0,2-8-10 15,0 1-6-15,2-1-10 0,1-1-9 0,4-2-1 16,-3-3-10-16,3-1-5 0,-1 0 2 0,4-3-5 15,-1-1-3-15,-3 0-7 0,6-3-3 0,-1-1-9 16,-4-1-3-16,4-1-1 0,1-1-8 0,-12 1 0 16,17-5 0-16,-9-1-6 0,2 0 5 0,-3-1-7 15,-3-1-5-15,1-3-3 0,2 0-4 0,-3 2-9 16,0-2-2-16,1-1 1 0,-1-5-1 0,-2 0 3 16,-1 5-5-16,-1 1 6 0,1 1 5 0,-1-1-4 15,0 2 4-15,1 2 3 0,-1 7 4 0,2-9 3 16,-2 9 1-16,0 0-3 0,0 0-1 0,0 0 11 15,0 0 9-15,0 0 4 0,0 0-5 0,0 0 5 16,0 0-3-16,3 31 2 0,-1-21-3 0,-4 3-3 16,2 2 0-16,2 0 1 0,1 0-14 0,-3 2-32 15,4-4-39-15,-4-2-40 0,2 1-41 0,0 1-51 16,2-5-36-16,-1 4-219 0,-1-3-498 0,0-2 221 0</inkml:trace>
  <inkml:trace contextRef="#ctx0" brushRef="#br0" timeOffset="91346.44">12634 12250 120 0,'0'-9'213'16,"0"9"-18"-16,0 0 6 0,0 0 13 0,0 0-1 16,0 0-10-16,0 0-1 0,2 28-14 0,-2-17-16 15,0 1-11-15,3 4-11 0,2-5-13 0,-3 2-12 16,2-2-12-16,3 0-9 0,-2 0-3 0,1 0-2 15,2 0 0-15,0-4-7 0,-1 2 5 0,3-4-11 16,-2-1-5-16,-3-1 0 0,7 3-3 0,-5-5-8 16,1 0-11-16,-8-1 2 0,17-2-6 0,-11-1-12 15,2 2-2-15,-2-3-7 0,3-1-3 0,-4 1-3 0,0-2-2 16,1-1-8-16,-3-1-12 0,1-3-5 16,-2 1-11-16,-2 1-3 0,2-1-6 0,-4-1 3 15,2 2-6-15,0 9 3 0,-2-10 0 0,2 10 0 16,0-10-2-16,0 10 4 0,0 0-3 0,0-9 1 15,0 9 1-15,0 0 10 0,0 0-2 0,0 0-2 0,0 0 6 16,0 29-1-16,0-20 2 0,0 2 3 0,2-1-5 16,0 1 4-16,2-2-1 0,1 1 3 15,2-2-1-15,0-1-3 0,-1-1 3 0,3 0 7 16,3-4-5-16,-1 0 0 0,7-1 2 0,-2-2 3 16,4-3 1-16,-3-1 0 0,2-2 6 0,-4 0 1 15,1 2-4-15,-1-6 11 0,-1 1-7 0,-5 2-3 0,1-3 7 16,-4 0 0-16,1 0 5 0,-5 1-2 0,2-1-2 15,1-5-1-15,-5 4-2 0,-3-6-4 16,3 1 1-16,-4 2-1 0,0-1 1 0,-3 1-2 0,3-1-4 16,-3 5-14-16,0-2 1 0,1 3-16 0,-1 2-10 15,2 2-18-15,-2 2-25 0,1 1-25 0,6 3-32 16,-11 1-38-16,11-1-40 0,-14 8-47 0,9 3-228 16,-5-1-525-16,5-1 234 0</inkml:trace>
  <inkml:trace contextRef="#ctx0" brushRef="#br0" timeOffset="92295.57">13182 12168 104 0,'-4'-3'284'0,"4"3"10"0,-14-6-5 0,8 3 4 16,-1 0-12-16,7 3-22 0,-13-3-12 0,13 3-26 15,-14 1-13-15,8 4-10 0,-1 1-9 16,-1 1-13-16,4 5-17 0,-4-2-31 0,1 8-2 15,1-2-15-15,5-4-7 0,1 5-11 0,-2-5-3 0,4 3-28 16,-1-2 17-16,3-6-7 0,4 3-10 0,-3 0-3 16,3-3-8-16,2-2 2 0,-1 2-6 0,2-2-2 15,1-4-17-15,1-1-2 0,3 0-7 16,1-3-14-16,-3 0-1 0,-3 0 0 0,1-2 0 16,-1 0-7-16,0-1-1 0,-2-1 9 0,0 2-3 0,-2-4-2 15,-1 3-3-15,-1-3-7 0,2-1-12 0,-3-1-6 16,-1 2-5-16,-1-1 2 0,0 1 5 0,0-1 1 15,-2 2 7-15,0 1-3 0,0 7 1 16,2-13 2-16,-2 13 3 0,-2-9 1 0,2 9 3 0,0 0-1 16,0-10 5-16,0 10 9 0,0 0 25 0,0 0 27 15,0 0-29-15,0 0 3 0,0 0 0 0,7 24 4 16,-5-14-13-16,2-2 5 0,-1 1-8 0,2 1 5 16,1-3 4-16,-2 1 7 0,5-1 11 15,-1-1 13-15,0 1-5 0,5-1 2 0,-3-4-2 0,1 1-8 16,2 0 1-16,-1-5-2 0,1 2-6 0,3-2-9 15,1-3 1-15,-5 0 3 0,4-1-8 0,-3-1 3 16,-4-1 0-16,0 0-6 0,1 1 3 0,-4 1-2 16,1 0-6-16,-3 1 0 0,2-4-3 0,-5-1 3 15,1 2-9-15,0 0-6 0,-2 2 0 0,0 6-4 16,5-10 5-16,-5 10-3 0,0-8-2 0,0 8-1 16,0 0-1-16,3-7 1 0,-3 7 0 0,0 0 6 15,0 0 4-15,0 0 1 0,0 0-2 0,6 17-1 16,-2-9 2-16,-2-3-5 0,3 1 1 0,1 2 3 15,0-1-2-15,2 1 3 0,5-1 3 0,-1-2 1 16,4 1 6-16,4-2-8 0,0-4-8 0,0 0 13 16,1-2-3-16,1-3 2 0,-2 1 0 0,0 0-5 15,-4-1 3-15,-2-1 4 0,-3 2-7 0,1-2 1 16,-4 1 5-16,-1-4-4 0,1 4 3 0,-5 0-7 16,2-1 2-16,-1 0 0 0,-4 6 1 0,2-12-3 15,-1 7 8-15,-1 5-6 0,0-13 0 0,0 13 0 16,0-11 6-16,0 11 3 0,0 0 7 0,-3-10-5 15,3 10-6-15,0 0-2 0,0 0 3 0,0 0-5 16,0 0 7-16,0 0 6 0,0 0-4 0,-4 44 6 16,4-12 8-16,-5 15 2 0,8-1 6 0,-3 7 10 15,-3 4 2-15,3 1-2 0,3 2-2 0,1 21-7 0,-2-26 2 16,7 2 6-16,-3-2-1 0,6-1 3 16,-3-1 3-16,2 0 0 0,1-3-1 0,1-4 5 15,3-2-1-15,-7-11 0 0,1-2-7 0,0-3-1 16,-5-3-7-16,1-7-4 0,-4-3-2 0,1-5 0 15,-3 1-3-15,0-4-4 0,-5-1 0 0,-1-2-8 16,-6-2-9-16,-5-6-14 0,-6-2-10 0,-6-5-5 16,-3-3-5-16,-1-6 0 0,-8-8 2 0,2-2-1 15,6-8 0-15,4-1 3 0,7-3-11 0,5-6-8 16,7 1-8-16,0 12-2 0,4-15-9 0,3 3-2 0,6 0 2 16,1 2 0-16,0 9 2 0,8 2 1 15,1 0 3-15,1 1-6 0,11-8-3 0,-10 10-6 16,8 2-21-16,0 1-15 0,10-6-13 0,-9 8-22 15,3 4-11-15,1 2-18 0,-2 1-26 0,2 2-27 0,-2 1-39 16,1 0-43-16,3 3-47 0,-6 1-281 0,1 0-681 16,-7 5 301-16</inkml:trace>
  <inkml:trace contextRef="#ctx0" brushRef="#br0" timeOffset="92485.92">14323 12124 118 0,'0'0'324'16,"0"0"-10"-16,0 0 3 0,0 0 7 0,0 0-3 0,0 0-19 16,0 0-22-16,0 0-35 0,0 0-20 15,0 0-30-15,0 0-23 0,3-11-46 0,-3 11-51 0,0 0-52 16,0 0-39-16,0 0-46 0,0 0-52 0,0 0-57 16,0 0-51-16,12 22-46 0,-10-13-150 15,-2-9-454-15,2 15 201 0</inkml:trace>
  <inkml:trace contextRef="#ctx0" brushRef="#br0" timeOffset="92627.76">14328 12332 60 0,'-2'7'286'0,"2"-1"-27"0,-3-1-14 16,3-5-8-16,-2 12 2 0,2-12 0 0,-4 9-8 15,0-5-10-15,4-4-26 0,-2 6-20 0,2-6-13 16,0 0-22-16,0 0-29 0,0 0-31 0,-1 8-35 16,1-8-50-16,0 0-63 0,0 0-90 0,22-2-84 15,-22 2-167-15,30-15-443 0,-8 2 196 16</inkml:trace>
  <inkml:trace contextRef="#ctx0" brushRef="#br0" timeOffset="92768.37">14652 12207 3211 0,'8'-7'162'0,"-5"2"-72"0,1 1-40 0,-4 4-9 15,6-9 42-15,-6 9 50 0,6-3 36 0,-2-1-1 16,-4 4-18-16,0 0-13 0,6-6-12 0,-6 6-15 16,0 0-15-16,0 0-29 0,0 0-27 15,0 0-42-15,5-4-59 0,-5 4-57 0,0 0-52 0,0 0-68 16,0 0-71-16,0 0-66 0,0 0-216 0,-36 14-641 15,16-7 284-15</inkml:trace>
  <inkml:trace contextRef="#ctx0" brushRef="#br0" timeOffset="93645.65">7560 13249 39 0,'0'0'197'0,"-11"-2"2"0,4 0 2 16,7 2 2-16,-14-4-6 0,14 4-10 0,-7-4-8 15,7 4-17-15,-8-1-9 0,8 1-19 0,0 0-12 16,-9-3-15-16,9 3-7 0,0 0-11 0,0 0-11 15,0 0-5-15,0 0-4 0,0 0-9 0,0 0-5 16,0 0-6-16,0 0-2 0,0 0-4 0,28-2-1 16,-7 1 0-16,7 1-2 0,4 0-3 0,2 0 3 15,7-3-1-15,11 0-4 0,3-2 2 0,3 2-5 16,3-2-2-16,3 1 0 0,26-2-5 0,-32 3-3 16,6-1 2-16,1 1 0 0,30 2-2 0,-4 0 0 15,-27-1 2-15,32 1-1 0,-3-2 0 0,-2 1 0 16,-2 1 1-16,4 2 2 0,-2-3-1 0,7 3 3 15,3-2 4-15,4 1-3 0,4 0 2 0,3-4 0 16,3 0-1-16,3 1 4 0,-3-1 3 0,10 4 3 16,4-2 2-16,4-1 4 0,-2-1-3 0,-2 0 6 15,1-2-2-15,2 2 23 0,2-1-9 0,4-4-3 16,1 0-3-16,-2 0-6 0,1-4 0 0,2 2 10 16,-3-2-16-16,3 3 11 0,-6-4-1 0,1 2-2 15,-6 0-2-15,-2 2 1 0,-5 3-11 0,-1-2 4 0,-2-1 8 16,-5 5 18-16,-5-1 4 0,-9 1-2 15,-1 1 0-15,1-4 7 0,-12 3 6 0,-22 3 1 16,23-1 2-16,-30-1 4 0,1 3-1 0,-3-4 5 16,-1 2-2-16,-2 1-7 0,-14 0 6 0,-6-1 5 15,0 1 0-15,-3 0-4 0,-1-1-9 0,-10 1 1 0,3 2-12 16,-6-3 4-16,-1 3-11 0,-5-1-20 16,-5 1 3-16,-6 0 3 0,15-1-6 0,-15 1-5 15,9-2-4-15,-9 2-24 0,8 0-31 0,-8 0-39 16,0 0-47-16,0 0-72 0,0 0-117 0,0 0-148 0,0 0-133 15,0 0-304-15,-36-22-951 0,12 10 421 0</inkml:trace>
  <inkml:trace contextRef="#ctx0" brushRef="#br0" timeOffset="108661.76">15577 12792 111 0,'-4'-7'182'0,"4"7"-6"15,-4-6-8-15,4 6-10 0,0 0-12 0,-5-10-8 16,5 10-10-16,-3-7-6 0,3 7-4 16,-3-7 7-16,3 7-2 0,-3-7 0 0,3 7-7 0,-2-7-11 15,2 7-9-15,-5-9-8 0,5 9 3 0,-2-7-6 16,2 7-9-16,-3-10-3 0,1 6 6 0,2 4-4 15,-5-7-3-15,5 7-3 0,0 0-7 0,0-10 1 16,0 10-3-16,-4-7-5 0,4 7-7 0,-2-6-3 16,2 6-6-16,0 0 6 0,-3-9-5 0,3 9 3 15,0 0-8-15,0 0 1 0,-1-7-6 0,1 7-4 16,0 0-3-16,0 0-5 0,0 0-5 0,0 0-3 16,0 0-4-16,0 0-6 0,0 0 0 15,0 0 0-15,0 0-1 0,0 0 2 0,5 24 0 16,-4-6 2-16,0-1 0 0,-1 3 0 0,2-1-3 0,-2 8 1 15,1 0 1-15,-2-7-2 0,-1-1 1 0,2 0-1 16,0 0-1-16,0-2 1 0,0-4 3 16,0 3 0-16,-1 1 1 0,0-6-1 0,1 0 2 15,0-1-2-15,0-3 0 0,0 2-3 0,0-9 1 16,0 12-1-16,0-12 0 0,1 8 3 0,-1-8-7 0,0 0 7 16,0 8 1-16,0-8-8 0,0 0 5 0,0 0-4 15,0 0 8-15,-2 8-8 0,2-8-17 16,0 0-12-16,0 0-22 0,0 0-18 0,0 0-16 15,0 0-33-15,0 0-18 0,0 0-23 0,0 0-18 16,-7 14-29-16,6-10-23 0,-3 0-147 0,-2 4-410 0,6-8 181 16</inkml:trace>
  <inkml:trace contextRef="#ctx0" brushRef="#br0" timeOffset="108894.97">15500 12936 56 0,'0'0'179'0,"0"0"-7"16,0 0-4-16,0 0-12 0,0 0-14 15,0 0-12-15,9-6-13 0,-9 6-10 0,13 0-14 16,-3-2-6-16,4 2-10 0,-1-2-11 0,5 0-14 0,0-1-14 16,0 0-13-16,-2 1-28 0,3 0-16 0,-3 0-16 15,0 1-16-15,-2-1-10 0,-1 0-17 0,-1 2-13 16,-1-3-6-16,2 0-5 0,-4 0-10 0,1-1-58 15,-5 2-183-15,0-3 81 0</inkml:trace>
  <inkml:trace contextRef="#ctx0" brushRef="#br0" timeOffset="109118.35">15795 12857 276 0,'0'0'5'16,"2"-11"15"-16,-2 4 8 0,0-4 7 0,0 1 5 15,-2 1 10-15,2 0 16 0,-2-2 10 0,0 1-2 16,0-3 5-16,-1 2 1 0,0 0 7 0,0 0 12 16,1 3 6-16,-1 1 9 0,3 7 0 15,-1-11 1-15,-1 4-10 0,2 7-12 0,0 0-15 0,-2-10-10 16,2 10-10-16,0 0-6 0,0 0 4 15,0 0 8-15,0 0 0 0,0 0 0 0,4 31 2 0,-2-20 3 16,-2 5-9-16,4 1 1 0,1 0-5 0,-4 1-9 16,1 0-4-16,-1 0-5 0,0-1-2 0,0-1-5 15,3 2-6-15,-1-1-13 0,-2-2-27 0,2 1-31 16,-2 1-30-16,2-3-34 0,-1-1-33 0,1-1-30 16,-2 5-26-16,-1-4-126 0,1-2-352 0,-1 0 157 15</inkml:trace>
  <inkml:trace contextRef="#ctx0" brushRef="#br0" timeOffset="109401.87">15859 13019 45 0,'12'-8'114'0,"-3"2"0"16,2-1-8-16,0-1-5 0,1 3-10 0,-2-3-6 16,6 0-8-16,-2-1-2 0,2 1-11 15,1-1 0-15,-2-1-4 0,1 3-1 0,-1-2 1 0,-2-1-3 16,-4 1 3-16,3-2-6 0,-2 2 0 0,-3-1 5 15,0-1 2-15,0 0 6 0,-2 2 0 16,0-1 0-16,-2 0 1 0,-2 0-6 0,2-1 6 16,-3 5 14-16,0 6-1 0,0-13-3 0,0 13-1 15,-4-10-6-15,4 10-8 0,-5-7-2 0,5 7-8 0,-10 0-1 16,10 0-7-16,-18 6 6 0,7 0-4 0,-4 3-4 16,2 1-7-16,-1 0-3 0,2 4-5 0,4-4-2 15,-1 1-3-15,4-1-3 0,1 1-5 0,0 3-14 16,2-3-21-16,2-1-32 0,2 6-40 0,1-6-52 15,5 2-34-15,3-5-46 0,2 5-133 0,6-4-385 16,0-2 172-16</inkml:trace>
  <inkml:trace contextRef="#ctx0" brushRef="#br0" timeOffset="109785.81">16327 12787 222 0,'-10'3'222'0,"-3"2"1"0,3-2-15 0,-1 3-16 16,0 1-14-16,2 0-18 0,1 1-14 0,1 0-16 16,0 1-12-16,4-1-11 0,-1 0-11 0,2-1 0 15,4 3-5-15,-1-1-5 0,2-2-5 0,2 1-8 16,1-1-10-16,0 0-4 0,3 0-6 0,-2-4-11 16,3 3-9-16,0-3-6 0,-2-1-2 0,3 0-1 15,0 0-6-15,-1-2 3 0,-10 0-1 0,15-2-4 16,-8-2 2-16,-1 1-3 0,0 0 0 0,1-2 9 15,-4 0-3-15,-3 5 6 0,7-10-5 0,-6 2 4 16,1 3 0-16,-2 5 5 0,0-15 4 0,0 15 14 16,0-13 5-16,0 13 6 0,-2-7 10 0,2 7-10 15,0 0-7-15,2-9-2 0,-2 9-11 0,0 0-2 16,0 0-9-16,0 0 0 0,0 0 1 16,0 0 2-16,0 0-4 0,0 0-3 0,0 0 1 0,0 0-3 15,0 31-6-15,2-21-3 0,-1-1-3 0,1 2-22 16,2-4-25-16,1 5-29 0,0-3-27 0,0 1-30 15,0-2-39-15,0-1-37 0,1 0-24 0,2-2-31 16,0 0-193-16,-8-5-481 0,16 6 214 16</inkml:trace>
  <inkml:trace contextRef="#ctx0" brushRef="#br0" timeOffset="110016.32">16663 12672 42 0,'0'-15'247'0,"-1"4"7"15,2 1 5-15,-1 1-1 0,0 9-16 0,0-10-17 16,0 10-30-16,0-6-18 0,0 6 0 0,0 0 6 16,0 0 11-16,0 0-13 0,4 28-2 0,-3-12-27 15,1 2-10-15,-2 2-11 0,0-1-16 0,0 0-11 16,0 0-6-16,1 2-13 0,-1 3-3 0,1-5-17 16,0-1 0-16,1-1-3 0,1 0-26 0,-3 0-28 15,3-1-33-15,-3-1-33 0,1-3-34 0,-1-2-41 16,-1 3-39-16,1-13-51 0,-1 15-33 0,-3-6-245 15,0 1-541-15,-2-5 241 0</inkml:trace>
  <inkml:trace contextRef="#ctx0" brushRef="#br0" timeOffset="110177.76">16497 12813 126 0,'0'0'258'15,"-4"-10"-28"-15,4 10-10 0,-4-5-8 0,4 5-11 16,0 0-22-16,8-8-16 0,-8 8-16 0,17-4-13 15,0 3-21-15,4 0-27 0,7 1-30 0,3-2-40 16,2 4-62-16,4-4-81 0,0 5-201 0,3-2-356 16,-1 2 158-16</inkml:trace>
  <inkml:trace contextRef="#ctx0" brushRef="#br0" timeOffset="111499.92">17386 12709 10 0,'-12'-6'306'0,"0"1"-9"0,-2 1-19 16,1 0-12-16,-3 2-12 0,-2 1-11 0,1 2-19 15,-1 1-18-15,0 3-9 0,-1 1-6 0,3 2-17 16,-3 5-18-16,4-1-19 0,-4 7-18 15,8-4-7-15,-1-1-10 0,3 2-10 0,4 0-8 0,1 0-13 16,3-1-9-16,1-4-4 0,4 5 0 0,1-6-11 16,2 2-3-16,3-3-5 0,2 0-1 0,4 0-4 15,0-3-6-15,3-3-4 0,1 0-3 0,0-5-3 16,-1 1-8-16,-1-1-7 0,0-4 0 0,0 0-1 16,-1 1-1-16,-7-3 2 0,3-1 0 0,-4 1-4 15,2-3-1-15,0-3 0 0,-3-2 0 0,-1-1 3 16,-3 0-7-16,-1-2 3 0,1 2-2 0,-3-4 1 15,-1-6-3-15,2 3 0 0,-1-3 0 0,-1 1 3 16,0-1 8-16,1 1-12 0,-1 1 3 0,0-2 1 16,0 3-2-16,1 4-1 0,1 5 2 0,-2 4 3 15,1 1 8-15,0 0 1 0,1 4 1 0,-2 6-6 16,1-12 2-16,-1 12-6 0,0-7-4 0,0 7 7 16,0 0-6-16,0 0-1 0,0 0 3 0,0 0 0 15,1 32 4-15,0-8-2 0,-2 4 3 0,1 1 3 16,-1 1-6-16,2 0 3 0,3-3-2 0,-3 1 3 15,3-3 1-15,-1-5 3 0,2-1-8 0,0-1 2 16,0-3 0-16,3-1 1 0,-3-2 1 0,4-2 2 16,-2-1-1-16,4-1 12 0,-2-1 1 0,2-2 0 15,-1 0-4-15,2-2-3 0,-2-1 4 0,-1-2-5 16,-1 0-4-16,3 0 1 0,-2-3-6 0,0-2 2 16,1 1-3-16,-2-1-2 0,0-3 2 0,-2-1-2 15,2-1 0-15,-2-1-1 0,-2-1-1 0,0 0-11 16,-2 1-4-16,2-2 5 0,-1-2 0 0,-2 4 3 15,3 1-1-15,-4 1 2 0,1 3 11 0,-1 6-8 16,0-11 2-16,0 11-6 0,1-7 9 0,-1 7 0 0,0 0-4 16,0 0 1-16,0 0 21 0,0 0-22 15,0 0 2-15,-11 25 5 0,10-14-3 0,-1 0 2 16,1-2 0-16,1 2 1 0,1-2-4 0,2 1 4 16,-2-3-1-16,2 2 1 0,2-2-2 0,2-1 8 15,2 0-5-15,2-1 0 0,3-3-1 0,2-1 3 16,3-1-3-16,1 0 0 0,-4-2-4 0,3-1-1 15,-2-2 2-15,0-1-1 0,-4 1 3 0,-2-1 1 16,-1-1-6-16,0 0 6 0,1-2 2 0,-4 1-2 16,1-3-4-16,-3 0 5 0,1 0-4 0,-1-3 6 0,-3 3 0 15,-1-2-6-15,2-2 1 0,-3 3 13 0,1 2-11 16,-2 0-3-16,1 2-1 0,0 8-1 16,1-12 12-16,-1 12-16 0,0 0-5 0,0-9 6 15,0 9 4-15,0 0 2 0,0 0 16 0,0 0-18 16,-4 37 8-16,3-20-1 0,-2 0 0 0,2 2-3 0,-2 0-1 15,1-1 5-15,1-1 0 0,-2 0-9 16,4-1 4-16,-2-4 11 0,1-1-10 0,0-2-5 16,0-2 5-16,0-7 1 0,1 13-3 0,-1-13 7 15,0 7-2-15,0-7 9 0,0 0 13 0,0 9 13 16,0-9 0-16,0 0-6 0,0 0-5 0,0 0-1 16,14-5-4-16,-14 5 4 0,13-11 19 0,-4 4-36 15,-1 1 4-15,3-7 5 0,-2 3-15 0,3-3-9 16,-2-1-3-16,3 0-6 0,-4-2 4 0,0 2-13 15,-2-1 2-15,2 1-1 0,0-1 2 0,-2 5 11 16,-2-3-5-16,1 3 3 0,-2 0-5 0,-2 2 4 0,1 2 11 16,0 1 5-16,-1-1 3 0,-2 6 1 15,3-9-8-15,-3 9-1 0,0 0-1 0,0 0 2 16,0 0 2-16,0 0-5 0,0 0-2 0,0 0 4 16,-9 22-2-16,6-13-3 0,1 1 2 0,-1 1 6 0,2 0-6 15,2 0 5-15,2 0-4 0,-1 4-1 16,1-4 5-16,1 0-8 0,1-1 5 0,0-1 5 0,-1 0 1 15,3 1-5-15,-2-3-2 0,3 2 4 16,-4-3-7-16,-1 0 3 0,0 0 0 0,1-2 2 16,-4-4 2-16,4 9 1 0,-2-4 6 0,-2-5-2 0,0 9-1 15,0-9 2-15,0 0-10 0,-6 14 10 0,1-10-2 16,0 0-12-16,1 0-9 0,4-4-20 0,-9 7-30 16,9-7-28-16,-6 3-42 0,6-3-41 0,0 0-47 15,-12 5-38-15,12-5-31 0,-2 4-153 16,2-4-482-16,0 0 213 0</inkml:trace>
  <inkml:trace contextRef="#ctx0" brushRef="#br0" timeOffset="111684.14">18270 12633 52 0,'5'-11'238'0,"2"2"0"0,-3 0 5 0,-1 4-2 16,-1 0-13-16,2 1-13 0,-4 4-23 0,5-8-23 0,-5 8-17 15,7-1-6-15,-7 1 0 0,0 0-10 0,0 0-11 16,12 14-8-16,-8-5-5 0,0 1-10 0,-1 3-11 15,-2 3-15-15,0-5-30 0,2 3-33 0,-3-3-27 16,0 6-29-16,0-5-41 0,0 2-46 16,1-4-43-16,0 2-38 0,-1-1-194 0,-2 0-437 0,-1-1 195 15</inkml:trace>
  <inkml:trace contextRef="#ctx0" brushRef="#br0" timeOffset="111842.29">18128 12435 168 0,'0'0'124'0,"-9"-8"-34"0,9 8-26 16,0 0-28-16,0 0-43 0,0 0-73 16,0 0-86-16,0 0 39 0</inkml:trace>
  <inkml:trace contextRef="#ctx0" brushRef="#br0" timeOffset="112100.06">18550 12414 222 0,'0'0'252'0,"-3"-13"8"0,3 13 3 0,0 0 4 0,-1-15-2 16,1 15-12-16,0 0-20 0,1-11-25 0,-1 11-19 16,0 0-25-16,0 0-18 0,0 0-15 15,0 0-8-15,0 0-7 0,9 32-6 0,-7-6-13 0,2 3 0 16,-1 4-2-16,1 2-3 0,-4-2-14 15,-2 2-5-15,1 0-6 0,0-3-8 0,-1-1-8 0,0-1-3 16,-2-1 0-16,0-2-8 0,3-1-2 0,0-7-4 16,-2 0-7-16,1 1-3 0,2-1 13 0,-3-3-49 15,0 0-31-15,2-3-28 0,-3 2-34 16,2-2-38-16,-1-3-38 0,-1-1-33 0,2 1-28 16,2-10-21-16,-6 11-21 0,2-5-158 0,4-6-479 0,0 0 213 15</inkml:trace>
  <inkml:trace contextRef="#ctx0" brushRef="#br0" timeOffset="112328.8">18597 12628 92 0,'13'-11'145'0,"-1"5"-3"0,0 2-6 0,-2 1-4 0,3 2 0 16,-2 2 20-16,1 2 5 0,-2 1-4 0,-2 1-8 15,-1 2 3-15,1 0-7 0,-3 3 3 16,-1-1-4-16,-3 0-5 0,1 1-5 0,-2-2-9 15,-3 3-11-15,-1-2-5 0,0 2-13 0,0-1-11 0,-3-1-6 16,2-1-14-16,-2 1-23 0,2-2-26 16,-1 1-31-16,-2-3-38 0,8-5-40 0,-10 12-60 15,10-12-45-15,-4 7-197 0,4-7-430 0,-5 7 190 16</inkml:trace>
  <inkml:trace contextRef="#ctx0" brushRef="#br0" timeOffset="112695">18920 12581 234 0,'0'0'274'0,"-6"-8"-10"0,6 8-9 15,0 0-5-15,-18 9-17 0,8-2-12 0,1 1-19 0,1 2-9 16,-1-1-18-16,0 2-20 0,3-1-11 0,-1 2-18 16,1-2-13-16,1 2-13 0,1-1-7 15,1-2-10-15,3 3-4 0,0-4-14 0,2-1-7 16,0 0-11-16,-2-7-13 0,4 12-7 0,0-8-6 15,2 1-7-15,1-3-6 0,-1 0-4 0,-6-2-4 0,13 1-3 16,-13-1-3-16,14-2-2 0,-5-1 1 16,0 0-2-16,-2-1 2 0,0-2-3 0,-2-1-3 15,1 0 2-15,2-1-3 0,-3 0 2 0,0-1 0 16,0 1 5-16,2-1-3 0,-3 1 0 0,-4 8 5 16,5-10-1-16,-3 5 6 0,-2 5 9 0,3-7-4 0,-3 7 3 15,0 0-2-15,2-6 9 0,-2 6 10 0,0 0 8 16,0 0-2-16,0 0-2 0,2 19-2 15,-2-19-2-15,-4 16-2 0,2-6-1 0,2-1-2 16,0 1 1-16,2 0-8 0,-2 0 0 0,1 1-32 16,-1-1-32-16,1 2-36 0,1-3-42 0,0 1-40 0,1-5-43 15,1 2-54-15,-2 0-187 0,-2-7-490 0,9 5 217 16</inkml:trace>
  <inkml:trace contextRef="#ctx0" brushRef="#br0" timeOffset="112961.94">19185 12369 231 0,'1'-10'290'0,"-1"10"-4"0,1-13-27 0,-1 13-22 16,0 0-27-16,1-11-26 0,-1 11-6 16,0 0 11-16,0 0 3 0,0 0 9 0,9 36-3 0,-6-18-7 15,1 8-6-15,-2 2-22 0,-2-3-14 16,2 5-5-16,-1-5-8 0,-1 2-20 0,1-2-6 15,0 0-12-15,-2-6-7 0,2 1-2 0,1-5-17 16,-2 0-5-16,1 3-13 0,0-2 4 0,1-6-44 16,-1 0-42-16,-1-1-40 0,0-1-39 0,0-2-38 0,0-6-37 15,0 0-56-15,0 16-39 0,0-16-24 0,-1 6-207 16,1-6-550-16,0 0 244 0</inkml:trace>
  <inkml:trace contextRef="#ctx0" brushRef="#br0" timeOffset="113250.21">19091 12622 33 0,'-4'-8'220'0,"4"8"-18"16,0 0-23-16,0 0-14 0,6-9-8 0,-6 9-16 15,15-5-14-15,-2 3-11 0,2-1-12 0,5 2-9 16,2-2-9-16,8-2-7 0,-4 2-8 16,0-2-5-16,1 2-7 0,-5 0-4 0,-1-1-1 0,-1-2-2 15,0 1 2-15,0 1 6 0,-4 0 9 0,-2 1 11 16,-5 1 9-16,-4-1 9 0,1 1 4 0,-6 2 7 15,10-2 1-15,-10 2 0 0,9-1-3 16,-9 1-3-16,0 0-8 0,0 0-10 0,0 0 2 16,0 0 8-16,16 5 8 0,-16-5-2 0,2 12-6 0,1-4-2 15,-2 2-8-15,0-1-7 0,1 2-8 0,-1 2 5 16,0-1-21-16,0 2-7 0,1-1-20 0,-2-2-36 16,0 3-30-16,0-3-36 0,1 1-43 15,-2 1-53-15,1 0-50 0,0-13-47 0,0 20-52 0,-2-11-206 16,0 1-567-16,-2 0 251 0</inkml:trace>
  <inkml:trace contextRef="#ctx0" brushRef="#br0" timeOffset="113432.37">19443 12419 2351 0,'-4'-15'21'0,"-2"0"-10"16,0 7 13-16,4-1-2 0,-1 2-19 0,1 2-1 15,2 5-8-15,-4-7 2 0,4 7 1 16,0 0-6-16,0 0-21 0,0 0-30 0,0 0-44 0,0 0-44 16,0 28-40-16,4-16-126 0,1 3-340 0,-1-1 150 15</inkml:trace>
  <inkml:trace contextRef="#ctx0" brushRef="#br0" timeOffset="113979.33">19678 12522 198 0,'0'0'226'0,"0"0"-1"0,0 0-7 16,0 0-13-16,0 0-6 0,0 0 3 0,0 0-3 16,-7 17-7-16,7-17-5 0,-6 18-13 0,2-7 0 15,1 0-17-15,-1-1-4 0,1-1-23 0,2 2-12 16,-2 1-9-16,2-2-15 0,0 2-10 0,1-2-4 16,2 1-11-16,-2-3-4 0,2 1 5 0,1-3 0 15,-1 0-14-15,2-1-9 0,-4-5-1 0,8 9 3 16,-4-8-13-16,-4-1-8 0,10 5-4 15,-10-5 0-15,10 1-17 0,-10-1 0 0,10-2-10 16,-10 2 0-16,11-5 0 0,-6-1-8 0,0 1-8 0,3-2-4 16,-2-1-1-16,0-1-2 0,0-1 3 0,0 2-1 15,1-1-9-15,-1-3-1 0,-1 2 1 0,3 1 3 16,-3-1 7-16,4 1 3 0,-3 3 5 0,-2-1 1 16,1 4 3-16,-1-1-2 0,-4 4 1 0,10-2 1 15,-10 2 5-15,12 3 12 0,-7 2 10 0,0 0 2 16,1 3 17-16,-2 1-9 0,0 1 8 0,0-2 0 15,0 1-6-15,0 0-3 0,-2-2 1 16,2 1-4-16,-3-2 0 0,-1-6-2 0,5 9 0 0,-5-9-3 16,4 8 4-16,-4-8 0 0,0 0 2 0,1 8 2 15,-1-8 6-15,0 0 8 0,0 0-3 0,0 0-10 16,0 0 11-16,0 0-21 0,0 0 4 0,0 0-10 16,8-17 1-16,-5 9-2 0,1 2-4 0,-2-1-3 15,3-4-4-15,4 2-2 0,3-4-7 0,0-1-2 16,-1 3-2-16,2 0 1 0,-3 4 0 0,0-3-5 15,0 4 6-15,0 1-5 0,1 2 3 0,-2 0 0 16,-3 2 8-16,3 1-10 0,-9 0 4 0,13 4 6 16,-8 2-1-16,1-2 2 0,-2 5 1 15,0 0 5-15,0 1-3 0,-2 0 3 0,-1 3-3 0,1-2 1 16,-1 0-15-16,-2 5-40 0,-1-4-30 0,1 5-60 16,-3-5-65-16,3-1-69 0,-3 0-247 0,-1 1-571 15,0-3 253-15</inkml:trace>
  <inkml:trace contextRef="#ctx0" brushRef="#br0" timeOffset="114545.79">20653 12389 19 0,'0'0'319'0,"-9"-13"-13"15,5 8-7-15,-1 2-15 0,-1-1-6 0,6 4-16 16,-15 1-15-16,4 0-14 0,0 5-24 0,-5 3-5 16,2 1-22-16,-1 4-12 0,3-1-14 0,1 4-16 15,1-1-10-15,2 1-21 0,2 0-10 0,1-1-13 16,3 1-15-16,2 0 6 0,0-6-7 0,4 1-4 16,1 1-3-16,0-4-1 0,4 1-8 0,0-2-1 15,3-2-9-15,-2 1-10 0,1-4 1 0,1 0-15 16,0-2 4-16,0 0-26 0,0-3 11 0,-1-1-2 15,-1 0 3-15,-1-1-7 0,-1-3 13 0,2 1-15 16,-3-2 4-16,-1 0-10 0,-1-2 2 0,-1 0 3 16,2 1 0-16,-2-3-7 0,0 2 6 0,-1 1-3 15,-1 0 6-15,1 1-4 0,-3 8-3 0,2-10 5 16,1 6-10-16,-3 4 5 0,3-5-6 0,-3 5 2 16,0 0 1-16,0 0 17 0,0 0-2 0,0 0 0 15,10 16 3-15,-9-7-4 0,0 2 4 0,2-2-8 16,-2 4 9-16,2 3-3 0,-1-6-7 0,1 3-33 15,1-1-52-15,-1 1-59 0,0-1-57 0,-2 0-67 16,4-1-63-16,-3-1-238 0,1-1-613 0,-1-2 272 16</inkml:trace>
  <inkml:trace contextRef="#ctx0" brushRef="#br0" timeOffset="114779.23">20993 12271 215 0,'-1'-14'353'0,"2"3"-4"0,0 2-11 0,0 4-27 16,-1 5-27-16,2-11-28 0,-2 11 2 0,0 0 15 15,0 0-6-15,0 0-30 0,17 33 8 0,-15-12-18 16,3 2-22-16,-1 5-31 0,2-4-4 0,-3 4-16 16,-1-1-16-16,2 1-15 0,-1-1-13 0,2-3-11 0,-1-5-15 15,0 0-34-15,-1-4-37 0,0 3-54 16,1-5-60-16,0 2-56 0,-2-4-60 0,0 0-75 15,0-2-56-15,-2 3-282 0,-2-5-682 0,-2 1 302 16</inkml:trace>
  <inkml:trace contextRef="#ctx0" brushRef="#br0" timeOffset="114928.05">20960 12491 163 0,'2'-6'219'0,"-2"6"-17"0,3-6-20 0,-3 6-20 0,9-4-14 15,-3 2-22-15,1 0-33 0,5 2-45 0,1-2-46 16,9 1-50-16,6-2-50 0,3 3-103 16,3-3-216-16,2 0 97 0</inkml:trace>
  <inkml:trace contextRef="#ctx0" brushRef="#br0" timeOffset="115146.92">21636 12257 126 0,'0'-12'268'0,"-3"-1"5"15,3 2 3-15,0 1 4 0,-1 3-5 0,1 7-14 16,-1-10-4-16,1 10-56 0,0-10-17 0,0 10-18 0,0 0 3 16,0 0 27-16,0 0 0 0,5 33-7 15,0-10-3-15,-3 5-8 0,1 1-24 0,1-3-13 0,-4 1-15 16,1 0-8-16,2-1-11 0,-2 0-17 16,0-7-6-16,2 1-8 0,-2-1-10 0,0-1-7 15,1 0-26-15,-2-2-38 0,1 0-42 0,0-7-48 0,2 2-55 16,-6-1-49-16,2-3-49 0,0 0-52 0,-3 1-58 15,-1-4-198-15,-2 1-602 0,2-2 266 16</inkml:trace>
  <inkml:trace contextRef="#ctx0" brushRef="#br0" timeOffset="115684.2">21650 12439 17 0,'9'-8'182'0,"1"1"0"0,2 0-2 0,-1 1 1 16,4-2-3-16,0-2-2 0,-2 4-7 0,0-3-13 15,0 3-6-15,2-1-10 0,-4 1-2 0,0 0 1 0,1-1-11 16,-5 0 1-16,2 0-1 0,-2 2-1 0,-2 0-6 16,3-1-3-16,-5 1-7 0,2-2-5 15,-1 3-4-15,-4 4 2 0,4-8-18 0,-4 8 0 16,0 0-6-16,6-11-11 0,-6 11-8 0,3-8-7 0,-3 8-9 16,3-7-3-16,-3 7-8 0,0 0-3 0,0 0-8 15,0 0-4-15,0 0 5 0,0 0-1 0,8 17 2 16,-8-6 2-16,-3-1-5 0,1 0 2 0,2 2-3 15,-1 3-4-15,1-2-2 0,1-1 7 16,-1 5-8-16,0-5-8 0,0 4 8 0,0-4-7 0,2 0 4 16,-1-3-9-16,-1 1-12 0,0-4-12 0,0-6-11 15,0 12 5-15,2-5 0 0,-2-7-2 0,4 7 7 16,-4-7 6-16,4 9-3 0,1-6 8 0,0 0 0 16,1 1 8-16,1 0 2 0,3-2 6 0,-2 1-2 15,1 0 9-15,4-1 7 0,0-1-2 0,1 0-1 16,-2 0-4-16,6-2-2 0,0 0 1 0,1-1 1 15,-1-2 1-15,0 1 0 0,0-1-1 16,-1-2-3-16,-3 3 2 0,-5-4 2 0,1 2-3 16,0-2-4-16,-2 0 14 0,1 0-10 0,-2 0-10 0,-2-3 9 15,0 2 2-15,-2 0-9 0,0 0 2 0,-3 1-4 16,0-3-1-16,0 10 14 0,-4-17 13 0,1 10 6 16,-1 1 0-16,-1 0-4 0,-2 0 7 0,2 3 6 15,-2 0-8-15,7 3 6 0,-19-1-7 0,6 2-2 16,-1 2 4-16,1 6-4 0,-3-2-7 0,4 2-14 15,3-1 12-15,0 2-12 0,2 0-24 0,4 1-41 16,-5 4-49-16,6-5-46 0,-1 2-56 0,5 4-63 16,0-5-59-16,3 0-232 0,4-1-607 0,9-1 269 15</inkml:trace>
  <inkml:trace contextRef="#ctx0" brushRef="#br0" timeOffset="116345.62">22893 12307 2520 0,'3'-13'75'16,"-2"1"47"-16,3 1 1 0,-4 1-11 0,0-2-21 16,-4 4 3-16,2-1 14 0,-2 3 3 0,0 0 5 15,0 0 10-15,4 6 9 0,-11-5-8 0,3 4-8 16,-2 1-5-16,-1 3 1 0,-1 8-3 0,-4 2 2 16,2 1-12-16,-1 6-5 0,2-3-7 0,2 5-12 15,3-6-5-15,3 3-10 0,1 0-5 0,2-2-6 16,2 2-6-16,2-3-1 0,3 3 2 0,2-3-4 15,3-2-6-15,0 0-6 0,2-2-10 0,3-3-13 16,2 0-10-16,0-3-17 0,-1 0-14 0,3-2-13 16,-1-1-17-16,0-3-16 0,-5 0-5 0,-1-3 0 15,0 0 3-15,-2-2-3 0,3-1-1 0,-6 0 6 16,0-2 7-16,-1-3 2 0,1 2 3 0,-5-3 6 16,2 0 4-16,-3 1 14 0,1 0 2 0,-2-1-4 15,0 2 6-15,0-1 8 0,0 4 22 0,0 7 1 16,0-12 2-16,0 12 14 0,1-8-14 0,-1 8 6 0,0 0 13 15,0 0 3-15,0 0 11 0,0 0 4 16,0 0 1-16,-4 29-3 0,4-19 4 0,0 1-10 16,1-1 3-16,3 1-2 0,0-1-7 0,1 2 0 15,4-2 1-15,-1 0 15 0,2-2 2 0,4 2-1 0,-3-5-2 16,2 1 1-16,4-2-12 0,-4-1 2 0,5-3 0 16,-1 2 1-16,-5-3-3 0,2-3-4 15,-1 2-1-15,-3-2 3 0,0-1-2 0,0 1-3 16,-2-2 0-16,-3-2-2 0,-1 1 4 0,-1 0-7 15,-2-3-3-15,-1 1 2 0,-1-3-10 0,-2 1-18 0,-1 2-8 16,0-1-23-16,-3 0-3 0,0 0-9 0,-2 2-17 16,0 1-12-16,0 0-19 0,-3 4-25 0,0 2-29 15,-1 1-30-15,-4 3-45 0,-3 0-43 0,2 3-38 16,1-1-168-16,4 0-529 0,1-1 234 0</inkml:trace>
  <inkml:trace contextRef="#ctx0" brushRef="#br0" timeOffset="116582.9">23242 12316 2201 0,'7'-15'129'0,"-1"0"-5"0,-1 0-27 0,0 0-2 15,-1 4 10-15,-1 2 12 0,-2 0 9 0,0 2 13 16,0 0-2-16,-1 7-1 0,4-10-8 0,-4 10-16 16,2-7-5-16,-2 7-29 0,0 0 29 15,0 0 5-15,0 0 11 0,11 12 0 0,-10 0-4 0,2 5 10 16,-3 2-10-16,1 0-10 0,-1 6-9 0,-1-1-11 15,2-5-7-15,-2 7-7 0,1-7-8 16,-1 0-5-16,-1 0-16 0,1-1-10 0,-1 0-34 0,0-1-26 16,2-6-59-16,-1 0-64 0,0 2-54 0,-1-2-49 15,2 0-58-15,0-4-65 0,0 3-285 0,0-10-713 16,-1 10 317-16</inkml:trace>
  <inkml:trace contextRef="#ctx0" brushRef="#br0" timeOffset="116795.09">23371 12246 188 0,'-1'-13'309'0,"1"2"5"16,0 2 0-16,0 1-3 0,0 8-28 0,0-10-26 15,0 10-29-15,0 0 8 0,0 0 0 0,0 0 2 16,0 0-7-16,1 31-20 0,-2-13-6 0,-2 1-36 16,1 7-12-16,-1-1-16 0,2 2-10 0,-3-2-19 15,4 0-8-15,0-1-36 0,-2-3-18 0,2-2-55 16,0 1-49-16,0-3-39 0,0 2-46 0,0-3-45 15,1 0-45-15,-1-4-16 0,3-3-25 0,0 0 3 16,0-3-7-16,1-2-182 0,0 0-493 0,1 0 218 16</inkml:trace>
  <inkml:trace contextRef="#ctx0" brushRef="#br0" timeOffset="117014.98">23389 12594 1450 0,'0'0'-95'0,"14"-4"46"15,-7 0 24-15,0-1 28 0,3-1 21 0,0-1 17 16,0-3 19-16,5 1 6 0,-2-3 10 0,2 2 3 16,1-2 1-16,-1 1 0 0,2-1 2 0,-1 1 0 15,0-3 0-15,-1 1-4 0,-1 0-2 0,0 1 4 16,-4-2-1-16,2 4 1 0,-4 0 0 0,-1 1 6 15,1 1 10-15,-4 2 11 0,-1-1 0 0,1 0-3 16,-4 7-4-16,3-11 6 0,-3 11 10 0,0 0-2 0,0 0 5 16,-8-14-6-16,8 14-9 0,-11-1-6 15,11 1-10-15,-15 5 6 0,7 3-16 0,-3-3-9 16,2 2-6-16,-1 1-6 0,5 0-6 0,-3 2-5 16,2 1-7-16,5-2-20 0,-2 1-4 0,-1 0-39 15,3-1-43-15,1 2-45 0,1 0-44 0,4-2-61 16,-1 1-65-16,4-2-67 0,-3-4-200 0,8 1-594 15,2-1 262-15</inkml:trace>
  <inkml:trace contextRef="#ctx0" brushRef="#br0" timeOffset="117249.41">23888 12339 145 0,'0'0'286'15,"-3"-11"1"-15,3 11-4 0,-6-9-3 0,6 9-4 16,-7-5-26-16,7 5-3 0,-9 0-12 0,9 0-2 15,-12 9-9-15,4-2-11 0,0-1-33 0,-1 4-5 16,-1-2-17-16,5 2-11 0,0 1-11 0,0-1-12 16,2-1-17-16,3 1-8 0,-1-1-12 0,1 1-17 15,2 0-18-15,1 0 1 0,1-2-21 0,2 0-22 16,1 0-33-16,4-3-35 0,-2 0-48 0,3 0-47 0,-1-3-61 16,1-2-53-16,3 0-52 0,-4-2-223 0,2 1-587 15,0-1 260-15</inkml:trace>
  <inkml:trace contextRef="#ctx0" brushRef="#br0" timeOffset="117462.14">24054 12137 146 0,'1'-10'298'0,"-1"2"2"0,1 2-4 16,-1 6-17-16,3-10-22 0,-3 10-24 0,0 0 2 15,0 0 24-15,0 0 20 0,0 0-10 0,0 0-1 0,-5 37-14 16,2-19-12-16,-1-1-8 0,0 9-12 0,-1-2-14 15,-1 0-13-15,2 0-22 0,2-5-16 16,-1 6-17-16,2-6-14 0,-2 0-15 0,5-2-9 16,-1-1-21-16,0 1-48 0,0-7-27 0,1 2-48 15,0-2-58-15,2-1-52 0,-3 1-44 0,2-1-40 0,-1 1-66 16,1-4-68-16,-2 0-298 0,-1-6-723 16,0 9 320-16</inkml:trace>
  <inkml:trace contextRef="#ctx0" brushRef="#br0" timeOffset="117971.28">23963 12347 96 0,'4'-6'188'0,"0"0"-7"0,2 3-5 15,2-2-12-15,2-1-9 0,3-1-11 16,0 4-12-16,4-1-15 0,-1 1-12 0,-1 0-9 0,2 1-8 16,-3 0-7-16,-3 0-1 0,1 1-1 0,-1-1-2 15,1 1 3-15,-6 0 4 0,-6 1 5 0,14-1 7 16,-14 1 5-16,8 0 7 0,-8 0 8 0,0 0 1 15,10-2-1-15,-10 2-5 0,0 0-2 16,5 5-5-16,-5-5-6 0,0 0-3 0,-1 13-1 0,1-13-12 16,-2 9-8-16,2-9 1 0,-3 12-9 0,3-5-9 15,1 0-5-15,-1-7-4 0,3 13-4 0,-1-7-3 16,3 3-3-16,-2-4 2 0,1 1 7 0,0 0-11 16,3-1 0-16,2 0-6 0,-1-2-2 0,0 2 0 15,2-1-9-15,-3-4-4 0,0 1-2 0,-7-1-1 16,13 3 1-16,-13-3-4 0,12-1-2 0,-12 1 4 15,7-3 10-15,-7 3-17 0,6-7 2 16,-3 2-2-16,-3 5-8 0,5-9-8 0,-3 4-10 0,-2 5-3 16,7-12 0-16,-6 7-9 0,-1 5-4 0,6-10-7 15,-4 6 9-15,-2 4 5 0,2-7 3 0,-2 7 0 16,0 0-4-16,4-6 6 0,-4 6 2 0,0 0 6 16,0 0-1-16,0 0 3 0,0 0 0 0,0 0 5 15,0 0-3-15,13 12 4 0,-13-12 4 0,6 5 2 16,-6-5 4-16,3 6-1 0,-3-6 2 0,6 4 0 15,-6-4 11-15,9 2-6 0,-9-2 3 0,14 0 3 16,-7 0-3-16,3-4-2 0,-1 4-1 0,1-4 4 16,0 0-4-16,-5 0 2 0,2 1-15 0,-1-1-8 15,-1-2-13-15,0 2-18 0,1-1-20 0,-1 0-20 16,0-1-25-16,-5 6-45 0,5-10-63 0,-5 10-59 16,3-13-220-16,-3 13-538 0,0 0 238 0</inkml:trace>
  <inkml:trace contextRef="#ctx0" brushRef="#br0" timeOffset="118633.03">24947 12393 83 0,'-8'-6'303'0,"8"6"-7"0,-5-9-8 0,5 9-27 16,-2-9-17-16,-2 5-10 0,4 4-19 0,-3-10-15 16,3 10-13-16,0-10-16 0,0 10-16 0,2-10-18 15,3 3-14-15,-1-2-12 0,-1 4-8 0,1-1 2 16,3-1-18-16,-1 0-12 0,0-1-7 0,2 2-7 16,-1-1 2-16,-1 2 0 0,-2-1-7 0,0 1 2 15,2-1-1-15,-6 6-4 0,6-8-1 0,-1 2-8 16,1 4 2-16,-6 2-9 0,10-9-5 0,-6 4-2 15,-4 5 4-15,5-8-10 0,-5 8-1 0,6-5-2 16,-6 5 7-16,0 0-15 0,5-5 0 0,-5 5-8 16,0 0 4-16,0 0-9 0,6-3 11 0,-6 3 9 15,0 0-14-15,0 0-3 0,0 0-1 0,0 0-2 0,0 0 13 16,0 0-9-16,0 0 6 0,6 17 3 0,-5-7 5 16,-1 6 9-16,-1-3-11 0,1 4-8 15,-3 1 19-15,2 2 1 0,-1 4-7 0,0 1 4 16,-2 1-2-16,4-1-2 0,-4 0 1 0,3 1-3 0,-1-7 0 15,2 7-10-15,-2-7 3 0,2-1 0 16,-2 1-5-16,2-1 3 0,0-1-4 0,0-1 2 0,0 1 0 16,0-1 0-16,0-3-7 0,-2-2 4 0,2 0-15 15,0-2-5-15,0 1-6 0,-1-3-11 0,1-7-10 16,-1 13-9-16,0-8 20 0,1-5-13 0,-2 7-16 16,2-7-8-16,0 0-20 0,-2 10-29 0,2-10-50 15,-6 3-66-15,6-3-62 0,0 0-278 0,-16-3-621 16,7 0 275-16</inkml:trace>
  <inkml:trace contextRef="#ctx0" brushRef="#br0" timeOffset="118779.58">24770 12282 30 0,'-2'-6'244'15,"4"-1"-17"-15,-1 0-19 0,-1 7-19 0,2-13-23 16,4 7-17-16,-2 0-20 0,3 4-27 0,-2-3-40 15,5 0-47-15,2 2-53 0,1 1-54 0,1 0-141 16,-1 1-250-16,4-3 111 0</inkml:trace>
  <inkml:trace contextRef="#ctx0" brushRef="#br0" timeOffset="119153.57">25195 12100 138 0,'12'1'241'0,"-12"-1"2"0,7 9-10 0,-2-4-6 16,-3 6-6-16,0-1-12 0,1 0-16 0,-2 3-12 15,-1-3-9-15,0 3-9 0,1-1-6 0,-1-2-18 16,0-3-9-16,2 0-7 0,-2-7 3 0,2 10 4 16,-2-10 0-16,0 0 11 0,0 0 4 0,0 13 4 15,0-13 7-15,0 0-18 0,0 0-15 0,0 0-12 16,0 0-14-16,0 0-14 0,0 0-11 0,1-30-3 15,2 19-13-15,3-2-14 0,-2-2 3 0,3-1-1 16,0 3-14-16,1-4-4 0,3-1-2 0,1 1-12 16,1 1 7-16,-1 1-6 0,1 2-1 0,0-1-3 15,-4 7-2-15,0 0-2 0,-2 2-4 0,0 2 3 16,-2 0-4-16,-5 3 3 0,18 3-7 0,-14 0 5 16,3 5-3-16,-3 2-6 0,2 4 4 0,0 4 3 15,-4 1-21-15,-2-1-39 0,2 7-37 0,-1-1-44 16,-4 3-44-16,1-3-56 0,-1 5-73 0,2-3-303 15,-4-1-670-15,-2-1 296 0</inkml:trace>
  <inkml:trace contextRef="#ctx0" brushRef="#br0" timeOffset="119338.17">25382 12621 2673 0,'0'0'297'0,"5"3"-78"0,-5-3-90 0,0 0-46 16,7 6-7-16,-7-6 16 0,0 0 12 0,0 0-10 16,5 3-16-16,-5-3-7 0,0 0-12 0,0 0-19 0,0 0-32 15,0 0-39-15,0 0-48 0,4 4-59 16,-4-4-86-16,0 0-94 0,0 0-222 0,0 0-583 16,0 0 259-16</inkml:trace>
  <inkml:trace contextRef="#ctx0" brushRef="#br0" timeOffset="126379.06">13580 13491 95 0,'0'0'93'0,"0"0"0"0,0 0-7 16,0 0 0-16,0 0-6 0,0 0 6 0,0 0-4 0,0 0 0 15,0 0-6-15,0 0 5 0,0 0-5 0,0 0-2 16,0 0 1-16,0 0-4 0,0 0-8 16,0 0-1-16,0 0-11 0,0 0-2 0,0 0-6 15,0 0 1-15,0 0-4 0,0 0-1 0,0 0-5 0,0 0 5 16,0 0 4-16,-25 6-3 0,25-6 1 0,0 0 2 16,0 0 1-16,0 0 0 0,0 0-3 0,-9 0-2 15,9 0 1-15,0 0-3 0,0 0-2 0,0 0-1 16,0 0-4-16,0 0-3 0,0 0 2 15,0 0-7-15,0 0-3 0,0 0 2 0,0 0-1 0,0 0 2 16,0 0 7-16,0 0-2 0,0 0 4 0,0 0-5 16,28 3-1-16,-15-3 1 0,1-2-5 0,-1 1-2 15,7-1 0-15,0 1-2 0,-2-1-1 16,3 0-11-16,-4-1-10 0,2 1-16 0,-2-2-10 16,-1 2-19-16,2 0-17 0,-4 1-19 0,-4 1-23 0,2-1-12 15,-1 1-25-15,-2-2-11 0,-9 2-16 0,14-1-105 16,-14 1-301-16,9 1 133 0</inkml:trace>
  <inkml:trace contextRef="#ctx0" brushRef="#br0" timeOffset="126980.06">13775 13481 15 0,'0'0'155'0,"0"0"-2"16,0 0 1-16,0 0-1 0,0 0-3 0,0 0-4 15,-6-4-3-15,6 4-5 0,0 0-4 0,0 0-8 0,0 0-8 16,0 0-10-16,0 0-9 0,0 0-11 0,0 0-9 16,0 0 0-16,0 0 14 0,0 0 5 0,-2 16-4 15,2-16-2-15,-1 18-7 0,-3-6-6 16,4 4 0-16,-4-1-5 0,2 2-2 0,-4 1-2 16,4-2-10-16,0 2 1 0,0 0-4 0,0 0 1 0,2 0-11 15,-2-1-3-15,1 0-7 0,4-2 2 0,-3 0-5 16,0 1 0-16,0-4-7 0,0-2 0 15,2 1-3-15,0-2 0 0,-2 1-6 0,2-3-2 16,-2-2 2-16,2 2-5 0,-2-7 0 0,4 11 0 0,-2-6-3 16,-2-5-4-16,2 8 2 0,-2-8 2 15,2 5-1-15,-2-5-3 0,0 0 8 0,2 8-10 0,-2-8 3 16,0 0 0-16,0 0 3 0,0 0-1 0,0 6-6 16,0-6 2-16,0 0 7 0,0 0-9 15,0 0-4-15,0 0-7 0,0 0-2 0,0 0-3 0,0 0 5 16,-23-6 2-16,23 6-3 0,-10-8 1 0,5 6 0 15,-2-1 2-15,7 3 4 0,-13-2 0 0,6-3-6 16,1 4 5-16,6 1-1 0,-12-5 0 0,7 2 4 16,5 3 1-16,-13-3-6 0,13 3 2 0,-11-2 2 15,11 2-2-15,0 0 2 0,-9-1-3 0,9 1 1 16,0 0-2-16,-7-3 1 0,7 3 3 0,0 0-5 16,0 0 4-16,0 0-2 0,0 0 3 0,0 0 1 15,0 0 8-15,0 0-3 0,0 0-1 0,0 0 7 16,27 3-7-16,-16-3 3 0,0 0-3 15,1 1 0-15,-1-1 2 0,2 2 0 0,-1-2-6 0,1 0 8 16,1 0-6-16,-1 0 4 0,1 0-3 0,-1-2-3 16,0 4 4-16,-3-2-1 0,1 0-1 0,1 1-4 15,-6 1-11-15,-6-2-17 0,13 0-19 16,-9 1-21-16,-4-1-33 0,10 2-32 0,-10-2-26 16,9 4-25-16,-9-4-25 0,9 4-20 0,-5-1-172 0,-4-3-436 15,4 7 193-15</inkml:trace>
  <inkml:trace contextRef="#ctx0" brushRef="#br0" timeOffset="127297.16">14133 13759 181 0,'0'0'235'0,"-2"-9"1"15,2 9-6-15,0 0-10 0,-7-9-10 0,7 9-12 16,-5-4-8-16,5 4-13 0,0 0-11 0,-11 0-14 15,11 0 1-15,0 0-10 0,-15 7-10 0,9-4-7 16,-2 5-1-16,3-4 1 0,-1 5-12 0,-1-1-5 16,0 1-11-16,4-1 4 0,-3 0-12 0,2 2-8 15,1-2-7-15,-1 1-8 0,2-1-13 0,2 0-6 16,0 0 6-16,0-8-4 0,2 14-2 16,-2-9-5-16,4 1-7 0,-1-1 4 0,-1 1-10 0,2-1 7 15,3 0-4-15,0-1-12 0,-2-1-18 16,7 0-26-16,-3-2-26 0,3 1-21 0,-3-1-25 0,2-1-34 15,1-1-37-15,-1-1-36 0,3 2-45 16,-3-1-31-16,1-2-218 0,-2 2-538 0,-1-3 238 0</inkml:trace>
  <inkml:trace contextRef="#ctx0" brushRef="#br0" timeOffset="127564.44">14401 13751 120 0,'4'-4'224'0,"-4"4"1"16,0 0-2-16,13-2-5 0,-9 1-8 0,-4 1-7 16,12-1-8-16,-4-1-10 0,-8 2-5 0,12 0-6 15,-5 0-9-15,-7 0-2 0,15 0-10 16,-15 0-6-16,9-2-5 0,-9 2-1 0,11 0-9 0,-11 0-2 16,0 0-4-16,10 2-9 0,-10-2 7 0,0 0-18 15,8 0-10-15,-8 0 1 0,0 0-13 0,0 0-10 16,0 0-2-16,0 0-10 0,0 0-2 0,0 0-2 15,10 0-14-15,-10 0-19 0,0 0-38 16,0 0-25-16,0 0-46 0,0 0-38 0,0 0-35 0,0 0-36 16,0 0-37-16,0 0-32 0,0 0-17 0,0 0-17 15,7 2-172-15,-7-2-505 0,0 0 225 0</inkml:trace>
  <inkml:trace contextRef="#ctx0" brushRef="#br0" timeOffset="127741.95">14487 13805 171 0,'0'0'215'0,"-11"6"7"16,5-3 4-16,2-1-3 0,4-2-5 0,-10 6-12 16,10-6-13-16,-5 1-12 0,5-1-9 0,0 0-14 15,-6 4-11-15,6-4 0 0,0 0-14 0,0 0-6 16,0 0-12-16,18 3-22 0,-18-3-28 0,17-3-26 16,-4 2-30-16,4-4-40 0,-1 2-46 0,-3-1-64 15,8 1-64-15,-2-3-230 0,-3 0-471 0,1 1 210 16</inkml:trace>
  <inkml:trace contextRef="#ctx0" brushRef="#br0" timeOffset="132683.95">14941 13834 99 0,'0'0'114'0,"0"0"-8"15,0 0 3-15,0 0-5 0,0 0 7 0,0 0-7 16,0 0-5-16,0 0-8 0,0 0 4 0,0 0-4 16,0 0-7-16,0 0 2 0,0 0 0 0,0 0-1 15,0 0 1-15,0 0-6 0,0 0-3 0,0 0-10 16,0 0-3-16,0 0-8 0,0 0-10 0,0 0 0 16,0 0-5-16,0 0-2 0,0 0-2 0,12-20-5 15,-12 20 1-15,0 0-3 0,5-5 4 0,-5 5-13 16,4-5 1-16,-4 5-8 0,0 0 0 0,0 0-1 15,0 0-3-15,0 0 3 0,0 0-7 0,4-6-10 0,-4 6-6 16,0 0-16-16,0 0-20 0,0 0-26 16,0 0-20-16,0 0-27 0,0 0-33 0,0 0-152 15,0 0-330-15,0 0 146 0</inkml:trace>
  <inkml:trace contextRef="#ctx0" brushRef="#br0" timeOffset="133141.94">14941 13852 45 0,'0'0'184'0,"-2"-26"-13"0,2 26-18 16,2-12-11-16,-2 12-16 0,5-10-12 0,-3 3-5 15,-1-3-10-15,3 2-6 0,0-2-2 0,-2 2-10 16,2-2-3-16,-1 2-5 0,2-3 1 0,-2 0-4 0,2 1 3 16,0 0-7-16,-1-2 6 0,-1 2-16 15,-1-1-4-15,3 0 1 0,-3 1-3 0,0-3-3 16,0 4-3-16,0-1 0 0,1 0-1 0,-3 3 4 16,2 2 1-16,-2 5 8 0,1-11-2 0,-1 11-5 15,1-6 4-15,-1 6-1 0,0 0-4 0,3-8 1 16,-3 8-4-16,0 0-3 0,0 0-2 0,0 0-3 15,0 0 1-15,0 0-4 0,0 0-1 0,-14 26 2 16,10-15-9-16,-1 5 2 0,0-3-1 0,1 6 3 0,-1-1-1 16,3 0-4-16,0-3 3 0,-1 1-6 15,2 1 0-15,0-4-3 0,1 1-2 0,1-3-1 16,0 3-1-16,2-5-4 0,1 2 1 0,-2-6 2 16,2 3-8-16,1-3-7 0,0-2-13 0,2 3-12 15,-3-5-18-15,3 2-26 0,-7-3-30 0,12 4-34 0,-12-4-25 16,10 3-38-16,-6-3-14 0,-4 0-28 0,0 0-131 15,0 0-399-15,0 0 177 0</inkml:trace>
  <inkml:trace contextRef="#ctx0" brushRef="#br0" timeOffset="133354.79">14979 13464 128 0,'-5'-8'240'0,"5"8"-19"0,-4-6-18 0,4 6-19 0,0 0-20 15,0 0-19-15,0 0-23 0,0 0-33 0,-2-9-26 16,2 9-20-16,0 0-26 0,0 0-37 16,0 0-42-16,0 0-44 0,16 22-25 0,-14-14-86 15,2 0-235-15,1 2 104 0</inkml:trace>
  <inkml:trace contextRef="#ctx0" brushRef="#br0" timeOffset="133699.53">15156 13750 90 0,'3'8'216'0,"-3"2"-6"16,2-3-3-16,-2-7-7 0,0 11-9 15,0-4-10-15,0-7-9 0,2 9-10 0,-2-9-3 16,0 12-3-16,0-12-6 0,1 4-3 0,-1-4-2 15,0 0-4-15,0 0 1 0,0 0-20 0,0 0-12 0,0 0-13 16,0 0-6-16,0 0-3 0,0 0-10 16,0 0-9-16,-5-31-2 0,5 20-10 0,4-1-8 0,0 1-8 15,2-6-1-15,5-1-7 0,-2 1-1 0,7-5-4 16,-6 5-6-16,1 2-2 0,2 0-1 16,0 2-5-16,-2 5-2 0,-4-1-3 0,2 1-2 0,-3 3-1 15,4-1 3-15,-2 2-8 0,1 2 3 0,-1 1-1 16,-8 1-3-16,13 3 0 0,-6-1 5 0,-2 3-4 15,3 2 3-15,-2 2 1 0,-3 1-2 16,1 2 0-16,-2-2 0 0,1 3 8 0,-2 0-24 16,2-1-32-16,-3 3-33 0,0-1-34 0,0 2-40 0,-1-3-44 15,1 2-58-15,0-3-243 0,0-1-539 0,0 0 238 16</inkml:trace>
  <inkml:trace contextRef="#ctx0" brushRef="#br0" timeOffset="134481.96">15551 13605 160 0,'0'0'242'0,"0"0"-5"0,-6-7-14 0,6 7-11 0,0 0-8 16,0 0-12-16,0 0-3 0,0 0-8 0,-18 14-8 15,14-8-12-15,0 3-1 0,0 1-9 0,3 2-6 16,-3 1-7-16,4-3-9 0,-2 2-14 0,3 2-10 15,-2-3-10-15,2 0 1 0,2 1-9 0,2-1 0 16,0 3-11-16,1-2-7 0,2-4 4 0,1 0-7 16,1 0-1-16,-1-2-3 0,2-1-16 0,1-1-6 15,6-1 7-15,-5-1-10 0,5-2 2 16,-4-2-14-16,3 0-2 0,-4-3-9 0,-1 0-6 0,1 0-3 16,1-3-12-16,0 2 0 0,-5 1-7 0,1-2-10 15,0 0-4-15,-2-3 1 0,0 2-9 0,-3-1-3 16,0-4-4-16,-2 3 0 0,0-2 0 0,0 0 0 15,-2 1 6-15,1-3 3 0,-2 3 0 0,-1 0 1 16,-1 1 9-16,-1 1 1 0,0 1 16 0,3 8 11 16,-3-12 2-16,0 9 9 0,3 3 0 0,-5-9-2 15,5 9-3-15,-4-8 0 0,4 8-1 0,0 0-4 16,-2-8-2-16,2 8-4 0,0 0 5 0,0 0-3 16,0 0-1-16,17-2-3 0,-6 0 0 0,-1 2 1 15,3-1 3-15,1-1-3 0,1 2 0 0,-2 0 1 16,6-3-1-16,-2 2-4 0,2 1 7 0,-6 0-2 15,-1 0-5-15,0 1 6 0,-1 0-2 0,-2 1 1 16,0 1-1-16,-2 3 18 0,-1-2 16 16,-2 3 14-16,-2-2 7 0,1 4 5 0,-3-2 9 0,0 3 10 15,1-2 2-15,-3 1-6 0,0 3-9 0,1-3-2 16,-1 2-11-16,-1 2-3 0,-1-5-3 0,3 3 8 16,1-5-13-16,0-6-9 0,-1 18 1 0,2-10-10 15,0 3 2-15,3-5 5 0,0 2-6 0,1-2-9 16,0-1-1-16,4-2-6 0,0 1 3 0,1-2-4 15,1-1-6-15,4-1-3 0,2-3 2 0,-2 1-5 16,1-3-4-16,-2 1-15 0,2-2-3 0,2-1-7 16,-3-1-1-16,2-1-3 0,-3-1-6 0,-3 2-10 15,2-3-8-15,1-2 2 0,-4 2 1 0,1-3 5 16,-4 3-6-16,1-3 3 0,-4 1 5 0,2 1 10 16,-2 1-1-16,-1 0 5 0,-3 0 5 0,0 0 11 15,-2 4 12-15,2 7 6 0,-4-15 12 0,2 10 4 16,2 5 10-16,-7-8 0 0,2 5 4 0,5 3-1 15,-15 1 6-15,6 1 7 0,0 3 2 0,-1 3 19 0,-4 0-10 16,6 3-19-16,-1-2 14 0,0 4-3 0,1 2-6 16,2-5-1-16,-1 6 0 0,3-4-12 15,1-2 5-15,2 2 4 0,1 0-31 0,1-2-25 16,0 1-36-16,3-2-28 0,1 1-30 0,4-2-41 0,-2 1-47 16,2 0-46-16,2-3-34 0,1 0-258 15,-1-3-592-15,6 0 262 0</inkml:trace>
  <inkml:trace contextRef="#ctx0" brushRef="#br0" timeOffset="135532.82">16479 13602 123 0,'-4'-9'236'0,"4"9"-3"0,-5-5-4 16,5 5-7-16,-8-2-4 0,8 2-5 0,0 0-8 15,-17 5-6-15,9 0-13 0,-1 3-7 0,1 0-7 16,1 1-17-16,0-1-11 0,0 0-18 0,2 1-10 0,1-1-12 15,1-2-8-15,3-6-9 0,0 15-8 16,1-8 7-16,-1-7-12 0,4 13-9 0,0-9-6 16,2 1-4-16,-1-1-11 0,2-1-3 0,1-3-12 15,-1 2 1-15,3-1-12 0,1-1-9 0,-1-1 3 0,-1-1-3 16,1-1-2-16,-1 0-2 0,1-1-4 0,-2 0 2 16,-3-1-1-16,0-1-2 0,0 2 3 15,3-3-2-15,-4 0 1 0,-2 1 0 0,-2 6-2 16,4-18 2-16,-3 13-2 0,2-3-3 0,-3 8 5 15,0-13 9-15,0 13 6 0,0-11 1 0,0 11 6 0,0 0 4 16,0-7 19-16,0 7 8 0,0 0-17 0,0 0-12 16,0 0 23-16,0 0 6 0,0 0 11 0,0 0 0 15,0 0-1-15,0 0-4 0,-10 23-12 16,7-15-1-16,3 0 1 0,0-8-11 0,-1 14 2 0,2-5-9 16,0-3 13-16,2 5-16 0,0-6 0 0,2 0 1 15,1-2-8-15,3 2 6 0,1-4 2 0,1 0-7 16,1-1-7-16,1 0-11 0,1-1-6 15,3 1-4-15,-3-3 2 0,-3-1-1 0,1 0-5 0,2-1-2 16,-6 2-1-16,1-4 3 0,-2 0-5 0,-1 1-3 16,0-3 1-16,-1 2 6 0,-3-2 1 0,1-1-1 15,-1 0 2-15,0 0 2 0,-2 0-12 0,1 1 6 16,-1 0 6-16,0 9 1 0,-1-13-4 16,2 7 4-16,-1 6-5 0,-1-10 2 0,1 10 1 0,0 0-10 15,0-12 11-15,0 12 3 0,0 0 14 0,0 0 6 16,0 0 1-16,0 0 0 0,-3 25-1 0,3-16 2 15,-1 3-1-15,1 0-14 0,0 0 15 0,1 4-8 16,-2-5 0-16,1 5-2 0,1 1 4 0,0-5-1 16,-1-2 0-16,2 2-2 0,-2 2-4 0,1-5-2 15,-2-1 6-15,1 1-7 0,-2 1 4 0,4-3 6 16,-2-7-10-16,0 0-4 0,-2 13-7 0,2-13-3 16,0 0-18-16,2 8 7 0,-2-8-11 0,0 0-5 15,0 0 9-15,0 0-8 0,21-11 11 0,-12 4-2 16,1-1-5-16,1 0 1 0,4-3-8 0,-2 1 11 15,1-1-1-15,1-1 2 0,-2 2 6 0,0-3 0 16,0 2 3-16,-2-1 5 0,2 0 2 0,-5 2-3 16,2 0 19-16,-5 0 7 0,0 1 7 0,0 1 6 15,-2 2 7-15,-1-1 21 0,1-1-2 0,-1 3-6 16,-2 5 6-16,3-11 7 0,-3 11-2 0,-1-7 3 16,1 7-11-16,0 0 10 0,-4-10-5 0,4 10-6 15,-9 0 0-15,9 0-2 0,0 0 1 0,-22 10 5 16,14-5-7-16,2 4-8 0,-2-1 2 0,0 2-4 15,0-1-3-15,1 1-4 0,1 0-2 0,1 0-1 16,4-2-4-16,1 2-1 0,-2-2-1 0,4 2 1 16,1-5-8-16,1 2 0 0,1 1 3 0,1-3-2 15,0-2-1-15,5 1-6 0,0-3-17 0,2 0 9 0,3-1-2 16,1-2 1-16,-3 2-6 0,0-4-12 16,2 1-7-16,-1 0 0 0,-3 0-7 0,0-2 2 15,-2-3 1-15,3 4 1 0,-3-4 9 0,-1 3-1 0,0-4 1 16,-3 3 5-16,-2 0 3 0,1-4-3 15,0 2-1-15,0-1 1 0,-2 0 3 0,-2 2-1 16,0 0 4-16,-1 7 14 0,2-15-14 0,-1 10 3 16,-1 5-4-16,1-8 10 0,-1 8 0 0,0 0-18 15,0-8 20-15,0 8 2 0,0 0 3 0,0 0 9 0,0 0 6 16,0 0 1-16,0 0 0 0,-7 24 4 0,2-16-1 16,2 3-1-16,2 0-4 0,0 1-2 15,-1 0 0-15,0 0-4 0,2-1-9 0,-2 2-38 16,2-4-33-16,0 4-59 0,-1-3-52 0,0 3-56 0,0-3-72 15,1 0-74-15,-3 2-257 0,3-3-694 0,-1 1 307 16</inkml:trace>
  <inkml:trace contextRef="#ctx0" brushRef="#br0" timeOffset="135666.92">17363 13692 205 0,'0'0'311'0,"6"-5"-22"0,-6 5-26 15,0 0-30-15,0 0-33 0,0 0-47 0,0 0-64 16,0 0-83-16,0 0-98 0,0 0-185 0,-17 14-298 16,8-11 132-16</inkml:trace>
  <inkml:trace contextRef="#ctx0" brushRef="#br0" timeOffset="139627.79">18084 13685 118 0,'0'0'141'15,"0"0"0"-15,0 0-6 0,0 0-4 0,0 0-2 0,0 0-3 16,0 0-2-16,0 0-3 0,0 0 1 0,0 0-3 16,-5-17-9-16,5 17 1 0,0 0 0 15,0 0-9-15,0 0 0 0,0 0 1 0,0 0-11 16,0 0-3-16,0 0-2 0,0 0-11 0,0 0-2 15,0 0-4-15,0 0-3 0,0 0-3 0,0 0-2 0,0 0-3 16,0 0-4-16,0 0-2 0,0 0-2 16,0 0-5-16,0 0-4 0,0 0-3 0,0 0-4 0,0 0 0 15,0 0-5-15,0 0-1 0,0 0-2 16,0 0-4-16,0 0-3 0,0 0 0 0,0 0-2 16,0 0 2-16,0 0 1 0,0 0 5 0,0 0 7 15,0 0-2-15,0 0 1 0,0 0-2 0,0 0-5 16,8-3-9-16,-8 3 1 0,5-6-9 0,0 0-3 15,-5 6 3-15,8-9 1 0,-2 4-10 0,1-3 2 0,-4 3-3 16,6-2 1-16,-4 0-2 0,0 0 0 0,1 4-6 16,-2-4 1-16,2 2 1 0,-2 0 0 15,-1-1 5-15,1 2 3 0,-4 4-6 0,8-7 0 16,-5 3-2-16,-3 4 2 0,5-6 2 0,-5 6-3 16,6-5-1-16,-6 5 4 0,0 0-3 0,0 0 5 0,4-6-1 15,-4 6-4-15,0 0 3 0,0 0-2 16,0 0 2-16,0 0-1 0,0 0 0 0,2-6 1 15,-2 6 1-15,0 0-1 0,0 0 0 0,0 0 0 0,0 0 0 16,0 0-2-16,0 0 1 0,0 0 1 16,0 0-2-16,0 0 7 0,-1 21-5 0,1-21 4 0,0 15-3 15,0-4 6-15,0-1-1 0,1 6-3 0,-1 0 5 16,2 1-1-16,-2-1 3 0,0 0-2 16,0 3-4-16,1-3 7 0,0 0 2 0,2-1-1 15,-3 3-1-15,1-1-1 0,-1 0-1 0,0-5 1 16,-1-2 1-16,1 1-6 0,0 0 7 0,0-2 5 0,-1 4-8 15,-1-4 7-15,0 2-6 0,-1-3 2 0,1 1 2 16,-1-1-25-16,3-8-2 0,-5 9 4 0,2-3 5 16,3-6-2-16,-3 8 5 0,0-3-3 0,-2 0 3 15,0-2-4-15,-2 2-8 0,-4-1-9 16,1 0-14-16,-1-1-14 0,0-1-13 0,-1 2-16 0,-2-3-25 16,2 0-18-16,-1 0-24 0,0 1-40 0,0-4-25 15,1 2-24-15,-5-2-132 0,3 1-401 0,2-2 179 16</inkml:trace>
  <inkml:trace contextRef="#ctx0" brushRef="#br0" timeOffset="139809.01">17991 13366 47 0,'1'-9'189'0,"-1"9"-20"15,0 0-12-15,-1-11-22 0,1 11-13 0,0 0-32 16,0 0-28-16,3-6-18 0,-3 6-26 0,0 0-27 16,0 0-28-16,0 0-38 0,21 14-77 0,-16-9-165 15,2 3 72-15</inkml:trace>
  <inkml:trace contextRef="#ctx0" brushRef="#br0" timeOffset="140195.4">18289 13441 48 0,'0'0'172'0,"11"6"1"0,-7-3 5 0,-4-3-1 15,4 11-16-15,-4-4-7 0,2 0-12 0,1 3-6 0,-2-1-11 16,0 4-6-16,-1-4 6 0,2 2-6 0,-2-2-15 16,0 0-6-16,0-9-10 0,1 10 2 15,-1-10 0-15,0 8-1 0,0-8 2 0,0 0 1 16,0 8 1-16,0-8 5 0,0 0 2 0,0 0-3 15,0 0 8-15,0 0 1 0,0 0-8 0,0 0-13 0,0 0-16 16,0 0-6-16,0 0-11 0,0 0-5 16,0 0-19-16,0-32-5 0,3 23-12 0,1-5 0 15,-1-2-8-15,3-1-3 0,2 2 3 0,0-2-8 0,0 3 4 16,0-1-2-16,-1 6-2 0,-1-1 3 16,2-1 1-16,-4 4-4 0,1 1 3 0,1 3-5 0,-1 0-1 15,-5 3 4-15,11-1-4 0,-11 1 2 0,13 5 3 16,-5 0-5-16,1 4 4 0,-2 1 10 0,2 0-8 15,-2 5-3-15,0 0 1 0,1 2-3 16,-1 0 1-16,3 1-32 0,-3 0-27 0,-5-1-18 16,1 2-30-16,-2 0-39 0,-1 0-40 0,3 0-31 0,-2 4-46 15,-3-3-138-15,2-2-440 0,0-1 195 0</inkml:trace>
  <inkml:trace contextRef="#ctx0" brushRef="#br0" timeOffset="140497.6">18827 13514 139 0,'0'-17'264'16,"0"6"4"-16,-1 0 7 0,-1 2 3 0,2 9-9 15,0-13-14-15,-1 7-18 0,1 6-25 0,0 0-29 0,1-11-12 16,-1 11-23-16,0 0-15 0,0 0-5 0,0 0-8 15,0 0-6-15,0 0 2 0,7 21-8 0,-2-10-7 16,-3 1 9-16,-1 0-16 0,1 1-9 0,-1 3-2 16,2-1-10-16,-1 1-3 0,-1-4-5 15,2 0-16-15,-2 3 0 0,1-2-3 0,-1-2-6 0,2 5-14 16,-2-4-33-16,0-2-14 0,0 0-29 16,2 0-25-16,-1 1-29 0,-2-1-46 0,0-1-31 15,2 1-34-15,-2-10-31 0,0 21-31 0,-2-10-221 16,0-1-538-16,-3-3 238 0</inkml:trace>
  <inkml:trace contextRef="#ctx0" brushRef="#br0" timeOffset="140657.35">18769 13566 50 0,'0'0'165'16,"7"-8"-25"-16,-1 4-10 0,0 2-14 0,5 0-19 0,1 1-37 15,1-1-32-15,6 2-43 0,-2 0-30 0,2 3-76 16,-6 1-132-16,0 2 59 0</inkml:trace>
  <inkml:trace contextRef="#ctx0" brushRef="#br0" timeOffset="140954.6">18944 13775 4 0,'0'0'171'16,"0"0"-1"-16,2 10-6 0,-2-10-7 0,0 0-10 15,9 0-4-15,-9 0-12 0,15-3-5 0,-7 1-7 16,3-3-13-16,-1 1-4 0,6-4-12 0,-5 1-11 16,3-4-6-16,-2 3 3 0,2-1-2 0,-3-1-4 0,3-1-6 15,-5 2-3-15,3-4-9 0,-3 0-4 16,0 0-6-16,-4 1-3 0,0 1 4 0,1 0 2 16,-3 0-3-16,-1 2-2 0,-2-1 4 0,0 3 12 15,0-2 1-15,0 9-1 0,-2-11 2 0,2 11-2 16,-5-6-4-16,5 6 2 0,-10-3-1 0,10 3 2 0,-16 7-3 15,5-2-4-15,-1 3-5 0,1 3-3 0,-1 3-6 16,3-1-5-16,3-3-4 0,-1 2 1 16,2 2 1-16,2 1-11 0,1-4-35 0,2 4-41 15,3-4-38-15,-1 6-41 0,2-5-52 0,4 1-43 16,-2 2-203-16,-1-4-472 0,2-2 209 0</inkml:trace>
  <inkml:trace contextRef="#ctx0" brushRef="#br0" timeOffset="141552.72">19215 13679 19 0,'3'-8'202'0,"-3"8"4"0,0 0 6 16,0 0-4-16,0 0 9 0,0 0-7 16,0 0-12-16,11 15-9 0,-8-7-16 0,1-3-12 15,-2 1-15-15,-2-6-11 0,3 12-10 0,-2-8-3 16,-1-4-7-16,4 9 0 0,-4-9-3 0,3 4 2 15,-3-4 12-15,0 0 9 0,2 5 11 0,-2-5 9 16,0 0 2-16,0 0 2 0,0 0-7 0,0 0-14 16,0 0-14-16,0 0-17 0,0 0-6 0,0 0-11 15,0 0-10-15,0 0-11 0,-2-26-12 0,2 18-13 16,1 1-5-16,1-2-7 0,1-1-15 0,2-3-5 16,5-2-8-16,-2 1-5 0,3 0-5 0,-2-2-2 15,5 3-1-15,0 1-1 0,1 1 0 0,-1 3 5 16,-3 2-4-16,-1 1 1 0,-3 3-2 0,7 1-2 0,-4 2 5 15,0 1-1-15,-2 0 0 0,1 6-1 16,-1-1 6-16,-1 5 1 0,-2-2-1 0,0 1 5 16,0 0 5-16,1-1 6 0,-2 1 0 0,-3 1-2 15,0-3-1-15,0 1 6 0,-1 0 3 0,3-5 4 0,-3-5 3 16,0 11-3-16,0-11 2 0,0 10-4 16,0-10 4-16,0 0-1 0,-3 8 2 0,3-8-5 15,0 0-1-15,0 0-2 0,0 0-9 0,0 0-1 0,0 0-11 16,0 0-15-16,0 0-21 0,0 0 3 15,0 0-4-15,0 0-7 0,-3-24 0 0,3 24-5 16,10-17-3-16,-4 9 4 0,3-5 2 0,4 0 5 16,0 0-7-16,-3 1 16 0,1 3 5 0,0 2-3 15,-2 0 7-15,-4 2-2 0,5 1-2 0,-4 0 9 0,-6 4 13 16,9-4-11-16,-9 4-2 0,13 4 8 0,-8 0 0 16,-1 1 15-16,1 1 5 0,0 2 5 0,-1 1-4 15,1-1 0-15,-1 2 1 0,0 1 2 16,-3-2-1-16,0 2-2 0,1-2 2 0,0 3-23 15,-1-3-27-15,-1-2-39 0,2 3-31 0,-1-3-36 0,-1-7-46 16,-1 15-59-16,2-8-34 0,-1-7-42 16,-1 13-171-16,1-13-540 0,0 0 239 0</inkml:trace>
  <inkml:trace contextRef="#ctx0" brushRef="#br0" timeOffset="141830.29">19799 13461 208 0,'2'-16'256'0,"-2"5"12"0,2 2 2 0,-1 2-14 16,2 3-16-16,-3 4-27 0,1-10-19 16,-1 10-17-16,0 0 4 0,0 0 15 0,0 0 2 15,0 0-14-15,5 29-3 0,-5-12-6 0,-2 2-13 16,4 6-9-16,-3 3-7 0,-1 0-14 0,2-1-14 16,1 1-5-16,-2-2-13 0,1 1-9 0,0-3-7 15,-2-5-10-15,2 6-7 0,0-7-1 0,0 1-10 16,-1-1-3-16,1-2-11 0,0 0 3 0,0-1-9 15,0-3-1-15,0-2-6 0,-1 3-25 0,1-4-32 16,0 1-31-16,1-3-31 0,0 0-28 0,-1-7-35 0,-1 13-26 16,1-7-30-16,0-6-22 0,-3 12-25 0,3-12-21 15,-3 7-14-15,3-7-195 0,-6 7-526 16,6-7 233-16</inkml:trace>
  <inkml:trace contextRef="#ctx0" brushRef="#br0" timeOffset="142048.1">19806 13675 102 0,'6'-18'157'0,"3"1"-7"0,1 1 7 0,-1 3 0 0,4 0-3 16,-4 3-1-16,0 3-4 0,5 1-4 15,-4 0-6-15,0 3 1 0,4 1-1 0,-3 4 1 0,-1-2-1 16,1 2-4-16,-2 1-11 0,2 3 3 0,-3-1-3 16,-1-1-3-16,-3 3-7 0,0-2 5 15,-2 4-10-15,-2-2-3 0,0-7-8 0,-8 20-8 16,5-11-4-16,-5 2-9 0,-2-2-11 0,-2 3-11 15,2-5-19-15,-7 3-23 0,6-3-22 0,-2 1-33 16,3-1-41-16,-3-1-45 0,2-1-53 0,0 0-55 16,0 1-255-16,1-5-531 0,1 3 235 0</inkml:trace>
  <inkml:trace contextRef="#ctx0" brushRef="#br0" timeOffset="142526.18">19967 13326 47 0,'0'0'135'0,"0"0"-22"0,0-8 4 0,0 8-6 0,0 0-12 16,0 0-3-16,0 0 0 0,0 0 0 15,0 0-4-15,0 0 0 0,0-10 4 0,0 10-5 16,0 0 1-16,0 0-5 0,0 0-5 0,0 0 1 15,0 0-5-15,0 0-4 0,0 0-2 0,0 0-4 0,0 0-6 16,0 0-4-16,0 0-3 0,0 0-7 0,0 0-3 16,0 0 1-16,0 0-2 0,0 0 0 15,0 0-4-15,0 0-2 0,0 0 1 0,0 0-3 16,0 0-2-16,0 0 5 0,0 0-11 0,0 0 0 16,0 0-8-16,0 0 2 0,0 0-2 0,0 0-6 15,0 0-2-15,0 0-1 0,0 0-3 0,0 0-8 16,0 0-24-16,0 0-22 0,0 0-41 0,0 0-54 15,0 0-10-15,0 0-23 0,0 0-174 0,0 0-376 16,0 0 166-16</inkml:trace>
  <inkml:trace contextRef="#ctx0" brushRef="#br0" timeOffset="143227.79">20139 13755 82 0,'0'0'413'0,"7"3"1"16,-7-3 20-16,0 0 9 0,0 0 0 0,0 0-14 15,0 0-16-15,0 0-24 0,0 0-28 0,0 0-32 16,0 0-29-16,0 0-29 0,0 0-31 0,0 0-21 16,0 0-27-16,0 0-34 0,0 0-40 0,0 0-42 15,0 0-49-15,0 0-54 0,0 0-69 0,0 0-79 16,0 0-73-16,0 0-79 0,0 0-84 0,7 1-334 16,-7-1-807-16,0 0 358 0</inkml:trace>
  <inkml:trace contextRef="#ctx0" brushRef="#br0" timeOffset="144529.26">17398 13766 9 0,'-10'-3'201'0,"0"1"-9"0,-1-2-3 0,4 3 11 15,7 1-8-15,-16-5-7 0,10 4-11 0,6 1-13 16,-10-3-10-16,10 3-6 0,-10-4 1 0,3 2-6 16,7 2-1-16,0 0-1 0,-9-4-9 0,9 4-8 15,-8-1-13-15,8 1-1 0,0 0-9 0,-8-2-2 16,8 2-9-16,0 0-9 0,0 0-8 0,0 0-6 16,0 0-6-16,0 0-5 0,0 0-1 0,0 0-7 15,0 0-5-15,0 0-3 0,0 0-4 0,0 0-5 16,0 0-1-16,39-6-1 0,-20 5-4 0,3 0 0 15,5-2-4-15,1 1-6 0,0-1 6 0,1-1-6 16,-2 1 4-16,0 0-2 0,-8-1-2 0,2-1-2 16,-3 4 6-16,2-3-14 0,-3 1 3 0,1-2-1 15,-7 3 2-15,1 0-4 0,-2 0 2 0,0 1-3 16,-1-1 0-16,-3 1 11 0,-6 1-7 0,11-3-7 16,-11 3 4-16,9-1-4 0,-9 1 4 0,7-1-1 15,-7 1 4-15,0 0-4 0,0 0-4 0,9-2 2 16,-9 2 3-16,0 0-4 0,0 0 5 0,0 0-2 15,8-1 6-15,-8 1 6 0,0 0-9 0,0 0 4 16,0 0 6-16,0 0 2 0,0 0 17 0,0 0-8 16,-5 21-5-16,5-21-2 0,-5 16 12 0,-3-6-1 15,2 1-3-15,1 0 3 0,-3 5 11 0,0-1-13 16,0 2-5-16,0-2-4 0,0 1 4 0,-2-1 0 0,1 1-5 16,0-1-8-16,2-5-12 0,0 1-22 0,-2-1-27 15,2 1-34-15,0-2-35 0,-1 0-37 16,-2 0-37-16,2 0-46 0,2-2-29 0,1 0-35 15,-2 1-185-15,2-2-529 0,1-1 235 0</inkml:trace>
  <inkml:trace contextRef="#ctx0" brushRef="#br0" timeOffset="144734.88">17647 13699 242 0,'-6'-19'269'0,"-2"1"-6"16,-2 2 6-16,1 0 0 0,-5-1-16 0,-1 2-8 0,2 3-4 15,-4-2-4-15,3 4-11 0,-1-2-12 16,1 3-18-16,-2-1-23 0,6 3-4 0,-1-1-5 0,2 3-16 16,1-2-15-16,2 3-13 0,-1 1-10 15,7 3-17-15,-9-5-9 0,9 5-34 0,-5-5-40 16,5 5-38-16,0 0-28 0,0 0-28 0,0 0-30 16,0 0-53-16,0 0-58 0,22-2-67 0,-12 3-244 0,5-1-579 15,-2 3 256-15</inkml:trace>
  <inkml:trace contextRef="#ctx0" brushRef="#br0" timeOffset="149846.06">19072 14258 248 0,'0'0'250'0,"-2"-11"-4"0,2 11-11 15,0-7-6-15,0 7-16 0,0 0-18 0,-4-9-18 16,4 9-19-16,0 0-17 0,0 0-4 0,0 0-3 16,0 0-2-16,0 0-5 0,0 0-1 0,2 31 3 15,0-14-13-15,-1 3-8 0,0 6-6 0,-2-1-15 16,1-2-11-16,1-2 4 0,1 4-14 0,-1-5 0 16,-1-1-7-16,1-1-12 0,0-3 2 0,-1 2-4 15,3-4-3-15,-2 0-4 0,0-3-2 0,-1 2-4 16,0-2-5-16,0-1 1 0,2-2-6 0,-2-7-2 15,0 11-6-15,0-11 5 0,0 9-4 0,0-9-3 16,1 5-1-16,-1-5 6 0,0 0-4 0,0 0-6 16,0 8-19-16,0-8-25 0,0 0-16 15,0 0-19-15,0 0-23 0,0 0-28 0,2 7-21 0,-2-7-25 16,0 0-38-16,0 0-44 0,0 0-23 16,0 0-175-16,0 0-487 0,-21-10 215 0</inkml:trace>
  <inkml:trace contextRef="#ctx0" brushRef="#br0" timeOffset="150160.13">18914 14456 92 0,'0'0'178'0,"-5"-4"-6"0,5 4-1 15,0 0-7-15,-7-5-11 0,7 5-10 0,0 0-14 16,0 0-2-16,0 0 5 0,0 0 13 0,0 0 3 16,0 0 2-16,10 26 2 0,-3-14-10 15,0-2-12-15,1 3-9 0,-1 5-3 0,0-3-5 0,2 0-10 16,-1-2-6-16,-2 0 6 0,1-2-23 0,-1 1-5 15,2 0-5-15,-2-4-2 0,-1 1-11 0,-1-3 1 16,0 1-3-16,0-1 0 0,1-2 5 16,-2 1-6-16,1 0 11 0,2-2-1 0,-6-3 0 0,10 3-1 15,-3-1-2-15,-7-2-5 0,18-6-7 0,-5 2-6 16,-1-4-4-16,8 1-2 0,-3-6-3 0,7 1 0 16,-2-6-8-16,-6 6 2 0,6-4-3 0,-8 3-6 15,1 0-17-15,-3 0-13 0,-1 4-11 0,-3 2-18 16,1 0-10-16,-4 1-23 0,0 3-27 0,0-1-41 15,-5 4-35-15,7-5-42 0,-7 5-50 16,0 0-38-16,0 0-181 0,0 0-527 0,0 0 233 16</inkml:trace>
  <inkml:trace contextRef="#ctx0" brushRef="#br0" timeOffset="150445.1">18868 14799 163 0,'-12'5'252'0,"4"-4"-8"16,2 1-13-16,0 2-11 0,6-4-9 16,-13 0-26-16,13 0-11 0,-6 3-11 0,6-3-13 15,0 0-6-15,0 0-4 0,0 0-7 0,0 0-9 16,0 0-14-16,25 6-6 0,-13-6-11 0,2-2-15 0,2 1-10 15,5-1-22-15,-3-1-13 0,2 2-30 0,-6-2-35 16,4 0-29-16,-4 2-38 0,-2-1-49 16,-1 2-34-16,-1-1-37 0,-3 1-169 0,-7 0-421 15,0 0 186-15</inkml:trace>
  <inkml:trace contextRef="#ctx0" brushRef="#br0" timeOffset="150832.94">18969 14823 67 0,'0'0'161'0,"-4"4"35"0,4-4 8 16,1 13-1-16,-1-13-1 0,1 15-13 0,2-4 8 16,-2 3-6-16,0 0-11 0,2 1-17 0,0 1-2 15,-2-3-15-15,0-1-5 0,1 2-3 0,0 1-13 16,-2-5-13-16,1 2-3 0,2-1-10 0,-3-1-10 16,1-2-10-16,0-2-5 0,-1-6-10 0,0 14-7 15,2-10-5-15,-2-4 5 0,1 10-16 0,-1-10-2 16,0 8 0-16,0-8-5 0,0 0-4 0,1 7 2 15,-1-7-2-15,0 0 0 0,0 0-2 0,0 0-7 16,-10 7-3-16,10-7 12 0,-9 0-11 0,9 0-6 16,-10 2-2-16,10-2-2 0,-14-2 5 0,14 2 0 15,-14 0 4-15,7 0-17 0,-3 0 3 0,10 0-2 16,-13 0 1-16,13 0 4 0,-9 0-3 0,9 0-3 16,0 0-4-16,-11 0 8 0,11 0-8 0,0 0 3 15,0 0 3-15,0 0 8 0,-9-2-11 0,9 2-5 16,0 0 10-16,0 0-7 0,0 0 4 0,0 0 4 15,0 0-4-15,28 2-9 0,-16 0-8 0,0-4-3 16,6 2-17-16,3 0-25 0,-1-2-20 0,-1 1-34 16,3 0-35-16,-2-1-37 0,1 1-33 0,-1-1-18 15,1 0-24-15,-3 0-171 0,-1 1-467 0,-4-4 207 16</inkml:trace>
  <inkml:trace contextRef="#ctx0" brushRef="#br0" timeOffset="151077.98">19337 14918 205 0,'0'0'215'0,"-2"-13"1"0,2 13 3 0,-2-10 5 16,2 10 6-16,-3-9 1 0,3 9-8 0,-2-7-10 15,2 7-11-15,0 0-16 0,0 0-12 0,-4-9-12 16,4 9-10-16,0 0-17 0,0 0-4 0,0 0 0 16,-15 19-13-16,9-10-14 0,4 1-10 0,-6 0 4 15,4 2-23-15,1-2-17 0,-1 1 6 0,1 1-13 16,2-2-2-16,1 2-3 0,0-3-9 0,2 1-17 15,0-1-21-15,0-1-20 0,2-2-15 16,0 1-21-16,2 0-32 0,-1-1-26 0,1-2-28 0,1 2-29 16,-7-6-27-16,14 6-23 0,-14-6-19 15,13 3-14-15,-6-3-164 0,-7 0-454 0,0 0 202 0</inkml:trace>
  <inkml:trace contextRef="#ctx0" brushRef="#br0" timeOffset="151298.23">19485 14905 71 0,'1'-7'225'0,"0"2"1"0,-1 5 6 0,2-13-1 16,-2 13 1-16,0-7-2 0,0 7-2 0,2-6-16 16,-2 6-10-16,0 0-15 0,0 0-15 0,0 0-3 0,0 0 10 15,0 0 1-15,0 0-8 0,0 0-15 0,3 22-12 16,-3-22-19-16,0 22-4 0,0-11-14 0,-3 1-10 16,2 1-6-16,1-1-14 0,0 1-1 15,1-1-8-15,-1-1-10 0,0 3-13 0,2-4-18 0,-1 2-32 16,-1-3-32-16,1 2-17 0,-1-3-20 0,0-1-32 15,1 2-33-15,-1-9-31 0,3 13-32 16,-3-13-27-16,1 11-17 0,-1-11-29 0,0 9-198 16,0-9-510-16,0 0 226 0</inkml:trace>
  <inkml:trace contextRef="#ctx0" brushRef="#br0" timeOffset="151680.82">19519 14877 99 0,'4'-11'162'0,"0"7"-2"0,3 0-8 0,-2-1-4 16,2 1-4-16,0 2-10 0,0 0-5 0,4 0-11 15,0 2-7-15,-3-2-19 0,-8 2 1 0,18 2-10 16,-12-1-11-16,2 0-4 0,-2 1-8 0,-6-2-2 0,11 3-13 16,-5 1-5-16,-6-4-1 0,6 8-3 15,-2-4-2-15,-3 2 0 0,-1-6-11 0,3 8 0 16,-3-8 0-16,0 10-3 0,0-10 1 0,0 11-11 15,0-11-13-15,1 11-9 0,-1-11-9 0,1 8-3 16,-1-8-6-16,4 9-2 0,-3-4-2 0,-1-5-2 16,3 7 6-16,-3-7 2 0,5 7-2 0,-5-7 12 0,5 7 2 15,-2-3 4-15,-3-4 2 0,5 4-5 0,-1 2 5 16,2-5 12-16,-6-1 10 0,5 7 7 16,-5-7 6-16,5 5 15 0,-5-5 17 0,0 0 13 15,3 6 10-15,-3-6 1 0,0 0 10 0,0 0-14 16,0 0-3-16,-4 11-7 0,4-11-5 0,-5 6-7 15,5-6-9-15,-10 7-4 0,6-4-29 0,4-3-26 16,-8 6-28-16,3-4-26 0,5-2-28 0,0 0-34 16,-6 8-30-16,6-8-37 0,-5 5-152 0,5-5-376 15,0 0 167-15</inkml:trace>
  <inkml:trace contextRef="#ctx0" brushRef="#br0" timeOffset="151962.29">19858 14915 69 0,'0'0'217'0,"0"0"-11"0,10 3-3 16,-10-3-6-16,6 5-17 0,-3 1-16 0,2-3-4 15,-1 2-12-15,0-1-14 0,2 0-10 0,-2 1-1 16,3-1-1-16,2 0 1 0,0-2-6 0,0-1-5 16,2-1-8-16,-1-1-8 0,2-1-9 0,3 1-8 15,-5-3-4-15,2 0-4 0,-3-1 2 0,0 1 3 16,-2-2 2-16,2-1-5 0,-4 2-7 0,-1 0 2 15,1-4 6-15,-2 2 9 0,-3 0-12 0,1-2-11 16,-1-1-12-16,0 10 1 0,-6-14-3 0,3 6-7 16,-2 2-6-16,0 0-1 0,-1 1-12 0,-2 0-19 15,0 3-20-15,-3 2-32 0,-3 1-33 16,-7 5-47-16,-4 7-65 0,-6 0-74 0,-12 11-255 0,-2-2-569 16,0 4 251-16</inkml:trace>
  <inkml:trace contextRef="#ctx0" brushRef="#br0" timeOffset="156180.85">18681 15066 65 0,'0'0'136'0,"0"0"-5"0,0 0-16 0,0 0-2 16,0 0-11-16,0 0-7 0,0 0-8 0,0 0-10 0,0 0-12 15,0 0-2-15,0 0-2 0,0 0-3 0,0 0-13 16,0 0-4-16,0 0 3 0,0 0-9 0,0 0-3 16,0 0-8-16,0 0 1 0,0 0-1 15,-20 14-3-15,20-14 1 0,-7 6-6 0,7-6 2 16,-9 4-1-16,6 0-1 0,3-4-2 0,-7 8 6 0,2-6-3 15,5-2 5-15,-10 5 2 0,5-1 0 0,0 0-6 16,5-4 7-16,-9 8-8 0,-2-4 2 16,4-2-5-16,-1 4 3 0,0-2-7 0,-1 2 1 15,1-1 1-15,1-3 0 0,-1 1-1 0,-3-1-2 0,2 2 0 16,0 0-1-16,-4-1-3 0,2 2 2 0,0-3-1 16,0 4 10-16,-1-3 1 0,1 2-4 0,-3 1-5 15,2-5 7-15,-2 3 1 0,2-2 0 0,-5 3 5 16,0-1-6-16,3 0 2 0,-1 0-3 15,-3 0 3-15,5-1 2 0,-5 2-8 0,3-1 6 16,-3 0-7-16,1 0 6 0,-2 1-5 0,7-2 0 16,-8 1-2-16,1 0-4 0,0-2 6 0,0 2 1 15,1-1-1-15,-2 3-5 0,1-3-3 0,0 2 2 0,0-3 1 16,-1 2 2-16,-2-3-5 0,2 3 4 0,-2-1-8 16,1-2 7-16,0 2-5 0,-7 0 3 15,6 1-1-15,-5 2 2 0,0-5-8 0,4 1 6 16,2 1-1-16,-7 0 0 0,8-2 1 0,-8 0 7 15,0 2-8-15,6-2 2 0,-4-1-1 0,4 3 1 0,1-5-3 16,-2 2-1-16,2 0 2 0,0 0-2 0,-7 2 4 16,6-2-3-16,1 0 2 0,1 1 2 0,-3-4 0 15,2 3-3-15,1-1 1 0,-8-1-2 0,8 0 1 16,1 2 1-16,-2-4-3 0,0 3-1 16,0-2 2-16,1 3 2 0,-3-3-1 0,-5-3-2 15,7 4 1-15,1-3 0 0,-2 2 1 0,3 2-2 0,-8-3 4 16,8-3-8-16,-2 5 2 0,2-2 5 0,-1 0-2 15,3 0 0-15,-2 1 1 0,2-2 0 16,-1 1 4-16,6 2 7 0,-4-3-3 0,2 3-3 16,1 0 3-16,1-3 1 0,-2 1-5 0,2 0 3 15,1 1 2-15,-3 0-3 0,2-1 0 0,-1 1-2 16,-2-3 1-16,-2 0-1 0,4 3 1 0,1 1 1 0,-1-3-2 16,-1 3-2-16,2-1-4 0,-4-1 4 15,2 1-3-15,-3-2 0 0,-1 2-1 0,-1-2 4 0,6 3-2 16,-6-2 6-16,1-1-9 0,0 1 0 15,2 0 0-15,-2 0 3 0,0 0-2 0,0 2-1 16,2-3 5-16,-1 3-2 0,-1-2 2 0,1 1 0 16,-1 0 1-16,6 0 2 0,-4 1-1 0,0-1-4 0,0 1 2 15,0-2-2-15,-2 0-1 0,0 2 4 0,-3-1-2 16,2 2-1-16,3-3-2 0,-2 2 4 16,4-1-1-16,-5 0 2 0,0 1 0 0,-1-1-2 15,0-1-3-15,2 2 8 0,1 0-10 0,0 0 5 16,2 1-7-16,-2-3 5 0,1 2-1 0,2 1 0 15,-3-2 5-15,0 0-4 0,4 3 1 0,-1-2-1 0,1 0-1 16,1 0 0-16,-3 2 1 0,2-1 0 16,-3-1 1-16,-3 1 0 0,1-4 1 0,-1 4-4 15,1-2 2-15,-3-1 0 0,3-1 2 0,-1 2-2 16,-3 0 0-16,0 0-2 0,-3-1 3 0,3 1-2 16,-4-2 6-16,5 1-7 0,1 2 2 0,-1-2 2 15,1 0-1-15,-1 0 5 0,0-1-6 0,-2 4 0 16,6-1-1-16,-2-1 1 0,-2-2 2 0,3 1-1 15,1-2 0-15,-3 2-3 0,1-1 1 0,0 1 1 16,1-2 0-16,2 2 4 0,-1-5-4 0,0 5 2 16,4-1-1-16,-1 0-1 0,1 0 0 0,1 1-3 15,-3-3 10-15,-2 1-11 0,2-1 2 0,2 3 1 16,-5-4 0-16,5 4 0 0,-3-1-3 0,-1-2 0 16,4 4 4-16,0-1 1 0,-2-5-4 0,-3 3 2 0,2 1 0 15,1-2 2-15,-2 2-1 0,-1-2-5 16,5 3 7-16,-7-2 0 0,4 0 2 0,0 0 4 15,-1 0-4-15,3 2 1 0,-2-2-3 0,0-1 4 16,-1 3 9-16,3-1-4 0,1 2 2 0,1-2 0 16,-1 0-5-16,0 0-1 0,0 0 1 0,3-1 1 15,-4 2-3-15,1-3 1 0,2 0 0 0,-3 2 1 16,1-4-1-16,-1 2-1 0,3 0 0 0,0-5 0 16,0 5 6-16,-5-3-2 0,6 1 6 0,-1 2-7 15,2-2 2-15,-2 2-2 0,0-1 5 0,2 0-3 16,-1-1-3-16,-3 0 2 0,3 2-4 0,0-2 2 15,1 2 0-15,1-1 0 0,-4 2-5 0,1-1 2 16,3 1 1-16,-2 0-3 0,1 1 3 0,3-3-4 16,-3 4 8-16,-1-2-9 0,3-2 1 0,-3 3-2 15,0-3 0-15,6 3 0 0,-5-1 0 0,4 3-1 16,-3-4 3-16,1 5-6 0,0-3 3 0,0-1 2 16,1 3-2-16,1-1 2 0,-2-1 7 0,7 5-10 15,-11-7 6-15,6 4-6 0,-1-1 1 0,6 4-1 16,-9-6 2-16,9 6 3 0,-9-6-2 0,9 6-2 15,-7-5-1-15,1 1 0 0,6 4-1 0,-8-6-3 16,2 2-1-16,6 4 2 0,-9-7 2 0,5 3-2 16,4 4 0-16,-10-5-1 0,6 2-1 15,4 3 0-15,-9-6 8 0,5 2-11 0,4 4-2 0,-9-5-2 16,9 5 6-16,-8-6 1 0,8 6-2 0,-8-6 1 16,8 6 2-16,-4-4-3 0,4 4 0 0,-5-5-5 15,5 5 0-15,-5-4-1 0,5 4-2 0,-9-6 2 16,9 6 3-16,-5-4 4 0,5 4-4 15,0 0-2-15,-6-6 7 0,6 6-4 0,0 0 1 0,-6-6 2 16,6 6 0-16,0 0 1 0,-2-5 1 0,2 5 3 16,0 0-1-16,0 0 0 0,0 0 1 0,0 0 2 15,-8-5-1-15,8 5 0 0,0 0-1 0,0 0 1 16,0 0 0-16,0 0-1 0,0 0 0 0,-4-6-1 16,4 6 4-16,0 0-1 0,0 0-2 0,0 0 0 15,0 0 6-15,0 0-4 0,0 0 0 0,0 0 0 16,0 0 0-16,-1-10 1 0,1 10-5 15,0 0 6-15,0 0-6 0,1-10-2 0,-1 10-2 0,0 0 1 16,-1-8 0-16,1 8 2 0,0 0-2 0,0 0-1 16,-1-11 5-16,1 11 0 0,0 0-2 0,0-11-1 15,0 11 1-15,0 0 0 0,0-9 0 0,0 9-2 16,0 0 3-16,0-10 1 0,0 10 1 0,0 0-2 16,1-12-3-16,-1 12 3 0,0 0 2 15,0 0-2-15,-1-8 2 0,1 8 0 0,0 0-2 0,0 0 0 16,0 0 3-16,0 0-2 0,0 0 2 0,1-8-3 15,-1 8 3-15,0 0 1 0,0 0 1 0,0 0-4 16,0 0 0-16,0 0 3 0,0 0 0 0,0 0 0 16,0 0 3-16,1-8 3 0,-1 8-12 0,0 0 1 15,0 0 0-15,0-9-1 0,0 9 5 0,0 0-5 16,0-10 0-16,0 10 2 0,0 0-1 0,0-9-1 16,0 9 0-16,0 0 2 0,0-10 0 0,0 10-6 15,2-7 8-15,-2 7-1 0,0 0 0 16,0 0 2-16,0-10 2 0,0 10-9 0,0 0 5 0,0 0 0 15,0 0 0-15,0 0-4 0,0 0-1 16,0 0-2-16,0 0-4 0,0 0 2 0,-2-8 0 16,2 8 3-16,0 0-1 0,0 0-1 0,0 0 1 0,0 0 5 15,0 29 6-15,-1-19-2 0,0 2 2 0,-2 0 0 16,-1 4 6-16,0 1-1 0,-1 0-2 16,3-1 5-16,-5 1 3 0,2-2-1 0,-1 1 4 15,1 0-1-15,-3 0 6 0,2 0-10 0,-2-3 4 16,1-1-2-16,1-2 0 0,-2 1 3 0,1-1-4 15,-1-1 2-15,4-2 1 0,-1-1-3 0,0 1 0 16,0-3-3-16,3 1 3 0,2-5 0 0,-4 6 0 16,4-6-4-16,-4 4-2 0,4-4 4 0,0 0 0 0,0 0 4 15,-5 4 3-15,5-4-3 0,0 0 1 16,0 0 0-16,0 0-1 0,0 0-6 0,0 0-2 16,0 0-2-16,0 0 3 0,0 0-3 0,0 0 0 15,0 0-5-15,0 0 1 0,0 0-7 0,-2-18-1 0,2 18-9 16,0 0-18-16,0 0-11 0,6-12-25 0,-6 12-26 15,3-7-21-15,-3 7-23 0,8-8-5 16,-3 3-9-16,0 0-11 0,2 0-11 0,1 0-91 16,-3 0-290-16,2-3 128 0</inkml:trace>
  <inkml:trace contextRef="#ctx0" brushRef="#br0" timeOffset="156598.39">14102 14144 152 0,'0'0'179'0,"0"0"-1"0,0-8 2 0,0 8-5 16,0 0-15-16,0 0-13 0,0 0-13 0,0 0-11 15,0 0-11-15,0 0-11 0,0 0-12 0,0 0-2 16,0-9-8-16,0 9-4 0,0 0-16 0,1-9-9 15,-1 9-2-15,7-7-4 0,-2 3-6 0,2-1 0 16,1-2-14-16,-1 4 4 0,4-2-3 0,1 1-3 16,-1 1-1-16,3 0 0 0,3 1-5 0,-1-1 0 15,4 2-1-15,0 1 5 0,1-2-1 0,0 2 9 16,0 0-13-16,-2 2 1 0,-2-2-2 0,4-2-3 16,-6 4 1-16,1-2 1 0,-5 2-3 0,1-3-2 15,-2 2 0-15,-3 1 2 0,0-2-2 0,-7 0 1 16,14 1 6-16,-14-1-9 0,0 0 3 15,9 1-1-15,-9-1-1 0,0 0 0 0,8 0 4 0,-8 0 0 16,0 0-2-16,0 0 2 0,0 0-2 0,0 0 1 16,0 0-2-16,10 0-1 0,-10 0-1 0,0 0 2 15,0 0-5-15,0 0 2 0,0 0-16 0,0 0-29 16,0 0-33-16,0 0-35 0,0 0-42 0,0 0-45 16,0 0-174-16,0 0-399 0,0 0 177 0</inkml:trace>
  <inkml:trace contextRef="#ctx0" brushRef="#br0" timeOffset="157655.24">20369 5456 124 0,'0'0'128'0,"0"0"-10"16,0 0-14-16,0 0-11 0,-7 1-10 0,7-1-12 15,0 0-4-15,0 0-6 0,0 0-13 0,0 0-16 16,0 0-20-16,-9 0-19 0,9 0-18 0,0 0-18 15,0 0-17-15,-8 6-17 0,8-6-45 0,-10 3-132 16,0 1 59-16</inkml:trace>
  <inkml:trace contextRef="#ctx0" brushRef="#br0" timeOffset="158734.16">14885 5598 80 0,'0'0'119'0,"-13"0"1"15,13 0-1-15,-11 2-8 0,1 0-2 0,2-2-7 16,-1 2 0-16,2-1-1 0,7-1 0 0,-12 0-5 16,12 0-8-16,-8 1-13 0,8-1 1 0,0 0-10 15,-12 1-9-15,12-1-3 0,0 0-5 0,-7 2-4 16,7-2-5-16,0 0-5 0,0 0-1 0,0 0-7 15,-11 1-2-15,11-1-1 0,0 0-5 0,0 0 1 16,0 0-3-16,0 0-3 0,-9 0-1 0,9 0-3 16,0 0-11-16,0 0 5 0,0 0-18 0,0 0 8 15,0 0 8-15,0 0 0 0,0 0 3 0,25 4 0 16,-5-1 4-16,1-2-1 0,6 0 3 0,5 1-2 16,0-2-3-16,0 2 6 0,0-2 2 0,1 1 0 15,-1 0-5-15,-3-1 0 0,0 0 4 0,-9 0-3 16,3 0-1-16,-5 0-2 0,1 2-2 0,-5-2 2 15,-1-2-1-15,-4 4 5 0,0-2-3 0,-1 0-7 16,-8 0-1-16,12 1 0 0,-12-1 5 0,10-1-2 16,-10 1 5-16,0 0-8 0,11 0 6 0,-11 0-6 15,0 0 6-15,0 0-4 0,9-2 1 0,-9 2-3 16,0 0-2-16,0 0 1 0,0 0-12 0,0 0-10 16,6 6-45-16,-6-6-54 0,0 0-59 0,-5 15-110 15,0-5-316-15,-5-1 140 0</inkml:trace>
  <inkml:trace contextRef="#ctx0" brushRef="#br0" timeOffset="166709.16">14246 14125 3 0,'0'0'14'0,"0"0"1"0,0 0 6 16,0 0-4-16,0 0 0 0,0 0 1 0,0 0 5 16,0 0-1-16,0 0-5 0,0 0-3 0,0 0 1 15,0 0-1-15,0 0 1 0,0 0 3 0,0 0-5 16,0 0-3-16,0 0 11 0,0 0-2 0,0 0-3 15,0 0 2-15,0 0-3 0,0 0 1 0,0 0-3 16,0 0 11-16,0 0-10 0,0 0-3 0,0 0 0 16,0 0-14-16,0 0 4 0,0 0 6 0,0 0-3 15,0 0 3-15,0 0-7 0,0 0 0 0,0 0 0 16,0 0 5-16,0 0-6 0,0 0 4 0,0 0 4 16,0 0-2-16,0 0-3 0,0 0-1 0,0 0 5 15,0 0-2-15,0 0-1 0,0 0-6 0,0 0 6 16,0 0-3-16,0 0-1 0,0 0 0 0,8-8 0 15,-8 8 0-15,0 0-1 0,0 0 5 0,0 0-6 16,0 0-2-16,0 0 1 0,0 0-2 0,0 0-5 16,0 0 0-16,0 0-5 0,0 0 5 0,0 0-9 15,0 0-4-15,0 0 3 0,0 0-4 16,0 0-5-16,0 0 1 0,0 0-17 0,0 0-51 16,0 0 23-16</inkml:trace>
  <inkml:trace contextRef="#ctx0" brushRef="#br0" timeOffset="167976.99">16643 13807 31 0,'0'0'87'0,"0"0"-7"16,0 0-9-16,0 0-5 0,0 0-1 15,0 0-12-15,0 0-11 0,0 0-3 0,0 0-13 16,0 0-13-16,-3-12-12 0,3 12-18 0,0 0-4 16,0 0-9-16,0 0-12 0,0 0-36 0,0 0-84 0,0 0 38 15</inkml:trace>
  <inkml:trace contextRef="#ctx0" brushRef="#br0" timeOffset="172539.2">19273 13598 41 0,'0'0'54'0,"0"0"-4"0,0 0-8 0,0 0-4 16,0 0-3-16,0 0 1 0,0 0-6 15,0 0-6-15,0 0-6 0,0 0 2 0,0 0-2 16,0 0-5-16,0 0-10 0,0 0 0 0,0 0-15 15,0 0-4-15,0 0-7 0,0 0-3 0,0 0 0 0,0 0 0 16,0 0 1-16,0 0-21 0,0 0-48 0,0 0 21 16</inkml:trace>
  <inkml:trace contextRef="#ctx0" brushRef="#br0" timeOffset="174623.2">19476 13722 87 0,'0'0'100'16,"0"0"-14"-16,0 0 1 0,0 0-6 0,0 0-10 15,0 0 2-15,0 0-6 0,0 0-26 0,0 0 18 16,0 0-13-16,0 0-5 0,1-7-3 0,-1 7-4 16,0 0-7-16,0 0-8 0,0 0-35 0,0 0 0 15,0 0-20-15,0 0-19 0,0 0-23 0,0 0-48 16,0 0-137-16,0 0 60 0</inkml:trace>
  <inkml:trace contextRef="#ctx0" brushRef="#br0" timeOffset="176663.71">19266 15508 2 0,'0'0'67'0,"0"0"-15"15,0 0-19-15,0 0-6 0,0 0-12 0,0 0-3 16,0 0-21-16,0 0-25 0,0 0-35 0,0 0 16 16</inkml:trace>
  <inkml:trace contextRef="#ctx0" brushRef="#br0" timeOffset="188299.97">19094 15337 33 0,'0'0'57'0,"0"0"-4"16,0 0-3-16,0 0 1 0,0 0 1 0,0 0-4 16,0 0 4-16,0 0-1 0,0 0-7 0,0 0 2 15,0 0-2-15,0 0 0 0,0 0 1 0,0 0 2 16,0 0 4-16,0 0 6 0,0 0-10 0,0 0-2 16,0 0 4-16,0 0-13 0,0 0 4 0,0 0-1 15,0 0-14-15,0 0 4 0,0 0 3 0,-22 11 2 16,22-11 0-16,0 0 3 0,0 0-3 0,-11-1 2 15,11 1-1-15,-7 2-10 0,7-2 6 0,0 0-3 16,0 0 6-16,-11 0-5 0,11 0-2 16,0 0-2-16,0 0-1 0,0 0-4 0,0 0-2 0,0 0-6 15,0 0 0-15,-8 1-4 0,8-1-6 0,0 0 2 16,0 0 0-16,0 0-1 0,0 0 8 0,27 7-3 16,-14-6-1-16,8 2-5 0,1-1-1 0,9-3-6 15,-2 0 3-15,3-1-1 0,0 0-5 0,-4 1-3 16,4-3 6-16,-1 4-8 0,-2-5-7 0,-1 2-6 15,2-2-2-15,-1 1-29 0,-3 3-27 0,2-3-17 16,-8 3-18-16,1 0-86 0,-5-1-223 0,2-3 99 16</inkml:trace>
  <inkml:trace contextRef="#ctx0" brushRef="#br0" timeOffset="196118.31">14171 13344 35 0,'0'0'109'0,"-3"-4"-12"0,3 4-2 16,0 0 2-16,0 0-9 0,0 0-2 0,-4-8-6 15,4 8-9-15,0 0-2 0,0 0-8 0,-2-8 1 16,2 8-9-16,0 0-2 0,0 0-4 0,5-12-8 16,-1 7-8-16,2-1 3 0,2-1-9 0,3 0-5 15,4-4-1-15,-3 4-5 0,3-2 3 0,1 1-9 16,1-1 1-16,2-1 3 0,-1 0-3 16,0 1-2-16,0-1-3 0,1 0-1 0,0-1-2 0,-4 1 0 15,4-1 4-15,-3 2-1 0,-1-1-4 0,1 1-3 16,-1 0 2-16,-6 2 7 0,3 0-6 15,-3 0 4-15,-1 3 3 0,0-1-10 0,-2 1 4 16,-1-1 1-16,-5 5 2 0,9-4 4 0,-9 4-4 0,6-3 1 16,-6 3-5-16,8-4 4 0,-8 4 0 0,0 0 1 15,4-4 0-15,-4 4-7 0,0 0 7 0,0 0-3 16,0 0 1-16,0 0-2 0,8-4-3 0,-8 4 2 16,0 0-14-16,0 0-14 0,0 0-18 0,0 0-18 15,0 0-20-15,0 0-19 0,0 0-78 0,0 0-196 16,0 0 88-16</inkml:trace>
  <inkml:trace contextRef="#ctx0" brushRef="#br0" timeOffset="196430.09">14442 12935 133 0,'0'0'127'0,"-8"-4"-7"16,8 4-12-16,0 0-19 0,0 0 1 0,0 0-13 15,0 0-13-15,0 0-2 0,0 0-9 0,29-1 1 16,-18 1-11-16,2 0-1 0,1 0 7 0,4 0-12 16,0 0-5-16,-5 0-4 0,5 3-3 0,-5-3 0 15,0 2-8-15,-1-1 1 0,-2 3-8 0,-1-1 10 16,0 3-10-16,-5-3 2 0,0 3-5 0,2 2 3 15,-4 2-3-15,-2 2-1 0,-1 5-2 0,-3 1 1 16,-3 10-15-16,-2 3-35 0,-4-2-25 0,-1 1-43 16,-2 4-78-16,0-4-208 0,-1 0 93 0</inkml:trace>
  <inkml:trace contextRef="#ctx0" brushRef="#br0" timeOffset="-149746">18806 13766 38 0,'0'0'40'0,"0"0"-9"0,0 0-4 0,0 0 3 0,0 0-11 15,0 0 4-15,0 0-6 0,0 0 3 0,0 0-4 16,0 0 2-16,0 0-2 0,0 0-5 0,0 0 1 16,0 0-5-16,0 0 6 0,0 0-5 0,0 0 6 15,0 0-6-15,0 0-1 0,0 0 3 0,0 0-1 16,0 0-1-16,0 0-2 0,0 0 5 0,0 0-7 15,0 0 1-15,0 0 4 0,0 0-6 0,0 0 1 16,0 0 0-16,0 0 6 0,0 0-7 0,4-5 2 16,-4 5-1-16,0 0 2 0,0 0 1 0,0 0-7 15,0 0-1-15,3-6 3 0,-3 6-3 0,0 0 2 16,0 0 0-16,0 0 1 0,0 0-4 0,0 0 8 16,0 0-9-16,0 0 12 0,0 0-10 0,0 0 2 15,0 0-4-15,0 0 4 0,0 0-2 0,0 0 2 16,0 0-1-16,0 0 2 0,1-8-12 0,-1 8 12 15,0 0 4-15,0 0-6 0,0 0-3 0,0 0 2 16,0 0 0-16,0 0-2 0,0 0 2 0,0 0 4 16,0 0-2-16,0 0-2 0,0 0 0 0,0 0 1 15,0 0-7-15,0 0 2 0,0 0-1 0,0 0 3 16,0 0 3-16,0 0 1 0,0 0-5 0,0 0-7 16,0 0 2-16,0 0 1 0,0 0-6 0,0 0 4 15,0 0-8-15,0 0-2 0,0 0-1 0,0 0-6 0,0 0-28 16,0 0-59-16,0 0 27 0</inkml:trace>
  <inkml:trace contextRef="#ctx0" brushRef="#br0" timeOffset="-149268.68">18950 13714 14 0,'0'0'64'0,"0"0"-7"0,0 0-9 0,0 0-1 0,0 0-9 15,0 0-2-15,0 0-3 0,0 0-7 0,0 0 2 16,0 0-4-16,0 0-3 0,0 0-2 0,0 0-3 15,0 0-12-15,0 0 9 0,0 0-5 0,0 0-15 16,0 0 6-16,0 0 1 0,0 0 0 0,0 0-7 16,0 0-3-16,0 0-6 0,0 0-3 0,0 0-7 15,7 6-4-15,-7-6-34 0,0 0-68 0,0 0 30 16</inkml:trace>
  <inkml:trace contextRef="#ctx0" brushRef="#br0" timeOffset="-136681.68">20602 13360 165 0,'0'0'161'0,"0"0"-6"16,0 0-7-16,0 0-6 0,0 0-5 0,-5-5-6 15,5 5-5-15,0 0-6 0,0 0-3 0,0 0-3 16,0 0 3-16,0 0-13 0,0 0-6 0,0 0-1 16,0 0-7-16,0 0-4 0,0 0-7 0,0 0 0 15,0 0-6-15,0 0-5 0,0 0-11 0,0 0-4 16,0 0-6-16,0 0-10 0,0 0-2 0,0 0-4 15,0 0-5-15,0 0-2 0,0 0-5 0,24 0 1 16,-24 0-2-16,13 3-1 0,-7-2-4 0,2 2-1 16,2-3-1-16,-1 4-2 0,0-1-1 0,1 3-3 0,-1-2 1 15,-1 2 0-15,3 1-1 0,-4 0-1 16,-1 2 9-16,1 3 5 0,-1 2 9 0,0 2 2 16,-2 0 8-16,1-1-2 0,-3 4-7 0,-1-2 2 15,0 1-2-15,-1 2 0 0,0 0-3 0,-1-1-1 0,1 0-3 16,-3 7 4-16,2-2-8 0,-2 0 4 15,0 0-4-15,1 2 2 0,0-6 0 0,-3 5-3 16,1 1 1-16,1-7 0 0,1 1 3 0,-1-2 4 16,1 0-2-16,-1 0-21 0,-1 2 6 0,2 0-4 15,-1-1 7-15,-1 0-10 0,2 6-1 0,-2 1 12 16,1-7-6-16,1 5-3 0,0-4 0 0,-1 4-2 16,0 2 1-16,0-2-1 0,1 1-1 0,1 0 5 15,-1 1-1-15,1-7-4 0,1 8 3 0,0-1 2 16,0-1-5-16,0 1 0 0,3 0 1 0,-3 0 4 15,2 0-7-15,-2-1 4 0,1 1-1 0,-1-6-1 0,0 6 3 16,2 0 1-16,-4-7-1 0,1 8-4 16,0-3 1-16,-2 1-2 0,-2-6 0 0,3 7 6 15,-3-7-5-15,3 0 0 0,-3 0 1 0,1 0 1 16,-1-1 2-16,-1-3 0 0,0 0-1 0,-3 1 2 16,2 1-3-16,-4-2 3 0,-1 1-2 0,-1 0-2 15,-1-4 4-15,-1 3 0 0,0-2-4 0,-1-1 1 16,0 0 3-16,0-2-4 0,-1-1 0 0,0-1-8 15,0-1-7-15,-2-3-13 0,6 1-18 0,-1-1-10 16,1-1-8-16,3 1-15 0,-2-3-20 0,12-1-30 16,-21-3-42-16,21 3-44 0,-10-6-40 0,3 1-133 15,7 5-422-15,-7-14 186 0</inkml:trace>
  <inkml:trace contextRef="#ctx0" brushRef="#br0" timeOffset="-136167.81">20942 14217 198 0,'0'0'211'0,"-5"-3"-15"0,5 3-30 0,0 0-5 0,0 0-3 15,0 0-16-15,0 0-6 0,-3-9-18 16,3 9-14-16,0 0-9 0,18-7-12 0,-5 4-6 16,0 0-8-16,4-3-8 0,4 2-6 0,2-1 0 15,8 0-12-15,-4-1-3 0,-6 0-2 0,-2 1-2 16,8 0-6-16,-8 3-2 0,1-3-3 0,-3 2-2 0,3-1-3 15,-8 1-1-15,4 1-3 0,-7-1 0 16,1 1-6-16,3-2 3 0,-4 0-6 0,-4 2 1 0,-5 2-2 16,14-1 1-16,-14 1-1 0,7-1 6 15,-7 1 6-15,0 0 10 0,9-2 4 0,-9 2 15 16,0 0 0-16,0 0 11 0,0 0 5 0,0 0 3 0,0 0 1 16,9 4 0-16,-9-4-6 0,0 0-5 0,0 0-5 15,-15 17 1-15,9-7-2 0,-4-3-9 16,0 2 3-16,3-1-10 0,-7 4-1 0,6-1-1 15,0 0-7-15,-1-5-2 0,-3 6-3 0,3-2-16 16,2-2-21-16,0 3-21 0,0-2-25 0,2-2-29 16,3-1-24-16,-2 3-26 0,2-2-28 0,1-2-30 15,1-5-25-15,-2 11-10 0,2-11-134 0,0 10-398 16,0-10 176-16</inkml:trace>
  <inkml:trace contextRef="#ctx0" brushRef="#br0" timeOffset="-135961.93">21362 14071 219 0,'-5'-18'239'0,"-1"1"-5"0,-2-1-4 16,-1 2-6-16,-1 0 1 0,-2 1 1 0,2-1-6 15,-5-5-13-15,3 10-9 0,-2-3-14 0,3 3 6 16,1-1-27-16,-3-1-6 0,5 5-21 0,0 0-7 0,0 1 1 16,1 0-13-16,7 7-17 0,-10-7-10 15,10 7-14-15,-5-9-12 0,5 9-22 0,-5-8-30 16,5 8-29-16,-8-2-34 0,8 2-39 0,0 0-42 15,0 0-40-15,0 0-45 0,0 0-21 0,13-6-47 16,-13 6-150-16,20 2-472 0,-4-2 209 0</inkml:trace>
  <inkml:trace contextRef="#ctx0" brushRef="#br0" timeOffset="-135284.39">22431 13743 86 0,'-4'-7'221'0,"0"2"-10"0,-2-1-6 0,0 1 18 16,-1 0-11-16,-1 1-8 0,1 2-14 0,-4 0-15 16,-1 0-16-16,-5 4-13 0,-1 0-12 0,6 2-8 15,-5 1-12-15,3 4-14 0,-2-2-10 0,5-2-11 16,-1 5-5-16,5-2-8 0,0 3 2 0,-1 3-16 15,3-4-3-15,2 6-7 0,1-1-2 0,4-2-4 16,3 0-2-16,0 3-7 0,1-6-5 0,1 5-2 16,7 0-9-16,-4-3 0 0,1 1-8 0,5 0 0 0,-5-2-23 15,3 0 3-15,0 0-3 0,-1-2 4 16,1 1 3-16,-5-3-3 0,3 0 6 0,-5-1 0 16,-2-1-2-16,1 0 2 0,-1-2 3 0,0 3 1 15,-5-6 4-15,6 6 8 0,-5 0 5 0,-1-6 9 16,0 0 0-16,-11 15-2 0,3-8-2 0,-1-2-2 15,-6 3 5-15,0 2-8 0,-3-3-5 0,1 0 3 16,-1-1-3-16,5-2-1 0,-3 1 2 0,3-2-6 16,-1 0 2-16,2-1-1 0,1 0-15 0,1-1-18 15,0 1-28-15,2-1-22 0,8-1-29 0,-13 2-33 16,13-2-44-16,-10 0-28 0,10 0-187 0,-9 3-435 16,9-3 193-16</inkml:trace>
  <inkml:trace contextRef="#ctx0" brushRef="#br0" timeOffset="-134974.72">22601 13676 241 0,'1'-7'258'0,"0"1"-9"0,-1 6-12 16,4-6-15-16,-4 6-9 0,3-6-24 0,-3 6-18 15,0 0-17-15,0 0-16 0,5-4-2 0,-5 4 4 16,0 0-1-16,2 15-7 0,-2-15-4 0,3 23-8 15,2-7-13-15,-3 3-12 0,1 6 4 0,0-6-13 16,0-1 2-16,1 1-7 0,-1-1-3 0,0 2-8 0,-2-2-12 16,4 0-2-16,-3-3-2 0,0 3-6 15,-1-5-3-15,0 2-6 0,-1-3-7 0,0 2-8 16,0-1-1-16,0-4-12 0,1 2-20 0,-1-2-16 16,2 2-21-16,-2-6-24 0,0-5-22 0,-2 14-20 15,2-14-29-15,2 9-38 0,-2-9-30 0,-2 10-30 16,2-10-16-16,0 0-176 0,-1 9-467 0,1-9 207 15</inkml:trace>
  <inkml:trace contextRef="#ctx0" brushRef="#br0" timeOffset="-134467.74">22554 13855 168 0,'0'0'155'0,"-6"-5"-15"15,6 5-4-15,-2-3-9 0,2 3-6 0,0 0-11 16,0 0-9-16,20-6-6 0,-8 5-6 0,9-2-13 15,-1 0-6-15,9 0-9 0,2 2-4 0,-1-2 2 16,-1 2-15-16,0-4-10 0,-1 2-1 0,-6 2-2 16,-1 1-4-16,-5-3-7 0,-2 3-2 0,-3 0 0 15,-11 0-2-15,18-1-1 0,-18 1-1 0,13-2-2 16,-13 2 7-16,0 0 13 0,12 0 7 0,-12 0 10 16,0 0 7-16,0 0-6 0,0 0-1 0,0 0-3 15,0 0 1-15,0 0 3 0,0 0 8 0,-32 15 1 16,20-8 0-16,2 0-2 0,-7 3 2 0,4 0-3 15,-1 2-4-15,4 1-2 0,-3 0-9 16,2-2-2-16,7-1-5 0,-1 1-5 0,1-2-1 0,3 0-2 16,-3 1-5-16,4-1-2 0,1-1 3 0,4 1-4 15,-1-2 0-15,4 0-3 0,-2 0-7 0,2-1-8 16,2 1-3-16,-2-1-4 0,2-5-7 0,3 1 1 16,-3-1-1-16,-2-1 4 0,3-3-1 0,-2 0-3 15,0-1-1-15,1-1 3 0,-5 0 0 0,2-4 1 16,-1 2 1-16,-1-1-2 0,2 0 3 0,-5-3 0 15,1 1 2-15,-1-1-2 0,0 1 6 0,-2 10 0 16,0-19 1-16,0 19 10 0,0-13 12 0,0 13 7 16,0-9-2-16,0 9 3 0,0-7-4 0,0 7-2 15,0 0-2-15,0 0-3 0,0 0 8 0,0 0 3 16,0 0-5-16,0 0-3 0,-8 29-1 0,5-17 0 16,3 1-5-16,0 0-1 0,0 2-1 0,2 1 3 15,0-4-14-15,1 1-24 0,1-2-28 0,-1 5-27 16,0-5-24-16,4 0-27 0,-4 0-29 0,4-1-31 15,-1 0-19-15,-1-4-175 0,-1 1-414 0,-4-7 183 16</inkml:trace>
  <inkml:trace contextRef="#ctx0" brushRef="#br0" timeOffset="-134049.77">23126 13640 172 0,'0'0'190'0,"1"-9"-16"16,-1 9-6-16,0 0 9 0,0 0 10 0,0 0 6 16,0 0-10-16,-2 37-11 0,-1-16-20 0,2 4-3 15,-2 2-9-15,1-7-4 0,0 8-13 0,2-4-2 16,-2-7-10-16,2 2-7 0,-1-3-2 0,-1-2-9 16,2-3-6-16,0-1-10 0,0-2-8 0,0-8-2 15,2 10-9-15,-2-10 2 0,0 9 0 0,0-9 0 16,0 7 4-16,0-7 0 0,0 0-1 0,0 0-9 15,0 0-5-15,0 0-2 0,0 0-14 0,7 2-2 16,-7-2-15-16,0 0-7 0,16-18 2 0,-4 12-2 16,1-6-3-16,4 2 0 0,-2 3-8 15,3 3 3-15,-3-2 2 0,-3 2-2 0,-1 4-3 0,1-3 7 16,-1 5-10-16,0-1 6 0,-5 3 0 0,3 0-1 16,0 2 1-16,-4 1-1 0,-1 1 5 0,-2 3 3 15,0-1 7-15,-4 1 1 0,0-1-2 0,-3-1 0 16,0 1-1-16,-3 2 4 0,2 1-6 0,-3 1-2 15,1-4-1-15,-1 0-19 0,0-2-14 0,1 0-21 16,1-2-20-16,-1 0-27 0,2-1-29 0,-1 0-28 16,3-2-38-16,-1 1-25 0,5-4-30 0,-9 5-38 15,9-5-144-15,0 0-458 0,-6 8 203 16</inkml:trace>
  <inkml:trace contextRef="#ctx0" brushRef="#br0" timeOffset="-133867.95">23338 13888 6 0,'3'-5'204'16,"-3"5"-6"-16,4-7-13 0,-4 7-7 0,3-5-12 16,-3 5-16-16,0 0-2 0,0 0 7 0,0 0-2 15,0 0-14-15,13 8-11 0,-10-1-16 16,-1 0-11-16,2 1-8 0,-3 3-1 0,1-1-17 16,-1 2-7-16,0-2-13 0,-1 1-26 0,0 1-37 0,0 0-39 15,0-1-29-15,0 1-35 0,-1 1-33 16,1-6-35-16,-1 5-133 0,-2-2-338 0,3-10 150 0</inkml:trace>
  <inkml:trace contextRef="#ctx0" brushRef="#br0" timeOffset="-133703.43">23288 13644 39 0,'0'0'167'0,"-4"-10"-39"0,4 10-43 0,0 0-19 16,0 0-19-16,0 0-31 0,0 0-42 0,0 0-61 16,0 0-95-16,0 0 42 0</inkml:trace>
  <inkml:trace contextRef="#ctx0" brushRef="#br0" timeOffset="-133447.52">23481 13531 179 0,'-1'-5'240'0,"1"5"-4"16,-2-10-11-16,2 10-19 0,0-8-23 0,0 8-19 16,0 0-9-16,0 0 8 0,0 0 10 15,0 0-3-15,6 22-3 0,-5-3-10 0,2 5-10 16,0 4-15-16,-1 2-14 0,-1-2-6 0,2 2-9 16,-2-2-9-16,0-2-15 0,3 0-11 0,-3 0 3 15,2-7-7-15,-1 8-9 0,0-2-3 0,0-8-23 0,1-2-24 16,-2-1-23-16,0-2-23 0,2 0-24 15,-1 1-35-15,1-2-32 0,0-3-32 0,-1 3-35 16,3-4-16-16,-1-1-14 0,4 1-169 0,-1-1-430 16,-7-6 190-16</inkml:trace>
  <inkml:trace contextRef="#ctx0" brushRef="#br0" timeOffset="-133268">23720 13852 145 0,'3'-12'209'15,"-1"2"7"-15,-2 10 8 0,0-14 0 0,0 14-4 16,0-11-11-16,0 11-13 0,0 0-20 0,0 0-9 15,3-10-19-15,-3 10 1 0,0 0-5 0,0 0-12 16,0 0-11-16,-10 31-15 0,5-20-7 0,2-1-14 16,0 3-7-16,1 2-6 0,2-4-8 0,-1 1-19 15,-1 1-28-15,1-1-20 0,1 1-25 0,0-1-31 16,0-1-34-16,0 1-40 0,0-12-26 0,1 20-42 16,-1-13-21-16,0-7-170 0,-2 17-423 0,2-17 187 15</inkml:trace>
  <inkml:trace contextRef="#ctx0" brushRef="#br0" timeOffset="-133107.89">23631 13617 107 0,'0'0'137'0,"0"0"-26"0,-12 1-22 0,12-1-28 16,0 0-34-16,0 0-36 0,0 0-36 0,2 22-35 15,-2-22-87-15,12 13 39 0</inkml:trace>
  <inkml:trace contextRef="#ctx0" brushRef="#br0" timeOffset="-132768.14">23861 13747 8 0,'0'0'201'0,"0"0"-14"16,4-8-12-16,-4 8-12 0,0 0-7 0,16-2-5 15,-16 2-12-15,19 0-11 0,-8 2-15 0,0 0 2 16,-2 1-4-16,3 2 0 0,-4 1 5 0,0 2 0 16,1 1 14-16,-4 3-4 0,2-2 5 0,-5 7-9 15,-2 2 0-15,-1-2-5 0,-5 1-9 0,-1-1 1 16,0 1-4-16,-3 0-6 0,-1-2-7 0,2 2-3 16,-1-4-6-16,0 1-4 0,-2-4-8 0,3 2 0 15,3-3-11-15,-2-1 3 0,3-3-6 0,1-2-9 16,0-1-1-16,4-3-5 0,-5 9-3 15,5-9-5-15,-2 5-3 0,2-5-4 0,0 0-6 16,0 0-1-16,0 0-7 0,0 0-6 0,10 5-14 0,0-5-9 16,2-2-5-16,0 1-17 0,8-2-21 0,-2 0-25 15,2-1-23-15,2-2-29 0,3 0-27 0,-3 1-28 16,6 0-30-16,-6 1-15 0,-3-2-10 0,3-1 15 16,-1 2 3-16,6-2-134 0,-9 0-392 0,1-1 174 15</inkml:trace>
  <inkml:trace contextRef="#ctx0" brushRef="#br0" timeOffset="-132416.48">24318 13883 31 0,'9'-17'77'0,"-2"1"12"0,-2 0 11 0,-3 0 7 16,0 3 22-16,-2 1 16 0,0 1 18 0,-3 2 8 16,1 0 0-16,0 0 2 0,-5 1 8 0,3 4 1 15,-3-2-7-15,-3 3-5 0,10 3-2 0,-18 0-8 16,18 0-1-16,-25 10-4 0,8 1-9 0,3 3-3 16,-5 3-7-16,6-4-15 0,0 2-12 0,3-1-5 15,4-2-14-15,1 2-6 0,1 0-20 0,1-5 2 16,3 2-10-16,0-1-2 0,1 3-14 15,3-5-12-15,1 0-13 0,0 1-7 0,1-2-7 16,-1-3-10-16,2-1-1 0,4 0-4 0,-2-2-8 0,1 0-4 16,-1-2-5-16,-9 1 3 0,14-2 1 0,-4-3 3 15,-5 1 1-15,0-2-4 0,0 0 3 0,1-2 0 16,-3-1 7-16,2 0 3 0,-1 0-1 16,-3 2-3-16,2-3 5 0,-2 0 3 0,-1 10 3 15,3-14 11-15,-2 11 2 0,-1 3 3 0,3-9-3 0,-3 9-1 16,0 0-2-16,0 0 7 0,0 0 19 15,0 0 6-15,0 0-2 0,0 0 1 0,2 22-4 0,0-14-5 16,-2 5-5-16,1-1 4 0,0-1-7 0,2 2 0 16,-2 2-26-16,4-3-31 0,1 1-36 0,-3-2-41 15,0 0-42-15,0 1-55 0,3-3-50 0,-3 3-239 16,4-3-545-16,-4-1 242 0</inkml:trace>
  <inkml:trace contextRef="#ctx0" brushRef="#br0" timeOffset="-132150.04">24533 13605 291 0,'0'0'300'0,"-1"-12"-17"0,1 12-23 0,0 0-20 16,-3-11-16-16,3 11 22 0,0 0 11 0,0 0 13 15,0 0-16-15,-1 45-25 0,0-24-22 16,1 7-9-16,-2-1-14 0,2 1-21 0,-1-2-14 15,0 3-13-15,1-2-12 0,-1-3-12 0,-1 4-8 0,2-10-15 16,0 1-9-16,2 1-7 0,-1-2-28 16,0 0-31-16,-2-3-27 0,2-3-41 0,0 1-44 15,2-4-45-15,-3 2-47 0,0-1-52 0,1-1-43 16,2 0-34-16,-7-1-213 0,4-8-575 0,0 0 254 16</inkml:trace>
  <inkml:trace contextRef="#ctx0" brushRef="#br0" timeOffset="-131866.89">24440 13893 120 0,'0'0'184'0,"0"0"-21"15,7-8-8-15,-7 8-15 0,12-6-15 0,-1 3-13 16,1-2-6-16,3 3-10 0,6-1-11 0,-1-3-9 0,7 1-10 16,-6 2-4-16,8-2-3 0,-7 1-5 15,-3-2-7-15,-1 3-5 0,1-1 4 0,-5 2 3 16,-1 0 8-16,-3-1 2 0,0 6 3 0,-2-4 4 15,-8 1 9-15,11-3 10 0,-11 3 3 0,0 0 2 16,0 0 18-16,0 0 11 0,14 5 5 0,-14-5 4 0,6 12-6 16,-6-12-5-16,0 13-6 0,0-5-1 0,0 4-9 15,1-1-17-15,-2 2-2 0,1 0-6 0,0-1-10 16,0 1-9-16,1-3-2 0,-1 3-38 0,1-3-29 16,-1 2-40-16,0-2-45 0,1 0-58 15,-1-10-56-15,1 18-48 0,-1-8-251 0,0-10-553 16,0 16 244-16</inkml:trace>
  <inkml:trace contextRef="#ctx0" brushRef="#br0" timeOffset="-131705.59">24823 13582 27 0,'-2'-7'209'0,"-2"1"-21"0,4 6-24 15,0 0-40-15,0 0-26 0,-5-10-36 0,5 10-39 16,0 0-40-16,0 0-49 0,0 0-70 0,16 29-146 16,-8-19 64-16</inkml:trace>
  <inkml:trace contextRef="#ctx0" brushRef="#br0" timeOffset="-131168.15">24970 13761 147 0,'-10'3'244'16,"1"5"1"-16,1-3-6 0,2 3-2 0,-3 0-6 15,4 0-3-15,0 2-4 0,0 1-12 0,1 0-18 16,2 0-7-16,-3-1-22 0,2 2-5 0,3-2 3 0,0 2-18 16,0-2-26-16,3 1-10 0,0 1-8 15,1-3-11-15,0 0-11 0,1-1-1 0,-1-2-11 16,1 0-8-16,2-3-9 0,-4 3-1 0,1-2-10 16,-4-4-1-16,10 4-7 0,-5-3-2 0,-5-1-4 15,14-6-6-15,-6 2-2 0,-3 0-5 0,1 0 2 16,2-6-3-16,-2 4-5 0,1-5 2 0,-3 3-5 0,3-7-3 15,-2 4 0-15,0-2-9 0,-1-3-5 16,4 0 1-16,-3 6 3 0,-1-3-6 0,2 2 5 16,0 3 4-16,-6 8 2 0,7-12 2 0,-1 7-5 15,-6 5 3-15,0 0 4 0,12-2 10 0,-12 2 14 16,0 0 24-16,11 19 4 0,-7-8 0 0,-1 1-1 16,1 1 4-16,-2 3-1 0,-2 0 7 0,3 0-17 15,-2-3 1-15,-1-2-6 0,1 0-6 0,-1-4-9 16,0 3 3-16,0-10 1 0,2 11-4 0,-2-11-4 15,0 8 5-15,0-8-9 0,0 0 8 0,0 7 7 16,0-7-14-16,0 0-11 0,0 0-6 0,0 0-6 16,0 0-2-16,0 0-5 0,12-25-5 0,-6 16-5 15,1 0-9-15,4-7-2 0,0 0-9 0,-2-1 2 16,9-5 3-16,1 2-10 0,-4-1 5 0,-1 5 9 16,3 4-1-16,-2-1 8 0,-3 7 10 0,-1-2 5 15,-1 4-1-15,-3 1 3 0,-7 3 17 0,0 0 9 16,24 1 18-16,-24-1 9 0,14 12 18 0,-8-4-9 0,-1 4 1 15,-2-4 4-15,3 4-5 0,-4-3-2 16,0 3-7-16,1 2-5 0,0 0-1 0,0-1-13 16,-1-1-27-16,-2 0-41 0,2 1-58 0,0-2-50 15,4 0-65-15,0 0-71 0,1-2-72 0,-3 1-244 16,8-2-653-16,-3-1 290 0</inkml:trace>
  <inkml:trace contextRef="#ctx0" brushRef="#br0" timeOffset="-130627.86">26218 13730 121 0,'-6'-10'314'0,"-1"3"-10"16,-1-2-3-16,-2 0-13 0,1 1-3 0,-2 3-18 16,-1 2-5-16,1-1-15 0,-1 1-9 0,-1 4-2 15,3 2-20-15,-4 1-9 0,5 1-6 16,-4 8-3-16,-1 0-18 0,1 3-13 0,3 1-12 15,1 7-14-15,1 0-15 0,4-3-9 0,3 3-13 0,-1 5-10 16,4-4-12-16,1-5-2 0,3-1-14 0,5 4-10 16,1-7 4-16,-1 0-12 0,5-2-12 15,-3-2-20-15,5 1-14 0,0-4-25 0,9-1-36 0,-7-1-43 16,0-2-32-16,1-3-35 0,-1-1-33 0,-2-1-33 16,4-1-29-16,-4-1-33 0,-2-2-13 0,0-1 0 15,-5-2 0-15,2 0-157 0,1-5-506 16,-5 3 225-16</inkml:trace>
  <inkml:trace contextRef="#ctx0" brushRef="#br0" timeOffset="-130433.9">26410 13882 186 0,'4'-28'55'0,"-2"2"13"0,-1-1 17 0,1 1 15 0,0 8 19 16,0 0 18-16,0 2 20 0,0 1 12 0,-2 4 6 15,0 1 12-15,0 3-2 0,2 0 2 0,-2 7-7 16,1-10-14-16,-1 10-8 0,0 0-10 0,0 0 5 16,0 0 16-16,0 0 18 0,0 0-2 15,0 0-10-15,-1 38-7 0,-1-18-15 0,2 8-16 0,0-2-13 16,-2 1-11-16,0 1-7 0,0-3-14 0,0 1-7 15,6 1-8-15,-10-1-18 0,6-1-44 0,2 0-42 16,-2-7-44-16,0 0-50 0,-3-1-39 0,1-1-42 16,2-1-51-16,0-1-46 0,-4-2-256 0,4-1-600 15,-3-1 265-15</inkml:trace>
  <inkml:trace contextRef="#ctx0" brushRef="#br0" timeOffset="-130166.73">26607 13697 80 0,'0'0'233'0,"-6"-10"-9"0,6 10-10 16,-14-1-7-16,14 1-8 0,-22 9-13 0,6 0-14 15,0 4-11-15,-2-3-16 0,-5 10-12 0,6-1-17 16,1-5-1-16,3 0-20 0,-1 0-7 0,7-5-12 16,-1 1-3-16,1-1-11 0,1-4-4 0,2 1-7 15,2-1-3-15,2-5 2 0,-4 7 0 0,4-7 0 16,-3 7-2-16,3-7 5 0,0 0-4 0,9 11-2 15,-2-7-2-15,3 1-3 0,0 2 4 0,1-2-10 16,5 2 7-16,1 3-12 0,0 1 0 0,1 0-3 16,0-1-21-16,5 3-36 0,-1-5-36 0,-4 1-50 15,2-1-57-15,1-1-55 0,-2 2-237 0,0-2-503 16,0-2 222-16</inkml:trace>
  <inkml:trace contextRef="#ctx0" brushRef="#br0" timeOffset="-129918.03">26873 13643 121 0,'0'-18'242'0,"0"1"7"15,0 5 4-15,0 1-1 0,0 1 0 0,2 3-17 16,-2 7-25-16,0-13-20 0,0 13-11 0,0 0-9 16,0 0 15-16,0 0 4 0,0 0 0 0,4 30-11 15,0-6-19-15,-1 1-8 0,-1 3-16 0,0 0-8 16,2 2-13-16,-1-1-17 0,2-2 6 15,-1 1-6-15,0-9-19 0,-1 5-12 0,-1-3-16 0,2-3-20 16,0 1-50-16,1-3-35 0,0-1-31 16,-3 2-45-16,0-5-46 0,-1 2-43 0,1-2-50 0,0-1-47 15,-6 0-188-15,3-2-545 0,-3-3 241 0</inkml:trace>
  <inkml:trace contextRef="#ctx0" brushRef="#br0" timeOffset="-129785.81">26785 13791 16 0,'0'0'178'0,"0"-11"-16"0,0 11-19 0,4-7-17 15,1 5-20-15,-5 2-31 0,16-2-42 0,-3 4-35 16,-2 0-40-16,1 4-91 0,-2 2-144 0,3 2 65 16</inkml:trace>
  <inkml:trace contextRef="#ctx0" brushRef="#br0" timeOffset="-129400.73">27024 13985 192 0,'12'-4'203'16,"-5"2"2"-16,4-5-2 0,1 0-7 0,2-4-4 15,-1 3-15-15,0-4-10 0,1 2-13 0,1-1-10 16,-1 0-6-16,1-2-6 0,-4 1-11 0,1-2-6 16,-1-2-5-16,3-6-11 0,-6 8-7 0,-1-4-8 15,-1 1-5-15,-1 3-2 0,2-3-1 0,-5 6 0 16,1-6 7-16,-3 7 3 0,-2 0 13 0,1-1 5 15,-3 4-2-15,-1-4 1 0,3 5-9 0,-3 3-7 16,-3-2 1-16,-1 4-11 0,9 1-10 0,0 0-11 16,-27 9 9-16,15-3-13 0,-1 5-11 0,0 0 5 15,3 0-10-15,2 3-11 0,1 2 2 0,5 0 4 16,2 1-9-16,0 0-3 0,6 0-9 0,-2-1-19 16,3 0 8-16,-2 1 0 0,6-4-3 0,-4 2 1 15,2-1 0-15,-3-1-5 0,2-2-2 0,-2 0 6 16,0-1-2-16,-1-1-1 0,-1 0-1 0,0 1 9 15,-4-4-2-15,2 5 0 0,0-5-1 0,-2-6 5 16,0 13 2-16,0-13 0 0,-4 13-18 0,4-9-6 16,0-4-8-16,-8 12-18 0,3-5-27 0,-1-4-26 15,2 1-27-15,-6 1-39 0,2-3-43 0,-3 3-43 16,4-4-47-16,-3 1-217 0,-3 0-557 0,1-2 248 16</inkml:trace>
  <inkml:trace contextRef="#ctx0" brushRef="#br0" timeOffset="-129252.29">26796 13808 19 0,'-5'-10'266'0,"-1"2"-28"15,2 0-19-15,4 2-17 0,0 6-23 0,4-14-16 16,2 7-13-16,9-1-26 0,4-2-5 0,10 3-33 16,3-1-45-16,6 3-82 0,3-3-83 0,-4 0-150 15,13 5-297-15,-14 2 133 0</inkml:trace>
  <inkml:trace contextRef="#ctx0" brushRef="#br0" timeOffset="-129108.7">27310 13686 199 0,'0'0'332'0,"0"0"-16"0,0-9-2 16,0 9-4-16,0 0-11 0,0-9-42 0,0 9-20 16,0 0-24-16,0 0-49 0,5-6-46 0,-5 6-50 15,0 0-57-15,12 1-79 0,-12-1-72 0,0 0-78 16,11 9-184-16,-11-9-436 0,2 10 193 15</inkml:trace>
  <inkml:trace contextRef="#ctx0" brushRef="#br0" timeOffset="-128347.83">22971 14473 125 0,'-20'-6'180'16,"1"-1"-2"-16,-3 3-8 0,2-2-3 0,0 3-2 16,0 0-7-16,2-1-5 0,1-1-4 0,2 4 3 15,4-3 11-15,0 2 0 0,1 0 0 0,2 1-13 0,8 1-12 16,-10-2-16-16,10 2-11 0,-9-4-16 0,9 4-10 16,0 0-10-16,0 0-3 0,-9 0-2 15,9 0 8-15,0 0-1 0,0 0 3 0,0 0-3 16,39 8-1-16,-27-5 3 0,11-1 1 0,9 0-10 15,5-2-3-15,18 0-2 0,2 0 3 0,34-4-7 0,1-1-1 16,1-3-5-16,3 3-12 0,8-5-9 16,1 0-2-16,11 0 5 0,8 0-6 0,9-3-3 15,3 1 0-15,7 2-5 0,12-6 0 0,2 4-7 16,4-1 11-16,4 1-14 0,6 0-4 0,-5-1-3 16,-3 1 8-16,4 4-1 0,-6-6-8 0,-2 5 3 0,-4-2-4 15,-6 4 3-15,-3 2-3 0,3-5 2 0,-6 6 11 16,-2-3-5-16,-15 1 3 0,-2 3 8 15,-12-1 8-15,-6-1-7 0,-8 3 8 0,-4-2-7 16,-33 1-3-16,2 1-2 0,0-2 4 0,-11 0-10 0,0 0 12 16,-16 3 2-16,-5-2 2 0,-4 1-2 15,-7 0 9-15,-6 1-2 0,-2 0 2 0,-4 1 1 16,-1-1 2-16,-7 1 3 0,13 0 6 0,-13 0-3 0,10-2 4 16,-10 2 5-16,0 0-5 0,6-3-8 15,-6 3-23-15,0 0-15 0,0 0-18 0,0 0-19 0,-16-11-49 16,16 11-56-16,-16-5-66 0,2 4-80 15,-5 1-84-15,-1 2-333 0,-10 0-758 0,-3 1 336 16</inkml:trace>
  <inkml:trace contextRef="#ctx0" brushRef="#br0" timeOffset="-126350.86">25429 14457 133 0,'0'-7'230'0,"0"7"-3"0,-3-14-15 0,1 8-5 16,2 6 3-16,0-13 1 0,0 13-3 0,-4-6-11 16,4 6-17-16,-1-8-20 0,1 8-21 15,0 0-14-15,0 0 0 0,0 0 3 0,0 0 8 0,0 0-3 16,0 31-8-16,0-11-3 0,1 5-15 0,-2 5-7 15,0 2-6-15,3-1-5 0,-3-1-8 16,3 1-13-16,3-2-13 0,-2-2 2 0,1-2-5 0,-2-6 4 16,2-2-2-16,-1 1-1 0,-1-3-7 0,0-5-5 15,0-1 4-15,-2-3-4 0,4 1-10 0,-4-7 7 16,0 9-10-16,3-4-6 0,-3-5 15 0,2 6-13 16,-2-6-8-16,0 0 3 0,0 0-20 0,0 9-17 15,0-9-27-15,0 0-23 0,0 0-27 0,0 0-43 16,0 0-27-16,0 0-25 0,0 0-47 0,0 0-28 15,0 0-57-15,0 0-165 0,0 0-527 0,0 0 234 16</inkml:trace>
  <inkml:trace contextRef="#ctx0" brushRef="#br0" timeOffset="-126100.48">25334 14633 19 0,'-10'-3'184'0,"10"3"-7"16,-8-2-24-16,8 2-6 0,0 0 16 0,-9 12 1 15,7-7-8-15,1 3-6 0,-2 1-6 0,1 1-11 16,2 1-9-16,0 2-6 0,2-1-2 0,1 0-10 16,0-1-4-16,1 1-1 0,1-2-2 0,1 0 0 15,-1-1-5-15,2 0-6 0,2-4-3 0,0 1-5 16,5-4-3-16,-1-1-8 0,7-2-2 0,-1-1-10 16,2 0-3-16,0-3-4 0,-4-1-8 0,-1-1-2 15,1 3-14-15,-5-1-25 0,-1 0-20 0,-4 2-28 16,-2 1-27-16,4-1-36 0,-9 3-48 0,7-3-39 15,-7 3-39-15,6-3-172 0,-6 3-441 0,0 0 195 16</inkml:trace>
  <inkml:trace contextRef="#ctx0" brushRef="#br0" timeOffset="-125702.09">24458 15295 273 0,'0'0'264'0,"0"-10"-11"0,0 10-16 0,0 0-18 16,1-8-15-16,-1 8-21 0,0 0-17 0,0 0-14 16,0 0 3-16,0 0-1 0,0 0-4 0,1 23-2 15,-2-5-13-15,0 1-13 0,1-4-13 0,0 3-7 16,-2 1-11-16,4 0-8 0,-1-2-10 0,0 2-11 16,3-1-7-16,-2-1-1 0,1-1-1 0,-2-4-11 15,2-1-5-15,-2 2-21 0,3-1-24 0,-2-2-10 16,-1 0-34-16,0 0-38 0,1 0-34 0,-3-1-22 15,1-9-37-15,1 16-25 0,-2-11-27 0,1-5-12 16,-2 14-134-16,-4-9-411 0,6-5 182 0</inkml:trace>
  <inkml:trace contextRef="#ctx0" brushRef="#br0" timeOffset="-125345.04">24451 15307 154 0,'8'-13'165'0,"0"-1"-5"0,-1 6-3 0,2-1-7 15,-1 3-2-15,2 2-10 0,-4-2-5 0,5 4-1 16,-11 2 1-16,23 0-1 0,-13 2-8 0,1 1-11 16,0 0-10-16,-1 1-9 0,-2 2-7 0,-1 3-8 15,1-1-7-15,-3 5-4 0,1-1 0 0,-2 5-9 16,-4-2 0-16,-2 2-1 0,-3 1-12 0,1-1 0 16,0 1-8-16,-1-3-5 0,1 3-6 0,-2-6-5 15,1-1-5-15,3-2-14 0,1 0-7 0,1 0-3 16,0-1-7-16,3-1-4 0,0 3-9 15,5-5-1-15,-3-1 0 0,5 1 4 0,3-1-1 0,0-1 4 16,6 1 2-16,-1-1 6 0,1-1-1 0,-2 4 0 16,-3-3 5-16,1 2-6 0,-3 0 5 0,-1 1 1 15,-3 0-2-15,1-2 5 0,-3 5 6 0,-2-2 12 16,-2 2 10-16,0-2 0 0,-4 1 7 0,0 4-6 16,-5-3 30-16,1 1-8 0,-3 1-4 0,2 0-9 15,-1-3 0-15,-2 2-9 0,1-2-13 0,0-1-24 16,0 0-25-16,0 1-29 0,2-2-41 0,1-4-42 15,1 1-42-15,1 2-186 0,4-5-410 16,0 0 181-16</inkml:trace>
  <inkml:trace contextRef="#ctx0" brushRef="#br0" timeOffset="-125128.77">24817 15490 2117 0,'6'-15'68'0,"-5"1"-2"0,3 2 25 0,-4 3 3 16,0 2-13-16,0 7-14 0,2-11-8 15,-2 11-8-15,1-7-6 0,-1 7 5 0,0 0 10 0,0 0 10 16,0 0-5-16,-3 25-6 0,3-7-5 0,0 1-3 16,2 6-10-16,-1 2-1 0,-1-3-6 0,2 2-11 15,1-8-26-15,3 0-22 0,-4 1-26 0,3-2-23 16,-3 0-32-16,2-1-42 0,-1-3-43 16,2-2-52-16,-2 1-165 0,-1-3-441 0,0-1 195 15</inkml:trace>
  <inkml:trace contextRef="#ctx0" brushRef="#br0" timeOffset="-125003.95">24803 15348 26 0,'0'13'-5'0,"2"3"-4"0,2 1 2 16</inkml:trace>
  <inkml:trace contextRef="#ctx0" brushRef="#br0" timeOffset="-124428.55">25078 15486 35 0,'0'0'277'0,"-11"-3"-12"0,11 3-3 0,-11 0-9 15,11 0-14-15,-13 3-11 0,9 0-13 0,-2 1-9 16,1 1-16-16,-2 4-15 0,2 0-21 0,1 0-16 15,2 2-9-15,0 0-18 0,2 0-7 0,4 1-12 16,-2-2-5-16,2 0-9 0,2 1-11 0,-1-1-13 16,1-3-10-16,2 1-5 0,-1-4-4 15,2 0-4-15,-1-2-1 0,2-1-4 0,0-1-12 0,-10 0 0 16,13-3 1-16,-6 0-4 0,2-1-2 0,-3 0 3 16,1-4-5-16,0 1-1 0,-3 0 1 0,0-3-3 15,-3 1 0-15,3-1 0 0,-4-1-12 0,0 3 16 16,0 8-2-16,0-13 3 0,0 13 7 0,-1-14 15 15,1 14-3-15,-3-8-4 0,3 8 3 16,0 0-9-16,0 0-2 0,0 0-4 0,0 0 1 16,0 0 7-16,0 0 0 0,0 0-1 0,0 0 8 0,0 0-17 15,4 34 3-15,-1-25-2 0,1 0 3 0,2 0-8 16,-1-3 2-16,0 0-1 0,4 0-1 0,2 0-4 16,0-1 4-16,0-2-3 0,-1-1 2 0,1-3-5 15,9-3 1-15,-7 1 4 0,1-3-6 0,1-2-1 16,-1-1 2-16,-5 2-2 0,7-6-1 15,-5 3 0-15,-2-4-14 0,-1 5 15 0,-2-2-1 16,0-2 6-16,-5 2-4 0,1 0 2 0,1-2-6 0,0-2 5 16,-1 4-3-16,0-2 2 0,-2 4-4 0,0 9 4 15,0-17 1-15,0 17 6 0,2-11-15 0,-2 11 12 16,0 0-3-16,0 0 2 0,0 0 4 0,0 0 7 16,0 0 4-16,0 0 0 0,0 0 1 15,0 0 3-15,3 34-11 0,-4-21 0 0,5 4 1 16,-4 0-1-16,2-1 1 0,2 0-3 0,-2 1-5 0,-2-1 1 15,2-1 2-15,-1-3 5 0,1 1-24 0,-2-2-11 16,0 5-19-16,2-1-27 0,0-3-28 0,-4-1-41 16,4-2-31-16,0 1-47 0,2-1-43 15,0 1-47-15,-2-7-168 0,-2-3-514 0,0 0 228 16</inkml:trace>
  <inkml:trace contextRef="#ctx0" brushRef="#br0" timeOffset="-124229.04">25585 15437 25 0,'1'-4'276'0,"-1"4"-21"16,3-11-20-16,-3 11-21 0,0 0-9 15,3-4 1-15,-3 4-9 0,0 0-23 0,0 0-13 16,4 21-16-16,0-11-12 0,-2 3-20 0,1-2-6 16,-3 6-14-16,5-2-22 0,-3 2-28 0,-1-4-33 15,3 3-32-15,-2-4-35 0,-2 1-37 0,4 2-43 16,-1-4-26-16,-2 0-34 0,2-3-136 0,-3 0-359 15,0-8 159-15</inkml:trace>
  <inkml:trace contextRef="#ctx0" brushRef="#br0" timeOffset="-124066.58">25569 15240 105 0,'-6'-7'120'15,"6"7"-13"-15,0 0-24 0,0 0-19 0,0 0-28 16,0 0-24-16,0 0-16 0,13 47-18 0,-2-25-20 16,1 5-35-16,2-2-83 0,-3 0 37 0</inkml:trace>
  <inkml:trace contextRef="#ctx0" brushRef="#br0" timeOffset="-123615.67">25720 15540 34 0,'0'0'213'0,"0"0"-3"15,0 4-13-15,0-4-6 0,0 0-12 0,0 0-4 16,0 0-6-16,0 0-14 0,0 0-18 0,0 0-7 15,0-24-17-15,2 17-8 0,0-1-10 0,2-2-13 16,4 0-9-16,-3-2-6 0,1 3-5 0,4-4-7 16,1-1-8-16,-1 6-1 0,-5 0-7 15,4-1 2-15,-2 2 1 0,0 3 2 0,-1 1-3 0,-2-1 7 16,-4 4 8-16,14 1 7 0,-7 3 21 0,-1-1 2 16,3 4-6-16,-1-1 1 0,0 3-2 0,-1 1-7 15,-1-1-9-15,4 0-1 0,-2-2-7 0,1 1-3 16,3 0-8-16,-1-2 6 0,-2-1-12 0,5 0 2 15,-4-2-2-15,5-3-8 0,-4 0-8 0,2-3 6 16,5 0-7-16,-5-2-7 0,3 1 4 0,-5-5-6 16,1 3-12-16,-3 1 13 0,-3-2 2 0,3-1-9 15,-4 1 9-15,2-1-19 0,-1 1 13 0,-6 7-4 16,5-13 7-16,-5 13-7 0,2-10 18 0,-2 10 3 16,0 0 8-16,2-12 7 0,-2 12-2 0,0 0-7 15,0 0-3-15,0 0-1 0,-11-6-3 16,11 6 3-16,0 0-2 0,0 0 1 0,-16 26 1 15,14-15-1-15,-5 5-1 0,3 2 0 0,-1-2-2 16,1 4 4-16,2 7-7 0,-3-2 7 0,4-2-3 16,-1 4-2-16,0-4 2 0,2 1-5 0,0-3 2 0,0 5-4 15,0-7-2-15,0-1 1 0,-2-2-3 16,2 3-8-16,0-4 0 0,0 2-16 0,-2-2-22 16,2-3-32-16,0 0-38 0,-4-1-20 0,3-1-40 0,0 2-40 15,-2-5-49-15,1-1-52 0,2-6-291 16,-6 11-644-16,6-11 285 0</inkml:trace>
  <inkml:trace contextRef="#ctx0" brushRef="#br0" timeOffset="-123451.42">26270 15551 359 0,'-4'-8'342'0,"-1"5"-16"0,5 3-18 0,-14-6-14 0,10 3-24 16,4 3-30-16,-11-2-23 0,11 2-27 15,-9-2-38-15,9 2-33 0,-9 4-56 0,9-4-63 16,-7 6-54-16,7-6-75 0,-4 10-91 0,4-10-194 16,-4 10-447-16,4-10 199 0</inkml:trace>
  <inkml:trace contextRef="#ctx0" brushRef="#br0" timeOffset="-122631.14">26607 15366 197 0,'0'0'284'0,"-9"-10"-19"0,5 7-8 0,4 3-4 15,-7-3-6-15,7 3-10 0,-7-5-21 16,7 5-16-16,0 0-15 0,0 0-11 0,-11 11-7 16,7-1-12-16,-2-3-13 0,2 5-17 0,0-2-7 0,2 3-14 15,-1 0 0-15,3 3-8 0,-2-5-11 16,4 3-8-16,-1 1-18 0,3-4 3 0,0 0-4 0,1-1-10 15,4 1-5-15,-2-4 2 0,1 2-11 16,4-4-10-16,-1 1-2 0,-2-1-4 0,5-2-8 16,-3-1 0-16,0-1-4 0,0-4 6 0,2 1-11 15,-4 0 3-15,5-2-1 0,-5-2 0 0,-5 3 1 0,4-2-10 16,-2-1 2-16,-1-3 5 0,1-1-3 0,-1 0 3 16,-1-2-1-16,1-4-1 0,-3 0-5 15,-2 6 6-15,0-6 1 0,0-1 1 0,-2 1-6 16,0 4 5-16,2-1 6 0,-5 1-6 0,3-3-5 0,-1 5 8 15,1 4 7-15,2 6 0 0,-2-11-1 16,2 11 0-16,0-8-6 0,0 8-4 0,0 0-2 16,0 0 6-16,0 0 4 0,0 0 10 0,0 0-5 15,11 22 5-15,-2-7-3 0,-2 2 2 0,2 1-3 16,-3-2-5-16,8 6 1 0,-7-3 0 0,2-4 1 16,0 0 10-16,0 1-5 0,0-1-11 0,-2-6-2 0,-2 2-6 15,-1-2 9-15,2-2 5 0,-3-1-7 0,1-1 4 16,0-1 8-16,-4-4-4 0,8 8 8 15,-4-7 5-15,-4-1-6 0,0 0 7 0,13-9-2 16,-3 0-9-16,-1 3 4 0,3-8-6 0,0 1-6 16,-1-1 2-16,0 1 2 0,-3-3-3 0,5 0-3 15,-3 2-11-15,3-2-27 0,-1 0-19 0,-1 4-29 16,3-3-33-16,0 3-33 0,-3-1-38 0,-2 7-52 16,0-3-54-16,3 3-55 0,-4 2-178 0,1-3-568 15,-9 7 251-15</inkml:trace>
  <inkml:trace contextRef="#ctx0" brushRef="#br0" timeOffset="-122475.53">27222 15277 49 0,'-8'-2'224'0,"8"2"-27"0,-10-6-26 0,4 4-24 16,6 2-25-16,-7-2-35 0,7 2-37 0,0 0-59 15,-4-8-61-15,4 8-92 0,-5-7-175 0,5 7 78 16</inkml:trace>
  <inkml:trace contextRef="#ctx0" brushRef="#br0" timeOffset="-120829.46">25251 16094 88 0,'-14'1'210'0,"14"-1"-2"0,-5 0-2 0,5 0 2 16,0 0-7-16,-8 4-12 0,8-4-5 16,0 0-10-16,0 0-15 0,36 4-16 0,-5-7-16 0,6 1-15 15,20-4-18-15,4 0-17 0,31-8-24 0,0 0-22 16,7 3-29-16,13-5-24 0,-4 0-26 0,2 3-30 15,7 1-28-15,-4-2-24 0,1-3-23 16,-4 8-31-16,-7-1-108 0,-7 1-314 0,-8-2 139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1T10:29:23.9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16627 3382 199 0,'-2'-7'202'0,"-2"1"-5"0,4 6-1 15,-4-12-2-15,0 6 0 0,2 1 6 0,2 5-6 16,-1-9-7-16,1 9-12 0,0 0-15 0,-3-9-9 15,3 9-15-15,0 0-15 0,-4-5-10 0,4 5-17 16,0 0-12-16,0 0-11 0,0 0-6 0,0 0-21 16,0 0 10-16,0 0-9 0,0 0-3 0,0 0-8 15,8 32 4-15,-2-15-6 0,-2-1-3 0,1 3-4 16,5 4 3-16,-3 2-6 0,2-2-3 0,-3-6-7 16,0 0 2-16,1 1 0 0,0-1-3 0,1 1 1 15,-1-5 2-15,-2 0-4 0,0-3-10 0,1 2 9 16,-1-2 3-16,-1-1-7 0,0 1 7 0,0-5-5 15,0 3-1-15,-2-4-2 0,2 0 0 16,-4-4 4-16,4 7 0 0,-4-7 0 0,2 7 3 16,-2-7 12-16,0 0 10 0,4 3 15 0,-4-3-6 0,0 0-4 15,0 0-4-15,4-17-9 0,-3 7-17 0,3-2 18 16,-1 1-7-16,2-6-4 0,-3 0-2 0,1-1 0 16,-1-1-4-16,3-6-2 0,-2 6-2 0,1-1-5 15,0 1-2-15,2-8 4 0,-1 2-2 0,0 6 3 16,-2-1-6-16,2 4-1 0,-4-2-1 15,3 1 2-15,-1 6 0 0,-1-1 1 0,1 3-4 16,-2 1-4-16,2 2-1 0,-3 6-10 0,2-11-14 16,2 6-15-16,-4 5-17 0,4-6-14 0,-4 6-1 0,0 0-3 15,0 0-21-15,0 0-24 0,8 16-15 0,-6-6-25 16,-2 1-25-16,4 6-39 0,-4 1-173 0,-1 1-438 16,1-3 193-16</inkml:trace>
  <inkml:trace contextRef="#ctx0" brushRef="#br0" timeOffset="312.89">17061 3495 189 0,'0'0'253'0,"0"0"-17"0,-4-10-12 0,4 10-17 16,0 0-12-16,0 0-13 0,-8-4-13 0,8 4-14 15,0 0-13-15,0 0-14 0,-19 10-9 0,10-3-7 16,-1 1-8-16,2 3-5 0,-4 1-14 0,0 1-4 16,2 0-8-16,2 1-8 0,-4-1-12 0,5 1-2 15,3-3-10-15,-3 3 3 0,5-5-10 0,-1 2 1 16,2-2-3-16,0 1-5 0,1-2-2 0,1-1 0 16,0 0-10-16,-1-7-25 0,7 15-21 0,-3-10-23 15,2 2-17-15,4-3-19 0,-10-4-18 0,18 8-32 16,-6-6-28-16,-1 0-34 0,1-2-11 0,2-1-140 15,-3 0-381-15,2-1 169 0</inkml:trace>
  <inkml:trace contextRef="#ctx0" brushRef="#br0" timeOffset="561.97">17331 3530 32 0,'0'0'230'0,"0"0"-3"0,0 0-13 16,-12-6-7-16,12 6-8 0,-13 0 5 0,13 0-9 15,-20 7-5-15,11-4-5 0,-3 5-9 0,-3 0-9 16,2 4-22-16,-1-3 9 0,2 1-16 0,3 0-13 16,-1-1-26-16,3-1 4 0,0 1-6 0,2 1-10 15,-1 0-11-15,2-1-4 0,4-9-12 0,-4 14-3 16,4-14 0-16,1 13-12 0,-1-13-11 0,4 12 2 16,5-5-5-16,-3-1-19 0,2 0-14 0,1-3-26 15,5 3-18-15,-2-5-30 0,2 1-30 0,4-1-35 16,1 0-45-16,-3-1-45 0,4 0-44 0,-1-1-153 15,-3-2-463-15,3-1 206 0</inkml:trace>
  <inkml:trace contextRef="#ctx0" brushRef="#br0" timeOffset="965.02">17597 3550 35 0,'-11'-1'217'0,"11"1"1"0,-13-1-7 16,13 1 0-16,-14 1-10 0,14-1 1 0,-13 0-2 16,13 0-6-16,-11 1-15 0,11-1-13 0,-8 0-11 15,8 0-15-15,0 0-11 0,-9 0-13 0,9 0-7 16,0 0-7-16,0 0-7 0,0 0-11 0,0 0-2 16,0 0-15-16,0 0-7 0,0 0-4 0,0 0-8 15,0 0-11-15,36-3-16 0,-25 1-20 0,9-1-29 16,-8 2-37-16,6-1-37 0,-5 1-46 0,-2 0-46 15,1 1-43-15,-2 0-190 0,-10 0-464 0,0 0 206 16</inkml:trace>
  <inkml:trace contextRef="#ctx0" brushRef="#br0" timeOffset="1119.21">17551 3660 22 0,'0'0'246'0,"-5"3"-11"0,5-3-6 15,0 0-6-15,0 0-15 0,-6 3-12 16,6-3-12-16,0 0-13 0,0 0-21 0,0 0-14 16,0 0-11-16,0 0-11 0,15 3-16 0,-5-4-34 15,-10 1-33-15,31-3-46 0,-10 1-51 0,-1 0-61 16,-1 0-48-16,0-2-167 0,0 0-370 0,2 0 164 16</inkml:trace>
  <inkml:trace contextRef="#ctx0" brushRef="#br0" timeOffset="1564.74">17829 3717 2 0,'0'0'298'0,"0"0"-19"0,0 0-17 0,0 0-8 15,14-22-9-15,-7 12-20 0,5-1-11 16,-1 0-15-16,3-1-14 0,1 0-11 0,-2 0-14 0,2-1-15 15,0-1-12-15,0 2-22 0,2-3 4 0,-2 2-8 16,2-1-17-16,-4-1-9 0,6-2-5 0,-9 3-10 16,0 1-3-16,0 0-6 0,-2-2-16 0,-3 5 12 15,-1 0-2-15,0 1-7 0,0-1 4 0,-3 3 8 16,0-1 2-16,-1 8-1 0,-1-11-7 16,1 11-2-16,-6-10-6 0,6 10-6 0,-8-6-5 15,8 6 2-15,-12-1-13 0,12 1-2 0,-16 2-5 16,8 3-3-16,2-1-8 0,-4 2 0 0,5-2-8 0,-3 3-4 15,3 1-4-15,2-1 2 0,-1 3-13 16,3-1-9-16,1 1-11 0,2 0 5 0,2 1-5 0,0 0 4 16,3-1 4-16,-1 0 0 0,4 3 6 15,-3-4 3-15,-1 2 2 0,-1-2-9 0,3 0 16 16,-3-1-1-16,-1 1 3 0,0-3 2 0,-2 1 1 16,-1 0 0-16,1 2-1 0,-1-4-3 0,-1 5-2 15,0-10-6-15,-1 17-7 0,-2-11-16 0,1 1-19 16,-1 0-26-16,3-7-29 0,-8 13-38 0,2-4-40 0,6-9-40 15,-9 12-199-15,5-9-477 0,4-3 210 16</inkml:trace>
  <inkml:trace contextRef="#ctx0" brushRef="#br0" timeOffset="2165.01">18172 3559 197 0,'0'0'288'0,"0"0"-9"0,-1-10-15 16,1 10-17-16,0 0-22 0,0 0-23 0,3-7-21 15,-3 7-13-15,0 0-7 0,0 0-5 0,0 0-11 16,0 0-16-16,0 0-14 0,6 20-3 0,-5-15-14 16,3 1-6-16,-1 2-21 0,2-1 10 0,-1-2-8 15,1 3-11-15,1-2-7 0,2 0-2 0,-1-2-2 16,0 0 17-16,1 2-11 0,-8-6-2 16,16 5-17-16,-8-4 4 0,-8-1-1 0,13 0-2 0,-13 0-11 15,14 0-6-15,-7-3-4 0,-7 3 4 0,12-3-5 16,-6-3-4-16,-1 2-1 0,-1 0-2 0,-4 4 2 15,7-12-1-15,-5 3-4 0,0 1-6 16,-1 1-7-16,3-1 6 0,-2 2-3 0,-2 6 4 16,3-11-5-16,-3 11 4 0,0-9-3 0,0 9 6 0,0 0-4 15,2-9-3-15,-2 9-3 0,0 0 1 0,0 0-3 16,0 0 1-16,0 0-2 0,0 0 9 16,0 0 5-16,0 0-4 0,0 0-1 0,8 23-1 0,-7-16 4 15,-1-7 2-15,4 10-4 0,-1-5 1 0,1 0 6 16,-1 0 2-16,-3-5-7 0,14 7 3 0,-5-3-7 15,3-3 0-15,1-1 1 0,1-1 7 0,0-1-9 16,2-3-3-16,1 0-1 0,-7 0 3 0,3-1 6 16,0 0-9-16,2-3 1 0,-1-1 10 15,-1-1-3-15,-4 1 7 0,-2 0 0 0,1-4 8 16,-3 2 0-16,2-2 4 0,-2-1 4 0,-5 2 6 16,1-3 17-16,0 3-1 0,1-2 6 0,-1 2-8 0,-1 13 18 15,-4-21 0-15,1 12 6 0,3 9 4 16,-1-10-9-16,1 10-5 0,0 0-10 0,0-12-3 15,0 12-8-15,0 0-7 0,0 0 0 0,0 0 3 16,0 0-2-16,0 0-1 0,-5 35-8 0,1-11 10 16,0 3-10-16,3-2 1 0,-1-2-2 0,-1 3-7 15,2-1 8-15,1-6-7 0,0 6 2 0,0-6-4 16,1 8-1-16,0-8-3 0,2-1-22 0,-2 1-16 0,2-2-22 16,-3-5-56-16,5 2-41 0,0 1-41 15,-1-5-44-15,-4-10-49 0,4 20-53 0,-1-12-296 16,-3-8-682-16,2 14 302 0</inkml:trace>
  <inkml:trace contextRef="#ctx0" brushRef="#br0" timeOffset="2379.78">18602 3521 159 0,'5'-15'246'0,"1"1"-9"0,2 4-6 0,-2 1-10 15,2 2-17-15,-3 0-17 0,0 3-17 0,3 1-18 16,-2 0-9-16,2 1-7 0,-8 2-7 0,14 2-10 15,-6 0-7-15,1 2 2 0,-4 0-15 0,0 0 8 16,0 3-7-16,-1 2-7 0,-2 1-11 0,1 1-11 16,-2-1-18-16,-1 0-23 0,-1 3-24 0,-2-3-31 15,1 0-32-15,-2-1-39 0,-2 1-54 0,2 0-65 16,1-1-228-16,3-9-481 0,-11 12 213 16</inkml:trace>
  <inkml:trace contextRef="#ctx0" brushRef="#br0" timeOffset="2615">18861 3332 94 0,'0'-12'356'0,"0"2"3"0,0 3 0 16,0 7-15-16,0 0-18 0,-1-16-30 0,1 16-21 16,0-8-40-16,0 8-17 0,0 0-25 0,0 0-13 15,0 0-9-15,0 0-7 0,4 34-8 0,-4-19-16 16,1 6-14-16,0 5-8 0,1 0-22 0,-1-2-3 15,0 0-3-15,0-5-10 0,1 0-8 0,-1 1-4 16,0-2-7-16,2 0-22 0,-2-2-33 0,0 2-32 16,1-6-35-16,0 5-32 0,1-8-45 0,-2 3-42 15,2-2-48-15,-2-1-45 0,-1-9-41 0,-1 15-253 16,1-15-615-16,0 11 272 0</inkml:trace>
  <inkml:trace contextRef="#ctx0" brushRef="#br0" timeOffset="2816.93">18943 3469 62 0,'4'-5'202'0,"1"0"-10"0,1 1-18 15,-6 4-13-15,9-6-5 0,-4 4-2 0,-5 2 4 16,11 0-1-16,-11 0-2 0,10 8 3 0,-5-4-7 16,-2 1-15-16,0 2-7 0,0 0-2 0,0 0-6 15,-3-7-11-15,1 13-8 0,-4-2-18 0,2-3-20 16,-2 3-29-16,0-1-31 0,-4-1-37 0,1 3-42 15,-6-4-48-15,3 2-62 0,-1-3-211 0,-5 2-429 16,4-1 189-16</inkml:trace>
  <inkml:trace contextRef="#ctx0" brushRef="#br0" timeOffset="3045.81">19068 3320 231 0,'3'-5'329'0,"-3"5"-11"0,3-5-17 16,-3 5-22-16,0 0-28 0,0 0-18 0,0 0-7 16,0 0-18-16,0 0-17 0,0 0 3 15,6 23-24-15,-6-10-8 0,1-2-6 0,-1 5-29 16,3-1-9-16,-3 2-4 0,2-3-17 0,-1 1-4 16,2 0-9-16,2 0-33 0,-1-4-38 0,-1 1-35 15,2-1-42-15,-3 0-49 0,3-1-50 0,0-1-58 16,-1-1-51-16,-1-2-244 0,-3-6-558 0,8 7 248 15</inkml:trace>
  <inkml:trace contextRef="#ctx0" brushRef="#br0" timeOffset="3498.04">19251 3433 256 0,'0'0'264'0,"0"0"-12"16,0 0-12-16,0 0-14 0,0 0-12 0,0 0-8 15,0 0-12-15,0 0-19 0,0 0-13 0,0 0-20 16,0 0-11-16,0 0-11 0,7 18-13 0,-7-18-3 15,8 8-4-15,-5-4-4 0,-3-4-1 16,9 6-3-16,-4-4-11 0,-5-2 1 0,0 0-7 0,15 7 1 16,-15-7 5-16,9 0 6 0,-9 0 2 0,0 0-9 15,0 0 18-15,12 0-8 0,-12 0-1 0,0 0-2 16,0 0-11-16,11-8-8 0,-11 8 3 0,0 0-13 16,0 0 11-16,0 0-11 0,7-4-10 15,-7 4-10-15,0 0-8 0,0 0-3 0,0 0 4 0,0 0 1 16,7 19 6-16,-4-7-2 0,-2 12 0 0,1 5 6 15,-1 3-6-15,-2 3-1 0,-1 11 5 0,-2 4-7 16,1 3 6-16,-1-5-10 0,1 0-1 0,0-15 2 16,1 2 8-16,1 0-2 0,-1-2 3 0,-4-1-2 15,2-3 0-15,0-1 2 0,1-1-5 0,-1-8-1 16,-1-2 1-16,-3-1-10 0,0-5 5 16,1-1-2-16,-2-4 1 0,0 2-2 0,-4-3-3 0,-1-5-5 15,1-1-1-15,0-4 1 0,-5-4-2 0,-1-1-10 16,0-8-12-16,0-2-11 0,4-4-8 0,2 0 0 15,1-5-10-15,6-2-10 0,3 2-11 16,3-3-7-16,7-15-14 0,7 1-4 0,-1 11-17 16,6-9-14-16,-3 12-19 0,6 4-9 0,1 0-26 0,3 3-25 15,-1 2-27-15,2 3-46 0,0 2-53 16,0 3-44-16,-4 3-198 0,2-1-605 0,-4 4 268 16</inkml:trace>
  <inkml:trace contextRef="#ctx0" brushRef="#br0" timeOffset="3868.31">19628 3469 270 0,'-2'-10'331'0,"2"10"-3"0,-3-8-4 0,3 8-15 15,0 0-11-15,0 0-21 0,0 0-21 0,-1-13-31 16,1 13-23-16,0 0-24 0,0 0-40 0,0 0 11 15,0 0-22-15,0 0-8 0,0 0-15 0,0 0-11 16,0 0-15-16,23 26 1 0,-17-16-7 0,1 1-1 16,1-1-16-16,0 1 1 0,-2-3-8 0,1 3-4 15,-2-2-12-15,3-1 10 0,-3-2-8 0,-5-6 4 16,9 7-9-16,-9-7 2 0,5 9 4 0,-5-9 12 16,0 0 15-16,6 6 11 0,-1-4 16 15,-5-2 2-15,0 0-4 0,0 0-9 0,0 0-12 0,11-13-5 16,-9 6-1-16,2-3-11 0,0-1-7 0,0 0-3 15,1-5-16-15,0-3-25 0,0 2-25 0,4-6-12 16,-6 5-18-16,3-2-21 0,0 5-33 0,-3 0-25 16,1 6-32-16,-2-2-43 0,1 3-25 0,-1 3-37 15,0-1-33-15,-2 6-19 0,5-6 4 0,-5 6-188 16,0 0-550-16,0 0 244 0</inkml:trace>
  <inkml:trace contextRef="#ctx0" brushRef="#br0" timeOffset="4146.28">19903 3387 30 0,'4'4'137'0,"-4"-4"14"0,6 6 9 0,-3-2 13 15,-3-4 12-15,2 6 9 0,1 1 9 0,-3-7 0 16,-2 10-1-16,2-10-3 0,0 13-9 0,0-7-2 16,0-6-13-16,0 13-14 0,0-7-16 15,0-6-9-15,3 12-18 0,-2-7-11 0,2 1 2 16,-3-6 6-16,5 10-19 0,-5-10 15 16,9 7-4-16,-2-3-1 0,-7-4-12 0,17 3-7 0,-3-5-5 15,-2 1-10-15,-1-1-23 0,1-1 21 0,-1 0-7 16,1-3-3-16,-2-1-3 0,-2 0-6 0,-1 0-6 15,1-1-3-15,-3-2-13 0,-2 0 8 0,-3 0-5 16,1-2-7-16,-1 12-4 0,-3-22 0 0,1 11-4 16,-2 2 2-16,-2-2-9 0,2 3-9 0,-3 0-10 15,-2 2-21-15,3 2-11 0,-5 1-15 0,0 5-12 16,-3-1-25-16,-1 3-30 0,-3 2-37 0,3 5-49 16,1-2-68-16,2 3-67 0,-1-1-203 0,6-2-590 15,2-2 261-15</inkml:trace>
  <inkml:trace contextRef="#ctx0" brushRef="#br0" timeOffset="4402.06">20261 3289 114 0,'0'0'392'0,"1"-15"-6"0,-1 15 5 0,0-12-22 15,0 12 8-15,0 0-16 0,1-12-19 0,-1 12-27 16,0 0-29-16,0 0-33 0,2-11-27 0,-2 11-26 15,0 0-22-15,0 0-17 0,0 0-16 0,0 0-12 16,3 35-11-16,-1-17-14 0,0 7-11 16,-3-1-10-16,1-5-6 0,-1 6-6 0,1-6-11 15,0 5-3-15,-2-6-22 0,4 0-36 0,-4-4-37 16,4 3-50-16,-1 0-48 0,0-1-51 0,1-5-61 16,-2 0-57-16,-2 1-55 0,2-12-46 0,-2 16-203 15,2-16-656-15,0 0 290 0</inkml:trace>
  <inkml:trace contextRef="#ctx0" brushRef="#br0" timeOffset="4629.3">20415 3317 69 0,'3'-17'251'0,"3"-1"18"16,-4 7 10-16,1 0 13 0,-4 1 8 0,1 10-1 16,3-12-9-16,-3 12-17 0,2-8-28 0,-2 8-19 15,0 0-24-15,0 0-11 0,0 0-8 0,0 0-2 0,0 0-15 16,7 26-2-16,-7-10-19 0,-3 3-15 15,2 1-11-15,-3-1-13 0,3 7-6 0,-1-7-13 16,1 2-9-16,-1-2-7 0,-1-1-6 0,3 0-29 16,-1-3-26-16,-1 1-44 0,2-3-39 0,0-2-37 15,2 0-60-15,-2-11-51 0,0 17-52 0,0-17-50 16,1 13-282-16,-1-13-653 0,0 0 290 0</inkml:trace>
  <inkml:trace contextRef="#ctx0" brushRef="#br0" timeOffset="5697.1">20354 3388 11 0,'0'0'215'15,"0"0"-20"-15,0 0-13 0,6-8-12 0,1 5-12 16,5-1-12-16,5 0-10 0,2 0-17 0,2 0-7 16,4-4-13-16,-3 4-9 0,6-1-9 0,-6 2-2 15,-3-1-17-15,2 1-4 0,-2 1-6 0,-3 0-5 16,-2 0-3-16,-5 1-6 0,-1 1-2 0,0-3-3 15,-8 3-6-15,11-1 11 0,-11 1 12 0,8 0 11 16,-8 0 10-16,0 0 2 0,0 0 3 0,0 0 8 16,0 0-7-16,-7 15-2 0,0-7-4 0,-3-2 2 15,1 5-5-15,-3 0-4 0,-1 0-5 0,6-2-5 16,-1-1-2-16,0 1-8 0,2 0-5 16,0 1 1-16,2-2-8 0,0 0-2 0,2-1 0 0,0 0-7 15,2-7 2-15,1 11-5 0,-1-11 0 0,3 8 0 16,1-2-6-16,-4-6 0 0,9 6-4 15,-2-5-5-15,2-1-4 0,-9 0-2 0,17-1-11 16,-6 1 9-16,-2-4 0 0,-2 2 0 0,0-1 3 16,1-1-1-16,-3 1-2 0,2-4-1 0,-2 1 1 15,-1 0-3-15,-1 1 4 0,2-5-2 0,-2 7-1 16,-1-5-5-16,-2 8 4 0,3-10-2 0,-3 10 5 16,1-9-2-16,-1 9-2 0,4-5-3 0,-4 5 2 15,0 0-8-15,0 0 9 0,0 0-5 0,0 0 4 16,0 0-1-16,0 0 8 0,0 0-5 0,0 0 2 15,5 18 1-15,-3-12-4 0,-2-6 6 0,5 10 0 16,1-4-1-16,2 0 6 0,-2-1-4 0,6-2 2 16,0 1 2-16,1-2-1 0,6-2-4 0,1 2 0 15,0-4-5-15,0-1-2 0,-2 0-7 0,2 2 10 16,-3-5-1-16,-1 2 0 0,-2 1 3 0,-1-2-5 16,-4 1 5-16,4-3 0 0,-5 2 1 0,1-1-4 15,-2-2 5-15,0 1 3 0,-4 1 1 0,-1-1 0 16,-2 7 7-16,3-11-2 0,-2 5 12 0,-1 6 2 15,-1-13-2-15,1 13 5 0,-3-10 3 0,3 10 3 16,-4-5 1-16,4 5-3 0,-10-2-3 0,10 2-1 16,0 0-1-16,-15 8-5 0,8-4-4 0,-3 3-1 15,1-4-2-15,3 3 2 0,1-3-4 0,0 2 4 16,0 0-5-16,5-5-1 0,-5 9-4 0,5-9-2 16,-3 9-7-16,3-9 10 0,0 0-17 0,0 0-17 15,5 11 14-15,-1-8-5 0,-4-3 7 0,11 3-3 16,-4-2-3-16,-1 1 7 0,-6-2 0 0,13 1 5 15,-13-1-2-15,8 3-2 0,-8-3-7 0,7 1 8 16,-7-1 1-16,8 6 0 0,-5 0 7 0,0 0-5 16,0 1 2-16,-1 2 0 0,1 0-1 0,0 5 6 15,0-1 2-15,-1 6 5 0,-2-2 2 0,2 2-1 16,-2 9 0-16,3-3 2 0,-3 2 7 0,3 0-1 16,-2-2-2-16,1 1 1 0,1 4 0 0,-1-2 5 15,2-2 2-15,-3 2 8 0,-1-9 5 0,2 1 5 16,-2 0-1-16,-2-1-5 0,1-3-5 15,0-1 2-15,-4 2 2 0,1-5-19 0,0 0 10 16,0-2 6-16,-2 2 3 0,1-5-7 0,-3 4 0 16,-1-4-6-16,0 0-3 0,-2-2 4 0,-2-2-4 15,4-1 0-15,9-2-1 0,-18-2-17 0,18 2-11 0,-14-8-9 16,9-1-4-16,1 0-8 0,2-3-17 0,5-6-1 16,0-1-6-16,8-9-13 0,2 1-9 0,5-4-3 15,2 0-8-15,9-12-4 0,-7 13 2 16,9-10 0-16,4 3 5 0,-12 9 8 0,10-10 7 15,-2 2 6-15,-6 9 6 0,-2-3 5 0,-1 3 5 16,-3-1 8-16,0 1 9 0,-3-1 11 0,-4 5 16 16,-3 0 13-16,-3 5 25 0,-2 1 17 0,-1 1 9 15,-3 4 22-15,0 3-6 0,-2-1 3 0,-3 1 7 16,-3 3-4-16,-4 0-7 0,12 6 0 0,-24 2 0 0,10 2-13 16,-5 2 0-16,-5 5-5 0,1 4-2 15,7-1-4-15,2-2-4 0,4 2-3 0,1 1-2 16,5 2-9-16,2 0-3 0,7-2-8 0,4 2-25 15,4-2-33-15,11 2-48 0,1-4-52 0,7 0-63 16,4-4-83-16,-1 1-267 0,3-2-598 0,0-3 265 16</inkml:trace>
  <inkml:trace contextRef="#ctx0" brushRef="#br0" timeOffset="20046.21">23479 3610 144 0,'0'0'177'0,"0"0"-7"16,0 0-5-16,0 0-11 0,0 0-1 0,0 0-11 15,0 0-6-15,0 0-9 0,0 0-11 16,0 0-7-16,0 0 17 0,0 0-12 0,2-5-10 16,-2 5-9-16,0 0-9 0,0 0-6 0,0 0-4 0,0 0-8 15,0 0-6-15,0 0-5 0,0 0-7 0,0 0-9 16,0 0-5-16,0 0 0 0,0 0-8 0,0 0 2 16,0 0-6-16,-13 22-2 0,10-16-2 0,-1 0-2 15,-1 4-3-15,0 0-3 0,1-3 2 0,1 1-4 16,1 2 4-16,0-1-4 0,0 0-2 15,1-1-1-15,1-8 0 0,1 20-3 0,-1-11 4 0,1-2-3 16,2 2-2-16,-1-2-2 0,1-1-2 0,1-1-1 16,2 0-4-16,-1-1-3 0,0 2-2 0,2-3 0 15,-1 1 0-15,3-1 5 0,-3 0 0 16,2 0 0-16,-2-2 4 0,-6-1 4 0,16-1-3 16,-10 1 3-16,4-3 3 0,-2 0-2 0,2 0 2 15,-2-4-2-15,1 2 1 0,0 0 3 0,-2-4-1 0,2 0 0 16,-1 1 0-16,-3-2-3 0,0 1 2 0,-1-1 1 15,1 1 0-15,-2-3-1 0,-1 3 0 0,0-2 1 16,-1 1 0-16,-4-1-4 0,2 0 1 0,-1 2 2 16,-4-2-7-16,4 1-4 0,-3 1 1 15,-2 0 1-15,-2 0-1 0,2 1 0 0,-2 1-2 16,1 1-2-16,-3 1 1 0,0 1 1 0,4-2-6 16,-2 5-7-16,1-2-4 0,8 3-4 0,-19 0-14 15,9 2-12-15,1 0-22 0,0 4-8 0,1-2-30 16,3 1-23-16,-1 2-34 0,0 2-20 0,1 1-127 0,2-2-343 15,3-8 153-15</inkml:trace>
  <inkml:trace contextRef="#ctx0" brushRef="#br0" timeOffset="20796">23681 3663 167 0,'0'0'159'0,"0"0"-9"15,0 0-10-15,0 0-8 0,-9-2-10 0,9 2-10 16,0 0-7-16,0 0-3 0,0 0-15 0,0 0-3 16,0 0-4-16,0 0-3 0,0 0-3 0,0 0-7 15,0 0-2-15,0 0-9 0,0 0-8 0,0 0-3 16,0 0-3-16,0 0-8 0,0 0 0 16,0 0-6-16,0 0 6 0,0 0-3 0,39 2-4 15,-20-2-1-15,2 0 1 0,6-2-2 0,1 2-4 0,5-1-1 16,-2 1-2-16,3-3-5 0,0-1 5 0,1 4-5 15,4-3 2-15,-5 0-4 0,2 2 0 16,-2-3-4-16,-2 1 3 0,1 0-7 0,0 0 5 16,-3 0-3-16,4 1 1 0,-4-1-1 0,1 2 2 15,-2-3-2-15,1 1 0 0,3 1 1 0,-5 1-1 16,1-3-1-16,1 3 1 0,-2-1-1 0,-1 1 4 0,2 0-3 16,-1-3-2-16,4 3 5 0,-4-1-4 15,3-1 9-15,-4 1-5 0,-2 0-2 0,5 0 1 16,-11 1 2-16,4 0 4 0,-2-1-7 0,-1 1 2 15,1 0 0-15,-3 0 6 0,4 0-2 0,-3-2 2 16,1 3 2-16,1-1-1 0,-2 1 0 0,1-2 1 16,-1 1 0-16,-1-1-1 0,1 0 5 0,0-1-5 15,0 1 3-15,-5 2 8 0,-1-1-5 0,5-1 0 0,-7 0-3 16,2 1 0-16,-3-1 2 0,1 2-4 16,-4-1 2-16,2-2 0 0,-9 3-2 0,11-1 0 15,-11 1 2-15,11 0-4 0,-11 0 3 0,9-2-6 16,-9 2 3-16,0 0-3 0,11-1-1 0,-11 1-3 15,9 0 5-15,-9 0-3 0,0 0 1 0,10-1-2 16,-10 1 1-16,0 0-1 0,0 0 0 0,8-1-3 0,-8 1-2 16,0 0 1-16,0 0 2 0,0 0-3 15,9-2 2-15,-9 2 0 0,0 0 2 0,0 0-5 16,0 0 0-16,10-2-2 0,-10 2 1 0,0 0 4 16,0 0-2-16,8 0-1 0,-8 0-1 0,0 0-4 15,0 0-15-15,12 0-26 0,-12 0-26 0,0 0-34 16,0 0-38-16,0 0-42 0,11 2-44 0,-11-2-161 15,0 0-422-15,0 0 188 0</inkml:trace>
  <inkml:trace contextRef="#ctx0" brushRef="#br0" timeOffset="21430.65">25069 3543 66 0,'0'0'156'0,"0"0"-15"0,0 0-9 16,0 0-13-16,-7 2-10 0,7-2-3 0,0 0-9 16,0 0-4-16,0 0-21 0,0 0 1 0,0 0-5 0,0 0 5 15,27 4-7-15,-10-1 0 0,6-2-6 16,6 1 2-16,7-2-5 0,-2 0-2 0,2 1-7 16,16-2 1-16,-14 1-9 0,14 0 4 0,2-2-5 15,-4 1 4-15,2 1-4 0,-12-2-2 0,12 0 4 16,-14 0 1-16,17-1-4 0,-20 1 4 0,1-2-4 15,1 4 1-15,-3-3-4 0,-1 2-6 0,-1-2 4 16,-3 1-7-16,-7-1 4 0,0 3 5 0,-1-2-1 16,-6 0 0-16,-1 1-2 0,-3 0 2 0,3-1-2 15,-5 0-2-15,-1 1 0 0,1 1 0 0,-9 0-4 16,12-2 2-16,-12 2-6 0,7-1 1 0,-7 1-1 16,0 0-6-16,9 0 1 0,-9 0-3 0,0 0-3 15,9-2-6-15,-9 2-19 0,0 0-16 0,0 0-32 16,0 0-30-16,0 0-38 0,0 0-47 15,0 0-29-15,0 0-156 0,0 0-391 0,0 0 174 0</inkml:trace>
  <inkml:trace contextRef="#ctx0" brushRef="#br0" timeOffset="22226.17">26132 3130 251 0,'0'0'256'0,"0"0"-6"0,-2-9-5 0,2 9-14 15,0 0-9-15,0 0-20 0,0 0-13 16,-2-8-27-16,2 8-2 0,0 0-22 0,0 0-10 0,0 0-20 16,0 0-7-16,0 0-16 0,0 0-11 15,0 0-7-15,0 0-13 0,0 0-6 0,0 0-5 16,0 0-4-16,0 0 1 0,5 36-5 0,0-15-6 15,-5 4-1-15,4 7 1 0,-2 1-5 0,1 13-2 16,-1-10-8-16,0 0 9 0,-2 0-4 0,4 12-2 16,-4-3 2-16,0-11 5 0,2 10 2 0,1-9-1 0,-3-2 0 15,3 3 0-15,-3 10 1 0,0-10 7 16,0-3-17-16,2-3 10 0,-2 1-2 0,0-3-3 16,0 0-3-16,2-3-1 0,0-1-14 0,-2-6 13 15,0 1 1-15,1-2-3 0,0 2 0 0,2-6 6 16,-3 4-8-16,4-2-3 0,-4-3 3 0,0-2 3 15,2 1-3-15,-2 1-8 0,0-2 2 0,3-1-19 16,-3 1-14-16,1-5-32 0,-1-5-24 0,0 0-29 16,3 17-25-16,-3-17-12 0,0 0-51 0,0 9-39 15,0-9-33-15,0 0-149 0,0 0-454 0,0 0 201 16</inkml:trace>
  <inkml:trace contextRef="#ctx0" brushRef="#br0" timeOffset="22896.88">26160 3666 168 0,'-9'0'196'0,"9"0"-6"0,0 0-3 16,-7-3-6-16,7 3-18 0,0 0-7 0,0 0-9 0,0 0-15 15,0 0-9-15,-8 0-13 0,8 0-11 0,0 0-13 16,0 0-6-16,0 0-9 0,0 0-2 0,24 7-6 16,-14-3-1-16,9 0-4 0,8 3-5 0,0-3-6 15,2 4-8-15,-2 0 0 0,1-2-5 16,3-1-3-16,-4 0-1 0,0 4-7 0,-7-5-2 16,7 3-2-16,-5-2 1 0,-1 0-3 0,5 3 2 0,-1-1-8 15,-4-2 2-15,-4 2-3 0,3-2 6 0,1-1-6 16,-6 1-2-16,4-2 1 0,-8 0-4 15,3-1-2-15,-2-1 2 0,-1 0 1 0,-1 2-2 16,1-1 2-16,-2 1-2 0,0-1 2 0,-4 0 0 16,-5-2-4-16,13 0 2 0,-13 0 2 0,10 0 4 15,-10 0 2-15,0 0 3 0,8 0 3 0,-8 0-1 16,0 0 3-16,0 0 0 0,0 0 0 0,0 0-3 0,9 0 6 16,-9 0 3-16,0 0 8 0,0 0-1 15,0 0-2-15,0 0 4 0,0 0 9 0,0 0 1 16,0 0 3-16,0 0 5 0,0 0-9 0,0 0-3 0,0 0 2 15,0 0-5-15,-13 14-2 0,3-12-3 16,-1 4-7-16,0-1-1 0,-3 2 2 0,-3 2-8 16,-2-1 1-16,-1 0-3 0,3 3-5 0,1-3 4 0,-2 3-2 15,0 0-1-15,2-1-12 0,-2-1-13 16,3-1-22-16,5-2-20 0,-1 0-24 0,1 1-27 16,2-1-34-16,1 1-37 0,-1-2-38 0,3-1-46 15,1 2-198-15,-4-2-494 0,8-4 219 0</inkml:trace>
  <inkml:trace contextRef="#ctx0" brushRef="#br0" timeOffset="23162.11">26804 3714 288 0,'0'-10'291'0,"0"1"-9"0,-2-4-6 15,0 3-15-15,0-1-18 0,0 1-4 0,0 0-8 16,-5-1-17-16,3 2-19 0,-2-2-15 0,0 3-14 16,-1-3-11-16,1 3-9 0,1 0-32 0,-4 2 11 15,4-3-18-15,-1 4-11 0,-1-2-7 0,3 4-20 16,-3-4-23-16,7 7-14 0,-7-5-23 0,3 1-34 16,4 4-37-16,-7-6-34 0,7 6-34 0,-6-6-47 15,6 6-70-15,-6-3-60 0,6 3-162 0,-4-7-507 16,4 7 225-16</inkml:trace>
  <inkml:trace contextRef="#ctx0" brushRef="#br0" timeOffset="23960.85">26109 3294 142 0,'0'0'163'0,"0"0"-4"0,0 0-7 16,0 0-8-16,0 0-7 0,0 0-11 0,0 0-1 16,0 0-7-16,0 0-1 0,0 0-6 0,0 0-8 15,0 0-4-15,0 0-2 0,17-7-10 0,-13 4 0 16,-4 3-5-16,10-3-1 0,-5 0-5 15,1-1-9-15,-1 1-3 0,4-1-9 0,0 1-2 16,-1-2-7-16,1-1 2 0,3 0-7 0,-1-2-4 16,-2 3-1-16,2 0-3 0,-2-3 1 15,5 1-3-15,1 2-5 0,-1-6 0 0,-1 4-3 0,3-6 2 0,0 3 4 16,2-2 2-16,0-5 3 0,4-2 2 0,-1 2 2 16,1-2 0-16,0 0 1 0,5 0-2 0,-4 0 6 15,1 2-3-15,-1-1 4 0,-3 0-3 16,-4 6 5-16,0-1-9 0,1 1 5 0,-1 0-2 15,0 3-1-15,-2-1 0 0,-3 2 3 0,-3 2 4 16,2-1 4-16,-2 1 8 0,-3 2-1 0,2 0-4 16,0 2 1-16,-7 2-14 0,7-7 11 0,-3 4-3 0,-4 3-2 15,0 0 4-15,6-4-5 0,-6 4 3 0,0 0-6 16,5-6-4-16,-5 6 1 0,0 0-9 16,0 0 6-16,0 0-2 0,7-3-4 0,-7 3-1 15,0 0-6-15,0 0 5 0,0 0-14 0,0 0 7 16,0 0-8-16,0 0-13 0,0 0-3 0,0 0-24 15,0 0-15-15,0 0-26 0,0 0-20 0,0 0-35 16,0 0-33-16,0 0-35 0,0 0-40 0,0 0-44 16,0 0-50-16,0 0-189 0,0 0-556 0,0 0 247 0</inkml:trace>
  <inkml:trace contextRef="#ctx0" brushRef="#br0" timeOffset="24629.44">26735 2530 223 0,'0'0'213'0,"0"0"1"0,0 0-5 0,-2-9-7 15,2 9-8-15,0 0-13 0,0 0-15 0,0 0-11 16,0 0-15-16,-4-6-7 0,4 6-17 15,0 0-12-15,0 0-9 0,0 0-13 0,0 0-9 16,0 0-13-16,0 0-5 0,0 0-4 0,0 0-10 16,0 0-6-16,0 0-1 0,0 0-5 0,2 24-3 0,0-11 11 15,0 5 0-15,-2 1-3 0,4 6-1 16,-2-4-2-16,-1 6 1 0,-1-8-1 0,2 7 2 0,-2-6 5 16,0-3-7-16,0 1-4 0,-2 1 2 15,1-2 2-15,-1 0-5 0,0-2 0 0,2-3-1 0,0 1-3 16,0-4 0-16,0 1-6 0,0-10 1 15,0 15 1-15,0-15-3 0,0 13-3 0,0-13 2 16,2 12-3-16,-2-12 0 0,0 0 0 0,0 15-6 16,0-15 2-16,0 7-22 0,0-7-20 0,0 0-27 15,3 11-20-15,-3-11-33 0,0 0-29 0,4 6-27 16,-4-6-20-16,0 0-31 0,0 0-16 0,0 0-135 16,0 0-405-16,12 2 179 0</inkml:trace>
  <inkml:trace contextRef="#ctx0" brushRef="#br0" timeOffset="25461.98">26737 2501 88 0,'0'0'118'0,"0"0"-6"15,0 0-8-15,0 0-18 0,0 0-5 16,0 0-9-16,0 0-4 0,0 0-10 0,0 0 8 15,0 0 2-15,27 8-5 0,-14-7 7 0,6 2-1 16,1-1-6-16,0 0-6 0,11-2-2 0,-1 3-1 16,1-2 1-16,2 1 4 0,-3-1-8 15,6 1-4-15,0-1-2 0,-2-1 2 0,1 1 3 0,1-1-4 16,0 0 2-16,1 0-5 0,1 0 0 0,13 0-4 16,-10-2-5-16,-3 2 0 0,14-3-6 0,-12 1-1 15,-2 0-3-15,14-6-4 0,-14 8 0 0,-2-1-1 16,0-2-5-16,2 2 4 0,-6-1-3 0,6 1 1 15,-5-3-4-15,3 1-3 0,-2 1 3 0,-1-1-4 16,-2 0 4-16,-3 0-2 0,3-1-3 0,-3 1 3 16,1-1-1-16,0 1-4 0,0 1 1 15,0-1 3-15,0 0-4 0,1 0-1 0,-1 2 1 0,0-3-1 16,1 4 0-16,-1-3-2 0,-7 0 5 0,-2 1-3 16,2 1-1-16,-3-1 3 0,1 0-2 0,-4 1 0 15,3-1 3-15,-3 1 0 0,-2 0 1 0,0 0-1 16,-3 1 1-16,2-2-1 0,1 0 1 0,-2 2 3 15,-12 0-3-15,20-2-1 0,-12 1 0 16,-8 1 5-16,14 0-3 0,-14 0 6 0,13-2-11 16,-13 2 5-16,0 0 2 0,16 0-5 0,-16 0 2 15,9-2-3-15,-9 2 8 0,0 0-4 0,0 0 3 16,13-1 2-16,-13 1 2 0,0 0-1 0,0 0 3 16,14 0 0-16,-14 0-1 0,0 0 0 0,0 0 1 15,15 1 1-15,-15-1 1 0,0 0-6 0,16 0 1 16,-16 0 1-16,11-2-2 0,-11 2 1 0,12-2-4 15,-12 2 0-15,0 0 3 0,16 0-3 0,-16 0 0 16,11-1 4-16,-11 1-3 0,0 0 2 0,19-1-4 16,-19 1 4-16,13 0-1 0,-13 0-2 0,15-2-2 15,-15 2 0-15,11 0-2 0,-11 0 3 0,14 0-4 16,-14 0 0-16,11-2-3 0,-11 2 3 0,0 0-4 16,0 0 1-16,0 0 5 0,0 0-5 15,0 0 2-15,11-1 7 0,-11 1 6 0,0 0 6 0,0 0 0 16,0 0 7-16,0 0-7 0,0 0-7 0,0 0 2 15,0 0-4-15,0 0 2 0,0 0-12 0,0 0-13 16,0 0-22-16,0 0-29 0,0 0-41 0,0 0-55 16,0 0-64-16,0 0-224 0,0 0-481 0,0 0 213 15</inkml:trace>
  <inkml:trace contextRef="#ctx0" brushRef="#br0" timeOffset="33678.58">23531 3759 63 0,'0'0'159'0,"0"0"0"15,0 0 3-15,0 0-11 0,-1-9-4 0,1 9-8 16,0 0 4-16,0 0-2 0,0 0 0 16,0 0-5-16,0 0-6 0,1-9-8 0,-1 9-11 15,0 0-6-15,0 0-11 0,0 0-7 0,0 0-9 16,0 0-12-16,0 0-7 0,0 0-8 0,0 0-6 0,0 0-9 16,0 0 1-16,0 0-4 0,0 0 4 0,1 28 5 15,1-12 3-15,-4 11 1 0,4 4 1 0,-2 1-2 16,0 4 1-16,1-1-1 0,-2 16-5 15,2-6 1-15,-1-9-4 0,1 0-3 0,1-2-1 16,-1 0-8-16,0-2 2 0,2-2-7 0,2-2 1 16,-3-9-2-16,1 1-6 0,-1 0 5 0,1-1-3 0,1-3-1 15,-3-4-3-15,2-1-1 0,-2 1 2 0,2-2-3 16,-3-10 3-16,3 14-4 0,0-8 2 16,-3-6-3-16,1 12 0 0,-1-12-6 0,3 7-14 15,-3-7-10-15,0 0-17 0,0 0-18 0,0 0-26 16,2 13-20-16,-2-13-17 0,0 0-30 0,0 0-44 15,0 0-52-15,0 0-146 0,0 0-426 0,0 0 189 16</inkml:trace>
  <inkml:trace contextRef="#ctx0" brushRef="#br0" timeOffset="35382.58">23364 6345 69 0,'0'0'122'0,"-13"-1"3"16,13 1-16-16,-13 0 5 0,13 0-9 0,-14 0 0 16,14 0-10-16,-13 1 0 0,13-1-11 0,-11-1 1 15,11 1-5-15,-12 0-4 0,12 0-4 0,-7 1-8 16,7-1-9-16,0 0 4 0,-8 1-10 0,8-1-7 15,0 0-1-15,0 0-1 0,0 0 0 0,0 0 3 16,0 0-8-16,-13 0-3 0,13 0-10 0,0 0-2 16,0 0-4-16,0 0-2 0,0 0-2 0,0 0 9 15,0 0 10-15,0 0 0 0,28 10 0 16,-9-7 1-16,11-2-4 0,0 2 3 0,5-3-1 0,21-2-3 16,-19 0-5-16,3-1 0 0,16 0-2 0,-6-1-2 15,-12 0 7-15,1 2-8 0,-5-1 2 0,1-1 4 16,-1-5 2-16,-1 2 3 0,-2 5-2 0,-3-1 0 15,-6 2-2-15,-3 0-3 0,-1-1-3 0,-3 1-4 16,-2-1 1-16,-1 0 1 0,-1 2-5 0,-4-1 0 16,1 1 2-16,-8 0-4 0,11-3-1 0,-11 3 0 15,7-1-2-15,-7 1-8 0,0 0-19 0,9-1-22 16,-9 1-36-16,0 0-42 0,0 0-34 0,0 0-22 0,7 6-15 16,-7-6-115-16,0 0-331 0,0 0 147 15</inkml:trace>
  <inkml:trace contextRef="#ctx0" brushRef="#br0" timeOffset="35830.12">23621 6645 147 0,'0'0'192'0,"0"0"-1"15,0 0-18-15,0 0-10 0,0 0-15 0,0 0-11 16,0 0-8-16,0 0-11 0,0 0-13 0,0 0-7 16,0 0-12-16,0 0-2 0,0 0-8 0,0 0-9 15,0 0 1-15,0 0-3 0,0 0 0 0,0 0 4 16,0 0 3-16,0 0 1 0,-18-16-3 0,18 16-3 15,0 0-2-15,-8-4-2 0,8 4 2 0,0 0-7 16,0 0 0-16,0 0-1 0,0 0-6 0,-6-1-6 16,6 1 2-16,0 0-8 0,0 0-4 0,0 0 1 15,0 0-4-15,0 0 4 0,0 0-2 0,0 0-3 16,0 0-4-16,0 0-10 0,0 0-5 0,0 0-5 0,0 0 3 16,0 0-2-16,0 0 1 0,28-4-6 0,-14 3 6 15,4-1-4-15,2 0 1 0,-1 0-2 16,3 2-3-16,1-3 3 0,-4 1-8 0,3 0-5 0,-2 2-10 15,-2-4-10-15,1 4-21 0,-6 0-21 0,1-2-32 16,-2 2-27-16,-2 2-50 0,3-2-30 16,-2 0-212-16,-6 0-458 0,-5 0 203 0</inkml:trace>
  <inkml:trace contextRef="#ctx0" brushRef="#br0" timeOffset="38886.11">23722 6674 137 0,'0'0'164'0,"0"0"-3"0,-2-9-12 0,2 9 3 16,0 0-9-16,0 0-8 0,0 0-11 0,0 0 3 0,0 0-8 16,-1-9-6-16,1 9-9 0,0 0-9 15,0 0-7-15,0 0-8 0,0 0-15 0,0 0-5 16,0 0-10-16,0 0-5 0,0 0-2 0,0 0-11 0,0 0 3 15,0 0-3-15,0 0 1 0,0 27-1 16,0-17 0-16,1 2-6 0,-2 4 0 0,1 4-1 0,1-4-3 16,2 12-5-16,-2-2 4 0,2 5 0 15,2-3-1-15,-9 1-5 0,9-3-1 0,-3 3-1 16,1 0 1-16,1-1-2 0,0-2-4 0,1 1 2 0,-1-1 1 16,2-1-1-16,-3 0-2 0,-1-6 2 15,2 1-5-15,0-3 2 0,-2 4-1 0,1-4 0 16,-2-4 1-16,2 1 1 0,-2-1-2 0,2-4-1 15,-2 4 0-15,3-3 1 0,-2-1 1 0,0-3-3 0,-2 1-2 16,0-7 2-16,3 13-3 0,0-8 3 16,-3-5 1-16,3 8-2 0,-3-8 1 0,2 7 2 0,-2-7 0 15,0 0-1-15,3 9-1 0,-3-9-3 0,0 0-1 16,0 0 6-16,4 3 4 0,-4-3 0 0,0 0 1 16,3 4 3-16,-3-4-3 0,0 0 0 0,0 0 1 15,0 0-1-15,7 5-4 0,-7-5 1 0,0 0-1 16,9 1-1-16,-9-1 3 0,9 2-1 0,-9-2-5 15,12-2 2-15,-1 2 0 0,0 2-2 0,1-2-1 16,0-4 1-16,6 3-6 0,0-2 9 0,3 0-8 16,-3 3 2-16,10-3-2 0,-7 2 2 15,8-4-1-15,0 1 0 0,2 1-2 0,-1-1 2 0,1 1-2 16,1 0 2-16,0 1 2 0,1-1-1 0,4 1-4 16,-2-2 0-16,5-1 1 0,-2 1-3 0,0 1 1 15,13-3 2-15,-11 2 1 0,12-2 1 0,-14 5-4 16,16-5 2-16,-4 0 2 0,9-1 1 0,-7 1-2 0,3 0-1 15,1 2 3-15,-1-2 3 0,-3 0-4 16,2 2-1-16,0-1 1 0,-5 0-2 0,-8 1-3 16,12-1 6-16,0 2-4 0,0-4 1 0,-14 4 2 15,0 0 2-15,16-2-6 0,1-2 2 0,-2 2 2 0,-1 3-1 16,-1-1-1-16,0-2 2 0,2 2 4 0,-16 0-4 16,13-2-1-16,-14 2 0 0,3 1 1 15,12-3-1-15,-1 2 1 0,-15 1 1 0,18 0-1 16,-2 0-1-16,-12-2 3 0,10 2-1 0,1 0-3 15,3-1 4-15,-2 2-1 0,4-2-2 0,-4 2 1 16,4-3-2-16,-16 4 5 0,14-4-3 0,0 3 0 16,-2-1 1-16,-1 0-2 0,3 1 3 0,-14 0-1 15,17-5 1-15,-3 7-1 0,-2-2 1 0,1 1 4 16,3-1-6-16,0-1 0 0,-3 4-2 0,3-6 0 0,0 0 5 16,-1 2-2-16,-2-4 0 0,-2 5-4 0,-14 0 3 15,2 0-4-15,1-1 1 0,0 1-12 0,0 1 1 16,-3-3-2-16,2 1-1 0,-3 1-6 0,-2-2 4 15,1 3-1-15,-1-6-4 0,2 4 0 0,-3 2 4 16,3-2-2-16,-4-1-11 0,1 2-16 16,-1-3-1-16,-2 1-11 0,0 2-6 0,-7-2-1 15,4 1-1-15,-6 1-5 0,0-2-9 0,0 2-5 16,2 0-12-16,-3-5-8 0,-2 3-15 0,1-2-16 0,-8 1-105 16,-3 1-265-16,2-1 118 0</inkml:trace>
  <inkml:trace contextRef="#ctx0" brushRef="#br0" timeOffset="40097.31">22011 6611 146 0,'-2'-5'263'0,"2"5"-16"0,-3-9-11 0,3 9-11 0,-3-8-22 16,3 8-19-16,0 0-15 0,-3-6-18 0,3 6-13 16,0 0-16-16,0 0-15 0,0 0-12 0,0 0-14 15,0 0-15-15,0 0-1 0,0 0-8 0,0 0-2 16,15 22-7-16,-11-10-3 0,1-1-7 0,3 6-1 16,2-3-3-16,-2 1-4 0,0 2-4 0,-1-3 2 15,1 2-7-15,-2-2-1 0,-1-4-1 0,2 2 1 16,-2-4-6-16,2 1 3 0,-3-2-3 0,2 0-4 15,-3-2 4-15,3 1-5 0,-3-1 1 0,2-2 0 16,-5-3-2-16,8 7 7 0,-8-7 3 0,6 5 0 16,-6-5 1-16,7 3 8 0,-7-3 1 0,0 0 2 15,0 0-6-15,15-12 1 0,-10 6-7 0,2-5 2 16,0-3-2-16,3 0-2 0,1-1-2 0,0-7 0 16,-1 4 21-16,-1 0-5 0,-1 0-4 0,4-4-13 15,-6 4 0-15,0-2-7 0,2 3-7 0,0-1-8 16,-3 2-7-16,1-1-7 0,-3 6-4 0,2 1-11 15,-4 4-18-15,2 0-25 0,-2 1-31 0,-1 5-44 16,3-9-35-16,-3 9-25 0,6-6-5 0,-6 6 13 16,0 0-3-16,0 0-114 0,10 15-350 0,-7-10 155 15</inkml:trace>
  <inkml:trace contextRef="#ctx0" brushRef="#br0" timeOffset="40679.01">22463 6663 79 0,'0'0'182'16,"0"0"-11"-16,0 0-7 0,5 6 2 0,-5-6-9 15,0 0-8-15,0 12-2 0,0-4 0 0,-3 2-5 16,3 1-11-16,-1 4-11 0,1-2-11 0,0-1-11 16,1 3-8-16,-1 2-3 0,-1-2-13 0,1 3-1 15,0-4-6-15,-1 0-5 0,1-4-9 0,1 2-4 16,-1 0-7-16,1-2-2 0,-1-1-2 0,0-3-6 15,0-6-3-15,3 14-3 0,-3-8-5 0,0-6 2 16,1 7-4-16,-1-7 4 0,0 0-3 0,-1 9 5 16,1-9-3-16,0 0-1 0,0 0-2 0,0 0-2 15,0 0-3-15,0 0-2 0,0 0-2 0,-6-26-1 16,4 16-2-16,-2-1-6 0,4-1-7 0,-1 0 1 0,0-5-4 16,-1-2 4-16,2 2-6 0,3-1 2 0,-2 1-5 15,5 1 2-15,-3-5-5 0,2 6 4 16,2-1-1-16,-2 4 5 0,1 2-2 0,1 0 4 15,1 1 1-15,0 0-2 0,-1 2-1 0,0 0 0 16,0 5 3-16,3-2-2 0,-5 1 0 0,-5 3 3 0,14-2-3 16,-14 2 0-16,10 1 0 0,-5 3 2 0,-5-4 2 15,9 6-1-15,-5-1 3 0,1-1 0 16,-5-4 2-16,5 13 2 0,-2-8 1 0,-2 4 4 16,-1-9-4-16,-1 16 3 0,-2-10-3 0,0 4-8 15,-1-3-6-15,-1-1-7 0,2 1-9 0,-1 0 1 0,2-1-18 16,-1 0-13-16,3-6-5 0,-5 11-9 15,4-5-12-15,-1 0-7 0,2-6 5 0,0 10-3 16,0-10 5-16,3 6-6 0,-3-6 4 0,5 9 7 16,0-5 8-16,-1-1 8 0,-4-3 9 0,10 8 4 0,-6-5 7 15,0 1 5-15,-4-4 5 0,0 0-3 0,8 11 13 16,-7-4-1-16,-1-7 9 0,0 8 9 16,0-8-5-16,0 10 6 0,0-10 0 0,-4 10-2 15,2-4-8-15,2-6-13 0,-4 11-7 0,1-7-17 16,3-4-16-16,-6 9-21 0,1-4-82 0,1-1-183 0,4-4 81 15</inkml:trace>
  <inkml:trace contextRef="#ctx0" brushRef="#br0" timeOffset="40951.8">22794 6660 187 0,'2'-8'272'0,"-2"8"-27"0,3-7-23 0,-3 7-27 16,0 0-20-16,0 0-5 0,0 0-1 0,0 0-1 0,0 0-4 15,10 18-13-15,-10-7-16 0,0 0-13 0,1 0-11 16,2 4-9-16,-3 2-12 0,2-3-6 0,-4 0-10 16,3 0-7-16,-1 1-6 0,0-5-4 0,3 2-8 15,-2-2-7-15,-4 2-1 0,5 4-13 16,-1-5-27-16,0 0-23 0,-1-1-26 0,2-1-29 0,-2-3-22 15,0-6-25-15,0 0-15 0,1 18-26 0,-1-18-16 16,1 9-8-16,-1-9-15 0,-1 6-119 0,1-6-349 16,0 0 154-16</inkml:trace>
  <inkml:trace contextRef="#ctx0" brushRef="#br0" timeOffset="41330.19">22860 6680 99 0,'8'-8'154'0,"1"1"-7"0,-2 2-1 16,4-1-3-16,-2 4-8 0,-3-1-9 0,4 0-7 16,-2 2-12-16,3-2-5 0,-3 3-10 0,-8 0-9 15,14-3-8-15,-14 3-1 0,12 3-9 0,-7-2-1 16,-5-1-4-16,9 4 7 0,-9-4-8 0,6 8-5 16,-5-4 0-16,-1-4-6 0,0 8-6 0,0-8-8 15,-1 11-7-15,1-11-11 0,-5 11-10 0,2-4-17 16,0-1-10-16,-1 0-13 0,-1 2-14 0,1-2-8 15,1 0-7-15,3-6-5 0,-2 11 2 0,2-11 3 16,0 11 5-16,0-11 0 0,3 13-1 16,-3-13 7-16,4 8 4 0,-4-8-1 0,5 8 8 0,-5-8 9 15,7 10 1-15,-3-6 14 0,-3 0 7 0,-1-4 9 16,6 7 10-16,-6-7 15 0,4 7 10 0,-4-7 20 16,1 4 10-16,-1-4 9 0,0 0 8 0,0 0 0 15,0 10-4-15,0-10-3 0,0 0-9 0,-10 10-10 16,5-7-3-16,0 1-15 0,5-4-21 0,-13 4-23 15,13-4-28-15,-15 8-39 0,8-5-37 0,7-3-47 16,-14 8-130-16,4-5-311 0,10-3 139 0</inkml:trace>
  <inkml:trace contextRef="#ctx0" brushRef="#br0" timeOffset="42363.1">23961 5871 94 0,'-13'-1'232'0,"13"1"-7"0,0 0 2 16,0 0-12-16,0 0-10 0,-10 0-13 0,10 0-11 15,0 0-11-15,0 0-14 0,0 0-15 0,0 0-18 0,0 0-11 16,0 0-3-16,0 0-18 0,28-4-15 15,-14 2-15-15,0-1-23 0,0 2-24 0,-1 1-27 16,-1-3-21-16,2 3-32 0,-1 0-32 0,0 0-25 16,-2 0-19-16,1 0-25 0,-6-1-14 0,-6 1-126 15,12 1-332-15,-12-1 148 0</inkml:trace>
  <inkml:trace contextRef="#ctx0" brushRef="#br0" timeOffset="42513.95">24086 5799 222 0,'-3'-6'224'0,"3"6"-2"0,0 0-6 0,-4-4-11 16,4 4-11-16,0 0-18 0,0 0-10 16,0 0-23-16,0 0-19 0,0 0-14 0,0 0-9 15,0 0-11-15,0 0-9 0,-4 19-8 0,3-9-4 16,2 1-10-16,-1 6-4 0,0 3-24 0,2-1-41 16,-4 6-46-16,4-1-69 0,-2 1-58 0,-2 2-182 15,2-7-395-15,-1 5 175 0</inkml:trace>
  <inkml:trace contextRef="#ctx0" brushRef="#br0" timeOffset="42772.45">24261 6713 306 0,'0'0'288'0,"0"0"-29"0,0 0-25 0,0 0-21 0,10 0-25 16,-10 0-26-16,0 0-25 0,22-8-24 0,-13 5-37 16,5 0-49-16,-1-1-57 0,4-4-67 0,1 1-80 15,0 1-107-15,-1-3-307 0,1 3 137 0</inkml:trace>
  <inkml:trace contextRef="#ctx0" brushRef="#br0" timeOffset="44480.34">24128 3294 197 0,'-1'-11'207'0,"1"11"-15"15,-4-6 0-15,4 6-12 0,0 0-8 0,-3-7-6 16,3 7-5-16,0 0-20 0,0 0-10 0,0 0-12 16,-4-8-10-16,4 8-13 0,0 0-6 0,0 0-11 15,-3-5-7-15,3 5-6 0,0 0-9 16,0 0-5-16,0 0-4 0,0 0-8 0,0 0-3 15,-6-5-3-15,6 5-8 0,0 0-15 0,0 0-14 16,0 0-18-16,0 0-21 0,0 0-25 0,0 0-29 16,0 0-28-16,0 0-22 0,0 0-20 0,0 0-13 15,0 0-127-15,0 0-330 0,13-7 146 0</inkml:trace>
  <inkml:trace contextRef="#ctx0" brushRef="#br0" timeOffset="44767.12">24302 3130 94 0,'0'0'226'15,"0"0"-12"-15,0 0-8 0,-8-3-4 0,8 3-14 16,0 0-12-16,0 0-12 0,0 0-9 0,0 0-9 15,0 0-12-15,0 0-13 0,0 0-14 0,0 0-18 16,0 0-16-16,0 0-10 0,0 0-11 0,0 0-7 16,0 0-8-16,10-7-7 0,2 6-5 0,-1-2-6 15,2 0-16-15,1 1-16 0,6-2-25 0,-2 1-20 16,0 1-35-16,0-3-33 0,0 3-33 0,-1-1-17 16,-5 2-142-16,-1-2-344 0,-11 3 152 15</inkml:trace>
  <inkml:trace contextRef="#ctx0" brushRef="#br0" timeOffset="45151.88">24444 3089 109 0,'-2'5'117'15,"2"-5"12"-15,0 10-7 0,0-10-9 0,3 16-22 16,-2-6 11-16,-1 1-13 0,1 0 1 0,-1-1-8 15,2 3 0-15,0 3-13 0,0-1 5 0,0-2-14 16,2-1-1-16,0-1-5 0,0 0-4 0,-1 1-7 16,0-3 3-16,-2 0 5 0,0 0-21 0,1-1-6 15,-1-2 5-15,-1-6-5 0,3 9 2 0,-3-9-6 16,2 10-6-16,-2-10-3 0,0 8-10 0,0-8-8 16,-3 8-2-16,-2-3-2 0,5-5-5 0,-11 6-3 15,5-3-3-15,-1-1-1 0,0 1 3 0,-5 0 1 16,3-3 3-16,9 0 1 0,-18 2 10 0,9-1-5 15,3-1 3-15,6 0 10 0,-12 2 9 0,12-2 6 16,-8 2 3-16,8-2 0 0,0 0 4 0,-9 0 2 16,9 0-1-16,0 0-1 0,0 0-7 0,0 0-3 15,0 0-3-15,0 0-8 0,0 0-1 0,0 0-5 16,0 0 2-16,0 0-13 0,24 3-18 0,-13-3-24 16,8-3-25-16,1 1-27 0,1 0-25 0,1-1-105 15,-3-3-257-15,2 2 113 0</inkml:trace>
  <inkml:trace contextRef="#ctx0" brushRef="#br0" timeOffset="45365.1">24729 3230 188 0,'0'0'192'0,"0"0"-17"0,0 0-17 0,0 0-11 0,0 0-15 15,0 0-9-15,0 0-8 0,0 0 2 16,0 0-7-16,0 0 0 0,3 18-8 0,-3-11-5 0,2 3-5 15,-4-1-10-15,2 1-9 0,2 1-3 0,-2-1-13 16,0 2-1-16,2-2-6 0,-2 2-13 16,2-2-31-16,-1 0-26 0,-1-1-27 0,2 1-30 0,-2-3-36 15,3-1-33-15,-2 1-27 0,-1-7-113 16,3 12-310-16,-1-8 138 0</inkml:trace>
  <inkml:trace contextRef="#ctx0" brushRef="#br0" timeOffset="45751.33">24772 3195 134 0,'0'0'167'0,"7"-4"-9"0,-7 4-12 16,0 0-10-16,6-6-19 0,-6 6-5 0,5-2-4 15,-5 2-7-15,0 0-3 0,9 0-13 0,-9 0-6 16,0 0-4-16,13 6-3 0,-13-6-9 0,7 6 0 15,-4-3-3-15,1 1 1 0,0 3-5 0,-2 1-3 16,-1 2-7-16,1 0-4 0,-2 0-14 0,-2 0-14 16,1 0-13-16,-1 1-7 0,-2 2-3 0,2-4-18 15,1-1-18-15,-3 1-6 0,3-1-18 0,0-1-12 16,-1 2-1-16,2-9 5 0,3 15-6 0,-2-8 5 16,2-2-1-16,1 1 4 0,0 0 3 0,-1-1 5 15,4-2 15-15,-2 3-1 0,0-2 3 0,0 0 6 16,0 0 4-16,-5-4 6 0,10 8 2 0,-6-5 4 15,-1 1 3-15,-3-4 11 0,5 7 29 0,-5-7 4 16,3 7 20-16,-3-7 9 0,-3 10-3 0,3-10 14 16,-8 12-5-16,2-5-4 0,-4 0-3 0,-1 1-15 15,-4 1-19-15,2 1-17 0,-2-1-10 0,3-2-30 16,1 2-28-16,-2-3-110 0,3 1-197 16,2-2 88-16</inkml:trace>
  <inkml:trace contextRef="#ctx0" brushRef="#br0" timeOffset="46264.03">25309 3301 83 0,'0'0'178'0,"0"0"-9"16,0 0-9-16,0 0-7 0,0 0-12 0,0 0-12 15,0 0-11-15,0 0 12 0,0 0-15 16,0 0-8-16,0 0-11 0,0 0-7 0,0 0-7 15,0 0-5-15,0 0-4 0,11 16-4 0,-3-9-1 0,0-4-8 16,3 0 2-16,-2 1-7 0,1 3-2 0,3-2-3 16,-1 0-4-16,5 1-2 0,1 0 3 0,0 0-6 15,2 2-2-15,-1-3-6 0,2 0-4 0,-3 2-2 16,2-3-3-16,0 0-4 0,-1 0 2 0,-2 0-4 16,-5 1-4-16,1-1-1 0,0 0-2 15,1 1 0-15,-5-3 4 0,3 2-10 0,-4 0 1 0,-1-2-4 16,-1 1 2-16,1 1 2 0,-2 0-2 0,0 1 2 15,-3-1 7-15,-2-4 4 0,0 16-1 16,-5-5 10-16,-2 3 4 0,-1 2-3 0,-8 3-4 16,0 5 2-16,-7-2-2 0,1 2-2 0,-5 0 1 15,1-1-3-15,-1 1-2 0,1-2-9 0,1-3-26 16,0 3-26-16,1 1-33 0,2-3-38 0,1-1-54 16,4 3-51-16,-5-3-188 0,8-5-442 0,3 0 195 15</inkml:trace>
  <inkml:trace contextRef="#ctx0" brushRef="#br0" timeOffset="46427.15">25587 3891 38 0,'0'0'89'0,"0"0"-41"0,0 0-46 15,0 0-32-15,0 0-32 0,7-4 15 0</inkml:trace>
  <inkml:trace contextRef="#ctx0" brushRef="#br0" timeOffset="52031.66">26735 3930 115 0,'2'-7'134'0,"-2"7"-5"0,2-6-12 15,-2 6-7-15,2-8-3 0,-2 8-3 0,1-7-8 16,-1 7-7-16,2-7-12 0,-2 7-1 0,2-6-14 16,-2 6-3-16,0 0-12 0,0 0 0 0,3-8-4 15,-3 8-3-15,0 0-3 0,0 0-9 0,0 0 0 16,0 0-5-16,0 0 2 0,2-8-8 0,-2 8 1 16,0 0-4-16,0 0-1 0,0 0-2 0,0 0 2 15,0 0-9-15,0 0 2 0,0 0 2 0,0 0 4 16,0 0-9-16,0 0-5 0,0 0-1 0,0 0-1 15,0 0 6-15,0 0-7 0,0 0-6 0,0 0 19 16,0 0-7-16,0 0 6 0,0 0-3 0,0 27 4 16,0-20-4-16,2 3 4 0,-4 1 3 0,2 5 6 15,0-4-15-15,2 6 6 0,-2 0 0 16,0 0 1-16,0 0-1 0,2 1 2 0,1 0-3 0,-5 2 7 16,2 4-11-16,2-4-5 0,2 3 10 0,-4 3-1 15,0-8 1-15,2 6-8 0,0-6 5 0,1 0 4 16,1 8-2-16,-4-10 1 0,4 0-10 0,0-1 7 15,-4 2-3-15,4 2 11 0,-2-1 0 0,0 0 7 16,0 0-13-16,1-1 3 0,-1 0 0 0,2 1 7 16,-2 7 10-16,0-7 5 0,0 6-1 0,-1-1-6 15,2 0 4-15,-3-3 3 0,0 3-9 0,2 1 3 16,-4-6 2-16,4 2-3 0,0 4 6 0,-2-1 3 16,2 2-7-16,-2-1 6 0,2 0 5 0,-2-5-4 15,2 3 1-15,-1-2-5 0,-1 4-4 0,0-6-3 16,2 0 4-16,-2 0 0 0,2 6 0 0,-2-6 4 15,2 1-6-15,-2-1 10 0,0 1-10 16,0 6 0-16,0-6 2 0,0-1-1 0,-2-1-1 0,2 3 0 16,-2-4-5-16,2 2 0 0,0 0 0 0,0 1-2 15,0 5 3-15,0-6 1 0,0 0 1 0,0 7-4 16,0-8 1-16,0 1 0 0,2 0 1 0,0 0-2 16,0 6-2-16,-2-5 0 0,0 5 2 15,0-1-9-15,0-5 5 0,-2 0-1 0,4 2-1 16,-2-2 4-16,0 5-1 0,0-3-1 0,0-2-3 0,0 9 6 15,0-5 3-15,0 5-6 0,4-3-3 16,-4-6 0-16,0-2 1 0,0 2 3 0,-2-1 0 0,4 1 1 16,-1 0-3-16,1 1-1 0,-2-1 0 15,2 0-1-15,1 1-2 0,-1-4-1 0,0 9 3 16,-1-6-4-16,1 0 4 0,-2 1-4 0,0 3 4 0,2-3-7 16,-2 5 2-16,2-7 6 0,0 6 2 0,-2-7 2 15,2 9 0-15,-2-2 0 0,3-3-2 0,-1-2-1 16,0 1 1-16,-2 5 0 0,4 1 0 15,-2-6 0-15,-2 5-4 0,4 0 2 0,0 1-3 16,-2-1 4-16,0 0-3 0,0-1-5 0,-2 2 2 16,3-7 1-16,-3 5-3 0,0-4 2 0,2-1 0 0,0 3 3 15,0 1 3-15,0 0-9 0,0-3 5 0,-1-3 1 16,-1 0-3-16,2 3-2 0,3-3 6 0,-5 1 3 16,2 0-4-16,0 1 5 0,-2-1 0 15,3 1-3-15,-3 5-4 0,2-4 2 0,0-2-1 16,2 0 6-16,-2 2-6 0,0-4-3 0,-1 3 2 0,3-5 0 15,-2 3-1-15,1-1 3 0,-1 1-7 0,-2-17 3 16,2 24 0-16,-1-12 3 0,1 4 12 16,-2-16-10-16,2 29-2 0,-2-13-9 0,0-16 4 0,4 24 4 15,-4-12-8-15,0-12 4 0,2 24 0 16,-2-9-2-16,0-15 2 0,1 23-2 0,1-11 5 16,-2-12-5-16,0 24 2 0,0-24 3 0,0 25-5 15,0-25 9-15,-2 23-11 0,2-23 3 0,0 22 9 0,0-22-7 16,2 20-3-16,-2-20 3 0,2 12 4 0,-2-12-5 15,0 0-10-15,2 18 5 0,-2-18 0 16,0 0 1-16,2 14 3 0,-2-14-7 0,0 0 1 16,0 0 2-16,0 0-1 0,0 0-2 0,0 17-6 15,0-17 1-15,0 0-13 0,0 0-10 0,0 0-8 16,0 0-15-16,0 0-14 0,0 0-4 0,0 0-19 0,0 0-16 16,0 0-14-16,0 0-17 0,0 0-22 15,0 0-29-15,0 0-29 0,-29-40-25 0,24 31-208 16,5 9-490-16,-13-22 217 0</inkml:trace>
  <inkml:trace contextRef="#ctx0" brushRef="#br0" timeOffset="53235.86">25434 3614 149 0,'0'0'157'0,"0"0"-9"0,0 0-7 0,0 0-19 16,0 0-22-16,0 0-8 0,0 0-22 0,0 0-2 15,0 0 0-15,0 0-14 0,0 0-10 0,0 30 1 16,1-11-7-16,1 7 4 0,0 5-6 0,1 4 3 15,-2 12 8-15,-1 4-1 0,0-2 2 0,5 0 2 16,-9-1 0-16,6-1 4 0,7-1-6 0,-8-1 9 16,1-10-1-16,2 0-2 0,-2-1 0 0,0 0-8 15,2-2-3-15,-3 3-3 0,-1-2-3 0,1-2-3 16,2 0-1-16,-3-1-3 0,2-2-4 0,0-3 5 16,-4-1-7-16,2-5 1 0,2 0-2 0,-2-3-5 15,0 1 2-15,0-5 0 0,0 0-4 0,0-1-2 16,0-1 2-16,0 0 0 0,1-1-5 0,-2-1 3 15,1-8 0-15,1 11-8 0,0-4-7 0,-1-7-16 0,0 0-11 16,0 12-22-16,0-12-23 0,-1 7-16 16,1-7-19-16,-1 7-22 0,1-7-23 0,0 10-24 15,0-10-108-15,0 0-309 0,-2 18 137 0</inkml:trace>
  <inkml:trace contextRef="#ctx0" brushRef="#br0" timeOffset="53639.44">25374 5005 70 0,'0'0'233'0,"0"0"-27"15,0 0-18-15,0 0-30 0,0 0-9 0,0 0-16 16,0 0-13-16,0 0-3 0,4 13-3 0,1-4-6 15,-3-2-11-15,2 4-6 0,4-3-13 0,-2 9-5 16,3-2-3-16,0 1-5 0,0-3-7 0,0 1-4 16,-2-3-1-16,2 3-6 0,-2 1-2 0,0-5-1 15,1-1 0-15,-2 1-6 0,0-1-8 0,0 1 2 16,-1-5-4-16,-1 5 0 0,0-6-1 0,1 2-3 16,0-1 0-16,-5-5 7 0,5 6 8 0,-5-6 7 15,6 5 5-15,-6-5 12 0,0 0 6 16,5 7 6-16,-5-7 4 0,0 0 5 0,0 0-15 0,0 0-10 15,0 0 0-15,15-13-6 0,-10 2-8 0,3-4-3 16,1 0-7-16,1-2-4 0,3-6 2 0,-4 2-24 16,0 3-2-16,0 1-20 0,0 1-15 0,-3-1-18 15,4 0-16-15,-5 3-19 0,3 2-17 0,-4 3-19 16,1 1-22-16,-2 4-21 0,-1-2-27 0,-2 6-25 16,5-9-6-16,-5 9 0 0,0 0-123 0,6-2-370 15,-6 2 163-15</inkml:trace>
  <inkml:trace contextRef="#ctx0" brushRef="#br0" timeOffset="54219.23">25724 5106 159 0,'-2'8'170'0,"2"-8"-2"0,0 10 7 16,0-3-2-16,0 3-2 0,0-1-4 0,0 2-11 15,-2 0-9-15,2 0-9 0,-2 5-14 0,0-4-6 16,1 0-5-16,1 0-6 0,0 0-8 0,-2 0-4 15,4 2-16-15,-2-4-8 0,-2 6-4 16,4-6-8-16,-4-1-4 0,2-2-8 0,0 2-1 16,0-9-6-16,-2 13-2 0,2-13-5 0,0 9-5 0,0-9-1 15,0 8 0-15,0-8-1 0,0 0-1 0,0 0-1 16,2 6 10-16,-2-6 5 0,0 0-1 0,0 0-3 16,0 0-9-16,0 0-4 0,0 0-4 0,2-23-2 15,-2 12-6-15,1 0-4 0,3-2-4 0,-2-3-2 16,0 1-5-16,2-2-5 0,2-1-1 0,1 1 1 15,-1 2-10-15,3-3 0 0,0 2 5 0,0 2 0 16,-1 1 3-16,-1 3-2 0,3 1 2 0,-4 2 0 16,-2 1 12-16,3-1-13 0,-3 2 0 0,2 2 1 15,-6 3 1-15,8-5-3 0,-8 5 5 0,9-3-2 16,-9 3 4-16,9-2-5 0,-9 2 10 0,8 5-3 16,-8-5 0-16,10 4-2 0,-10-4 1 0,2 5-1 15,-2-5 4-15,5 8-1 0,-5-8-1 0,2 7 0 16,-2 0-4-16,0-7-2 0,-4 11-8 0,4-11-7 15,0 0-8-15,-4 16-8 0,4-16-5 0,-1 9-4 16,1-9-5-16,-2 11-1 0,2-11-11 16,0 0-5-16,0 12-10 0,0-12-4 0,0 0 2 15,3 10 11-15,-3-10 6 0,8 5 5 0,-8-5 5 0,7 8 7 16,-7-8 1-16,9 7-1 0,-9-7 13 0,9 6-2 16,-9-6 9-16,8 10 5 0,-8-10-3 0,6 9 21 15,-6-9-4-15,4 10 2 0,-4-10 4 0,0 0 8 16,0 18 3-16,0-18-3 0,0 0 10 15,-11 19-12-15,6-13 3 0,-2 4-13 0,7-10-15 16,-13 12-16-16,6-5-10 0,7-7-11 0,-11 8-49 0,3-2-101 16,8-6-230-16,-13 11 101 0</inkml:trace>
  <inkml:trace contextRef="#ctx0" brushRef="#br0" timeOffset="54612.92">26048 5115 30 0,'0'0'241'0,"0"0"-21"0,0 0-22 0,0 0-12 0,0 0-19 16,-25 9-10-16,21-5-18 0,-1 0-10 0,5-4-18 16,-11 13-6-16,8-7-14 0,-1 4-10 15,4-10-5-15,-2 16-17 0,2-16-12 0,2 15-11 0,-2-15-24 16,4 13-11-16,1-4-20 0,0-2-7 15,0-1 1-15,3-1-9 0,-8-5-3 0,13 6 9 16,-13-6-4-16,12 8-3 0,-12-8 5 0,11 4 8 16,-11-4-1-16,6 3 11 0,-6-3 15 0,0 0-1 15,0 0 1-15,0 0 0 0,0 0-1 0,0 0 1 16,0 0 0-16,0 0 10 0,0 0 3 0,0 0 11 0,-23 15 1 16,15-12 2-16,-1 2-1 0,1 4-1 15,-4-3 4-15,3 1-2 0,0 0-4 0,3 2 2 16,-4 0-5-16,2-1 2 0,3 3-2 0,-1 0-7 15,0 0 2-15,4-1-2 0,-2-1-2 0,4 1-2 16,0-10 0-16,0 17-9 0,0-17-16 0,9 15-12 16,-4-6 0-16,-5-9-27 0,13 10-33 0,-4-7-24 15,-9-3-23-15,24 4-25 0,-14-2-116 0,1 4-294 0,0-2 130 16</inkml:trace>
  <inkml:trace contextRef="#ctx0" brushRef="#br0" timeOffset="55077.14">25884 5717 7 0,'0'0'269'0,"0"0"-8"15,0 0-13-15,-14 0-2 0,14 0-19 0,0 0-10 16,0 0-19-16,0 0-20 0,0 0-21 0,-10 1-15 15,10-1-16-15,0 0-9 0,0 0-8 0,0 18-1 16,0-5 8-16,0 4-21 0,1 9 20 0,-1 3 0 16,1 3 1-16,1 4-17 0,0 15 8 0,-2-3-3 15,4 1 0-15,-3 1 3 0,0 1 6 0,2-2-6 16,1-2-3-16,-2 1 9 0,1 1 1 0,2-3-18 16,-3 1-2-16,-2 3-6 0,4-15 4 0,-2 15-4 15,0-16-1-15,1 2-10 0,-3 0 0 0,2 10-5 16,2-10 2-16,-4-5-5 0,2 2 2 0,-1-4-13 15,0-2-2-15,2 2-8 0,0-5-5 0,-1-3-6 16,0-3 0-16,1-2-3 0,-1-3-8 0,-2 4 3 16,0-6-1-16,0-11-2 0,2 22 0 0,-2-22-5 15,-2 18-3-15,2-18 1 0,0 19-1 0,-2-8-1 16,2-11-4-16,-3 19 3 0,1-11-4 0,2-8 1 16,-2 18 0-16,2-18-6 0,-5 12-3 0,5-12-15 15,-3 14-10-15,3-14-24 0,-6 12-15 0,6-12-24 16,-6 10-10-16,6-10-25 0,-5 8-19 0,5-8-15 15,0 0-26-15,0 0-19 0,-9 8-31 0,9-8-23 16,0 0-35-16,0 0-23 0,0 0-13 0,0 0-234 16,0 0-604-16,0 0 268 0</inkml:trace>
  <inkml:trace contextRef="#ctx0" brushRef="#br0" timeOffset="56596.23">27030 7518 206 0,'0'0'207'0,"0"0"-6"0,0 0-1 16,0 0-5-16,0 0-9 0,0 0-8 0,-2 4-15 15,2-4-6-15,0 0-12 0,0 0-4 0,0 0-19 0,0 0-9 16,0 0-12-16,0 0-11 0,0 0-4 0,15 0-22 15,-15 0-11-15,16-2-15 0,-5 1-24 16,-2 0-22-16,2-1-29 0,0 0-25 0,2 1-33 16,-1-2-35-16,-5 2-21 0,4-2-18 0,-11 3-25 0,11-2-109 15,-4 1-328-15,-7 1 147 0</inkml:trace>
  <inkml:trace contextRef="#ctx0" brushRef="#br0" timeOffset="56774.52">27101 7554 33 0,'0'0'147'0,"-8"6"-3"0,8-6-2 16,-8 3-3-16,8-3 14 0,-4 2-16 0,4-2 1 0,0 0-7 16,-5 7-9-16,5-7-1 0,0 0-10 0,0 0-11 15,0 0-14-15,0 0-6 0,0 0-14 0,17 2-17 16,-17-2-25-16,19-4-19 0,-9 1-41 0,-1 1-29 16,1-2-20-16,0 0-23 0,-3 4-28 0,-1-3-114 15,1-1-270-15,-7 4 119 0</inkml:trace>
  <inkml:trace contextRef="#ctx0" brushRef="#br0" timeOffset="56923.27">27135 7620 135 0,'-4'5'174'0,"4"-5"-11"16,-1 8 4-16,1-8-3 0,0 0 5 0,0 0-5 16,1 11-16-16,-1-11-15 0,8 2-13 0,2-2-5 15,-1 1-19-15,2-3-28 0,3-1-28 0,-2-1-43 16,5-1-51-16,0 0-44 0,4-1-60 0,-8 0-100 15,3 3-278-15,-5 0 123 0</inkml:trace>
  <inkml:trace contextRef="#ctx0" brushRef="#br0" timeOffset="57089.25">27235 7745 50 0,'-4'5'276'0,"4"-5"-21"0,-6 6-20 0,6-6-10 16,-5 4-8-16,5-4-2 0,0 0-10 0,-6 5-19 15,6-5-10-15,0 0-19 0,0 0-19 0,22 0-34 0,-11 0-46 16,2-4-48-16,1 2-49 0,2-4-70 0,4-2-52 16,-2 0-55-16,0-1-115 0,-3 3-358 0,3-3 159 15</inkml:trace>
  <inkml:trace contextRef="#ctx0" brushRef="#br0" timeOffset="58551.26">26836 5695 145 0,'0'0'194'0,"0"0"2"0,0 0-16 16,-11 0-11-16,11 0-15 0,0 0-15 0,0 0-15 15,0 0-11-15,-11 7-12 0,11-7-14 0,-7 4-7 0,7-4-8 16,-5 8-8-16,3-2-4 0,-2-1-5 0,2 4-10 16,-1-1-4-16,-1 1-1 0,2 1 1 15,2-3-8-15,-2 3-4 0,2-3-3 0,0-7 1 16,0 14-4-16,0-8-2 0,2 2-1 0,-2-8 2 16,2 8 0-16,-2-1 7 0,4-3-3 0,-4-4 0 0,7 9-3 15,-1-5 0-15,0-2 2 0,-6-2-5 0,13 3 0 16,-5-4 1-16,2 1-1 0,-1 0-2 0,-9 0-2 15,15-4-1-15,-7 0 1 0,2 1 1 0,-3 0-6 16,0-3 4-16,0 1-2 0,-1 0 0 0,-3 1-3 16,-3 4-1-16,8-13-3 0,-5 6-1 0,-1-2 1 15,0 0 2-15,-2-1-1 0,0 2-3 0,0 8 0 16,-2-15-3-16,0 8 1 0,2 7-4 0,-5-13-3 16,1 9-7-16,0-1-4 0,-1 0-7 15,5 5-10-15,-10-3-13 0,10 3-13 0,-13 1-17 16,13-1-16-16,-16 6-24 0,5-1-22 0,5 1-30 0,-1 1-160 15,-2 0-355-15,2-1 157 0</inkml:trace>
  <inkml:trace contextRef="#ctx0" brushRef="#br0" timeOffset="58984.63">27218 5701 10 0,'0'0'243'0,"0"0"-14"0,0 0-8 16,-8-10-9-16,8 10-8 0,0 0-17 0,0 0-9 15,-19 4-20-15,19-4-10 0,-9 7-20 0,0 0-8 16,4-2-11-16,-3 5-16 0,1 0-6 0,-2-2-12 16,2 1-5-16,2 1-12 0,3-1 0 15,-2 1-9-15,2-1-6 0,0 1-3 0,2-3-10 16,0-7-12-16,4 15-10 0,-2-5-5 0,2-4-5 0,1-1 0 15,2 0-3-15,-2 0-3 0,4 0-1 0,-3-2-1 16,5 1 0-16,-3-1-3 0,-2-2 7 0,-6-1-5 16,11 2 0-16,-5-1 6 0,-6-1-1 0,8 3 2 15,-8-3 4-15,0 0 2 0,0 0 2 16,9 2 8-16,-9-2 3 0,0 0-3 0,0 0 1 0,0 0-6 16,0 0 3-16,0 0-3 0,0 0 1 15,-25 7 1-15,18-4 2 0,1 3 2 0,-8-1 4 16,5 2 1-16,0 0-1 0,0 0-3 0,0 0-3 0,5 2-3 15,-1-2 5-15,-2 0-4 0,6 0-3 0,-3 2 0 16,4-3-3-16,0-6-6 0,8 16-5 0,-4-11-11 16,7 1-17-16,1-2-25 0,3 1-33 0,4-3-36 15,2-1-39-15,0-2-41 0,1-1-156 0,-2 2-396 16,0-1 176-16</inkml:trace>
  <inkml:trace contextRef="#ctx0" brushRef="#br0" timeOffset="62067.18">26710 4715 154 0,'0'0'197'0,"0"0"-8"0,0 0-3 16,-2-5-6-16,2 5-12 0,0 0-8 0,0 0-12 15,0 0-4-15,0 0-14 0,0 0-8 0,0 0-11 16,0 0-7-16,0 0-13 0,0 0-8 0,0 0-8 16,0 0-10-16,0 0-10 0,0 0-6 0,0 0-5 15,0 0-5-15,0 0-8 0,0 0-1 0,0 0-2 16,21 17-2-16,-15-10-4 0,1 2-2 0,4 1 2 16,-4 0-1-16,6 1-7 0,-1 3 3 0,-3-1-6 15,1-1 2-15,0-2 0 0,-1-1-1 0,-1 0-1 16,-1 0 0-16,3 1-3 0,-2-1 3 0,-1-1-8 15,-1-2 6-15,4 0-4 0,-6 1 2 0,1-2-2 16,-1-1 1-16,0 0-1 0,-4-4 0 16,6 6-2-16,-6-6 2 0,4 6-2 0,-4-6 3 0,5 3 0 15,-5-3 2-15,0 0-4 0,0 0 12 0,0 0-7 16,0 0 1-16,0 0 2 0,0 0 2 0,0 0-5 16,13-11-3-16,-11 4-2 0,5-3-6 0,-3-3-4 15,-1 2-4-15,3-5-8 0,-1-1-21 0,-3 1-29 16,2 3-14-16,-2 2-16 0,1 0-48 0,2-2-31 15,-3 2-37-15,-2-2-139 0,0 13-382 0,2-18 169 16</inkml:trace>
  <inkml:trace contextRef="#ctx0" brushRef="#br0" timeOffset="62664.04">27164 4681 110 0,'0'0'215'0,"0"0"-25"0,0 0-16 0,0 0-9 0,0 0-19 16,0 0-24-16,0 0-9 0,5-10-12 0,-5 10-10 15,13-3-12-15,-13 3-17 0,18-2-25 16,-6-1-17-16,-1 0-31 0,1 2-14 0,-12 1-19 15,21-3-23-15,-12 2-10 0,-9 1-10 0,14-3-3 16,-14 3 3-16,13 0 1 0,-13 0 8 0,0 0 7 16,0 0 12-16,14 0 12 0,-14 0 14 0,0 0 4 15,0 0 3-15,0 0 7 0,0 0 16 0,0 0 12 0,0 0 12 16,0 0 13-16,0 0-8 0,0 0 2 0,0 0-1 16,0 0-5-16,0 0-8 0,0 0 4 15,0 0 20-15,0 0 1 0,0 0 4 0,-6 22-6 16,6-11 1-16,0-11 8 0,-2 22 14 0,2-10-9 15,2 0-5-15,-2 2 0 0,1-3-5 0,2 2-3 16,-1 2-2-16,-2-3-5 0,2 1 0 0,0-1-3 0,2 1-3 16,-3-4-1-16,-1 1-5 0,4-2 0 15,-4-8-2-15,0 14 2 0,0-14-7 0,2 12 1 16,-4-4 2-16,2-8 1 0,0 0 3 0,-2 14-6 16,2-14 4-16,-5 9-8 0,5-9-4 0,-6 6 4 15,6-6-7-15,0 0-7 0,-12 7 4 0,12-7-1 16,-7 2-6-16,7-2 3 0,0 0 3 0,0 0-4 0,-18-1-1 15,18 1-2-15,0 0 2 0,0 0 14 16,-13-5-20-16,13 5 12 0,0 0 0 0,-8-4-2 16,8 4 5-16,0 0 2 0,0 0-4 0,0 0 3 15,0 0-1-15,-10-3-3 0,10 3 1 0,0 0 3 16,0 0-4-16,0 0 11 0,0 0-2 0,0 0-8 16,0 0 1-16,0 0-6 0,35-2-5 0,-35 2-15 15,23 0-21-15,-4-5-21 0,1 0-24 0,0-1-35 16,1 0-106-16,6-2-249 0,0 2 111 0</inkml:trace>
  <inkml:trace contextRef="#ctx0" brushRef="#br0" timeOffset="63049.14">27704 4707 53 0,'-15'5'200'0,"7"-2"-3"16,-1 3-9-16,-2-2-7 0,2 2-16 0,2 0-17 15,-1 0-14-15,2 1-11 0,-1 2-14 0,1-1-11 16,2 0-8-16,1 0-10 0,1-2-8 0,2 3-9 16,0-9-8-16,4 15-12 0,-1-8-9 0,3 0-11 15,-1 0-14-15,4 0-1 0,0-2-7 0,2-2-9 16,0 1 0-16,-1-2-10 0,1 0-4 0,-5 0 7 16,1-1 0-16,-7-1 3 0,11 3 2 0,-11-3 3 15,7 0 2-15,-7 0 6 0,9 0 9 16,-9 0 11-16,0 0 3 0,0 0-4 0,0 0-1 0,0 0 4 15,0 0 2-15,0 0 2 0,-18 11 3 0,6-6 1 16,3-1 0-16,-1 2 6 0,-2 1 2 0,1 1-1 16,-2 1 6-16,1-1-5 0,-1 3 3 0,3-3-6 15,1 2-5-15,1-3 0 0,3 4-5 0,-4-4-3 16,7-1-2-16,2-6-1 0,0 14 0 0,0-9-5 16,0-5-7-16,7 14-8 0,-2-10-8 15,7 1 2-15,2-1-25 0,-1-3-16 0,6 0-26 0,0-2-27 16,0-2-36-16,4 2-29 0,-6 0-27 0,-3-1-130 15,0 0-348-15,-4 0 155 0</inkml:trace>
  <inkml:trace contextRef="#ctx0" brushRef="#br0" timeOffset="66980.66">26802 2477 118 0,'0'0'122'15,"0"0"-8"-15,0 0-6 0,0 0-5 0,0 0-15 16,-4-14 2-16,4 14-6 0,0 0-10 0,0 0-6 15,0 0 3-15,0 0-5 0,0 0 1 0,0 0-4 16,0 0-1-16,0 0-8 0,0 0 3 0,0 0-3 16,0 0-5-16,0 0-6 0,0 0-2 0,0 0 1 15,0 0-4-15,0 0-6 0,0 0-11 0,0 0 2 16,0 0-4-16,0 0-1 0,0 0 0 0,0 0-7 16,-13 14-2-16,13-14 7 0,-8 8-10 0,8-8 3 15,-4 9-4-15,4-9-1 0,-2 9 0 0,2-9-3 16,-2 7 0-16,-1-2 1 0,3-5 6 0,0 0-5 15,0 11 7-15,0-11-8 0,-2 8-2 0,2-8-1 16,0 0-4-16,2 9 0 0,-2-9 3 0,5 6 4 16,-5-6-6-16,0 0 1 0,6 6 3 15,-6-6-5-15,4 2 6 0,-4-2 0 0,6 3 0 16,-6-3 3-16,0 0-4 0,7 2 6 0,-7-2-2 0,0 0-6 16,0 0 14-16,0 0-2 0,8 2 1 0,-8-2-2 15,0 0 5-15,0 0 2 0,0 0 5 16,0 0 1-16,0 0 2 0,0 0 3 0,0 0 4 15,0 0 0-15,0 0-2 0,0 0-8 0,5-8 1 16,-5 8-2-16,0 0-3 0,5-10-2 0,-5 10 1 16,2-7 1-16,-2 7-6 0,0-9-2 0,0 9 1 15,2-9-7-15,-2 9 5 0,0 0-10 0,-2-12 6 16,2 12-1-16,-4-7-6 0,4 7-5 0,-4-6-2 16,4 6 4-16,-6-7-1 0,6 7 0 0,-4-4 2 15,4 4 1-15,-5-4-6 0,5 4 0 0,0 0 2 16,-10-1 2-16,10 1 1 0,0 0-9 0,-17 5 4 15,13-1-2-15,-3 1 7 0,0 3-2 0,0 0-3 16,1-1 0-16,-1 2 5 0,-1-2-4 0,2 0 3 16,-2 2-4-16,5 1 2 0,-1-1 2 0,2-1 0 15,-2 0 2-15,1 1-2 0,0-1 2 0,-1 0-2 16,4-1 3-16,0-7-2 0,2 11 5 0,3-5-3 16,-2-2 3-16,1 2-3 0,0-2-2 0,1 0 4 15,-1-2-1-15,6 1-4 0,-4 0 3 16,1-2 2-16,-7-1 2 0,18 0-1 0,-9 0 3 0,2-1-2 15,-3-1 2-15,2 0-1 0,-3 0 1 0,-1-2-3 16,4 0 0-16,-2-2 2 0,-3 3-1 0,3-2 1 16,-3 2 1-16,2-5-2 0,-2 4-2 15,-1-2 4-15,0 1-3 0,-4 5 6 0,5-10 1 16,-3 3-3-16,-2 0 1 0,2-1 2 0,-2 8-8 16,-2-18 0-16,0 9-4 0,0 1 6 0,-1 2-2 15,-1-2-1-15,0 3 2 0,4 5-1 0,-7-13-1 0,0 9 2 16,0 0-3-16,1 0-1 0,-1 1 0 0,7 3 4 15,-14-4-3-15,8 2-2 0,6 2-2 16,-17 0 2-16,11 4-15 0,-1 1 4 0,-1-1-11 16,1 2-14-16,-3 0-15 0,4 1-21 0,2 0-13 15,1-1-36-15,3 2-145 0,-4 1-291 0,4-9 129 16</inkml:trace>
  <inkml:trace contextRef="#ctx0" brushRef="#br0" timeOffset="67614.89">26468 2414 115 0,'-5'-3'181'0,"5"3"-13"16,-13-1-9-16,4 1-6 0,9 0-5 0,-18 0-8 15,11 1-13-15,-4 1-12 0,2 2-9 0,-2 2-13 16,-1-2-6-16,1 3-13 0,-2 3-3 0,3-2-3 16,2 2-9-16,-1-2-3 0,-3 3-8 0,1 2-1 15,1-5-4-15,2 3-2 0,2-1-8 16,3-3-1-16,-1 2-6 0,0 1-1 0,2 0-5 0,1-5-4 16,1-5 2-16,0 14-7 0,1-5 3 0,5-1 6 15,-2-1 0-15,5 1-1 0,-1-4-2 0,2 2 0 16,-1 0 0-16,1-1 0 0,3-2-3 15,-4 0-4-15,5-2 1 0,-4 2-5 0,3-3-5 16,1 0-4-16,-2 0-11 0,2-2-1 0,-2 1-15 0,0-2-9 16,-3 1-20-16,2-3-16 0,1 1-37 0,-4-1-24 15,1 0-28-15,-2 2-139 0,2-2-328 0,-6 0 145 16</inkml:trace>
  <inkml:trace contextRef="#ctx0" brushRef="#br0" timeOffset="73175.09">28364 7078 104 0,'0'0'180'0,"0"0"-8"0,0 0-9 0,0 0-14 0,0 0-17 15,0 0-10-15,0 0-31 0,0 0-25 0,0 0-40 16,0 0-35-16,0 0-34 0,0 0-37 0,0 0-100 15,6-14-193-15,-6 14 87 0</inkml:trace>
  <inkml:trace contextRef="#ctx0" brushRef="#br0" timeOffset="74235.02">29387 3355 18 0,'0'0'48'0,"0"0"-10"0,0 0-3 15,0 0-3-15,0 0-3 0,0 0 3 0,0 0-6 16,0 0 3-16,0 0-4 0,0 0-5 16,0 0-3-16,0 0 2 0,0 0-10 0,0 0-6 15,0 0-10-15,0 0-6 0,0 0-9 0,0 0-35 16,0 0-61-16,0 0 27 0</inkml:trace>
  <inkml:trace contextRef="#ctx0" brushRef="#br0" timeOffset="74985.75">29665 4002 45 0,'0'0'206'0,"0"0"0"0,0 0-5 0,0 0-7 0,0 0-9 15,0 0-13-15,0 0-13 0,0 0-7 0,0 0-15 16,0 0-12-16,0 0-13 0,0 0-10 0,0 0-13 16,0 0-12-16,17-1-4 0,-17 1-5 0,1 9 8 15,-1-9 19-15,1 27 1 0,1-9 0 0,-6 5-8 16,1 4-3-16,1-1-7 0,-1 0-11 0,1-6-3 16,2-2-9-16,-3 0-4 0,3-1-6 15,-2-1 0-15,-2-1-7 0,4-3-3 0,0 0-2 16,2 0-4-16,0-2-3 0,-2-10-2 0,3 21-6 15,-1-12-17-15,1-1-17 0,-3-8-15 0,2 14-17 16,-2-14-28-16,1 11-23 0,-1-11-21 0,0 0-19 16,4 15-21-16,-4-15-13 0,0 0-21 0,4 10-1 15,-4-10-9-15,0 0-129 0,0 0-359 0,0 0 159 16</inkml:trace>
  <inkml:trace contextRef="#ctx0" brushRef="#br0" timeOffset="75335.25">29709 4020 90 0,'3'-6'147'0,"3"-2"-13"0,-6 8 4 0,14-9-13 16,-5 5 1-16,1-1-4 0,1 0-2 0,2 4-14 16,-3-1-11-16,3 4-6 0,0-2-10 0,-3 3-7 15,4-1-4-15,-5 3-3 0,0 2-1 0,0-1-2 16,-3 3 5-16,1-2 2 0,-2 4 8 0,-4-3 0 15,-1 4 1-15,-2-1-5 0,-1 0 2 0,-2-2-3 16,0 3-3-16,-5 2-4 0,-1-3-6 0,2 0-4 16,-1-2-6-16,0-2 4 0,2 1-9 0,-1-1-1 15,3-2 6-15,0 1-13 0,1 0-5 0,-1-2-5 16,2 1 0-16,4-5-4 0,-10 7-1 0,8-4-4 16,2-3-2-16,-8 5-4 0,8-5-1 0,1 8 0 15,-1-8-5-15,6 9-7 0,-3-5-11 0,4 0-6 16,2 2-12-16,1-3-19 0,3 1-25 0,-2-3-18 15,2 1-14-15,2-2-20 0,1-1-22 0,-1 1-19 16,4-1-2-16,-1-2 3 0,0 2-140 16,-5-3-330-16,1 2 146 0</inkml:trace>
  <inkml:trace contextRef="#ctx0" brushRef="#br0" timeOffset="75595.95">30131 4081 90 0,'0'0'179'0,"7"-5"2"15,-7 5-6-15,5-3-1 0,-5 3-10 0,0 0-12 16,0 0 10-16,0 0 3 0,0 0 12 16,10 12 4-16,-8-6-5 0,-1 4 7 0,-2 1-8 15,1 1-11-15,0 7-5 0,-3-2-6 0,2 1-13 16,-3 0-13-16,3 3-15 0,-2-4-7 0,2 2-6 16,0-4-13-16,1-3-9 0,1-1-10 15,0-1-10-15,0 0-4 0,1 0-5 0,2 0 3 0,1-2-5 16,0 0-2-16,0-3-7 0,5 0-9 0,0-2-6 15,3-2-19-15,0 1-14 0,0-2-17 0,5-3-26 16,3 2-24-16,-3-3-32 0,0-2-36 0,-5 2-40 16,5-4-40-16,-1-1-68 0,0-1-187 0,1 1-519 15,-2-2 230-15</inkml:trace>
  <inkml:trace contextRef="#ctx0" brushRef="#br0" timeOffset="76342.7">29394 3327 42 0,'0'0'121'0,"0"0"-1"0,0 0-7 16,0 0 0-16,0 0-7 0,0 0 2 15,0 0-9-15,0 0-6 0,0 0 11 0,0 0-11 16,0 0 0-16,0 0 5 0,25-2 8 0,-25 2 6 16,15 0 0-16,3-1-8 0,2 1-3 0,12-3-9 15,3 1 3-15,4-4-3 0,19 0-1 0,-1-3-5 16,0 2-5-16,-1 0-9 0,1 2-3 0,1-3-12 16,-3 1-3-16,1-1-6 0,-4 2-1 0,-2-1-32 15,-11 3-2-15,12 2-1 0,-16-2-4 0,2 4 1 16,1-4-2-16,-3-1 0 0,0 1-1 0,3-1 3 15,1-1 0-15,-4 1 0 0,-1-1 0 0,0 1 2 16,-1 1 6-16,-3 0 1 0,-2 0-2 0,-9 2 3 16,2 1 1-16,-2-2 3 0,-8 2-6 0,3 0 0 15,-4-1 0-15,1 4 1 0,-2-4-6 0,-2 1-1 16,-7 1-4-16,13-1 4 0,-5 0-1 0,-8 1-5 16,0 0 6-16,11-2-3 0,-11 2-3 15,0 0-1-15,11 0 0 0,-11 0 0 0,0 0-2 0,10 0 1 16,-10 0 0-16,0 0-3 0,0 0 4 0,9-1 0 15,-9 1-9-15,0 0-20 0,0 0-18 16,0 0-18-16,0 0-17 0,7-1-23 0,-7 1-22 0,0 0-30 16,0 0-26-16,0 0-35 0,0 0-145 0,0 0-390 15,0 0 173-15</inkml:trace>
  <inkml:trace contextRef="#ctx0" brushRef="#br0" timeOffset="76879.6">30852 3134 22 0,'0'0'238'0,"0"0"-12"16,-10-2-7-16,10 2-10 0,0 0-10 0,-9-2-20 16,9 2-12-16,0 0-18 0,0 0-18 0,-10 5-12 15,10-5-8-15,-6 8-6 0,1 1 0 0,1-1-4 16,1 1-10-16,-2 0-9 0,3 1-1 0,-1 2-16 15,0-2-6-15,2 1-3 0,1-1-5 0,3 0-4 16,-2-1-7-16,3 3 2 0,1-4 0 0,1 0 1 16,2-2-4-16,2 2-4 0,2-4 0 15,4 2 1-15,-3-3 4 0,5-1-10 0,-1-1-3 0,2 1-4 16,-5-4-1-16,-1 1-4 0,1-1 1 0,-3-1 1 16,1-1-2-16,0 0 0 0,-1-3-4 15,0-1 1-15,-2 2-5 0,-3-2 4 0,0-1-2 16,-1 0-2-16,-1-1 2 0,-4 0-5 0,1-3 0 15,-1 1-2-15,-1 2-3 0,-3-1 2 0,-1 0 0 16,-2 0-3-16,2 4 3 0,-5-2-7 0,0 1 3 16,1 1-14-16,-1 0-14 0,-2 3-18 0,-2 2-30 15,-3 1-28-15,-3 3-20 0,1 3-33 0,0 4-35 16,-4 4-24-16,1 4-35 0,-1 1-128 0,1 1-409 16,7 1 181-16</inkml:trace>
  <inkml:trace contextRef="#ctx0" brushRef="#br0" timeOffset="77749.17">29443 5187 52 0,'0'0'155'0,"-17"-1"-2"16,10 1 6-16,7 0 3 0,-15 0-3 0,15 0-5 15,-12-1-5-15,7 3-4 0,5-2-7 0,0 0-12 0,-11 2-5 16,11-2-13-16,0 0-6 0,0 0-9 0,0 0 0 16,0 0-3-16,0 0-4 0,0 0-6 0,0 0 1 15,30 10-5-15,-17-10-7 0,4 0-7 16,4 0-7-16,8-4-7 0,3 1-2 0,4 0-4 16,1-3-2-16,1 3-5 0,16-7 0 15,0 3-7-15,-2-1-8 0,2 0 6 0,1 3-9 0,-2-3 1 16,0 1-5-16,1 0 3 0,-1 1 1 0,-3 0-10 15,-10 0 3-15,-2 2-3 0,-1-2-2 0,0 0 3 16,3 3 3-16,-5-1-3 0,0-2 0 0,-3 0 0 16,-1 2 7-16,1 0 2 0,-12 0 5 0,11 0 0 15,-6 1 6-15,-3-2 10 0,0 3-5 0,-5-5 9 16,2 6-5-16,-7-1-3 0,1-1 3 0,-1 0 4 16,2 2 2-16,-4 0-9 0,0-1-2 0,2-1-5 15,-6 2-1-15,4-1 1 0,-2 1-7 0,-8 1 0 16,17 0-4-16,-11 0-4 0,5 0 2 0,0 0-4 15,0 0 2-15,2 0-5 0,-2-2 4 0,3 2-8 16,4 0 2-16,0-1 3 0,-1 1-7 0,1 0-5 16,-1 1-23-16,-4 1-18 0,0-2-21 0,-1-2-27 0,-1 1-29 15,-2 0-33-15,-9 1-29 0,17-1-36 16,-10-3-36-16,-1 3-189 0,-6 1-480 0,0 0 213 16</inkml:trace>
  <inkml:trace contextRef="#ctx0" brushRef="#br0" timeOffset="78116.72">30891 5028 36 0,'0'0'131'0,"0"0"-3"0,1 6-3 0,-1-6-5 16,0 0-4-16,0 0-3 0,14 8-7 0,-9-7-4 15,3-1-3-15,-8 0-4 0,22 0-12 0,-11-2-5 16,8-1-6-16,-1 3-1 0,1-4-5 0,2 3 0 16,-1-4 2-16,2 2 5 0,7-3-5 15,-2-1-2-15,0 4 2 0,-1-4-1 0,-6 4-1 16,-1-1-6-16,-1 0-2 0,1-2-7 0,-2 3-2 0,1 0-7 15,-5 1-2-15,-2 0-2 0,-1 0-2 0,-2 3-5 16,3-2 0-16,-3-1-7 0,-8 2 0 0,9-5-10 16,-9 5-7-16,9-2-19 0,-9 2-19 15,0 0-17-15,0 0-31 0,0 0-35 0,0 0-39 0,10-4-36 16,-10 4-138-16,0 0-355 0,0 0 157 16</inkml:trace>
  <inkml:trace contextRef="#ctx0" brushRef="#br0" timeOffset="78480.59">31431 4888 180 0,'0'0'267'0,"0"0"-5"0,-28 7-2 0,22-3 3 15,-3 2-7-15,1 0-8 0,2-1-21 16,-2 2-24-16,5 3-17 0,-4-2-9 0,2 3-4 15,0 0-12-15,1-1-18 0,0 0-10 0,-1 2-14 16,4-3-5-16,2-2-12 0,0 3-17 0,4 0-19 16,-1-4-7-16,1-1-7 0,3 0-7 0,1-2-6 15,1 0-4-15,0 0-13 0,1-2-1 0,1-1 0 0,-3 0-8 16,-1 0-3-16,2-2-4 0,0 0 7 16,1-1 1-16,-1-1-2 0,-2-2-2 0,-3-1 0 15,1-1-14-15,2 1 7 0,-7-2 4 0,2-1-4 16,-2 0-1-16,-2 2 6 0,-1-2 0 0,1 0-5 0,-2 0-6 15,-2-2-3-15,0 0-8 0,1 3-10 16,-2-3-9-16,-2 3-14 0,0-1-17 0,0 1-17 16,-1 1-15-16,-3 1-30 0,2 0-29 0,-3 2-37 15,1 1-44-15,-1 1-38 0,-6 1-174 0,2-1-485 16,-2 0 215-16</inkml:trace>
  <inkml:trace contextRef="#ctx0" brushRef="#br0" timeOffset="78998.61">30975 4059 293 0,'0'0'301'0,"-1"-9"-13"0,1 9-17 16,0 0-13-16,-1-10-1 0,1 10-18 0,0 0-11 16,0 0-38-16,2-7-6 0,-2 7-17 0,0 0-19 15,0 0-16-15,0 0-14 0,0 0-5 0,0 0-15 16,18 18-26-16,-9-10 21 0,-3 2-18 0,5 2-9 15,-1-1-5-15,0 2-2 0,0-1-11 0,-1-1-3 16,-1-1-8-16,1 0-10 0,-1-1 8 0,0 0-5 16,-2-2-4-16,1-1-2 0,-2 0-3 0,2 0-1 15,-1-1 2-15,-2-1-3 0,-4-4-2 0,8 7 0 16,-6-4-3-16,-2-3-8 0,5 7 5 0,-5-7-1 16,4 4 2-16,-4-4-2 0,0 0-2 0,9 2-1 15,-9-2 5-15,0 0-6 0,14-16 2 0,-9 7 4 16,3 0-10-16,0-1-4 0,1-3-2 0,0-1 2 15,-2-2 1-15,1 0 0 0,-2 1-3 16,-2-1-14-16,3 0 25 0,3-2-21 0,-1 2 0 0,-2-2-1 16,-1 3-2-16,1 1-16 0,-4 4-23 0,2-4-34 15,-3 3-28-15,1 0-36 0,-1 2-28 0,-2 9-26 16,3-12-37-16,-3 7-39 0,0 5-177 16,0 0-498-16,0 0 220 0</inkml:trace>
  <inkml:trace contextRef="#ctx0" brushRef="#br0" timeOffset="79345.35">31387 4095 117 0,'2'7'231'0,"-2"-7"1"0,0 0-7 0,0 0-7 0,0 0-11 15,-4 12-7-15,4-12-1 0,-2 11-7 16,2-5-24-16,0-6-12 0,2 12-12 0,0-5-12 15,-2-7-9-15,7 13 0 0,0-9-14 0,2 2-5 0,-2-1-14 16,6-1-3-16,-3 1 9 0,3-3-20 0,0 0-6 16,-2-1-8-16,1-2-10 0,1 1 0 15,-3-2-2-15,1-2-9 0,0 1-2 0,-4-1-2 16,0 1 4-16,-1 0-3 0,-2-2-2 0,0 0-1 16,1-5-1-16,-3 0-10 0,-2 2-4 0,-2-2-3 15,1 0 1-15,-2 1-4 0,-1-1-12 0,-1 0 21 16,-2 1-19-16,-1-1-7 0,1 1-14 0,0 3-11 15,-3 0-16-15,2 0-25 0,-4 1-21 0,3 3-27 16,-3 0-30-16,0 2-38 0,12 0-48 0,-24 0-57 16,11 2-163-16,13-2-490 0,-15 0 216 0</inkml:trace>
  <inkml:trace contextRef="#ctx0" brushRef="#br0" timeOffset="79616.87">31185 3294 337 0,'-5'-6'311'0,"1"1"-31"0,0 0-30 16,4 5-26-16,-6-9-25 0,6 9-21 0,-2-5-17 15,2 5-18-15,0 0-6 0,0 0-22 0,0 0-7 16,11 21-10-16,-5-8-4 0,5 6-15 0,1 5-11 16,6 1-38-16,-4 1-50 0,-1 2-50 0,-3 1-56 15,0 0-69-15,-1 0-206 0,-8 1-433 0,-2-1 192 16</inkml:trace>
  <inkml:trace contextRef="#ctx0" brushRef="#br0" timeOffset="79897.21">31284 4385 256 0,'0'0'282'0,"0"0"-19"0,0 0-15 0,0 0-14 0,0 0-15 16,12 4-12-16,-12-4-1 0,0 0-13 0,3 16-15 15,-2-7-16-15,1 5-17 0,2 1-14 0,0-1-17 16,1 4-13-16,-1 2-30 0,1 5-46 16,-2-8-50-16,2 2-56 0,-3-2-63 0,3 1-73 0,-5 0-211 15,2-2-464-15,-4 0 205 0</inkml:trace>
  <inkml:trace contextRef="#ctx0" brushRef="#br0" timeOffset="87299.1">28972 2326 30 0,'0'0'104'0,"0"0"-15"16,-6-9-5-16,6 9 7 0,-4-5 3 15,4 5-20-15,0 0 4 0,-3-5-8 0,3 5-15 16,0 0-11-16,0 0 13 0,0 0-24 0,-7-5 2 16,7 5-8-16,0 0-5 0,0 0 3 0,0 0-4 15,0 0-23-15,0 0 10 0,0 0-3 0,0 0-1 16,0 0 1-16,0 0-8 0,0 0-4 0,0 0 11 16,0 0-2-16,0 0 2 0,0 0-10 0,0 0 3 15,0 0 4-15,0 0-1 0,0 0 0 0,0 0-1 16,0 0 1-16,0 0 1 0,0 0 4 0,0 0-6 15,0 0-4-15,0 0 6 0,0 0-5 0,0 0-1 16,0 0-2-16,0 0-3 0,0 0 7 0,0 0 3 16,0 0 3-16,0 0 2 0,0 0 17 0,3 27-2 15,-2-18-3-15,2 6 16 0,0 1 2 0,1 4-3 16,0-1-5-16,1 5-1 0,-2 3-4 16,1-2-2-16,-1 2 17 0,4 4 8 0,-1-4-7 0,-2 1-2 15,-2 1-1-15,2-3-7 0,3 1 6 16,-5 0 6-16,2-1-5 0,0-2 0 0,-2-5-9 0,1 0 4 15,0 0-1-15,-1 0 2 0,2 5-2 0,0-6 1 16,-3 1-6-16,3 0 0 0,-1-1-2 0,0 0-2 16,1 0 2-16,1 0-3 0,-1 0 2 0,0-3-4 15,-1 2-2-15,0 1 3 0,3 0-4 16,-3 0 1-16,0-5-1 0,1 2 0 0,-2-3-2 16,-1-1 3-16,2 1 6 0,-2-1 3 0,1 0-4 15,-1-1-5-15,1 0-3 0,0-2 6 0,-2 0 0 16,0-8-3-16,2 10 2 0,0-4-2 0,-1 0 2 0,-1-6 0 15,1 10 4-15,-1-10-1 0,0 0-1 16,2 9 1-16,-2-9 2 0,0 7-3 0,0-7 6 16,0 0 0-16,0 0-1 0,0 0-1 0,1 10-2 15,-1-10-4-15,0 0 0 0,0 0-4 0,0 0 3 16,0 7-8-16,0-7 0 0,0 0 1 0,0 0 0 16,0 0-1-16,0 0 2 0,0 0-4 0,-1 10-3 15,1-10 3-15,0 0-5 0,0 0 5 0,-2 8-2 16,2-8-1-16,0 0 2 0,0 0-5 0,-1 10 4 15,1-10-6-15,0 0 4 0,-1 8 0 0,1-8 1 16,0 0-3-16,0 9 3 0,0-9 3 0,0 0-5 16,0 0 1-16,0 0-1 0,0 9 3 0,0-9-1 15,0 0-7-15,0 0 5 0,0 9 1 0,0-9-3 16,0 0 1-16,-2 7-1 0,2-7 6 0,0 0-4 16,0 0 2-16,3 7 4 0,-3-7-11 0,0 0 5 15,0 0-5-15,1 8 6 0,-1-8-2 0,0 0 3 16,0 0-2-16,2 7 0 0,-2-7-2 0,0 0 0 15,0 0-1-15,0 0 4 0,0 0-2 0,1 9-1 16,-1-9 2-16,0 0 0 0,0 0 0 0,0 0 0 16,0 0-2-16,0 0 1 0,0 0-4 15,1 7 6-15,-1-7-1 0,0 0 3 0,0 0-3 0,0 0 0 16,0 0-2-16,0 0 6 0,0 0-5 0,0 0 0 16,0 0-2-16,0 0 2 0,0 0 1 15,0 0-2-15,0 0-1 0,0 0 4 0,0 0-5 16,0 0 5-16,0 0-1 0,0 0 0 0,1 7-3 15,-1-7 4-15,0 0-6 0,0 0 4 0,0 0 0 16,0 0 2-16,0 0-4 0,0 0 2 0,0 0 0 16,3 8-2-16,-3-8 5 0,0 0-4 0,0 0 2 15,0 7 0-15,0-7-2 0,0 0 3 0,0 0-2 0,0 0 1 16,0 0-1-16,0 0-1 0,0 0 0 16,0 0 1-16,0 0 0 0,0 0 1 0,0 0 1 15,0 0-3-15,0 0 2 0,0 10 0 0,0-10-2 16,0 0 3-16,0 0-3 0,2 6-1 0,-2-6 5 15,0 0-6-15,3 5 4 0,-3-5 0 0,0 0-2 16,0 0 1-16,2 9-1 0,-2-9 2 0,2 6-1 16,-2-6 0-16,0 0 0 0,0 0 1 0,2 9-4 0,-2-9 3 15,0 0-3-15,4 4 3 0,-4-4-2 16,0 0 0-16,3 6 3 0,-3-6-1 0,0 0 0 16,0 0-2-16,0 0 3 0,0 0-5 0,0 0 6 15,5 4-2-15,-5-4 0 0,0 0 0 0,0 0-3 16,0 0 1-16,0 0 2 0,0 0 2 0,0 0-7 15,0 0 5-15,0 0-3 0,0 0 3 0,0 0 4 16,0 0-2-16,0 0 7 0,0 0-7 16,0 0 0-16,0 0 1 0,0 0 2 0,0 0 5 15,0 0-7-15,0 0 1 0,0 0 1 0,0 0 0 0,0 0 2 16,0 0-1-16,0 0-3 0,0 0 2 0,0 0-1 16,0 0 0-16,0 0 0 0,0 0 2 0,0 0 2 15,0 0 1-15,0 0 2 0,0 0 0 0,0 0-1 16,0 0 0-16,0 0-7 0,0 0 3 0,0 0 0 15,0 0-1-15,0 0 0 0,0 0-1 0,0 0-1 16,0 0 1-16,0 0-3 0,0 0 1 16,0 0 1-16,0 0 1 0,0-20-2 0,0 20 2 15,0 0-2-15,0 0 0 0,0 0-2 0,0 0 3 16,0 0 4-16,0 0-6 0,0 0 0 0,0 0 1 0,0 0 0 16,0 0-3-16,0 0 3 0,0 0-2 15,0 0 3-15,0 0-1 0,0 0-3 0,0 0 3 16,0 0 0-16,-3-11-2 0,3 11-1 0,0 0-2 15,0 0 6-15,0 0-1 0,0 0-2 0,0 0 0 16,0 0-1-16,0 0 2 0,-4-7 4 0,4 7-8 16,0 0 3-16,0 0 0 0,0 0 0 0,0 0-1 15,0 0-1-15,0 0 3 0,0 0-1 0,0 0 0 16,0 0 0-16,0 0-3 0,0 0 0 0,0 0 0 16,0 0 0-16,0 0-2 0,-2-6-1 0,2 6-3 15,0 0 2-15,0 0-2 0,0 0-6 0,0 0 1 16,0 0 0-16,0 0-1 0,0 0 0 0,0 0-5 15,0 0-3-15,5-8-3 0,-5 8-4 0,8-4-4 16,2 1 1-16,0-3 3 0,4 3 2 0,3-3 5 16,2 2 0-16,0-2 0 0,3 1-4 0,-1 0 0 15,6-1 1-15,-6 2 6 0,7-3-2 0,-1 1 3 16,0 1 0-16,1-2 7 0,-2 0 0 0,3-1 1 16,-1 0-11-16,-1 4-6 0,2-2-16 15,-7 1-15-15,-3 1-10 0,-1 0-13 0,0 1-5 16,-2-1-11-16,-2 1-17 0,-1-1-21 0,-1 2-16 0,-2 1-92 15,-10 1-264-15,15-4 117 0</inkml:trace>
  <inkml:trace contextRef="#ctx0" brushRef="#br0" timeOffset="93155.62">29209 3378 43 0,'0'0'133'0,"0"0"8"0,0 0 5 0,-1-5-2 16,1 5-8-16,0 0-14 0,0 0-6 0,0 0-6 16,0 0-5-16,0 0-6 0,0 0-4 0,0 0-4 15,0 0-5-15,0 0-2 0,0 0-3 0,0 0-11 16,0 0-2-16,0 0-6 0,0 0-9 0,0 0-3 16,0 0-5-16,0 0-5 0,0 0-3 0,0 0-5 15,0 0-6-15,0 0-3 0,0 0-1 16,0 0-7-16,0 0 1 0,-1-8-4 0,1 8-15 0,0 0-8 15,0 0-11-15,0 0-8 0,0 0-4 0,0 0-7 16,0 0-1-16,0 0 0 0,0 0 7 0,0 0-2 16,0 0 5-16,0 0 5 0,0 0-5 0,0 0 11 15,0 0 0-15,0 0 3 0,0 0 3 16,0 0-1-16,0 0 5 0,0 0-3 0,0 0 8 16,0 0 2-16,0 0 1 0,0 0 4 0,0 0 7 15,0 0 1-15,0 0 3 0,0 0 0 0,0 0 9 16,0 0-6-16,0 0 2 0,0 0-2 0,-13 1 7 0,13-1-8 15,0 0 6-15,0 0 8 0,0 0-12 16,0 0-8-16,0 0 4 0,0 0-8 0,0 0-7 16,0 0 0-16,0 0 2 0,0 0 4 0,-2 14-6 15,1-5 0-15,0 3 6 0,-1 2 2 0,0 1-1 16,2 2 1-16,0 2-2 0,0-4-1 0,0-3 3 16,0 5-1-16,2 0-2 0,-2 1 7 0,0-7 2 15,2 5 0-15,-2 1 6 0,-2-1 3 0,2-1-3 16,0-3 4-16,3-1-8 0,-3-11-3 0,0 18 0 15,0-7 3-15,0-11 1 0,0 13-4 0,0-13 3 16,-3 13-8-16,3-13 4 0,0 11 3 0,0-11 8 16,0 0-9-16,0 12-4 0,0-12 5 0,0 0 3 15,0 0 8-15,3 11 5 0,-3-11 4 0,0 0 5 16,1 3 3-16,-1-3 6 0,0 0 3 0,0 0 3 16,0 0-1-16,0 0 0 0,0 0-2 0,0 0-2 15,0 0-4-15,0 0-3 0,0 0-7 0,0 0 1 16,0 0-1-16,0 0-10 0,0 0 0 0,0 0-4 15,0 0-4-15,0 0-2 0,0 0-4 0,7 4-6 16,-7-4 4-16,0 0 0 0,0 0-4 0,14 2 4 16,-14-2-4-16,10 1-2 0,-10-1 0 0,13 3 2 15,-13-3-4-15,13 1 2 0,-13-1 2 0,11 4-4 16,-11-4-4-16,12 2 6 0,-12-2 0 0,12 4-3 16,-12-4 4-16,12 6-4 0,-12-6-4 0,10 6 2 15,-10-6 2-15,8 7-1 0,-3-4-1 0,-5-3 2 16,8 9-2-16,-8-9 1 0,6 8 4 0,-6-8-3 15,6 9 0-15,-6-9 4 0,4 11-3 0,-3-3 1 16,-1-8-1-16,0 13-1 0,0-13 1 0,-1 17-3 16,-1-6 5-16,-1-2-3 0,-2 2 3 0,1-2-1 15,0 1 3-15,0 0-3 0,-1 1 4 16,0-3-3-16,1 2 0 0,-1-2-3 0,4-1 7 16,-1 2-5-16,0-1 1 0,0-2 0 0,2-6-1 0,-3 15-1 15,2-8 2-15,1-7-2 0,-1 13 0 16,2-7 1-16,-1-6 0 0,0 12-3 0,4-7 2 0,-4-5 1 15,1 12-2-15,0-6-1 0,2-2-7 16,-3-4-4-16,6 10 3 0,-3-5-2 0,-1-1 0 16,-2-4 1-16,7 9 2 0,-5-4-1 0,-2-5 2 15,3 7 2-15,-1-2 2 0,-2-5-3 0,2 9 4 16,-2-9-3-16,2 7 4 0,-2-7-1 0,-1 12-1 0,1-12 0 16,-3 13 5-16,2-6-1 0,0 2 2 15,-2-1-3-15,1-1 3 0,-1-1 3 0,0 0-4 16,1 5 0-16,-2-3 1 0,-1 1-1 0,1-2-2 15,2-1-1-15,-1 0 1 0,3-6 1 0,-2 13 2 16,-1-6-5-16,3 0 4 0,0-7-7 0,0 0-7 16,4 19-7-16,0-14-5 0,-4-5 2 0,6 14 1 15,-1-10 2-15,-5-4 1 0,8 12 1 0,-6-6 5 16,-2-6-2-16,9 11 0 0,-5-6 0 0,-4-5 4 16,8 11 2-16,-8-11 3 0,6 10-2 0,-3-1 4 15,-3-9-2-15,0 13-3 0,0-13 4 0,0 13 1 16,0-13 2-16,-5 17-2 0,2-8 2 0,-3 1-1 15,2-1 2-15,0-1-3 0,0 1 1 0,4-9-1 16,-4 16 5-16,2-8-4 0,-1 0 2 0,3-8-4 16,0 19-2-16,0-19-9 0,1 19-6 0,2-8-2 15,1 0 0-15,1 0 2 0,-5-11-7 0,11 15 3 16,-3-5-3-16,-1-2 7 0,0 1 4 0,2-1-3 16,0 3 4-16,-2-1-1 0,2-1 10 0,-2 2-5 15,2-2 0-15,-3 0 3 0,1 0-3 16,-1 1 5-16,1 0 0 0,-2 1 3 0,-1 1 2 0,-1 0 6 15,-1 0 1-15,-1-1 5 0,-2 5 1 0,1 1-1 16,0-1 10-16,-2-1-2 0,-1 1 1 16,-3-1-2-16,1 2 3 0,3-2-3 0,-3-2-3 15,1 2 1-15,1-2-5 0,2 4 1 0,0-1-3 0,1 1 6 16,-2-2-4-16,0-2-3 0,2-1 1 0,1 5-1 16,0-2-1-16,1-2 2 0,-1 1-5 15,2-2 4-15,1 1 1 0,-2-3-2 0,3 1 4 16,0 1 1-16,-1-2 4 0,-4-10-1 0,6 18 2 15,-3-11 0-15,-3-7-3 0,6 12 3 0,-6-12-4 16,8 9 1-16,-8-9-1 0,0 0-2 0,5 12 0 16,-5-12-4-16,0 0 3 0,0 0 1 0,3 11-7 15,-3-11 3-15,0 0 2 0,0 0-1 0,4 10-1 16,-4-10 1-16,0 0-3 0,0 0 1 0,0 0-4 16,0 0-12-16,0 0-23 0,0 0-18 0,0 14-22 15,0-14-26-15,0 0-40 0,0 0-45 0,-6 16-151 16,6-16-364-16,0 0 162 0</inkml:trace>
  <inkml:trace contextRef="#ctx0" brushRef="#br0" timeOffset="93361.07">29353 5269 224 0,'0'0'226'0,"0"0"-15"0,0 0-22 0,0 0-17 16,0 0-23-16,0 0-20 0,0 0-26 0,0 0-30 15,31-19-44-15,-31 19-56 0,36-9-61 0,-18 6-144 16,-5 0-251-16,4-3 111 0</inkml:trace>
  <inkml:trace contextRef="#ctx0" brushRef="#br0" timeOffset="95068.74">29436 5292 93 0,'0'0'112'16,"0"0"-12"-16,0 0 3 0,-1-13-5 0,1 13-6 15,-2-5-1-15,2 5-3 0,-2-8-8 0,2 8 0 16,-5-9-2-16,5 9 4 0,-1-7-2 0,1 7-1 16,0 0 3-16,-4-10 1 0,4 10 5 0,-2-6-2 15,2 6-5-15,0 0 3 0,-3-7-2 0,3 7-1 16,0 0-3-16,-3-7 0 0,3 7-3 0,0 0-3 16,0 0-3-16,0 0-5 0,0 0-5 0,-1-7-6 15,1 7-6-15,0 0-7 0,0 0-5 0,0 0-6 16,0 0-8-16,0 0-6 0,0 0-3 0,0 0-4 15,0 0 4-15,0 0-2 0,-5 19-2 16,2-9 3-16,2 2-5 0,0 4 3 0,-2 3 2 0,1 6 3 16,2 2 3-16,-3 2-1 0,1 2-1 0,1-3-2 15,1 6 3-15,1 12 0 0,0-12-1 0,0 1-3 16,-1 1 1-16,0 10 1 0,3-11-3 0,-3-1 7 16,1 1 3-16,0-2-2 0,1-3 2 0,0-3-3 15,-1 1-1-15,1-4-3 0,2-5 1 0,-3 1 0 16,1-2 4-16,-2-2-2 0,2 1 0 0,0-2-3 15,0-1 0-15,-2-2-1 0,1 0 2 16,2-1-3-16,-2-1-10 0,1 0 15 0,1 1 0 16,-3-3-2-16,0-1 3 0,0-7-3 0,1 12-1 0,-1-12 3 15,0 10-3-15,0-10 0 0,0 0 2 0,0 9-4 16,0-9 8-16,0 0-9 0,3 7-2 0,-3-7 4 16,0 0-4-16,0 0-4 0,0 7 2 0,0-7-10 15,0 0-23-15,1 6-27 0,-1-6-22 16,0 0-28-16,0 0-26 0,-10 15-33 0,10-15-40 15,-7 7-23-15,2-1-186 0,5-6-444 0,-11 8 196 0</inkml:trace>
  <inkml:trace contextRef="#ctx0" brushRef="#br0" timeOffset="95419.76">29118 6178 59 0,'-15'-3'219'0,"6"1"-10"0,9 2 3 0,-15-1-3 16,10-2-2-16,5 3-16 0,0 0-16 0,-15-2-13 16,15 2-18-16,-7-1-14 0,7 1-15 0,0 0-12 15,0 0-19-15,0 0-7 0,0 0-7 0,0 0-12 0,0 0-1 16,39-2-7-16,-9-2 0 0,7 1-10 0,12-3-6 15,3-3 0-15,-12 7-5 0,-2-6-2 16,0 0-1-16,0 3-4 0,0 1-2 0,1-3-3 16,-2 3-3-16,-2-1-1 0,1-1 2 0,-3 0-2 15,1 2-2-15,-2 0-2 0,-4 0 0 0,-1-1-1 16,-7 2-2-16,1 0 0 0,-1 2-6 0,-2-3-8 16,-1 2-17-16,-4 1-17 0,-3 0-19 0,2 0-23 15,-12 1-33-15,17-3-23 0,-17 3-20 0,13 2-3 16,-13-2-22-16,10 3-141 0,-10-3-351 0,0 0 156 15</inkml:trace>
  <inkml:trace contextRef="#ctx0" brushRef="#br0" timeOffset="95779.24">29403 6359 171 0,'-10'2'227'0,"10"-2"-8"15,-8 2-6-15,8-2-4 0,0 0-8 0,0 0-7 16,-5 4-15-16,5-4-10 0,0 0-15 0,0 0-3 16,0 0-24-16,0 0-10 0,0 0-8 0,0 0-13 15,0 0-14-15,0 0-8 0,0 0-3 0,0 0-3 16,0 0-6-16,0 0-6 0,35-10-4 0,-20 8-6 15,0-2-4-15,4 0-3 0,1 1-9 0,1 0 1 16,1 0-5-16,-1-1 2 0,7-2-10 0,-1 3 3 16,-4-1-2-16,5 1-5 0,1-1 1 0,-1 1-2 15,-7 0 0-15,0 0-1 0,0 4-8 0,-4-4-17 16,-5 3-10-16,0-1-11 0,-1 1-15 0,-2-1-19 16,-9 1-20-16,0 0-22 0,21-1-29 15,-21 1-30-15,0 0-22 0,15 0-27 0,-15 0-161 0,5 1-410 16,-5-1 182-16</inkml:trace>
  <inkml:trace contextRef="#ctx0" brushRef="#br0" timeOffset="96612.9">29481 6579 72 0,'0'0'100'15,"0"0"-11"-15,0 0 1 0,0 0-19 0,0 0-4 16,0 0-16-16,-7-5 9 0,7 5-8 0,0 0-13 16,0 0 0-16,0 0-6 0,-11-4 0 0,11 4-6 15,0 0 3-15,0 0-1 0,-16 0 1 0,16 0-5 16,0 0-11-16,-18 3 6 0,6-2-9 0,12-1 1 16,-20 0-2-16,8 0-2 0,2 2 9 0,10-2 12 15,-23 1 4-15,13 1 4 0,-3-1 11 0,13-1 1 16,-23 2 12-16,10-2-1 0,2 0-3 0,-1 2 15 15,5-3-5-15,-4 1 0 0,11 0-2 16,-14 1-1-16,14-1-6 0,-11 0-4 0,11 0-3 0,-8 2 1 16,8-2 2-16,0 0-4 0,-11-2 4 0,11 2 0 15,0 0-3-15,0 0 2 0,0 0 1 0,-11 0-1 16,11 0-5-16,0 0-5 0,0 0-1 0,0 0-8 16,0 0-4-16,0 0-4 0,0 0-3 15,0 0 0-15,31-2-1 0,-12 0-4 0,2-1-5 0,8 0-1 16,2-2 0-16,2-1-2 0,-2 0-1 0,2 1-2 15,5 0 3-15,1-1-6 0,-4-1 1 0,3 0-5 16,-3-1-8-16,1 3-9 0,-3-1-8 0,2 0-10 16,-3 1-18-16,-4 1-14 0,0-1-25 0,-9 3-20 15,-1-2-20-15,-1 1-22 0,-3 3-24 0,-4-1-138 16,-4-1-342-16,-6 2 152 0</inkml:trace>
  <inkml:trace contextRef="#ctx0" brushRef="#br0" timeOffset="96914.08">29499 6656 25 0,'0'0'186'0,"0"0"-2"15,0 0 0-15,-5 3-10 0,5-3-10 0,0 0-6 16,0 0-9-16,0 0-7 0,0 0-2 0,0 0-6 16,0 0-9-16,0 0 0 0,0 0-11 0,0 0-10 0,0 0-13 15,0 0-7-15,0 0-9 0,0 0-6 0,0 0-7 16,24-5-9-16,-10 1-5 0,3 0-6 16,-3 1-14-16,-1 1-13 0,5-2-19 0,1 1-25 15,-1 1-30-15,-4-2-37 0,0 1-32 0,-3 3-46 16,2-2-35-16,-13 2-121 0,18-1-357 0,-18 1 158 15</inkml:trace>
  <inkml:trace contextRef="#ctx0" brushRef="#br0" timeOffset="97479.79">29650 6682 163 0,'0'0'247'0,"0"0"-7"16,0 0-3-16,4-6-7 0,-4 6-16 0,0 0-11 15,0 0-20-15,0 0-17 0,0 0-14 16,0 0-18-16,0 0-20 0,0 0-18 0,0 0 2 0,0 0-12 15,0 0-10-15,0 0-7 0,10 19 2 0,-6-10 2 16,0 1-9-16,1-1 0 0,-2 3 5 0,1 3-1 16,0-1-1-16,1 0-3 0,1 1-12 0,1 1 0 15,-2-2-2-15,-1 3 9 0,0-1-17 16,-2-2-1-16,2 4 9 0,-1-6 7 0,1 6 5 0,-3-4-14 16,0-2-2-16,3 4 1 0,-4-6-8 0,1 1-6 15,1-2 4-15,-2-9-6 0,-3 20-7 0,4-12 1 16,-1-8-5-16,2 13 2 0,-2-13-5 0,-3 11-10 15,3-11-29-15,1 11-32 0,-1-11-40 0,0 0-36 16,0 0-34-16,0 0-43 0,0 0-22 0,2 15-43 16,-2-15-218-16,0 0-531 0,0 0 236 0</inkml:trace>
  <inkml:trace contextRef="#ctx0" brushRef="#br0" timeOffset="98135.14">28527 7174 117 0,'0'0'179'0,"0"0"-8"0,0 0-8 16,0 0-12-16,0 0-12 0,0 0-9 0,0 0-17 16,0 0-6-16,0 0-15 0,0 0-7 0,0 0-9 15,0 0-7-15,0 0-3 0,0 0-4 0,0 0-6 16,0 0-4-16,0 0-2 0,0 0-2 0,0 0 1 16,0 0-8-16,0 0-2 0,0 0-3 0,0 0-6 15,0 0-2-15,0 0 3 0,0 0-2 0,29 0-4 16,-18-1-1-16,2-2-1 0,8-2 1 0,-1 1-7 15,8 0 6-15,0 0-3 0,3-2-2 0,5-1 1 16,2 1-1-16,13-6 6 0,0 4-5 0,4 0-2 16,-1 1 1-16,4-5 0 0,2 3-2 0,0 1-1 15,2 3-2-15,2-3 5 0,-2 1 0 0,0 2-1 16,-3 2-1-16,4-1 2 0,-7 1-2 0,0 2 0 16,-6-2-4-16,2 3 3 0,-15 0-1 0,4-3-3 15,-2 3 3-15,13 3-1 0,-16-3-3 0,1 0 6 16,-1 0 6-16,-2 0 5 0,-2 0 0 0,-2 0 1 15,-2-3-1-15,-9 2 4 0,-1 1-4 0,-4 0-1 16,-4-2 3-16,1 4 1 0,-3-4-3 0,-8 2 3 16,14 0-8-16,-8 0 1 0,-6 0-2 0,9-3 4 15,-9 3-9-15,0 0-3 0,0 0-18 0,9-3-27 0,-9 3-37 16,0 0-60-16,0 0-75 0,6-4-64 16,-6 4-154-16,0 0-456 0,0 0 202 0</inkml:trace>
  <inkml:trace contextRef="#ctx0" brushRef="#br0" timeOffset="99446.04">28245 7119 157 0,'-7'-2'143'16,"7"2"-2"-16,0 0-8 0,0 0-10 0,-4-6-6 0,4 6-5 15,0 0 3-15,0 0-3 0,0 0-7 16,0 0-4-16,0 0-4 0,-4-5-12 0,4 5-2 15,0 0-7-15,0 0-5 0,0 0-9 0,0 0-2 0,0 0-7 16,0 0-5-16,0 0-1 0,21-1-2 0,-9 1-6 16,1-2 0-16,6 1 6 0,9-2-4 0,4 1-1 15,1-2 1-15,3 1-4 0,4-1 0 0,17-3-3 16,-1 1-4-16,5-2-2 0,1 0-1 16,-6-2-1-16,5 3-8 0,4 1-1 0,25-4-1 0,-35 0 2 15,4 7-5-15,1-2 0 0,-1 0-6 16,0 5-17-16,-4-2-24 0,-2 2-32 0,-14-2-41 0,12-2-40 15,-14 3-33-15,-2 1-172 0,-1 0-380 0,1-2 168 16</inkml:trace>
  <inkml:trace contextRef="#ctx0" brushRef="#br0" timeOffset="100248.26">29903 5793 140 0,'0'0'158'0,"0"0"-17"0,0 0-9 15,-7-4-3-15,7 4-6 0,0 0 3 0,0 0-7 16,0 0 1-16,0 0-2 0,0 0-9 0,0 0-2 16,0 0-9-16,0 0-6 0,0 0-5 0,0 0-3 15,0 0-4-15,0 0-2 0,0 0-3 0,0 0-4 16,0 0-9-16,0 0-3 0,0 0-8 0,0 0-4 15,0 0-9-15,0 0-3 0,0 0-1 0,0 0-6 16,0 0 0-16,34 0-6 0,-21-2-9 16,2 1-19-16,-2-2-15 0,6 3-32 0,-4-1-30 0,0-1-31 15,1 0-26-15,-2 1-26 0,-1-2-14 0,-2 3-128 16,-3-1-331-16,1 0 146 0</inkml:trace>
  <inkml:trace contextRef="#ctx0" brushRef="#br0" timeOffset="100461.92">30041 5684 169 0,'0'0'201'0,"0"0"-22"0,0 0-16 16,-8-2-16-16,8 2-15 0,0 0-14 0,0 0-13 15,0 0-9-15,0 0-13 0,-1 14-8 0,1-14-3 16,1 17-8-16,1-5-4 0,0 6-4 0,1 0-8 15,3 7-2-15,0-2-23 0,0 5-36 0,-3-4-43 16,4 3-31-16,-3 0-37 0,-1 1-136 0,-3-1-281 16,3 2 125-16</inkml:trace>
  <inkml:trace contextRef="#ctx0" brushRef="#br0" timeOffset="101570.09">30272 7031 40 0,'0'0'39'0,"0"0"2"16,-11-4-1-16,11 4-3 0,0 0 4 0,-12-2-3 15,12 2 6-15,0 0 2 0,0 0-4 0,-13-6 5 16,13 6-19-16,0 0 9 0,-10-4-11 0,10 4 7 16,0 0-21-16,0 0 11 0,0 0-7 0,-11-2-1 15,11 2 7-15,0 0 10 0,0 0-5 0,0 0 0 16,0 0 13-16,-11-2-6 0,11 2 4 0,0 0 9 16,0 0-12-16,0 0 4 0,0 0-3 0,0 0 0 15,-12-2-10-15,12 2 2 0,0 0-3 0,0 0-3 16,0 0 1-16,0 0-9 0,0 0-5 0,-12-3 2 15,12 3-4-15,0 0 7 0,0 0-10 0,0 0 4 16,0 0 8-16,0 0-11 0,0 0 4 0,0 0-12 16,-13 0-8-16,13 0-5 0,0 0 5 0,0 0-11 15,0 0-5-15,0 0-1 0,0 0 1 0,0 0-1 16,0 0-11-16,0 0 1 0,0 0-5 0,0 0 2 16,0 0 7-16,0 0-8 0,0 0-2 0,0 0-4 15,0 0 1-15,-11 5 1 0,11-5 10 0,0 0 0 16,0 0-1-16,0 0 6 0,-8 4-8 0,8-4 4 15,0 0-2-15,0 0-4 0,0 0-25 0,0 0-71 16,0 0 32-16</inkml:trace>
  <inkml:trace contextRef="#ctx0" brushRef="#br0" timeOffset="107547.09">23692 6354 17 0,'0'0'39'0,"0"0"-3"0,0 0-5 0,0 0-5 15,0 0-4-15,0 0-8 0,0 0-5 16,-1-10-12-16,1 10-14 0,0 0-12 0,0 0-32 0,0 0 14 15</inkml:trace>
  <inkml:trace contextRef="#ctx0" brushRef="#br0" timeOffset="107877.09">23755 6824 30 0,'0'0'37'0,"0"0"-15"0,0 0-15 0,0 0-23 16,0 0-18-16,0 0 8 0</inkml:trace>
  <inkml:trace contextRef="#ctx0" brushRef="#br0" timeOffset="109897.71">29541 6116 24 0,'0'0'14'0,"0"0"-21"0,0 0-7 0,0 0 4 0</inkml:trace>
  <inkml:trace contextRef="#ctx0" brushRef="#br0" timeOffset="112221.03">30141 6652 1 0,'0'0'17'0,"-3"9"-8"0,3-9 3 0,0 0-1 16,0 0-5-16,0 0 5 0,3 8-5 0,-3-8 0 16,0 0-4-16,0 0-3 0,-3 9-6 0,3-9-6 15,0 0-12-15,-1 7 5 0</inkml:trace>
  <inkml:trace contextRef="#ctx0" brushRef="#br0" timeOffset="112864.11">30119 6728 91 0,'0'0'94'0,"0"0"-6"0,0 0-2 0,0 0-2 15,0 0-11-15,-5 1 10 0,5-1-8 0,0 0-2 16,0 0 2-16,0 0-8 0,0 0 11 0,0 0-15 16,0 0 2-16,0 0-3 0,0 0 3 0,0 0-5 15,0 0-2-15,0 0-3 0,0 0 1 0,0 0-8 16,0 0-5-16,0 0 1 0,0 0-6 0,0 0 0 16,0 0-3-16,0 0-1 0,0 0-1 0,0 0-5 15,0 0-2-15,0 0 0 0,0 0-5 0,0 0 1 16,25-1-4-16,-25 1-4 0,13 0 4 0,-13 0-4 15,18 0-2-15,-12 0-2 0,1 0 4 0,-7 0-5 16,16 0 5-16,-8 0-5 0,-8 0 1 0,12 0-3 16,-12 0 4-16,12 0-5 0,-12 0 5 0,9-1-10 15,-9 1 9-15,8-2-4 0,-8 2 2 0,0 0 0 16,11 0-2-16,-11 0-3 0,0 0 1 0,0 0-1 16,0 0 1-16,9 0-1 0,-9 0 2 0,0 0-5 15,0 0 6-15,0 0-3 0,0 0 0 0,0 0 1 16,0 0 0-16,0 0-6 0,7 3 7 0,-7-3-4 15,0 0 4-15,0 0-4 0,0 0 2 0,0 0 1 16,0 0 4-16,0 0 1 0,0 0-1 0,0 0-2 16,0 0 2-16,0 0-5 0,0 0 3 0,0 0-2 15,0 0 0-15,0 0-2 0,-32-3-6 0,23 3 7 16,-2 2 2-16,-1-4-6 0,2 2 6 0,-3 0-3 16,3 3 1-16,-1-3 0 0,1-1-4 0,0-1 0 15,1 4 2-15,9-2-1 0,-17-2 3 0,17 2-1 16,-11 0-2-16,11 0-1 0,-10 2 3 0,10-2-5 15,0 0 1-15,-8 0-8 0,8 0-11 0,0 0-5 16,0 0-2-16,0 0 5 0,0 0 2 0,0 0-8 16,0 0-7-16,31 0-2 0,-12 0-15 0,-1-2-15 15,4 0-25-15,6 1-15 0,-2-2-9 0,1 0-32 16,-10 3-87-16,-3-1-256 0,-2 0 113 0</inkml:trace>
  <inkml:trace contextRef="#ctx0" brushRef="#br0" timeOffset="124604.74">29656 6106 22 0,'4'-4'27'0,"-4"4"-6"16,5-7-22-16,-5 7-4 0,7-6 4 0,-7 6-10 15,8-7 11-15,-4 4-9 0,2-1-10 0,-1-1 5 16</inkml:trace>
  <inkml:trace contextRef="#ctx0" brushRef="#br0" timeOffset="127396.33">27815 2371 30 0,'0'0'145'0,"0"0"3"0,-4-7-10 0,4 7-5 16,0 0-8-16,0 0-9 0,-4-5-11 0,4 5-10 16,0 0-6-16,0 0-13 0,-3-6-4 15,3 6-13-15,0 0-10 0,0 0-5 0,0 0-13 16,0 0 2-16,0 0 0 0,-20 16-1 0,14-10 3 0,-3 4-5 16,-5 3-2-16,-2 0-2 0,-4 6 3 0,1-3-4 15,2-2-4-15,1-1 1 0,3 1 2 16,-3-2-13-16,2 2 5 0,1-3 2 0,-1 0-6 0,4-1-1 15,0-3-3-15,4 1 3 0,-3 1-8 16,2-3 6-16,3 0-8 0,-1 0 6 0,3-1-4 16,2-5-1-16,-5 8 1 0,5-8-2 0,0 7 1 15,0-7-15-15,4 10 0 0,2-7-11 0,4 4-12 16,6-1-23-16,4-2-18 0,9 1-30 0,-1 0-6 16,3 0-17-16,0 0-94 0,-2 0-242 0,-1 2 108 15</inkml:trace>
  <inkml:trace contextRef="#ctx0" brushRef="#br0" timeOffset="128496.05">27714 2904 16 0,'0'0'60'0,"0"0"-4"0,0 0-8 16,0 0 6-16,0 0-4 0,0 0 4 0,0 0-6 15,0 0 3-15,0 0 1 0,0 0-7 0,0 0-8 16,0 0-5-16,0 0 10 0,0 0-6 0,0 0 1 16,0 0-9-16,0 0-2 0,0 0-4 0,0 0 0 15,0 0-3-15,0 0 2 0,0 0-5 0,0 0-1 16,0 0 6-16,0 0-10 0,0 0 10 0,0 0-17 16,0 0-5-16,0 0 5 0,0 0 6 0,0 0-2 15,0 0-6-15,0 0 1 0,0 0-4 0,0 0-6 16,0 0 8-16,0 0 1 0,0 0-8 0,0 0 21 15,0 0-16-15,0 0 7 0,0 0-9 0,0 0-5 16,0 0 4-16,0 0-9 0,0 0 16 0,0 0-4 16,0 0-6-16,0 0 3 0,0 0-6 0,0 0 4 15,0 0-3-15,0 0 1 0,0 0 1 0,0 0 2 16,0 0 0-16,0 0 4 0,0 0-8 0,0 0-1 16,0 0 13-16,0 0-9 0,0 0 7 15,0 0-8-15,0 0 0 0,0 0 10 0,0 0-7 16,0 0 7-16,0 0-2 0,0 0 1 0,0 0-3 15,0 0-1-15,0 0 3 0,0 0-4 0,0 0 3 16,0 0 4-16,0 0 6 0,0 0-8 0,0 0 1 16,0 0 0-16,0 0-5 0,0 0-3 0,0 0 9 15,0 0-9-15,0 0 2 0,0 0 7 0,0 0-11 16,0 0 13-16,0 0-12 0,0 0 6 0,0 0-1 16,0 0 3-16,0 0 3 0,0 0-11 0,0 0 9 15,0 0 0-15,0 0-2 0,0 0 0 0,0 0 0 16,0 0-2-16,0 0 14 0,0 0-15 0,0 0-9 15,0 0 11-15,0 0-6 0,0 0-1 0,0 0 6 16,0 0-1-16,0 0-1 0,0 0 5 0,0 0-2 16,0 0 1-16,0 0-2 0,0 0-1 0,0 0 2 15,0 0 2-15,0 0-7 0,0 0-6 16,0 0 8-16,0 0 0 0,0 0 6 0,0 0-8 16,0 0 16-16,0 0-16 0,0 0-3 0,0 0-1 0,0 0-4 15,0 0 0-15,0 0-6 0,0 0-5 0,0 0 2 16,0 0 2-16,0 0 1 0,0 0-9 0,0 0 0 15,0 0-1-15,0 0-5 0,0 0 9 0,0 0-12 16,0 0 2-16,0 0 6 0,0 0-5 0,0 0 8 16,0 0 0-16,0 0 6 0,0 0-7 15,0 0 0-15,13 25-21 0,-13-25 41 16,0 0-32-16,0 0-42 0,0 0 20 0</inkml:trace>
  <inkml:trace contextRef="#ctx0" brushRef="#br0" timeOffset="129230.01">27725 2939 5 0,'0'0'5'16,"0"0"4"-16,0 0-1 0,0 0 1 0,0 0 2 15,0 0 1-15,0 0-5 0,0 0 9 0,0 0-2 16,0 0 2-16,0 0-1 0,0 0 3 0,0 0-4 16,0 0 0-16,0 0 4 0,0 0-4 0,0 0 0 15,0 0-4-15,0 0 1 0,0 0-1 0,0 0 1 16,-6 8 5-16,6-8-3 0,0 0-6 0,0 0 4 15,0 0-2-15,0 0 4 0,0 0-3 0,0 0-2 16,0 0 3-16,0 0 0 0,0 0-3 0,0 0-5 16,0 0 8-16,0 0-4 0,0 0 2 15,0 0-4-15,0 0 1 0,0 0 1 0,0 0 1 16,0 0-3-16,0 0 17 0,0 0-17 0,0 0-4 0,0 0-4 16,0 0 7-16,0 0-4 0,-23-11 0 0,23 11-3 15,0 0 1-15,0 0 3 0,0 0 3 0,-13-3-4 16,13 3 5-16,0 0-11 0,0 0 2 0,0 0 2 15,0 0-3-15,0 0 6 0,-14 0-5 16,14 0 6-16,0 0-4 0,0 0 5 0,0 0-7 16,0 0 5-16,0 0-2 0,0 0-4 0,0 0 15 15,0 0-13-15,0 0 14 0,0 0-15 0,0 0 1 16,0 0-2-16,0 0 5 0,0 0-4 0,0 0 2 16,0 0 1-16,0 0-3 0,0 0 4 0,0 0-3 15,0 0 0-15,0 0 4 0,0 0-2 0,0 0 1 16,0 0-6-16,0 0 8 0,0 0-8 0,0 0 10 15,0 0-4-15,0 0 3 0,0 0 1 0,0 0-4 16,0 0 2-16,0 0 2 0,0 0 0 0,0 0 10 16,0 0-15-16,0 0 5 0,0 0-8 0,0 0 8 15,0 0-4-15,0 0 9 0,0 0 0 0,0 0 1 16,0 0 2-16,0 0 2 0,0 0 2 0,0 0 3 16,0 0 5-16,0 0-5 0,0 0 4 0,0 0-2 15,0 0-2-15,0 0 3 0,-9-4 7 16,9 4-15-16,0 0 0 0,0 0 3 0,0 0-8 15,0 0 0-15,0 0 4 0,-9-5 3 0,9 5-2 16,0 0 0-16,0 0-5 0,0 0 5 0,0 0 3 0,0 0-3 16,0 0 9-16,0 0-7 0,0 0 5 0,0 0-11 15,0 0 10-15,-16-1-8 0,16 1 5 0,0 0-1 16,0 0-2-16,0 0 0 0,0 0-10 16,0 0 0-16,0 0 2 0,0 0-3 0,0 0 8 15,0 0-2-15,0 0-12 0,0 0 3 0,0 0-4 16,0 0 8-16,0 0-7 0,0 0 6 0,34-3 5 15,-14 3-1-15,1 1-3 0,-3-2 2 0,2 0-3 16,3-1 2-16,-2 2-1 0,0-1-7 0,0-1-5 16,-2 2-13-16,0 0-10 0,1-2-14 0,-7 1-23 15,3 1-13-15,-5 0-63 0,0 1-155 0,-11-1 68 16</inkml:trace>
  <inkml:trace contextRef="#ctx0" brushRef="#br0" timeOffset="129702.85">27847 2933 14 0,'0'0'62'0,"2"20"22"0,-2-20-8 0,2 18-2 16,-2-18-20-16,6 20 2 0,-6-10-2 0,0-10-8 15,2 16-6-15,0-5-1 0,-2-11 0 0,2 19-2 0,0-7-3 16,-2-12-11-16,5 14-1 0,-5-14 3 0,1 16 4 16,-1-16-10-16,1 13-15 0,-1-13 18 15,0 0-7-15,1 13 3 0,-1-13-9 0,0 0 2 16,0 0 1-16,0 0 2 0,0 15 7 0,0-15-10 16,0 0 0-16,0 0 5 0,-8 9-8 0,8-9 0 15,0 0 9-15,-12 7-7 0,12-7-3 0,-8 3 5 16,8-3-6-16,0 0-2 0,-14 0-11 0,14 0 16 15,0 0 0-15,-15-2-8 0,15 2 1 0,0 0 1 16,-14-1 4-16,14 1-6 0,0 0 6 0,-14-4 4 16,14 4-2-16,0 0-4 0,0 0 5 0,0 0 6 15,0 0-10-15,-13-1-1 0,13 1-2 0,0 0-1 16,0 0 2-16,0 0-5 0,0 0-3 0,0 0 10 16,0 0-5-16,0 0 10 0,0 0 3 0,0 0 2 15,0 0-1-15,0 0 3 0,0 0-8 0,36 8 5 16,-23-10-6-16,1 4 5 0,-14-2-7 0,32 0-4 15,-12-2-25-15,-1 1-21 0,2 1-19 16,-1-1-31-16,-2-3-5 0,2 3-66 0,-2-1-178 16,2-1 80-16</inkml:trace>
  <inkml:trace contextRef="#ctx0" brushRef="#br0" timeOffset="129963.07">28215 3015 67 0,'0'0'169'0,"0"0"-9"16,0 0-5-16,0 0-22 0,0 0-8 0,0 0-17 15,0 0-6-15,-22 4 2 0,22-4-10 0,-15 14 1 16,4-5-11-16,1 1-2 0,1-1-10 0,0 4-6 16,-1-3-6-16,2 0-5 0,1-1-7 0,0 1 0 15,1-2-5-15,3 1-3 0,3-9-4 0,-4 13-10 16,4-13 2-16,-1 13 2 0,1-13-2 0,5 12-5 15,3-4-10-15,-2-1-18 0,5-2-23 0,1 2-15 16,3-4-33-16,2 0-14 0,2 1-21 0,5-3-32 16,2-1-124-16,-4 0-289 0,-2 0 129 0</inkml:trace>
  <inkml:trace contextRef="#ctx0" brushRef="#br0" timeOffset="131383.64">28581 2417 139 0,'0'0'149'0,"0"0"-14"0,0 0-9 0,0 0-16 16,0 0-15-16,0 0-7 0,0 0-9 16,0 0-12-16,0 0-4 0,0 0-15 0,0 0-7 15,0 0-10-15,0 0 5 0,0 0-5 0,0 0 1 0,-2 30 2 16,3-14-16-16,-1 8 9 0,1 3-7 15,-1 1-6-15,0 5 6 0,-1-3-4 0,0 3 6 0,-1 1-2 16,0-1-2-16,2 11 6 0,-3-9-3 16,1 1 9-16,-1 9-5 0,2 2-1 0,-2-11 6 15,1 12-8-15,2 2 3 0,-1-4 2 0,-2 1-1 16,3-12-3-16,-1 10 0 0,1 2 0 0,-1-13-6 16,3 2 5-16,0-4-6 0,0 2-1 0,3-1-1 15,-2-2 2-15,0 0-3 0,0-4-3 0,1-1-1 16,0-2 3-16,-2-3-5 0,1-3 1 0,1-1 2 0,-3-1-1 15,4 1-4-15,-4 0 1 0,1-5 4 16,-1 3-3-16,1-2-3 0,-2-13 3 0,4 21-3 16,-4-10 6-16,0-11-5 0,3 18 1 0,-3-7-8 15,0-11 3-15,1 14-9 0,-1-14-13 0,0 0-20 16,0 19-18-16,0-19-5 0,0 11-21 0,0-11-23 16,0 0-20-16,-1 16-128 0,1-16-275 0,0 0 122 15</inkml:trace>
  <inkml:trace contextRef="#ctx0" brushRef="#br0" timeOffset="131834.93">28210 4117 75 0,'0'0'200'0,"0"0"-14"16,0 0-13-16,0 0-11 0,0 0-21 0,0 0-13 15,0 0-15-15,0 0-11 0,0 0-15 0,0 0-4 16,0 0-10-16,3 17-11 0,-3-17-5 0,0 0-2 0,9 22-14 16,-2-9 1-16,-2-3-4 0,3 4-4 15,-5-1-2-15,3-2-3 0,1 4-1 0,-3-4-3 16,4 2-1-16,-3-3-3 0,0 1-2 0,-1-3-1 15,2 3-4-15,-1-3 2 0,0-1-6 0,2 2 0 16,-3-4 2-16,-4-5-2 0,5 9 3 0,-5-9 2 16,7 7 5-16,-7-7 2 0,5 5 7 0,-5-5 7 15,0 0 15-15,0 0 8 0,0 0 13 0,0 0 11 16,0 0-1-16,0 0-5 0,0 0-11 0,0 0-3 16,0 0-9-16,15-19-3 0,-12 8-10 0,4-1-6 15,-5-7-17-15,7 3-10 0,-3-2-5 0,1 1-11 16,0 2-4-16,1-1-16 0,-5 4-15 0,3-4-17 15,-1 7-24-15,0-1-22 0,-5 10-29 0,6-11-28 16,-6 11-32-16,5-11-21 0,-5 11-112 0,0 0-356 16,0 0 158-16</inkml:trace>
  <inkml:trace contextRef="#ctx0" brushRef="#br0" timeOffset="132099.98">28590 4211 194 0,'0'0'246'0,"0"0"-5"0,0 0-12 0,0 0-8 0,0 0-15 15,0 0-15-15,0 0-20 0,0 0-18 16,0 0-12-16,0 0-20 0,0 0-11 0,0 0-14 16,0 0-5-16,0 0-11 0,0 0-9 0,-24 25-6 15,18-17-6-15,1 1-6 0,0 3-6 0,-1-3-6 16,3 2-1-16,-1-1-5 0,2 0-2 0,0 1-7 15,1 0-19-15,1-11-30 0,5 20-9 0,-1-11-18 16,-4-9-21-16,11 18-25 0,-3-11-27 0,3-3-28 16,-1 3-32-16,2-3-11 0,2-2-148 0,0 1-369 15,-14-3 165-15</inkml:trace>
  <inkml:trace contextRef="#ctx0" brushRef="#br0" timeOffset="132480.57">28833 4205 87 0,'0'0'205'0,"0"0"-19"0,0 0-8 16,0 0-20-16,0 0-15 0,0 0-12 15,0 0-14-15,0 0 1 0,0 0-15 0,0 0-9 16,0 0-10-16,0 0-4 0,-28 26-13 0,28-26-2 16,-6 15-10-16,2-6-4 0,4-9-6 0,-1 18-5 15,1-18-9-15,0 16-16 0,0-16 1 0,0 0-9 0,6 20-5 16,-6-20-9-16,8 9-1 0,-8-9-3 15,10 9 5-15,-10-9-10 0,8 7 7 0,-8-7 1 16,0 0 2-16,0 0 3 0,9 6 0 0,-9-6 3 16,0 0 2-16,0 0 6 0,0 0 10 0,0 0 2 15,0 0-4-15,0 0-3 0,0 0 2 0,0 0-3 16,0 0 3-16,-18 17 4 0,18-17 0 0,-17 9-1 16,8-4-1-16,-6 3 0 0,5 1-2 0,-1-1 2 15,0 0-2-15,2 2-2 0,0-3-3 0,2 1 4 16,-1 0-6-16,8-8 3 0,-8 16-2 0,8-16-1 15,-5 12-3-15,5-12-9 0,1 13 2 0,-1-13-13 16,9 13-15-16,-9-13-5 0,19 14-27 0,-9-10-15 16,-10-4-50-16,27 8-20 0,-9-5-159 0,-5 2-332 15,-13-5 147-15</inkml:trace>
  <inkml:trace contextRef="#ctx0" brushRef="#br0" timeOffset="133279.21">28470 4899 166 0,'0'0'209'16,"0"0"-22"-16,0 0-17 0,0 0-15 0,0 0-17 16,-2-7-15-16,2 7-14 0,0 0-11 0,0 0-9 15,0 0-6-15,3 29-3 0,0-10 1 0,2 7 4 16,-1 3 3-16,0 5 5 0,1 1 2 0,1 10-2 15,-2-9 10-15,4 15-3 0,-2-1-5 0,-2-1-7 16,-1-3 0-16,3 2 10 0,0 0 5 0,0-3-22 16,-4-9-3-16,2 12 6 0,1-2 6 0,-2-11 0 15,3 10-2-15,-6-12-6 0,8 14-5 0,-7-13 0 16,0 1-6-16,2 0-6 0,0 0-1 0,0 0 0 16,1 1-12-16,-1 0 6 0,0-3-11 0,0 15 0 15,1-15 5-15,0-1 8 0,-1 0-4 0,1 1 13 16,-1-2-9-16,-1 2 3 0,0-1-7 0,2 0-3 15,-2 0-1-15,-1-2-2 0,2 2-2 0,-1 0-3 16,-2-1-4-16,0 0-1 0,0-2 4 0,2-1 0 16,-2-1-3-16,4 3-3 0,-3-6-3 0,0 2 0 15,2 0 9-15,-2-2-8 0,2 4-3 0,-1-13 1 16,2 5 1-16,-1-2 0 0,-2-2-2 0,0 0-4 16,-1-3-2-16,0-2-6 0,5-1 4 0,-5 0-2 15,0-10-1-15,1 18-4 0,1-9-2 0,-2-9 1 16,1 12-1-16,-1-12-1 0,1 12-4 0,-1-12 1 15,1 10-1-15,-1-10-3 0,0 0 2 0,0 0 0 16,3 11-2-16,-3-11-9 0,0 0 0 0,0 0-1 16,0 0-17-16,3 8-8 0,-3-8-27 0,0 0-2 15,0 0-24-15,0 0-20 0,0 0-29 16,0 0-41-16,0 0-39 0,0 0-30 0,0 0-33 0,0 0-17 16,0 0-9-16,-19-27-13 0,19 27-14 0,-9-13-173 15,9 13-538-15,-13-10 239 0</inkml:trace>
  <inkml:trace contextRef="#ctx0" brushRef="#br0" timeOffset="133679.6">28480 6809 169 0,'0'0'162'0,"-3"-8"-5"0,3 8 2 16,0 0-7-16,-6-12-1 0,6 12-7 0,0 0-8 16,-3-15-11-16,3 15-11 0,0 0-5 0,-3-7-6 15,3 7 8-15,0 0-11 0,0 0-5 0,0 0-2 16,-2-13-5-16,2 13-5 0,0 0-5 0,0 0-6 16,0 0-7-16,0 0-2 0,0 0 16 0,0 0-6 15,0 0-1-15,0 0 2 0,0 0-7 0,22 28 7 16,-16-18 1-16,0 0 1 0,3 3 3 15,-1 3-1-15,-2-1-11 0,2-2 2 0,-1 2 2 16,1 0-8-16,-4-5-6 0,5 5 4 0,-4-5-12 16,3 1 9-16,-3-1-19 0,0 0 4 0,1-1-10 0,2 0-3 15,0-1-4-15,-3-4 10 0,1 3-6 16,-6-7-4-16,13 5 0 0,-13-5 5 0,14 2-9 0,-6 0-8 16,-8-2-9-16,23-6-22 0,-13 1-5 0,8-2-10 15,-4-4-30-15,1-1-26 0,6-5-34 0,-6 3-41 16,4-9-49-16,2 0-54 0,-2-3-259 0,-1 4-569 15,2-6 252-15</inkml:trace>
  <inkml:trace contextRef="#ctx0" brushRef="#br0" timeOffset="133829.6">29075 6576 50 0,'0'0'280'0,"0"0"-30"0,0 0-27 16,2-9-31-16,-2 9-29 0,0 0-35 0,0 0-32 0,0 0-37 15,0 0-59-15,0 0-63 0,-2-17-167 16,2 17-249-16,0 0 110 0</inkml:trace>
  <inkml:trace contextRef="#ctx0" brushRef="#br0" timeOffset="144664.1">30293 6045 202 0,'-2'-8'205'16,"2"8"-22"-16,0 0-20 0,0 0-6 0,0 0-3 15,0-9 1-15,0 9-6 0,0 0 11 0,0 0-16 16,0 0-7-16,0 0-21 0,0 0-9 0,0 0-14 16,0 0-3-16,0 0-4 0,0 0 1 0,0 0 3 15,16 18-6-15,-14-11 2 0,2 4-12 0,4 0-5 16,-1 3-5-16,-1 2-1 0,-1-2-2 0,-1 5-1 15,2-3-8-15,0 2-7 0,-2-2 1 0,1 2-5 16,-1-1-7-16,0-2-1 0,4 1-4 0,-3 0-5 16,-2 0 2-16,0-6-5 0,1 0-1 0,0 2 4 15,0-5-9-15,0 3 0 0,-2-4-2 0,2-2 4 16,0 2-2-16,-2-1-4 0,-2-5 0 0,5 7 8 16,-5-7 1-16,4 3-1 0,-4-3-2 0,0 0 3 15,0 0 6-15,12-11 6 0,-7 5 5 0,0-1-15 16,0-4-2-16,4-2 2 0,-3-2-3 0,1 4-3 15,0-5 4-15,5-7-9 0,-4 6-2 0,0-2-3 16,2 4 5-16,1-10-1 0,-3 8-5 0,1 1-1 16,0 0-1-16,1 2-2 0,-3 0 1 0,-1 3 0 15,0 1 2-15,0 1-3 0,1 2-6 0,-4 0-9 16,0 2-12-16,-3 5-10 0,5-8-19 0,-5 8-19 16,5-6-25-16,-5 6-27 0,4-3-24 0,-4 3-14 0,0 0-16 15,0 0-18-15,0 0-19 0,9 11-28 16,-9-11-142-16,3 9-419 0,-2-3 185 0</inkml:trace>
  <inkml:trace contextRef="#ctx0" brushRef="#br0" timeOffset="144929.06">30858 6195 58 0,'0'0'237'0,"0"0"0"16,7-4 2-16,-7 4 2 0,0 0-5 0,0 0 1 0,0 0-14 15,0 0-19-15,0 0-11 0,0 0-6 16,0 0-13-16,0 0-8 0,0 0-11 0,0 0 2 16,-24 16-13-16,14-6-6 0,-2 1-11 0,0 2-20 15,1 0 11-15,1 2-11 0,-3-3-17 0,6 3-8 16,-1-5-2-16,4 2-21 0,-1-3-1 0,1 1-13 16,4 0 0-16,-1 2-9 0,0-3-32 0,2 1-18 15,3-2-21-15,2 1-33 0,-1-4-23 0,3 1-35 16,1 0-30-16,4-3-37 0,-1 0-38 0,7 0-28 0,0-3-24 15,1 0-172-15,-1-3-493 0,0 0 219 0</inkml:trace>
  <inkml:trace contextRef="#ctx0" brushRef="#br0" timeOffset="145146.74">31233 6173 211 0,'0'0'239'0,"-10"-7"-6"16,10 7-4-16,-19 1 2 0,7 2 5 0,-3 3 7 15,-2 1-2-15,-2 3-17 0,1 1-3 16,-6 3-6-16,8-1-1 0,1-2-40 0,0 2-19 16,5 1-14-16,0-2-14 0,3-4-14 0,2 2-13 0,4 2-11 15,2-2-24-15,4-2-31 0,2 1-34 16,3-1-38-16,0 0-43 0,8 1-36 0,-1-2-45 16,3 0-50-16,0-5-29 0,0 1-46 0,-1-1-147 15,-6-2-468-15,5-1 208 0</inkml:trace>
  <inkml:trace contextRef="#ctx0" brushRef="#br0" timeOffset="146287.54">29943 5861 38 0,'0'0'118'0,"0"0"-3"0,0 0-32 15,0 0 30-15,0 0-23 0,2-4-5 0,-2 4-9 16,0 0-7-16,0 0-1 0,0 0-18 0,0 0 3 15,0 0-8-15,0 0 0 0,0 0 1 0,0 0-6 16,0 0-9-16,0 0-3 0,0 0 4 0,0 0 0 0,0 0-1 16,0 0-1-16,0 0 6 0,0 0-2 15,0 0-4-15,0 0 4 0,0 0-8 0,0 0 6 16,0 0 2-16,0 0-7 0,0 0-3 0,0 0-1 16,0 0 10-16,0 0-15 0,0 0 3 0,0 0 6 15,0 0-14-15,0 0 10 0,0 0-3 0,0 0-4 0,0 0-1 16,0 0 1-16,0 0 2 0,0 0-7 15,0 0-11-15,0 0 6 0,-14-7 3 0,14 7 0 16,0 0-1-16,-13-1 2 0,13 1 3 0,-7-2 1 16,7 2 5-16,-8-1 2 0,8 1-3 0,0 0-1 15,-9-1 1-15,9 1 3 0,0 0-1 0,0 0-3 16,0 0 4-16,-13-2-3 0,13 2 5 0,0 0 0 16,0 0-4-16,0 0 4 0,0 0-5 0,0 0-2 15,0 0-5-15,0 0 3 0,0 0-6 0,0 0 1 16,0 0 1-16,37 0 5 0,-16-2-7 0,0-1-3 15,1 2 2-15,5-3-4 0,0 0-1 0,-4 0-2 16,-2 2-3-16,1-2-2 0,0 3 1 0,0-4 1 16,-3 2 1-16,0 1 3 0,0-4-4 0,-2 5 1 15,-4-1-2-15,-3-1 1 0,-2 2-2 0,0 1-2 16,-8 0 2-16,11-4-6 0,-11 4-7 0,10-2-13 16,-10 2-21-16,4-6-13 0,-4 6-8 0,0 0-15 15,1-6-8-15,-1 6-10 0,0 0-15 0,0 0-3 16,0 0-14-16,-9-11-88 0,9 11-244 0,-9-3 107 15</inkml:trace>
  <inkml:trace contextRef="#ctx0" brushRef="#br0" timeOffset="146612.97">30017 5691 65 0,'0'0'181'16,"0"0"0"-16,0 0-12 0,0 0-1 0,0 0-14 16,0 0-11-16,0 0-11 0,0 0-11 0,0 0-11 15,0 0-9-15,0 0-10 0,0 0-2 0,0 0 2 16,0 0 0-16,0 0-10 0,1 20-2 0,1-9-8 0,1 1-4 15,1-1-10-15,0 7-3 0,1-3-3 16,-2 2-2-16,0 1-7 0,2 2-7 0,-2-2-28 16,-3 7-29-16,2-6-41 0,-3 7-50 0,0-1-44 15,0 1-54-15,-8-1-108 0,4-5-347 0,-3 5 154 16</inkml:trace>
  <inkml:trace contextRef="#ctx0" brushRef="#br0" timeOffset="159541.48">28597 2576 11 0,'0'0'99'0,"0"0"-18"0,0 0-15 0,0 0-9 0,0 0 6 15,0 0-24-15,0 0-22 0,0 0-16 0,0 0-28 16,0 0-12-16,0 0-23 0,0 0-66 0,0 0 29 15</inkml:trace>
  <inkml:trace contextRef="#ctx0" brushRef="#br0" timeOffset="160188.35">28856 7186 3 0,'0'0'199'16,"0"0"-32"-16,0 0-27 0,0 0-19 0,0 0-12 15,0 0-4-15,0 0-17 0,0 0-4 0,0 0-16 16,0 0-15-16,0 0-23 0,0 0-16 0,0 0-24 15,0 0-34-15,0 0-11 0,0 0-20 0,-10-27-92 16,5 19-180-16,2-3 80 0</inkml:trace>
  <inkml:trace contextRef="#ctx0" brushRef="#br0" timeOffset="161425.65">28691 4191 21 0,'0'0'90'0,"0"0"-2"0,0 0-1 15,0 0-13-15,0 0 8 0,0 0-1 16,0 0-2-16,0 0-4 0,0 0-3 0,0-9 7 16,0 9-13-16,0 0 4 0,0 0-1 0,0 0-8 15,0 0 2-15,0 0-1 0,0 0-2 0,0 0-3 16,0 0-5-16,0 0 2 0,0 0-1 0,0 0-4 15,0 0-5-15,0 0 0 0,0 0-6 0,0 0 1 16,-6-12 1-16,6 12-2 0,0 0-1 0,0 0 3 16,-6-3-10-16,6 3-2 0,0 0-8 0,-7-4-5 0,7 4-1 15,0 0 8-15,-9 0-6 0,9 0 2 16,0 0-5-16,-12 1 2 0,12-1-3 0,0 0-4 0,-12 3 0 16,8 0-2-16,4-3 3 0,-13 5-3 15,6 1 1-15,-1-2-9 0,3 0 5 0,-3 0 3 16,2 1-1-16,-2 2-3 0,2-3 0 0,1 1-1 15,-3 0-1-15,6 1 6 0,-4-1-6 0,3 2 1 16,0-1 0-16,-1 0-1 0,4-6 0 0,-6 12 0 16,6-5 3-16,-4-2-1 0,3 2-4 0,1-7 2 15,0 13 2-15,0-5 9 0,3 0 7 0,-1-1 3 16,-2 0 12-16,7 3-5 0,-4-3 9 0,2 0 2 16,-1-1-3-16,0 1-3 0,2-1 1 0,-2-1-2 0,0-1-4 15,-1 0-2-15,1 2-4 0,2-2-2 16,-6-4 0-16,7 7-1 0,-3-3 4 0,-4-4-5 0,8 6 6 15,-8-6 0-15,6 5 4 0,-3-2 0 16,-3-3 2-16,10 1 1 0,-10-1-3 0,10-1-4 16,-10 1 3-16,14-2-8 0,-4 0 4 0,1-1-6 15,-1 0 0-15,0 1-3 0,-4-2 0 0,3 2-2 0,-2 1-2 16,-7 1-1-16,15-6-1 0,-11 5-1 0,-4 1-7 16,10-3-10-16,-10 3-7 0,9-4-10 0,-9 4-13 15,7-4-15-15,-7 4-17 0,0 0-20 16,0 0-23-16,0 0-25 0,10-3-20 0,-10 3-37 15,0 0-155-15,0 0-380 0,0 0 168 0</inkml:trace>
  <inkml:trace contextRef="#ctx0" brushRef="#br0" timeOffset="167933.2">23926 8124 11 0,'0'0'245'0,"0"0"-28"15,0 0-25-15,0 0-20 0,0 0-19 0,0 0-12 16,0 0 2-16,0 0-5 0,0 0-12 0,0 0-12 0,0 0-9 16,-10 19-8-16,5-10-9 0,2 0 0 0,2 4-5 15,-3-2-6-15,0 5-4 0,2-4-4 0,-2-1 2 16,1 0-8-16,2 0-2 0,-3-3-1 0,0-1 0 16,2 2 4-16,-1-5-6 0,3-4 1 0,-2 10-4 15,2-10 0-15,-3 6-2 0,3-6 5 0,0 0-2 16,-3 6 1-16,3-6 2 0,0 0 5 0,0 0-2 15,0 0 3-15,-2 7 6 0,2-7 14 16,0 0-18-16,0 0-5 0,0 0-12 0,0 0-10 0,0 0-6 16,0 0-8-16,6-32-2 0,0 20-8 0,-3 1-5 15,4-6-3-15,-2-1-1 0,2 0-2 16,4-6-2-16,0-1-2 0,-1 1-4 0,2-3-3 16,-2 2-3-16,2 1 5 0,-3 7-2 0,-1-1 0 0,0 0 0 15,0 4 4-15,-4 5 0 0,3-1-6 0,-2 1 4 16,-2 4-4-16,1 0 1 0,-3-1 2 0,-1 6-4 15,5-7-4-15,-5 7 7 0,0 0-2 0,0 0 2 16,0 0-2-16,15 11 3 0,-11-2 9 0,2 1-9 16,-1 6-1-16,-1 1 0 0,3 2-4 0,-2 6 9 15,-1-8 0-15,2 1-2 0,-3-1 0 0,1 1 0 16,0-1 9-16,1-1-5 0,0-2-3 0,0 2 4 16,-1-3-2-16,0-2 6 0,-2 2-14 0,2-3-31 15,-1 1-35-15,-2-1-35 0,4 1-30 0,-4-2-31 16,1 0-34-16,-1-1-25 0,0 1-20 0,-1-3-177 15,0-6-460-15,-5 12 205 0</inkml:trace>
  <inkml:trace contextRef="#ctx0" brushRef="#br0" timeOffset="168096.02">23929 8209 150 0,'0'0'204'0,"0"0"-26"0,-6-4-20 16,6 4-20-16,0 0-16 0,0 0-11 0,0 0-10 15,0 0-22-15,23-10-18 0,-10 7-20 16,3 1-29-16,4-3-22 0,2 2-27 0,4-5-25 16,-6 5-10-16,3 0-22 0,-2-2-86 0,-3 2-195 15,2-3 86-15</inkml:trace>
  <inkml:trace contextRef="#ctx0" brushRef="#br0" timeOffset="168295.86">24263 8093 107 0,'6'-8'148'0,"-6"8"2"0,3-9 5 16,-3 9-9-16,2-8 3 0,-2 8 3 0,0 0-5 0,0 0-12 15,4-7-14-15,-4 7-7 0,0 0-16 0,0 0-8 16,0 0 0-16,0 0 10 0,0 0 4 0,2 22 4 16,-4-10-6-16,2 4-4 0,-2 2-5 15,1-1-4-15,-2-2-13 0,3 2-7 0,-1 0-5 16,1 0-2-16,0 0-8 0,-2 0-9 0,4-2 0 0,-2-4-5 16,0 5-10-16,1-3-16 0,1 0-15 15,-2 2-33-15,0-2-35 0,0-2-37 0,0 1-30 16,1-2-37-16,-1-2-24 0,0 4-30 0,-3-4-115 15,3-8-371-15,-3 18 164 0</inkml:trace>
  <inkml:trace contextRef="#ctx0" brushRef="#br0" timeOffset="168532.08">24239 8097 24 0,'4'-10'153'0,"2"4"-13"0,-1-1-2 15,3 1-8-15,-1 3-17 0,-1-1-8 0,4 3-11 16,-5-2-3-16,-5 3-10 0,14 1-6 0,-7 2 5 16,3 3 1-16,-5-2-3 0,3 4-2 0,-4-2-3 15,-1 2-5-15,0-1-3 0,-1 0-5 0,0 3-4 16,-4-1-7-16,0 3-1 0,1-3-9 0,-3 1-10 16,-1 1-12-16,1-3-19 0,-3 1-17 0,2-2-29 15,-1 2-25-15,1-4-29 0,2-1-31 0,3-4-132 16,-6 9-286-16,6-9 127 0</inkml:trace>
  <inkml:trace contextRef="#ctx0" brushRef="#br0" timeOffset="168765.07">24430 8103 82 0,'3'-6'255'15,"-3"6"-17"-15,0 0-14 0,0 0-18 0,7-6-15 16,-7 6-18-16,0 0-14 0,0 0 5 0,0 0-15 15,0 0-9-15,2 22-5 0,0-13-13 0,-2 7-13 16,-2 1-14-16,2 1-4 0,-2-1-10 0,-1 0-6 16,2 0-8-16,-2 0-6 0,1-1-9 0,2 1-15 0,1-1-21 15,-2-5-25-15,0 4-32 0,-1-3-30 16,0 1-38-16,0-3-34 0,2-10-33 0,-1 20-32 16,0-10-154-16,1-10-390 0,-4 14 173 0</inkml:trace>
  <inkml:trace contextRef="#ctx0" brushRef="#br0" timeOffset="168979.08">24505 8079 9 0,'5'-9'169'0,"3"3"-21"0,-1 2-12 0,1 0-10 15,-3 2 2-15,-5 2 0 0,10 0-11 0,-10 0-6 16,11 4-7-16,-8 1-6 0,1 0-7 0,0 3-3 15,-3 2-6-15,-2 1-7 0,1-1-7 0,-6 1-6 0,2 0-9 16,-2 1-19-16,-1-1-12 0,-3 1-13 16,1 0-20-16,-1 0-31 0,1-3-20 0,2-1-37 0,0-1-42 15,-1 0-110-15,1-2-271 0,7-5 120 16</inkml:trace>
  <inkml:trace contextRef="#ctx0" brushRef="#br0" timeOffset="169213.1">24640 7922 109 0,'3'-5'290'0,"0"0"-20"0,-3 5-22 0,3-6-19 16,-3 6-11-16,0 0-27 0,5-7-12 16,-5 7-10-16,0 0-3 0,0 0-14 0,4 19-9 0,-2-9-19 15,0 4-14-15,-1 2 3 0,2 0-21 0,0 3-10 16,-2-1-4-16,2 0-10 0,-2 0-7 0,3 2-8 15,-1-5-22-15,1 2-30 0,-2 0-33 0,0-5-34 16,0-1-43-16,1 4-41 0,1-6-30 0,-2 2-31 16,-2-3-195-16,3 1-438 0,-2-1 194 0</inkml:trace>
  <inkml:trace contextRef="#ctx0" brushRef="#br0" timeOffset="169563.09">24771 8106 181 0,'1'-7'220'0,"-1"7"4"0,1-10-12 15,3 4-9-15,-4 6-19 0,0 0-15 0,0-7-13 16,0 7-10-16,0 0-9 0,0 0-14 0,0 0-10 16,0 0-10-16,0 0-11 0,6 23-7 0,-3-16-9 15,1 0-7-15,-2-1-9 0,1 3-4 0,0-2-7 16,2-3-2-16,1 2-7 0,0-2-2 0,-2 1-9 16,3-2 0-16,-2-1-6 0,-5-2-1 0,11 2-4 15,-11-2 2-15,9 2-3 0,-9-2-1 0,0 0-2 16,11-4 9-16,-11 4 0 0,6-5 3 0,-6 5 0 15,5-8 6-15,-5 8 9 0,2-8-4 0,-2 8-4 16,5-6-2-16,-5 6 0 0,2-7-4 0,-2 7-3 16,0 0 6-16,3-7-17 0,-3 7 3 0,0 0-3 15,0 0-4-15,0 0 2 0,10 21-4 0,-9-11 7 16,0 8 5-16,4-2-1 0,-2 2 1 0,-1 1-3 16,0 2 0-16,-1-4-3 0,0 9 3 0,1-7-8 15,-4-2 2-15,1-2 1 0,2 5-2 0,-2-1-10 16,-2-1-21-16,0 0-29 0,-2 0-42 0,1-1-48 15,-4-2-63-15,3-4-39 0,-2-1-230 0,0-1-513 16,1-2 226-16</inkml:trace>
  <inkml:trace contextRef="#ctx0" brushRef="#br0" timeOffset="169795.99">25014 8087 12 0,'2'-8'301'0,"0"2"-15"16,-2 6-19-16,1-12-22 0,1 8-23 16,-2 4-21-16,0 0-17 0,0 0-4 0,0 0-13 0,0 0-11 15,0 0-11-15,16 20-13 0,-14-4-13 16,1-4-8-16,-2 1-12 0,2 4-7 0,-1-1-22 0,0 1-23 16,-1-2-14-16,-1-3-39 0,1 5-26 0,-1-1-38 15,0-5-31-15,-1 1-39 0,3-2-39 16,1-3-25-16,-3 0-186 0,-4 4-422 0,4-11 187 0</inkml:trace>
  <inkml:trace contextRef="#ctx0" brushRef="#br0" timeOffset="169963.15">25079 7890 70 0,'1'-6'152'0,"-1"6"-18"0,0 0-22 15,0 0-13-15,0 0-15 0,0 0-20 16,14 22-22-16,-8-9-32 0,-2 6-35 0,5 7-28 0,-4-1-63 16,0 0-123-16,2 0 54 0</inkml:trace>
  <inkml:trace contextRef="#ctx0" brushRef="#br0" timeOffset="170164.56">25170 8193 30 0,'0'0'191'0,"0"0"-10"0,0 0-14 0,1-23-8 15,1 14-6-15,6 2-11 0,-4-1 3 0,1-2-13 16,1 3-15-16,1-2-4 0,2 2-15 0,-2-1-8 16,2 3-7-16,-2 2-11 0,0 1-4 0,1 2-8 15,-8 0-7-15,14 0-5 0,-5 4 0 0,-3 2-11 16,1 2-2-16,0 1-1 0,-1 2-6 0,0-2 0 16,0 3-1-16,-2-5-15 0,1 5-28 15,-1-2-22-15,0-1-32 0,2 2-32 0,-1-2-29 0,3-2-43 16,-4-1-130-16,-4-6-328 0,7 10 145 0</inkml:trace>
  <inkml:trace contextRef="#ctx0" brushRef="#br0" timeOffset="170515.3">25549 8076 12 0,'0'0'226'0,"-7"-9"-5"15,3 6-13-15,4 3-2 0,-13 0-9 0,13 0-9 0,-21 6-16 16,11 0-17-16,2 1-9 0,-1 1-15 15,1 4-12-15,-4 1-11 0,1-1-12 0,6-2-5 16,-1 0-13-16,4 0-9 0,-2 0-6 0,3-1-6 16,2-3-7-16,0 2-6 0,-1-8-5 0,5 12-10 0,-1-6-3 15,-1-3 3-15,5 0-12 0,-8-3-1 0,14 4-2 16,-8-4-3-16,1 1-2 0,-7-1-1 0,12-1-1 16,-12 1-1-16,13-1-2 0,-7 0 1 15,-6 1-2-15,10-2-1 0,-10 2-4 0,0 0 3 16,11-1-2-16,-11 1-2 0,6 6 1 0,-1 0 2 0,-3-1 10 15,0 2 5-15,2 2 10 0,-4 2 3 0,-3 5 9 16,2 2 2-16,-1-1 1 0,-2 3 1 16,-3-2-1-16,3 2-3 0,-5-2-6 0,-1 0-3 15,-3 4 2-15,7-2-5 0,-8-4-13 0,5-3-22 0,0 5-29 16,-7 0-35-16,5-4-39 0,0-2-48 0,4-1-36 16,2-3-48-16,-1 1-164 0,2-3-444 15,4-6 197-15</inkml:trace>
  <inkml:trace contextRef="#ctx0" brushRef="#br0" timeOffset="170780.1">25935 8058 2687 0,'7'-25'120'0,"-5"6"-36"0,0 0-28 15,1 3 2-15,-2 7 11 0,1 0 13 0,-2 2 5 16,0 7-13-16,2-11 4 0,-2 11-5 0,0-7-4 15,0 7-5-15,0 0 3 0,0 0 13 0,0 0 8 16,4 34-17-16,0-11 1 0,-4-3-3 0,0 9-4 16,5-3-5-16,-3 2-3 0,0 1-6 0,-2 0-5 15,2-5-5-15,-2 1-8 0,0 1 4 0,2-7-12 16,-1 1-41-16,2-1-28 0,-1 0-43 0,-2-3-45 16,0-2-52-16,-5 1-51 0,4-6-45 0,-1 0-49 15,0 1-197-15,-2-1-571 0,4-9 253 0</inkml:trace>
  <inkml:trace contextRef="#ctx0" brushRef="#br0" timeOffset="171064.05">26147 7993 156 0,'0'-4'235'0,"0"4"-13"0,4-7-18 0,-4 7-8 15,0 0-7-15,0 0-11 0,0 0-13 0,-31 18-15 16,18-5-13-16,-4-1-14 0,-5 7-12 0,0-2-8 15,3-2-14-15,-3 4-6 0,9-8-11 0,-3 1-7 16,7-2-4-16,0-3-7 0,1 0-7 0,2-1-4 16,0 0-2-16,3-3-7 0,-3 0-7 0,6-3-1 15,-6 4-2-15,6-4-3 0,0 0 2 0,0 0 1 16,0 0-5-16,13 7 4 0,-13-7-5 0,18-1 0 16,-8 2-6-16,-1 1-1 0,3-1 0 0,-1-1-5 15,3 3 5-15,-3 1-5 0,2-2-4 0,1 5-4 16,-1-4-25-16,-1 3-28 0,3 0-37 0,-4-1-40 0,3 0-41 15,-3-1-38-15,1 2-181 0,-1-2-423 16,2-1 187-16</inkml:trace>
  <inkml:trace contextRef="#ctx0" brushRef="#br0" timeOffset="171396.19">26351 8033 242 0,'1'-9'255'0,"1"3"-3"0,-2 6-5 15,2-10-11-15,-2 10-17 0,4-8-23 0,-4 8-22 16,0 0-8-16,0 0-22 0,0 0-9 0,0 0 9 16,9 19-2-16,-7-3-10 0,2 1 0 0,-2 2-17 15,2 1-4-15,0 5-10 0,-2-6-15 16,0-2-3-16,3 2-6 0,-1-3-3 0,0 0-1 0,-1-5-4 16,2-1-18-16,-5-2 4 0,4 1-13 15,-1-3 3-15,-1-2-6 0,0 2 13 0,-2-6 12 0,4 6 12 16,-4-6 10-16,0 0 9 0,7 1-3 0,-7-1-4 15,0 0-6-15,11-9-8 0,-8 3-10 16,1-1 3-16,-2-3-20 0,2 0 2 0,1-2-14 0,-1 1-2 16,4-5-25-16,-4 1-14 0,1-1-40 0,1-1-23 15,-2-1-22-15,1 1-27 0,4 2-18 0,-4-2-48 16,-1 6-30-16,-2 0-27 0,3 0-37 0,-1 4-17 16,0 1-19-16,-1 3-163 0,-3 3-515 0,9-8 228 15</inkml:trace>
  <inkml:trace contextRef="#ctx0" brushRef="#br0" timeOffset="171628.98">26652 7995 20 0,'0'0'262'16,"7"-2"-10"-16,-7 2-1 0,0 0-12 0,0 0-6 15,11-1-2-15,-11 1-8 0,0 0-9 0,0 0-8 16,7 4 0-16,-7-4 16 0,2 10 10 0,-2-2-25 16,2 0-13-16,0 5-1 0,-2-2-18 0,0 1-7 15,0 4-19-15,-2 0-4 0,2 1-10 0,0 0-9 16,0 0-11-16,0-4-9 0,0-3-10 0,0 2-9 15,0 0-7-15,2 0-10 0,0-2-5 0,3 0-9 16,-2-2-2-16,-1-3-10 0,2 4-29 0,1-2-29 16,3-1-24-16,-2-3-40 0,4 2-32 0,1-3-34 15,1 0-38-15,5-1-43 0,2-4-43 0,8 1-32 0,-5-3-50 16,-2 2-211-16,7-4-607 0,1 0 269 0</inkml:trace>
  <inkml:trace contextRef="#ctx0" brushRef="#br0" timeOffset="171885.64">27310 7986 47 0,'5'-12'273'0,"1"3"-5"0,-3 2 1 0,1-1-3 15,0 3 5-15,1-1-4 0,-5 6 1 0,5-7 3 16,-5 7-27-16,4-5-14 0,-4 5-31 0,0 0 4 0,0 0 9 16,0 0 13-16,9 19-4 0,-9-9-8 0,0 4-15 15,2 5-14-15,0 0-10 0,-2-2-8 0,2 4-15 16,-4-3-8-16,2 1-16 0,0 1-14 0,-2-3-9 15,2 1-12-15,-2-2-8 0,2 0-4 0,0-3-10 16,0 3-9-16,0-5-9 0,-2-1-23 0,4-1-31 16,-2 1-41-16,0-2-45 0,0-8-36 0,0 12-46 15,4-7-40-15,-4-5-29 0,0 9-39 0,0-9-36 16,2 9-35-16,-2-9-25 0,0 0-224 0,0 0-647 16,0 0 287-16</inkml:trace>
  <inkml:trace contextRef="#ctx0" brushRef="#br0" timeOffset="172280.79">27245 8124 161 0,'-4'-4'247'0,"4"4"-20"0,-8-4-10 15,8 4-10-15,-4-6-7 0,4 6-12 0,0 0-11 16,0 0-15-16,0 0-7 0,9-10-15 0,3 6-11 16,11 3-11-16,5-4-11 0,8 1-14 0,-2-2-6 15,4 0-8-15,-2-1-8 0,-2 3-9 0,-1-2-6 16,-1 0-9-16,-5 1-1 0,-5 1-7 0,-2 1-2 15,-4 1-6-15,-5 0 0 0,1 2-3 0,-6 0 2 16,3-2-3-16,-9 2 26 0,12 2 4 0,-10 4 23 16,-2-6 4-16,2 9 0 0,-2-2 8 0,-2 3-8 15,2-1 1-15,-2 0-9 0,-2 1-6 0,1 0-5 16,0 0-6-16,3-1-11 0,0 0-2 0,0 0-5 16,3-2-1-16,-1 2-1 0,2-4-7 0,1 3 14 15,1-3-12-15,3-2-14 0,3 0 5 0,-1-2 2 16,3 1-14-16,-1 0 0 0,0-4 0 0,1 0-2 15,-1 2 4-15,3-5-2 0,-5 1-1 0,-2-2 1 16,1-1-10-16,0 0 9 0,-5-1 1 0,0-2-7 16,-1 0 11-16,-1 0-9 0,-3-1-1 0,-2 1 7 15,0-2-1-15,-4 2-7 0,2-2 4 0,-1 3-7 16,-3-1 2-16,-2 3-1 0,2 0-5 0,-2 1-1 16,-3 3-16-16,1-1-20 0,0 4-38 0,-6 0-36 15,-1 0-48-15,2 7-61 0,-2-5-80 0,2 6-330 16,-1-3-682-16,2 0 302 0</inkml:trace>
  <inkml:trace contextRef="#ctx0" brushRef="#br0" timeOffset="172814.11">28510 7842 21 0,'2'-9'314'0,"-2"9"-8"0,-2-12-7 0,4 5-12 15,-2 7-17-15,2-8-11 0,-2 8-25 0,0 0-25 16,0 0-12-16,0 0-9 0,0 0 6 0,0 0 11 0,6 27-4 16,-5-6-17-16,3 4-13 0,-1 2-12 15,-3-1-8-15,5 3-16 0,-3-3-17 0,0 2-3 16,2-2-10-16,-3 0-12 0,0-8-3 0,0 1-9 16,2 0-16-16,-3 0 1 0,3 0-8 0,-1-2-13 0,-1 1-28 15,2-2-28-15,1 1-34 0,-3-4-29 0,1-2-33 16,2 0-43-16,-4 0-47 0,0 0-46 15,0 2-40-15,0-6-35 0,-6 2-251 0,2-1-615 16,4-8 273-16</inkml:trace>
  <inkml:trace contextRef="#ctx0" brushRef="#br0" timeOffset="173395.75">28533 8070 149 0,'11'-16'158'0,"-2"0"-13"0,4 0-8 0,-2 0-9 15,2 3-3-15,3-1 2 0,-3 0-7 0,1-1-7 16,0 3 3-16,1 1-3 0,-2-2-1 16,1 1-4-16,-7 3-1 0,1 2 4 0,0-1 0 0,1 1-2 15,-5 1 1-15,-1 1-3 0,5-3 0 0,-7 2 1 16,-1 6-15-16,6-9-1 0,-6 9-2 0,2-6-3 16,-2 6-4-16,5-7-10 0,-5 7-10 15,0 0 0-15,4-6-7 0,-4 6-11 0,0 0-6 0,0 0 0 16,0 0-8-16,0 0 0 0,0 0-4 0,0 0 0 15,1 19 0-15,-2-9-3 0,2 4 6 0,-1 2-12 16,-4 0 1-16,3 3-2 0,2 0-1 0,-1-2-1 16,3 0 2-16,-3-2-3 0,2 0-8 0,-2-2 3 15,1-1 7-15,-1-1-7 0,2 0-2 0,-2-5-4 16,3 3-5-16,-3-2-4 0,0-7-8 0,1 10-4 16,-1-10-5-16,1 8 2 0,-1-8-12 0,0 0-5 15,2 9 6-15,-2-9-3 0,0 0 9 0,6 5-1 16,-6-5 4-16,6 3 9 0,-6-3 5 0,12 1 1 15,-6 0 3-15,-6-1 2 0,14 3 0 0,-2-2 0 16,1 0 0-16,-2 2-2 0,2 1 8 0,5-1-4 16,-6-2 1-16,6 0 3 0,-1 1 3 0,1-2-4 15,-1 0 3-15,3-1-1 0,-1 0-3 0,-1 0 3 16,0-2 0-16,0-2-1 0,-1 0 4 0,-3 2-5 16,-2-3 2-16,-3-2-1 0,2 1 1 0,-1 1 21 15,-3-1 0-15,1-2 3 0,-3 1 0 0,-1-1 2 16,0-3 2-16,-4 2 1 0,1-1 1 0,-1-1 1 15,-1 3 9-15,-3 0 2 0,1 1 4 0,-2-1-7 16,1 3 5-16,-1 0-5 0,-1 3-4 0,6 3 8 16,-14-1-13-16,14 1 1 0,-17 6-3 0,6 0-1 15,2 4-10-15,-4 1 3 0,2 2-5 0,2 2-3 16,2-1-8-16,2 1-28 0,2 0-30 0,3 0-37 16,3-3-42-16,2 4-56 0,4-3-74 0,6-1-66 15,1-2-210-15,3 0-578 0,0-6 256 0</inkml:trace>
  <inkml:trace contextRef="#ctx0" brushRef="#br0" timeOffset="174605.92">29927 7924 222 0,'0'0'265'0,"-5"-7"1"15,-1 2-16-15,6 5-15 0,-10-6-12 0,4 3-9 16,-3-1-9-16,9 4-12 0,-14 0-14 0,4 0-16 15,0 3-16-15,1 1-12 0,0 3-6 0,0-1-9 16,-1 4-14-16,1 6-5 0,-5-3-8 0,4 3-6 16,2 0-5-16,3 0-13 0,0 0-3 0,3-3-3 15,0 3-10-15,2-4-8 0,2 1 1 0,2 1-6 16,1-3 1-16,4 4-13 0,4-5-17 0,-4-1 6 0,1-1-26 16,3-2-21-16,4 2-17 0,1-4-20 0,-6-1-18 15,6 3-27-15,-4-3-31 0,0-2-16 16,-1 1-14-16,2-1-11 0,-2-2-12 0,6-4 0 0,-6 2 20 15,0-1 2-15,1 0 24 0,-2-2 15 0,-1-1 14 16,-1-2 25-16,-1 3 23 0,0-6 11 0,-4 5 27 16,2-5 16-16,-2 0 22 0,0 2 13 0,-2-2 16 15,0 1 11-15,0-3 17 0,-1 3 11 16,-2 2 25-16,0-2 26 0,0 11 13 0,2-12-3 0,-2 5 0 16,0 7 1-16,0-8-9 0,0 8-1 0,0 0-2 15,0 0-16-15,0 0 2 0,0 0 3 0,0 0-1 16,-17 16-5-16,13-7 6 0,0 2-29 0,2 1-3 15,0 0-6-15,1-2-4 0,1 3-6 16,3 0-7-16,-1-4-6 0,2 1-4 0,1 1-8 0,4-2 2 16,0-2 0-16,0 0-10 0,3-2-10 0,2-1 3 15,-1-3 1-15,-1 2-6 0,1-3-7 0,1-1 3 16,-2-2-2-16,1 0-4 0,-1 0-3 0,-3-1 0 16,-1 1 1-16,-1-4 0 0,0 1-1 0,-3-1-2 15,-2-2 1-15,0-1-4 0,-1 1-4 0,-2-1 6 16,-3-1 0-16,0-1-5 0,-3 2-2 0,-3-4-5 15,3 5-2-15,-2 0-12 0,0 2-8 0,0-2-15 16,1 1-14-16,-1 3-14 0,0-1-15 0,3 6-19 16,6 0-18-16,-16-1-19 0,16 1-22 0,-14 1-27 15,9 2-15-15,5-3-32 0,-7 7-202 0,3-2-481 16,4-5 213-16</inkml:trace>
  <inkml:trace contextRef="#ctx0" brushRef="#br0" timeOffset="174862.33">30325 7860 290 0,'1'-8'342'0,"0"-1"-2"0,0-1 2 15,1 4-7-15,-2 6-6 0,1-13-21 0,-1 13-20 16,1-6-28-16,-1 6-31 0,0 0-20 0,0 0-16 16,0 0 7-16,0 0-20 0,0 0-2 0,5 17 0 15,-1-4-15-15,-1 0-5 0,-2 0-18 0,4 1-11 16,0 1-13-16,-2 4-14 0,2-3-9 0,-1 2-6 0,0-1-13 15,1 0-4-15,1-1-10 0,-1 3-8 16,-1-3-15-16,1-1-28 0,-1-3-35 0,0 0-40 16,-1-2-42-16,0-1-47 0,4 2-31 0,-4-2-38 15,-1-2-44-15,-1 0-43 0,-1-7-38 0,1 12-284 0,-1-12-686 16,-1 7 303-16</inkml:trace>
  <inkml:trace contextRef="#ctx0" brushRef="#br0" timeOffset="175062.93">30481 7897 243 0,'1'-24'261'0,"-1"5"-8"0,0 8 19 16,2-1 10-16,-2 0 5 0,0 5-9 0,0-2 0 15,0 2-18-15,0 7-34 0,0 0-24 0,-1-13-19 16,1 13-11-16,0 0 5 0,0 0-6 0,7 23-14 16,-6-5-2-16,0 1-14 0,2 9-15 0,-1-2-25 0,3 1 2 15,-3-1-5-15,0-2-22 0,1 2-24 0,0-6-48 16,3 2-42-16,-4-3-56 0,1-3-47 15,1 0-56-15,1-2-57 0,0-3-55 0,0-1-279 16,-4-3-636-16,-1-7 281 0</inkml:trace>
  <inkml:trace contextRef="#ctx0" brushRef="#br0" timeOffset="175330.05">30677 8093 203 0,'9'-7'196'0,"3"-2"-7"0,-3 2 1 16,2-5 3-16,1 4-7 0,-2-3-14 0,4 0-11 0,-5 2-15 15,3-2-7-15,-2 2-10 0,-1-1-13 16,-3 0-2-16,2 1-11 0,-1-3-2 0,-2 3 3 16,1 1-1-16,-2-2 0 0,-2 0 8 0,1 2 1 15,-2 1 0-15,-1 7 7 0,-1-11 0 0,1 11 7 16,-3-9-1-16,3 9-22 0,-6-6 15 0,6 6-16 0,-12-1-9 16,12 1-4-16,-20 7-4 0,7-1-7 0,0 2-12 15,0 5 0-15,-1 1-2 0,4 1-11 16,0-1-3-16,2 3-4 0,3-3-6 0,3-1-30 15,2 0-37-15,0-3-22 0,2 2-41 0,3-1-36 0,0-1-42 16,5-2-50-16,2-1-61 0,5-2-47 0,-5 0-216 16,6-1-588-16,0-6 261 0</inkml:trace>
  <inkml:trace contextRef="#ctx0" brushRef="#br0" timeOffset="175563.08">31088 7874 23 0,'1'-7'308'0,"-1"7"0"0,-1-12 3 0,-2 7-3 0,3 5 0 16,-5-10 4-16,5 10-20 0,-9-4-20 16,3 3-14-16,6 1-21 0,-17 5-16 0,5 1-9 0,-3 6-28 15,4 1-9-15,-1 0-24 0,-2-1-4 0,5 3-13 16,-2 1-16-16,3 2-12 0,2-2-11 0,2 0-5 16,2-1-1-16,1-1-22 0,2-1-33 0,2-3-17 15,1 2-40-15,4-3-38 0,-1-1-43 0,3-1-40 16,1 1-44-16,0-4-43 0,2 0-46 0,2-3-32 15,1 0-265-15,-3-2-621 0,0-1 275 0</inkml:trace>
  <inkml:trace contextRef="#ctx0" brushRef="#br0" timeOffset="175798.12">31239 7797 131 0,'6'-18'246'15,"-1"0"2"-15,-3 2 8 0,1 3 9 0,1 5 9 16,-2-4 6-16,-2 6 2 0,6 0-29 0,-6 6-5 15,0-10-23-15,0 10-20 0,0 0-18 0,4-4 6 16,-4 4 13-16,0 0 6 0,1 21-9 0,-1-6-4 16,0 1-16-16,-1 2-14 0,2 6-12 0,-1-5-12 15,-1 5-14-15,-2 0-8 0,3-4-14 0,0-3-12 16,1 1-8-16,-2-1-14 0,2 1-11 16,-1-3-24-16,3 1-29 0,-4-4-19 0,1-2-56 0,2 0-43 15,-2 0-56-15,1-5-35 0,-1-5-43 0,-2 14-42 16,2-14-36-16,0 10-30 0,0-10-10 0,-1 7-211 15,1-7-616-15,0 0 272 0</inkml:trace>
  <inkml:trace contextRef="#ctx0" brushRef="#br0" timeOffset="176145.99">31175 7958 115 0,'-3'-4'203'0,"0"-3"-9"0,3 7-6 0,-3-10-2 16,3 10-8-16,-2-10-6 0,2 10-13 0,4-8-9 15,0 3-11-15,2 0-13 0,1 2-8 0,0-1-13 16,4 1-7-16,1-1-13 0,-1 2-1 0,0 1-10 15,2-1-6-15,-2 2-4 0,0-3-8 0,-1 6-3 16,1-1 1-16,-4-1 6 0,2 2 5 0,-3 0 13 16,1 1-1-16,0 1 1 0,-2 1 7 0,0-1-6 15,0 3-3-15,-1 0-4 0,3-1-7 0,-3-1-5 16,1 1-4-16,2 2-6 0,0-2-5 0,-3-1 0 16,2-1-4-16,0-1-6 0,1 1-1 0,2-1-4 15,1 0-7-15,-2-3-2 0,-1-1 2 0,5 0-7 16,-2 0 6-16,0 0-5 0,0-1-1 0,1-3 1 15,-1 1 5-15,-1 0-12 0,0-4 1 0,0 2 2 16,-4-1 12-16,1 0-10 0,-2-4 6 0,0 2-3 16,-3-2-7-16,1 0 3 0,-2 0-10 0,-2-1-15 0,0 0-17 15,-1 2-29-15,1-1-23 0,-2-1-17 0,0 2-22 16,-1 3-33-16,-2-1-37 0,7 7-49 0,-10-6-43 16,4 5-198-16,6 1-516 0,-18 2 228 15</inkml:trace>
  <inkml:trace contextRef="#ctx0" brushRef="#br0" timeOffset="176546.59">31522 8022 50 0,'9'-4'256'0,"-1"-1"-9"0,1 0-15 0,1 0-8 16,-1-3-9-16,-1 3-15 0,-2-3-11 0,2 0-18 15,-1 1-17-15,1-2-15 0,-3 0-12 16,1 1-11-16,-2-4-4 0,-1 2-9 0,-1-1-8 0,0 0-3 15,-2 0 0-15,-2 1-8 0,1-1 8 16,0 1-2-16,-4 1-7 0,0-1-2 0,0 1-6 0,-2 5 1 16,5-1-5-16,-4-2-7 0,6 7-8 0,-7-8 1 15,2 4-9-15,5 4-3 0,0 0-10 0,-8-7-1 16,8 7-7-16,0 0-3 0,-4-5-3 16,4 5-2-16,0 0-6 0,0 0-1 0,0 0-3 15,0 0-8-15,24 1-7 0,-12-2-4 0,3 1 3 0,-2 0 1 16,6-1 1-16,-2-1-6 0,1 1 3 0,-3-2 2 15,0 3 4-15,-3-1-8 0,-1-1 7 0,1 2-3 16,-6-2-2-16,3 2 2 0,-9 0 3 16,13 3 11-16,-7-2 0 0,1 2 4 0,-2 1 11 0,4 2 3 15,-5-1 5-15,0 4 3 0,-2-3-4 0,1 0 4 16,-1 4-3-16,0-1 1 0,-1 4-2 16,-1-3 4-16,0 1-10 0,-1-2-30 0,-1 1-21 15,2 0-18-15,-1-1-31 0,0 1-39 0,-1-2-48 16,1 1-49-16,1-9-62 0,-2 13-272 0,-1-6-591 15,3-7 262-15</inkml:trace>
  <inkml:trace contextRef="#ctx0" brushRef="#br0" timeOffset="176836.65">32313 7763 216 0,'0'0'298'0,"-6"-12"4"16,2 7-1-16,4 5-2 0,-8-6-11 16,8 6-11-16,-12-5-12 0,5 3-12 0,7 2-22 0,-19 8-2 15,9-3-15-15,-1 2-14 0,-2 4-20 0,0 2-16 16,1-2-15-16,3 4-9 0,-1 1-15 0,5 0-10 16,0-1-12-16,-3 0-14 0,6-3-4 0,2 4-9 15,-2-1-10-15,4-4 2 0,2 1-15 16,2-1-13-16,4 2-7 0,2-1-27 0,2-5-30 15,-3 1-36-15,6-1-28 0,-1-3-44 0,2-1-31 0,-1 1-41 16,1 0-43-16,-4-4-50 0,2-1-25 0,-3 2-233 16,0-3-601-16,1-1 266 0</inkml:trace>
  <inkml:trace contextRef="#ctx0" brushRef="#br0" timeOffset="177085.64">32499 7655 193 0,'3'-13'281'0,"-1"2"5"0,-1 5 14 16,0-1-8-16,-1 7 5 0,4-12-27 16,-3 6-14-16,-1 6-24 0,0 0-26 0,2-8-20 15,-2 8-8-15,0 0 31 0,0 0-3 0,5 26-4 0,-5-9-6 16,0 2-10-16,1 5-13 0,0 3-19 0,-1-3-9 16,2 1-17-16,-2-5-10 0,0 5-11 15,0-6-8-15,0 1-9 0,0 6-11 0,-2-8-38 16,2-1-44-16,0-2-33 0,0-2-57 0,-1 2-40 15,0-3-38-15,-1-1-42 0,2-2-39 0,-3 3-52 0,1-7-34 16,1 3-257-16,1-8-644 0,0 0 285 16</inkml:trace>
  <inkml:trace contextRef="#ctx0" brushRef="#br0" timeOffset="177346.22">32690 7728 33 0,'0'0'242'0,"0"0"11"0,19-33-2 15,-19 33-8-15,0 0-8 0,0 0-17 0,0 0-15 16,0 0-17-16,3-18-14 0,-7 19-9 0,4-1-14 16,0 0-16-16,-36 21-5 0,20-14-10 15,-6 5-22-15,3-2-5 0,2-1-15 0,1 1-6 0,0-1-8 16,6-2-6-16,0 0-5 0,2 1-10 0,1-3-4 16,3 2-9-16,-1-4 2 0,2 3-8 15,3-6-1-15,-3 9 1 0,3-9 0 0,0 10-8 16,0-10-2-16,4 7 4 0,0-1-5 0,1-1 1 15,2 4 27-15,3-3-12 0,-1-3-26 0,0-1-23 16,3 3-38-16,0-2-38 0,-2 0-50 0,-10-3-70 16,0 0-78-16,0 0-161 0,69 4-496 0,-69-4 220 0</inkml:trace>
  <inkml:trace contextRef="#ctx0" brushRef="#br0" timeOffset="177629.6">32952 7620 46 0,'0'0'334'0,"0"0"-5"16,0 0-7-16,0 0-2 0,9-46-2 15,-9 46-8-15,0 0-20 0,0 0-25 0,0 0-20 16,0 0-29-16,0 0-16 0,0 0-22 0,0 0-13 16,0 0-7-16,0 0 3 0,0 0 5 0,0 0-9 15,0 0-12-15,0 0-3 0,0 0-5 0,0 0-3 16,-1 114-8-16,1-114-5 0,-5 44-5 0,5-44-11 0,-5 37-8 15,5-37-9-15,0 31-9 0,0-31-6 16,0 0-10-16,-2 37-8 0,2-37-3 0,0 0-4 16,0 0-3-16,0 0-15 0,4 39-24 0,-4-39-28 15,0 0-46-15,0 0-38 0,16 20-57 0,-16-20-35 16,0 0-47-16,0 0-45 0,35 4-51 0,-35-4-59 16,0 0-269-16,0 0-723 0,0 0 320 0</inkml:trace>
  <inkml:trace contextRef="#ctx0" brushRef="#br0" timeOffset="177787.06">32915 7706 4 0,'0'0'316'0,"0"0"-30"0,0 0-25 0,0 0-11 16,0 0-20-16,-41-18-1 0,41 18-16 0,0 0-20 16,0 0-25-16,0 0-26 0,0 0-42 0,0 0-39 15,0 0-50-15,68-29-54 0,-68 29-77 0,53-17-81 16,-53 17-149-16,31-11-380 0,-31 11 169 0</inkml:trace>
  <inkml:trace contextRef="#ctx0" brushRef="#br0" timeOffset="179252.49">25282 9057 77 0,'0'0'193'15,"0"0"4"-15,-4-6 1 0,4 6 1 16,0 0 0-16,0 0-7 0,-4-9-14 0,4 9-4 16,0 0 0-16,-1-6-7 0,1 6-4 0,0 0-2 0,0 0-15 15,0 0-9-15,-2-8-4 0,2 8-7 0,0 0-7 16,0 0-11-16,0 0-7 0,0 0-6 16,0 0-7-16,0 0-18 0,0 0 8 0,0 0-15 15,0 0-7-15,0 0-8 0,0 0-6 0,0 0-5 0,0 0-14 16,0 0 4-16,0 0-1 0,0 0-8 0,15 14 0 15,-8-5 2-15,1 1-1 0,2 3 2 0,3 3-4 16,-1 0 0-16,3 4-2 0,-1-7 1 0,-2 4 2 16,0-1 0-16,2-2-5 0,-1 1 3 0,2 1-3 15,-4-2 3-15,-1-1-9 0,0-1 6 16,-2-3-3-16,-1 0 2 0,-1-1-6 0,2 0 2 0,-2-1 0 16,1 2 1-16,-3-1-6 0,1-4 4 0,0 2-1 15,-1-1 0-15,-4-5 10 0,7 7 2 0,-5-3-11 16,-2-4-9-16,4 5 0 0,-4-5 3 0,5 5 1 15,-5-5 0-15,0 0 3 0,4 4-1 0,-4-4 6 16,0 0 2-16,0 0 5 0,0 0 14 0,0 0-6 16,0 0 0-16,0 0-13 0,14-13 4 0,-11 4-5 15,3-1 15-15,2-5-21 0,0-2 7 0,3 1-9 16,-3 0 11-16,2-3-5 0,1-6-2 0,2 0 2 16,-3 1-1-16,-2 1 1 0,0 4-2 0,-2-1-4 15,1 3-1-15,0-2 4 0,-3 1-2 0,-2-2 13 16,1 4-19-16,1-1 4 0,-2 2-1 0,3 3-2 0,-5 1 6 15,2 4-1-15,-1 0-2 0,-1 7 0 0,0-9-2 16,0 9-13-16,1-9 14 0,-1 9 0 0,0 0-4 16,3-10-18-16,-3 10-16 0,0 0-23 15,0-7-29-15,0 7-24 0,0 0-29 0,0 0-14 0,0 0-19 16,0 0-35-16,0 0-30 0,0 0-43 0,0 0-213 16,6 23-535-16,-5-16 237 0</inkml:trace>
  <inkml:trace contextRef="#ctx0" brushRef="#br0" timeOffset="181963.96">25918 9345 36 0,'0'0'67'0,"0"0"-4"0,0 0-7 0,0 0 3 16,0 0-8-16,0 0-4 0,0 0-11 0,0 0 9 16,0 0-7-16,0 0-3 0,0 0 9 0,7-2-10 15,-7 2 0-15,0 0 10 0,0 0-10 0,0 0 6 16,0 0-8-16,0 0 0 0,0 0-4 0,0 0 0 16,0 0-3-16,0 0 8 0,0 0-11 0,0 0-7 15,0 0 15-15,0 0-2 0,0 0-2 0,0 0 3 16,0 0 4-16,0 0-8 0,0 0-6 0,0 0 6 15,0 0 1-15,0 0-4 0,0 0-5 0,0 0 3 16,0 0 5-16,0 0-2 0,0 0-1 0,0 0 3 16,0 0-6-16,0 0 5 0,0 0 4 0,0 0-8 15,0 0-2-15,0 0-3 0,0 0 1 0,0 0-1 0,0 0 2 16,0 0-3-16,0 0-4 0,0 0-7 16,0 0 11-16,0 0-7 0,0 0 8 0,0 0-2 15,0 0-8-15,0 0 3 0,0 0 5 0,0 0-6 16,0 0-11-16,0 0 11 0,0 0 2 0,0 0 1 0,0 0 0 15,0 0 1-15,0 0-1 0,0 0 1 0,0 0-2 16,0 0 5-16,0 0 0 0,0 0-1 16,0 0 6-16,0 0-1 0,0 0 1 0,0 0-3 0,0 0 8 15,0 0 1-15,0 0 4 0,0 0 0 0,0 0 5 16,0 0 0-16,0 0-9 0,0 0 1 0,0 0-4 16,0 0 0-16,0 0-1 0,0 0 2 15,0 0 0-15,0 0 1 0,0 0 5 0,0 0-9 16,-19-5 4-16,19 5-2 0,0 0-2 0,0 0 4 0,0 0 3 15,-13 2 3-15,13-2 3 0,-9 2 4 0,9-2 4 16,-9 7-1-16,4-4 4 0,-1 2-4 16,0 2 0-16,0 0-1 0,-3 0 2 0,3 1-5 0,1 1 0 15,-1 1 4-15,1 0 2 0,2 1-3 0,-1 0 2 16,2 0-5-16,0 1-1 0,2-1-4 0,2-1 1 16,-2 0 0-16,2 2-1 0,0-5-2 0,2 3-3 15,2-3-1-15,0 2 1 0,1-3 6 0,0 1-12 16,4-1-6-16,-2-2 1 0,2 1 7 0,-2-2-13 15,3-2-15-15,-2 2-22 0,4-1-14 0,-3-1-27 16,0 0-32-16,3 1-38 0,-3-4-34 0,1 1-34 16,-3 1-40-16,1-1-152 0,0-1-431 0,-1-1 192 15</inkml:trace>
  <inkml:trace contextRef="#ctx0" brushRef="#br0" timeOffset="182261.94">26315 9290 5 0,'0'0'273'0,"-11"0"-6"0,0 0-10 0,-3 3-4 16,5 0 2-16,-4 2-19 0,3 1-7 0,-7 3-14 0,3 1-4 16,1 3-14-16,-1-1-19 0,3 1-12 15,0 0-8-15,-1 1-8 0,4 2-14 0,-1-3-13 16,5-1-8-16,0 1 1 0,0-3-21 0,4 3-11 15,0 0-10-15,2-3-2 0,-2 2-13 0,2-2 5 0,2-1-10 16,2 0-9-16,-2 1-5 0,3-4-12 16,2 2-18-16,1-2-14 0,0-3-30 0,-1 1-22 0,7-1-31 15,-3-1-34-15,4 2-33 0,-4-4-30 16,5-2-26-16,-1 1-33 0,2 0-32 0,-8-1-192 0,7-1-505 16,0-2 224-16</inkml:trace>
  <inkml:trace contextRef="#ctx0" brushRef="#br0" timeOffset="182448.09">26569 9335 132 0,'0'0'285'0,"0"0"-7"0,-2-7-16 16,2 7-14-16,0 0-18 0,0 0-14 0,2-9-26 15,-2 9-24-15,9-5-4 0,-3 4-21 0,6-2-19 16,-1 0-14-16,0 2-26 0,3 0-35 0,-1-1-32 15,-1 0-39-15,1 4-43 0,-2-4-47 0,3 1-40 16,-3 1-46-16,-2 1-155 0,-2-1-383 0,-7 0 170 16</inkml:trace>
  <inkml:trace contextRef="#ctx0" brushRef="#br0" timeOffset="182615.91">26628 9390 97 0,'-8'6'207'0,"8"-6"4"0,-4 7-3 0,4-7 0 15,-5 4-9-15,5-4-11 0,0 0-10 0,-4 3-12 16,4-3-6-16,0 0-18 0,0 0-11 0,0 0-18 16,9 8-17-16,-9-8-22 0,14 1-37 0,-6 0-42 15,4-2-40-15,1 0-57 0,1 0-38 0,2-1-58 16,-3-1-124-16,7 1-347 0,0 1 154 0</inkml:trace>
  <inkml:trace contextRef="#ctx0" brushRef="#br0" timeOffset="183095.96">27290 9071 101 0,'-3'-11'352'0,"-3"2"-14"0,4 3-5 0,0 0-3 0,2 6-19 15,-4-10-15-15,4 10-26 0,0 0-23 0,-4-8-28 16,4 8-18-16,0 0-20 0,0 0-12 15,0 0-1-15,0 0-5 0,21 20-13 0,-10-6-9 16,0 2-6-16,1 0-11 0,3 7-10 0,-1-4-11 0,0 5-5 16,-1-4-3-16,-3-3-12 0,0 1-10 0,-1-3-6 15,0 1-5-15,0 0-2 0,-2 0-7 0,1-6-6 16,-3 6-6-16,1-6-3 0,0 0-6 16,-2-1-2-16,0 0-3 0,-1-2-2 0,1 1 2 0,1-3-4 15,-3 0-8-15,-2-5 2 0,4 9 2 0,1-6-8 16,-5-3 7-16,3 6-4 0,-3-6 4 0,0 0-3 15,2 6-1-15,-2-6 1 0,0 0-2 0,0 0-2 16,0 0-1-16,15-13-2 0,-9 6 2 0,0-3-3 16,2-2-1-16,-3-6-4 0,5 0-3 0,-2 2-4 15,3-7 2-15,-2 5 0 0,0-6-8 0,0 5-1 16,0-6-2-16,5 0-3 0,-10 6 0 0,7-4 3 16,-5 6 0-16,-3 7 2 0,-1-3 3 0,3 3-2 15,-5 4 3-15,3-3-2 0,-1 2 4 0,-2 7-3 16,1-9-9-16,-1 9-18 0,3-7-26 0,-3 7-18 15,0 0-25-15,2-7-25 0,-2 7-32 0,0 0-26 16,0 0-28-16,0 0-28 0,0 0-21 0,0 0-35 16,0 0-23-16,0 0-219 0,0 30-585 0,2-24 260 15</inkml:trace>
  <inkml:trace contextRef="#ctx0" brushRef="#br0" timeOffset="183364.09">27851 9147 59 0,'0'0'287'16,"-4"-8"-3"-16,4 8-7 0,-5-7-8 15,5 7-13-15,-8-4-16 0,8 4-18 0,-12 0-16 16,12 0-2-16,-11 1-14 0,6 5-7 0,-5 0-5 0,2 3-6 16,0-1-7-16,-3 5-9 0,3-5-17 15,0 6 2-15,3 1-10 0,-1-1-6 0,-1-1-9 16,2 2-9-16,2 0-12 0,-1-3-11 0,4-2-9 0,0 0-2 15,0 2-19-15,4-2 5 0,-1 0-2 0,4 0-11 16,-1-2-20-16,3 0-16 0,0-2-39 16,3 2-31-16,1-5-37 0,1-1-33 0,3 2-42 15,2 1-40-15,-6-5-46 0,8-1-25 0,-3 1-34 0,-3 0-205 16,3-1-565-16,0-1 250 0</inkml:trace>
  <inkml:trace contextRef="#ctx0" brushRef="#br0" timeOffset="183796.23">28230 9135 67 0,'-6'-11'290'15,"3"6"-5"-15,3 5 3 0,-10-6-5 0,6 3-8 16,4 3-16-16,-14 0-6 0,14 0 2 0,-14 4-26 16,4 1-15-16,0 2-4 0,3 0-35 0,-3 1-20 15,0 1-12-15,1-1-9 0,5 2-19 0,0 0-5 16,-1 1-9-16,5 0-14 0,0-2-6 0,0 2-11 15,2 0 7-15,1-1-27 0,3-1-19 0,1-1 6 16,2-2-21-16,-2 1 3 0,2-4-9 0,1 1-1 16,2 0-3-16,-2-1-7 0,-1-1 8 0,3-1-11 15,-5-1 4-15,-7 0 2 0,16-1 1 0,-16 1-3 16,9-1 3-16,-9 1 0 0,9-3-3 0,-9 3 13 16,6-2 11-16,-6 2 4 0,0 0-10 0,0 0 11 15,0 0 0-15,0 0 8 0,0 0 2 0,0 0 5 16,0 0 1-16,-24-6 4 0,24 6-2 0,-22 6 8 15,12 0 6-15,-3-1 4 0,0 3 2 0,1-1 6 0,1 3 1 16,0-3-2-16,-3 5-2 0,3-1 0 16,1 0-10-16,2-2-1 0,-1 0-4 0,4 1-3 15,2-3-4-15,-3 0-9 0,2 2-3 0,4-3 0 16,0-6-7-16,2 14-3 0,3-8-17 0,-1-2-23 0,5 2-8 16,-2-1-24-16,4 0-31 0,0-2-28 15,3-3-33-15,0 3-35 0,3-3-29 0,1 0-35 16,-5-1-47-16,1-1-34 0,0 2-31 0,0-3-291 0,0 2-694 15,5-2 307-15</inkml:trace>
  <inkml:trace contextRef="#ctx0" brushRef="#br0" timeOffset="184286.08">28675 9181 208 0,'0'0'248'0,"0"0"-4"0,0 0-10 15,0 0-11-15,0 0-15 0,0 0-10 0,0 0-15 16,0 0-11-16,0-9-7 0,0 9-7 0,0 0-7 16,0 0-4-16,0 0-7 0,0 0-1 0,0 0-7 15,0 0 6-15,0 0-7 0,-8-7-8 0,8 7-5 16,0 0-5-16,0 0 5 0,-11 0 2 0,11 0 4 15,-8-1-10-15,8 1 2 0,-9-1-7 0,9 1-3 16,-10-2-7-16,10 2 3 0,-12-3-3 0,12 3 0 16,0 0-7-16,-10 0-7 0,10 0-4 0,0 0-2 15,0 0-13-15,-10 0-3 0,10 0-3 0,0 0-7 16,0 0-2-16,0 0-6 0,0 0-1 0,0 0-4 0,0 0-4 16,0 0-2-16,0 0-3 0,0 0 0 15,0 0-2-15,0 0-4 0,34-3-10 0,-17 1 4 16,2 0 1-16,4 1-4 0,4 0-1 0,0-2-7 15,-5 0 6-15,0-1-6 0,-2 2 1 0,1 1 2 16,-1 0-5-16,-4-3-1 0,-3 2-4 0,5 1 1 16,-5 2-5-16,-2-2-1 0,-1-3 6 0,1 3-7 15,-4-2-3-15,-7 3-5 0,13-1-11 0,-8 0-11 0,-5 1-12 16,10-1-24-16,-10 1-13 0,8-2-29 0,-8 2-22 16,0 0-23-16,9-2-25 0,-9 2-23 0,0 0-36 15,0 0-28-15,0 0-36 0,0 0-16 16,0 0-14-16,0 0-216 0,0 0-598 0,0 0 265 0</inkml:trace>
  <inkml:trace contextRef="#ctx0" brushRef="#br0" timeOffset="184562.64">28815 9009 281 0,'-7'-10'293'0,"7"5"-12"0,0 5-2 0,-7-8 7 15,7 8-3-15,-4-8-2 0,4 8-13 0,0 0-20 16,-3-5-23-16,3 5-22 0,0 0-10 0,0 0-9 16,0 0 4-16,0 0 3 0,-7 17-3 0,6-4-6 15,-1 5-7-15,1-1-9 0,-4 8-19 0,3 0-10 16,1-6-13-16,-1 5-16 0,1 3 0 0,1-8-17 16,-2 0-6-16,2 2-12 0,0-2-34 0,2-1-29 15,-1 1-52-15,1-2-31 0,-2-1-53 0,2 0-41 16,-1 0-39-16,-1 0-51 0,0-6-50 0,0 0-47 15,0 3-278-15,-1-1-682 0,-1-1 301 0</inkml:trace>
  <inkml:trace contextRef="#ctx0" brushRef="#br0" timeOffset="186128.69">29260 8968 94 0,'0'0'166'0,"1"-7"-7"0,-1 7-1 0,0 0-3 16,0 0-6-16,0 0-11 0,0 0-8 0,0 0-7 15,0 0-5-15,0 0-2 0,0 0-4 0,0 0-8 16,-3-10-5-16,3 10-3 0,0 0-8 0,0 0-5 16,0 0-2-16,-11-2 0 0,11 2-2 0,0 0-4 15,-11-2-5-15,11 2-6 0,-9-1-5 0,9 1-1 16,-10 0-5-16,10 0-1 0,0 0 0 0,-13 0-1 16,13 0 0-16,0 0-5 0,-8 1 0 0,8-1-5 15,0 0-2-15,0 0-8 0,0 0 2 0,0 0-4 16,0 0-6-16,-10 0 7 0,10 0-10 15,0 0 2-15,0 0-1 0,0 0 2 0,0 0-9 0,0 0 1 16,0 0-1-16,42-1-6 0,-21-3-7 0,-2 3-5 16,3-1-9-16,6-1-20 0,-7 0-22 0,0-1-23 15,-1 3-34-15,1 1-25 0,-3-1-40 0,-1-3-14 16,-5 3-23-16,-1 1-179 0,-6 0-426 0,-5 0 189 16</inkml:trace>
  <inkml:trace contextRef="#ctx0" brushRef="#br0" timeOffset="186613.77">29391 8918 23 0,'-6'-4'238'0,"6"4"-5"0,0 0-5 0,0 0-7 16,0 0-10-16,0 0-12 0,0 0-18 0,0 0-18 0,0 0-15 15,0 0-1-15,0 0 1 0,-7 9-5 16,7-9-8-16,1 16 6 0,0-6-8 0,1 5 4 0,-1 2-8 15,1-1-6-15,1 10-1 0,0-7-14 16,-2 8 4-16,4-3-15 0,-1-4-3 0,-1-2 10 0,1-1-27 16,0 2-8-16,1 5 4 0,-1-7-12 0,0-2-5 15,1 3-2-15,-2-4-4 0,-1 2-9 0,1-5-3 16,-1 0-7-16,1 0 1 0,-1-1-5 0,0-1-6 16,-1-3-3-16,0 1-1 0,1-1 1 0,-2-6 7 15,2 9-17-15,-1-3 12 0,-1-6-16 0,2 7 12 16,-2-7-2-16,0 0-4 0,1 10-3 0,-1-10-3 15,0 0-6-15,0 0-6 0,0 0-5 0,0 0 0 16,0 0-3-16,-8 4-2 0,8-4 4 0,0 0-2 16,-13-1 3-16,13 1-6 0,0 0 3 0,-16-3 5 15,16 3-6-15,-10-3 2 0,4 0 5 0,6 3 1 16,-12-3-5-16,12 3 3 0,-13-2 8 16,13 2-5-16,-8-2 2 0,8 2 6 0,0 0-6 0,-11-1 1 15,11 1 0-15,0 0-2 0,0 0-5 0,0 0 2 16,-7-2 3-16,7 2-2 0,0 0-3 0,0 0 2 15,0 0 4-15,0 0-4 0,0 0-3 0,34-1 1 16,-22-2 1-16,4-1-17 0,3 1-6 0,0 1-14 16,3-2-25-16,6-2-20 0,1-3-30 0,1 6-26 15,-9-1-33-15,0 1-29 0,7-3-31 0,-6 2-23 16,-4 2-181-16,-2-1-483 0,2-1 213 0</inkml:trace>
  <inkml:trace contextRef="#ctx0" brushRef="#br0" timeOffset="187704.58">29922 9217 63 0,'4'-4'221'0,"-4"4"-6"15,0 0-4-15,2-7 5 0,-2 7-4 0,2-9-7 16,-2 9-11-16,0 0-6 0,0 0-8 0,0 0-7 15,0 0-9-15,-7-11-6 0,7 11-6 0,0 0-8 16,-11-1-6-16,11 1-10 0,0 0-4 0,-14 5-4 16,9-1-8-16,-2 2 2 0,0 0-8 0,0 2 2 0,0 0-15 15,-1-1 2-15,0 1 3 0,1 1-7 0,-1 1-10 16,0 1-16-16,2 0 5 0,2-1-10 16,1-1-7-16,1 1-2 0,1 1-11 0,2-3-2 0,1 2 3 15,2 0-8-15,2-2-5 0,2-2-6 0,4 2-16 16,2-2-39-16,5 1-13 0,4-4-30 0,4 1-28 15,0-1-29-15,2-1-40 0,-2 0-43 16,-5-2-36-16,-1-2-34 0,-1 2-263 0,-6-2-595 16,0 2 263-16</inkml:trace>
  <inkml:trace contextRef="#ctx0" brushRef="#br0" timeOffset="188023.16">30308 8996 38 0,'0'-10'308'0,"-1"2"-1"0,1 8-12 15,1-14-11-15,0 8-2 0,-1 6-6 0,2-11-9 16,-2 11-21-16,0 0-15 0,1-8-25 0,-1 8-28 16,0 0-16-16,0 0 5 0,0 0 7 0,0 0 11 15,4 24-24-15,-3-7-13 0,-1-1 6 0,0 1-7 16,0 2-13-16,4 0 6 0,-4 1-7 0,-3-1-15 15,2 5-9-15,2-6-11 0,-2 0-8 0,1-1-9 16,0 2-8-16,-1-2-6 0,1-1-6 0,-1-4-6 16,3 4-5-16,-2-3-5 0,0-2-13 0,1-1-30 15,-1-1-35-15,5 0-34 0,-5-3-34 0,0-6-30 16,3 12-26-16,-2-6-31 0,-1-6-30 0,1 12-31 16,-1-12-33-16,0 7-10 0,0-7-14 0,0 0-20 15,0 0-200-15,0 0-569 0,0 0 251 0</inkml:trace>
  <inkml:trace contextRef="#ctx0" brushRef="#br0" timeOffset="188346.34">30299 8964 115 0,'5'-17'206'0,"3"2"-9"0,2 1-5 16,-1 0-8-16,-1 3-1 0,0 3-5 15,4 1-5-15,-2 3-7 0,4 3-4 0,-2 0-13 16,1 3-7-16,1 1-6 0,-3 2-5 0,2 0 0 15,-4 5-11-15,0-1-13 0,2 4 0 0,-2 1 2 16,-5 2-6-16,-1 0-4 0,-3 1-10 0,-3-5 2 16,-2 5 1-16,-5-2-3 0,1 0 12 0,1-1-20 15,-3-1 4-15,-3-2 6 0,2 1 0 0,-2 0-2 16,4-5 4-16,0 0-7 0,-2 0-3 0,7-2-1 16,-3 1-9-16,3-2-3 0,0 0-14 0,5-4-8 15,-7 6-11-15,7-6 3 0,-6 5-6 0,6-5 0 16,0 0-4-16,2 9-3 0,-2-9-3 0,5 6-6 15,-5-6-9-15,14 3-25 0,-4-3-23 0,4 1-38 0,4-2-38 16,2 1-28-16,-3-1-34 0,2-1-38 16,2 2-38-16,-1-4-29 0,-1 0-39 0,-4 1-212 0,2 1-577 15,-4 0 256-15</inkml:trace>
  <inkml:trace contextRef="#ctx0" brushRef="#br0" timeOffset="188646.17">30717 9076 90 0,'6'-5'292'0,"-6"5"-2"0,4-7 0 16,-4 7-5-16,0 0-2 0,0 0-14 0,7-4-13 16,-7 4-22-16,0 0 9 0,0 0-5 0,0 0 6 15,0 0-2-15,0 21-5 0,0-9-5 0,-2 0 1 16,0 2-14-16,-1 2-17 0,1 0-9 0,0 1-15 16,0 0-9-16,2 1-13 0,-3-2-14 0,2-4-7 15,1 3-11-15,0 0-9 0,-1-2-13 0,2-2-9 16,-1 0-7-16,0-2-12 0,5 1 11 0,-2-1 5 15,-2-2-6-15,1-2-1 0,2 2-2 0,3-1-12 16,-1-1-5-16,3-1-4 0,1-2-11 0,1 1-1 16,1-2-8-16,1 0-27 0,2-2-7 0,1-2-20 15,3 2-30-15,-2 0-26 0,2-4-30 0,-1-2-45 16,2 1-32-16,-1 0-56 0,7-5-42 0,-7 2-51 16,0 0-58-16,5-3-61 0,-7 1-307 0,2-1-812 15,3-3 359-15</inkml:trace>
  <inkml:trace contextRef="#ctx0" brushRef="#br0" timeOffset="195751.69">29158 2949 53 0,'0'0'110'0,"-4"-6"0"0,4 6-2 0,0 0-15 15,0 0-2-15,0 0-6 0,0 0 2 16,0 0-2-16,0 0-4 0,-8-4-2 0,8 4-5 16,0 0-4-16,0 0-9 0,0 0 2 0,0 0-7 15,0 0-3-15,0 0-7 0,0 0-4 0,0 0 1 16,0 0-9-16,0 0-1 0,0 0-8 0,0 0-5 16,0 0-4-16,0 0 2 0,0 0-1 0,0 0-2 15,0 0-4-15,0 0-4 0,-18 11-1 0,11-5 5 16,-3 2-1-16,2 0-2 0,0-1-1 0,-2 1 0 15,4 1-2-15,-2 0 1 0,0-1-1 0,-1 2-1 16,4-3-6-16,-1 0 8 0,3 0-4 0,-2-2 2 16,0 3 1-16,0-2-13 0,1 0-20 0,0 0-20 15,2 1-20-15,2-7-13 0,-3 12-21 0,1-8-11 16,2-4-14-16,-3 9-73 0,3-9-216 0,-3 9 96 16</inkml:trace>
  <inkml:trace contextRef="#ctx0" brushRef="#br0" timeOffset="195961.23">29100 2983 152 0,'4'-6'135'0,"-4"6"-8"0,0 0-14 15,0 0-11-15,0 0-7 0,0 0-15 0,0 0-8 16,0 0-7-16,0 0-7 0,0 0-3 0,0 0-6 15,21 12-6-15,-15-6-4 0,3 1 0 0,2-1-8 16,2 1-23-16,1 2-35 0,3-1-35 0,2 2-35 16,-2-1-83-16,-1-3-194 0,2 3 85 0</inkml:trace>
  <inkml:trace contextRef="#ctx0" brushRef="#br0" timeOffset="196133.28">29558 3137 106 0,'0'0'184'0,"0"0"-23"16,0 0-21-16,0 0-34 0,0 0-42 0,0 0-36 16,0 0-66-16,5 4-88 0,-5-4-135 0,0 0 60 0</inkml:trace>
  <inkml:trace contextRef="#ctx0" brushRef="#br0" timeOffset="-209762.94">26169 10062 86 0,'0'0'117'0,"0"0"0"0,0 0-5 15,0 0-10-15,-14-7-9 0,14 7-3 16,0 0-4-16,0 0-1 0,0 0-7 0,0 0-5 16,0 0-3-16,0 0 3 0,0 0-2 0,0 0 3 0,0 0-7 15,-11 1 1-15,11-1-5 0,0 0-6 0,0 0 4 16,0 0-1-16,-12 4-4 0,12-4-2 0,0 0-1 16,0 0-2-16,0 0-2 0,-8 2 1 0,8-2-6 15,0 0-1-15,0 0-4 0,0 0-6 0,0 0 1 16,0 0-2-16,0 0-4 0,0 0 0 0,23 2-5 15,-10-4 0-15,5 0-5 0,5 0-3 16,-3-2-6-16,11 1-8 0,-4-2-10 0,-4 4-14 0,-3-2-22 16,0 0-34-16,0 3-25 0,-1 0-27 0,-2-3-22 15,-5 3-25-15,-1 1-100 0,-3-2-300 0,-8 1 133 16</inkml:trace>
  <inkml:trace contextRef="#ctx0" brushRef="#br0" timeOffset="-209300.37">26358 10046 145 0,'0'0'160'15,"0"0"-7"-15,0 0-3 0,0 0-12 0,0 0-16 16,0 0-13-16,0 0 1 0,0 8 5 0,0-8 17 16,0 13 1-16,2-2-10 0,0 5 7 0,-2 1-6 15,2 3-3-15,-2-1 0 0,0 6-8 0,0 1-6 16,0-6-6-16,0 5-5 0,0-6-5 0,0 1-8 15,0-2-7-15,3-1-6 0,-1 0-8 0,0-1-10 16,-4-4 1-16,4 1-5 0,-2-1-12 0,0-1 7 0,0-1-7 16,0-1-5-16,0 0-3 0,0-1 0 15,0-8-5-15,0 12-2 0,0-12 0 0,0 9-1 16,0-9-5-16,0 6 4 0,0-6 9 0,0 0-16 16,2 8-2-16,-2-8 10 0,0 0-11 0,0 0-1 0,0 0 0 15,0 0 1-15,-6 5-4 0,6-5 1 0,0 0-6 16,-13 0 0-16,13 0 0 0,-12 0-5 15,12 0 4-15,-11-2 3 0,11 2-3 0,-13-3-2 0,7 2 3 16,6 1 0-16,-13-2-2 0,13 2-3 0,0 0 0 16,-13-2 0-16,13 2 3 0,-9 0 0 0,9 0 0 15,0 0-4-15,-11-2 5 0,11 2-5 16,0 0 2-16,0 0 0 0,-7-2-9 0,7 2 1 0,0 0 1 16,0 0 2-16,0 0 4 0,0 0-6 0,0 0 8 15,0 0-5-15,36 1 3 0,-25 0-1 0,9-3-8 16,-4 1-13-16,-2 1-16 0,3-3-23 0,4 2-29 15,-1 1-41-15,-2-2-18 0,2 1-26 0,-1-4-24 16,0 4-29-16,-1-2-132 0,-2 1-395 0,2-2 175 16</inkml:trace>
  <inkml:trace contextRef="#ctx0" brushRef="#br0" timeOffset="-209032.75">26794 10326 99 0,'0'0'232'0,"0"0"0"16,0 0-6-16,-9-7-3 0,9 7-18 0,-12 0-6 16,12 0-14-16,-13 3-2 0,4 1-16 0,-3-1-10 15,4 3-10-15,-1 1-5 0,-5 0-11 0,5 4 4 16,1-2-11-16,-4 5-10 0,1-1-9 0,0 1-1 16,3-1-4-16,0 3-7 0,1-5-12 0,3 0-7 15,0-1-10-15,3 0-7 0,-4-1-3 0,5-2-5 16,0 3-6-16,0-3-7 0,5 1-2 0,-2-4-12 15,3 5-17-15,-1-4-19 0,5 1-29 0,2-1-31 0,-3-1-39 16,4-1-44-16,5-1-40 0,1 0-32 16,0-2-36-16,2-3-190 0,0 1-494 0,-2-2 219 15</inkml:trace>
  <inkml:trace contextRef="#ctx0" brushRef="#br0" timeOffset="-208833.99">27132 10297 157 0,'0'0'263'16,"0"0"-10"-16,1-7-9 0,-1 7-9 0,0 0-14 15,0 0-18-15,2-7-16 0,-2 7-21 16,0 0-9-16,8-4-18 0,-8 4-18 0,10-1-22 16,-1 0-22-16,2-1-26 0,1 1-32 0,-1 1-36 0,-1-2-38 15,2 4-40-15,-3-2-31 0,0 0-56 0,-9 0-172 16,12 0-382-16,-6 1 170 0</inkml:trace>
  <inkml:trace contextRef="#ctx0" brushRef="#br0" timeOffset="-208666.82">27104 10389 80 0,'0'0'196'16,"-3"5"2"-16,3-5-2 0,0 0-3 0,-2 9-6 15,2-9-14-15,0 0-13 0,11 5-15 0,-5-4-15 16,4-1-12-16,3 1-23 0,6-2-21 0,-2 1-38 15,1-2-40-15,3 0-31 0,1 0-46 0,-2-2-36 16,7-3-34-16,-6 2-115 0,7-1-288 0,-1 0 128 16</inkml:trace>
  <inkml:trace contextRef="#ctx0" brushRef="#br0" timeOffset="-208329.94">27679 10181 96 0,'4'-6'244'0,"-4"6"-4"15,0 0 2-15,0 0 1 0,0 0-12 0,0 0-13 16,0 0-3-16,0 0-4 0,0 0-7 0,-20 12-18 16,13-3-5-16,1 2-1 0,1-2-13 0,-2 3 4 0,0 2-13 15,3-4-19-15,3 2-20 0,1-1-14 16,0 0-7-16,1-1-3 0,1 1-11 0,4-1-2 16,-1-1-7-16,6-2-4 0,2 2-12 0,0-3-1 15,2-1-1-15,7-3-1 0,-4-1-7 0,3-2-2 16,-1-1-6-16,0-1-6 0,-2 1-4 0,0 0-1 15,-3-3-7-15,2-1-10 0,-6 0 9 0,1-1 0 16,-1-1-5-16,1-2 4 0,-7 0 4 0,2 1-12 0,-4-1-5 16,-3-3-2-16,0 3-5 0,-1-1-6 15,-4-1-1-15,0-2-20 0,-5-1-4 0,3 2-12 16,-6 1-9-16,2 1-16 0,-5 2-9 0,0-1-11 16,-2 2-14-16,-2 3-20 0,-2 4-25 0,-8 1-32 0,-3 1-43 15,-1 2-28-15,0 1-35 0,-4 4-217 0,0 1-541 16,2-2 241-16</inkml:trace>
  <inkml:trace contextRef="#ctx0" brushRef="#br0" timeOffset="-206884.62">23838 10349 222 0,'-1'-10'235'16,"1"-2"-3"-16,-3 2-1 0,2 3 0 0,1 7-6 15,0-14-12-15,0 14-15 0,-2-10-7 0,2 10-22 16,-1-8-13-16,1 8-18 0,0 0-16 0,0 0-11 16,0 0-6-16,0 0 6 0,0 0-6 0,0 0-3 15,-9 34-8-15,5-17-5 0,2 2-10 0,1 1-8 16,-1-1-7-16,1 1-5 0,2 3-10 0,1-6 2 15,-1-1-6-15,4-1-4 0,3 1-8 16,1-3 2-16,2 1-5 0,3-2-4 0,-4-5 1 0,7 2 1 16,-2-4-7-16,3 1 1 0,0-1-7 0,0-2 13 15,-1-3-14-15,0-1-3 0,1-1 6 16,-5-1-11-16,0 1 2 0,0-1 0 0,-3-2-8 0,0 0 4 16,-1-2-8-16,-3 0-3 0,1 0-8 0,-1-3 9 15,-1 1 0-15,-1-1-2 0,0 0 3 0,-3 0 4 16,1-2-4-16,-2-1 0 0,0 3-1 0,-2-2 13 15,2 3 0-15,0 9-13 0,0-12 7 0,-1 6-5 16,1 6 0-16,0 0-2 0,0-12-2 0,0 12-1 16,0 0-3-16,0 0 23 0,0 0-11 0,0 0 4 15,0 0-3-15,0 0 1 0,-4 31 3 0,5-21 0 16,1 0-3-16,0 0 1 0,1-1 0 0,1 1 0 16,1-3 0-16,0 0 3 0,4-1-2 0,1 0 0 15,0-2-4-15,3 2 3 0,0-4 5 0,2-1-1 16,2-1-9-16,-3 0 3 0,3-1-3 0,-4-1 1 15,4-4-12-15,-4 2 4 0,-2 1-6 0,0-1 1 16,1-3 3-16,-4 2-13 0,0-1-2 0,-1-2 2 16,-3 2 0-16,0-2-5 0,-1 0-3 0,-2 2-3 15,-1-5 4-15,0 0-8 0,-1 0 0 0,-2-2 1 16,-1-2 6-16,-3 2 2 0,0-1 3 0,1 2 2 16,-1-2 1-16,1 2 7 0,-2 6-3 0,3-3 2 0,0 4 7 15,1 0 0-15,4 5 1 0,-5-9-2 16,5 9 7-16,-4-5-4 0,4 5 1 0,-5-6 0 15,5 6-4-15,0 0 3 0,0 0 2 0,0 0-2 0,0 0-3 16,17-10 2-16,-7 8-7 0,5-2-2 16,0-2-1-16,2 0-2 0,0 2 1 0,0-1-1 0,-4 0 4 15,3-1-2-15,-4 2 4 0,0-2 0 0,-3-1 5 16,0 3-2-16,-3-1 1 0,2-1 1 0,-1 1 0 16,-4 0 5-16,4-2 2 0,-7 7 1 0,4-10 1 15,-3 3 4-15,-1 7 3 0,0-12 1 16,4 8 6-16,-4 4-2 0,0 0 1 0,-4-13 0 15,4 13-1-15,0 0-1 0,0 0 0 0,0-11-5 0,0 11-4 16,0 0 13-16,0 0 0 0,0 0 14 0,1 31-2 16,-2-14 3-16,-1 9 2 0,2 4 0 0,0-4 0 15,0 2-3-15,-2-2 1 0,1 1-2 0,-2-7-1 16,3-1-2-16,3 5-1 0,-3-4-1 0,-3-2-2 16,6-2 0-16,-3-4-2 0,0-1-3 0,3-1 6 15,-3-4-9-15,1 2-4 0,-1-8 0 0,1 11 2 16,-1-11-4-16,1 8 0 0,-1-8-7 0,5 6 4 15,-5-6-3-15,8 2-7 0,-8-2-5 0,0 0 3 16,22-8-6-16,-11 2 1 0,0 1-3 0,5-6 5 16,-3 3-2-16,2 0 1 0,-5 2 0 0,3 0 3 15,1-2 2-15,-1 5 0 0,1 1-4 0,-3-1 5 16,1 1-1-16,-2 1 3 0,2 0-3 0,2 1 0 16,-3 0 3-16,1 1 1 0,-1 0-2 0,1-1 3 15,0 0 1-15,1 0 1 0,-2 0-1 0,1-1 3 16,-1 0-3-16,0-2 1 0,2 0-2 0,-3 1 6 15,0 0-1-15,-2-1-1 0,1-1 3 0,-1-1 0 16,-2 0-3-16,0 0-1 0,-3-1 2 0,1-1 0 16,-3 0-3-16,2-1 1 0,-3-2 0 0,2 3-2 15,-2-1 4-15,0-1-1 0,-2-1 0 0,0-1 1 16,0 1-4-16,-1 1 1 0,1-1 9 0,0 2-7 0,-3 2 4 16,5 6 1-16,-6-8-1 0,6 8 4 0,-8-4 4 15,8 4 3-15,-11 7 4 0,2-1 6 16,0 3 0-16,1 1-1 0,1 3-3 0,-2 3-2 15,2-1-4-15,2-3 2 0,1 0-3 0,2 1 3 0,0 1-3 16,2-1-19-16,2-1-20 0,2-1-26 0,-1 0-37 16,4 1-41-16,-2-2-48 0,4-2-43 0,1 1-34 15,-2-1-195-15,2-2-487 0,-1-1 215 0</inkml:trace>
  <inkml:trace contextRef="#ctx0" brushRef="#br0" timeOffset="-206532.65">25024 10401 99 0,'0'0'202'0,"4"-7"-14"16,-4 7 10-16,0 0 10 0,0 0 8 0,0 0-1 15,0 0-3-15,7 17-6 0,-5-7-12 0,-2-2 3 16,2 3 5-16,-2-1-23 0,0-1-14 0,0 0-9 16,1 1-14-16,-1-1-5 0,0-2-20 0,0-7-8 15,2 13 6-15,-2-13-22 0,0 7-7 0,0-7 8 16,0 0-4-16,0 0 14 0,0 9 4 0,0-9-4 15,0 0 0-15,0 0-11 0,0 0-14 0,0 0-8 16,0 0-9-16,0 0-4 0,0 0-7 0,0 0-8 16,-2-32-12-16,5 22-1 0,2-2-10 0,-1-2-6 15,6-2-6-15,-1-1 0 0,5-6-10 0,1-1 2 16,1 3-14-16,-1 2 12 0,-2 3 4 0,1 2-3 0,-4 5-5 16,1 0 3-16,0 1-3 0,-2 4 2 15,-3 1-1-15,1 2-10 0,-7 1 10 0,12 6 3 16,-6-1 1-16,0 3 4 0,4 3 3 0,-7 0-4 0,1 3 6 15,2 2-3-15,-3 0 0 0,-1-1 0 16,2 3-27-16,-4-2-44 0,5-4-49 0,-5 1-52 16,0 2-71-16,2-4-76 0,1 6-329 0,1-5-696 15,0-2 307-15</inkml:trace>
  <inkml:trace contextRef="#ctx0" brushRef="#br0" timeOffset="-206385.41">25573 10442 98 0,'2'-6'243'0,"-2"6"-26"0,0 0-22 0,0 0-36 0,6-6-38 15,-6 6-44-15,0 0-60 0,8-1-52 0,-8 1-147 16,9-1-198-16,-9 1 88 0</inkml:trace>
  <inkml:trace contextRef="#ctx0" brushRef="#br0" timeOffset="-205365.93">25973 10997 5 0,'-2'-10'268'15,"2"10"-7"-15,-2-9-10 0,2 9-6 0,-2-7 0 16,2 7-3-16,0 0-17 0,0-9-9 0,0 9-14 15,0 0-3-15,-4-8-27 0,4 8-20 0,0 0-13 16,0 0-19-16,0 0-10 0,0 0-9 0,0 0-13 16,0 0-7-16,0 0-9 0,0 0-6 0,0 0 8 15,18 25-6-15,-14-10 4 0,3 0-8 0,-1 4 0 16,1-1 9-16,0 0-11 0,0 1-15 0,1 5 6 16,-3-7-11-16,3 2 6 0,-2-3-11 0,1 0 5 0,-1 0 1 15,-2-3-10-15,0-2-2 0,2 0-4 16,0-1-1-16,-3 0-1 0,1-1-4 0,2 0-6 15,-3-4 5-15,-1 1-4 0,0 0 0 0,3-3-2 16,-5-3 5-16,7 8-9 0,-7-8 6 0,4 5 2 0,-4-5-2 16,5 3 1-16,-5-3-11 0,0 0 9 0,0 0-5 15,16-13 1-15,-10 7 0 0,1-4-3 16,-1 1-6-16,2-3 17 0,0-1-22 0,3-4 9 0,-4 4-4 16,3-5 6-16,-2 0-6 0,5-3 0 0,-5 3-1 15,3-7 1-15,0 4 0 0,-2 3-8 0,-2-1-2 16,-1 3 3-16,1 1-7 0,-3-2 9 0,1 6-4 15,-2 0-3-15,1 0-2 0,0 5 3 0,-4-1 1 16,0 7 0-16,3-10-16 0,-3 10-16 0,2-8-23 16,-2 8-9-16,4-8-35 0,-4 8-29 0,0 0-18 15,0 0-18-15,0 0-25 0,0 0-23 0,0 0-36 16,4 26-14-16,-1-14-213 0,-3 2-523 0,5-3 233 16</inkml:trace>
  <inkml:trace contextRef="#ctx0" brushRef="#br0" timeOffset="-205082.6">26645 11121 61 0,'2'-8'249'0,"-2"8"-6"16,0 0-5-16,0-9-5 0,0 9-8 0,0 0-11 15,0 0-16-15,-13-5-12 0,13 5-12 0,-12 2-5 16,12-2-16-16,-17 9-2 0,6-3-4 0,1 1-3 15,-3 5-7-15,-1-1 1 0,3 2-8 0,1 0-13 16,0 2-1-16,1-1-13 0,1 0-1 0,3 2-13 16,0-4-5-16,3 0-8 0,0-2-11 0,2 2-1 15,2-2-15-15,-2 1 4 0,5-1-5 0,-1-1-2 16,1-1-4-16,1 0-4 0,1-1-6 0,2-1-13 16,2-1 0-16,0 0-26 0,3-3-20 0,1 2-33 15,4-4-40-15,-2 1-42 0,2 0-54 0,-6-1-40 16,7-2-43-16,-1-1-273 0,-2 2-596 0,1-4 265 15</inkml:trace>
  <inkml:trace contextRef="#ctx0" brushRef="#br0" timeOffset="-204800.67">27076 11100 168 0,'0'0'274'0,"-4"-6"-1"0,4 6-3 16,-11-2-1-16,11 2-3 0,-18 2 2 15,5 1-24-15,-1 4-10 0,3 0-1 0,-5 3-8 16,0-2-10-16,2 6-9 0,-1-4-17 0,1 4-8 0,3-2-14 16,2 2-12-16,-2-2-11 0,4-2-8 0,3 1-21 15,2-1-14-15,2 0-8 0,-3 2-7 0,6-3-9 16,-1-1-17-16,0 2 9 0,2-4-8 16,4 1-2-16,1-1-8 0,-1-1-4 0,1 1-8 0,5-3-15 15,-1 0-14-15,1-2-28 0,-1 0-31 0,-2-2-28 16,3 1-38-16,-1 0-35 0,1 0-35 0,-5-2-49 15,0 1-48-15,2-1-55 0,-2-1-257 16,0-2-643-16,0 0 284 0</inkml:trace>
  <inkml:trace contextRef="#ctx0" brushRef="#br0" timeOffset="-204066.99">31515 9109 97 0,'-7'-4'236'0,"7"4"-4"0,-8-6-11 0,5 2-5 15,3 4-2-15,-11-5-11 0,11 5-9 16,0 0-3-16,-3-6-19 0,3 6-6 0,0 0-11 16,0 0-10-16,0 0-14 0,0 0-16 0,0 0 19 0,17-8-5 15,-4 8-13-15,6-4-7 0,3 4-8 0,5-3-15 16,2 1-7-16,3-1-10 0,-3 2-15 16,4-1-14-16,-3 1-30 0,-1-1-27 0,-7 2-39 15,-1-1-42-15,-2-1-53 0,-1 4-56 0,-3-5-49 16,-2 1-216-16,-3 0-511 0,3 1 226 0</inkml:trace>
  <inkml:trace contextRef="#ctx0" brushRef="#br0" timeOffset="-203834.65">32065 8904 219 0,'3'-5'275'0,"-3"5"3"0,4-6-6 16,-4 6-19-16,0 0-3 0,0 0-27 15,0 0-9-15,0 0-18 0,0 0-18 0,0 0-10 16,0 0 4-16,0 0-1 0,0 0-11 0,0 0-21 0,-1 29-5 16,-1-18-3-16,0 2-17 0,-1-1-2 0,2 1-7 15,1 2-19-15,-2 0-13 0,1-2-1 0,2-1-2 16,-1 1-22-16,0-1-3 0,3 0-35 0,0-3-33 16,-1 2-31-16,2-1-38 0,-4 0-45 15,1 0-51-15,-1-10-57 0,4 16-32 0,-3-9-249 0,-1-7-569 16,3 10 252-16</inkml:trace>
  <inkml:trace contextRef="#ctx0" brushRef="#br0" timeOffset="-203612.58">32300 8960 3 0,'8'-8'236'0,"0"2"-5"0,-4 2-5 15,2 1-5-15,-6 3-12 0,8-4-5 0,-8 4 1 16,0 0 10-16,11 4-2 0,-7 1-3 15,1 3-5-15,-1 3-8 0,2 4-3 0,-3-3-18 16,-2 4-21-16,0 2-10 0,2-1-11 0,-3 0-8 16,0-1-18-16,-1 3-6 0,-1-3-8 0,-1-1-2 0,0-3-39 15,-1 0-14-15,2 0-48 0,-6-4-33 0,3 2-34 16,-3 1-34-16,-1-3-43 0,-2-2-52 16,1-3-46-16,-6 5-32 0,5-3-195 0,-2-2-517 15,-1-2 229-15</inkml:trace>
  <inkml:trace contextRef="#ctx0" brushRef="#br0" timeOffset="-203383.9">31955 8923 252 0,'-2'-5'274'0,"-1"-2"-12"0,3 7-14 16,-3-8-14-16,3 8-2 0,-4-4-13 0,4 4-9 15,0 0 4-15,0 0 0 0,-16 19-8 16,9-9-4-16,3 3-24 0,-3 1-12 0,4 2-11 15,-1 1-16-15,1 1-16 0,3 2-11 0,1-1-9 16,-1-3-3-16,4 4-16 0,1-4-3 0,3 4-15 16,3-4-33-16,0-1-37 0,3 0-37 0,-4-3-47 0,3-1-49 15,-2-1-58-15,3-3-63 0,3 3-69 0,-7-5-183 16,1 0-552-16,2-2 245 0</inkml:trace>
  <inkml:trace contextRef="#ctx0" brushRef="#br0" timeOffset="-203188.97">32179 8686 286 0,'0'0'277'16,"-3"-9"-31"-16,3 9-25 0,0-8-20 0,0 8-23 15,0 0-16-15,0 0-18 0,0 0-15 0,0 0-33 16,0 0-46-16,0 0-46 0,-7 28-64 0,8-16-54 15,-5 5-55-15,-1 2-107 0,0-1-298 0,-3 0 133 16</inkml:trace>
  <inkml:trace contextRef="#ctx0" brushRef="#br0" timeOffset="-200299.96">28612 10169 200 0,'0'0'227'0,"0"0"-4"0,-4-6-4 16,4 6-4-16,0 0-3 0,-6-7-8 0,6 7-6 16,0 0-16-16,0 0-13 0,0 0-13 0,0 0-17 0,-3-6-14 15,3 6-15-15,0 0-11 0,0 0-8 0,0 0 0 16,0 0-1-16,0 0-3 0,-2 28-2 16,-1-18-9-16,2 2-14 0,1 5 11 0,-3-1-19 15,1 2-5-15,2-1-11 0,0-2 4 0,0-2-5 0,4 4-1 16,-3-1-32-16,-1-2-23 0,0-2-32 0,1 1-46 15,-1 0-35-15,0 0-33 0,0-3-44 0,3 1-31 16,-3-1-207-16,0-3-484 0,0 0 214 0</inkml:trace>
  <inkml:trace contextRef="#ctx0" brushRef="#br0" timeOffset="-200135.42">28633 9965 106 0,'0'0'151'0,"0"-11"-37"16,0 11-34-16,0-7-25 0,0 7-8 0,0 0-16 15,0 0-29-15,0 0-25 0,14 27-32 0,-8-11-30 16,3 1-92-16,3 7 41 0</inkml:trace>
  <inkml:trace contextRef="#ctx0" brushRef="#br0" timeOffset="-199863.66">28808 10331 197 0,'0'0'201'0,"0"0"-4"0,0 0 0 0,0 0-4 0,0 0-4 15,0 0-14-15,0 0-12 0,-13-18-15 16,13 18-14-16,0-12-11 0,0 12-11 0,2-13-12 16,2 3-6-16,2 1-10 0,2-2-4 0,3-2-9 15,-4 3-6-15,7-1-6 0,-1 3-3 0,-3 1-3 0,2-1-10 16,-3 4 1-16,-1 1-7 0,-1 1-1 15,3 1-2-15,-10 1-2 0,13 3-2 0,-5 0-6 16,1 0 3-16,-3 2-2 0,1 5 0 0,-2-1-2 16,1 2-6-16,0 0 1 0,-2 4-2 0,-2-4 1 0,1 7-12 15,1-1-20-15,-2-2-32 0,0-2-25 0,2 2-44 16,-3-3-49-16,0 1-39 0,2 2-218 0,-2-4-455 16,2-2 202-16</inkml:trace>
  <inkml:trace contextRef="#ctx0" brushRef="#br0" timeOffset="-199082.79">29391 10275 177 0,'10'-7'172'0,"0"-3"0"0,-2 1-3 0,6-1-9 0,-7 0-2 16,5-2-15-16,0 0-7 0,-4 3-7 0,-1-2-2 15,-1 3-1-15,2-1 0 0,-3 0-16 16,0 1 4-16,-3 2-1 0,0 1 1 0,-1-2-14 0,-1 7-4 16,0-11-7-16,0 11-2 0,-4-9-4 0,4 9-3 15,-6-7 1-15,1 4 6 0,5 3-17 0,-16-3-8 16,7 3 2-16,-2 3 2 0,-1 1-8 0,-3 4-2 16,2-1-3-16,-1 4 3 0,-1 2-6 0,3 2 7 15,2-1-14-15,1 1-2 0,4 0-5 0,0 2-3 16,2-2 3-16,3-2 4 0,0-1-15 0,3 0 0 15,1 1-10-15,1-1 5 0,3-1-1 0,4 1-5 16,3-2-10-16,0-1-16 0,2-1-20 0,-1-2-12 16,4-1-22-16,-2-1-18 0,4-3-11 0,-3-1-11 0,2 3-14 15,-2-4-9-15,-2-1-4 0,2 2-4 16,0-4 2-16,1-1-4 0,-1-1 11 0,-2 1 12 16,1-3 6-16,0 0 16 0,-2-1 8 0,7-4 18 15,-7 0 0-15,0 0 1 0,1 0 27 0,-2-1 8 16,-3 0 9-16,3-2 16 0,-5 1 9 0,1 0 13 15,-1-1 18-15,-5 3 19 0,-1 3 14 0,-2 0 9 16,1 1 10-16,-2 0 10 0,-2 0 0 0,1 9 6 0,-5-9-5 16,5 9 2-16,-9-5 7 0,-3 5-2 0,12 0-2 15,-19 9 2-15,4 0 1 0,2 1-7 0,-2 0-11 16,1 2-4-16,3 1-9 0,0 2-9 16,3-3-4-16,2-3-9 0,2 2-3 0,-1-2-2 0,3 1-10 15,2 0-3-15,0 0 3 0,2-2-15 0,3 2-14 16,1-3-2-16,0-2-9 0,-1 0-7 0,2 0-4 15,5-2-4-15,-2 0 2 0,-2-2 6 0,3 0 0 16,-1 1-1-16,-2-4 1 0,-8 2 5 0,15-5-2 16,-7 3 2-16,-3-2 1 0,0 0-2 0,4-3 2 15,-4 3-1-15,1 0 4 0,-3-2-7 0,-3 6 7 16,8-7-1-16,-5 3 4 0,-3 4-1 0,6-4 4 16,-6 4 9-16,5-7-13 0,-5 7 5 0,0 0 17 15,0 0 0-15,0 0-8 0,5 19 8 0,-5-9 3 16,0 3 1-16,-2-1-3 0,0 4 5 0,-2 0-2 15,3 1 2-15,-1-5 0 0,2 7-8 0,0-7-2 16,-2 0 3-16,1-2 1 0,1 0 1 0,1-1 2 16,-1 0-10-16,0-9-11 0,2 12 11 0,-1-8-2 15,-1-4 4-15,2 9-2 0,2-2-4 0,0-5 2 16,1 2-5-16,-5-4 6 0,14 3 3 0,-6-3-9 0,4-2-3 16,2-1-18-16,-3 0-19 0,7-4-34 15,-1 3-31-15,-1-3-48 0,0 0-49 0,0 0-65 16,0-4-44-16,-3 1-229 0,0-2-575 0,1-1 255 15</inkml:trace>
  <inkml:trace contextRef="#ctx0" brushRef="#br0" timeOffset="-198716.95">30155 9891 62 0,'1'-6'222'0,"-1"6"-16"0,3-8-4 16,-3 8 14-16,0 0 16 0,0 0 3 15,0 0-5-15,0 0-11 0,3 24-12 0,-4-12-12 16,1 3-8-16,0 0-10 0,-1 1-15 0,1-3-6 0,0 3-19 16,0-4-2-16,1 0-10 0,-1-2-15 0,0-3-9 15,0 1-5-15,0-8-14 0,1 9 17 0,-1-9-15 16,-1 8 5-16,1-8 2 0,0 0 10 0,0 0 5 16,0 0-9-16,0 0-5 0,0 0-11 0,0 0-8 15,0 0-4-15,0 0-8 0,12-25-7 0,-9 15-9 16,4-2-4-16,2-2-8 0,0-2-6 0,1 0-5 15,0-2-9-15,5-3-7 0,2 2 3 16,-4 3-10-16,0 0-4 0,2 4 2 0,-3 0-3 0,-3 5 0 16,1 2-2-16,-1-3-3 0,-2 6-1 0,0-1-4 15,-7 3 5-15,14 3 16 0,-14-3-14 0,7 8-7 16,-1-1-24-16,-1 5-31 0,-3-3-30 0,-1 4-34 16,-1 4-36-16,-1 2-48 0,-3 2-47 0,4-2-55 15,-1 5-273-15,1-5-644 0,0-3 285 0</inkml:trace>
  <inkml:trace contextRef="#ctx0" brushRef="#br0" timeOffset="-198482.77">30739 10026 164 0,'2'-6'286'0,"1"1"16"0,0-1 13 0,-3 6-6 15,3-6-6-15,-3 6 0 0,4-8-23 0,-4 8-24 16,0 0-19-16,1-8-28 0,-1 8-5 0,0 0-13 15,0 0-10-15,0 0-16 0,0 0-8 0,3 28-9 16,-2-19-22-16,-1 2-14 0,0 0-5 0,1-1-13 16,1 2-9-16,-1 1-7 0,0-3-22 0,-1 0-42 15,2 0-46-15,0-1-36 0,1 0-39 0,-2-1-27 16,0-1-58-16,-1-7-56 0,3 14-52 0,-2-11-49 16,-1-3-193-16,0 0-588 0,-2 12 261 0</inkml:trace>
  <inkml:trace contextRef="#ctx0" brushRef="#br0" timeOffset="-198341.95">30726 9809 143 0,'0'0'171'0,"-3"-6"-30"0,3 6-33 0,0 0-32 15,0 0-48-15,0 0-31 0,0 0-47 0,0 0-53 16,0 0-111-16,0 0 50 0</inkml:trace>
  <inkml:trace contextRef="#ctx0" brushRef="#br0" timeOffset="-198149.85">30985 9887 198 0,'9'5'255'0,"-1"0"-4"16,-2 5 2-16,1 0 3 0,1 5-16 0,-1-1-7 15,-3 4-13-15,-2 0-9 0,-2 1-14 16,3 6-13-16,-4-8-21 0,-1 0-8 0,0 0-19 0,-1-2-14 15,1 2 3-15,-4 0-30 0,2-3-8 0,-4 1-42 16,-1-2-39-16,-1-3-42 0,1-2-41 0,-5 3-48 16,-2-4-54-16,5 0-43 0,-2-2-46 0,-4-3-154 15,4 1-455-15,-2-2 202 0</inkml:trace>
  <inkml:trace contextRef="#ctx0" brushRef="#br0" timeOffset="-197976.48">30680 9968 148 0,'-8'-3'272'0,"-2"5"-9"16,-3 2-3-16,3 1-4 0,1 4-15 0,-5 2-14 15,5 3-24-15,0 2-13 0,-1 1-23 0,4 1-17 16,-3 6-9-16,5-6-27 0,2 2-46 0,2 4-48 16,3 2-65-16,0-7-68 0,2-1-81 15,-1 1-201-15,-1 1-428 0,1-4 190 0</inkml:trace>
  <inkml:trace contextRef="#ctx0" brushRef="#br0" timeOffset="-197297.71">27599 11178 238 0,'0'0'259'0,"0"0"-8"0,0 0-4 15,0 0-6-15,0 0-10 0,0 0-5 0,0 0-16 16,-13-6-14-16,13 6-13 0,0 0-13 0,0 0-6 16,0 0-10-16,0 0-3 0,0 0-12 0,0 0-11 15,0 0-3-15,0 0-9 0,0 0-7 0,0 0-4 16,0 0-4-16,18 0-1 0,-18 0-16 0,20 0 6 16,-8-1-19-16,2 1 1 0,-1-2-8 0,1 1-11 15,-2-2 0-15,0 2-9 0,6 1-10 0,-5-2-27 16,6 0-26-16,-9 1-39 0,4 0-35 0,-1 1-45 0,-3 0-53 15,0 1-44-15,-2 0-40 0,-8-1-25 16,13 4-219-16,-10-1-560 0,-3-3 248 0</inkml:trace>
  <inkml:trace contextRef="#ctx0" brushRef="#br0" timeOffset="-197116.68">27744 11309 238 0,'0'0'276'0,"-7"2"-6"0,7-2-2 0,0 0 0 15,0 0-12-15,-7 4-7 0,7-4-19 0,0 0-23 16,0 0-10-16,0 0-21 0,0 0-19 0,0 0-13 16,0 0-15-16,16 5-23 0,-5-6-22 0,3 0-36 15,3 1-40-15,2-3-44 0,3 1-61 0,-2 0-62 16,11-1-67-16,-3 2-240 0,0-1-505 0,-6-2 225 16</inkml:trace>
  <inkml:trace contextRef="#ctx0" brushRef="#br0" timeOffset="-195890.65">28259 11207 174 0,'-2'-9'247'0,"-2"0"-7"16,2-1-7-16,0 4-1 0,2 6-4 0,-2-11-7 15,2 11-15-15,-3-8-11 0,3 8-26 0,0 0-14 16,0 0-14-16,0 0-8 0,0 0-1 16,0 0 5-16,0 0-3 0,19 17-6 0,-9-3-7 0,1 1-2 15,-1-1-6-15,-2 4-6 0,1 0-1 0,1-1-2 16,-1 1-18-16,-2-2 4 0,1 3-12 16,1-2-14-16,-1 0 3 0,-3-6-1 0,3 4-8 0,-1-4-6 15,-1 3-10-15,-2-5-4 0,1 1 1 0,1-2 4 16,-3-3-12-16,2 3-7 0,-1-4 4 0,-4-4-6 15,4 5 1-15,-4-5 16 0,5 5 0 0,-5-5 10 16,0 0-5-16,0 0-7 0,0 0 1 0,14-10-5 16,-7 2-5-16,0-1-4 0,-1-2 0 0,1-1-2 15,2-3-8-15,1-1 1 0,-1 0-2 0,3-1 0 16,-3-1-3-16,2-5-2 0,-1 5-5 0,1-6-3 16,-4 7 1-16,6-8-15 0,-4 1 7 0,0 6-2 15,0 4 0-15,0-3-1 0,-3 2-3 0,-1 4-2 16,-3 1 7-16,2 3-31 0,-2 2-11 0,-2 5-23 15,4-12-22-15,0 8-21 0,-4 4-25 0,0 0-19 16,0 0-13-16,0 0-13 0,0 0-32 0,0 0-29 16,5 20-26-16,-5-9-46 0,-3 1-166 0,1 5-524 0,-3-1 232 15</inkml:trace>
  <inkml:trace contextRef="#ctx0" brushRef="#br0" timeOffset="-195633.61">28741 11310 165 0,'0'0'260'0,"4"-9"-6"0,-4 9 0 0,0 0-2 16,0-7-7-16,0 7-7 0,0 0-7 0,0 0-16 15,0 0-15-15,0 0-14 0,-9-7-12 0,9 7-7 16,0 0-4-16,0 0 11 0,-14 11-26 0,8-6-9 16,-1 2 1-16,2 1-6 0,0 1-7 0,-2 1-5 15,1 0-8-15,3 1-6 0,-4-1-16 0,2 0-2 16,1 2-13-16,1-3-10 0,1 1-3 0,1 2-6 15,-2-3 2-15,4 1-14 0,1-1-9 0,0-3 2 16,2 6-25-16,0-7-31 0,2 2-28 0,1 0-40 16,1-3-41-16,3 0-36 0,-1-1-35 0,3 1-44 15,-3 0-32-15,4-5-30 0,4 2-34 0,-4-1-175 16,3-5-553-16,-1 0 244 0</inkml:trace>
  <inkml:trace contextRef="#ctx0" brushRef="#br0" timeOffset="-195200.73">29186 11183 212 0,'-5'-10'272'0,"5"10"3"15,-13-1-8-15,13 1-3 0,-13 1-3 16,1 1-13-16,0 2-8 0,2 4-10 0,-2-2-11 0,-2 4-20 16,3-3-12-16,2 2-21 0,1 1-9 0,0 0-23 15,0-1 1-15,2 2-7 0,3-2-26 0,-3 1-1 16,6-1-6-16,-1-2-19 0,2 4 0 0,2-2-12 15,1-3-5-15,1-1-6 0,6 2-16 0,-2 0 2 16,3-3-14-16,-1 0-22 0,1 0 3 16,1-1-5-16,1-2-1 0,-1 0-1 0,-1-1 1 0,-1-1-4 15,-2 1 8-15,-1-1-8 0,0-2 0 16,-2 1 0-16,-6 2 5 0,11-4 1 0,-11 4 7 0,6-3-15 16,-6 3 3-16,0 0 7 0,0 0 8 0,0 0-5 15,0 0 15-15,0 0 8 0,-24-3 11 0,24 3 1 16,-22 4 9-16,11-2 6 0,-1 4 5 0,-1-1-4 15,-3 2 10-15,-1 2 5 0,3-1 1 0,4-1 1 16,-1 0-9-16,0 2-5 0,2-1-9 0,3-1 0 16,-1 1-1-16,3-1-7 0,1 0-4 0,1 0-3 15,2-7-13-15,2 13 4 0,1-4-4 0,3-5-9 0,-1 1-16 16,4 0-22-16,2 0-20 0,0 0-34 16,9-3-30-16,0-1-40 0,2 1-30 0,0-3-33 15,-3 2-39-15,1-1-30 0,1-1-31 0,-5 0-32 16,0 2-246-16,-3 0-637 0,-1-2 282 0</inkml:trace>
  <inkml:trace contextRef="#ctx0" brushRef="#br0" timeOffset="-113814.81">23583 4310 50 0,'0'0'63'15,"0"0"-2"-15,0 0-6 0,0 0-3 0,0 0-6 16,0 0 7-16,0 0-12 0,0 0 5 0,-2-18-4 15,2 18-8-15,0 0-6 0,0 0 2 0,0 0-5 16,0 0 2-16,-4-7-7 0,4 7-4 0,0 0-1 16,0 0-4-16,0 0-4 0,0 0-3 0,0 0 7 15,0 0-8-15,0 0 7 0,0 0-7 0,0 0 7 16,0 0-2-16,0 0-8 0,0 0 6 0,0 0-3 16,0 0 2-16,0 0 4 0,0 0-2 0,0 0 13 15,0 0 8-15,0 0 2 0,0 0-3 0,0 0 9 16,0 0 10-16,0 0-13 0,0 0-1 0,0 0 4 15,0 0-6-15,0 0-7 0,0 0 0 0,0 0 3 16,0 0-7-16,0 0-1 0,0 0-2 0,0 0-5 16,0 0 5-16,0 0-8 0,0 0-2 0,0 0 0 15,0 0-5-15,0 0-1 0,0 0-2 0,0 0 4 16,0 0 2-16,0 0 7 0,0 0-5 0,-7 21 10 16,5-14-15-16,2-7-5 0,0 11 12 0,-1 0-11 15,0-3 12-15,1 2-7 0,-2 0 3 0,0 1 5 16,0 0-10-16,1 2 7 0,1-2 8 0,-1 1-12 15,1 3-7-15,0 2 11 0,1-6-3 0,-3 0 1 16,2 6 0-16,0 2-1 0,1 1-2 0,-1-2 6 16,1 1-7-16,-1-4-2 0,0 3 7 0,0-1 2 15,0 0 1-15,1 3-1 0,-1-4-3 0,-1 2 12 16,2 0-3-16,-2 0-10 0,2-2 1 0,1 2-2 16,-2 0 5-16,0 0 1 0,-2 2 1 0,2-3-3 15,0 0 1-15,-1 0-2 0,0-1 2 0,2 1 0 16,-1-1-5-16,-1 1 2 0,0 1-2 0,-1 0-2 15,2-3 8-15,0 1 3 0,-1-3-3 0,0-1-5 16,1 6 4-16,-2-3 1 0,1 2 2 0,0 0 2 16,-2-5-1-16,3 4-1 0,-3-1-2 0,0-2 2 15,1 4-2-15,0-4 1 0,0-1-4 0,0 4 2 16,0 0-3-16,-2 1 3 0,0-2 2 0,3 2-5 16,-3 0 2-16,0-2 0 0,2 2-2 0,0-5 2 15,2 4-1-15,-1 0-1 0,0-1 3 0,-2 0-3 16,2-1 0-16,0 0 0 0,1-1-1 0,-2 2 0 15,1-4-3-15,1 1-8 0,0-1 13 0,0 5 5 16,-1-2-7-16,2-4 0 0,-1 2 6 0,-1-1-14 16,1 0 11-16,0 2-5 0,0 3 1 0,1-3 0 15,-2 2-1-15,2 2-7 0,-1-6 5 0,-1 2 3 16,1-1-4-16,-1 0 1 0,1 1 0 0,-2 3 0 16,1-2 1-16,1 0 5 0,-1-4-7 0,1 3-1 15,1-2 2-15,-1-1 4 0,-1 2-3 0,1 0 0 16,-2-1 1-16,2-1 3 0,0 3 3 0,-1-4-5 15,1 1 0-15,0 1 4 0,1-2 1 0,-1 1-1 16,0 2 0-16,-1-1 4 0,1 0-5 0,0 4 3 0,-1-3 4 16,1 0-1-16,-1-2-12 0,1 2 8 15,1-2-3-15,-1 3 5 0,-1-3-1 0,1 2-2 16,-2-1-5-16,2 0 3 0,-1 0 4 0,4-1 1 16,-3 0 0-16,0-1-6 0,0 1 1 0,0 0 2 15,0 0 3-15,0 0-2 0,-2-1 2 0,2 0-2 16,0-9 0-16,0 17-2 0,-1-9 5 0,1-1-7 15,0-7 3-15,-1 14-2 0,-2-5-9 0,3-9 9 16,0 13 1-16,0-6-4 0,0-7-7 0,0 9 3 16,0-9 2-16,0 0 4 0,0 10-2 0,0-10-1 15,3 9 3-15,-3-9-2 0,0 0 0 0,0 0-1 0,-3 9-11 16,3-9-9-16,0 0-9 0,0 0-3 16,0 0-10-16,0 10-7 0,0-10-15 0,0 0 1 15,0 0-5-15,0 0-6 0,0 0 1 0,0 0-4 16,0 0 0-16,0 0-12 0,0 0-3 0,5 9-8 15,-5-9-5-15,0 0-6 0,0 0-56 0,0 6-180 16,0-6 81-16</inkml:trace>
  <inkml:trace contextRef="#ctx0" brushRef="#br0" timeOffset="-113560.15">23476 6325 47 0,'0'0'75'0,"0"0"0"0,0 0 0 15,0 0-4-15,0 0 5 0,0 0-9 16,0 0 7-16,0 0-17 0,0 0 5 0,2 9-7 16,-2-9-8-16,0 0-3 0,0 0-7 0,0 0-1 15,0 0-3-15,0 0-15 0,0 0 4 0,0 0-6 16,0 0 5-16,0 0 3 0,0 0-9 0,0 0 3 16,0 0-7-16,0 0 5 0,0 0-8 0,0 0-3 15,0 0-9-15,0 0-11 0,0 0-8 0,0 0-8 16,-3 12-3-16,3-12-8 0,-5 3-14 0,5-3-13 15,-5 4-70-15,5-4-150 0,-8 2 66 0</inkml:trace>
  <inkml:trace contextRef="#ctx0" brushRef="#br0" timeOffset="-113373.23">23438 6164 39 0,'0'0'93'16,"0"0"-10"-16,5 8-11 0,-5-8-16 0,0 0-2 15,5 10-3-15,-5-10-6 0,5 11-6 0,0-2-23 16,-5-9-23-16,5 12-22 0,-2-3-57 0,-2-1-92 16,-1-8 41-16</inkml:trace>
  <inkml:trace contextRef="#ctx0" brushRef="#br0" timeOffset="-49701.23">22629 6953 34 0,'0'0'69'0,"0"0"-14"0,0 0 6 0,0 0-10 16,0 0-9-16,0 0 3 0,0 0-5 0,0 0-7 15,0 0-2-15,0 0-3 0,0 0-4 0,0 0 4 0,0 0-8 16,-17-15 2-16,17 15 0 0,0 0-6 16,0 0-4-16,-2-6 8 0,2 6-3 0,0 0 2 0,0 0-9 15,0 0 5-15,-3-8 1 0,3 8 5 16,0 0-4-16,0 0 3 0,0 0-5 0,0 0 9 0,0 0 4 15,0 0 3-15,0 0-9 0,0 0 1 0,0 0-2 16,0 0-5-16,0 0 0 0,0 0-1 0,0 0 5 16,0 0-2-16,-2-6-3 0,2 6-9 0,0 0 11 15,0 0 0-15,0 0 0 0,0 0 0 16,0 0-2-16,0 0 4 0,0 0-4 0,0 0-6 0,0 0 7 16,0 0-7-16,0 0 1 0,0 0-5 0,0 0 3 15,0 0 4-15,0 0-6 0,0 0 4 0,0 0-1 16,0 0-3-16,0 0 2 0,0 0-1 15,0 0-4-15,0 0 11 0,0 0-4 0,0 0-8 0,0 0-2 16,0 0 3-16,0 0-8 0,0 0 2 0,0 0 2 16,0 0 2-16,0 0-10 0,0 0 9 0,0 0-5 15,0 0 5-15,0 0 0 0,0 0 0 0,0 0-3 16,0 0 4-16,0 0 1 0,0 0-8 0,0 0 1 16,0 0 3-16,0 0 6 0,0 0 8 0,0 24-10 15,0-24 6-15,-3 4 3 0,3-4-1 0,-5 7-4 16,5-7-1-16,-8 6 4 0,8-6 4 0,-7 5-3 15,3-2 0-15,4-3 5 0,-11 6-7 0,6-2-4 16,5-4 6-16,-11 4-11 0,4-2 8 0,7-2 3 16,-11 2 3-16,3 1-5 0,8-3 0 15,-11 1 3-15,6 1 1 0,5-2-9 0,-13-1 2 0,13 1 3 16,-9 0 1-16,9 0-3 0,0 0 2 0,-14 0 2 16,14 0-7-16,0 0-14 0,-11-1-10 0,11 1-2 15,0 0-25-15,-8-4-22 0,8 4-27 0,0 0-116 16,0 0-230-16,-5-7 102 0</inkml:trace>
  <inkml:trace contextRef="#ctx0" brushRef="#br0" timeOffset="-27288.19">9839 14472 7 0,'0'0'19'0,"0"0"-4"0,0 0-7 0,0 0 2 16,0 0-9-16,0 0 2 0,0 0-5 0,0 0 4 16,0 0-13-16,0 0-11 0,0 0 5 0</inkml:trace>
  <inkml:trace contextRef="#ctx0" brushRef="#br0" timeOffset="-25262.86">9876 14298 24 0,'0'0'32'0,"0"0"-9"0,0 0-4 15,0 0-10-15,0 0-10 0,0 0-17 0,0 0-19 16,0 0 8-16</inkml:trace>
  <inkml:trace contextRef="#ctx0" brushRef="#br0" timeOffset="-21798.8">6401 10962 1 0,'0'0'4'0,"0"0"10"16,3-8-6-16,-3 8 0 0,0 0-3 0,0 0 3 16,0 0 0-16,0 0-5 0,-2-9 6 0,2 9-5 15,0 0 3-15,0 0-2 0,0 0 2 0,-4-10-1 16,4 10-2-16,0 0-1 0,-3-6 7 0,3 6-8 15,0 0 4-15,0 0-3 0,-8-5 0 0,8 5 2 16,0 0-3-16,-9-4 1 0,9 4-3 0,0 0 2 16,-8-1 0-16,8 1 2 0,0 0-2 0,0 0 0 15,-9-1-1-15,9 1-3 0,0 0 6 0,0 0 3 16,-8-3-7-16,8 3-3 0,0 0 3 0,0 0 3 16,0 0-3-16,0 0 2 0,0 0-4 0,0 0-4 15,-8-2 9-15,8 2-3 0,0 0 0 0,0 0 0 16,0 0 0-16,0 0 0 0,0 0-3 0,0 0 0 15,0 0-7-15,0 0 7 0,0 0-4 0,0 0 0 16,0 0-5-16,0 0-7 0,0 0-20 0,0 0 8 16</inkml:trace>
  <inkml:trace contextRef="#ctx0" brushRef="#br0" timeOffset="-15023.15">6827 7551 8 0,'-11'-2'62'0,"11"2"-6"0,-9-1-10 0,9 1-7 16,0 0-1-16,-12 0-3 0,12 0-11 0,-8 3-5 16,8-3-12-16,-8 6-16 0,3-3-9 0,5-3-6 15,-6 8-24-15,2-2-51 0,1 1 24 0</inkml:trace>
  <inkml:trace contextRef="#ctx0" brushRef="#br0" timeOffset="-14735.57">6754 8168 14 0,'0'0'81'0,"0"0"-19"0,0 0-10 16,-7-7-11-16,7 7-22 0,0 0-7 16,0 0-15-16,-3-3-15 0,3 3-26 0,0 0-46 0,0 0 20 15</inkml:trace>
  <inkml:trace contextRef="#ctx0" brushRef="#br0" timeOffset="-11398.57">30058 9290 44 0,'3'-5'108'15,"1"1"-16"-15,-4 4-8 0,5-8-15 0,-5 8-2 16,7-6 3-16,-7 6-8 0,3-6-11 0,-3 6-10 16,4-5-28-16,-4 5-19 0,0 0-35 0,0 0-68 15,0 0-119-15,0 0 53 0</inkml:trace>
  <inkml:trace contextRef="#ctx0" brushRef="#br0" timeOffset="-10660.07">24583 10530 35 0,'0'0'46'0,"0"0"-1"16,0 0-6-16,10-1-13 0,-10 1-9 0,10 1-12 16,-10-1-8-16,14 3-32 0,-2-3-39 0,-2 0 18 15</inkml:trace>
  <inkml:trace contextRef="#ctx0" brushRef="#br0" timeOffset="-10398.97">26571 10514 90 0,'11'0'86'0,"-11"0"-6"0,0 0-2 0,0 0-5 16,0 0-7-16,0 0-5 0,0 0-27 0,0 0-14 16,0 0-19-16,0 0-23 0,0 0-18 0,0 0-49 15,0 0-94-15,0 0 42 0</inkml:trace>
  <inkml:trace contextRef="#ctx0" brushRef="#br0" timeOffset="-8819.88">6737 14302 22 0,'0'0'19'16,"0"0"4"-16,0 0-16 0,7 6-10 0,-7-6-1 15,6 4-7-15,-6-4-12 0,9 4 6 0</inkml:trace>
  <inkml:trace contextRef="#ctx0" brushRef="#br0" timeOffset="-7055.92">26810 11346 85 0,'0'0'99'0,"0"0"-10"0,0 0-8 0,-10-1 1 15,10 1-14-15,0 0-3 0,0 0-11 0,0 0-7 16,0 0-7-16,0 0-19 0,0 0-20 0,0 0-11 15,0 0-25-15,0 0-19 0,0 0-52 0,0 0-115 16,0 0 52-16</inkml:trace>
  <inkml:trace contextRef="#ctx0" brushRef="#br0" timeOffset="-6739.53">28303 11381 59 0,'8'-3'87'0,"-8"3"-14"0,0 0-2 0,0 0-12 16,0 0-9-16,0 0-12 0,0 0-17 0,0 0-22 0,0 0-17 16,0 0-56-16,0 0-79 0,0 0 36 0</inkml:trace>
  <inkml:trace contextRef="#ctx0" brushRef="#br0" timeOffset="-6274.56">28914 11440 25 0,'0'0'122'0,"0"0"-2"16,0 0-3-16,0 0-23 0,0 0 5 0,0 0-4 15,0 0-15-15,0 0-5 0,0 0 1 0,0 0-9 16,0 0-6-16,0 0-3 0,0 0 7 0,0 0-10 15,0 0-16-15,0 0 13 0,0 0-8 0,0 0-2 16,0 0-7-16,0 0 3 0,0 0 0 0,0 0 6 16,0 0-3-16,0 0-12 0,0 0 9 0,0 0-9 15,0 0 2-15,0 0-3 0,0 0-2 0,0 0-4 0,0 0-1 16,9-5-2-16,-9 5-2 0,0 0 0 0,0 0-1 16,0 0-3-16,0 0-2 0,0 0 3 15,0 0-4-15,0 0-3 0,0 0 3 0,0 0-6 16,0 0-2-16,0 0 2 0,0 0 2 0,0 0-3 0,0 0-2 15,0 0-4-15,0 0-5 0,0 0-7 0,0 0-16 16,0 0-9-16,0 0-16 0,0 0-8 16,0 0-15-16,0 0-22 0,0 0-10 0,0 0-16 0,0 0-95 15,0 0-239-15,0 0 107 0</inkml:trace>
  <inkml:trace contextRef="#ctx0" brushRef="#br0" timeOffset="305.35">23724 12171 22 0,'0'0'168'0,"0"0"-2"0,0-12 3 0,0 12 6 16,0 0-2-16,3-6-5 0,-3 6-13 0,0 0-12 0,0 0-11 15,0 0-14-15,0 0-21 0,0 0-9 0,0 0-7 16,0 0-5-16,0 0 3 0,0 0 2 0,0 0-2 15,-7 25-3-15,6-8-7 0,-2 2-5 0,0-1-8 16,0 1-1-16,2 1-9 0,-1-1-6 0,2 0-2 16,0 0-1-16,0-1-7 0,2 1-3 0,-1-2-3 15,4-5-3-15,0 2 0 0,0-1 1 0,2-4-4 16,-1 1-2-16,-1-2 0 0,4 0 7 16,-2-1-2-16,-2-2 3 0,1-1-4 0,-1-1 5 15,2 1-4-15,-1-2-2 0,-6-2 0 0,14-2-1 0,-8-2-5 16,1 1-3-16,-1-1 8 0,2-1-6 0,-3 0 2 15,0 0-3-15,2-4-3 0,-4 1 3 0,4-2-7 16,-5-2 4-16,3 2 3 0,-2-1-8 0,-1 0 0 16,0 0-4-16,2 0-3 0,-3 0 8 0,0-1-6 15,1 5-1-15,0 0 0 0,-2 7 1 0,4-10-3 16,-4 10-3-16,2-9-2 0,-2 9 4 0,0-7-8 16,0 7 4-16,0 0 0 0,0 0 2 0,0 0-3 15,0 0 3-15,12 21 1 0,-8-12-1 0,1 1 3 16,-1-4-1-16,5 5 2 0,-3-1 0 0,2-1 2 15,2 0 1-15,3 2 1 0,-2-6 0 0,4 4 2 16,2-4 2-16,-4-2-8 0,0-1 3 0,4 0-1 0,-4-2-1 16,1 0-4-16,-2-1-2 0,-2-3 0 0,2 2-3 15,-3-2-7-15,-4 1-1 0,1-2-3 16,-2-1 2-16,2-3-5 0,-3 0-3 0,-2-2-3 16,0 1 0-16,-3-2 1 0,1 1-1 0,-6-5 3 15,3 4 3-15,-1-5 4 0,-1 2 2 0,1 0 0 16,0 4 9-16,1 2 5 0,-1-1 4 0,1 6 2 15,4 4 2-15,-4-12-2 0,1 8-4 0,3 4 0 16,-2-7 1-16,2 7-3 0,0 0-1 0,0 0 2 16,0 0 3-16,6-9 0 0,-6 9 1 0,16-2-1 0,-6 0 2 15,1 1 2-15,7 0-1 0,0-2-2 16,0-2 4-16,0 1-3 0,-3-1 2 0,3 2-5 16,-5-2 1-16,0-1 3 0,-3 1 3 0,2-1-3 15,-2-1 0-15,-3-2 1 0,0 4 1 0,-1-4 1 0,-1 1-3 16,0-2-1-16,0 0 3 0,-2-2-2 0,0 1 7 15,-2 2 0-15,1-1-4 0,2 0 3 0,-2 1-1 16,-1 3-2-16,-1 6-5 0,2-10 3 16,-2 10-2-16,2-8-4 0,-2 8-2 0,0 0 3 0,0 0 2 15,0 0 1-15,0 0 6 0,14 19 0 16,-12-6 0-16,2 2-4 0,0 2 4 0,-3 1-3 0,2 1 2 16,1 2-1-16,1 3 2 0,-4-5 0 0,1 2-2 15,3-4-1-15,-4 0-1 0,1-5 0 0,2 0-1 16,-1-2 2-16,0-2-3 0,-2-1 3 0,1 0 2 15,2-1-3-15,-4-6 2 0,4 9 0 0,-1-6-5 16,-3-3 2-16,7 5-4 0,-1-3-2 0,-6-2 1 16,7 2-4-16,-7-2 2 0,12-2-3 0,-3 0-2 15,-9 2 1-15,16-2-4 0,-6-1 1 0,2 3 4 16,-1-3-3-16,-2 3 5 0,-9 0-4 0,18-4 6 16,-12 2 0-16,2 0-5 0,-8 2 3 0,13-5 2 15,-5 2-1-15,-2-1 2 0,0-1 3 0,1 2-4 16,-2 1 2-16,-5 2 1 0,7-10 2 0,-3 5 3 15,-4 5-5-15,6-11 1 0,-4 3 5 0,-1 2 5 16,-1 6 3-16,1-13 3 0,-1 13 4 0,2-8 8 16,-2 8 2-16,1-8 2 0,-1 8-4 0,0 0 4 15,0 0-7-15,0 0-5 0,0 0-2 0,0 0-1 16,0 0-1-16,0 0 1 0,-18 12-3 0,12-5-2 16,2 1 0-16,0 0 1 0,-1 2-4 0,2-1-3 15,1 2-10-15,2 0-23 0,0-1-24 0,-2 2-43 16,4-1-48-16,2-1-24 0,-1 0-40 0,3 1-157 0,-1-2-392 15,1 0 174-15</inkml:trace>
  <inkml:trace contextRef="#ctx0" brushRef="#br0" timeOffset="634">24736 12295 54 0,'0'0'171'0,"0"0"-11"0,3 16-13 15,-3-16-10-15,1 8-6 0,-1-8-2 0,-1 13-5 0,2-6-8 16,-1-7-10-16,0 11-7 0,0-11-12 0,0 8-6 16,0-8-6-16,3 7-4 0,-3-7 6 0,0 0 3 15,0 0 8-15,0 7 6 0,0-7 10 16,0 0 5-16,0 0-13 0,0 0-14 0,0 0-9 0,0 0-6 16,14-15-7-16,-5 8-6 0,-3-2-7 15,3 1-4-15,0-1-2 0,0-1-9 0,4-1 1 16,-3 2-7-16,4 0-4 0,-4 0-1 0,-1 1 1 15,0 2-7-15,0 1-1 0,-2 1-1 0,-1 1-2 0,-6 3-4 16,11-3 6-16,-11 3-12 0,12 4 3 16,-7 0-4-16,1 0 6 0,-1 5 2 0,-1-1-4 15,1 2-5-15,-1 1-10 0,0 1-28 0,1 3-30 16,-4 1-37-16,2-1-33 0,4 1-37 0,-5-1-40 16,0-3-167-16,0 1-416 0,0-2 185 0</inkml:trace>
  <inkml:trace contextRef="#ctx0" brushRef="#br0" timeOffset="999.11">25257 12154 120 0,'3'-5'195'0,"0"-1"-16"0,-3 6-20 15,8-4 7-15,-8 4 10 0,0 0 9 0,17 7 0 16,-10 3-10-16,3 5-8 0,-2 1-5 0,3 8-13 15,3-2-2-15,-1 3-10 0,-4 3-10 0,0-5-4 16,-1-4-9-16,0-2-7 0,-2 0-12 0,2-2 2 16,-4 1-11-16,1-5-6 0,2-1-7 0,-1-1-8 15,1-1-2-15,-4-3 11 0,3 0-11 0,-1 0 5 16,-5-5 7-16,10 4 0 0,0-5-1 0,-10 1 3 16,15-3-12-16,-6-2-4 0,0-1-8 0,4-5 2 15,-1 4-14-15,1-5 3 0,-2-3-8 0,1 1-2 16,-3-3-2-16,1 1-12 0,1-3 7 0,2-2-1 15,-5 3-11-15,2-6 2 0,-3 6-14 0,5-5-2 16,-7 4-14-16,2 3-3 0,-1 0-9 0,-1 6-9 16,-2-1-18-16,-1 3-19 0,2-1-24 0,-1 4-37 0,-3 5-40 15,2-9-42-15,-2 9-32 0,0 0 6 16,0 0-24-16,0 0-202 0,0 0-504 0,2 22 222 16</inkml:trace>
  <inkml:trace contextRef="#ctx0" brushRef="#br0" timeOffset="1234.06">25971 12208 183 0,'0'0'253'0,"0"0"-7"0,0 0-6 0,0 0-7 0,0 0-6 16,0 0-11-16,0 0-14 0,0 0-5 0,-29 13-8 16,16 1-2-16,-1-4-10 0,1 3-5 0,2 4-12 15,-1-2-4-15,-1 0-14 0,5-1-17 16,-2 0-16-16,5-1-5 0,-4 1-15 0,7-1-7 15,0 0-10-15,0 2 2 0,4-3 2 0,0-1-31 0,0 1-18 16,3-2-26-16,2-1-30 0,2-1-10 16,0 1-42-16,2 0-57 0,-2-4-48 0,5-1-57 0,3 1-42 15,-3-2-213-15,1-3-538 0,3 0 238 16</inkml:trace>
  <inkml:trace contextRef="#ctx0" brushRef="#br0" timeOffset="1600">26203 12305 146 0,'0'-7'251'0,"0"7"-9"16,0 0-6-16,-2-15-7 0,2 15-10 0,-7-2-8 0,7 2-14 16,0 0-11-16,0 0-3 0,-18 9-11 0,11-5-6 15,1 1-25-15,-2 3-12 0,4-1-11 0,-2 1-14 16,3 0-9-16,-1-1-13 0,4-1-2 0,0 4-7 16,4-1-5-16,-2-2-6 0,3 1-9 15,1 2-3-15,2-3-10 0,3-1-11 0,-2-1-7 0,2 0-5 16,2-1-10-16,-4-1 0 0,1-2-8 0,-1 0 0 15,-1-1 1-15,-8 0 0 0,18 2-4 0,-18-2 9 16,9-2-5-16,-9 2 2 0,9-2-1 16,-9 2-1-16,4-4 10 0,-4 4 9 0,0 0-5 0,0 0 11 15,0 0 0-15,0 0 4 0,0 0 6 0,0 0 6 16,-31 4 1-16,18 2 5 0,4-2 8 0,-5 6 15 16,3-1-11-16,0-1-8 0,-3 1 19 15,5 1-7-15,1-1-6 0,0 1-8 0,0-1 11 16,6 1-23-16,-3-1 1 0,3-1-1 0,0 1-2 0,0-1-6 15,2-8-3-15,4 13-23 0,0-6-21 0,1 0-37 16,1-4-35-16,6 2-40 0,1-3-56 0,3 2-52 16,11-5-45-16,0 1-46 0,2 0-224 0,-2-4-598 15,0 1 265-15</inkml:trace>
  <inkml:trace contextRef="#ctx0" brushRef="#br0" timeOffset="1766.34">26657 12309 91 0,'4'-5'269'16,"-2"-1"-10"-16,5 2-3 0,-5 0-10 0,5-1-14 16,4-2-26-16,-2 1-16 0,0-1-20 0,9 4-15 15,0-3-20-15,0 3-9 0,1 1-16 0,-2 2-30 16,-1-2-29-16,-3 2-45 0,-2-2-52 0,1 2-55 16,1 2-51-16,-7 0-39 0,2 2-158 0,-8-4-378 15,6 8 168-15</inkml:trace>
  <inkml:trace contextRef="#ctx0" brushRef="#br0" timeOffset="1916.13">26787 12385 213 0,'0'0'226'0,"-6"6"-4"0,6-6-2 15,-6 4-2-15,6-4-6 0,-4 5-14 0,4-5-14 16,0 0-15-16,0 7 7 0,0-7-15 0,0 0-13 16,4 8-18-16,-4-8-24 0,12 3-29 0,-3-2-34 15,1-2-47-15,4 1-60 0,-1-1-59 0,8-2-73 16,6 1-190-16,2-3-419 0,1-2 186 0</inkml:trace>
  <inkml:trace contextRef="#ctx0" brushRef="#br0" timeOffset="2249.28">27420 12177 123 0,'0'0'264'0,"0"0"6"15,0 0 5-15,-20 8 9 0,11-1 0 0,0 1-3 16,-4 5 1-16,3 2-9 0,-3 1-2 0,5-1-23 15,-2 1-19-15,3 0-13 0,3-6-11 0,1 3-13 16,1-3-18-16,0 3 2 0,2 0-8 0,5-5-6 16,1 2-3-16,5-2-7 0,-1 1-10 0,7-3-10 15,-1 1-8-15,2-2-10 0,0-4-12 0,2 2-9 16,-2-3-14-16,3 0 2 0,-3-2-8 0,-1 0-7 16,0-3-6-16,-2-2-6 0,1-1-5 0,-7 2-7 15,2-2 0-15,-2-1-4 0,-4-1-5 0,3-1-3 16,-3-5-1-16,-1 1-4 0,0-1-2 0,-4-3-3 15,0 0-3-15,-2 1 1 0,0 2-3 0,-2 0-3 16,0 2 0-16,-3-1-5 0,3 5-16 0,-6-1-16 16,-1 3-12-16,0-3-14 0,-3 6-22 0,-3 1-28 15,-2-1-43-15,-1 5-44 0,-2 2-46 0,-7 2-45 16,-1 2-60-16,-1 4-65 0,2 3-319 0,1 3-783 16,-3 1 346-16</inkml:trace>
  <inkml:trace contextRef="#ctx0" brushRef="#br0" timeOffset="3798.76">25001 13079 205 0,'-2'-7'258'0,"2"7"-8"0,-2-12-3 0,-2 6-12 0,4 6-14 15,-2-8-11-15,2 8-18 0,0 0-17 0,-3-7-24 16,3 7-10-16,0 0-16 0,0 0-16 0,0 0-5 16,0 0-16-16,0 0-15 0,0 0-2 15,0 0-4-15,17 26 1 0,-10-9 0 0,7 8 20 16,-5 0-2-16,-1 2 0 0,0-3-12 0,0 1-9 15,2-3-6-15,-6-2 2 0,2-2-9 0,2 0-6 0,-4-1 1 16,3-3-13-16,-3-2 6 0,1 0-10 0,-1-3 2 16,2 1-5-16,-2-2-4 0,0 0 1 0,-2-2-1 15,-2-6 1-15,7 8-2 0,-5-6 11 0,-2-2 21 16,7 6 2-16,-7-6-2 0,0 0-4 0,0 0-4 16,0 0-4-16,16-16-11 0,-10 6 2 0,0 0-4 15,-1-2 0-15,5-2-4 0,-2 0 2 0,-2-3-4 16,1 0 2-16,3-2-19 0,-1-3 13 0,-2-2-7 15,6 1 5-15,-4 1-3 0,0-2-7 0,0 7-6 16,-4 0 8-16,3-2-1 0,-6 2 1 0,5 4 2 16,-3 1-2-16,-1 2-1 0,0 2 0 0,-1 0-1 15,0 4-4-15,-2 4-3 0,2-8 4 0,-2 8-9 16,0 0-19-16,4-8-25 0,-4 8-30 0,0 0-26 16,0 0-27-16,0 0-5 0,0 0-10 0,0 0-25 15,0 0-31-15,1 21-33 0,1-9-28 16,0 1-27-16,-2 5-187 0,2-1-517 0,0 0 228 0</inkml:trace>
  <inkml:trace contextRef="#ctx0" brushRef="#br0" timeOffset="4083.83">25627 13230 23 0,'0'0'261'15,"0"0"-4"-15,0-12 0 0,0 12-8 0,0 0-11 16,0 0-15-16,0 0-11 0,-4-9-13 0,4 9-15 15,-9-2-12-15,9 2-11 0,0 0-7 0,-16 2-8 16,16-2-10-16,-13 5-5 0,4 3-5 0,0 0-6 16,0 1-6-16,0 1 7 0,-2 1-18 0,0 2 0 15,0 1-5-15,3-3-12 0,4-1-13 0,2 4-5 16,-5-4-8-16,3 1-9 0,2-1-5 0,2-1-3 16,-3 1 12-16,6-1-17 0,-3-9-8 0,0 14-1 15,2-6-4-15,1 0-6 0,1-2-9 0,4-1-15 16,-1 1-24-16,2-1-39 0,0-1-45 0,2 3-36 15,1-4-39-15,-1 1-52 0,0-1-38 0,2-1-38 16,-2 0-191-16,3-2-547 0,-1-2 242 0</inkml:trace>
  <inkml:trace contextRef="#ctx0" brushRef="#br0" timeOffset="4321.15">25908 13245 187 0,'0'-8'255'0,"0"8"-4"0,0-7 2 0,0 7-8 15,0 0-16-15,-6-11-16 0,6 11-11 0,-11-1-13 16,11 1-6-16,-19 8 3 0,9-3-3 0,-5 5-3 0,1 1-9 16,0-1-5-16,1 3-19 0,-1-1 3 15,4-1-22-15,0 3-14 0,3 0-9 0,-2-3-9 16,6 0-4-16,-3 0-9 0,4-1-5 0,0 2-5 16,2-3-9-16,2 0-11 0,0 3 3 0,0-5-13 15,0 1-11-15,7 0-8 0,-1 1-9 0,0-2-16 16,3-1-35-16,1 0-31 0,-1-2-33 0,0 3-37 15,7-3-29-15,0 1-43 0,0 2-43 0,2-5-45 16,-3 1-234-16,2 0-574 0,0-1 255 0</inkml:trace>
  <inkml:trace contextRef="#ctx0" brushRef="#br0" timeOffset="4667.19">26414 13214 197 0,'0'0'283'0,"0"0"1"15,0 0 6-15,-7-10-9 0,7 10-12 16,0 0-13-16,0 0-19 0,0 0-12 0,0 0-12 16,0 0-13-16,0 0-16 0,-4-6-12 0,4 6-28 15,0 0-3-15,0 0-13 0,0 0-13 0,0 0-13 16,11-7-10-16,-6 5-17 0,6-1-11 0,2 0-27 0,0 0-20 16,4-1-37-16,-4 3-42 0,-2-1-38 15,3 0-41-15,-3 0-59 0,1-1-45 0,-4 3-49 16,-8 0-197-16,0 0-532 0,15 3 236 0</inkml:trace>
  <inkml:trace contextRef="#ctx0" brushRef="#br0" timeOffset="4847.52">26497 13289 156 0,'0'0'283'0,"0"0"-17"0,-2 7-5 0,2-7 0 15,0 0-11-15,0 0-11 0,-3 7-19 0,3-7-11 16,0 0-15-16,0 0-2 0,0 0-9 0,0 0-15 0,10 5-13 15,-10-5-10-15,11 4-19 0,-5-2-24 16,3-1-25-16,3 1-39 0,-1-2-52 0,3 1-48 16,-1 0-63-16,7 1-75 0,-2-5-64 0,2 3-213 15,-4-3-517-15,2 0 229 0</inkml:trace>
  <inkml:trace contextRef="#ctx0" brushRef="#br0" timeOffset="5149.6">26926 13037 84 0,'0'0'282'0,"-9"-5"-1"0,9 5-5 0,-6-1-11 0,6 1-9 15,-7-4-12-15,7 4-7 0,0 0-45 16,-2-9-23-16,2 9-18 0,9-7-13 0,1 1-12 16,2 1-16-16,4 1-12 0,4-2-17 0,0 2-18 15,0-1-25-15,-1-1-21 0,0 2-31 0,0 2-23 16,-6-1-27-16,1 1-26 0,-3 0-26 0,1 0-30 16,-2 1-23-16,-4 0-14 0,-6 1-8 0,11-3-2 15,-11 3-125-15,6-1-344 0,-6 1 153 0</inkml:trace>
  <inkml:trace contextRef="#ctx0" brushRef="#br0" timeOffset="5553.67">27149 12954 834 0,'0'0'-60'15,"0"0"20"-15,0 0 26 0,0 0 20 0,-25 6 16 0,25-6 16 16,0 0 17-16,-12 0 10 0,12 0 11 0,0 0 11 16,0 0 14-16,0 0 5 0,0 0 3 0,0 0-4 15,0 0-8-15,-9 0-8 0,9 0 26 16,-4 8 23-16,0-3 8 0,2 8 3 0,2-3-6 0,-8 5 6 16,6 1-5-16,-1 3 1 0,-1-2-5 0,4-1-13 15,-2 1-8-15,0 0-16 0,2 0 6 0,0-1-10 16,-2 2-2-16,2-1-1 0,0-4-13 0,0 2-6 15,2-3 7-15,-2 0-22 0,4-2-6 16,-4 0-4-16,0 0-9 0,0-4 14 0,0 2-21 0,0-8-3 16,4 11-9-16,-3-6-11 0,-1-5 8 0,0 10 2 15,0-10-15-15,0 0-5 0,0 8-13 0,0-8-12 16,0 0-11-16,0 0-7 0,0 8 1 16,0-8 6-16,0 0-13 0,0 0-5 0,0 0-1 0,-11-1 2 15,11 1-5-15,0 0 5 0,-13-7-4 0,7 3-3 16,6 4 4-16,-10-7 5 0,7 5 5 0,3 2 11 15,-10-8 0-15,10 8 4 0,-6-5 9 0,6 5 7 16,-4-6 5-16,4 6 3 0,0 0 7 0,-7-4 3 16,7 4 2-16,0 0 3 0,0 0-3 0,0 0 0 15,-4-6 1-15,4 6 2 0,0 0-2 0,0 0 2 16,0 0 1-16,0 0 0 0,0 0-5 0,27 3 5 16,-16-3-4-16,7 0-10 0,0 1-8 0,4-3-23 15,-1 0-29-15,8 2-40 0,-2-1-46 0,1-1-48 16,0-1-40-16,-6 0-40 0,-1 2-153 0,-4-1-464 15,4-2 206-15</inkml:trace>
  <inkml:trace contextRef="#ctx0" brushRef="#br0" timeOffset="5802.69">27585 13101 140 0,'-10'-3'259'0,"6"0"-3"0,4 3 0 16,-12 1-9-16,12-1-17 0,-20 4-8 0,7 1-8 15,1 3 0-15,-3 1-1 0,-1 3-3 0,0 0-5 16,0 0-7-16,1 2-22 0,1-3-14 0,1 3-8 16,2-2-12-16,2-4-13 0,2 3-28 0,3 0 16 15,-1-1-11-15,3 0-4 0,0 0-8 16,4 0-1-16,2-2-20 0,0-2 7 0,1 2-7 0,2-1-9 16,5 0-30-16,0 0-10 0,0-3-26 0,1 1-40 15,0 0-31-15,-1-4-37 0,-1 1-35 0,6 0-39 16,-5 0-48-16,5-2-43 0,-4 0-55 0,1 0-203 15,-1-3-577-15,-13 3 256 0</inkml:trace>
  <inkml:trace contextRef="#ctx0" brushRef="#br0" timeOffset="6117.19">27834 12962 267 0,'0'0'320'0,"0"-12"-4"0,0 12 3 16,0 0-5-16,-2-15-2 0,2 15-21 0,0 0-25 16,0 0-26-16,2-12-30 0,-2 12-17 0,0 0-23 15,0 0-20-15,0 0-13 0,0 0 5 0,0 0 0 16,0 0-2-16,8 29-12 0,-5-18-7 0,-1 5 0 16,-2 3-5-16,4-2-12 0,-4 1-2 0,0-2-1 15,0 2-9-15,0-3-9 0,0 4-6 16,0-7-3-16,3 3-11 0,0-3-12 0,-3 2-3 0,0-4-13 15,1 1 7-15,-1 0-4 0,0 0-3 0,0-1-10 16,3-1-16-16,-3-2-31 0,0-7-23 16,0 13-51-16,2-6-31 0,-2 0-31 0,0-7-34 0,0 13-30 15,0-7-36-15,0-6-37 0,0 10-23 0,0-10-21 16,-2 8-215-16,2-8-600 0,0 0 265 0</inkml:trace>
  <inkml:trace contextRef="#ctx0" brushRef="#br0" timeOffset="6449.38">27878 12953 135 0,'5'-10'229'0,"-3"-2"-19"0,7 2-7 16,-2 1-9-16,1 1-5 0,2 2-12 0,-1-1-11 16,2 2-12-16,-5 2-14 0,2 0-12 15,3 2-12-15,-3 1-12 0,-8 0 0 0,13 2 6 0,-10 2 0 16,2 0 12-16,-5-4 3 0,4 10-7 0,-4-10 1 15,0 19-1-15,-2-9 0 0,2-10-4 16,-9 21 1-16,0-11-14 0,0 3-8 0,0-4-7 0,1 0-2 16,0 1-9-16,0-3-16 0,-1 0-5 15,6-2 5-15,3-5-7 0,-11 10-8 0,6-6-2 0,5-4-8 16,-8 8-1-16,8-8 0 0,-4 5-8 0,4-5-1 16,0 0-3-16,-5 11 0 0,5-11-5 0,0 0 16 15,0 0-20-15,9 12-17 0,-9-12-7 0,10 8-15 16,2-4-20-16,-1-1-26 0,0-1-28 0,1-1-34 15,8 1-43-15,-2-1-41 0,0 0-45 0,0-2-31 16,0 2-216-16,-5 0-553 0,2-2 245 0</inkml:trace>
  <inkml:trace contextRef="#ctx0" brushRef="#br0" timeOffset="6866.43">28327 12949 101 0,'0'0'288'0,"3"-6"-7"16,-3 6-5-16,4-7-10 0,-4 7-11 0,0 0-18 16,0 0-12-16,2-6-19 0,-2 6-12 0,0 0-9 15,0 0-13-15,0 0-13 0,0 0-25 0,0 0-1 16,0 0-14-16,0 0 23 0,0 0 7 0,0 0-23 16,0 0 4-16,5 22 11 0,-5-11-6 0,0-1-15 15,2 5-3-15,-2-5-4 0,-2 7-9 0,4-1-5 16,-2-1-11-16,0 1-5 0,0 1-4 0,0-2-9 15,-2-2-1-15,4-2-6 0,-2 1-11 0,0-2-2 16,0 1-2-16,0-1-6 0,0 0-3 0,2-3-2 16,-2-7-1-16,0 12-1 0,0-12-4 0,0 8-1 15,0-8-4-15,1 9-4 0,-1-9-8 16,2 7 6-16,-2-7-3 0,0 0 1 0,0 0-2 0,0 8 2 16,0-8 15-16,0 0 6 0,7 5 0 0,-7-5 1 15,8 3 0-15,-3-3 0 0,-5 0-7 0,19 0-1 16,-5-3-5-16,5 0 0 0,-7 0 0 0,8-2-6 15,2 0-3-15,5-2-15 0,1-3-29 0,0 3-28 16,0 0-25-16,2-1-43 0,-3 0-60 0,2 1-46 16,-2 0-42-16,-6 1-55 0,-3 1-51 0,2 2-52 15,-7-3-229-15,5 1-711 0,-6 1 314 0</inkml:trace>
  <inkml:trace contextRef="#ctx0" brushRef="#br0" timeOffset="8799.11">24864 14022 76 0,'0'0'168'0,"-6"-2"-18"15,6 2-1-15,-9-5-9 0,2 5-12 0,7 0-4 16,-12-2-3-16,12 2-1 0,-12-2-1 0,12 2-6 15,-13 0-1-15,13 0-2 0,-9 0-4 16,9 0 5-16,0 0-17 0,-10 0-6 0,10 0-7 0,0 0 1 16,0 0-5-16,0 0-7 0,0 0-8 0,0 0-6 15,0 0-2-15,0 0-3 0,0 0-10 0,42-7-2 16,-13-1-9-16,1 3-8 0,3 0-2 0,-2-2-4 16,1 0-17-16,-1 3-21 0,-10-1-22 0,-4 4-25 15,-2 1-42-15,-2-3-35 0,-2 2-29 0,-2 2-19 16,-9-1-134-16,8 3-356 0,-8-3 158 0</inkml:trace>
  <inkml:trace contextRef="#ctx0" brushRef="#br0" timeOffset="9233.06">24956 14021 14 0,'0'0'214'0,"0"0"4"0,0 0-11 15,0 0-15-15,0 0-13 0,0 0-22 0,0 0-15 16,0 0-18-16,0 0 3 0,-8 7-1 0,8 2 13 15,0 4-6-15,-1 3-11 0,-1 0-7 0,2 2-10 16,-2 0 2-16,1 1-6 0,0 1-13 0,1-1-7 16,-2-2-5-16,1-1-2 0,1 1-10 0,1 1-6 15,-1-7-6-15,2 1 1 0,-1 0-7 16,0-1-1-16,1-2-3 0,-2 3-8 0,2-5-4 0,-2 0-3 16,0-7-4-16,0 12 2 0,0-12-4 0,0 10-2 15,0-10 3-15,0 7-5 0,0-7-4 0,0 8 2 16,0-8-2-16,0 0-3 0,-2 7-6 0,2-7-3 15,0 0-7-15,-7 6 0 0,7-6-3 0,-9 4 4 16,9-4-3-16,-6 1 1 0,6-1-6 0,0 0 2 16,-14-1-4-16,14 1 7 0,-10-6-3 15,4 5 1-15,6 1 2 0,-11-6 2 0,6 3 1 16,5 3 2-16,-9-4-2 0,9 4 5 0,-6-5 0 0,6 5 4 16,0 0 0-16,0 0-1 0,-7-4 3 0,7 4-1 15,0 0-4-15,0 0 2 0,0 0 7 0,0 0-8 16,0 0-1-16,0 0-1 0,0 0-3 0,0 0 6 15,0 0-5-15,0 0 1 0,23-1 1 0,-13-1-4 16,3 2-12-16,6 0-20 0,-5 0-26 0,4 0-39 16,4 0-34-16,-3-2-42 0,0 1-29 0,4 0-33 15,-5 1-162-15,0-3-432 0,2 3 192 0</inkml:trace>
  <inkml:trace contextRef="#ctx0" brushRef="#br0" timeOffset="9483.06">25367 14216 119 0,'0'0'246'0,"-1"-11"-7"0,1 11-10 0,0 0-12 0,0 0-10 15,-12-1-14-15,12 1-10 0,-15 4-6 0,4 2-8 16,3-1-13-16,-3 2 0 0,-1 3-9 16,1 1-9-16,0 0-12 0,1-2-11 0,2 1-12 0,0-1-7 15,1 1-12-15,1 1-7 0,2-2-7 0,2 0-8 16,0 0-8-16,1-3 7 0,1-6-11 0,1 17-4 15,1-10-11-15,1-1-11 0,6 3-11 0,-2-2-13 16,3 0-25-16,2-2-31 0,1-1-30 0,5-1-33 16,-6 1-40-16,6-2-46 0,-1-4-22 0,1 4-27 15,-6-1-157-15,0-2-444 0,0-3 197 0</inkml:trace>
  <inkml:trace contextRef="#ctx0" brushRef="#br0" timeOffset="9633.22">25621 14216 40 0,'5'-8'190'0,"-5"8"-21"0,4-6-4 16,-4 6-23-16,6-7-13 0,0 6-10 0,-6 1-20 15,12-4-11-15,-12 4-24 0,11-1-37 0,-11 1-37 16,14 1-43-16,-7 1-24 0,-7-2-105 0,9 6-198 16,-5-2 88-16</inkml:trace>
  <inkml:trace contextRef="#ctx0" brushRef="#br0" timeOffset="9756.36">25673 14311 70 0,'-2'6'137'0,"2"-6"-10"16,0 0-8-16,0 0-4 0,0 0-3 15,0 0-7-15,6 6-11 0,-6-6-12 0,9 0-20 16,-9 0-22-16,16 0-35 0,-3-1-32 0,-1 0-30 16,3 0-107-16,3-2-178 0,2-2 78 0</inkml:trace>
  <inkml:trace contextRef="#ctx0" brushRef="#br0" timeOffset="10149.27">26124 13948 216 0,'0'0'237'0,"2"-8"-14"16,-2 8-19-16,2-8-20 0,-2 8-24 0,0 0 19 15,0 0-3-15,0 0 5 0,0 0-3 16,10 25-2-16,-6-14-18 0,1 6-10 0,-1-1-6 15,1 1-2-15,2 2-13 0,-1-1-11 0,-1-1-11 16,-1-2-11-16,1-1-5 0,1 2-11 0,-1-5-5 16,0 0-4-16,-1-1-6 0,0-1-12 0,-1-1 5 15,1-2-11-15,0-2-5 0,-4-4 1 0,5 9-6 16,-5-9 0-16,3 5 24 0,-3-5-7 0,4 5 11 16,-4-5 22-16,0 0 8 0,4 3 10 0,-4-3-19 15,0 0-9-15,9-12-8 0,-4 5-10 0,4-2 0 0,-4-2-9 16,3 1-4-16,1-6-7 0,0 0-12 0,-2-1-1 15,4 0 4-15,-2-5-11 0,2-2-3 16,0 2-6-16,-2 5 2 0,1-2-8 0,-2 2-8 16,-1 3-9-16,-1 5-3 0,0-4-15 0,-2 6-6 15,0 0-19-15,-1 3-20 0,-1-3-30 0,-2 7-30 16,2-6-34-16,-2 6-22 0,0 0 2 0,0 0-16 0,0 0-19 16,0 0-44-16,7 17-18 0,-2-7-183 0,-5-10-509 15,4 19 226-15</inkml:trace>
  <inkml:trace contextRef="#ctx0" brushRef="#br0" timeOffset="10382.33">26614 13984 173 0,'0'0'249'16,"0"0"7"-16,2-7-10 0,-2 7-2 0,0 0-10 16,0 0-10-16,0 0-16 0,0 0-12 0,0 0-7 15,0 0-8-15,0 0 6 0,-25 10-18 0,18 1-6 16,-3-2 2-16,1-1-26 0,-1 5-5 0,1-4-4 15,1 3-16-15,-2-3-13 0,6 2-5 0,-3-3-10 16,1 2-13-16,3 1-4 0,1 0-10 0,0-2 0 16,2 3-7-16,2-2-24 0,0-1-24 0,1-1-24 15,3-1-30-15,1-1-36 0,2 1-39 0,2-2-39 16,2-1-45-16,1-1-48 0,4 0-39 0,0 0-208 16,-5-3-545-16,6-1 241 0</inkml:trace>
  <inkml:trace contextRef="#ctx0" brushRef="#br0" timeOffset="10617.23">26919 13977 215 0,'0'-10'235'15,"0"10"-1"-15,0 0-6 0,-8-5-7 0,8 5-9 16,-12 1-4-16,12-1-11 0,-16 12-5 0,6-5-4 16,0 1-5-16,1 0-16 0,-2 1-17 0,2-1-18 15,2 3-11-15,3-1-13 0,-1 0-6 0,1 0-14 16,2-3-10-16,2 5-4 0,-2-4-10 0,4 2-9 15,0-1-8-15,2 1-10 0,3-1-13 0,1 0-17 16,0-2-21-16,-1 0-27 0,1-1-22 0,3-2-27 16,-1 2-21-16,-1 0-34 0,2-2-33 0,-2-1-36 15,-2 1-32-15,-1 0-166 0,-6-4-444 0,11 5 197 16</inkml:trace>
  <inkml:trace contextRef="#ctx0" brushRef="#br0" timeOffset="10837.21">26459 14386 39 0,'-27'7'266'0,"9"-3"-17"15,4-2-11-15,8-1-16 0,-1 2-12 0,1-1-13 16,6-2-8-16,-8 4-12 0,8-4-4 0,0 0-11 16,0 0-7-16,30 2-20 0,-3-4-11 0,6-2-4 15,1 1-14-15,3-1-19 0,3-1-8 0,12-2-10 16,-17 3-7-16,3-2-21 0,-4 2-20 0,-1-2-30 15,-5 4-26-15,-6 0-39 0,-2 4-34 16,-6-2-40-16,-1-1-40 0,-3 1-18 0,-2 1-24 16,-3 4-125-16,-5-5-382 0,0 0 169 0</inkml:trace>
  <inkml:trace contextRef="#ctx0" brushRef="#br0" timeOffset="11105.3">26630 14523 58 0,'0'0'254'0,"-10"4"-1"0,4-1 4 0,1-1 4 16,5-2 5-16,-11 7-8 0,4-1-6 0,0 3-4 16,1 0 0-16,-1 3 1 0,1-1-24 0,0 5-11 15,0-1-11-15,0 1-12 0,3 1-10 0,-3 2-4 16,1-2-19-16,0 1-13 0,1 0-3 16,1-1-18-16,1-1-13 0,2 1-9 0,-2-3-11 0,2 1-7 15,2-4-9-15,-2 1-4 0,0-1-8 0,2-1-7 16,1-1-24-16,-3 0-19 0,2-3-27 0,0 2-11 15,0-2-20-15,-2-6-14 0,4 12-30 0,-2-9-21 16,-2-3-30-16,4 9-24 0,-4-9-23 0,2 6-24 16,-2-6-21-16,0 0-17 0,0 0-19 0,5 5-22 15,-5-5-207-15,0 0-538 0,0 0 238 16</inkml:trace>
  <inkml:trace contextRef="#ctx0" brushRef="#br0" timeOffset="11418.22">26578 14721 23 0,'0'-26'95'0,"-4"6"9"16,1 1 7-16,6 0 12 0,-3 3-5 0,-3-1-8 15,6 6 16-15,1 0 1 0,0 0 3 0,1 1-5 16,2 2-1-16,0 0-3 0,-7 8-4 16,17-5 1-16,-5 4 6 0,-3-1 8 0,-9 2-1 15,22 6 2-15,-13-1 4 0,-2 3-8 0,-3-3-3 0,-4-5-10 16,12 15 3-16,-10-6-2 0,-2 1-3 0,0-10-8 16,-5 20 3-16,-2-10-13 0,3 1 0 0,-3 0-3 15,-2-2-5-15,3 1-1 0,-2-3 0 0,2 0 3 16,1-1-10-16,-1 0 1 0,4-2-3 0,2-4-4 15,-8 8-3-15,8-8-9 0,-6 5-9 16,6-5-1-16,-5 3-9 0,5-3-2 0,0 0-3 16,0 0-10-16,0 0 1 0,-4 6-1 0,4-6-2 15,0 0-5-15,0 0-1 0,13 9 0 0,-13-9-13 16,21 4-3-16,-10-1-29 0,3-3-32 0,-1 1-22 16,1 1-39-16,-1 0-31 0,5 0-45 0,-1 1-39 15,-5-2-18-15,1 1-56 0,-2-1-26 0,-1 1-169 16,-10-2-545-16,17 0 241 0</inkml:trace>
  <inkml:trace contextRef="#ctx0" brushRef="#br0" timeOffset="11683.26">26911 14666 153 0,'6'-8'207'0,"-6"8"15"16,4-8 11-16,-4 8 16 0,0 0 0 0,3-9-5 16,-3 9-5-16,0 0-19 0,0 0-8 0,4-8-16 15,-4 8-2-15,0 0 15 0,0 0 16 0,0 0-6 0,0 0-12 16,0 21 0-16,0-10-4 0,-5 1-7 15,1 0-10-15,0 4-7 0,-1 0-11 0,1 0-13 16,2 1-11-16,0-1-3 0,-1 0-4 0,1 0-9 16,2-4-2-16,0-2-2 0,0 1-14 0,2-1-6 15,-2-2-3-15,3 0-7 0,-3-2 5 0,0-6-13 16,8 12-2-16,-3-9-8 0,1 1-8 0,1-1-6 0,5-1-4 16,-1-2-8-16,0 2-16 0,5-4-16 15,2 0-29-15,-1-2-29 0,0-1-44 0,4 1-49 16,-2-3-57-16,-1 4-56 0,-1-5-55 0,2 1-63 15,0 1-64-15,-6 2-376 0,2-2-870 0,-1 0 386 16</inkml:trace>
  <inkml:trace contextRef="#ctx0" brushRef="#br0" timeOffset="14768.21">6383 7886 84 0,'3'-6'101'0,"-3"6"-8"16,0 0-5-16,0 0 1 0,0 0-9 0,0 0-9 16,0 0 0-16,0 0-10 0,0 0-5 0,0 0 8 15,0 0-8-15,0 0 6 0,0 0-6 0,0 0-4 16,0 0 2-16,0 0-5 0,0 0-6 15,0 0-6-15,0 0-2 0,0 0-3 0,0 0-6 0,0 0-4 16,0 0-2-16,0 0 2 0,0 0-6 0,0 0-3 16,0 0 0-16,0 0 0 0,0 0-3 0,0 0 2 15,0 0-7-15,0 0 4 0,0 0 3 0,0 0 4 16,0 0 2-16,0 0 8 0,0 0 4 0,0 0 5 16,0 0 0-16,0 0 4 0,0 0 0 0,0 0 1 15,0 0-4-15,0 0-8 0,0 0 0 0,0 0-4 16,0 0-5-16,0 0 1 0,0 0-1 0,0 0 0 15,0 0-3-15,0 0 0 0,0 0-3 16,0 0 6-16,0 0-2 0,0 0 1 0,0 0-1 16,0 0-3-16,0 0 0 0,0 0 0 0,0 0-2 0,0 0 0 15,0 0 0-15,0 0-2 0,0 0-2 0,0 0-2 16,0 0 4-16,0 0-6 0,0 0-3 0,0 0 3 16,0 0-1-16,0 0 0 0,10 12 8 15,-10-12-8-15,6 5-6 0,-1-2 1 0,-1 3-22 16,0 0-25-16,4 1-24 0,-5 1-23 0,4 1-9 0,-2 1-7 15,0-2-5-15,0 1-8 0,3-1 6 0,-4-2 11 16,-2-1 9-16,2 0 10 0,-4-5 10 0,4 9 9 16,-4-9 14-16,4 7 18 0,-4-7 18 0,0 0 12 15,1 6 11-15,-1-6 5 0,0 0 19 0,0 0 6 16,0 0 8-16,0 0 6 0,0 0 10 0,0 0-2 16,0 0-5-16,0 0 1 0,0 0 0 0,0 0 6 15,0 0-11-15,0 0-5 0,0 0-1 0,-15-14-7 16,15 14-4-16,-3-6-2 0,3 6-6 0,0 0 1 15,-6-8-3-15,6 8-2 0,0 0 0 0,-5-7-2 16,5 7-2-16,-5-7-4 0,5 7 1 0,-4-7 2 16,4 7-3-16,-7-8 3 0,7 8-5 0,-5-6-1 15,5 6-2-15,-6-8 16 0,2 5 15 0,4 3 10 16,-5-8-1-16,5 8 3 0,-5-8 1 0,5 8 2 16,-5-4 1-16,5 4 5 0,-5-6-7 0,5 6-4 15,0 0-1-15,-7-6-8 0,7 6-4 0,0 0-1 16,-5-4-2-16,5 4-5 0,0 0 1 0,0 0 3 15,0 0-10-15,-6-4-2 0,6 4-2 0,0 0-2 16,0 0-1-16,0 0-3 0,0 0 6 0,0 0-8 16,0 0 0-16,-5-5-3 0,5 5 2 0,0 0-3 15,0 0-3-15,0 0-3 0,0 0 4 0,0 0-16 16,0 0-7-16,0 0-5 0,0 0 2 0,0 0-2 16,0 0 6-16,0 0 2 0,0 0-1 0,0 0 5 15,0 0-1-15,21 16 1 0,-13-10 7 0,2 0-2 16,2 3 12-16,3-3 0 0,3 3 3 0,-4 1 3 15,4 1 5-15,-3-4 1 0,3 1-6 0,-6-2 6 16,4 0 2-16,0 0-2 0,-4 0-5 0,1-2 3 16,4 1 1-16,-8 2-4 0,1-3 4 0,-2-2-8 15,0 3-4-15,0-1 1 0,-3 1-2 0,-1-1-12 16,0 2-34-16,-4-6-47 0,1 17-44 0,-3-5-53 16,-6 2-144-16,-5 2-362 0,-3-3 160 0</inkml:trace>
  <inkml:trace contextRef="#ctx0" brushRef="#br0" timeOffset="18123.9">13637 14413 159 0,'0'0'184'0,"0"0"-4"16,0 0-9-16,0 0-12 0,0 0-6 15,6-2-11-15,-6 2-10 0,0 0-12 0,0 0-14 0,0 0-9 16,0 0-11-16,0 0-5 0,0 0-9 0,0 0-5 16,0 0-11-16,0 0-7 0,0 0-19 0,0 0-25 15,0 0-26-15,0 0-36 0,0 0-25 0,0 0-22 16,0 0-34-16,0 0-137 0,7 7-297 0,-7-7 132 16</inkml:trace>
  <inkml:trace contextRef="#ctx0" brushRef="#br0" timeOffset="20062.69">13739 14450 112 0,'0'0'220'0,"0"0"-9"16,0 0-12-16,0 0-16 0,0 0-19 0,0 0-15 16,0 0-14-16,0 0-10 0,0 0-20 0,0 0-8 15,0 0-18-15,0 0-14 0,0 0-31 0,0 0-37 16,0 0-37-16,0 0-52 0,0 0-41 0,0 0-26 15,0 0-84-15,0 0-261 0,0 0 116 0</inkml:trace>
  <inkml:trace contextRef="#ctx0" brushRef="#br0" timeOffset="26913.21">10912 11887 53 0,'0'0'149'0,"0"0"-8"0,0 0 3 0,0 0-10 0,0 0-12 16,0 0-4-16,0 0-11 0,0 0-5 0,0 0-12 16,0 0 3-16,0 0-12 0,0 0 1 0,0 0-3 15,0 0-6-15,0 0 0 0,0 0 0 0,0 0-8 16,0 0-6-16,0 0-9 0,0 0 0 0,0 0-2 16,0 0-3-16,0 0-7 0,0 0 0 0,0 0-8 15,0 0 0-15,0 0-6 0,0 0-2 0,0 0-1 16,0 0-2-16,0 0-3 0,0 0-6 0,0 0 7 15,0 0-5-15,0 0 1 0,0 0-6 0,0 0 3 16,0 0-1-16,0 0-3 0,0 0-1 0,0 0 4 16,0 0-1-16,0 0-4 0,0 0 2 0,0 0 0 15,0 0-2-15,0 0 0 0,0 0-5 0,0 0 2 16,0 0 4-16,0 0-5 0,0 0 2 0,0 0 0 16,0 0 0-16,0 0-8 0,0 0-8 0,0 0-28 15,0 0-25-15,0 0-43 0,0 0-34 0,0 0-23 16,0 0-143-16,0 0-337 0,-14 14 149 0</inkml:trace>
  <inkml:trace contextRef="#ctx0" brushRef="#br0" timeOffset="28266.19">7353 8542 127 0,'0'0'151'0,"0"0"-14"0,0 0-12 0,0 0-7 16,4 5-11-16,-4-5-11 0,0 0-8 15,0 0-7-15,0 0-11 0,0 0-9 0,0 0-8 16,0 0-12-16,0 0-31 0,0 0-22 0,0 0-26 0,3 6-26 16,-3-6-32-16,0 0-81 0,0 0-190 0,-7 11 85 15</inkml:trace>
  <inkml:trace contextRef="#ctx0" brushRef="#br0" timeOffset="29744.75">13153 13857 152 0,'0'0'278'0,"0"0"-13"0,0 0-10 0,0 0-4 0,0 0-16 16,0 0-16-16,0 0-21 0,0 0-21 0,0 0-16 16,0 0-19-16,0 0-18 0,0 0-33 0,0 0-34 15,0 0-45-15,0 0-62 0,0 0-61 0,0 0-62 16,-20 2-208-16,20-2-412 0,-7 7 182 0</inkml:trace>
  <inkml:trace contextRef="#ctx0" brushRef="#br0" timeOffset="45468.58">7278 8703 29 0,'0'0'93'15,"0"0"10"-15,0 0-7 0,0 0 4 0,0-8-2 16,0 8-21-16,0 0 9 0,0 0-5 0,0 0-13 16,0 0-4-16,-1-9-10 0,1 9 2 0,0 0-3 15,0 0-5-15,0 0-4 0,0 0-13 0,2-9 0 16,-2 9-7-16,0 0-10 0,0 0-6 0,0 0-24 15,0 0-3-15,0 0-22 0,0 0-3 0,0 0-11 16,0 0-7-16,0 0-22 0,17 10-73 0,-17-10-168 16,3 10 74-16</inkml:trace>
  <inkml:trace contextRef="#ctx0" brushRef="#br0" timeOffset="60516.83">7265 8690 45 0,'0'0'61'0,"0"0"4"15,0 0-11-15,0 0 0 0,0 0-10 0,0 0-9 16,0 0 5-16,0 0 1 0,0 0-16 0,0 0-1 16,0 0-4-16,0 0 1 0,0 0 1 0,0 0-8 15,0 0 4-15,0 0-18 0,0 0 18 0,0 0-5 16,0 0-8-16,0 0-2 0,0 0 2 0,0 0 1 15,0 0-2-15,0 0-5 0,0 0 7 0,0 0-4 16,0 0 4-16,0 0-4 0,0 0 2 0,0 0-5 16,0 0 2-16,0 0 2 0,0 0-5 0,0 0 6 15,0 0-2-15,0 0-2 0,0 0 0 0,0 0-2 16,0 0 5-16,0 0-3 0,0 0 8 0,0 0-8 16,0 0-2-16,0 0-7 0,0 0 11 0,0 0-2 15,0 0 6-15,0 0-8 0,0 0 4 0,0 0-5 16,0 0 9-16,0 0-5 0,0 0 8 0,0 0 4 15,8-7-16-15,-8 7 13 0,0 0 0 0,0 0 9 16,0 0 7-16,0 0-11 0,6-3 12 0,-6 3-5 16,0 0 5-16,0 0 0 0,0 0 2 0,0 0 4 15,6-3 1-15,-6 3-6 0,0 0 12 0,0 0-3 16,0 0-7-16,0 0 4 0,0 0 0 0,0 0-1 16,0 0-4-16,0 0-4 0,0 0-8 0,0 0 4 15,0 0-6-15,0 0 2 0,0 0-2 0,0 0-4 16,0 0 0-16,0 0-3 0,0 0 3 0,0 0-3 15,0 0-4-15,0 0-10 0,0 0 10 0,0 0-5 16,0 0 1-16,0 0 9 0,0 0-4 0,0 0-5 16,8 9-1-16,-8-9 5 0,0 0-7 0,0 0 5 15,4 4-2-15,-4-4-2 0,0 0 4 0,0 0-1 0,0 0 5 16,6 3 0-16,-6-3-7 0,0 0-3 16,0 0 5-16,0 0 2 0,16-3 3 0,-16 3 0 15,9-3 1-15,-9 3 4 0,5-5-4 0,-5 5 1 16,6-3 18-16,-6 3-8 0,5-6 0 0,-5 6 3 15,0 0 2-15,5-6 3 0,-5 6-6 0,0 0-3 16,4-6 2-16,-4 6 4 0,0 0 1 0,0 0-2 16,0 0-3-16,0 0 2 0,0 0-8 0,-1-10-2 15,1 10-2-15,0 0-1 0,0 0-3 0,0 0 5 16,0 0-3-16,0 0-6 0,0 0 0 0,0 0 3 0,0 0-4 16,0 0-1-16,0 0-5 0,0 0 1 0,0 0 5 15,0 0-3-15,0 0-4 0,0 0 2 0,0 0-1 16,-5 26-1-16,5-26 4 0,0 0 1 15,2 10 3-15,-1-5 1 0,-1-5-4 0,4 5 0 0,-4-5 4 16,6 7 0-16,-6-7-3 0,6 5 4 0,-6-5-1 16,5 2 3-16,-5-2-5 0,0 0 3 0,10 3 3 15,-10-3-1-15,0 0 0 0,0 0 1 0,9 0-1 16,-9 0-8-16,0 0 15 0,0 0-3 0,0 0-3 16,8-7 11-16,-8 7-1 0,0 0-7 0,1-8 3 15,-1 8-3-15,0 0-3 0,-1-12 2 0,1 12-1 16,0 0 0-16,-3-9-1 0,3 9-1 0,-2-7-2 15,2 7-2-15,0 0 4 0,0 0-8 0,-4-8 1 16,4 8 4-16,0 0-4 0,0 0 1 0,-4-5-6 16,4 5 8-16,0 0-9 0,0 0 2 0,0 0 2 15,0 0 1-15,0 0-6 0,0 0 8 0,-11 13-4 16,11-13 1-16,-4 8 12 0,4-8-13 0,-3 7 1 16,3-7-4-16,0 7 4 0,0-7-1 0,0 0 2 15,0 0-2-15,3 11-1 0,-3-11 3 0,0 0 3 16,4 3-1-16,-4-3-3 0,0 0 1 0,0 0 7 15,0 0-4-15,0 0-1 0,8 2 3 0,-8-2 0 16,0 0-4-16,0 0 5 0,0 0-2 0,0 0-2 16,0 0 7-16,0 0-3 0,0 0 5 0,0 0-8 15,8-12 1-15,-8 12 0 0,0 0-5 0,0 0 5 16,-1-10 3-16,1 10-5 0,0 0 0 0,0 0-1 16,-4-9-3-16,4 9 1 0,0 0 3 0,0 0 1 0,0 0-6 15,-6-4 4-15,6 4-4 0,0 0 12 16,0 0-14-16,0 0 2 0,0 0-2 0,-14 9 3 15,14-9 2-15,-7 9 2 0,5-4-1 0,2-5-5 16,-6 9 4-16,4-4 0 0,2-5 2 0,-4 8-3 16,4-8-3-16,-1 6 7 0,1-6 0 0,0 0-2 15,0 0 0-15,6 10 2 0,-6-10 0 0,0 0 2 16,5 3 5-16,-5-3-1 0,0 0 0 0,11-2-3 16,-11 2 12-16,0 0-7 0,14-3 6 0,-14 3 1 0,5-5 1 15,-5 5-4-15,5-6 3 0,-5 6-2 0,2-7-5 16,-2 7 0-16,0-9-3 0,0 9 4 15,0 0 0-15,0 0-5 0,-3-13-2 0,3 13 2 16,-4-7-1-16,4 7-2 0,-7-5-3 0,7 5 2 0,-7-2-4 16,7 2-1-16,0 0 3 0,-10 0-1 0,10 0-4 15,0 0 5-15,-11 7-6 0,6-3 2 0,5-4 5 16,-6 7-4-16,3-1-3 0,3-6 5 16,-4 10-1-16,4-10-4 0,-1 8 4 0,1-8 3 0,0 8-4 15,0-8 7-15,0 0-1 0,4 10-2 0,-4-10 4 16,3 4 6-16,-3-4-7 0,0 0 0 0,5 4 5 15,-5-4-4-15,0 0 12 0,0 0 1 16,0 0-2-16,0 0-2 0,0 0-5 0,0 0-1 16,0 0 0-16,0 0 2 0,0 0-5 0,0 0 1 0,-4-26-8 15,4 26-13-15,-4-5-31 0,4 5-19 0,0 0-18 16,0 0-5-16,0 0-10 0,-17 16-19 0,8-3-26 16,-2 2-84-16,1 2-246 0,0-1 109 0</inkml:trace>
  <inkml:trace contextRef="#ctx0" brushRef="#br0" timeOffset="63695.36">7225 8784 52 0,'0'0'58'0,"0"0"-1"0,0 0-3 16,0 0 3-16,0 0-11 0,0 0 1 0,0 0-5 16,0 0-4-16,0 0 3 0,0 0-7 0,0 0 9 15,0 0-9-15,0 0 1 0,0 0-4 0,0 0 3 16,0 0-7-16,0 0 3 0,0 0-1 0,0 0 2 16,0 0-6-16,0 0 10 0,0 0-10 0,0 0-2 15,0 0-2-15,0 0 5 0,0 0-3 0,0 0 2 16,0 0-1-16,0 0-2 0,0 0-4 0,0 0-20 15,0 0 17-15,0 0 2 0,0 0-3 0,0 0 0 16,0 0-5-16,0 0 8 0,0 0-4 0,0 0-12 16,0 0 15-16,0 0-7 0,0 0-6 0,0 0 1 15,0 0-5-15,0 0 8 0,0 0-6 0,0 0 2 16,0 0-2-16,0 0 4 0,0 0-8 0,0 0 6 16,0 0 0-16,0 0-4 0,0 0-9 0,0 0 6 15,0 0 2-15,0 0 11 0,0 0-7 0,0 0-3 16,0 0-2-16,0 0 12 0,0 0-11 0,0 0 0 15,0 0 7-15,0 0-5 0,0 0 0 0,0 0 2 16,0 0 2-16,0 0-11 0,0 0 5 0,0 0-6 16,0 0 10-16,0 0 3 0,0 0-6 0,0 0 1 15,0 0 1-15,0 0 3 0,0 0-5 0,0 0 0 16,0 0-1-16,0 0-1 0,0 0-2 0,0 0 2 0,0 0 6 16,0 0-3-16,0 0 1 0,0 0-1 15,0 0 2-15,0 0-1 0,0 0 1 0,0 0-2 16,0 0-3-16,0 0 3 0,0 0 1 0,0 0 1 15,0 0-2-15,0 0 0 0,0 0 16 0,0 0-3 0,0 0-7 16,0 0-2-16,0 0-4 0,0 0 3 0,0 0-5 16,0 0 2-16,0 0-1 0,0 0-7 15,0 0 16-15,0 0-8 0,0 0-1 0,0 0-5 16,0 0 8-16,0 0-14 0,0 0 13 0,0 0 0 0,0 0 3 16,0 0-7-16,0 0 1 0,0 0 16 0,-7 6-14 15,7-6 3-15,0 0-4 0,-7 5 3 0,7-5-3 16,0 0 2-16,-5 5 1 0,5-5-5 15,0 0 2-15,0 0-1 0,-4 6 2 0,4-6-3 16,0 0 3-16,0 0 4 0,0 0 2 0,0 0-12 0,-5 6-1 16,5-6 10-16,0 0-3 0,0 0 3 0,0 0-3 15,-5 3 1-15,5-3-8 0,0 0 1 16,0 0 1-16,0 0 8 0,0 0 0 0,0 0-1 16,-5 7 4-16,5-7-5 0,0 0 3 0,0 0 0 0,0 0 4 15,0 0-8-15,0 0 1 0,0 0 7 0,0 0-10 16,0 0 13-16,0 0-9 0,0 0 6 0,0 0-1 15,0 0-1-15,0 0 6 0,0 0 4 0,0 0-3 16,0 0-2-16,0 0 5 0,0 0 1 16,0 0 0-16,0 0-7 0,0 0-3 0,0 0 3 0,0 0 3 15,0 0-5-15,0 0 7 0,0 0-8 0,0 0 5 16,0 0-2-16,0 0 0 0,0 0 9 0,0 0-7 16,0 0 2-16,0 0-6 0,0 0 10 0,0 0 1 15,0 0-5-15,0 0 4 0,0 0 0 0,0 0-7 16,0 0 4-16,0 0 5 0,0 0-7 0,0 0-6 15,19-12 1-15,-19 12 2 0,0 0-1 0,7-3-1 16,-7 3-6-16,0 0 1 0,6-4 1 0,-6 4 2 16,6-3-2-16,-6 3 0 0,8-3 1 0,-8 3-3 15,0 0 4-15,8-6 0 0,-8 6 4 0,6-3-8 16,-6 3 1-16,8-6 2 0,-8 6-1 0,3-3-1 16,-3 3 2-16,0 0 15 0,8-3-13 0,-8 3 3 15,0 0 2-15,5-5-2 0,-5 5 5 0,0 0-4 16,0 0 3-16,4-6-6 0,-4 6 0 0,0 0-1 15,7-5-2-15,-7 5 1 0,5-5 3 0,-5 5-4 16,5-4-1-16,-5 4 2 0,5-4-5 0,-5 4-3 16,0 0 3-16,8-5 0 0,-8 5 6 0,0 0 0 15,5-3-6-15,-5 3 0 0,0 0 3 0,0 0 1 16,0 0 2-16,7-4-7 0,-7 4 10 0,0 0-4 16,0 0-3-16,4-6 2 0,-4 6-2 0,0 0 1 15,0 0 0-15,0 0-3 0,5-5 4 0,-5 5-1 16,0 0 6-16,7-5-7 0,-7 5-3 0,0 0 0 15,5-3 1-15,-5 3 2 0,0 0-12 0,4-5 13 16,-4 5-1-16,0 0-5 0,8-4 4 0,-8 4 1 16,0 0-2-16,0 0-1 0,0 0-3 0,6-4 6 15,-6 4-1-15,0 0-2 0,0 0-2 0,0 0 3 16,0 0-1-16,0 0-1 0,0 0 1 0,0 0 1 0,0 0 0 16,0 0-1-16,0 0 2 0,0 0 5 15,0 0 0-15,0 0-4 0,0 0 2 0,0 0-1 16,0 0-2-16,0 0 8 0,0 0-2 0,0 0-5 15,0 0 3-15,0 0-3 0,0 0 1 0,0 0-1 0,6-4 6 16,-6 4-6-16,0 0 4 0,0 0-2 0,0 0 0 16,0 0 0-16,0 0 0 0,0 0-4 15,0 0 4-15,0 0 0 0,0 0-2 0,0 0 0 16,0 0 5-16,0 0-9 0,0 0 3 0,0 0-1 16,0 0 1-16,0 0 4 0,0 0-9 0,0 0 8 0,0 0-3 15,0 0-1-15,0 0-1 0,0 0 0 16,0 0 2-16,0 0-3 0,0 0 2 0,0 0-2 15,0 0 3-15,0 0-3 0,0 0 1 0,0 0 1 16,0 0-1-16,0 0 0 0,0 0-4 0,0 0 5 0,0 0-4 16,0 0 4-16,0 0 0 0,0 0-3 0,0 0 5 15,0 0-3-15,0 0 3 0,0 0-1 0,0 0 0 16,0 0-1-16,0 0-2 0,0 0 8 16,0 0-7-16,0 0 1 0,0 0 0 0,0 0-2 15,0 0-2-15,0 0 1 0,0 0 4 0,0 0-2 0,0 0 6 16,0 0-7-16,0 0 3 0,0 0-1 0,0 0-1 15,0 0-2-15,0 0 0 0,0 0-2 0,0 0 3 16,0 0 1-16,0 0 4 0,0 0-7 16,0 0 2-16,0 0 5 0,0 0-3 0,0 0-1 0,0 0-3 15,0 0 10-15,0 0-7 0,0 0 3 0,0 0-2 16,0 0-2-16,0 0-1 0,0 0 4 0,0 0-5 16,0 0 6-16,0 0 0 0,0 0-3 0,0 0 0 15,0 0-1-15,0 0-1 0,0 0 5 0,0 0-3 16,0 0-6-16,0 0 9 0,0 0-6 0,0 0 6 15,0 0-4-15,0 0 1 0,0 0 1 0,0 0-1 16,0 0 0-16,0 0-2 0,0 0 1 0,0 0-3 16,0 0 0-16,0 0 7 0,0 0-4 0,0 0 0 15,0 0 3-15,0 0-2 0,0 0 3 0,0 0-4 16,0 0-1-16,0 0 2 0,0 0 0 0,0 0-2 16,0 0 1-16,0 0-2 0,0 0-3 0,0 0-8 15,0 0 2-15,0 0-19 0,0 0-10 0,0 0-7 16,0 0-11-16,0 0-7 0,0 0-17 0,0 0-1 15,0 0-15-15,0 0-5 0,0 0-9 0,0 0-14 16,0 0-101-16,0 0-246 0,0 0 108 0</inkml:trace>
  <inkml:trace contextRef="#ctx0" brushRef="#br0" timeOffset="89111.73">9784 10912 16 0,'0'0'46'0,"0"0"-8"0,-3-8 2 16,3 8-6-16,0 0-4 0,0 0-3 0,0 0-11 0,0 0-6 15,0 0-9-15,0 0-16 0,0 0-26 0,0 0-44 16,0 0 20-16</inkml:trace>
  <inkml:trace contextRef="#ctx0" brushRef="#br0" timeOffset="90561.81">8746 11488 62 0,'0'0'70'0,"3"-7"-11"0,-3 7-9 0,4-5-4 0,-4 5-5 15,0 0-11-15,3-7-5 0,-3 7-12 0,0 0-12 16,0 0-6-16,0 0-9 0,0 0-7 0,0 0-4 15,0 0-9-15,0 0-16 0,0 0-54 16,0 0 24-16</inkml:trace>
  <inkml:trace contextRef="#ctx0" brushRef="#br0" timeOffset="102734.06">7179 8303 54 0,'0'-10'136'0,"0"10"6"0,0 0-18 0,0 0-11 0,0 0-15 16,0 0-4-16,0 0-14 0,0 0-4 0,0 0-5 15,0 0-12-15,0 0-8 0,0 0-5 0,0 0-4 16,0 0-7-16,0 0-1 0,0 0 3 0,0 0-10 15,0 0 2-15,0 0-1 0,0 0-7 0,0 0-2 16,0 0-2-16,0 0-1 0,0 0-10 0,0 0-9 16,0 0-30-16,0 0-15 0,0 0-34 0,0 0-19 15,0 0-97-15,0 0-215 0,0 0 95 0</inkml:trace>
  <inkml:trace contextRef="#ctx0" brushRef="#br0" timeOffset="110500.41">13513 14111 129 0,'0'0'178'0,"-5"-3"1"0,5 3-7 16,0 0-16-16,0 0-17 0,0 0-16 0,0 0-11 15,0 0-19-15,11-15-27 0,-4 13-26 0,0-2-42 16,4-2-40-16,4 0-42 0,2 2-127 0,0-1-226 16,2 0 100-16</inkml:trace>
  <inkml:trace contextRef="#ctx0" brushRef="#br0" timeOffset="110739.29">14466 13882 107 0,'0'-6'207'0,"0"6"-18"0,0 0-22 15,0 0-13-15,4-7-15 0,-4 7-14 0,0 0-15 16,0 0-10-16,0 0-18 0,0 0-13 0,0 0-21 0,0 0-20 16,0 0-22-16,0 0-24 0,0 0-15 15,0 0-29-15,0 0-21 0,0 0-17 0,0 0-107 16,0 0-222-16,0 0 98 0</inkml:trace>
  <inkml:trace contextRef="#ctx0" brushRef="#br0" timeOffset="110978.81">13683 14227 17 0,'19'-4'58'0,"1"-1"-15"0,-3 1-15 0,0-2-13 0,-6 3-20 15,2-1-21-15,1 1-29 0,-4 0 13 0</inkml:trace>
  <inkml:trace contextRef="#ctx0" brushRef="#br0" timeOffset="111499.08">13884 14201 32 0,'0'0'112'0,"0"0"-9"0,0 0-18 15,0 0-1-15,0 0-14 0,0 0-15 0,0 0-7 16,0 0-1-16,0 0-5 0,0 0-11 0,0 0 1 15,0 0-13-15,4-24 5 0,-4 24-6 16,0 0 3-16,0 0-8 0,0 0 5 0,0 0-12 16,0 0 9-16,0 0-6 0,0 0 4 0,0 0-4 0,0 0 6 15,0 0-11-15,0 0 3 0,0 0-2 0,0 0 3 16,0 0-6-16,0 0 1 0,0 0 1 0,0 0 0 16,0 0 1-16,0 0 10 0,0 0-10 0,0 0 3 15,0 0 6-15,0 0 3 0,0 0-6 0,0 0 0 16,0 0 9-16,0 0-2 0,0 0-5 0,0 0 5 15,0 0-2-15,0 0 6 0,0 0-2 0,0 0 7 16,0 0 6-16,0 0 0 0,0 0 1 0,0 0-3 16,0 0-1-16,0 0-1 0,0 0-4 0,0 0-2 15,0 0-1-15,0 0 3 0,0 0-13 0,0 0 7 16,0 0-1-16,0 0-4 0,0 0 0 0,0 0-2 16,0 0-3-16,0 0 3 0,0 0-4 0,0 0-5 15,0 0 4-15,0 0-3 0,0 0-5 0,0 0 1 16,0 0-5-16,0 0-1 0,0 0-8 0,0 0 3 15,0 0-2-15,0 0-4 0,0 0 0 0,0 0-1 16,0 0 2-16,0 0-6 0,0 0-5 0,0 0 0 16,0 0-9-16,0 0-4 0,0 0-10 0,0 0-9 15,0 0-14-15,0 0-12 0,0 0-16 0,0 0-63 16,11 12-175-16,-11-12 77 0</inkml:trace>
  <inkml:trace contextRef="#ctx0" brushRef="#br0" timeOffset="127552.93">14208 8615 107 0,'0'0'270'15,"3"-9"-5"-15,-3 3-3 0,0 6-15 0,5-7-14 16,-5 7-13-16,3-6-12 0,-3 6-19 0,0 0-18 15,3-5-21-15,-3 5-13 0,0 0-13 0,0 0-15 16,3-7-14-16,-3 7-14 0,0 0-7 0,0 0-12 16,0 0-3-16,0 0-7 0,0 0-7 0,0 0-3 15,2 31-4-15,-4-15-1 0,4 1-3 0,-4 2-2 16,2 5-3-16,-2 0-15 0,4 2-1 0,-4-3-21 16,2 1-22-16,-1 2-9 0,0-7-20 0,1 0-26 15,-3 1-9-15,3 0-26 0,-2-2-19 0,0-1-14 16,-1 0-22-16,1-2-13 0,0-4-21 0,2 2-141 15,-1-2-380-15,-1-3 169 0</inkml:trace>
  <inkml:trace contextRef="#ctx0" brushRef="#br0" timeOffset="127915.48">14240 8679 175 0,'9'-47'174'0,"-2"1"-14"0,-2 16 1 15,6 3-3-15,-2 2-4 0,0 3-7 16,4-1-3-16,-3 9-12 0,3 0-7 0,-7 4-10 15,4 3-8-15,1-1-12 0,0 1-8 0,-1 3-12 16,0-1-7-16,1 1-9 0,1 1-5 0,-1 2-6 0,-2 2-7 16,0 1-3-16,2 1-4 0,-4 1-3 0,0 1-5 15,-1 2-1-15,1 3-9 0,-5-1-4 16,1 4-5-16,-3 0 1 0,0 1-1 0,0 1-3 16,-5 2-3-16,1 0 2 0,1-2-2 0,-1 1-10 0,2-1-1 15,-1-2-5-15,3 0-2 0,3-1-10 0,-3 1-3 16,5 3-2-16,1-2 4 0,1 1 4 15,1-1-3-15,2-2 0 0,1 1 2 0,0-1 4 16,1 1 3-16,-1 0 0 0,-5-5 1 0,8 5-1 0,-8-4 6 16,1 1 0-16,2 0-1 0,-4-1 4 0,-3 0 1 15,2 1-2-15,-2-4 5 0,-1 3 1 0,-1 2 7 16,-3-1-1-16,1-2 0 0,-4 0-4 16,-2 0 2-16,2 1-7 0,-1-2-12 0,-1 1-24 0,-2 0-21 15,4-3-43-15,-1 0-29 0,-2 2-146 0,2-3-304 16,2 0 136-16</inkml:trace>
  <inkml:trace contextRef="#ctx0" brushRef="#br0" timeOffset="128433.81">14548 8944 22 0,'10'-3'159'0,"2"-3"-3"0,3-3 0 0,2 1-10 15,3-1-2-15,7-1-14 0,-5-4-7 0,-3 6-11 16,8-6-2-16,-2-1-6 0,-2-1-7 0,2 1-6 15,-4-1-3-15,1-1-5 0,-1 1-11 0,-5 2 1 16,1-2 1-16,-3-1 1 0,-5 3-1 0,0 0 3 16,-2 0-8-16,0-2-1 0,-3 2-5 0,-2 4 16 15,0-4 11-15,1 4-4 0,-3 1-13 0,-1-1 0 16,-1 0-2-16,2 10-2 0,-4-12-5 0,2 6-3 16,2 6-7-16,-9-7-7 0,5 4-7 0,4 3-9 0,-15 3-4 15,5 1-1-15,-2 2-4 0,-1 6-3 16,0 1-3-16,0 2-2 0,-3 6-4 0,8-7 0 15,0 1 0-15,1 2-5 0,2-2-1 0,3 1 0 16,2-4-1-16,1 2 4 0,3-4-11 0,0-1-6 0,5 1 2 16,0-3-8-16,2-1-8 0,7-1 3 0,2 1 1 15,2-6 3-15,6 0-6 0,2-6 0 16,-5-2 1-16,10-1 1 0,-10-2 2 0,0-4 2 16,-1 1 0-16,-9 2 10 0,4-8-2 0,-1 1 2 0,-6 3 3 15,-1 0 3-15,3-7-2 0,-5 7 11 0,-1-9 2 16,-2 8-1-16,-1-1 0 0,-1 0 2 0,-2 2 2 15,0 3 14-15,-1 3 6 0,1 1 5 16,0 3 1-16,-2-2-8 0,0 8-5 0,2-9-4 16,-2 9-8-16,0 0 0 0,2-8-6 0,-2 8 1 0,0 0-2 15,0 0-3-15,0 27 7 0,-1-10-4 0,-2 2-3 16,2-1 2-16,-2 6 2 0,0 3-3 0,-3-2-7 16,4-5-10-16,-1 4-14 0,-3 2-12 0,3-6-26 15,0 5-23-15,-1-1-34 0,0-5-44 0,4 1-40 16,-4-2-45-16,-1-3-166 0,-3 0-450 0,4-2 200 15</inkml:trace>
  <inkml:trace contextRef="#ctx0" brushRef="#br0" timeOffset="128650.26">15436 8433 185 0,'-1'-17'285'0,"1"4"-13"16,0 3-11-16,0-1-16 0,0 4-16 0,0 7-19 15,-2-12-21-15,2 12-23 0,-2-7-18 0,2 7-17 16,0 0-8-16,0 0-8 0,0 0-6 0,0 0-12 16,12 30-7-16,-11-13-6 0,4 8-11 0,-4-7-8 15,3 9-9-15,-1-3 0 0,-2 1-7 0,3 2-27 16,0-2-31-16,-2 0-27 0,-2-6-41 0,2 5-45 16,-4 2-53-16,2-7-42 0,-4 7-221 0,-2-3-474 15,-1-5 210-15</inkml:trace>
  <inkml:trace contextRef="#ctx0" brushRef="#br0" timeOffset="128808.57">15321 8622 59 0,'0'0'191'16,"7"-11"-16"-16,-4 6-23 0,5-2-17 0,2 1-21 15,7-3-18-15,2 3-29 0,7-4-27 0,4 0-39 16,6 1-26-16,1 1-34 0,2 0-99 0,-1 2-171 15,13-2 75-15</inkml:trace>
  <inkml:trace contextRef="#ctx0" brushRef="#br0" timeOffset="129019.37">16033 8407 56 0,'6'-10'248'0,"-2"1"-3"0,-1 1-6 0,-2-1-3 16,3-2 3-16,-3 6 5 0,1-3-3 0,-2 8 7 0,2-9-29 15,-2 9-24-15,1-9-20 0,-1 9-20 16,0 0-14-16,0 0-21 0,0 0-12 0,0 0-10 15,0 0-8-15,12 17-3 0,-8-5-5 0,1 7-13 16,-3 0 0-16,2 7-7 0,3-2-7 0,-1 4-3 16,-1-1 8-16,-1-2-25 0,0-4-31 0,0 3-26 15,-1-5-19-15,0 5-30 0,-2-3-39 0,4-4-44 16,-2 2-38-16,1-3-48 0,-4 2-37 0,0-2-185 16,0-4-499-16,-4-3 222 0</inkml:trace>
  <inkml:trace contextRef="#ctx0" brushRef="#br0" timeOffset="129233.07">16142 8282 119 0,'10'-15'146'0,"3"3"-9"0,-7 4-4 0,2 0-16 16,-1 2-14-16,0 2-6 0,-2 1-13 0,-5 3-7 15,0 0 10-15,13 3 1 0,-8 3 6 0,-3 3-9 16,1 2-5-16,-2-1-2 0,-2 7-7 0,-2-6-7 15,-4 9-1-15,-2 3-10 0,1-4-5 0,-3 4-10 16,0-8-8-16,2 1-22 0,-2-1-6 0,2 1-29 16,0-2-21-16,3-4-34 0,-2 0-32 0,3-1-159 15,-3 0-294-15,4-2 131 0</inkml:trace>
  <inkml:trace contextRef="#ctx0" brushRef="#br0" timeOffset="129489">16309 8457 194 0,'0'0'214'0,"0"0"-25"0,0 0-15 0,4 4-11 15,-4-4-10-15,4 6-11 0,-4-6-11 0,6 4-1 16,-1-2 6-16,-5-2-1 0,19 1-4 0,-7-1-6 16,6-3-3-16,0-3-11 0,1 0-10 0,9-1-11 15,-3-3-6-15,-5 1-2 0,-2 1-4 0,-3 0-4 16,-4 1-3-16,0-2 2 0,-5 1-14 0,3-6-7 15,-4 3-13-15,-2 1-13 0,-3-2-22 0,-3 1-21 16,2-1-23-16,-6 3-24 0,-1 1-12 0,-3 2-26 16,1 1-19-16,-5 2-7 0,-2 2-19 0,-2 5 3 15,-1 1-8-15,-6 5-13 0,0 3-11 0,1 6-117 16,1-2-315-16,3 6 140 0</inkml:trace>
  <inkml:trace contextRef="#ctx0" brushRef="#br0" timeOffset="129799.04">16539 8441 111 0,'15'-13'179'16,"1"-8"-5"-16,-5 6-9 0,2 1-5 0,-3-5 4 15,2 4-5-15,-1-1-14 0,0-2-14 0,-1 0-9 16,-3 1-7-16,1 0-2 0,-3 1-4 0,-1 2-5 16,-1 1 0-16,2 1-2 0,-4 4-7 0,1 0 5 0,-2 0-10 15,0 8-11-15,-1-9-10 0,1 9-13 16,0 0-11-16,-4-9-10 0,4 9-4 0,0 0-4 15,-17 13-3-15,11-6 0 0,-4 2-8 0,1 6-9 16,2-2-10-16,0-2 0 0,3 4-4 0,-1-1-2 0,5 2 0 16,3-3 1-16,-1 3-1 0,2 1-2 15,0-6 0-15,1 7 0 0,3-3 2 0,-2 0 3 16,2-1-1-16,-3 0 0 0,0-3-2 0,-1 3-16 16,0-5-23-16,-2 2-9 0,-3 0-10 0,0 0-20 0,0-2-20 15,-2-2-20-15,-1 2-29 0,-2 2-37 0,-1-3-119 16,-2-2-337-16,2-1 149 0</inkml:trace>
  <inkml:trace contextRef="#ctx0" brushRef="#br0" timeOffset="130003.05">16824 8319 30 0,'5'-12'254'0,"0"2"-1"0,-2 1 4 15,-1 2-7-15,2 0-1 0,-4 7-22 0,3-10-17 0,-3 10-15 16,4-7-25-16,-4 7-23 0,2-4-18 0,-2 4-11 15,0 0-14-15,0 0-3 0,0 0-2 0,14 14-13 16,-9-4-7-16,-1-1-10 0,0 4-4 0,0-2-15 16,0 2-22-16,0 5-28 0,-4-8-35 0,3 8-43 15,-1-1-45-15,-1 0-51 0,-1-4-54 16,-4 3-194-16,-2-5-458 0,2 0 203 0</inkml:trace>
  <inkml:trace contextRef="#ctx0" brushRef="#br0" timeOffset="130154.87">16670 8133 157 0,'0'0'155'0,"-3"-7"-42"16,3 7-24-16,0 0-32 0,0 0-32 0,6-9-30 15,-6 9-34-15,12 0-53 0,-12 0-100 0,17 1 44 16</inkml:trace>
  <inkml:trace contextRef="#ctx0" brushRef="#br0" timeOffset="130372.05">16946 8074 150 0,'3'-7'277'15,"4"3"-18"-15,-5-2-15 0,2 1-10 0,0 0-6 16,-4 5-10-16,5-10-10 0,-5 10-6 0,4-8-21 0,-4 8-13 16,3-5-18-16,-3 5-19 0,0 0-13 15,0 0-6-15,10 0-3 0,-10 0 7 0,9 14-14 16,-3 0-4-16,1 1-2 0,1 4-6 0,0 5-5 15,-3-5-6-15,0 0-4 0,3 7-4 16,-2-3-10-16,-2-3-6 0,1-2-6 0,-3 2-9 0,1-2-17 16,1-1-20-16,0-1-37 0,-1-3-30 0,-2-1-38 15,1 1-45-15,2 3-41 0,-1 1-44 0,-2-6-36 0,0 0-232 16,-2 0-541-16,0 0 240 0</inkml:trace>
  <inkml:trace contextRef="#ctx0" brushRef="#br0" timeOffset="130617.24">16920 8275 25 0,'0'0'169'0,"1"-12"-12"0,4 7-19 0,-1 0-14 15,6-2-11-15,1-1-12 0,7 2-8 0,-3 0-6 16,5-1-13-16,-2 1-4 0,3 0-8 0,0 0-10 16,0 1 2-16,-2 1 6 0,0 0-9 0,-1 1 2 15,-6 1 0-15,-2 1 1 0,-1 1-3 0,1-1 12 16,-10 1 9-16,14 1 10 0,-8-1 5 15,-1 3 5-15,2 2 6 0,-5 0 3 0,4 3-5 0,-1 1-7 16,-3-1-6-16,3 1-8 0,-2 1-11 0,-1 1 0 16,0 0-18-16,0 1-20 0,0 1-34 0,0 0-36 15,-2-1-44-15,3 4-60 0,-2-5-40 0,0 6-197 16,1-4-415-16,-2-2 184 0</inkml:trace>
  <inkml:trace contextRef="#ctx0" brushRef="#br0" timeOffset="130770.27">17211 8063 2 0,'0'0'96'16,"-5"-7"-31"-16,5 7-20 0,0 0-36 0,0 0-46 15,0 0-38-15,0 0 17 0</inkml:trace>
  <inkml:trace contextRef="#ctx0" brushRef="#br0" timeOffset="131251.25">17420 8173 191 0,'-8'15'218'0,"6"-10"-8"0,-2 3-7 0,0-3-14 16,0 1-12-16,0 0-15 0,1 0-10 0,1 1-13 0,2-7-15 15,-3 11-17-15,1-3-5 0,7 0-13 16,-5-8-3-16,2 15-8 0,2-10-11 0,-1 3 4 15,2-3-6-15,-1 1-9 0,1 0-4 0,0-3-9 16,-5-3-6-16,8 4-9 0,-8-4-1 0,7 5 0 16,-7-5-5-16,8 1 0 0,-8-1-4 0,0 0 1 0,0 0-2 15,13-10 4-15,-11 5-6 0,-2 5 2 16,4-11-2-16,-1 4-1 0,1-3-1 0,-2 1-2 16,2 1-1-16,-1-1 1 0,3-2 0 0,-1 3-2 15,0-3-3-15,2 4 2 0,-2 0-1 0,-1 1 0 0,2 1 1 16,-2 0-2-16,1 1 3 0,-5 4-7 15,8-4 2-15,-8 4-2 0,10 0-2 0,-10 0 0 16,0 0 1-16,11 4 2 0,-6 0-1 0,1-1 1 16,-6-3-2-16,6 7 3 0,-2-3-4 0,-4-4 4 0,6 5-2 15,-6-5 0-15,4 4 4 0,-4-4 7 0,0 0 5 16,0 0 11-16,6 4 0 0,-6-4 3 0,0 0-5 16,0 0 1-16,14-4-2 0,-7 0-3 0,2-2 0 15,1-1-4-15,0 4-2 0,3-4-2 0,-4 1-4 16,4 2 1-16,-6-1-3 0,2 0 1 0,-2 3-3 15,0 0-2-15,-7 2-2 0,11-2 0 0,-11 2-3 16,0 0 4-16,12 3-2 0,-7-2-3 0,-5-1-7 16,7 9-15-16,-3-3-16 0,-3 1-22 0,0 0-38 15,2 3-46-15,-2 0-44 0,1-1-41 0,-1 1-204 16,0-3-470-16,-1-7 208 0</inkml:trace>
  <inkml:trace contextRef="#ctx0" brushRef="#br0" timeOffset="131798.95">18061 8135 212 0,'0'-6'267'0,"0"-3"-2"15,0 9-1-15,3-11-8 0,-3 11-6 0,0-12-14 16,0 12-15-16,0 0-27 0,-3-8-13 0,3 8-19 16,0 0-18-16,0 0-11 0,0 0-8 0,0 0-15 15,0 0-7-15,0 0-12 0,9 26-6 0,-5-18-12 16,1 1-10-16,0-2-1 0,3 1-10 0,-1 0-3 15,-3-2-7-15,3 0-7 0,-2 0-11 0,1-3-11 16,2 0-12-16,-2 0-3 0,-6-3-4 0,11 3-2 16,-11-3-1-16,11-2-1 0,-11 2 0 0,6-5-4 15,-3 1 5-15,-3 4 1 0,1-15-6 0,-1 5-1 0,0-1 3 16,-2 2 0-16,-1-3-1 0,-1 0 2 16,-4-4-4-16,0 1 3 0,0 2 3 0,-1 0 3 15,3 3-4-15,-1 0 7 0,4 4 6 0,0-1 9 16,-1 2-1-16,4 5-3 0,-4-8-4 0,4 8 0 15,-4-9-1-15,4 9-5 0,0 0 1 0,0 0 4 16,0 0-4-16,12-4 22 0,-12 4-1 0,23 0-3 16,-2-3-2-16,7 1-3 0,0-3-7 0,2 0-8 15,-2-2 1-15,-2 0-3 0,1-3 1 0,-9 2 2 16,2-1 5-16,3-3-3 0,-9 2-1 0,-2 1 4 16,1-3 4-16,-3 0 4 0,-1-2 11 0,-2 4 7 15,-2-7 2-15,3 3-3 0,-5-3 8 0,2 7 6 16,-3-3 3-16,0 1 3 0,0 2 15 0,1 3-11 15,-3 0 2-15,0 7-6 0,1-9-6 0,-1 9-13 16,0 0 0-16,0 0-4 0,0 0-3 0,0 0-5 16,0 0 11-16,0 31-1 0,-4-5 8 0,2 3 1 0,-2 3-8 15,-2 4 8-15,2-1-1 0,0 1-8 16,2-4-2-16,0 4 2 0,1-2-5 0,4 0-5 0,-3-4 6 16,2 0-2-16,2-1-48 0,1-3-55 0,1-1-49 15,-2 0-60-15,-3-5-67 0,4-4-71 0,-3 0-285 16,-2-4-663-16,1-2 294 0</inkml:trace>
  <inkml:trace contextRef="#ctx0" brushRef="#br0" timeOffset="131949.31">18433 8160 14 0,'1'-6'270'0,"1"-1"-32"15,0 1-18-15,2-2-29 0,1-1-23 0,3 2-17 16,6-4-27-16,0 1-35 0,4 1-40 0,7-2-41 15,6-2-62-15,2 4-60 0,-1-3-112 0,1 2-244 16,3 0 107-16</inkml:trace>
  <inkml:trace contextRef="#ctx0" brushRef="#br0" timeOffset="132148.96">19114 7769 82 0,'4'-16'257'0,"-1"5"-11"15,-1-2 2-15,1 2 10 0,-3 2 7 0,1 3-2 16,0-1-9-16,-1 7-23 0,3-9-18 0,-3 9-25 15,0 0-10-15,0 0-16 0,0 0-6 0,0 0-11 16,0 0-11-16,4 26-3 0,-2-8-7 0,-2 9-28 16,0 2 23-16,-1 2-23 0,1-3-5 0,-1 0-7 15,2 0-16-15,-1-1-1 0,0 2-35 0,1-1-48 16,-2-3-35-16,2-1-48 0,-1-5-46 0,-1 0-61 16,0-3-60-16,-2 0-68 0,-3-2-179 0,-2-4-554 15,-2-3 246-15</inkml:trace>
  <inkml:trace contextRef="#ctx0" brushRef="#br0" timeOffset="132665.99">19086 7858 63 0,'19'-17'155'0,"2"-1"-2"0,-1-2-4 16,-3 9-7-16,5-4 3 0,-7 1 3 0,3 1 1 15,5-6 4-15,-8 10-5 0,0-6-2 0,-4 9-2 16,-1-2-6-16,1 1-6 0,-3-2-4 0,1 0-6 15,-1 4-8-15,-2-1-5 0,-3 3-12 0,-3 3-8 16,6-5-2-16,-6 5-13 0,7-5-9 0,-7 5-4 16,0 0-9-16,0 0-3 0,0 0-1 0,0 0-10 15,5 15-1-15,-8-5 1 0,1 4-6 0,-1 2-3 16,-2 0-2-16,2 1-2 0,-3 2-1 0,-1 9-5 16,0-4 0-16,0 0 0 0,4-5-4 0,0 0 0 15,-1-1-9-15,-1-2-11 0,1-3-3 0,0-1-5 16,3-3-5-16,0 1 3 0,1-3 2 0,-1 0-2 15,1-7 6-15,1 10 0 0,-1-10 3 0,1 7 4 16,-1-7 6-16,5 5 8 0,0-2-1 0,-5-3 5 16,14 2 2-16,-3 0 3 0,0-2 0 0,1 0-2 15,0 0 0-15,2-2 4 0,-1 2-3 0,6 0-3 16,-1-4 4-16,-1 2-9 0,1-2 0 0,-1 1 0 16,0 2 1-16,-1-5-3 0,2 2 1 0,-6 0-1 15,0-1-1-15,-1 0 2 0,3 0-2 0,-3-1-1 16,-2-1 0-16,1-2-3 0,-1 3 4 0,-2-1 0 15,0-2-4-15,-3 2 1 0,1-3 0 0,-3 4-1 16,-1-1 1-16,-1 7 8 0,2-13 3 0,-2 5 0 16,0 8 6-16,-4-11-10 0,-2 8 1 0,6 3 1 15,-9-7-3-15,2 5 1 0,7 2 2 0,-21 4-4 16,10 4-3-16,-1-2-2 0,-4 7 1 0,5-2-16 16,-3 3-21-16,1 0-29 0,1-1-39 0,3 3-51 15,3 1-58-15,1 0-57 0,1 1-246 0,-2 0-552 16,2-1 245-16</inkml:trace>
  <inkml:trace contextRef="#ctx0" brushRef="#br0" timeOffset="133103.06">15609 9363 2489 0,'-13'-8'50'0,"1"4"16"0,0-2-27 0,-1 2-17 16,0 2 4-16,0 3 3 0,2 1 6 0,1 1-5 16,-3 2 8-16,3 3 10 0,-4 3 12 0,1 3 0 15,2 2 4-15,0 2-14 0,1 4-1 0,0 3-8 16,3 0-3-16,3 0-2 0,1-4-5 0,3 2-6 15,0-3 3-15,2-1-17 0,2 1-21 0,2-1-26 16,1-2-23-16,-1 1-43 0,2-2-37 0,1-2-35 16,-4-3-40-16,0-1-40 0,-1-3-143 0,0 0-428 15,-3-2 189-15</inkml:trace>
  <inkml:trace contextRef="#ctx0" brushRef="#br0" timeOffset="133316.25">15503 9386 152 0,'10'-9'209'0,"-1"0"-3"16,2 4-5-16,2 1 5 0,-1 2-1 0,0 4-3 15,1 2 8-15,4 4-8 0,-2 3-13 0,-1 3-16 16,4 8-12-16,-1 2-15 0,-6-1-11 0,0 3 2 16,0 0-22-16,-2-2-14 0,-4 0-13 0,-4-4 8 15,1-2-19-15,-4 2-16 0,0-2-24 0,-2-2-27 16,-3-1-21-16,-3 0-39 0,-1-2-35 0,0 0-42 0,-5-2-45 15,2-2-40-15,-4 0-38 0,-1-2-152 16,-2-3-436-16,0-2 193 0</inkml:trace>
  <inkml:trace contextRef="#ctx0" brushRef="#br0" timeOffset="133467.42">15418 9653 147 0,'-1'-11'188'0,"1"11"-18"0,0 0-8 0,1-9-14 15,-1 9-3-15,5-5-8 0,2 3 3 16,-1-1-9-16,6 2-10 0,2 0-12 0,6 1-7 15,8-4-7-15,3 2-10 0,1 1-7 0,2 0-11 16,5-3-31-16,1 0-39 0,12 2-40 0,1-5-57 0,-3 1-48 16,3 1-147-16,-1 0-319 0,-2-1 141 15</inkml:trace>
  <inkml:trace contextRef="#ctx0" brushRef="#br0" timeOffset="133682.24">16432 9386 105 0,'2'-10'293'0,"0"-1"-7"16,0 3 2-16,-1 0 0 0,-1 0-2 0,0 8 18 0,3-10-20 16,-3 10-25-16,3-7-28 0,-3 7-14 0,0 0-30 15,0 0-22-15,0 0-16 0,0 0-1 0,0 0-6 16,5 23-15-16,-5-5-16 0,1 7-1 16,-2-6-19-16,2 7-7 0,0 0-5 0,-1 0 0 0,2 2-30 15,0-2-40-15,2-3-44 0,1-4-41 0,-1-1-40 16,1 7-36-16,0-8-43 0,-2 1-41 0,1-1-47 15,-2-5-264-15,-1-2-592 0,1 0 263 0</inkml:trace>
  <inkml:trace contextRef="#ctx0" brushRef="#br0" timeOffset="133923.18">16434 9372 201 0,'9'-23'229'0,"0"7"-3"0,3 0-1 15,-2 4-8-15,-4 4-9 0,2-1-23 0,1 2-21 16,0 4-8-16,1 3-2 0,-10 0-12 0,17 4-8 16,-8 1-5-16,1 2-7 0,0 2-7 0,-3 1-4 15,-1 0-2-15,-2 2-12 0,0 4-3 0,-2 1-14 16,-4 1-5-16,-1-1-8 0,-1-1-2 0,-2 1-7 16,-1-3-15-16,0 1-34 0,0-3-24 0,0-2-35 15,-2-1-36-15,1 1-33 0,-1-3-54 0,1-1-46 16,3 0-37-16,-1-3-161 0,0 1-450 0,6-4 199 15</inkml:trace>
  <inkml:trace contextRef="#ctx0" brushRef="#br0" timeOffset="134167.06">16589 9468 90 0,'8'-1'183'0,"-8"1"11"0,9 4 0 16,-2-3 3-16,-7-1 1 0,14 5-6 0,-2-5-13 15,1 0-7-15,-1 1-12 0,6-1-11 0,-1-1-12 16,2-2-7-16,0-3-8 0,2 1-8 0,-1 0-11 0,-3-3-7 15,1 0-6-15,-2-1-6 0,-3 2 6 16,-4 0 0-16,-1-2-6 0,0 2-5 0,-2-3-5 16,-1 0-2-16,-5-2 2 0,1 0-14 0,-3 0 1 15,-2 0-9-15,-2 1 5 0,-1 2-15 0,-2-2-13 0,3 1-13 16,-2 3-20-16,-2-2-22 0,2 5-33 0,-1-1-36 16,1 4-35-16,8 1-40 0,0 0-37 15,-19 0-18-15,19 0-44 0,-9 5-145 0,9-5-447 16,0 0 198-16</inkml:trace>
  <inkml:trace contextRef="#ctx0" brushRef="#br0" timeOffset="134350.05">16995 9231 315 0,'3'-6'351'0,"-3"6"-19"0,0 0-3 0,0 0-12 0,5-11-16 16,-5 11-25-16,0 0-24 0,0 0-22 0,4-5-23 15,-4 5-35-15,0 0 1 0,0 0-10 0,9 14-17 16,-7-4-14-16,2 1-6 0,-1 0-18 0,1 1-6 15,-1 2-18-15,4 2-27 0,-3-4-43 0,2 0-37 16,-1-1-43-16,-1 2-38 0,0-1-39 0,0-2-54 16,-3 1-41-16,2-2-42 0,-1 0-243 0,-2 0-566 15,0-9 250-15</inkml:trace>
  <inkml:trace contextRef="#ctx0" brushRef="#br0" timeOffset="134499.7">16952 9123 107 0,'0'0'106'0,"0"-14"-27"16,0 14-13-16,0 0-11 0,10-4-10 0,-10 4-2 15,0 0-21-15,19 26-4 0,-9-11-17 0,2 0-20 16,3 8-20-16,1 1-42 0,-1 0-88 16,0-1 39-16</inkml:trace>
  <inkml:trace contextRef="#ctx0" brushRef="#br0" timeOffset="134699.42">17115 9304 213 0,'13'11'78'0,"1"0"36"0,-5-5 33 0,-2-3 36 0,-2 0 25 16,-1-1 9-16,-4-2 5 0,0 0-15 0,12-2-3 15,-12 2-4-15,4-9-9 0,-4 9-9 0,3-11-14 16,-2 3-15-16,0-1-13 0,1 2-10 0,2-2-4 16,1-2-24-16,-2-2-5 0,1 3-14 0,1 1-3 15,3 0-12-15,-1-1-5 0,0 4-14 0,-2 0 1 16,2 1-7-16,-4 2-2 0,-3 3-7 0,11-3-11 16,-11 3-2-16,12 4-1 0,-6 0 2 0,-1-1-6 15,0 6 3-15,4 0-9 0,-6 3-27 0,1-2-24 16,0 7-24-16,-1-5-34 0,1 0-38 0,-3 5-51 15,2-7-51-15,-2 2-30 0,0-1-210 0,0 1-518 16,-1-7 230-16</inkml:trace>
  <inkml:trace contextRef="#ctx0" brushRef="#br0" timeOffset="134902.81">17470 9083 247 0,'0'-12'265'0,"1"-4"8"0,0 7-3 0,0-1-5 15,-1 5-16-15,0 5-12 0,2-13-21 16,-2 13-23-16,0 0-19 0,1-5-2 0,-1 5-4 16,0 0-9-16,2 22-11 0,-2-5 8 0,0 2-33 15,0 7-11-15,2 3-4 0,-2-2 0 0,-2 2-26 0,0-3-10 16,4 1-25-16,-2-2-39 0,0-7-42 16,2 8-40-16,-2-8-49 0,-2 1-60 0,0-2-45 15,4-4-61-15,-4-2-199 0,1-2-526 0,-2-1 232 16</inkml:trace>
  <inkml:trace contextRef="#ctx0" brushRef="#br0" timeOffset="135042.08">17425 9210 97 0,'-2'-7'231'16,"1"0"-26"-16,1 7-20 0,-1-12-26 0,1 12-30 15,0-10-44-15,0 10-53 0,5-9-46 0,0 5-52 16,4 1-109-16,3-1-187 0,0 1 83 0</inkml:trace>
  <inkml:trace contextRef="#ctx0" brushRef="#br0" timeOffset="135500.08">17872 9254 78 0,'5'-4'242'0,"4"-2"2"0,-2-1-12 0,0-1-3 0,1 1-4 15,1-2-8-15,-3-1-19 0,1-1-14 0,3-2-17 16,-4 2-18-16,1 1-14 0,-1 0-12 0,0-1-14 15,3-3-11-15,-2 0-11 0,-1-2-9 0,-2 5-4 16,1 0-8-16,-2 1-6 0,2 3-2 0,-3-1 4 16,-2 8 5-16,3-11-3 0,-3 11-2 0,1-7 13 15,-1 7-15-15,0 0 3 0,0 0 4 16,0 0 6-16,0 0 5 0,0 0-7 0,0 0-10 0,-8 31-2 16,6-19-7-16,-1-1 1 0,2 0-8 0,1 3-9 15,1-2 7-15,4 0-9 0,3 2-3 0,-1-4 8 16,0-1-18-16,7-4-1 0,3 1-4 0,2-2-6 15,3-5-13-15,5-3 4 0,0-3-7 0,-6 3-5 16,0-4 9-16,-3 1 0 0,-3-2-2 0,-1-1 3 16,1-1-7-16,-7 3 27 0,1-6-18 0,-3 4 2 15,2-5 3-15,-3 3-5 0,-2 0 3 0,0 0 3 16,0 0 9-16,-3 0-6 0,1 1 10 0,-1 1-8 16,2 2 13-16,-2 8 12 0,0-13-6 0,0 13 1 15,0-8 6-15,0 8-15 0,0 0 8 0,0 0 6 16,0 0 9-16,0 0-3 0,-11 29 0 0,9-18 4 15,-3 10 1-15,2-3 0 0,-2 0-9 0,1 7-2 16,2-5-6-16,-1-3-3 0,2 4-4 0,1-4-10 0,-3 2-1 16,3-2-37-16,1-5-52 0,-1 2-49 0,-1-3-45 15,0-1-48-15,0-1-52 0,1-1-61 0,-3-3-316 16,3-5-700-16,-8 8 310 0</inkml:trace>
  <inkml:trace contextRef="#ctx0" brushRef="#br0" timeOffset="135650.62">17951 8942 73 0,'0'0'236'0,"-4"-9"-25"0,4 9-25 0,-2-5-19 16,2 5-21-16,0 0-48 0,0 0-53 0,20 4-76 15,-6-3-158-15,4 3-204 0,5-2 90 16</inkml:trace>
  <inkml:trace contextRef="#ctx0" brushRef="#br0" timeOffset="135888.83">18667 8963 292 0,'0'0'335'0,"0"0"0"0,4-7-2 15,-4 7-3-15,0 0-4 0,5-6-19 0,-5 6-29 16,0 0-21-16,0 0-27 0,6-4-22 0,-6 4-17 15,0 0-12-15,0 0-13 0,4 14-19 0,-1-5-10 16,-5 0-15-16,2 5-12 0,2 1-7 0,-1 1-12 16,-1-1-4-16,1 2-14 0,-3-1-9 15,2 1-30-15,1 1-34 0,-4-6-54 0,5 6-44 0,-1-6-48 16,-1 1-51-16,-1-1-68 0,1-1-55 0,1 1-290 16,-1-2-659-16,1-1 292 0</inkml:trace>
  <inkml:trace contextRef="#ctx0" brushRef="#br0" timeOffset="136034.63">18661 8796 16 0,'-3'-17'174'0,"3"6"-27"0,-1-2-11 16,-1 3-17-16,1 0-36 0,1 10-36 0,0-11-35 15,0 11-14-15,0 0-23 0,0 0-36 0,0 0-47 16,0 0-117-16,4 36 52 0</inkml:trace>
  <inkml:trace contextRef="#ctx0" brushRef="#br0" timeOffset="137166.41">18990 9078 133 0,'0'0'176'0,"0"0"-2"0,0 0-17 0,0 0-18 16,0 0-3-16,0 0-11 0,0 0-11 0,0 0-10 16,0 0-7-16,0 0-5 0,0 0-6 0,0 0-7 15,0 0-3-15,0 0-5 0,0 0-6 0,0 0 0 16,0 0-8-16,0 0 4 0,0 0-5 0,0 0 2 16,0 0 2-16,0 0-2 0,0 0 2 0,0 0-3 15,0 0 2-15,0 0-8 0,0 0 3 0,0 0 0 16,-11 21 1-16,11-21-3 0,0 0-1 0,0 0-3 15,0 0-4-15,0 0-3 0,0 0-1 0,0 0-1 0,0 0-5 16,0 0 6-16,0 0-11 0,0 0-2 16,0 0-4-16,0 0 4 0,0 0-3 0,0 0 5 0,0 0-5 15,0 0-3-15,0 0 0 0,0 0-2 16,0 0-2-16,0 0-2 0,0 0 3 0,0 0 1 0,0 0-3 16,0 0 4-16,0 0-6 0,0 0 3 0,0 0-1 15,0 0 3-15,0 0-9 0,0 0 1 0,0 0 0 16,0 0 9-16,0 0-10 0,0 0 0 0,0 0-5 15,0 0-1-15,0 0-2 0,0 0 0 0,0 0 2 16,0 0-4-16,0 0 3 0,0 0 2 0,3 11-5 16,-3-11 3-16,1 7 1 0,-1-7 0 0,0 0 0 15,-1 11 1-15,1-11-5 0,0 0 2 0,0 9-1 16,0-9 2-16,0 0-2 0,0 10 2 0,0-10-4 16,0 0 0-16,0 11 1 0,0-11 3 0,0 0-3 15,0 0 0-15,-2 9 3 0,2-9-5 0,0 0 4 16,0 8 1-16,0-8 3 0,0 0-4 0,0 0 1 15,0 0 1-15,0 0 1 0,0 0-3 0,-5 4 1 16,5-4 4-16,0 0-3 0,0 0 0 0,-13-12-1 16,9 8 3-16,-2-1-7 0,2-5 7 0,2 4-1 15,-2-3 4-15,1 0-2 0,1-1 3 0,0-1 4 16,4-2-3-16,-1 1-4 0,2-5-1 0,2 3 2 16,-1 2 3-16,4-2 8 0,-1 3-8 0,3-3-3 15,-1 0 5-15,4 3-4 0,-4 1 12 0,6 0-12 16,-2 1-7-16,-2 4 0 0,1 0 2 0,-2 0-4 15,0 3 2-15,2 2-2 0,-6 0 2 0,2 2-4 16,-2 2 10-16,2 4-10 0,-3-1 2 0,1 3 0 16,-3 2-3-16,0-2 1 0,-1 8 10 0,-2-3 1 0,0 0 3 15,-1 1-3-15,-2 1-1 0,1-5 4 16,0 5-6-16,1-2 2 0,-1 2 1 0,0-6-1 16,0 1 4-16,0-2-35 0,1 1-28 0,0-2-32 0,0 0-39 15,-2 0-48-15,2-1-53 0,1-8-37 0,-3 10-237 16,1-5-538-16,2-5 238 0</inkml:trace>
  <inkml:trace contextRef="#ctx0" brushRef="#br0" timeOffset="137331.94">19146 9139 162 0,'0'0'231'0,"0"-8"-8"16,0 8-9-16,0 0-19 0,1-8-20 0,-1 8-20 15,0 0-21-15,0 0-33 0,0 0-41 0,3-8-47 16,-3 8-41-16,0 0-63 0,6-2-45 0,-6 2-99 16,0 0-254-16,8-3 112 0</inkml:trace>
  <inkml:trace contextRef="#ctx0" brushRef="#br0" timeOffset="149898.84">19659 8629 171 0,'1'-9'264'15,"0"-1"-8"-15,-1 3-10 0,0 7-11 0,2-12-15 16,-2 12-22-16,-2-8-22 0,2 8-18 0,0 0-18 16,0 0-22-16,4-8-10 0,-4 8-6 0,0 0 2 15,6 21-4-15,-4-4-1 0,2 1-8 0,-1 9-5 16,1 0-2-16,0 1-10 0,-1 0 0 0,-1-1-7 0,2-2-1 15,-1 1-8-15,-2-6-10 0,0-1-1 16,0 0-4-16,1 0-4 0,0-2-4 0,0 1-4 16,0-3-5-16,-1-1-7 0,1-5-27 0,-1 3-15 15,0-1-21-15,-1-2-28 0,2 0-24 0,-2 0-26 0,1-2-27 16,-1-7-22-16,-1 12-13 0,1-12-22 0,0 8-5 16,0-8-173-16,-4 8-414 0,4-8 184 0</inkml:trace>
  <inkml:trace contextRef="#ctx0" brushRef="#br0" timeOffset="150336.95">19649 8906 98 0,'1'-9'177'16,"1"-3"-8"-16,1 1-12 0,1 2-6 0,2-3-17 15,0 1-11-15,3-3-6 0,2-2-9 0,3 1-9 16,-1 0-6-16,2 1-7 0,-2 0-9 0,2 1-5 16,-6 5-5-16,1-2-5 0,-1 0-1 0,0 0-3 15,0 2-2-15,-3-4-5 0,2 3 2 0,-3 0-1 16,-1 0 3-16,1 0-10 0,0 1 0 0,-2 1 0 15,-1 0-2-15,-2 7-1 0,3-11 0 0,1 5-7 16,-4 6-2-16,1-8-7 0,-1 8-4 0,0 0-8 16,2-5 0-16,-2 5-6 0,0 0-2 0,0 0 2 15,0 0-1-15,8 16-4 0,-5-5 1 0,1 6-1 16,1-1 2-16,2 2 1 0,0 6-3 0,-2 1 3 16,-1-8-6-16,1 2 2 0,0-3 1 0,3-2-2 15,-3-3-3-15,0 0-2 0,1-3 3 0,2 0 1 16,1-3 1-16,-3 0 1 0,2 0 6 0,3-3-1 15,1 0 4-15,1-2 0 0,5-3 2 0,-7 0-3 16,8-3 3-16,-1-1-3 0,0-2 0 0,1-1 1 16,-3-1 0-16,0 1-3 0,-3-3-1 0,2-1 3 15,-2 0-3-15,-5 4 1 0,-1-7-2 0,-3 5 1 16,0-4 12-16,-3 5 3 0,-1-3-1 0,-2 4 2 16,0-2 9-16,1 4 7 0,-1-4-2 0,-3 3-3 15,1 4-3-15,-1 2-10 0,5 3-2 0,-16-2-6 16,5 6 0-16,-3 6-1 0,-7 9-2 0,5 2-9 15,-4 4-20-15,3 3-32 0,1 0-45 0,1 4-46 16,5-2-48-16,3 4-52 0,-3-2-161 0,1 1-438 16,4-5 194-16</inkml:trace>
  <inkml:trace contextRef="#ctx0" brushRef="#br0" timeOffset="151284.07">16332 10497 242 0,'-1'-5'285'0,"1"5"-29"0,-3-11-34 0,3 11-24 0,-1-8-20 15,1 8-17-15,0 0-17 0,0 0-10 0,0 0-13 16,0 0-10-16,0 0-13 0,0 0-7 0,0 0-5 16,0 0-11-16,6 27-11 0,-6-27-2 0,2 9-9 15,-2-9 0-15,1 5-7 0,-1-5-2 0,4 5 12 16,-4-5-1-16,0 0 11 0,0 0 7 0,1 7 13 16,-1-7 5-16,0 0-5 0,0 0-15 0,0 0-2 15,0 0-6-15,-19-12-4 0,12 7-9 0,0-1-1 16,-1-3-2-16,2 1-8 0,-2 0-1 0,2-5-16 15,-2-1-9-15,3 0-5 0,1-3 1 0,-1 0-7 16,4-1 1-16,2 0-7 0,2 0-1 0,0 2-2 16,5 1 0-16,3 2 1 0,-3 3-1 0,5 1 0 15,2 0-1-15,-3 4-1 0,7 2 1 0,-2 2-1 16,2 4 9-16,1 1-8 0,-3 3-3 0,1 4 4 16,-3-1 2-16,2 1 0 0,-3 1 0 0,0 1 1 15,-1 1-1-15,-2 0-2 0,-2 0 5 0,-1-1 1 16,-4-2 0-16,1-1-3 0,0-2-5 0,-4-1 3 0,0 0-3 15,-1-7 6-15,0 10 3 0,0-10 0 0,0 8-4 16,0-8 7-16,0 0 2 0,-6 7 1 16,6-7-5-16,0 0 3 0,0 0-3 0,0 0-8 0,0 0-5 15,0 0-1-15,-9-18-4 0,10 9-1 0,2-1-3 16,2-2-5-16,1-4-2 0,1 1 1 0,2-2 1 16,0 2 0-16,-1 1 0 0,3 1 2 15,-1 0 11-15,-2 4-6 0,-1 2 1 0,1 1-3 16,1 1 5-16,-4 1-3 0,-5 4 8 0,10-1-4 15,-10 1 2-15,16 9 1 0,-9-5 1 0,-2 2 4 0,2 1 1 16,-1 2-3-16,3-2 2 0,-3 2 6 0,2-1-2 16,0 0-2-16,1-3 1 0,0 3-1 15,4-5 4-15,-2 1 1 0,-1-4 1 0,-2 3-6 0,0-4 4 16,4-1 4-16,-3-1-8 0,3-1-1 0,-3-3 5 16,0 1-1-16,0-3-1 0,-2 0 5 0,5-3 3 15,-6 2 6-15,-2-2-4 0,2 0 6 0,-3 0 3 16,-1 0-3-16,0-4 3 0,-4 4 3 0,2 0 3 15,-3 2 5-15,1-1 6 0,-1 2 8 0,0 2-1 16,3 7 1-16,-1-9-4 0,1 9-6 0,-3-8-3 16,3 8-8-16,0 0-4 0,0 0 4 0,0 0-1 15,0 0-6-15,0 0-2 0,-2 25-8 16,3-14-13-16,0 5-9 0,2 0-17 0,1 0-29 0,-1 2-32 16,0 2-41-16,-1-4-31 0,2 3-36 0,0-2-35 15,-1 0-202-15,-1-2-477 0,1-3 212 0</inkml:trace>
  <inkml:trace contextRef="#ctx0" brushRef="#br0" timeOffset="151426.74">16777 10103 61 0,'-9'-6'188'0,"5"0"-33"0,-1 2-42 0,5 4-57 16,0 0-26-16,0 0-25 0,0 0-33 0,0 0-69 15,0 0-105-15,15 24 47 0</inkml:trace>
  <inkml:trace contextRef="#ctx0" brushRef="#br0" timeOffset="151822.33">17083 10197 191 0,'-11'0'265'0,"0"0"-12"0,-5 0-4 0,6 0-8 16,-2 2-11-16,-1-1-12 0,2 2-18 15,2 1-17-15,-2 2-6 0,2-1-26 0,0 3-17 16,4-1-14-16,-2 5-10 0,2 0-11 0,3 0-8 16,0 0-13-16,1-2-6 0,2 4-6 15,3-2-11-15,-1 0-9 0,3-2-13 0,2 0-14 0,1-1-7 16,0-2-10-16,0 0-6 0,1-4-4 0,0 1-3 16,0 1-1-16,1-5-1 0,-11 0 1 0,15-5 1 0,-7 1 2 15,-1-4 2-15,1-6 0 0,-3 2-1 0,1-5 2 16,-2 0-1-16,0 0 8 0,-3-2-1 15,2-10 7-15,-3 1 0 0,1 0 2 0,-1 0 2 0,-1 2 6 16,1-2-2-16,-4 3 5 0,4-1 1 16,-1-1 12-16,1 2 3 0,0 10 2 0,0 3 2 15,0 0 6-15,0 5-4 0,0 7-4 0,0-12-6 0,0 12-7 16,-2-10-7-16,2 10 3 0,0 0-7 0,0 0 0 16,0 0 9-16,4 38-4 0,-2-14-2 15,-2 7-5-15,2 1 1 0,1 4-29 0,-1 10-22 16,1-11-37-16,1 1-33 0,3-1-43 0,-2 0-41 0,6-2-34 15,-2-1-36-15,1-1-189 0,1-5-487 0,0-9 216 16</inkml:trace>
  <inkml:trace contextRef="#ctx0" brushRef="#br0" timeOffset="152283.79">17450 10181 195 0,'-2'-12'299'0,"-2"2"-13"0,3 1-11 15,0 3-16-15,1 6-30 0,-2-9-26 0,2 9-18 16,0 0-21-16,0 0-13 0,0 0-12 0,0 0-13 16,0 0-3-16,10 23-21 0,-5-12-11 0,2 2-7 15,-1-1-10-15,6 3-4 0,-3-3-8 0,2 0-8 16,1-4-8-16,-2 2-8 0,0-4-9 0,2 1-5 16,-1-2 1-16,-2-2-2 0,3-1-11 0,-2-2 1 15,0 0 1-15,-10 0 0 0,14-3 0 0,-7-4-7 16,0 1 0-16,1-1 9 0,-2-1-6 0,-1 1-1 15,-1-3 2-15,0 1-7 0,-3-1 0 0,2-1 1 16,-2 0 0-16,0 1 0 0,1 0-1 0,-1 3 1 16,-1 7-1-16,-1-12-1 0,1 12 0 0,1-7-6 15,-1 7-1-15,0 0 2 0,0 0 0 0,0 0-2 16,0 0 5-16,0 0-1 0,0 0-3 0,0 0 0 0,0 24 2 16,4-16 0-16,0 1 1 0,2-1-1 15,2 1-7-15,1-2-3 0,-1-1-6 0,3-1 0 16,-1-2-3-16,3 0-3 0,-2-3 6 0,2 0 0 15,-3-3 0-15,2 0 1 0,-2-2 5 0,-1-2-2 16,0-2 6-16,1 1-3 0,-5 0 2 0,2-3 3 0,-4 2 0 16,0-3 0-16,-2-1-1 0,-1 2 2 15,-1 0-8-15,-2-4-16 0,1 5-18 0,-3 2-16 16,0-1-19-16,-3 1-24 0,2 0-22 0,6 8-8 16,-9-8-19-16,9 8-13 0,-8-8-22 0,2 8-17 0,6 0-120 15,0 0-353-15,-17 0 157 0</inkml:trace>
  <inkml:trace contextRef="#ctx0" brushRef="#br0" timeOffset="152952.91">17960 10000 213 0,'0'0'257'0,"2"-7"1"16,-2 7-9-16,0 0-15 0,0 0-12 0,-16-3-9 16,16 3-12-16,-16 11-12 0,7-2-6 0,0 5-9 15,-4 1-11-15,3 1-13 0,-2 2-15 0,3-1-20 16,3-1-10-16,1 0-7 0,2 1-9 0,2-2-6 15,0-2-13-15,2-2-3 0,3 3-10 0,-2-3-3 16,3 0-14-16,2-3-5 0,-2 1-3 16,1-4-4-16,-1-1-4 0,2-1-5 0,1 0-1 0,3-4-3 15,-11 1-1-15,19-5 1 0,-7-2-5 0,-3 2-2 16,1-2-3-16,3-5 2 0,-4-1 1 0,2-2 0 16,0 1-3-16,-1-1-1 0,-1 0 12 0,-2 0-16 15,-1-3 1-15,1 1 1 0,-2 3-1 0,0-1 1 16,0 0-2-16,-1 4 9 0,-1 5 2 0,-1-1-3 15,-2 7-2-15,1-10 7 0,-1 10-12 0,3-8 0 16,-3 8-2-16,0 0 12 0,0 0-2 0,0 0-6 16,0 0 8-16,13 17 1 0,-8-9-4 0,0 1 1 15,1-1-4-15,1 0 14 0,1-1-15 0,0 0 4 16,0 1-6-16,2-2 6 0,-1 0-4 0,1-2-4 16,1-1-1-16,-1-1 9 0,-1 0-4 0,1-2 0 15,-1-2 6-15,2-1-6 0,-2-1 4 0,2 0-3 16,-2-4-2-16,0 2 8 0,-3-2 4 0,0 1-4 15,2-1-13-15,-4-1 6 0,0 1 6 0,0 2 12 16,-2-2-11-16,1 2 3 0,-3 6 8 0,4-12-4 16,-4 12 0-16,3-6-4 0,-3 6 7 0,2-5-16 15,-2 5 5-15,0 0-4 0,0 0-2 0,0 0 0 16,0 0 3-16,0 0-2 0,16 7-3 0,-16-7 16 16,9 6-6-16,-4-1-12 0,0-2 2 0,-5-3-1 15,9 3-1-15,-9-3 3 0,8 0-1 0,-8 0-1 16,8 3 18-16,-8-3-16 0,0 0-6 0,12-4 8 15,-12 4 3-15,8-5-4 0,-5 0 3 0,1-1-6 16,-1 1-3-16,-3 5 10 0,8-11-5 0,-7 6 0 16,-1 5-1-16,7-7 7 0,-7 7-1 0,4-6 1 15,-4 6-2-15,0 0-3 0,0 0-5 0,0 0 13 0,0 0 14 16,0 0-4-16,7 18 1 0,-5-7-1 16,-4 5 5-16,1-1-4 0,1 5-3 0,0 3-5 15,3 2 3-15,-3 1-1 0,-2-7-32 0,1 7-31 16,1-2-24-16,1-5-28 0,-2 1-31 0,1-1-39 0,1-1-40 15,2 0-47-15,1-3-26 0,1-2-29 0,0-3-209 16,1 0-562-16,3-5 249 0</inkml:trace>
  <inkml:trace contextRef="#ctx0" brushRef="#br0" timeOffset="160472.28">18880 9844 1 0,'-2'-7'255'0,"-1"1"-3"15,3 6 0-15,-5-11-10 0,3 6-11 0,2 5-18 16,-4-8-18-16,4 8-20 0,-4-6-17 0,4 6-17 15,0 0-24-15,-4-7-13 0,4 7-9 0,0 0-14 16,0 0-6-16,0 0-10 0,0 0-3 0,10 35-9 16,-7-17-2-16,2 8 3 0,-1 1-1 0,1 2-5 15,0 1-1-15,0-1-10 0,0-2 0 0,2 0 1 16,-2-1-8-16,-1 0-2 0,1-7-3 0,-1-3-2 16,1 1-1-16,0-2-5 0,-1-3 1 0,-2-2-5 15,1-3-1-15,-1-1 0 0,0-1 1 0,-2-5 2 16,2 8 3-16,-2-8 11 0,3 6 13 0,-3-6 23 15,0 0 2-15,2 6 5 0,-2-6 0 0,0 0-17 16,0 0-4-16,10-18-5 0,-4 7-7 0,0 1-4 16,1-5-8-16,0 0-9 0,-1 5-4 0,3-5-6 0,2-1-5 15,1 4-1-15,0-1-2 0,2 0-3 16,-3 2-2-16,5 3-4 0,-6 2 2 0,2 1-3 16,-1 1 5-16,-1 2-2 0,1 1-5 0,-3 1 12 15,-8 0-15-15,16 3 0 0,-11 0-15 0,0 1-10 0,0 1-3 16,-4 2 2-16,1 0-4 0,-2 3 0 0,-3 0-3 15,-3 2 8-15,-3 1-10 0,0 0-7 16,0-3-3-16,-1 3 3 0,1-4 5 0,-3-1 5 16,5 0 6-16,-2-2 4 0,2-3 6 0,2 2 1 15,0-2 6-15,5-3 1 0,-6 6 3 0,6-6-1 0,-6 3 3 16,6-3-2-16,0 0-5 0,-5 4-5 16,5-4-4-16,0 0-6 0,0 0 4 0,0 0-3 0,0 0 11 15,0 0-5-15,13 9 10 0,-5-8-4 0,-8-1 4 16,20-2 4-16,-7 0 0 0,0-1 4 0,0-1 4 15,6-2 1-15,-1-1 6 0,-3 0-2 0,4-2 4 16,-1-1 1-16,-1-4-1 0,-2 6 1 0,0-3 7 16,-1 2 2-16,-2 0-1 0,-2-2-1 0,-2 1 5 15,1-1-4-15,-3 0 2 0,-2 0 3 0,0 0 3 16,0 1-4-16,-3-1 3 0,-1-4-4 0,1 2 2 16,-1 3-2-16,2-2 2 0,-5 3 12 0,3 9 10 15,-5-13 6-15,2 8 5 0,3 5-2 0,-5-14-6 16,5 14-4-16,-4-5-5 0,4 5-6 0,0 0 0 15,0 0-7-15,-16 8 1 0,9 1 0 0,0 0 0 16,0 4-3-16,-2 1-1 0,3 1-4 0,-2 1 0 16,6-4-1-16,-1 1 0 0,3 1 3 0,1 0-6 15,2-2 2-15,1 0-1 0,2-2-9 0,2-1-9 16,2 1-7-16,-1-2 2 0,6-2-12 0,3-1 1 16,0-3-5-16,-5-2 1 0,6-2-1 0,0 0-1 15,-1-2-1-15,-1-2 5 0,-2-1 2 0,-3 0 5 16,-2-1-2-16,4-5 9 0,-5 0 1 0,0-4 6 15,-4 7 6-15,0-5 0 0,-2-5 6 0,0 2 2 16,-3 0 3-16,2 1 1 0,-1-8 0 0,-1 7 10 16,1 0 1-16,-1-1 2 0,0 2 18 0,0 2 4 15,-1 4 8-15,0 0 8 0,1 2 9 0,0 9-10 16,0-12-9-16,0 12-1 0,0-8-14 0,0 8-2 16,0 0 0-16,0 0 2 0,0 0 1 0,0 0 0 15,-2 38-1-15,1-20 6 0,0 10-7 0,2 0-3 16,-1-2-3-16,0 5-2 0,1-4 1 0,1 1-7 15,2-5-27-15,2 5-20 0,1-2-20 0,-3-7-30 0,3 4-35 16,-2 3-45-16,0-8-52 0,-2-1-41 16,2-1-217-16,-4 0-506 0,-1-4 223 0</inkml:trace>
  <inkml:trace contextRef="#ctx0" brushRef="#br0" timeOffset="160621.66">19426 10079 158 0,'0'-10'230'0,"0"10"-32"0,3-7-21 16,-3 7-21-16,6-7-28 0,-2 2-26 0,6 1-42 15,0 0-35-15,2 1-33 0,4-5-41 0,0 3-47 16,2 1-85-16,-2-3-194 0,2 1 86 16</inkml:trace>
  <inkml:trace contextRef="#ctx0" brushRef="#br0" timeOffset="160867.26">19684 9801 216 0,'-4'-7'240'15,"4"7"-14"-15,-2-8-10 0,-2 4-19 0,4 4-14 16,-4-7-11-16,4 7-16 0,0 0-12 0,-7-7-13 16,7 7-6-16,0 0-6 0,-4-7-3 0,4 7-4 15,-3-7-4-15,3 7-13 0,-1-8-14 0,1 8-7 16,4-11-7-16,2 5-9 0,-1-3-7 0,0 3-4 15,2 2-5-15,-1-2-3 0,4 2-5 0,-3 0-7 16,-1 2-4-16,3 1-5 0,1-1-3 0,1 5-15 16,-2-2-12-16,2 4-19 0,-2 2-20 0,0 0-35 15,0 1-27-15,1 5-32 0,-2 2-35 0,-1 0-31 16,-3 4-174-16,4-3-415 0,-4-1 184 0</inkml:trace>
  <inkml:trace contextRef="#ctx0" brushRef="#br0" timeOffset="161765.88">20207 9767 132 0,'1'-9'282'0,"-1"0"2"0,0 9-14 15,-1-10-24-15,1 10-22 0,-4-10-21 0,4 10-18 0,-8-3-14 16,8 3-5-16,-16 3-18 0,6 4-11 0,-6 3-5 16,2 2 6-16,-1 4-27 0,1 0-9 15,0 3-10-15,4-2-9 0,2-1-8 0,1 1-7 16,5 1-9-16,2-1-6 0,1 0-4 0,3 0 1 0,2-3-10 15,2 1-2-15,4-1-25 0,-1-4-15 16,2-1-14-16,0-2-12 0,1 0-4 0,4-1-10 16,-5-3-5-16,6-3-6 0,-7 0 3 0,6-1 4 15,-2-4 5-15,-4 1 3 0,0-3 1 0,2-2 6 0,-1-4 8 16,-3 1 3-16,0-1 6 0,-1-1 4 0,-2 0 13 16,0 0 3-16,0-2 5 0,-1-2 0 15,-1 3-2-15,0-4-4 0,-3 2 25 0,0 4 6 0,1 3 7 16,0-2 2-16,-3 6 1 0,2-2-4 0,-2 8 1 15,2-9-18-15,-2 9-3 0,1-9-1 0,-1 9-2 16,0 0 2-16,0 0-1 0,0 0-2 0,0 0 4 16,7 22 4-16,-5-14-10 0,2 1-4 0,-1 3-4 15,2-3 3-15,1 1-6 0,-1 1 7 0,2-1-6 16,1 0 0-16,-1-2 3 0,2-1-1 0,-2 0-2 16,-1-3-3-16,-1 0 0 0,3-3-2 0,-1 0-3 15,-7-1 1-15,15 0 0 0,-15 0 2 0,13-3-5 16,-6-1 2-16,-1 1-3 0,2-4-6 0,-2 1 5 15,1-1-1-15,-2 0 4 0,-1-2-3 0,2 2 12 16,0-2-12-16,-2 0 3 0,0-2 1 0,-1 1-4 16,-1 0 3-16,1 3 0 0,-2 1 1 0,-1 6 3 0,3-11 1 15,-3 11-2-15,2-7-3 0,-2 7-4 16,0 0 1-16,0 0-3 0,0 0 6 0,0 0-4 16,0 0 2-16,0 0 1 0,7 18 1 0,-5-12 8 15,-1 4-10-15,2 1 3 0,-1-2-2 0,4 0 2 16,-1 0-1-16,1-1-5 0,3-1 5 0,-1 0 0 0,1-2-6 15,1-1-4-15,3-3-5 0,-3 1 2 16,4-2-1-16,-3-3 2 0,1 0 1 0,-1-1 2 16,1-2 2-16,-2 0 1 0,2-2 0 0,-2-1 1 0,3-5 4 15,-4 0-2-15,-3 4 5 0,1-5 5 0,1 0 9 16,-3 0 1-16,-1-1-5 0,0-2 2 16,-1 0-2-16,-2-1 8 0,2 0-1 0,-3 1-1 15,1-2 3-15,-1 1 11 0,0 2 3 0,0 1 1 0,0 1 4 16,0 6 13-16,0 0-2 0,0 2-8 0,0 7-4 15,0-10-4-15,0 10-8 0,0 0 5 0,0 0 11 16,0 0-8-16,-7 28 3 0,4-9 5 0,-3 5-6 16,3 1-5-16,-2 2 0 0,2-1 10 0,2-1-18 15,2 1-4-15,-2-2-23 0,2-4-11 0,2-2-43 16,0 7-29-16,0-7-29 0,-1 0-43 0,2 0-39 16,-1 0-38-16,1-3-42 0,-2 2-223 0,0-4-546 15,-2-4 242-15</inkml:trace>
  <inkml:trace contextRef="#ctx0" brushRef="#br0" timeOffset="162417.46">20725 9746 33 0,'0'0'163'0,"15"-7"-15"0,-4 1-24 15,4 4-18-15,1-3-12 0,3-1-33 0,2 0-19 16,0 4-20-16,-1-3-16 0,0 1-6 0,7 0-3 15,-9-1-5-15,-2 1 5 0,-4 1 6 0,1 0 9 16,-2 1 28-16,-4-1 13 0,0 1 2 0,-7 2 21 16,10-3 10-16,-7 0 21 0,-3 3 12 0,0 0 8 0,7-6 9 15,-7 6 2-15,0 0-6 0,0 0-13 16,3-5-10-16,-3 5-10 0,0 0-12 0,0 0-5 16,0 0-3-16,0 0 0 0,0 0-4 0,-5 22-1 15,4-14-6-15,-2 1-7 0,-1 1 6 0,4-5-16 0,2 5-4 16,-1-2-6-16,0-1-2 0,2 3-9 15,1-1 1-15,-2-3-5 0,3 2-11 0,-1-3-4 16,1-1-8-16,-1 0 1 0,1-2-4 0,-5-2-3 16,9 3-4-16,-9-3-5 0,13-4-1 0,-8 0-13 0,0 0-1 15,0-1-3-15,2-1 6 0,-4-1-2 0,0 0 6 16,0-1 6-16,-3-4-2 0,-2 2-4 0,0-1 9 16,-2-1-2-16,-1 2 4 0,0-3 4 0,0 4 9 15,3 1 0-15,-3 0 6 0,3 2 3 0,-2 0-1 16,4 6-3-16,-5-9-3 0,5 9-1 0,-4-8 4 15,4 8-7-15,0 0-2 0,0 0-4 0,0 0 8 16,11-9-6-16,-3 8 2 0,5-2 1 16,1 0 2-16,5-4-2 0,-1 3-1 0,1-2-3 15,-1-2 1-15,1 1-1 0,-3-1 0 0,-1-1-1 0,-5 1 1 16,-1-1 2-16,-1-1 4 0,-2-2-6 0,2-1 6 16,-4 0 2-16,-1 2 3 0,-1-6 0 0,-4 5 11 15,2-4 7-15,0-1-1 0,0 6 2 0,-2-3 1 16,2 2 12-16,-1 6 4 0,1 6 11 0,-3-13-5 15,1 8-10-15,2 5-4 0,0 0-11 0,0 0-3 16,0 0 8-16,0 0 11 0,1 27 6 16,-2-1 5-16,-1 5 5 0,2 5 0 0,-1-1-5 0,-2 10 11 15,0-8-9-15,0-2-3 0,0 12 0 0,1-12 3 16,-3 10-13-16,1-11-9 0,3 0 0 0,2-2 2 16,-2 2-32-16,1-4-23 0,1-1-28 0,-1-4-36 15,1 0-42-15,-1-7-40 0,0-1-55 0,3 0-36 16,-2-5-281-16,-6-2-583 0,5-2 258 0</inkml:trace>
  <inkml:trace contextRef="#ctx0" brushRef="#br0" timeOffset="162566.15">21191 9831 137 0,'10'-8'147'0,"7"-2"-19"0,1 0-23 16,5-2-34-16,2-1-40 0,2 0-46 15,-1-1-86-15,-3 2-110 0,-1-1 50 0</inkml:trace>
  <inkml:trace contextRef="#ctx0" brushRef="#br0" timeOffset="162769.08">21540 9455 2 0,'-1'-19'199'0,"0"1"-5"16,-1 5 19-16,1 3 4 0,0 3 2 0,1 7-13 15,-2-12-17-15,2 12-26 0,-2-7-17 16,2 7-9-16,0 0 2 0,0 0 5 0,-4 28-4 0,3-7-2 15,-2 6-11-15,2 2 4 0,-2 3-8 0,3-2 1 16,-1 2-13-16,-2 0-6 0,2 3-9 0,-3-5-8 16,4 0-7-16,2 1-11 0,-2 1-8 15,2-4-25-15,1-4-30 0,-1-6-23 0,3 8-32 0,-2-9-50 16,-2 2-60-16,0-2-57 0,2-3-64 0,-3-3-187 16,1-1-504-16,-2-2 222 0</inkml:trace>
  <inkml:trace contextRef="#ctx0" brushRef="#br0" timeOffset="162936.76">21502 9710 86 0,'4'-6'244'16,"1"1"-22"-16,6-3-14 0,3 1-15 0,4-3-15 16,2 4-18-16,5-5-15 0,2 1-24 0,-1 2-25 15,1 0-30-15,-6 1-33 0,-2 2-43 0,-1 2-33 16,1 0-34-16,-1-1-38 0,-7 2-137 0,1 2-272 15,-3 0 121-15</inkml:trace>
  <inkml:trace contextRef="#ctx0" brushRef="#br0" timeOffset="163585.95">16818 11282 106 0,'-2'-13'244'0,"-1"3"-8"0,-1 1-5 0,-1 2-11 15,-3-3-2-15,3 4-9 0,-1 3-17 0,-1-2-18 16,7 5-15-16,-16-1-12 0,5 5-10 0,1 1-8 16,-4 7-9-16,1 2-7 0,-1 2-7 0,0 5-9 15,1-3-8-15,4 9-5 0,2-3-13 0,0 0-10 16,5-3-3-16,-2 5-9 0,8-1-2 16,-2-5 3-16,6-1-7 0,1-1-5 0,4-3-12 0,1-2-5 15,0-4-19-15,1 0-8 0,-2-5-8 0,1-1 4 16,6-3-2-16,-3-1 0 0,2-1-2 0,-2-2 4 15,-1-5 1-15,-4 3-2 0,1-6 3 0,-2-1 4 16,0-1 0-16,-3-2 4 0,0-1-6 0,-3 0 13 16,0 0-5-16,-3 1 5 0,-1-2 2 0,-1 1-1 15,1 2-1-15,-1 2 11 0,0 2 10 0,0 3-1 16,-1-3 0-16,1 11 2 0,-1-9-4 0,1 9-9 16,0-9-9-16,0 9 2 0,0 0-2 0,0 0 0 15,0 0-3-15,0 0 1 0,4 26 0 0,-2-13-1 16,-1-3-10-16,2 9-16 0,1-2-13 0,-1 2-27 15,0 0-33-15,3-2-29 0,1 0-28 0,-1-1-42 16,2-2-18-16,0-3-23 0,-2-2-178 0,-1-3-448 16,4-3 198-16</inkml:trace>
  <inkml:trace contextRef="#ctx0" brushRef="#br0" timeOffset="163900.04">17078 11400 98 0,'2'-9'208'0,"-1"0"4"16,-1 9-5-16,1-13-5 0,-1 13-14 0,0-8-19 15,0 8-15-15,0-7-18 0,0 7-13 0,0 0-4 16,0 0 0-16,0 0-2 0,0 0-5 0,0 0-10 16,16 15-3-16,-14-9-10 0,1 0-9 0,1 1-2 15,-1 2-4-15,0-2-6 0,-1-1-10 0,2 0-1 16,-4-6-8-16,5 10-3 0,-3-6-8 0,-2-4 1 16,0 0-1-16,4 6-2 0,-4-6 2 0,0 0 11 15,4 4 5-15,-4-4-6 0,0 0-1 0,0 0-4 0,0 0-4 16,16-14-5-16,-10 6-4 0,1 1-5 15,5-5-8-15,-2 3 11 0,1-3-17 0,0 5 1 16,0-2-4-16,-2 2 0 0,1-1-7 0,-1 3-6 16,-1-1 3-16,-3 3-6 0,2 0 4 0,-7 3 1 0,11 0-1 15,-11 0 1-15,10 3 2 0,-6 3-13 16,3-3-21-16,-2 4-27 0,1 2-29 0,0 1-36 16,-1 0-37-16,4 3-25 0,-3-3-40 0,3 3-216 15,0 1-481-15,0-6 213 0</inkml:trace>
  <inkml:trace contextRef="#ctx0" brushRef="#br0" timeOffset="164334.08">17673 11210 268 0,'-9'-3'267'15,"0"0"-8"-15,0 0-14 0,-1 3-16 0,10 0-16 16,-21 6-13-16,10-1-10 0,-1 2-16 15,3 1-17-15,-1 5-8 0,0 0-17 0,5-1-15 0,0 2-5 16,1-1-14-16,4 3-10 0,1-4-7 0,3 4-9 16,1-1-5-16,1-4-12 0,3-1-15 15,-1-4-12-15,1 2-3 0,2-2-8 0,-2-1-1 16,2-3-8-16,0 0-1 0,1-3-2 0,-1-2-2 0,1 0 2 16,-2-1-1-16,-1-4 0 0,2-1-1 0,-2-6 0 15,0 2 1-15,-2-2-1 0,0 0 14 0,0-3-3 16,-4-1 3-16,1 0-1 0,0-7-4 0,-1 0 4 15,-1-2 7-15,1 0-6 0,-1 0 2 0,-3-1-1 16,1-1 1-16,1-2-3 0,1 0 3 0,-1 0 12 16,-1 3 14-16,1 3 16 0,-1 8 13 0,0 6 23 15,0 1-6-15,-1 3-9 0,2 1-5 0,-1 7-16 16,1-8-11-16,-1 8 6 0,0 0 0 0,0 0 3 16,0 0-2-16,-1 39-1 0,1-12 0 0,0 3-3 15,-2 0-3-15,3 3-6 0,-1 1-1 0,2-1-2 16,1-1-11-16,3-2-12 0,0 0-46 0,0-2-33 15,5-3-45-15,-2 1-43 0,0-3-40 0,5 2-48 16,-1 0-48-16,4-5-39 0,-2 0-256 0,4-3-629 16,5 1 278-16</inkml:trace>
  <inkml:trace contextRef="#ctx0" brushRef="#br0" timeOffset="164766.43">18497 11365 2377 0,'3'-7'202'0,"-3"-4"-99"0,2 3-35 0,-2-3-16 15,1 2-12-15,2-5-14 0,2 0 5 16,3-2 4-16,4-8 3 0,3 3-6 0,4-2 2 16,0-1 2-16,4-2-10 0,1 1 0 0,0-3-3 0,10-7-7 15,-13 6 6-15,0 3-9 0,1-3 1 16,-3 2-3-16,-4 0 2 0,-1 0 4 0,0 0-6 15,-7 9 2-15,-1 0 14 0,0 0 8 0,-3 6 3 16,-2 1 1-16,-1 3 0 0,1 2-5 0,-1 6 1 16,-2-11-2-16,2 11-5 0,-8-4 0 0,8 4-8 15,-16 7 0-15,3 6-1 0,-4 5-2 0,0 1-1 0,1 3-3 16,0-1-3-16,8-2-7 0,-3 5-5 16,3-1-7-16,4-2-4 0,3-2-6 0,2 0-22 0,3-1-7 15,3 1 0-15,2-2 3 0,2-2 3 0,0 1-1 16,-1-2 7-16,2 1-1 0,-1-2 3 0,-1 0 4 15,-2-3 5-15,1-1 2 0,-1 1 1 16,-3 0 1-16,-3-2 2 0,1 2 2 0,-2-2 0 0,-2 1 3 16,-2 1-1-16,0-1 2 0,-3 2-1 0,-1-3-6 15,-3 2-15-15,1-3-23 0,-3 0-33 0,2 0-26 16,2-1-33-16,3-2-23 0,0-1-31 0,5-3-169 16,-10 5-405-16,10-5 179 0</inkml:trace>
  <inkml:trace contextRef="#ctx0" brushRef="#br0" timeOffset="165116.37">19107 10972 181 0,'2'-7'289'0,"1"0"-8"16,-2-1-13-16,-1 8-12 0,-1-9-16 0,1 9-20 16,0 0-13-16,0 0-14 0,0 0-11 0,-22 8-13 15,12 1-17-15,1 0-9 0,-3 3-21 0,5 3-4 16,-3-1-20-16,3 0-2 0,2 1-12 0,2-3-10 15,1 0-9-15,0-1 8 0,4-1-21 0,-2 0-14 16,1-1-13-16,0-1-11 0,2-3-12 0,1-1-8 16,-4-4-2-16,9 8 2 0,-5-8-7 0,-4 0-2 15,11 2-1-15,-11-2 3 0,13-5 2 0,-8 1-1 16,3-1 3-16,-2-2 8 0,0-1-6 0,0 0 5 16,0-3-8-16,0 0-2 0,-1 0 8 0,1 0-1 15,-3 1 1-15,1 1 3 0,-1 3-1 0,-1 1 3 16,1-2-2-16,-3 7 1 0,6-9-2 0,-6 9-7 0,3-4 3 15,-3 4 6-15,0 0-2 0,0 0 1 16,7 14 1-16,-5-4 1 0,2-1 3 0,0 3-3 16,-2-1 2-16,3 0-23 0,-2 0-37 0,0 2-43 15,3-1-47-15,-3 1-46 0,3-3-45 0,0 0-216 0,0 0-490 16,2-2 217-16</inkml:trace>
  <inkml:trace contextRef="#ctx0" brushRef="#br0" timeOffset="165365.89">19362 10730 233 0,'-5'-25'302'0,"0"10"-5"0,1 4-3 0,2 0-14 16,0 1-19-16,1 3-25 0,1 7-28 0,-1-10-19 0,1 10-25 15,0 0-18-15,0 0-7 0,0 0-7 0,8 23-9 16,-3-4-8-16,0 9-8 0,2 3-9 15,-4-2-13-15,2-3-7 0,0 5-9 0,-1-2-2 16,0 0-21-16,1 0-23 0,-1-1-31 0,2 0-38 0,-5-9-43 16,1 0-42-16,-1 1-49 0,2-3-43 0,-3 0-40 15,-2 0-196-15,1-7-497 0,-3-3 220 0</inkml:trace>
  <inkml:trace contextRef="#ctx0" brushRef="#br0" timeOffset="166084.23">19389 10910 78 0,'12'-7'192'0,"2"-3"-12"0,1 2-4 0,-1 0-9 16,3 0-4-16,-7-1-5 0,1 4-3 0,-2 2-7 16,-2 1-8-16,-2-2-3 0,1 1-8 0,-6 3-7 15,10-4-11-15,-10 4-2 0,7 0 5 0,-7 0 4 16,8 4-1-16,-5 2-6 0,4-1 3 0,-2 3-5 15,0 2-5-15,-1 0-12 0,1 1-5 0,-1 0-5 16,2-2-12-16,-1 2-3 0,0 0-3 0,0 0-11 16,3-3-6-16,0 0-3 0,-1-1-4 0,1-1-4 15,1 0-4-15,0-2-10 0,1-2-8 0,-3 1-5 16,0-3-4-16,2 0-2 0,-9 0 1 0,16-5-2 16,-10 3 13-16,2-3-14 0,-2 2-1 0,0-4-1 15,-2 1 6-15,1-2-4 0,2-1 3 0,-3-1-5 16,-1 1 2-16,1-2 0 0,0 1 2 0,-1-2-5 15,-2 1 6-15,2 0-3 0,-2-3 6 0,0 3-6 16,2 1-2-16,-3 3 2 0,0 7 4 0,3-12 4 16,-1 6-3-16,-2 6 0 0,1-7-5 0,-1 7 1 0,0 0-3 15,0 0 0-15,0 0 1 0,0 0 9 16,0 0-6-16,0 0-5 0,6 20 4 0,-4-11 2 16,0 0-3-16,2-1 1 0,0 1 2 0,1 1 1 15,1-2-2-15,3 1 3 0,0-2-3 0,-1 0 3 16,3 0-2-16,1-2 0 0,1-3 5 0,-2 2 8 0,2-2 0 15,1-2-3-15,-1 2 3 0,2-4 8 16,-3 0-5-16,0-1-4 0,-1 1-5 0,-2-1-2 16,-2-2 12-16,1 1-14 0,-2-3 3 0,-1 1-8 15,2-3 6-15,-3 1-4 0,1-1-3 0,-3 1 6 16,2-3-1-16,-3 1-2 0,1-2-10 0,-1-4 6 16,-2 5 0-16,-1 0-4 0,1-4 1 0,-1 3 5 0,2 0 6 15,-4 1-8-15,0 1-3 0,2 0 3 16,0 1 8-16,0 4-10 0,2 5 3 0,-3-12-6 0,3 12-5 15,-3-8-4-15,3 8-11 0,0 0-11 16,-1-8-8-16,1 8 3 0,0 0 1 0,0 0 6 16,9-6-1-16,-9 6 8 0,15 0 2 0,-15 0 2 15,18 3-2-15,-5 1 7 0,-3-1 0 0,1 0 0 0,-1 0 4 16,0 0 3-16,-2 3 5 0,2 0 12 16,-2 3 6-16,-1 0 15 0,0 2-9 0,-1 0 1 0,0-2-3 15,0 5-6-15,0 2 6 0,-3-5-2 0,0 4-4 16,-1-3-3-16,-1-1-20 0,1 0-23 0,0 1-28 15,0-1-38-15,-1 0-40 0,2-1-41 0,0 1-34 16,1-2-34-16,-3-3-208 0,1-1-497 16,4 2 221-16</inkml:trace>
  <inkml:trace contextRef="#ctx0" brushRef="#br0" timeOffset="166466.41">20452 10713 259 0,'-3'-9'263'0,"-1"2"-7"16,-3 2-12-16,0 2-4 0,7 3-17 0,-16-4-11 16,7 4-17-16,-2 4-12 0,2 1-12 0,-1 4-2 15,1-1-14-15,-1 4-14 0,1 2-16 0,0-2-10 16,1 1-11-16,0 2-15 0,4 0-7 0,2-3-6 16,1-2 4-16,1 2-22 0,0-2-13 15,2 1-8-15,2-3-17 0,0 1-12 0,0-2 5 0,2-2-17 16,-2 0-2-16,4-1-4 0,-2-2 2 0,-6-2-5 15,13 1 10-15,-13-1-8 0,11-2 2 0,-6-2 1 16,-5 4 0-16,9-7 5 0,-6 3-3 0,1-3 1 16,2-3 0-16,-1 1 0 0,-2-1-2 0,1 1 4 15,-1-1 1-15,-1 1 3 0,-1-1 9 0,-1 10 12 16,4-6-4-16,-4 6 2 0,2-9-11 0,-2 9 4 16,0 0-6-16,3-5-3 0,-3 5-2 0,0 0 20 15,0 0-7-15,0 0-1 0,5 17-5 0,-5-10 3 16,1 3-2-16,1 1 0 0,0-1-1 0,-1 0 0 15,2 1 2-15,0-2-31 0,-2 3-32 0,1-3-39 16,1 1-39-16,2 0-47 0,-1-3-32 0,3 1-41 0,-3-2-208 16,3-4-496-16,-1 1 220 0</inkml:trace>
  <inkml:trace contextRef="#ctx0" brushRef="#br0" timeOffset="166716.12">20679 10586 95 0,'5'-17'245'0,"-4"3"5"16,0 5 3-16,0-1-1 0,1 3-14 0,-1 0-20 0,-1 7-23 15,0 0-18-15,1-8-17 0,-1 8 6 0,0 0 20 16,0 0-8-16,2 27-6 0,-2-15-4 0,0 7-11 16,-2 0-8-16,4 8-9 0,-2 1-11 15,2-1-19-15,-1 1-14 0,2-2-7 0,-2-7-7 0,1 7-1 16,0-1-20-16,0-8-11 0,1 1-41 0,2-4-35 15,-2-1-37-15,-1-1-30 0,0-2-42 16,-1-1-45-16,0-3-34 0,1 1-18 0,-1-2 4 16,-1-5-7-16,0 0-11 0,0 0-163 0,0 0-444 0,-8 6 197 15</inkml:trace>
  <inkml:trace contextRef="#ctx0" brushRef="#br0" timeOffset="166971.03">20615 10816 94 0,'-7'-9'121'15,"2"2"-3"-15,1 1-5 0,0-1 1 0,4 7 1 16,-5-9 3-16,4 3-7 0,1 6-10 0,0-10-3 15,0 10-5-15,9-12-15 0,-1 4-11 0,1 5 1 16,7-9-5-16,0 6 3 0,2-2 0 0,-1 2-1 16,1-1 3-16,1 1 3 0,-1 1 7 15,0-2 4-15,-2 0 2 0,0 0 4 0,-2 1 5 0,0 0 2 16,-2 1 6-16,-1 2 1 0,-2 0-9 0,2-1-1 16,-6 2-10-16,-5 2-4 0,11-2 5 0,-11 2 5 15,10 4 4-15,-4 0 8 0,1-1-11 0,-3 5-10 16,1 1 2-16,-1 1-7 0,0 7-8 0,-2 1-3 15,1-1-7-15,0 0-19 0,-2 0-22 0,-1-1-33 16,1 1-45-16,-1-4-42 0,-2 1-48 0,2 2-49 16,0-3-39-16,-2-1-59 0,2-2-154 0,0 1-490 15,-1-4 217-15</inkml:trace>
  <inkml:trace contextRef="#ctx0" brushRef="#br0" timeOffset="167139.79">20951 10533 190 0,'-3'-4'178'0,"3"4"-34"16,-5-7-41-16,5 7-34 0,0 0-24 0,0 0-26 16,0 0-33-16,-13 13-25 0,12-3-78 0,-3-1-125 15,7 1 57-15</inkml:trace>
  <inkml:trace contextRef="#ctx0" brushRef="#br0" timeOffset="167673.39">21008 10665 128 0,'0'0'251'0,"0"0"-3"0,0 0-6 0,0 0-12 16,0 0-14-16,0 0-18 0,0 0-20 0,8-7-14 16,-8 7-26-16,0 0-4 0,0 0-1 0,0 0-1 15,1 13-8-15,-1-13-13 0,0 13-8 0,3-5-11 0,-2 3-8 16,-1 0-2-16,1-3-1 0,1 3-20 15,1-2-2-15,0 2-9 0,0-2-6 0,2 0-2 16,-1-2-14-16,-1 0-5 0,1-1-4 0,-4-6 1 16,8 6-3-16,-3-3-1 0,-5-3 0 0,9 3-3 0,-9-3-1 15,9-2-3-15,-9 2 7 0,10-7-10 0,-5 3 1 16,-1-1 1-16,5-2-1 0,-4 0-2 16,-2 0 0-16,3-3-4 0,-3 0 4 0,0-2-4 15,0 1-1-15,1 0 0 0,0 1-10 0,2-3-2 0,-5 1-1 16,3 2 1-16,1-1 0 0,-1 2 1 0,0 3 2 15,-1 0 4-15,-1 0-3 0,-2 6 3 16,3-9-3-16,-3 9 2 0,3-8-1 0,-3 8-2 16,0 0 3-16,0 0 1 0,0 0-1 0,0 0 0 0,0 0-1 15,11 16 15-15,-9-11-9 0,-2-5 0 0,2 11 5 16,-1-5-1-16,-1-6-3 0,2 10 3 0,-2-10 2 16,4 6 1-16,-4-6 6 0,0 0 7 0,2 8 6 15,-2-8 10-15,0 0 6 0,0 0 2 0,2 5 8 16,-2-5-4-16,0 0-5 0,0 0-5 0,14-4 1 15,-6-2-6-15,1 1 16 0,2 1-17 0,-1-3 0 16,2 4-7-16,1-2 2 0,-3 3 7 0,3 0-1 16,-3 0-10-16,-2 1 4 0,-1 1-8 0,-7 0-5 15,17 1-1-15,-11 1 2 0,1 1 9 0,3 3-17 16,-5-1-3-16,1 4 3 0,1-4-2 0,-2 3-15 16,1 3-28-16,-2 0-36 0,0 0-38 0,-1-1-46 15,-3 2-41-15,0 0-34 0,-2 4-30 0,-3-3-258 16,-3 1-565-16,-3-2 250 0</inkml:trace>
  <inkml:trace contextRef="#ctx0" brushRef="#br0" timeOffset="168116.94">18133 11804 120 0,'-3'-10'363'0,"2"3"-36"0,-2 1-25 0,3 6-32 16,-3-9-29-16,3 9-28 0,0 0-21 0,0 0-13 16,0 0 8-16,0 0-8 0,0 29-10 0,2-4-14 15,-1 3-11-15,1 4-15 0,-1-3-12 0,0 2-9 16,2 1-18-16,-1-3-8 0,1 1-8 0,-1-1-2 15,4 0-7-15,-1 0-13 0,1 0-2 0,-2-1-27 16,0-1-26-16,-2 0-24 0,1-8-26 0,-2 2-36 16,-1-7-39-16,0 5-39 0,-1-4-31 0,-2-3-27 15,1 0-15-15,-2-4-22 0,-1 2-157 0,-5-3-453 16,3-3 201-16</inkml:trace>
  <inkml:trace contextRef="#ctx0" brushRef="#br0" timeOffset="168333.48">18079 12043 16 0,'10'-26'132'16,"4"0"4"-16,1 0-1 0,1 7 3 0,-3 3 0 16,2 1-6-16,-3 4-5 0,-2 3-17 0,1-1-6 15,-2 4-8-15,0 2 0 0,3 2 2 16,-3 1-8-16,-1 3 2 0,0 0 10 0,0 3-1 0,0 0-6 16,-2 2-3-16,2 1-2 0,-3 0-6 15,-4 1 2-15,3-1-3 0,-4 1-9 0,0 2 1 0,-1 0-11 16,1-1-7-16,-4 1-11 0,-1 4-9 15,-4-2-24-15,-1-2-24 0,-1 2-37 0,-3 0-31 0,3-4-35 16,-1 0-40-16,2 0-27 0,0 0-178 0,-2-3-389 16,3 0 173-16</inkml:trace>
  <inkml:trace contextRef="#ctx0" brushRef="#br0" timeOffset="168599.78">18281 12179 61 0,'5'3'198'15,"-5"-3"0"-15,12 2-3 0,-5-4-1 0,3 2-5 16,3 0-13-16,1 0-13 0,-1-3-14 0,5-1-11 16,-1 0-14-16,0-2-12 0,2-3-6 0,-2 2-13 15,0-2-4-15,1-1 0 0,-3 2 3 0,-5 0 5 16,-1 1-12-16,-2-2-1 0,-2-1-3 0,1 1-4 16,-3-1 5-16,-1-1 5 0,-2 0-3 0,-1 0-12 15,-3 1-3-15,-3-2-10 0,2 2-11 0,-3 1 3 16,-1 2-9-16,-1 0-8 0,-1 2-12 0,1 2-7 15,-2 1-6-15,0 3-13 0,-1 0-18 0,3 2-20 16,-2 1-24-16,3 2-29 0,-1 2-35 0,3-2-36 16,3 5-31-16,0-5-24 0,1 4-200 0,2-4-454 15,1-6 201-15</inkml:trace>
  <inkml:trace contextRef="#ctx0" brushRef="#br0" timeOffset="168798.74">18627 11995 65 0,'8'-9'287'15,"-1"-1"-2"-15,-4 0-2 0,4 1-3 0,-4 3 0 16,-1 0-10-16,0 0-4 0,-2 6-23 0,4-9-24 16,-4 9-20-16,3-5-31 0,-3 5-15 0,0 0-15 15,0 0-8-15,0 0 0 0,0 0-10 0,14 15-15 16,-12-4-3-16,1 1-16 0,-1 3-4 0,0 1-23 16,0 1-34-16,0-1-39 0,0 0-33 0,-1 0-33 15,2 1-35-15,-3-2-43 0,1-2-45 16,2-2-38-16,-3 3-34 0,0-2-199 0,-1-2-513 0,1-10 227 15</inkml:trace>
  <inkml:trace contextRef="#ctx0" brushRef="#br0" timeOffset="169150.13">18811 12045 142 0,'3'2'227'16,"-3"-2"-5"-16,6 3-8 0,-6-3-7 0,0 0-14 16,0 0-7-16,0 0-11 0,7-11-4 0,-5 5-14 15,-2 6-12-15,5-16-14 0,-3 7-12 0,1 0-12 16,4-2-10-16,-1 1-5 0,2-5-5 0,1 1-11 0,0 1-9 15,2-2-5-15,1 3-5 0,-3 3-6 16,-3 3-6-16,2-2-4 0,1 4-4 0,0 0-5 16,-1 1-7-16,-1 3-1 0,-7 0-4 0,14 4 3 15,-7 1-6-15,-1 3 0 0,2 3-4 0,-1 0-3 0,1 3-9 16,-5 2-31-16,-1-1-28 0,-1 1-39 16,2 1-44-16,-3-1-40 0,4-5-32 0,-4 0-216 0,0 2-464 15,0-4 206-15</inkml:trace>
  <inkml:trace contextRef="#ctx0" brushRef="#br0" timeOffset="169384.09">19167 11726 125 0,'0'-12'315'0,"-1"2"-1"0,1 3-13 0,0 7-20 0,0-14-31 16,0 14-21-16,0-8-12 0,0 8-29 15,0 0-6-15,0 0-4 0,0 0 1 0,6 29-18 0,-5-11-24 16,-1 1 0-16,0 8-13 0,1-1-14 0,-1-7-10 16,2 8-5-16,-1-2-16 0,1 0-2 15,1-6-13-15,1-1-19 0,0 0-40 0,0 0-35 16,-1 0-45-16,0-1-42 0,2-1-49 0,-1 0-52 0,0-6-48 16,-2 0-238-16,0 0-545 0,-2-10 241 0</inkml:trace>
  <inkml:trace contextRef="#ctx0" brushRef="#br0" timeOffset="169869.94">19178 11928 101 0,'0'0'228'0,"3"-8"-23"0,-3 8-19 0,5-9-19 16,-5 9-18-16,9-6-16 0,-3 4-22 0,-6 2-31 15,19-2-26-15,-8 1-23 0,1 2-27 0,1-1-15 16,5 3-31-16,-5 1-4 0,1-1-15 0,1 4-3 15,-3-3 10-15,-1 1-5 0,0 1 10 0,0-2-1 16,-2 0 17-16,0-1 20 0,-9-3 25 0,14 5 19 16,-8-5 12-16,-6 0 16 0,14 0 16 15,-14 0 7-15,17-5 4 0,-11 1 8 0,3 0-3 0,1-2 7 16,-1-3-3-16,2 2 0 0,-1-3 5 0,0-2-1 16,0-1 2-16,2-1-11 0,-3-2-3 0,-1 2-4 15,0-3 4-15,0 2 3 0,-1-1 0 0,-4 0 4 16,3 2-1-16,-4 0 2 0,-1 4 0 15,-1 0 6-15,0 1 7 0,0 9 7 0,-2-13-7 0,2 13-7 16,-5-9-7-16,5 9-16 0,0 0 2 0,-13-1-17 16,13 1-4-16,-15 9-13 0,7-2 3 0,-1 3-12 15,-1 3-4-15,1 2 9 0,5 2-20 0,1-1-8 16,1 0-7-16,0-3-5 0,2 3 2 0,6 1-5 16,-3-2-8-16,4-1 6 0,3 2 0 0,-4-7-6 15,2 1 4-15,-1 1 12 0,4 1-15 0,-6 0 3 16,-1-5-1-16,1 2 6 0,0-1-6 0,0 0 3 15,0-1 5-15,-2 0-3 0,-2 0-4 0,-1-7-3 0,1 12 5 16,-1-12-7-16,-5 13-12 0,-1-6 2 16,0 1-42-16,-3-3-24 0,-2 3-26 0,0-3-27 15,1 3-44-15,-2-4-47 0,3 2-48 0,-2-3-221 16,-3-1-538-16,2-2 238 0</inkml:trace>
  <inkml:trace contextRef="#ctx0" brushRef="#br0" timeOffset="170016.25">19390 11812 60 0,'3'-5'252'0,"2"-4"-24"15,-4 4-26-15,6-2-18 0,-5 2-21 16,3 0-25-16,-1 0-36 0,-4 5-50 0,0 0-54 16,9-9-63-16,-6 6-50 0,-3 3-86 0,0 0-216 15,0 0 97-15</inkml:trace>
  <inkml:trace contextRef="#ctx0" brushRef="#br0" timeOffset="174218.99">8928 15160 2 0,'0'0'268'0,"-4"-6"-13"15,4 6-8-15,-4-4-16 0,4 4-17 0,0 0-18 16,0 0-21-16,0 0-21 0,0 0-12 0,0 0-15 15,0 0-13-15,0 0-13 0,0 0-13 0,23 12 7 16,-15-3-8-16,-2 0-10 0,0 1 2 0,2 0-3 16,2 5-8-16,-2-2-4 0,-3 3 1 0,3-2-11 15,-1 4-3-15,0-4-7 0,-1 0 3 0,-2-3-6 16,0 1-2-16,2 0-2 0,-2-2-6 0,2 0-6 16,-2-1 2-16,0-1-5 0,-1-1-1 0,-1-3-5 15,1 2 1-15,-3-6-2 0,5 8 5 0,-5-8-3 16,4 4 2-16,-4-4-4 0,0 0-1 0,2 6 17 15,-2-6 11-15,0 0-6 0,0 0-3 0,0 0-4 16,7-16 0-16,-3 6-15 0,1-3 10 0,0-2-3 16,1-5-2-16,2-2-1 0,-3 2 1 15,3-4-5-15,-3 5 6 0,2-8-10 0,1 4-1 0,-2 0-4 16,-2 3 0-16,0 4-3 0,4 0-4 16,-6 0 1-16,1 4 1 0,-1-1-1 0,1 4 5 0,0 1-7 15,-1 3-8-15,1 0-22 0,-3 5-20 0,4-8-30 16,-4 8-13-16,5-3-14 0,-5 3-6 0,0 0-16 15,0 0-29-15,0 0-10 0,6 25-14 0,-2-13-35 16,-3 1-11-16,2 2-148 0,-3-2-410 0,1-1 181 16</inkml:trace>
  <inkml:trace contextRef="#ctx0" brushRef="#br0" timeOffset="174473.28">9356 15207 92 0,'0'0'243'0,"-3"-12"2"0,3 12 1 0,0 0-15 16,-4-9-21-16,4 9-12 0,-5-4-9 0,5 4-14 16,-7-2-16-16,7 2-5 0,-9-1-5 0,9 1-15 15,-13 3-13-15,7 1 3 0,-2 3-8 0,-1 2-2 0,-5 2-9 16,6 0-8-16,-1 2-5 0,4 0-14 16,-4 2-5-16,3-1 0 0,-1 2-10 0,3-4-2 15,3-1-10-15,-1 2 2 0,0 0-9 0,0-1-4 16,1-1 0-16,4-1-8 0,-1 2-1 0,0-2-10 15,3 0-1-15,-2-1-21 0,2-3-23 0,-1 0-20 16,1-1-28-16,4 1-21 0,0 1-34 0,0-3-37 16,1 1-32-16,3-5-47 0,-3-3-35 0,4 3-161 15,-4-2-475-15,6-1 209 0</inkml:trace>
  <inkml:trace contextRef="#ctx0" brushRef="#br0" timeOffset="174749.93">9610 15170 90 0,'1'-9'281'0,"-1"9"-5"16,0-7-11-16,0 7-19 0,0 0-17 0,0 0-21 15,-9-6-16-15,9 6-17 0,0 0-8 0,-19 9-4 16,10-3-11-16,-1 3-6 0,-4 2-9 0,1 4-11 16,-1-2-3-16,4 2-1 0,-3 2-12 0,4-2-13 15,0-1-7-15,3 1 0 0,-2-2-5 16,6-1-6-16,-1 0-6 0,2-1-8 0,0-1-3 0,-1-2-10 15,4 2-3-15,-1-3-4 0,3 2-7 0,-2-2 9 16,3-2-5-16,0 0-6 0,3 1-10 0,-3-3-9 16,3 0-12-16,5 0-18 0,-3-1-31 0,1-2-25 15,1 0-33-15,1 2-41 0,-2-2-38 0,1-2-44 16,2 0-30-16,-3 0-32 0,1 2-195 16,0-1-521-16,-1-3 231 0</inkml:trace>
  <inkml:trace contextRef="#ctx0" brushRef="#br0" timeOffset="174952.73">9820 15237 14 0,'0'0'290'0,"0"0"-14"0,0 0-6 16,0 0-14-16,0 0-18 0,0 0-20 0,1-7-24 15,-1 7-20-15,0 0-7 0,0 0-26 0,13-2-13 16,-13 2-17-16,12 0-29 0,-5-1-31 0,-7 1-35 15,14 1-37-15,-14-1-48 0,13 5-47 0,-13-5-43 16,13 1-47-16,-10 2-137 0,-3-3-371 0,0 0 164 16</inkml:trace>
  <inkml:trace contextRef="#ctx0" brushRef="#br0" timeOffset="175127.74">9848 15347 18 0,'0'0'238'0,"0"0"4"0,0 0 2 0,0 0-6 0,0 0-10 15,-5 3-13-15,5-3-14 0,0 0-8 16,0 0-21-16,0 0-18 0,0 0-12 0,0 0-17 0,0 0-18 16,0 0-14-16,0 0-31 0,0 0-29 15,0 0-31-15,29-7-43 0,-17 5-43 0,-1-2-54 16,6-3-36-16,-1 1-49 0,1-3-119 0,-2 2-369 16,-2 1 163-16</inkml:trace>
  <inkml:trace contextRef="#ctx0" brushRef="#br0" timeOffset="176853.08">10065 15148 254 0,'0'0'244'0,"0"0"-26"16,0 0-20-16,0 0-23 0,0 0-19 0,0 0-12 16,0 0-10-16,0 0 1 0,0 0-7 0,0 0-10 15,18 10-9-15,-10-2-12 0,-1 1-6 0,0-1-7 16,0 3-6-16,3 0 3 0,-3-1-1 0,1 1-8 16,-1 0-8-16,1-3-2 0,0 1-9 15,-2-1-1-15,1 1-5 0,0-1-2 0,-3-3-2 0,2 4-7 16,-1-4-5-16,-1 1-3 0,0-2-1 0,-4-4 5 15,8 8-9-15,-5-6-6 0,-3-2 0 0,6 7-1 16,-6-7 0-16,5 4 5 0,-5-4-3 0,2 5 10 16,-2-5 14-16,0 0 4 0,0 0 8 0,0 0 3 15,0 0-5-15,0 0-8 0,17-13-3 16,-11 5 8-16,1-1-11 0,-1 0 5 0,1-3 1 0,0 2-3 16,1-6-2-16,-2 0-1 0,1 0-8 0,-1-1-3 15,0 0 0-15,-2-1-7 0,3 2 3 0,-2-1-2 16,0 0-1-16,0 5 8 0,-3 3-16 0,1-2-8 15,0 4-11-15,-2 0-17 0,-1 7-21 0,4-10-27 16,-4 10-38-16,1-7-39 0,-1 7-42 0,0 0-18 16,0 0-7-16,0 0-13 0,0 0-30 0,0 0-175 15,-3 29-470-15,2-17 208 0</inkml:trace>
  <inkml:trace contextRef="#ctx0" brushRef="#br0" timeOffset="177099.96">10511 15175 132 0,'0'0'287'0,"-2"-10"-10"0,2 10-2 0,-6-7-9 15,6 7-14-15,-6-4-14 0,6 4-19 0,-6-4-20 16,6 4-18-16,0 0-18 0,0 0-10 0,-20 8-9 16,13-3-3-16,-2 3-7 0,1 2-13 0,1-1-15 15,-3 4-5-15,0 1-7 0,3 0-7 0,2-2-11 16,1-1-10-16,0 5-8 0,1-1-2 0,2-2-9 15,0-3 0-15,2 3-12 0,0-3-32 0,2 3-22 16,2-3-36-16,0-1-31 0,3 0-37 0,2 0-43 16,-1-1-57-16,3-4-48 0,1 1-232 0,-1-1-544 15,2-4 241-15</inkml:trace>
  <inkml:trace contextRef="#ctx0" brushRef="#br0" timeOffset="177506">10811 15125 27 0,'-3'-9'259'0,"3"9"-13"0,0 0-1 16,0 0-13-16,-13-1-8 0,13 1-10 0,-13 8-16 15,7-1-18-15,-3 1-17 0,1 1-12 16,2 1-15-16,-1-1-9 0,2 1-15 0,2-1-11 16,3 3-2-16,-2-1-12 0,2 0-22 15,0 1-12-15,4-2-8 0,0 1-13 0,1-2-12 0,1 0-6 0,1-3-6 16,0-2-5-16,2 1-5 0,-2-1-2 15,4-2-1-15,-6 1 8 0,2-1-8 0,-2 0 0 16,-5-2 2-16,11 0 1 0,-11 0 2 0,0 0 1 16,10-7 3-16,-10 7 2 0,0 0 3 0,3-7 9 15,-3 7 6-15,0 0-4 0,0 0 0 0,0 0 8 0,-18-7 0 16,18 7 2-16,-13 2 4 0,4 0 9 16,-3 2-7-16,0 1 6 0,-1 1 4 0,3 0-1 15,-4 7 5-15,1-7 0 0,0 4 6 0,3-1-10 16,3 1 2-16,-1-2-8 0,1 4-7 0,2-3-2 15,-1-1-1-15,4 3-2 0,-1 0-1 0,4-2-6 16,3-1-4-16,-1 1 12 0,2 0-22 0,0-2-3 16,4 0-11-16,0-3-11 0,1 0-18 0,3 0-22 15,-2-1-22-15,3 0-33 0,-2 1-27 0,0-3-45 16,1 1-50-16,-1-2-35 0,-6 3-202 0,-6-3-510 16,13 0 226-16</inkml:trace>
  <inkml:trace contextRef="#ctx0" brushRef="#br0" timeOffset="177732.98">10529 15615 278 0,'-8'3'312'0,"1"-3"-11"0,7 0-8 16,-11 2-18-16,11-2-10 0,-6 3-16 0,6-3-15 15,0 0-12-15,0 0-27 0,0 0-13 0,29-1-21 16,-9-1 0-16,7-3-29 0,3 1-14 0,1-2-9 15,1-1-24-15,5-2-20 0,-3 2-36 0,3 1-32 16,-7 0-34-16,-1 0-44 0,-7 3-43 0,-4 0-42 16,0-1-53-16,-6 4-59 0,-4 1-182 15,-8-1-498-15,12 4 221 0</inkml:trace>
  <inkml:trace contextRef="#ctx0" brushRef="#br0" timeOffset="178033.06">10653 15759 25 0,'0'0'288'0,"0"0"6"16,0 0 6-16,0 0-5 0,0 0-8 0,25 1-18 15,-17-1-3-15,0 1-18 0,1 2-28 0,0-1-3 16,0 2-28-16,0 1-21 0,-1 1-8 0,-1 3-8 16,-1 1-4-16,0 1-6 0,-3 0-8 15,-3 1-4-15,-2 6 3 0,-2-3-6 0,-2 1-1 16,-2 0-2-16,-1 0-3 0,-1-4-5 0,1 4 0 0,1-3-9 15,-3-1-1-15,2-4-7 0,2 0-2 0,0-2-11 16,3-1-12-16,1 0-9 0,3-5-15 0,-6 9-2 16,3-6-1-16,3-3-1 0,0 0-5 0,9 12-7 15,3-9-11-15,0-2-20 0,9 0-20 16,9-4-39-16,5-1-36 0,14-7-44 0,0-2-47 16,5 0-53-16,-1-1-44 0,-1 0-52 0,2-3-54 15,-6 3-282-15,-10 3-723 0,0-4 321 0</inkml:trace>
  <inkml:trace contextRef="#ctx0" brushRef="#br0" timeOffset="185936.26">9850 10949 22 0,'0'0'55'0,"0"0"-22"0,0 0-14 0,0 0-19 0,0 0-22 15,0 0-24-15,0 0 12 0</inkml:trace>
  <inkml:trace contextRef="#ctx0" brushRef="#br0" timeOffset="-211134.99">8680 9910 36 0,'0'0'99'16,"0"0"-5"-16,0 0-2 0,0 0-14 0,0 0-6 15,0 0-4-15,0 0-15 0,0 0 0 0,0 0-3 16,0 0-2-16,0 0-4 0,0 0-1 0,0 0 2 16,0 0-5-16,0 0 4 0,0 0-4 0,0 0-9 15,0 0 8-15,0 0-9 0,0 0 4 0,0 0-6 16,0 0 4-16,0 0-9 0,0 0 5 0,0 0 0 16,0 0-5-16,0 0-2 0,0 0-3 0,0 0-1 15,0 0-3-15,0 0 0 0,0 0-4 0,0 0 3 16,0 0 0-16,0 0-1 0,0 0-3 0,0 0-5 15,0 0 1-15,0 0-2 0,0 0-6 0,0 0-4 16,0 0 4-16,0 0 2 0,0 0 1 0,0 0 1 16,0 0-4-16,0 0-3 0,0 0 1 0,0 0-4 15,0 0 2-15,0 0 1 0,0 0-5 0,0 0-5 16,0 0-2-16,0 0 0 0,0 0 6 0,0 0-9 16,0 0 7-16,0 0 3 0,0 0-3 0,0 0 0 0,0 0-11 15,0 0-1-15,0 0 3 0,0 0-4 16,0 0 7-16,0 0-4 0,10 3 4 0,-10-3-1 15,0 0 1-15,0 0-2 0,0 0-2 0,0 0-3 16,0 0-2-16,0 0-5 0,0 0-6 0,0 0-3 0,0 0-1 16,0 0-5-16,0 0-4 0,0 0 1 0,0 0-2 15,0 0 2-15,0 0-36 0,0 0-93 0,0 0 42 16</inkml:trace>
  <inkml:trace contextRef="#ctx0" brushRef="#br0" timeOffset="-186306.81">8740 9894 12 0,'0'0'9'0,"0"0"-2"15,0 0 0-15,0 0 0 0,0 0-3 0,-4-8-12 16,4 8 12-16,0 0-8 0,0 0 1 0,0 0-4 15,0 0 4-15,0 0-2 0,0 0-4 0,0 0 2 16</inkml:trace>
  <inkml:trace contextRef="#ctx0" brushRef="#br0" timeOffset="-186147.35">8738 9907 13 0,'0'0'14'0,"0"0"0"0,0 0-2 16,-1-11 5-16,1 11 0 0,0 0-6 0,0 0-3 16,0 0 8-16,-2-11-9 0,2 11 0 0,0 0-11 0,0 0-18 15,0 0-25-15,0 0 11 0</inkml:trace>
  <inkml:trace contextRef="#ctx0" brushRef="#br0" timeOffset="-180373.82">7340 8721 27 0,'0'0'34'0,"0"0"0"16,0 0-11-16,0 0 6 0,0 0-5 16,0 0-4-16,0 0-7 0,0 0 0 0,0 0-2 0,0 0-3 15,0 0-3-15,0 0-1 0,0 0 0 0,0 0-3 16,0 0 0-16,-6-21 1 0,6 21-1 15,0 0 0-15,0 0-4 0,0 0-1 0,0-10 3 16,0 10 2-16,0 0-7 0,0 0 3 0,0 0-1 16,0 0 0-16,0 0 3 0,0 0-4 0,3-9 2 0,-3 9 1 15,0 0-4-15,0 0 3 0,0 0-6 0,0 0-8 16,0 0-15-16,0 0-32 0,0 0 14 16</inkml:trace>
  <inkml:trace contextRef="#ctx0" brushRef="#br0" timeOffset="-178704.66">13187 13908 22 0,'0'0'71'0,"0"0"-6"15,0 0-6-15,0 0 1 0,0 0-2 0,0 0 2 16,0 0-3-16,0 0-4 0,0 0 2 0,0 0-8 16,0 0-8-16,0 0 4 0,0 0-5 0,0 0-2 15,0 0 0-15,0 0 1 0,0 0-6 0,0 0-1 16,0 0 2-16,0 0-1 0,0 0-5 0,0 0 8 16,0 0-7-16,0 0-2 0,0 0-8 0,0 0 5 15,0 0-2-15,0 0 9 0,0 0-6 0,0 0 2 16,0 0 0-16,0 0-9 0,0 0 0 0,0 0 4 15,0 0 0-15,0 0 1 0,0 0-6 0,0 0 5 16,0 0 3-16,0 0-4 0,0 0-5 0,0 0 4 16,0 0-3-16,0 0 4 0,0 0-4 0,0 0 7 15,0 0 3-15,0 0 2 0,0 0 3 0,0 0 1 16,0 0-1-16,0 0 2 0,0 0 4 0,0 0 4 16,0 0-1-16,0 0 3 0,0 0 3 0,0 0 5 15,0 0-7-15,0 0 4 0,0 0 5 0,0 0-7 16,0 0 7-16,0 0-3 0,0 0 6 0,0 0-4 15,0 0 0-15,0 0-4 0,0 0-3 0,0 0 1 16,0 0-3-16,0 0 0 0,0 0-2 0,0 0-1 16,0 0-2-16,0 0-3 0,0 0-3 0,0 0-1 15,0 0-3-15,0 0-2 0,0 0-2 0,0 0-2 16,0 0-4-16,0 0 1 0,0 0-4 0,0 0-1 16,0 0-2-16,0 0-6 0,0 0-25 0,0 0-33 15,0 0-42-15,0 0-62 0,0 0-58 0,0 0-193 16,0 0-441-16,0 0 196 0</inkml:trace>
  <inkml:trace contextRef="#ctx0" brushRef="#br0" timeOffset="-158912.46">8620 9916 16 0,'0'0'90'0,"0"0"-3"0,0 0-10 16,0 0-19-16,0 0 10 0,0 0-11 16,0 0-6-16,0 0-7 0,0 0 2 0,0 0-1 15,0 0-9-15,0 0-3 0,0 0-1 0,0 0-3 16,0 0-7-16,0 0-1 0,0 0 2 0,0 0-9 0,0 0 6 15,0 0-5-15,0 0 3 0,-4-7-20 16,4 7 17-16,0 0-4 0,0 0-6 0,0 0 6 16,0 0-2-16,0 0-10 0,0 0 7 0,0 0-6 15,0 0 9-15,0 0-3 0,0 0 2 0,0 0-5 0,0 0 8 16,0 0-14-16,0 0-7 0,0 0 12 0,0 0 4 16,0 0-6-16,0 0-3 0,0 0-11 0,0 0 15 15,0 0-4-15,0 0 7 0,0 0 0 16,0 0-6-16,0 0 5 0,0 0-3 0,0 0 1 0,0 0 5 15,0 0-12-15,0 0 9 0,0 0-6 0,0 0-2 16,0 0 2-16,0 0-1 0,0 0 2 0,0 0-1 16,0 0 6-16,0 0-6 0,0 0-3 0,0 0 1 15,0 0-1-15,0 0 4 0,0 0-3 0,1-10 2 16,-1 10-1-16,0 0 8 0,0 0-10 0,0 0-3 16,0 0 9-16,0 0-3 0,0 0 2 0,0 0-3 15,0 0-1-15,0 0-3 0,0 0-1 0,0 0 8 16,0 0-5-16,0 0 4 0,0 0-10 0,0 0 4 15,0 0 0-15,0 0-7 0,0 0-9 0,0 0-10 16,0 0-6-16,0 0-2 0,0 0-15 0,0 0-51 16,0 0-115-16,0 0 52 0</inkml:trace>
  <inkml:trace contextRef="#ctx0" brushRef="#br0" timeOffset="-152913.59">1560 13175 47 0,'0'0'113'0,"0"0"-9"15,0 0 1-15,0 0-14 0,0 0-5 0,0 0-2 16,0 0-4-16,0 0-9 0,0 0-11 0,0 0 0 15,0 0-4-15,0 0-8 0,0 0-11 0,0 0 2 16,0 0-5-16,0 0-5 0,0 0-8 0,0 0 3 16,0 0 0-16,0 0-2 0,0 0 15 0,0 20 6 15,0-4-2-15,0 3-9 0,0 0 3 0,-1 5 2 16,2 3-5-16,-2-1-7 0,2 1 4 0,-1-1-4 16,2-1 1-16,-4-1-1 0,6-5-7 0,-4 0 0 15,0 1 6-15,4-2 17 0,-4 1-6 16,1-1-3-16,0-1-4 0,2-2-17 0,-1 3-17 0,2-2-21 15,-3-4-18-15,1 3-9 0,-1-3-17 0,-1-1-17 16,0-2-15-16,1 2-11 0,2-2-18 0,-3-1-67 16,0-1-214-16,0-7 95 0</inkml:trace>
  <inkml:trace contextRef="#ctx0" brushRef="#br0" timeOffset="-152643.97">1629 13144 3 0,'6'-3'64'0,"-6"3"-9"16,9-4 5-16,-9 4-3 0,12 3-1 0,-12-3 2 15,6 6 1-15,-1-1 6 0,-2 1 4 0,-2 0-4 16,-1 6 0-16,-1-2-4 0,0 5 1 0,-3-1-5 0,-4 2-3 15,0 1-10-15,-3 5-5 0,-3-1-9 16,1-4 12-16,-1 2-23 0,1-2-9 0,2-2-18 16,-2-2-10-16,3 0-20 0,1-2-15 0,2-1-19 15,0 0-80-15,-1-2-162 0,-1 1 71 0</inkml:trace>
  <inkml:trace contextRef="#ctx0" brushRef="#br0" timeOffset="-152403.91">1830 13368 61 0,'8'-9'160'0,"-2"4"-16"0,1-1-17 0,6 1-14 15,-3-2-5-15,3 0-18 0,-1 2-4 16,0 0-35-16,0 0-26 0,1 2-36 0,-3 1-37 0,-10 2-30 16,15-1-60-16,-15 1-150 0,12 3 66 0</inkml:trace>
  <inkml:trace contextRef="#ctx0" brushRef="#br0" timeOffset="-152251.83">1957 13443 5 0,'0'0'178'15,"-5"4"-4"-15,5-4-9 0,0 0-5 0,-3 4-15 16,3-4-6-16,0 0-16 0,0 0-7 0,0 0-16 16,0 0-11-16,0 0-6 0,0 0-17 0,0 0-11 0,0 0-21 15,0 0-38-15,0 0-38 0,26-2-55 16,-13-2-152-16,0 0-268 0,5-3 118 0</inkml:trace>
  <inkml:trace contextRef="#ctx0" brushRef="#br0" timeOffset="-151779.3">2306 13155 35 0,'-5'-9'270'0,"5"9"-23"0,0-9-25 0,0 9-22 0,0-9-20 16,0 9-19-16,3-11-21 0,1 3-16 0,-1 0-19 15,4 3-16-15,-2 0-19 0,1-1-13 0,1 0-13 16,0 0-8-16,-3 2-10 0,-4 4 0 0,8-6-5 16,-2 5-6-16,-6 1 4 0,7-5-3 0,-7 5-2 15,0 0 2-15,0 0 4 0,7-3-2 0,-7 3 1 16,0 0-2-16,0 0-3 0,0 0 3 0,0 0-5 16,0 0 3-16,0 0 3 0,4 14 3 0,-4-3 6 15,0 0-1-15,0 0-4 0,0 2-4 0,3 3 0 16,-2-5-6-16,-1 5 5 0,1-2-1 15,4 1-1-15,-3 0-3 0,0-2 2 0,1 0-2 0,-1-1 4 16,0-1 4-16,-4 2 1 0,5-4 2 16,-3 1-2-16,2-1-2 0,-3 1 1 0,0-2 0 15,-2 1-2-15,3-2-2 0,0-7-3 0,-4 12 2 0,2-6-6 16,2-6 3-16,-4 10 2 0,0-5-4 16,4-5 0-16,-6 4 1 0,6-4-2 0,-7 4 0 15,7-4 0-15,-5 3 1 0,5-3-5 0,0 0 4 0,0 0-1 16,0 0-5-16,-2 7-5 0,2-7-13 0,0 0-6 15,0 0-11-15,0 0-13 0,0 0-11 0,0 0-18 16,19-11-26-16,-9 6-25 0,3 2-32 16,5-4-37-16,-1 0-147 0,-2 0-368 0,2-2 163 0</inkml:trace>
  <inkml:trace contextRef="#ctx0" brushRef="#br0" timeOffset="-151513.21">2618 12844 75 0,'8'0'143'0,"-8"0"-10"16,0 0-3-16,11 11 6 0,-8-7 14 0,1 1-14 15,-2 2-12-15,1-2-13 0,-1 2-4 16,-2-7-4-16,4 8-7 0,-1-4-6 0,-3-4-2 15,2 9-13-15,-2-9-4 0,3 8-11 0,-3-8-3 16,6 5-2-16,-3-1-3 0,-3-4-6 0,9 5-6 16,-1-4-10-16,2 2-17 0,1-2-32 0,2 1-43 15,7-4-56-15,2 1-47 0,6-2-129 0,-1-3-317 16,-6 1 142-16</inkml:trace>
  <inkml:trace contextRef="#ctx0" brushRef="#br0" timeOffset="-151125.71">2962 12962 96 0,'0'0'187'0,"0"0"-2"0,-1-9 4 0,1 9-5 0,0 0-1 16,0 0-11-16,0 0-8 0,-2-8-16 0,2 8-13 16,0 0-16-16,0 0-14 0,0 0-16 0,0 0-5 15,0 0-2-15,0 0-8 0,0 0-2 0,0 0 5 16,0 0-4-16,0 32-2 0,0-15-8 0,2 0-3 15,-1 2-5-15,-1-1-6 0,0 1-3 16,3-1-4-16,-2 1-2 0,1-2-7 0,1 2-2 0,1-1-5 16,-2-1-21-16,1-1-28 0,1 0-27 0,-3-5-34 15,3 2-24-15,-3-3-40 0,2 2-36 0,-1-1-27 16,1 0-145-16,-3 0-385 0,0-4 171 16</inkml:trace>
  <inkml:trace contextRef="#ctx0" brushRef="#br0" timeOffset="-150763.19">3002 12878 43 0,'0'0'114'16,"6"-6"-8"-16,-6 6-6 0,0 0-14 0,9 0-4 15,-9 0-11-15,0 0-3 0,0 0-11 0,11 7 16 16,-7-4-18-16,-4-3 14 0,6 7-13 0,-3-2 4 16,-3-5 0-16,4 9-2 0,-4-3 3 0,0-6-2 15,1 10-6-15,-1-2 9 0,2 0-10 0,-2-8 0 16,-3 15-4-16,2-7-5 0,1 2-1 0,-2-3-3 16,1 1-2-16,-2 2-6 0,3-3-4 15,0-7-1-15,-2 17-3 0,2-11-3 0,0-6 4 0,0 14-5 16,1-7-4-16,0 0-3 0,2 1 5 0,0-4-8 15,-3-4 6-15,6 10-8 0,-1-6-10 0,2-2-16 16,-7-2-18-16,23 3-12 0,-9-3-21 0,2 0-29 16,7-1-18-16,4-3-19 0,2 2-102 0,-8-1-256 15,-2 2 114-15</inkml:trace>
  <inkml:trace contextRef="#ctx0" brushRef="#br0" timeOffset="-150479.31">2548 13745 123 0,'-8'2'262'0,"8"-2"-28"0,0 0-12 0,0 0-19 0,0 0-11 16,46-6-15-16,-10 1-16 0,24-13-15 0,27-3-16 15,0-5-14-15,3-2-25 0,-4 2-31 16,1-1-38-16,-24 8-48 0,25-5-46 0,-25 5-48 16,25-2-56-16,-29 7-116 0,1 0-314 0,-3 3 139 0</inkml:trace>
  <inkml:trace contextRef="#ctx0" brushRef="#br0" timeOffset="-149080.03">2631 12875 37 0,'0'0'94'0,"0"0"-6"16,0 0-6-16,0-11-3 0,0 11 1 0,0 0-2 15,0 0 4-15,0 0-2 0,-5-8-3 0,5 8-7 16,-4-6-5-16,4 6-6 0,-5-6 6 0,5 6-1 16,-5-5-7-16,5 5-7 0,-8-6 1 0,8 6-9 15,-10-6-2-15,5 4-12 0,5 2 3 0,0 0-10 16,-13-3 2-16,13 3-6 0,-11-1-13 0,11 1-25 16,-11-1-28-16,11 1-16 0,-15 2-28 0,9 1-17 15,-3 2-78-15,-3-1-204 0,2 3 91 0</inkml:trace>
  <inkml:trace contextRef="#ctx0" brushRef="#br0" timeOffset="-148430.26">2655 13477 44 0,'0'0'57'0,"0"0"-3"0,0 0-4 0,0 0-2 16,0 0 1-16,0 0-4 0,0 0-5 0,0 0-2 16,0 0-2-16,0 0 7 0,0 0 3 0,0 0-2 0,0 0 6 15,0 0-6-15,0 0-10 0,0 0 6 0,0 0-6 16,0 0-2-16,0 0-7 0,0 0 7 16,0 0 1-16,-5-13 7 0,5 13 15 0,0 0-13 0,0 0 1 15,0 0-1-15,0 0 0 0,-1-9-2 16,1 9-4-16,0 0-1 0,-3-8 3 0,3 8-4 15,0 0 0-15,-4-7 8 0,4 7-5 0,0 0 3 0,-5-6-3 16,5 6-2-16,0 0-4 0,-6-6 6 16,6 6 2-16,0 0 4 0,0 0-3 0,-6-2-3 15,6 2-5-15,0 0-3 0,0 0-4 0,0 0-5 16,-15 4 5-16,15-4-10 0,-3 6 0 0,3-6-1 16,-8 8-5-16,5-5 0 0,0 4 2 0,3-7-1 15,-3 12-9-15,3-12 6 0,4 13-5 0,0-5-20 0,3-1-21 16,1 1-24-16,2 1-38 0,8-2-31 15,0 1-36-15,1-4-86 0,9 1-274 0,-5-4 121 16</inkml:trace>
  <inkml:trace contextRef="#ctx0" brushRef="#br0" timeOffset="-144757.23">1510 14282 205 0,'-20'-5'215'0,"20"5"-5"0,-9-2-3 0,9 2-5 0,0 0-3 15,-9-2-8-15,9 2-9 0,0 0-14 0,0 0-19 16,0 0-19-16,23-9-12 0,5-2-15 0,24-8-12 15,10-1-25-15,37-15-19 0,6-4-31 0,0-3-44 16,3-5-27-16,4 1-43 0,5-2-43 0,1-1-40 16,-7 4-152-16,-5 4-361 0,-4 0 160 15</inkml:trace>
  <inkml:trace contextRef="#ctx0" brushRef="#br0" timeOffset="-142000.78">1539 13912 28 0,'0'0'81'0,"0"0"-2"15,0 0-13-15,0 0 4 0,0 0-12 16,0 0-8-16,0 0-3 0,0 0-9 0,0 0-6 15,0 0 4-15,0 0-3 0,0 0-7 0,0 0-4 16,6 3 3-16,-6-3-7 0,0 0-1 0,0 0 0 16,0 0 13-16,0 0-10 0,0 0-8 0,0 0 7 0,0 0-2 15,0 0 3-15,0 0 0 0,0 0 0 16,0 0-5-16,0 0 4 0,0 0-2 0,0 0-2 16,0 0-9-16,-11 11 5 0,11-11 9 0,0 0-10 15,-7 4 9-15,7-4-6 0,0 0 10 0,0 0 5 16,-9 2-2-16,9-2-1 0,0 0 0 0,-8 5 11 15,8-5-7-15,0 0 2 0,-5 3-2 0,5-3-3 16,0 0 8-16,-8 3-9 0,8-3-3 0,0 0 2 16,0 0 0-16,0 0-5 0,0 0 1 0,-6 4-3 15,6-4 0-15,0 0 0 0,0 0 3 0,0 0 5 16,0 0 8-16,0 0 15 0,0 0-4 0,0 0-3 16,27-7-5-16,-13 3-2 0,2-2 0 0,4-1-6 15,-1 1 4-15,5-6-1 0,3 3-5 0,-5 3 5 16,-3-1-4-16,-3 1 8 0,2-2-11 0,-3 2 1 15,-1 3 3-15,3-4-5 0,-6 3-2 0,3 0-1 16,-5 2-2-16,-2-1 1 0,0-1 1 0,-7 4 2 16,11-2 0-16,-7-1 3 0,-4 3 2 0,8-3 7 15,-8 3 6-15,0 0 9 0,8-1 5 0,-8 1 8 16,0 0-3-16,0 0 4 0,0 0-4 16,0 0-1-16,0 0-6 0,0 0-1 0,0 0-4 0,0 0-3 15,0 0-2-15,0 0-1 0,0 0-9 0,0 0-3 16,0 0 0-16,0 0-4 0,9-1-2 0,-9 1-9 15,0 0 3-15,0 0-1 0,0 0-1 0,0 0-1 16,0 0 2-16,0 0-4 0,0 0 2 0,0 0 0 16,0 0-6-16,0 0 0 0,0 0 0 15,0 0-11-15,0 0 10 0,0 0-3 0,0 0 2 16,0 0 1-16,0 0-5 0,0 0 1 0,0 0 3 16,0 0-3-16,0 0-1 0,0 0-1 0,0 0 2 0,0 0-2 15,0 0 5-15,0 0-8 0,0 0 5 0,0 0 5 16,0 0-10-16,0 0 2 0,0 0 0 0,0 0 4 15,0 0-5-15,0 0 5 0,0 0-3 0,0 0 2 16,0 0-8-16,0 0 10 0,0 0-6 0,0 0 2 16,0 0-1-16,0 0 2 0,0 0-1 0,0 0-4 15,0 0 6-15,0 0-1 0,0 0-3 16,0 0 1-16,0 0 4 0,0 0-5 0,0 0-1 0,0 0-2 16,0 0 3-16,0 0 8 0,0 0-8 0,0 0-2 15,0 0 0-15,0 0 8 0,0 0-5 16,0 0-1-16,0 0 3 0,0 0-2 0,0 0-3 15,0 0 0-15,0 0 5 0,0 0-2 0,0 0 1 16,0 0-1-16,0 0 0 0,0 0-1 0,0 0 1 16,0 0 1-16,0 0-10 0,0 0 15 0,0 0-5 15,0 0-2-15,0 0 1 0,0 0-2 0,0 0 1 0,0 0 4 16,0 0 0-16,0 0 2 0,0 0-5 16,0 0 1-16,0 0-2 0,0 0 1 0,0 0 0 15,0 0 2-15,0 0-4 0,0 0 5 0,0 0-3 16,0 0 1-16,0 0 0 0,0 0-2 0,0 0 1 15,0 0 2-15,0 0-2 0,0 0-5 0,0 0 4 16,0 0 2-16,0 0 1 0,0 0-2 0,0 0 3 16,0 0-6-16,0 0 3 0,0 0 2 0,0 0-1 15,0 0 1-15,0 0-4 0,0 0 5 0,0 0-3 16,0 0-3-16,0 0 0 0,0 0 3 0,0 0 0 16,0 0-1-16,0 0 0 0,0 0 2 0,0 0-3 15,0 0 4-15,0 0-1 0,0 0-1 0,0 0 1 16,0 0-2-16,0 0-2 0,0 0 3 0,0 0-1 15,0 0 3-15,0 0-3 0,0 0 3 0,0 0-3 16,0 0 3-16,0 0-4 0,0 0-1 0,0 0 5 16,0 0 4-16,0 0-8 0,0 0-1 0,0 0 2 15,0 0-4-15,0 0 8 0,0 0-3 0,0 0-1 16,0 0 2-16,0 0-1 0,0 0 0 0,0 0 0 16,0 0 2-16,0 0-2 0,0 0 0 0,0 0-3 15,0 0 6-15,0 0-4 0,0 0 0 0,0 0 2 16,0 0-3-16,0 0 0 0,0 0-3 0,0 0-2 15,0 0-9-15,0 0 2 0,0 0-3 0,0 0-2 16,0 0-5-16,0 0-5 0,0 0-7 0,0 0-8 16,0 0-13-16,0 0-10 0,0 0-19 0,0 0-15 15,0 0-14-15,0 0-20 0,0 0-14 0,0 0-28 16,3-9-36-16,-3 9-149 0,0 0-392 0,0 0 174 16</inkml:trace>
  <inkml:trace contextRef="#ctx0" brushRef="#br0" timeOffset="-141522.63">2689 13250 73 0,'0'0'129'0,"0"0"0"15,0 0-25-15,0 0-12 0,0 0-6 0,0 0-8 16,0 0-15-16,0 0-17 0,0 0-21 0,0 0-20 16,0 0-27-16,0 0-19 0,0 0-14 0,0 0-64 15,0 0-129-15,0 0 58 0</inkml:trace>
  <inkml:trace contextRef="#ctx0" brushRef="#br0" timeOffset="-138014.11">3400 13123 32 0,'0'0'114'0,"0"0"-2"0,13 7-10 0,-13-7-9 0,4 4-10 15,-4-4-9-15,4 7-4 0,-4-7-2 16,5 8-8-16,-4-2 2 0,3-3-12 0,-4-3 1 0,5 8-9 16,-2-2 0-16,-3-6-6 0,3 7-3 15,-3-7-9-15,2 7 4 0,-2-7-4 0,2 6 3 0,-2-6-2 16,4 7 2-16,-4-7-4 0,1 9 4 0,-1-9 3 15,2 6 1-15,-2-6-22 0,1 7 2 16,-1-7 4-16,0 0 4 0,0 9-8 0,0-9 4 16,0 0-8-16,0 0 3 0,1 7 0 0,-1-7-2 15,0 0 4-15,0 0-1 0,0 0-2 0,0 0 8 16,2 8 0-16,-2-8 0 0,0 0 1 0,0 0 1 16,0 0 2-16,0 0-2 0,0 0-4 0,0 0 1 0,0 0-3 15,0 0 1-15,0 0-2 0,0 0 1 16,0 0-6-16,0 0 0 0,0 0 2 0,0 0-1 0,0 0 0 15,0 0-13-15,0 0 2 0,0 0-5 0,0 0 1 16,0 0-5-16,0 0 0 0,0 0 2 0,0 0-9 16,0 0 2-16,0 0 0 0,0 0-7 15,0 0 9-15,0 0 7 0,-6-27-4 0,6 27 1 0,-2-9-1 16,2 9 9-16,-3-11 0 0,2 4 4 0,1 7 9 16,-3-11-9-16,3 11 13 0,-2-9-8 15,2 9 16-15,-3-10 2 0,3 10 5 0,-5-6 1 16,5 6-3-16,0 0-3 0,-1-10 1 0,1 10 0 15,0 0-5-15,0 0-6 0,0 0 0 0,0 0-7 16,0-8-4-16,0 8 8 0,0 0-4 0,0 0-1 0,0 0 5 16,0 0-8-16,0 0-2 0,0 0-2 0,0 0 1 15,8 26-2-15,-7-18 6 0,1 0 0 0,1-1-13 16,-3 1 6-16,3 1 0 0,-1 0-2 0,-1-3 1 16,1 2 6-16,0-3-2 0,-2-5-2 0,3 12 1 15,-2-8 2-15,-1-4 1 0,1 8 0 0,-1-8 3 16,0 0 0-16,2 9 2 0,-2-9-2 0,0 0-1 15,0 0-3-15,1 5 0 0,-1-5-2 0,0 0 2 16,0 0 2-16,7 4 1 0,-7-4-5 16,13-4-17-16,0 1-33 0,8-6-33 0,9-5-40 15,6 1-36-15,13-6-91 0,0-6-273 0,3-2 121 0</inkml:trace>
  <inkml:trace contextRef="#ctx0" brushRef="#br0" timeOffset="-135313.34">2543 14089 42 0,'-32'11'83'0,"-1"3"-11"0,-2 0-3 15,1-2-5-15,-4 1-4 0,1 0-5 0,-12 0 32 16,-4 1 3-16,3 0-7 0,12-5-7 0,-13 0-5 16,-3 2-6-16,3-2-3 0,0 0-3 0,-1-2-4 15,14-1 0-15,-16-1 2 0,3 0-1 0,11-2 1 16,-10-1-4-16,-2-2 5 0,14 0-1 0,-3-2-1 16,3 1-27-16,-2-3 4 0,1-2 2 0,1-1-2 15,0 2 1-15,2-4 7 0,1 4 5 0,3-6-2 16,1 1 2-16,1-1-9 0,1-2 2 0,2-2-7 15,0 1 5-15,4-3 1 0,5-1-1 0,-4 1-1 16,9 1-5-16,-3-8-7 0,3 3 0 0,3-4-4 16,3 1-1-16,1-4-10 0,2-5-1 15,4-2-5-15,6-14-5 0,5 0-9 0,3-2 0 0,4 0 0 16,2 2-1-16,7-1 3 0,6 1-8 0,12-23 5 16,-8 24-10-16,-1 0 3 0,20-24-1 0,-16 26-3 15,14-17-10-15,-13 18-1 0,25-15-1 0,-20 18 0 16,24-17 2-16,-20 19-5 0,23-19-2 0,0 6-1 15,6 2-2-15,-5 6 1 0,4 0 3 0,-21 15-3 16,25-12 2-16,1 6 16 0,3 4-1 16,1-2 2-16,-25 15 13 0,30-5-11 0,0 1 14 0,0 2-9 15,0 8 5-15,-28 5 12 0,28-1-6 0,-27 6 2 16,1 3-5-16,-1 1 6 0,-3 6 1 0,0 3-5 16,-3 2 8-16,-5 4-1 0,-1 4-1 0,-6 4-12 15,-3 1 5-15,-2 3 0 0,-5 3-9 16,-10-3 6-16,2 8 2 0,-2 3-5 0,-12-6 3 0,4 11-2 15,-7-11 3-15,1 14 10 0,-6 2-15 16,0 2 8-16,-5 1 1 0,0 0 5 0,-4-3-15 16,-4 1 3-16,-2-1 6 0,-3 1 5 0,-3-2-3 15,-4 0 1-15,-1-2-2 0,-10 0 2 0,3 0-2 16,-6-3 1-16,-5-1 1 0,-3 0 4 0,0 0-4 16,-3-1 0-16,-3 1 4 0,-5-6-6 0,-19 18 10 15,17-18 2-15,-22 10-10 0,22-14 1 0,-4-2-20 16,-22 11-7-16,20-15-22 0,0 1-25 0,-1 0-8 15,0-4-83-15,1 1-182 0,3-3 81 0</inkml:trace>
  <inkml:trace contextRef="#ctx0" brushRef="#br0" timeOffset="-120390.72">9795 10830 18 0,'0'0'80'16,"-2"-6"-5"-16,2 6 5 0,0 0-14 0,-4-8-5 16,4 8-2-16,-3-7-7 0,3 7 1 0,0 0 5 15,-2-6-5-15,2 6 1 0,0 0-6 0,0 0-12 0,-4-7 7 16,4 7 1-16,0 0-4 0,0 0-3 16,-5-6-2-16,5 6 6 0,0 0-4 0,0 0-5 15,0 0-10-15,0 0 4 0,-4-9-2 0,4 9-13 0,0 0 10 16,0 0 0-16,0 0-7 0,0 0-5 15,0 0 4-15,0 0 4 0,0 0-10 0,0 0 0 16,0 0-3-16,0 0 4 0,0 0 4 0,0 0-2 16,0 0-7-16,0 0 6 0,0 0-8 0,0 0 4 0,0 0-4 15,0 0 3-15,0 0 1 0,0 0-6 16,0 0 3-16,0 0 6 0,0 0 0 0,0 0 1 0,0 0 8 16,0 0-11-16,0 0 0 0,0 0 6 0,0 0 0 15,0 0-3-15,0 0-3 0,0 0-6 0,0 0-4 16,0 0 8-16,0 0 1 0,0 0-5 0,0 0 3 15,0 0 8-15,0 0-7 0,0 0-5 0,0 0 3 16,0 0-3-16,0 0 2 0,0 0-2 0,8 23-3 16,-8-23 12-16,0 10-4 0,0-10-3 0,0 10-2 15,1-2-1-15,-1-8-2 0,1 8 2 0,-1-8 5 16,0 12-4-16,0-6 11 0,0-6-1 0,2 13-5 16,-2-7 5-16,0-6 3 0,1 13 2 0,0-7 5 15,0 3-1-15,-1-1 0 0,2-1-2 0,0 2-2 16,-2 1-3-16,2-3 1 0,-2 1-3 0,1 2 0 15,0-2-1-15,0 2 1 0,3-1-2 0,-2 1-1 16,-1 0-1-16,0-1 1 0,-1 0-5 0,1 1 4 16,1 1 2-16,0 0 0 0,1 0 5 0,-2-1-1 15,1 0-2-15,0-1-3 0,0 3 6 0,1-3-9 16,-3 1 6-16,1-1 1 0,1 1-6 0,0-2-1 0,-2 2 3 16,1-3-4-16,-1-7 5 0,2 14-1 15,-1-6 4-15,-1 1-7 0,3-2 3 0,-3 2 2 16,1-1 0-16,0 4 7 0,-1-5 2 0,0 3-7 15,0-2 7-15,0 1-6 0,0 0 3 0,0 1-3 0,-1-1 1 16,2 3-2-16,-2-4-5 0,1 0 3 0,0-8 0 16,0 14-1-16,-1-3-3 0,1-2-1 15,-2-1 3-15,1 0-9 0,0 3 9 0,1 2-6 16,0-4 7-16,-2 3-5 0,1-1 4 0,0-1-5 16,0 1-2-16,1 1 8 0,-3 1 2 0,2-3 5 0,1 5-6 15,-2-3-5-15,0-1 2 0,2 2 2 0,-2-1-3 16,2-2 7-16,-1 4-4 0,0-2 1 15,0 1 1-15,1 0 0 0,-3-1 3 0,1 3 0 0,0-3 0 16,0 4-2-16,1-3-2 0,-1-1 2 0,2 1-3 16,-1-2 3-16,0 1-5 0,-1 1 3 15,2-3-2-15,-1 3 0 0,0-2-3 0,0 2 4 0,1-1 6 16,-2 1 11-16,2-2-6 0,-1 0 1 0,1 0-2 16,0 0 2-16,-1 1-2 0,1-2-4 0,0 3-1 15,-2-2 1-15,4-1-1 0,-1 1-3 0,-1 0 1 16,0 0-1-16,0-2-4 0,0 3 3 0,1-2-2 15,-1-1 1-15,2 2 0 0,-2 0-1 0,0-1 2 16,0 0-5-16,1 0 2 0,-1-1 2 0,0 2-4 16,0-1 2-16,0 0 0 0,0 0-2 0,-1-1 0 15,1 1-2-15,0 1 2 0,0-1-3 0,0 0 3 16,1 2-2-16,-2-2 3 0,1-3-5 0,1 3 0 16,-1 1 0-16,1-2 3 0,-2 3-2 0,1-2 3 15,0 0 2-15,0-2-2 0,1 2-3 0,-1 1 3 16,0-2-2-16,0 2 3 0,0-3-3 0,0 3-1 15,0-2 0-15,0 1 2 0,0-1 1 0,0 1-5 16,0 0 4-16,0-1-4 0,1 0 1 0,1 1 2 16,-1 0-2-16,-1 0 3 0,0 1-4 0,0 0 5 15,0-2-4-15,-1 2 2 0,2-1-2 0,-1 2 0 16,0-2 3-16,0 2 1 0,0 1-4 0,3-2 0 16,-3-1 0-16,0 1 1 0,0 0 0 0,0-1 0 0,1 0 1 15,0 2 0-15,-1-2 2 0,0-1 0 0,1 4 1 16,-1-2-6-16,2-1 3 0,-1 1-3 15,0 0 4-15,2-1-4 0,-2 1 3 0,-1 1-2 16,-1-1 4-16,2-1-4 0,-2-1-1 0,1 1 3 16,1 0-1-16,-1 0 1 0,-1 1 0 0,1 0 1 15,0-1-2-15,0-1-1 0,0 2 1 0,-3-1 2 16,3 2-4-16,-1-3 3 0,0 2-1 0,2-2 0 16,-1 2 0-16,-1-2-2 0,1 1 2 0,0-1 0 15,0 0 0-15,-3 1 2 0,4-2-1 0,-2 3 1 0,0-1-4 16,1 0 2-16,-1 1-3 0,1 1 3 15,0-1 0-15,0 0 1 0,-2-1 0 0,4 0 0 16,-4 4 0-16,2-5-3 0,-1 3 2 0,1-1-2 16,-1-2 2-16,2 0 1 0,-1 1-2 0,0 0 2 15,-1-1-1-15,1 1-1 0,1 1 0 0,-4-1-1 0,3 2 4 16,2-2-1-16,-4 0 1 0,2 1 1 0,-1-1-1 16,1-1-1-16,0 0-1 0,-1-1 5 15,1-8-8-15,0 16 5 0,-1-7-1 0,2 0-1 16,-2-2 1-16,1-7-2 0,0 17-1 0,-2-9 3 15,2 0-1-15,-1 0-1 0,1 2 2 0,0-2 0 0,-1 2-3 16,1-1 5-16,-2 1-2 0,1-2 1 0,1-8-3 16,-1 14 3-16,0-4 1 0,-1-3-2 15,2 3 2-15,0-10 0 0,-2 14-1 0,-1-6-2 16,2-2-1-16,1-6 2 0,-1 13-4 0,-1-7 4 16,2-6 1-16,-1 13-17 0,1-7 3 0,0-6 3 0,-2 13-5 15,2-13 5-15,-2 11-2 0,1-7 0 16,1-4 2-16,0 11 2 0,0-11 2 0,0 14 1 15,0-8-1-15,0-6 2 0,-1 16-2 0,-1-11 1 16,2-5 0-16,0 14 2 0,-1-9-1 0,1 4 0 0,0-9 2 16,0 12 0-16,0-12-1 0,0 11 1 0,-1-6-2 15,1-5 1-15,0 14 1 0,-1-7 4 16,2 0-5-16,-1-7 1 0,1 15 0 0,-1-8-1 16,0-7-3-16,0 13 4 0,0-7 3 0,1 2-4 0,1-1 1 15,-2-7 3-15,0 16-3 0,0-6 3 0,1-2-2 16,-1 1-1-16,-1 1 6 0,1-1-6 0,1-1-1 15,-1 0 3-15,0-8 4 0,1 13-4 0,-2-3-2 16,1-2 0-16,1 0 1 0,-1 1 1 16,0 1-4-16,0-4 3 0,0 3 1 0,0-9-2 0,0 14 4 15,0-7-3-15,0-1 0 0,0-6 3 0,2 16-3 16,-2-9 0-16,1-1 0 0,-1-6-3 0,-1 13 2 16,2-7 1-16,-1-6-2 0,-1 13 2 0,1-5 1 15,0-8 2-15,0 12-4 0,0-3 3 0,0-9-1 16,-2 12 0-16,2-4 1 0,0-8-5 0,0 14 1 15,0-7 2-15,0-7 1 0,0 12 1 0,0-4 0 16,0-8-2-16,0 11 3 0,0-4-6 0,0-7 2 16,0 12 3-16,0-5-3 0,0-7 1 15,0 13-3-15,0-6 3 0,0-7-2 0,-1 16 4 0,1-7 0 16,-1 0-2-16,1-2 4 0,0-7-6 0,-3 14 4 16,3-8-4-16,0-6 4 0,-1 12-2 0,1-12-3 15,-1 13 3-15,1-7 0 0,0-6-1 0,0 13 2 16,0-6-3-16,0-7 4 0,-2 15-8 0,2-9 9 15,-1 1-1-15,1-7-1 0,0 15-3 0,-3-8 2 16,3 0 0-16,-2 0 1 0,2-7-4 0,0 14 1 16,-1-6 5-16,-1-1-3 0,2-7 0 0,-3 14 0 15,1-8-2-15,2-6 4 0,-1 13-1 16,0-7-2-16,0 2 4 0,-1-1-4 0,2-7 2 16,0 12-2-16,0-4 2 0,0-8 3 0,0 10-10 15,-2-6 5-15,2-4 0 0,-2 8 0 0,2-8-3 0,0 0 5 16,-1 11-2-16,1-11 2 0,0 0-2 0,0 0 4 15,1 9-4-15,-1-9 2 0,0 0 4 0,0 0-7 16,0 0 3-16,0 9-3 0,0-9 1 0,0 0-14 16,2 8-23-16,-2-8-34 0,0 9-35 0,0-9-51 15,-2 9-189-15,-2-3-375 0,1 3 167 0</inkml:trace>
  <inkml:trace contextRef="#ctx0" brushRef="#br0" timeOffset="-104841.1">9816 10935 77 0,'0'0'94'0,"0"0"-12"0,0 0-6 16,0 0-4-16,0 0-9 0,0 0-10 0,0 0 0 16,0 0-20-16,0 0-15 0,0 0-26 0,0 0-18 0,0 0-18 15,0 0-7-15,0 0-31 0,0 0-90 16,0 0 40-16</inkml:trace>
  <inkml:trace contextRef="#ctx0" brushRef="#br0" timeOffset="-100961.95">12327 14902 42 0,'0'0'101'0,"0"0"-23"0,0 0 4 0,0 0-22 16,0 0 2-16,0 0-2 0,0 0-22 0,0 0-24 15,0 0-25-15,-7-17-23 0,7 17-48 0,0 0-90 16,0 0 40-16</inkml:trace>
  <inkml:trace contextRef="#ctx0" brushRef="#br0" timeOffset="-81136.24">9570 14602 1 0,'0'0'51'0,"0"0"-7"16,0 0 1-16,0 0 4 0,0 0-6 0,0 0-2 15,0 0-5-15,0 0-3 0,0 0-4 0,0 0-1 16,13 3-6-16,-13-3 0 0,0 0-5 0,0 0 1 16,0 0-7-16,0 0-8 0,9 0-7 0,-9 0-7 15,0 0-14-15,6-5-51 0,-6 5-82 0,0 0 36 16</inkml:trace>
  <inkml:trace contextRef="#ctx0" brushRef="#br0" timeOffset="-78723.25">6553 10746 23 0,'3'-11'29'0,"-3"11"0"0,0 0-1 0,0 0 2 0,5-8-12 16,-5 8-5-16,0 0-9 0,5-6 4 0,-5 6-21 15,0 0-16-15,0 0-30 0,8-4 14 0</inkml:trace>
  <inkml:trace contextRef="#ctx0" brushRef="#br0" timeOffset="-58807.58">12866 11179 29 0,'-2'-4'202'0,"2"4"-7"0,-8-10-10 16,4 5-14-16,0-1-5 0,-1 2-5 0,5 4-7 15,-10-11-8-15,5 5 7 0,0 2-8 0,5 4-11 16,-9-7-11-16,5 2-3 0,-1 2-15 0,5 3-6 16,-8-7-8-16,8 7-7 0,-6-4 0 0,6 4-13 15,-6-4-9-15,6 4-5 0,0 0-5 0,0 0-6 16,-5-5-7-16,5 5-2 0,0 0-5 0,0 0-5 15,0 0-10-15,0 0-10 0,12-8-9 0,1 5-6 16,-2 0-9-16,6 0-3 0,2-2-5 0,-1 1-8 16,5-1-13-16,-6 1-14 0,2 1-18 0,-2 0-17 15,-5 1-15-15,1 0-16 0,-4 2-8 0,-1 0-8 16,-8 0-9-16,12-3 3 0,-12 3-3 0,9 0 16 16,-9 0 5-16,0 0 13 0,10 0 9 0,-10 0 22 15,0 0 10-15,0 0 12 0,0 0 16 0,0 0 9 16,0 0 11-16,0 0 16 0,0 0 9 0,0 0 9 15,0 0 7-15,0 0-1 0,-27 4 18 0,27-4-12 16,0 0-7-16,-7 4-3 0,7-4 7 0,-7 5 1 16,5 1 21-16,-1 2 4 0,1 0-1 0,0 3 9 15,0-2 1-15,0 4-15 0,-1 3 10 0,1 0 10 16,0-3 1-16,0-1-10 0,2 2-2 0,-2 1-1 16,0 0-6-16,2-3-5 0,-4 1-1 0,4-3-1 15,0 2-6-15,0-1 1 0,-2 1-1 0,0 0 2 16,2-2-5-16,-2-2-6 0,0 3 1 0,0-1-6 15,-3-2 3-15,3-2-2 0,0 2-15 0,-2-4 8 16,-1 2 5-16,0-2-4 0,-1 0-6 0,1 0 3 16,5-4 4-16,-11 6-4 0,6-5 0 0,5-1-2 15,-9 1 1-15,9-1 5 0,0 0 2 0,-13 2-4 16,13-2-1-16,0 0-2 0,-6 1-1 0,6-1 3 16,0 0 4-16,0 0-14 0,0 0-4 0,0 0-3 15,0 0-7-15,0 0-4 0,0 0-13 0,0 0-3 0,19-10-14 16,-7 7-9-16,-1 3-18 0,0-3-10 15,3 0-5-15,-1 0-10 0,1 1-92 0,-1-1-215 0,0 0 95 16</inkml:trace>
  <inkml:trace contextRef="#ctx0" brushRef="#br0" timeOffset="-58583.93">13113 11254 77 0,'4'-8'131'0,"-4"8"-4"0,1-7 5 0,-1 7 12 15,4-8-12-15,-4 8-5 0,0 0-15 0,0-7-10 16,0 7-14-16,0 0-11 0,0 0 2 0,0 0 13 15,0 0 2-15,0 0 0 0,0 0-8 16,0 25-3-16,-2-14-3 0,0 0-10 0,2 0-2 0,-1 1-11 16,1-2-4-16,-2 3-5 0,0-3-9 0,2 2-7 15,0-1 6-15,0-2-9 0,-2-1-22 0,4 1-18 16,-2 0-20-16,0-2-26 0,0-7-20 0,0 9-8 16,0-9-20-16,0 9-10 0,0-9-1 0,0 0 7 15,0 9-2-15,0-9-9 0,0 0-1 0,0 0-86 16,0 0-224-16,0 0 99 0</inkml:trace>
  <inkml:trace contextRef="#ctx0" brushRef="#br0" timeOffset="-58278.11">13113 11419 680 0,'-18'-20'-48'0,"18"13"21"0,-2-3 12 0,0 0 9 16,2-4 2-16,2 2-1 0,0-6 21 0,0 1 1 16,0 0 15-16,2 0-2 0,2 0 1 0,2 0-1 15,-3 3 25-15,3 3 3 0,-2 1 4 0,-2 2 2 16,1 2-6-16,-1 0-12 0,-2 3-6 0,-2 3-1 16,9-6-1-16,-9 6-13 0,9-2 0 0,-9 2-2 15,9 1 4-15,-9-1 3 0,11 7 0 0,-5-4-7 16,-2 2-2-16,2 0 2 0,-3 4-3 0,1-3-2 15,-2 3-3-15,2 0 0 0,-4 1 0 0,2-1 0 16,-2 3-4-16,0-2 3 0,1 0-3 0,-1 0-2 16,0 1-1-16,2-3-9 0,0 2-11 0,1-4-7 15,-1 2 8-15,0-3-3 0,3 1-1 0,-1-1 4 16,2 2 1-16,-1-4 1 0,-1 1 0 0,-4-4 1 16,8 10-3-16,-6-7-14 0,-2-3 15 0,4 5 13 15,-4-5 17-15,0 0 9 0,0 8 10 0,0-8 1 16,0 0-5-16,0 0 8 0,-6 13-9 0,1-10-5 15,-2 1-3-15,3-1-11 0,-3 5-12 0,-2-3-24 16,0-2-23-16,2 2-21 0,1 0-30 0,-1-2-26 16,0 3-108-16,0-2-249 0,1 0 110 0</inkml:trace>
  <inkml:trace contextRef="#ctx0" brushRef="#br0" timeOffset="-58119.26">13346 11240 16 0,'8'-4'115'15,"0"-1"-12"-15,-3 3-8 0,3-1-22 0,2 1-20 16,-10 2-27-16,15-1-26 0,-8 1-23 0,-7 0-54 0,14 1-82 16,-14-1 36-16</inkml:trace>
  <inkml:trace contextRef="#ctx0" brushRef="#br0" timeOffset="-57961.91">13389 11290 105 0,'0'0'154'0,"-6"4"-11"0,6-4-1 0,0 0-5 16,-5 4-5-16,5-4-9 0,0 0-7 15,0 0-14-15,0 0-9 0,0 0-9 0,0 0-9 16,0 0-15-16,0 0-19 0,0 0-20 0,0 0-18 16,0 0-18-16,0 0-18 0,0 0-48 0,20 6-15 0,-11-9-29 15,5 3-73-15,-3-3-213 0,7-4 96 0</inkml:trace>
  <inkml:trace contextRef="#ctx0" brushRef="#br0" timeOffset="-57413.6">13632 11113 164 0,'0'-8'189'0,"0"8"0"0,2-11 0 0,-2 11-7 0,0-9-4 16,0 9-16-16,0 0-11 0,0-10-17 0,0 10-14 16,0 0-13-16,0 0-4 0,0 0-2 0,0 0 0 15,0 0-10-15,-16 19-3 0,12-12-1 0,1 5-10 16,-3-3-9-16,2 1-10 0,1 1-1 0,0-2-1 15,1 1-10-15,0 0-5 0,2 1-7 0,2-1-4 16,0 0-5-16,1-3-35 0,0 1-21 0,1 1-32 16,0-1-10-16,1-2-18 0,3 2-20 0,-3-2-14 15,5 1-6-15,-4-4-2 0,1 1-10 0,1-1 6 16,4 0 3-16,-3-3 14 0,-1 0 10 0,-8 0 17 16,15-2 7-16,-7 0 11 0,-3-4 13 15,2 5 12-15,-2-4 8 0,1-1 20 0,-4-1 19 0,2 0 19 16,-1-1 3-16,-3 1 10 0,0 7 10 0,4-14 22 15,-4 9 18-15,0 5 14 0,0-10 10 0,0 10 6 16,0-8 0-16,0 8-4 0,2-8-6 0,-2 8-8 16,0 0-7-16,0 0-2 0,0 0-15 0,0 0 0 15,0 0-7-15,0 0 3 0,0 0-7 0,0 0-6 16,0 0-6-16,0 0-1 0,-13 18-7 0,13-18-1 16,-2 10-5-16,2-10-2 0,2 8-4 0,-2-8 0 15,0 9-4-15,0-9-3 0,5 8 0 0,-1-4-1 16,-4-4-2-16,10 5 1 0,-4-3-4 0,-6-2 1 15,13 0-1-15,-6 0 2 0,-7 0-1 0,16-2 2 16,-10 1-1-16,-6 1-1 0,14-7 0 0,-7 5 0 16,-1-3-3-16,-1 1 0 0,-5 4-1 0,10-10 0 0,-8 5 0 15,0-2-4-15,0 0-1 0,2-3 0 16,-4 3 1-16,3-2 1 0,-6-1 0 0,3 0 1 16,0 10-6-16,-2-15 10 0,0 7-7 0,2 8 1 15,-2-11-3-15,2 5 2 0,0 6-4 0,-3-8 0 16,3 8-10-16,-5-7-12 0,5 7-17 0,0 0-18 15,0 0-31-15,-4-9-36 0,4 9-33 0,0 0-16 16,0 0-14-16,0 0-19 0,0 0-122 0,-13 14-354 16,11-10 157-16</inkml:trace>
  <inkml:trace contextRef="#ctx0" brushRef="#br0" timeOffset="-56674.78">14005 11071 126 0,'0'0'225'0,"-7"-4"-13"0,7 4-10 0,-12 0-13 16,12 0-13-16,-15 5-14 0,6 0-16 0,2-1-14 0,1 3-13 15,-1 0-8-15,2 2-14 0,0 0-6 0,3 0-12 16,-4 1-8-16,4 1-7 0,1-1-8 0,-1-1-5 15,2 1-1-15,2-3-8 0,-1 1-3 16,0-1-11-16,0 0-3 0,1-1-10 0,2 0-1 0,-2-1-12 16,4 0-1-16,-6-5-6 0,8 7-1 0,-5-4-4 15,-3-3 0-15,8 6-1 0,-8-6 1 0,5 1 1 16,-5-1 1-16,0 0 0 0,0 0 1 16,12-8-4-16,-12 8 9 0,4-9-1 0,-2 4-4 0,-2 5 5 15,4-11-6-15,-2 4 1 0,-1 1 2 0,-1 6 0 16,4-17 2-16,-2 11-1 0,0-1 3 0,1 1 0 15,0-1 0-15,-3 7 0 0,4-11-4 0,-4 6 3 16,0 5 2-16,4-7-8 0,-4 7 1 0,0 0-1 16,2-7 3-16,-2 7 2 0,0 0-4 0,0 0 3 15,0 0-1-15,9-2 1 0,-9 2 8 0,0 0-8 16,0 0-1-16,12 5 2 0,-12-5-2 0,7 5-7 16,-7-5-2-16,8 4 0 0,-8-4 3 0,7 4 0 15,-7-4 0-15,7 4 0 0,-7-4-1 0,5 2-2 16,-5-2 2-16,0 0-2 0,6 6-1 0,-6-6-1 15,0 0 1-15,7 2 8 0,-7-2-6 0,0 0 4 16,0 0 5-16,0 0-4 0,14-2 2 0,-14 2 1 16,9-2 2-16,-9 2-1 0,8-2 2 0,-8 2 1 15,0 0 2-15,9 0-1 0,-9 0-1 0,11-2-2 16,-11 2-10-16,9-2 13 0,-9 2 0 0,9-2-1 16,-9 2 4-16,10-3-4 0,-10 3 2 0,9-3 1 15,-9 3 3-15,8-3-2 0,-8 3 7 0,6-4 3 0,-6 4-4 16,4-5 4-16,-4 5-2 0,0 0 0 15,4-11-1-15,-4 6 0 0,0 5 1 0,4-11 6 16,-3 3 14-16,-1 8 10 0,1-11 1 0,-1 11-3 16,0-14-3-16,0 8-3 0,0 6-2 0,1-13 9 15,-2 6 2-15,1 7-5 0,0 0-3 0,-1-13-9 16,1 13 0-16,0 0-10 0,1-7-4 0,-1 7-5 16,0 0 2-16,0 0-1 0,0 0 4 0,0 0 2 15,3 24 0-15,-3-12-2 0,0 2 1 0,0 3-3 0,0-2-1 16,0 2-13-16,-2 1-15 0,1-1-34 0,0-2-37 15,0-1-39-15,1-1-36 0,-2-1-29 16,0-1-155-16,2-1-378 0,-4-1 168 0</inkml:trace>
  <inkml:trace contextRef="#ctx0" brushRef="#br0" timeOffset="-56523.28">14231 11046 191 0,'1'-6'209'0,"-1"6"-11"15,2-10-19-15,-2 10-19 0,1-7-21 0,-1 7-13 16,0 0-24-16,0 0-39 0,1-9-35 0,-1 9-13 16,0 0-27-16,0 0-32 0,0 0-49 0,0 0-118 15,6 23-227-15,-3-15 101 0</inkml:trace>
  <inkml:trace contextRef="#ctx0" brushRef="#br0" timeOffset="-53975.19">9735 10792 36 0,'0'0'59'0,"0"0"-5"0,-2-7-1 0,2 7-7 15,0 0-2-15,0 0-1 0,0 0-2 0,0 0 6 16,-3-8-9-16,3 8 2 0,0 0-6 0,0 0 2 15,0 0 1-15,-1-10-17 0,1 10 13 0,0 0 2 16,0 0-1-16,-1-8 1 0,1 8 10 0,0 0-11 16,0 0-4-16,0 0 9 0,0 0 0 0,-2-8-4 15,2 8-6-15,0 0 3 0,0 0 0 0,0 0-3 16,0 0-7-16,0 0-1 0,0 0-1 0,0 0 1 16,0 0-4-16,0 0-7 0,0 0 4 0,0 0-4 15,0 0 4-15,0 0-8 0,0 0 3 0,0 0-14 16,0 0 3-16,0 0-6 0,0-9 5 0,0 9-1 15,0 0-4-15,0 0-3 0,0 0 6 0,0 0-6 16,0 0 5-16,0 0-2 0,0 0 4 0,0 0-3 0,0 0 5 16,0 0-5-16,0 0 2 0,4-6-1 15,-4 6 0-15,0 0-1 0,0 0 9 0,1-9-4 16,-1 9 4-16,0 0-13 0,4-6 14 0,-4 6-4 16,0 0 7-16,0 0-12 0,2-8 3 0,-2 8 3 0,0 0 6 15,2-9-3-15,-2 9-3 0,0 0 3 16,3-5-2-16,-3 5-5 0,0 0 4 0,0 0 2 15,0 0 8-15,1-9-5 0,-1 9 2 0,0 0 5 0,0 0 5 16,0 0-14-16,0 0 5 0,0 0-10 0,0 0 2 16,0 0-5-16,0 0 8 0,0 0-4 15,0 0-1-15,0 0 1 0,0 0 7 0,5 20-8 0,-4-10 21 16,-1 0 5-16,0 2-4 0,0 0-7 0,-1-1 4 16,1 1 5-16,0-1-8 0,0 2 6 0,0-1-3 15,-2-1 1-15,2 2-4 0,0-1-1 0,0-2 3 16,2 0 1-16,-2-1-10 0,-2 3 0 15,2-6 6-15,0-6-4 0,0 14-4 0,0-14 2 0,0 10-4 16,0-10 2-16,2 9-3 0,-2-9 2 0,0 7 5 16,0-7-6-16,0 0 3 0,0 0 1 0,0 9-2 15,0-9-4-15,0 0-13 0,0 0 16 16,0 0 0-16,0 0 4 0,0 0-8 0,0 0 1 0,0 8-9 16,0-8 5-16,0 0 6 0,0 0-10 0,0 0 3 15,0 0-5-15,0 0 1 0,0 0 5 0,0 0-3 16,0 0 6-16,0 0 5 0,0 0-7 0,0 0-1 15,0 0 9-15,0 0-3 0,0 0-1 0,0 0 2 16,0 0-2-16,0 0-8 0,0 0 9 0,0 0-7 16,0 0 1-16,0 0 8 0,0 0-8 0,0 0 7 15,0 0-6-15,0-27-1 0,0 27-4 0,1-12 6 16,-1 12 3-16,2-11-9 0,-2 3 1 0,0 8 9 16,1-13-9-16,0 3 4 0,0 0-4 0,-1 3 0 15,2-2 3-15,-2 0-7 0,0 9 2 0,1-16 14 16,-1 9-10-16,0 0 2 0,1-3 10 0,1 4-12 15,-2 6 1-15,0-16-4 0,0 16 4 0,0-10-2 16,0 10 0-16,1-9 5 0,-1 9-2 0,0-7 0 16,0 7-5-16,0 0 4 0,0 0-5 0,0 0 3 15,4-7-1-15,-4 7 6 0,0 0 0 0,0 0-11 0,0 0 5 16,1 29 7-16,0-20 19 0,-1 3-12 16,-1 1 7-16,0 3-7 0,-1-1-5 0,2 1 7 15,0-4-5-15,-1 0 0 0,1 0 1 0,0-3-4 16,-1 4 1-16,1-5 10 0,0 0-15 0,0-1 6 0,-1 1-4 15,1-8 6-15,0 12-2 0,0-12 1 0,0 11-3 16,0-11 1-16,0 8-3 0,0-8 9 16,-2 7-1-16,2-7-4 0,0 0-2 0,0 0-1 15,-1 8-4-15,1-8 0 0,0 0-1 0,0 0 1 0,0 0-2 16,0 0-6-16,0 0 2 0,-1 9-10 0,1-9-27 16,0 0-14-16,0 0-23 0,0 0-19 0,0 0-98 15,0 0-214-15,0 0 94 0</inkml:trace>
  <inkml:trace contextRef="#ctx0" brushRef="#br0" timeOffset="-53804.89">9780 10926 11 0,'0'0'54'15,"0"0"-15"-15,0 0-24 0,0 0-19 0,0 0-16 16,0 0-21-16,0 0 10 0</inkml:trace>
  <inkml:trace contextRef="#ctx0" brushRef="#br0" timeOffset="-52902.71">6470 8065 23 0,'0'0'62'0,"0"0"4"0,0 0-12 15,0 0-5-15,0 0-8 0,0 0-11 0,0 0-11 16,0 0-12-16,0 0-12 0,0 0-12 0,0 0-8 16,0 0-26-16,0 0-55 0,0 0 24 0</inkml:trace>
  <inkml:trace contextRef="#ctx0" brushRef="#br0" timeOffset="-38707.23">31038 3588 5 0,'0'0'-2'0,"4"22"0"0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0T08:49:18.0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19063 14370 35 0,'-10'-1'43'0,"10"1"-3"15,-18-3-9-15,10 3 2 0,-4-3-5 0,4 3-1 16,8 0 1-16,-15-2-1 0,7 1-6 0,8 1 1 16,-12-3-6-16,6 2 1 0,6 1 3 0,-14-2-5 15,14 2 5-15,-10-1-4 0,10 1-3 0,-8-2 0 16,8 2-3-16,0 0 6 0,-11-1-9 0,11 1 0 15,0 0 0-15,0 0 0 0,0 0 4 0,0 0-9 16,0 0 1-16,0 0 7 0,0 0-4 0,0 0-3 16,0 0 3-16,32 6-2 0,-18-5 2 0,-1-1 5 15,7 2-3-15,-1-2 2 0,0 1-1 0,11-2 5 16,-1-1-3-16,2 2-3 0,-1-1 7 0,2 2 6 16,0-2-6-16,3 1-1 0,-2 1-2 0,-1-2 4 15,2 2 2-15,2-1-2 0,0 0-4 0,-3-1 4 16,4 2-2-16,-1 2-6 0,1-2 3 0,-1 0 4 15,2-1-10-15,1 0 8 0,-1 2 1 0,1-2 13 16,-1 0-15-16,1 0 0 0,12 2 0 0,-12-2 3 16,-2 3 1-16,1-2-1 0,-2-2-3 0,2 2 3 15,-2-1 1-15,1 2 1 0,14-1 2 0,-15-1-4 16,1 0-10-16,3-1 7 0,-5 1 3 0,5 1-4 16,11-4-4-16,-14 2 7 0,3 1-3 0,11-3-3 15,-14 3 8-15,14 0-6 0,-15-2 3 0,1 0 5 16,0 2-7-16,3-2 5 0,-2 1-2 0,0 1-3 15,1-2 1-15,0-1 0 0,11-1 1 0,-10 1-1 16,-1 3-2-16,11-3 5 0,-12 2 0 0,1-2-2 16,-1 2-4-16,3-4 2 0,9 2 4 0,-12 0-6 15,2 1 4-15,-2-1-6 0,-1 1 8 0,1-1-1 16,0 2 1-16,-1-3 0 0,0 2-3 0,-1 0 5 0,0-2-2 16,-1 3-6-16,1-2-1 0,1 1 8 0,-2 1-5 15,-2-2 1-15,1 0-8 0,0 2 2 16,-2-1 7-16,1 1-1 0,0-1 2 0,-1 0-7 15,1-2 4-15,-2 4-3 0,-3-1-3 0,0 1 4 0,2-2-1 16,-1 2 3-16,0 0-1 0,-1 0-2 16,0-1-2-16,-6 1-3 0,5 0 0 0,-8-1 5 15,9-1-4-15,-7 2 3 0,0-3-5 0,1 2-2 16,0 1 3-16,-2-1-2 0,7-1 11 0,-5 2-8 16,0-2-6-16,-2 4 2 0,-1-4 3 0,0 0-3 15,1 4 0-15,0-4 3 0,-1 4-6 0,-1-2 2 0,1 2 9 16,-2-1-6-16,3-1-2 0,-1 1 2 0,0 0-7 15,-3 2 9-15,-4 0-5 0,3-2 6 16,-2 2-5-16,6-2 8 0,-2-1-12 0,3 2 5 16,0 0-4-16,-2 0 4 0,4 0 0 0,-2-2-2 0,-2 1 1 15,3 0 1-15,-3 0-4 0,-6-1 5 0,1 1-5 16,1 1 4-16,-1-1-1 0,0-1 5 0,-3 0-8 16,2 1 6-16,2 1 1 0,-3-2 0 15,1 0-1-15,-1 0 0 0,-1 0-3 0,-2 0 4 0,3 0 1 16,-2 0-3-16,-1 0 3 0,-8 0 0 0,15 0-2 15,-7 0 3-15,-8 0-3 0,18-2 1 0,-9 2-4 16,-1-1 0-16,-1 2 2 0,-7-1 1 0,14 0-2 16,-7 0 0-16,-7 0-4 0,0 0-6 15,11-1-12-15,-11 1-17 0,0 0-22 0,9 1-28 0,-9-1-16 16,0 0-19-16,0 0-112 0,0 0-254 0,0 0 112 16</inkml:trace>
  <inkml:trace contextRef="#ctx0" brushRef="#br0" timeOffset="5375.52">22615 15613 48 0,'12'-1'77'0,"1"0"-8"0,5-1-7 0,1 2 2 15,4-1-10-15,7 1-3 0,2-1-6 0,0-1 3 16,5 0-5-16,4 2-3 0,11-5-3 0,6 4 1 15,2-2-4-15,6 0-7 0,26 0 13 0,-2 0-12 16,-28 0-9-16,5 0 1 0,26-4-4 16,-25 2-1-16,22-1 2 0,-26 0-7 0,-1 2 3 0,1-4-15 15,-2 1-17-15,2-2 0 0,-5 4-19 0,-3 1-8 16,-3 1-12-16,-15-1-65 0,-5 0-132 0,0 0 59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1T10:42:33.5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10199 11281 103 0,'0'0'128'0,"0"0"-3"0,0 8-8 0,0-8-10 16,0 0-12-16,0 0-8 0,0 0-8 0,0 9-19 16,0-9 7-16,0 0-2 0,0 0-6 0,0 7-1 15,0-7-9-15,0 0-1 0,0 0-5 0,0 0 4 16,4 5-3-16,-4-5 4 0,0 0-2 0,0 0 5 16,0 0-6-16,0 0 5 0,0 0-9 15,0 0-1-15,0 0 0 0,0 0-5 0,0 0 4 0,0 0-3 16,0 0 4-16,0 0 6 0,0 0 4 0,0 0 2 15,0 0 0-15,0 0 4 0,0 0 1 0,0 0 1 16,0 0 0-16,0 0-3 0,0 0 1 16,0 0 0-16,0 0 0 0,0 0-3 0,0 0 4 0,0 0-4 15,0 0-9-15,0 0 2 0,0 0 1 0,0 0-4 16,0 0-2-16,0 0-5 0,0 0-2 0,0 0-8 16,0 0-1-16,0 0-3 0,0 0 1 0,0 0-4 15,0 0-4-15,0 0-4 0,0 0 2 0,0 0-4 16,0 0 1-16,0 0-3 0,5 4-2 0,-5-4 2 15,0 0-1-15,0 0 0 0,0 0 0 0,0 0-3 16,0 0 4-16,0 0-6 0,0 0 5 0,13-1-2 16,-13 1 2-16,12-6 1 0,-2 2-3 0,6-2-9 15,7-7-12-15,5-2-20 0,7-3-19 0,15-7-32 16,1-7-33-16,25-13-31 0,-20 10-36 0,20-16-36 16,-22 15-169-16,21-20-426 0,-6 2 188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1T10:44:05.3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31682 12201 5 0,'0'0'31'0,"0"0"-5"0,0 0 3 0,0 0-8 16,0 0 2-16,0 0-5 0,0 0 3 0,0 0-1 15,0 0-4-15,0 0-6 0,0 0 3 0,0 0 1 16,0 0-6-16,0 0 1 0,0 0-5 0,0 0 4 16,0 0-5-16,0 0 5 0,0 0-4 0,0 0-2 0,0 0-3 15,0 0-1-15,0 0 7 0,0 0-4 16,0 0-2-16,0 0-1 0,0 0 2 0,0 0-1 15,0 0 4-15,0 0-8 0,0 0 3 0,0 0-6 16,0 0 2-16,0 0 1 0,0 0-3 0,0 0 2 0,0 0 1 16,0 0-3-16,0 0 0 0,0 0-4 15,0 0 6-15,0 0-2 0,0 0 2 0,0 0 1 16,0 0-2-16,0 0 2 0,0 0 3 0,0 0-4 16,0 0 2-16,0 0-5 0,0 0 6 0,0 0-2 0,0 0 1 15,0 0 1-15,0 0 2 0,0 0 2 0,0 0-6 16,0 0 4-16,0 0 2 0,0 0 0 0,0 0-3 15,0 0 2-15,0 0-4 0,0 0 2 16,0 0 2-16,0 0-2 0,0 0 3 0,0 0-5 0,0 0 7 16,0 0-4-16,0 0-1 0,0 0 1 0,0 0 3 15,0 0-3-15,0 0-1 0,0 0-5 0,0 0-3 16,0 0-10-16,0 0-19 0,0 0 8 0</inkml:trace>
  <inkml:trace contextRef="#ctx0" brushRef="#br0" timeOffset="98405.29">27054 8629 23 0,'0'0'75'0,"0"0"1"0,0 0 3 0,0 0 0 0,0 0 2 15,0 0 1-15,0 0 3 0,0 0-4 0,0 0-5 16,0 0-3-16,0 0 1 0,0 0 2 0,0 0-9 16,0 0-10-16,0 0-10 0,0 0 1 0,0 0-5 15,0 0-2-15,0 0-1 0,0 0 0 0,0 0-9 16,0 0-2-16,0 0-8 0,0 0-3 0,0 0 1 16,0 0-2-16,0 0 0 0,0 0 2 0,0 0-6 15,0 0 4-15,0 0 1 0,0 0 7 0,0 0 0 16,0 0 3-16,0 0-3 0,0 0 4 0,0 0-14 15,0 0 8-15,0 0 2 0,0 0 0 0,0 0-13 16,0 0-3-16,0 0 6 0,0 0-1 0,0 0-2 16,0 0 1-16,0 0 0 0,0 0-8 0,0 0 5 15,0 0-1-15,0 0-3 0,0 0-12 0,0 0 4 16,0 0-7-16,0 0-14 0,0 0-11 0,0 0-16 16,0 0-3-16,0 0-20 0,0 0-19 0,0 0-9 15,0 0-19-15,0 0-104 0,0 0-240 0,0 0 106 0</inkml:trace>
  <inkml:trace contextRef="#ctx0" brushRef="#br0" timeOffset="111092.4">12010 7261 10 0,'0'0'37'0,"0"0"-1"0,0 0-5 0,0 0 0 16,0 0-3-16,0 0 4 0,0 0-7 0,0 0 4 15,0 0-2-15,0 0-3 0,7-18 5 0,-7 18-7 16,0 0-1-16,0 0-1 0,0 0-3 0,0 0 0 16,0 0-3-16,0 0-6 0,0 0 4 0,0 0-4 15,0 0 3-15,0 0 3 0,0 0-6 0,0 0-4 16,0 0 1-16,-3-11-2 0,3 11 4 0,0 0-3 16,0 0 0-16,0 0-2 0,0 0 1 0,0 0-3 15,0 0 6-15,0 0-6 0,0 0 10 0,0 0-13 16,3-7 2-16,-3 7-2 0,0 0 3 0,0 0-3 15,0 0-1-15,0 0-6 0,0 0-9 0,0 0-5 16,0 0-5-16,0 0-1 0,0 0-4 0,0 0-2 16,0 0-25-16,0 0-66 0,0 0 30 0</inkml:trace>
  <inkml:trace contextRef="#ctx0" brushRef="#br0" timeOffset="111632.4">12019 7219 1 0,'0'0'11'0,"0"0"1"0,0 0-3 0,0 0 4 0,0 0 2 15,0 0-5-15,0 0-2 0,0 0 1 0,0 0 3 16,0 0 3-16,0 0-4 0,0 0 0 0,0 0-2 15,0 0 0-15,0 0-3 0,0 0 0 0,0 0 4 16,0 0-2-16,0 0 0 0,0 0 1 0,0 0-4 16,0 0 4-16,0 0 0 0,0 0 2 0,0 0-3 15,0 0 0-15,0 0 3 0,0 0-4 0,0 0 1 16,0 0 0-16,0 0 1 0,0 0-4 0,0 0 2 16,0 0 4-16,0 0-4 0,0 0 1 0,0 0-4 15,0 0 4-15,0 0-2 0,0 0 5 0,0 0-7 16,0 0 1-16,0 0 3 0,0 0-1 0,0 0-1 15,0 0-3-15,0 0 1 0,0 0-2 0,0 0 2 16,0 0 5-16,0 0-9 0,0 0-1 0,0 0 4 16,0 0-2-16,0 0 5 0,0 0-6 0,0 0-2 15,0 0 0-15,0 0-4 0,0 0-3 0,0 0-9 16,0 0-4-16,0 0-7 0,0 0 0 0,0 0-22 16,0 0-56-16,0 0 25 0</inkml:trace>
  <inkml:trace contextRef="#ctx0" brushRef="#br0" timeOffset="123495.87">23121 4225 2 0,'0'0'11'0,"0"0"-3"0,0 0-4 0,0 0 4 16,0 0-1-16,0 0-2 0,0 0 5 0,0 0-9 15,0 0 9-15,0 0-9 0,0 0 11 0,0 0-16 16,0 0 6-16,0 0 7 0,0 0 0 0,0 0-2 16,0 0 2-16,0 0 5 0,0 0-10 0,0 0 1 15,0 0-5-15,0 0 1 0,0 0 2 0,0 0-4 16,0 0-3-16,0 0 5 0,0 0-5 0,0 0 0 15,0 0 2-15,0 0 1 0,0 0-4 0,0 0 2 16,0 0 3-16,0 0 2 0,0 0-11 0,0 0 9 16,0 0-1-16,0 0-4 0,0 0 7 0,0 0-4 15,0 0 1-15,0 0 1 0,0 0 1 0,0 0 1 16,0 0-2-16,0 0-1 0,0 0 1 0,0 0 1 16,0 0-2-16,0 0 2 0,0 0 0 0,0 0 0 15,0 0 0-15,0 0 4 0,0 0-6 0,0 0 4 16,0 0 1-16,0 0-2 0,0 0 3 0,0 0 0 15,0 0 0-15,0 0 3 0,0 0 2 0,0 0-3 16,0 0 4-16,0 0-3 0,0 0-3 0,0 0 1 16,0 0-2-16,0 0-7 0,0 0-3 0,0 0 4 15,0 0-3-15,0 0-5 0,0 0-3 0,0 0-14 16,0 0-27-16,-7 11 12 0</inkml:trace>
  <inkml:trace contextRef="#ctx0" brushRef="#br0" timeOffset="178004.08">32534 12767 8 0,'0'0'11'0,"0"0"0"0,0 0 4 0,0 0-3 0,0 0 6 16,0 0-7-16,0 0 1 0,0 0 2 0,0 0-6 16,0 0 3-16,0 0-5 0,0 0 3 0,0 0 2 15,0 0-4-15,0 0-2 0,0 0 3 0,0 0-3 16,0 0-2-16,0 0 3 0,0 0 3 0,0 0-4 15,0 0 1-15,0 0-1 0,0 0 1 0,0 0 2 16,0 0 1-16,0 0-1 0,0 0 0 0,0 0 7 16,0 0-2-16,0 0-3 0,0 0 2 15,0 0-1-15,0 0 1 0,0 0-4 0,0 0 2 0,0 0-6 16,0 0 5-16,0 0-7 0,0 0 4 0,0 0 1 16,0 0-4-16,0 0 6 0,0 0-10 0,0 0 3 15,0 0-1-15,0 0 0 0,0 0 1 0,0 0-5 16,0 0 7-16,0 0 1 0,0 0-4 0,0 0-2 15,0 0 3-15,0 0-4 0,0 0 4 16,0 0-4-16,0 0-1 0,0 0 0 0,0 0 0 16,0 0-3-16,-16 4-8 0,16-4 0 0,0 0-2 0,0 0 0 15,0 0-4-15,0 0 2 0,0 0 3 0,0 0-4 16,0 0-1-16,0 0-19 0,0 0-42 0,0 0 20 16</inkml:trace>
  <inkml:trace contextRef="#ctx0" brushRef="#br0" timeOffset="188184.16">22649 3951 9 0,'0'0'37'0,"0"0"-6"0,0 0-2 0,-3-7-6 0,3 7 3 15,0 0-6-15,0 0-1 0,0 0 1 0,0 0-1 16,-6-3-7-16,6 3-4 0,0 0-13 0,0 0-37 15,0 0-45-15,0 0 20 0</inkml:trace>
  <inkml:trace contextRef="#ctx0" brushRef="#br0" timeOffset="191906.44">28193 2744 9 0,'-2'-10'180'0,"2"10"-15"0,0 0-19 0,0 0 3 16,0 0-12-16,0-7-7 0,0 7-15 0,0 0-3 16,0 0-19-16,0 0-15 0,0 0-4 0,0 0-12 15,0 0-6-15,0 0-5 0,0 0-2 0,7 22-1 16,-3-10-5-16,4 2 0 0,-3 3-2 0,0-2-5 15,-1 2-1-15,2-1-1 0,-2 1-4 16,0-5-3-16,1 4-3 0,-3-6-4 0,4 1 2 0,-4 0-5 16,3 0 1-16,-2-2-4 0,-1 2-4 0,0-3 8 15,3 1-7-15,-5-9-1 0,5 13 3 0,-5-13-4 16,3 10 4-16,-3-10-2 0,5 8 2 16,-5-8-4-16,0 0 3 0,2 9 22 0,-2-9 18 15,0 0 15-15,0 0 3 0,0 0 0 0,0 0-7 0,0 0-9 16,11-18-4-16,-7 6 2 0,-1 2-1 0,2-2 0 15,1-4-3-15,-1 0-4 0,1 1 1 0,-1-2-4 16,0 1-4-16,1-1-1 0,-1 0-6 0,3-1-4 16,-3 1-4-16,0 0-2 0,-2 7 0 0,0-1-1 15,0 1-4-15,-3 10 0 0,5-12-16 16,-1 6-16-16,-4 6-22 0,4-8-29 0,-4 8-31 16,0 0-42-16,5-10-47 0,-5 10-15 0,0 0-2 15,0 0-16-15,0 0-119 0,0 0-368 0,0 0 163 16</inkml:trace>
  <inkml:trace contextRef="#ctx0" brushRef="#br0" timeOffset="192196.05">28561 2869 135 0,'0'0'202'0,"0"0"-3"0,0 0-3 0,0 0-11 15,0 0-12-15,0 0-12 0,0 0-21 0,0 0-12 16,-1-12-17-16,1 12-10 0,0 0-11 0,0 0-6 16,0 0-10-16,0 0-12 0,0 0-1 0,-21 26-4 15,15-14-6-15,1-3-6 0,0 3-8 16,0-3 0-16,1 2-8 0,0-1-1 0,1-3-4 16,3-7 1-16,0 0-4 0,-2 22-2 0,2-22-3 15,2 19-16-15,-2-19-23 0,7 13-13 0,-3-6-17 0,-4-7-19 16,11 9-28-16,-11-9-28 0,19 7-8 0,-7-4-17 15,2 0-24-15,-14-3-93 0,27 0-291 16,-15-4 130-16</inkml:trace>
  <inkml:trace contextRef="#ctx0" brushRef="#br0" timeOffset="192418.33">28851 2849 170 0,'0'0'179'0,"0"0"-10"16,0 0-1-16,0 0-3 0,-11-16-17 0,11 16-4 15,-9 1-15-15,9-1-7 0,0 0-7 0,-21 5-6 16,21-5-6-16,-18 10-14 0,12-3 3 0,-3-1-18 16,2 3-6-16,3-2-4 0,-3 0-7 0,2 3-4 15,-1-1-3-15,6-9-7 0,-5 16-4 0,5-16-5 16,-2 19 5-16,2-19-12 0,3 14-8 0,-3-14-16 16,7 17-13-16,-2-10-22 0,-5-7-36 0,17 14-35 15,-6-9-33-15,2 0-57 0,0-1-129 0,5-2-348 16,-18-2 153-16</inkml:trace>
  <inkml:trace contextRef="#ctx0" brushRef="#br0" timeOffset="192639.19">29199 2821 6 0,'0'0'163'16,"0"0"-6"-16,0 0-11 0,16-2-13 0,-16 2-17 16,12-2-6-16,-2 0-15 0,2 0-8 0,-12 2-14 15,20-4-25-15,-7 2-24 0,-3 2-35 0,-10 0-28 16,20-2-38-16,-20 2-24 0,15 2-54 0,-15-2-169 16,0 0 75-16</inkml:trace>
  <inkml:trace contextRef="#ctx0" brushRef="#br0" timeOffset="192774.22">29231 2904 1 0,'-5'2'182'0,"5"-2"-8"15,0 0-5-15,0 0-6 0,0 0-5 0,0 0-13 0,0 0-17 16,0 0-18-16,0 0-16 0,0 0-31 0,0 0-36 16,35 1-51-16,-13-4-66 0,9-3-127 15,-1 0-235-15,4-4 104 0</inkml:trace>
  <inkml:trace contextRef="#ctx0" brushRef="#br0" timeOffset="193912.34">29551 2692 147 0,'0'0'217'0,"0"0"-10"15,0 0-12-15,-5-7-18 0,5 7-16 16,0 0-17-16,0 0-15 0,0 0-13 0,0 0-18 16,0 0-9-16,0 0-12 0,0 0-8 0,0 0-10 15,0 0-2-15,0 0-9 0,7 23-2 0,-3-14-9 16,-2 1 1-16,2 2-7 0,0-2 3 0,1 6-6 15,0-4 0-15,3 2-3 0,-3-2-5 0,0-1 0 16,-2-2-6-16,2 2 3 0,0 0-3 0,0-1 2 0,-3-1-4 16,2-3-4-16,-4-6 8 0,7 13-3 15,-4-7-5-15,-3-6-2 0,7 11 3 0,-3-6-4 16,-4-5 2-16,6 9-1 0,-6-9 1 0,5 5 0 16,-5-5 2-16,7 6-3 0,-7-6 10 0,0 0-1 15,0 0 7-15,0 0 4 0,0 0 21 0,0 0 7 16,0 0-6-16,0 0-6 0,0 0-4 0,12-16-6 15,-4 5 1-15,-2-2-9 0,0 2 0 0,1-4-3 16,2-4-3-16,0 3-1 0,-1-3-3 0,-3 3-1 16,4 0-1-16,-4-2-3 0,1 1-4 0,2 0-8 15,-2 3 5-15,1-1-2 0,-1 1 2 0,-2 5-5 16,-1 0-7-16,0 5-11 0,-3 4-16 0,4-9-19 16,-4 9-38-16,4-5-23 0,-4 5-50 0,5-5-14 15,-5 5-7-15,0 0-13 0,0 0-122 0,0 0-349 16,0 0 155-16</inkml:trace>
  <inkml:trace contextRef="#ctx0" brushRef="#br0" timeOffset="194186.99">29975 2768 25 0,'0'0'170'0,"0"0"3"0,-20-8-12 0,20 8-6 16,0 0-17-16,-14 6-6 0,8-2-9 0,1 3-11 16,-3 0-6-16,-1 0-11 0,2 1-8 0,-1 2-6 15,0-2-6-15,1 2-8 0,1 1-3 0,1-2-10 16,0 0-6-16,1 0-7 0,2-3 2 0,0 1-3 16,0 0-5-16,1 1-4 0,1-8-1 0,1 13-9 15,1-7-20-15,-2-6-12 0,9 17-22 0,-3-12-24 16,1 0-26-16,2 2-38 0,1-3-37 0,-1-1-117 15,3 0-297-15,1 0 132 0</inkml:trace>
  <inkml:trace contextRef="#ctx0" brushRef="#br0" timeOffset="194599.62">30306 2766 161 0,'0'0'212'15,"0"0"-6"-15,0 0-13 0,-10-6-10 0,10 6-6 16,0 0-14-16,0 0-10 0,-17 6-15 0,10-3-13 16,0 2-10-16,-1-1-14 0,3 2-9 0,-2 1-9 15,1-1-12-15,1 0-5 0,5-6-7 0,-9 12-8 16,7-6-4-16,2-6-2 0,0 13-18 16,0-13-2-16,2 15-11 0,3-9-4 0,-5-6-10 15,9 13-2-15,-1-7-9 0,1-2 1 0,-2 1-3 16,-7-5-3-16,14 6 0 0,-3-4 2 0,-11-2-5 15,15 4 7-15,-15-4 4 0,10 2-5 0,-10-2 6 16,10 1 0-16,-10-1 3 0,0 0 2 0,11 2-2 16,-11-2 10-16,0 0 8 0,0 0 6 0,0 0 5 15,0 0-5-15,0 0-3 0,0 0-2 0,0 0-4 16,0 0 2-16,0 0-3 0,0 0 6 0,-28 9 2 16,18-7 1-16,0 1-6 0,0 3 6 0,-1-1-8 15,-1 0 1-15,3 1 4 0,0-1-8 0,3 0-1 16,6-5-1-16,-12 7 2 0,7-3 0 0,5-4 1 15,-8 9-3-15,8-9-10 0,-3 9-10 16,3-9-5-16,0 0-11 0,0 0-27 0,13 21-30 0,-2-17-51 16,7 3-28-16,0-6-34 0,1 1-129 0,-1-2-356 15,1 0 158-15</inkml:trace>
  <inkml:trace contextRef="#ctx0" brushRef="#br0" timeOffset="194821.02">30583 2806 143 0,'0'0'239'0,"0"0"-21"0,0 0-16 0,0 0-18 0,0 0-10 15,0 0-23-15,-7-5-15 0,7 5-15 0,0 0-16 16,0 0-16-16,0 0-24 0,32-4-28 0,-20 3-32 15,3 2-41-15,-2-2-44 0,1 0-41 0,-2 2-151 16,0-1-295-16,-12 0 130 0</inkml:trace>
  <inkml:trace contextRef="#ctx0" brushRef="#br0" timeOffset="195047.96">30668 2713 185 0,'0'0'244'0,"0"0"-5"0,0 0-16 16,0 0-9-16,0 0-28 0,0 0-18 0,0 0-17 0,0 0-14 16,0 0-3-16,0 0 1 0,0 0-12 0,-5 21-10 15,3-11-4-15,2-10-4 0,-4 22-12 16,2-10-5-16,-1-2-4 0,2 6-8 0,-1-1-7 16,0-4-8-16,0 6-3 0,1-5-9 0,2 0-19 0,-2 0-35 15,2 0-41-15,-1-12-56 0,3 22-52 16,1-12-78-16,-4-10-191 0,1 18-457 0,-1-18 202 15</inkml:trace>
  <inkml:trace contextRef="#ctx0" brushRef="#br0" timeOffset="195595.58">30979 2595 38 0,'0'0'316'0,"0"0"-34"0,0 0-28 16,0 0-26-16,0 0-22 0,0 0-20 0,3-8-14 16,-3 8-19-16,0 0-17 0,0 0-13 0,0 0-16 15,9-6-10-15,-2 4-13 0,-7 2-14 16,13 2-14-16,-13-2-9 0,15-2-9 0,-10 1-10 0,-5 1-3 16,0 0-1-16,12 1 0 0,-12-1-6 0,0 0 1 15,0 0 1-15,9-1 5 0,-9 1 0 16,0 0-5-16,0 0 2 0,0 0 2 0,0 0-3 15,9 1-3-15,-9-1-8 0,0 0 5 0,0 0-2 16,0 0-1-16,0 0-3 0,2 6 0 0,-2-6 7 16,-1 13-5-16,1-13 4 0,-4 16-12 0,2-4 10 15,1 0 0-15,-1 1-1 0,1 0 0 0,1 2-2 16,-1 1-2-16,-1-4 0 0,4 6 1 0,-5-6-3 16,3 0 1-16,0-1-10 0,0 0 10 0,0 2 0 15,0-13-1-15,3 20 2 0,-3-10 0 0,0-1 0 16,0-9-4-16,-4 16 4 0,4-16-8 0,-3 16-6 15,1-12-16-15,2-4-4 0,-8 14-6 16,0-11-10-16,8-3 2 0,-12 7-8 0,5-5 4 0,7-2 3 16,-14 4-1-16,14-4 9 0,-13 3 4 0,13-3-1 15,-14 0 6-15,14 0 3 0,-13-1 3 0,13 1 9 16,0 0 9-16,-12-3 8 0,12 3 12 0,0 0-3 16,0 0-3-16,0 0 4 0,0 0-4 0,0 0 1 15,0 0-3-15,0 0-2 0,0 0-1 16,0 0 1-16,0 0 0 0,30-10-7 0,-9 6-14 15,-1 0-18-15,2 0-22 0,7 3-41 0,-1-2-40 16,1-3-40-16,1 2-42 0,-8 1-140 0,-3-1-383 16,8-3 169-16</inkml:trace>
  <inkml:trace contextRef="#ctx0" brushRef="#br0" timeOffset="195796.58">31391 2733 61 0,'0'0'200'0,"0"0"-6"0,-12-1-6 0,12 1 6 0,0 0-2 16,-23 7-4-16,13 0-7 0,-2-2-4 0,1 1-10 16,2 3-14-16,-5 0-16 0,6 1-14 0,-2 2-9 15,1-4-15-15,4 3-4 0,0-2-13 0,1 1-8 16,4 2-4-16,-1 0-7 0,1-12-17 0,5 19-11 16,-1-8-32-16,6 0-37 0,3-1-46 15,4-1-44-15,3-3-53 0,0 2-227 0,2-7-437 16,6 1 194-16</inkml:trace>
  <inkml:trace contextRef="#ctx0" brushRef="#br0" timeOffset="196046.02">31710 2657 241 0,'0'-5'308'15,"0"5"-4"-15,1-13-2 0,-1 13-14 0,0 0-15 16,0 0-15-16,2-13-32 0,-2 13-23 0,0 0-29 15,1-6-23-15,-1 6-13 0,0 0-11 0,0 0-17 16,0 0-7-16,0 0-12 0,-4 33-1 0,3-20-14 16,-1-1-9-16,0 4-7 0,1-4-10 0,-2 5 3 15,3-2-9-15,-1 0 0 0,1-2-4 0,0 0-2 16,-1-1-9-16,2 0-9 0,-1-1-29 16,0 0-32-16,0 1-32 0,1-2-37 0,-1-10-30 15,-2 21-31-15,2-21-37 0,-2 13-36 0,1-3-46 0,-3-3-147 16,4-7-474-16,0 0 209 0</inkml:trace>
  <inkml:trace contextRef="#ctx0" brushRef="#br0" timeOffset="196332.99">31728 2598 42 0,'4'-3'200'0,"-2"-4"-20"0,-2 7-12 16,9-7-26-16,-5 5-17 0,-4 2-11 0,9-1-7 15,-9 1-10-15,0 0 0 0,13 9-5 0,-7-3-1 0,-2 1-4 16,1 0 1-16,-1 0-9 0,0 2-3 0,-2 1 5 16,0-1-8-16,-2 2-6 0,0-2-1 15,-2-1-3-15,1 1 2 0,-1-1 3 0,2-8-2 16,-4 11-1-16,1-7-1 0,3-4-2 0,-2 8-12 16,2-8-5-16,-4 7-7 0,4-7-4 0,-2 7-2 15,2-7-2-15,0 0-2 0,0 9-6 0,0-9-12 16,3 8 6-16,2-5-16 0,-5-3-31 0,8 8-19 15,2-3-37-15,2 0-34 0,-2-1-52 0,4-1-47 16,-1-1-138-16,-1-2-389 0,1 0 172 0</inkml:trace>
  <inkml:trace contextRef="#ctx0" brushRef="#br0" timeOffset="196584.82">32059 2664 195 0,'0'0'250'16,"5"-7"4"-16,-5 7-5 0,0 0-11 0,3-6-23 15,-3 6-17-15,0 0-24 0,0 0-19 0,0 0-8 16,0 0 10-16,0 0-7 0,0 0-3 0,0 27-11 16,-4-10 0-16,0 2-5 0,-3 0-11 0,-1 7-6 15,3-8-14-15,-1 0-9 0,1 1-8 0,0-3-8 16,1 0-1-16,0-5-15 0,2 1 2 0,2-3-12 16,-1 1 1-16,1-10-8 0,0 18-7 15,0-18-1-15,6 13 3 0,-2-8-2 0,2 1-11 16,5-2-7-16,6 0 2 0,4-4-23 0,9 1-28 15,4-1-41-15,-1-2-56 0,1-1-49 0,2-1-66 16,0-2-85-16,-1-1-182 0,-2 1-553 0,-13-1 245 16</inkml:trace>
  <inkml:trace contextRef="#ctx0" brushRef="#br0" timeOffset="199895.83">28690 3382 119 0,'0'0'210'0,"0"0"0"0,-4-7-13 0,4 7-10 0,0 0-19 16,0 0-15-16,0 0-18 0,0 0-12 16,0 0-19-16,0 0-11 0,0 0-9 0,0 0-12 15,0 0-6-15,0 0-6 0,0 0-9 0,0 0-3 0,0 0-3 16,12 20-5-16,-8-14-4 0,-2 0-5 0,1 2-2 15,1 0-2-15,-2-1-3 0,2 1-4 16,0-3-1-16,0 4 0 0,-2-2-3 0,2 0-3 16,0-2 1-16,0 0 0 0,-4-5-3 0,5 9-3 15,-1-6 3-15,-1 2-1 0,-3-5-1 0,5 5-2 16,-5-5 3-16,3 4-4 0,-3-4 5 0,0 0-7 16,7 4 5-16,-7-4 1 0,0 0 5 0,4 4 7 0,-4-4-1 15,0 0-1-15,0 0 1 0,12-15-3 16,-8 9-3-16,0-5-2 0,2-1 1 0,-1 2-3 15,1-6-1-15,4 0-5 0,-1-2 6 0,-3 1-5 16,-3 1-5-16,3 2 2 0,2-2 0 0,-3 7 0 16,1 0-3-16,-4-1-1 0,3 1-13 15,-3 4-12-15,2 0-21 0,-4 5-26 0,1-8-34 0,-1 8-32 16,8-5-12-16,-8 5-13 0,0 0-9 0,0 0-136 16,10 9-334-16,-6-3 148 0</inkml:trace>
  <inkml:trace contextRef="#ctx0" brushRef="#br0" timeOffset="200151.63">29136 3384 135 0,'1'-7'214'0,"-1"7"-5"16,0 0-13-16,0 0-15 0,0 0-16 0,0 0-16 15,0 0-13-15,0 0-14 0,0 0-10 0,-24 14-9 16,18-6-4-16,-3 2-12 0,2 1-8 0,-3-1-8 15,1 3-5-15,3-1-9 0,-1-3-3 0,1 1-4 16,1 1-7-16,1-1-3 0,0-1-4 0,3 1-3 16,1 0-4-16,-1 0-5 0,3-2-6 15,1-2-18-15,1 2-16 0,0-2-21 0,4-1-25 16,1 1-28-16,2-2-19 0,0-2-36 0,1 0-20 16,4 0-16-16,-2-3-104 0,0-2-307 0,4 2 137 15</inkml:trace>
  <inkml:trace contextRef="#ctx0" brushRef="#br0" timeOffset="200362.51">29442 3373 128 0,'0'0'187'16,"0"0"-14"-16,0 0-3 0,0 0-11 0,0 0-9 16,0 0-3-16,-22 7-9 0,14 0-8 0,-1 2 1 15,0 1-7-15,0-1-10 0,2 1-4 0,-4 3-9 16,5-4-11-16,0-1-5 0,1 0-12 0,-2-1-7 15,5 1-6-15,-1-3-6 0,2 3-5 0,1-8-8 16,0 13-10-16,1-6-14 0,3-3-20 0,0 2-33 16,0 1-37-16,2-2-35 0,5-2-45 0,1-1-42 15,1-1-132-15,2 1-354 0,3-5 157 0</inkml:trace>
  <inkml:trace contextRef="#ctx0" brushRef="#br0" timeOffset="200527.45">29699 3351 95 0,'0'0'217'15,"0"0"-25"-15,3-5-15 0,-3 5-18 0,8-3-14 16,-8 3-21-16,11-2-16 0,0-1-30 0,-4 2-44 16,4-2-46-16,-1 2-49 0,1 1-47 0,0 3-84 15,-11-3-207-15,16 1 92 0</inkml:trace>
  <inkml:trace contextRef="#ctx0" brushRef="#br0" timeOffset="200691.32">29719 3462 144 0,'0'0'198'0,"0"0"0"0,0 0-10 16,0 0-11-16,0 0-18 0,1 8-12 0,-1-8-15 15,0 0-11-15,0 0-14 0,0 0-15 0,21-2-21 16,-11 0-27-16,4 0-35 0,4-3-48 0,3 2-41 15,0-2-49-15,1 1-128 0,-1-2-278 0,7-1 123 16</inkml:trace>
  <inkml:trace contextRef="#ctx0" brushRef="#br0" timeOffset="201180.21">30107 3259 20 0,'0'0'239'15,"0"0"-18"-15,0 0-18 0,0 0-18 0,0 0-21 16,0 0-16-16,0 0-21 0,0 0-13 0,0 0-19 16,0 0-26-16,17-6-17 0,-10 3-25 15,4 3-23-15,-3-2-31 0,-1 1-18 0,-7 1-22 16,16-1-11-16,-10 1-9 0,-6 0-2 0,9-1 5 16,-9 1 6-16,0 0 15 0,10-2 18 0,-10 2 15 15,0 0 6-15,0 0 6 0,0 0 24 0,6-4-8 0,-6 4 25 16,0 0 10-16,0 0 3 0,0 0 2 0,0 0-3 15,0 0 2-15,0 0-4 0,0 0-4 16,0 0-8-16,0 0-1 0,0 0 10 0,0 0 6 16,0 18 18-16,0-9-5 0,0 3-6 0,3 1 5 15,-3 2 8-15,0 2-6 0,1-1 7 0,1 0-9 16,-1-1 4-16,-1-3-8 0,1 4-3 0,1-4-3 16,-1-1-2-16,-1 1-8 0,0-2 1 0,1-4-3 15,-1-6-3-15,-1 15-2 0,0-9 3 0,1-6-3 0,-6 9-2 16,6-9-5-16,-5 8 11 0,3-4-3 15,2-4-8-15,-10 4 0 0,10-4 5 0,-9 2-9 16,9-2 3-16,0 0-4 0,-13-6 1 0,13 6 7 16,-9-6 3-16,9 6 9 0,-7-7 2 0,7 7-2 15,-3-3-1-15,3 3-3 0,0 0-3 0,-6-5-3 16,6 5-5-16,0 0-12 0,0 0 0 0,0 0-12 16,0 0-2-16,0 0-7 0,0 0-11 0,26-2-18 15,-16 2-17-15,3 0-32 0,1-2-24 0,-1 2-12 16,1 0-24-16,3 0-20 0,-3 0-96 0,-2-2-295 15,1 0 131-15</inkml:trace>
  <inkml:trace contextRef="#ctx0" brushRef="#br0" timeOffset="201378.95">30500 3351 141 0,'0'0'212'0,"0"0"-2"15,0 0-12-15,0 0-10 0,0 0-14 16,0 0-7-16,0 0-15 0,-21 0-2 0,11 6-9 15,2 2-9-15,-1 0-3 0,2-1-15 0,-3 2-10 0,2 1-11 16,1 0-11-16,1 0-11 0,1-2-1 0,1-1-10 16,3 2-7-16,1-1-13 0,0-8-25 0,5 17-24 15,1-9-40-15,-1-1-38 0,6-2-40 16,0-1-39-16,5-1-42 0,3 0-134 0,0-3-370 16,3-1 164-16</inkml:trace>
  <inkml:trace contextRef="#ctx0" brushRef="#br0" timeOffset="201612.51">30722 3270 220 0,'0'-13'258'0,"0"13"-2"0,1-5-11 16,-1 5-12-16,0 0-22 0,0 0-20 0,0 0-23 16,0 0-14-16,0 0-25 0,0 0-8 0,0 0 5 15,0 0 0-15,0 0-13 0,-2 31-6 0,-2-16-15 16,2 4-2-16,-1 5-7 0,0-8-12 0,2 4-2 15,-1-2-9-15,3-2-7 0,-1 3-3 0,0-6-9 16,1 4-11-16,0-4-27 0,1-1-26 0,-1-2-29 16,0 0-30-16,-1-10-36 0,2 15-42 15,-2-15-28-15,1 11-38 0,-1-6-183 0,0-5-443 16,0 0 197-16</inkml:trace>
  <inkml:trace contextRef="#ctx0" brushRef="#br0" timeOffset="201901.86">30757 3220 118 0,'0'0'121'0,"0"0"-1"16,0 0-4-16,0 0 0 0,15 13-1 0,-12-10-10 16,0 6 10-16,4-1-8 0,-5 1-10 0,0 0-6 15,0 2 11-15,-2-2 8 0,1-2 3 0,-1-7 2 16,0 13-5-16,0-13-1 0,2 12-2 0,-2-12 0 15,0 0-2-15,-2 13-9 0,2-13-4 0,0 0-11 16,2 13-7-16,-2-13-9 0,0 0-9 0,-2 11 0 16,2-11-9-16,0 0-3 0,2 10-4 0,-2-10-10 15,6 7-12-15,-6-7-31 0,12 5-33 0,-5-2-34 16,4-1-38-16,1-1-45 0,6 0-36 0,-5-1-21 16,1-2-124-16,3 0-372 0,-5-1 165 0</inkml:trace>
  <inkml:trace contextRef="#ctx0" brushRef="#br0" timeOffset="202096.43">31055 3275 154 0,'3'-4'195'0,"-3"4"-5"0,0 0-8 0,0 0-10 0,0 0-15 15,0 0-14-15,8-4-4 0,-8 4 10 0,0 0-9 16,0 0-4-16,-5 24-11 0,1-14-11 0,2 0-1 16,-2 2-5-16,1-1-6 0,0-1-9 0,2 1-12 15,1 0-8-15,0-11-4 0,-2 16-7 16,2-6-11-16,2 0-2 0,2-1-8 0,0-3-10 15,-4-6-23-15,14 13-27 0,-4-6-32 0,2-3-36 16,6 0-41-16,1-3-50 0,-7 0-58 0,1-2-127 16,-13 1-394-16,26-4 174 0</inkml:trace>
  <inkml:trace contextRef="#ctx0" brushRef="#br0" timeOffset="202491.62">31472 3307 97 0,'0'0'231'0,"0"0"-24"0,0 0-13 0,-5 4-22 16,5-4-23-16,0 0-10 0,0 0-25 0,0 0-10 16,0 0-38-16,26 0-29 0,-16 2-31 0,0-2-40 15,2 0-24-15,-5 1-62 0,-7-1-98 0,16 1-235 16,-16-1 104-16</inkml:trace>
  <inkml:trace contextRef="#ctx0" brushRef="#br0" timeOffset="202649.05">31468 3405 12 0,'0'0'197'0,"0"0"-3"16,-6 5-3-16,6-5-12 0,0 0-10 0,0 0-8 15,0 0-13-15,0 0-6 0,0 0-15 0,0 0-14 16,19 5-33-16,-9-6-28 0,2 2-27 16,0-3-47-16,5-1-52 0,4 2-51 0,-5-4-137 15,-3 3-284-15,1-3 127 0</inkml:trace>
  <inkml:trace contextRef="#ctx0" brushRef="#br0" timeOffset="202929.11">31559 3164 216 0,'0'0'214'0,"0"0"-8"0,0 0-20 0,-5-5-13 15,5 5-17-15,0 0-16 0,0 0-10 0,0 0-12 16,0 0-13-16,32 7-12 0,-22-3-14 0,8 1 0 15,-6 1-9-15,-1 0-7 0,2 2-7 0,1 1-7 16,-1 1-3-16,-4 0 9 0,-2 4 42 0,0 1-5 16,0 1 8-16,-5-1-2 0,-1 3 0 0,-4 0 5 15,0 0-8-15,-4 0-5 0,-2-1-4 0,2 1-4 16,-3-2-16-16,0 1 0 0,0-4-4 16,-1 2-7-16,2-1-5 0,-3-2-4 0,2-2-20 0,2-1-35 15,2-1-37-15,-3 1-50 0,2-3-47 0,7-6-68 16,-8 10-70-16,8-10-179 0,0 0-499 0,-12 6 221 15</inkml:trace>
  <inkml:trace contextRef="#ctx0" brushRef="#br0" timeOffset="203430.1">31836 3243 175 0,'8'-4'245'0,"-8"4"-22"0,0 0-24 16,8-3-17-16,-8 3-21 0,10-2-15 0,-4-2-18 16,-6 4-9-16,12-2-17 0,-5 1-8 0,-7 1-7 15,15-3-11-15,-15 3-7 0,10-3-3 0,-10 3-4 16,0 0 11-16,10-1 7 0,-10 1 11 0,0 0 9 16,0 0 6-16,6-3 2 0,-6 3 4 0,0 0-5 15,0 0-5-15,0 0-2 0,0 0-10 0,0 0-6 16,0 0-11-16,0 0-6 0,0 0-5 0,0 0-7 15,0 0-8-15,0 0-4 0,7 7-6 16,-7-7-6-16,0 12 14 0,0-12-4 0,-4 19-1 16,1-8 0-16,1 1-10 0,1 4 1 0,-1-3-4 15,-1 4-5-15,0 0 3 0,2-5-2 0,0 5-3 16,-2-5-6-16,0 2 3 0,2-3-3 0,0 3-1 16,-2-3-1-16,1-2-1 0,-1-1 6 0,2 0-8 15,-2-1-6-15,1 2-3 0,-3-4 4 0,1 2-14 0,0-3 2 16,4-4-7-16,-9 9-7 0,4-6-6 15,0 1 6-15,5-4-10 0,-10 4 4 0,10-4-6 16,-9 3 5-16,9-3-3 0,0 0-8 0,-7 0 3 16,7 0 3-16,0 0-1 0,0 0 4 0,0 0 4 15,0 0 0-15,4-19 2 0,-4 19 6 0,9-6-3 16,-2 2 2-16,1 2 1 0,3-3 5 0,0 3-1 16,1-1 1-16,0 2 3 0,-1-3-4 0,1 4-18 15,0 0-18-15,2 0-33 0,-14 0-37 16,23 0-31-16,-10-3-45 0,0 3-35 0,-2-3-206 0,-2 2-474 15,-9 1 210-15</inkml:trace>
  <inkml:trace contextRef="#ctx0" brushRef="#br0" timeOffset="203646.5">32159 3370 60 0,'0'0'185'0,"0"0"9"16,5-10 8-16,-5 10 1 0,0 0 4 0,0 0-6 15,0 0-6-15,0 0-19 0,0 0-11 16,0 0-7-16,0 0-3 0,-20-3-3 0,20 3 2 15,-15 11 0-15,6-2-7 0,0-2-10 0,2 3-9 16,-1-1-7-16,2-1-23 0,-1 1-8 0,3 1 0 16,-1-1-15-16,3 1-6 0,2-10-7 0,-1 15-8 15,1-15-12-15,3 15-24 0,4-9-25 0,-1 2-43 16,4-3-54-16,4-2-57 0,-1 1-52 0,5-3-67 16,-5 0-200-16,5-2-519 0,0-3 229 0</inkml:trace>
  <inkml:trace contextRef="#ctx0" brushRef="#br0" timeOffset="203880.77">32371 3314 69 0,'0'0'205'0,"6"-4"-12"16,-6 4-17-16,0 0-23 0,0 0-12 0,0 0-17 16,0 0-22-16,0 0-27 0,0 0-20 0,0 0-22 15,15 0-25-15,-15 0-24 0,0 0-16 16,0 0-16-16,7 15 3 0,-7-15 3 0,0 0 5 15,-7 17 7-15,7-17 15 0,-10 14 14 0,5-9 11 16,-1 2 2-16,-1 0 17 0,7-7-9 0,-9 10 8 16,2-6-8-16,7-4 5 0,-5 9-7 0,5-9-2 15,0 0-3-15,-3 11 5 0,3-11-4 0,0 0-26 16,14 7-25-16,-14-7-48 0,19 0-109 0,-7-1-208 16,-12 1 93-16</inkml:trace>
  <inkml:trace contextRef="#ctx0" brushRef="#br0" timeOffset="204229.21">32598 3094 8 0,'-2'-10'280'0,"2"10"-24"0,0-7-20 0,0 7-23 0,0 0-23 15,0 0-17-15,0 0-15 0,0 0-12 16,0 0 0-16,7 27-4 0,-3-15-15 0,1 6-8 15,0 1-10-15,2-1-2 0,2 6-4 0,-3-5-9 16,1-2-8-16,-2 0-4 0,-1 0-8 0,3-1-6 16,-3-6-7-16,0-1-4 0,0-1-7 0,-1-1-2 15,-1-1-22-15,0 0 16 0,-2-6-2 0,4 9 17 16,-4-9 10-16,2 6 15 0,-2-6 12 0,0 0 7 16,0 0-3-16,0 0-12 0,0 0-9 0,0 0-2 15,0 0-10-15,0 0-7 0,0 0-4 0,0 0-17 16,34-55-3-16,-34 55-16 0,17-25-8 0,-17 25-11 15,19-31-22-15,-19 31-6 0,18-26-8 0,-18 26-33 16,14-24-6-16,-14 24-29 0,0 0-30 0,14-22-30 16,-14 22-35-16,0 0-44 0,0 0-56 0,0 0-179 15,0 0-518-15,0 0 230 0</inkml:trace>
  <inkml:trace contextRef="#ctx0" brushRef="#br0" timeOffset="204462.27">32963 3195 181 0,'0'0'311'0,"0"0"-7"0,0 0-5 16,0 0-9-16,0 0-12 0,0 0-18 0,0 0-15 15,0 0-22-15,0 0-17 0,0 0-22 0,0 0-11 16,0 0-19-16,0 0-13 0,0 0 2 0,0 0-7 16,0 0-10-16,0 0-13 0,-58 54-9 0,58-54-20 15,-14 18-8-15,14-18-6 0,-17 20-15 0,17-20-4 16,0 0-7-16,0 0-15 0,-10 30-31 0,10-30-36 15,0 0-43-15,0 0-54 0,0 0-52 0,0 0-41 16,0 0-56-16,46 26-271 0,-46-26-600 0,0 0 266 16</inkml:trace>
  <inkml:trace contextRef="#ctx0" brushRef="#br0" timeOffset="204646.01">33194 3146 26 0,'0'0'204'0,"0"0"3"15,0 0 3-15,0 0 10 0,0 0-1 16,0 0-16-16,0 0-12 0,-97 25-16 0,97-25-9 16,-21 14-15-16,21-14-18 0,-18 17-12 0,18-17-7 15,-12 25-12-15,12-25-13 0,0 0-12 0,-8 30-16 0,8-30-27 16,0 0-28-16,0 0-40 0,19 41-52 16,-19-41-54-16,21 19-47 0,-21-19-190 0,0 0-409 15,28 20 180-15</inkml:trace>
  <inkml:trace contextRef="#ctx0" brushRef="#br0" timeOffset="204845.09">32782 3479 199 0,'0'0'294'0,"0"0"-7"0,0 0-12 0,0 0-29 15,0 0-27-15,0 0-13 0,0 0-29 0,0 0-17 16,0 0-18-16,0 0-10 0,114-20-25 15,-82 16-32-15,-32 4-41 0,47-6-48 0,-47 6-47 16,39-3-55-16,-39 3-63 0,0 0-186 0,35-5-393 16,-35 5 175-16</inkml:trace>
  <inkml:trace contextRef="#ctx0" brushRef="#br0" timeOffset="205063.89">32879 3523 211 0,'0'0'268'0,"0"0"4"0,0 0-15 0,0 0-6 0,0 0 10 16,0 0-6-16,-7 54-29 0,7-54-19 15,0 0 9-15,-5 37-33 0,5-37-10 0,0 0-18 16,-7 36-19-16,7-36-6 0,0 0-19 0,-4 35-15 16,4-35-10-16,0 0-12 0,-1 35-24 0,1-35-29 0,0 0-34 15,0 0-27-15,0 0-26 0,0 0-31 0,3 37-31 16,-3-37-25-16,0 0-25 0,0 0-41 15,0 0-39-15,0 0-157 0,0 0-449 0,0 0 199 16</inkml:trace>
  <inkml:trace contextRef="#ctx0" brushRef="#br0" timeOffset="205529.1">32903 3514 210 0,'0'0'192'0,"0"0"-17"0,0 0-13 0,0 0-10 15,0 0-2-15,0 0 6 0,0 0-1 16,0 0-7-16,0 0-11 0,0 0 0 0,0 0-2 16,0 0-4-16,0 0-3 0,0 0-5 0,0 0-5 15,20 61 6-15,-20-61-1 0,0 0 6 0,0 0-9 16,0 0-1-16,0 0-7 0,-20 49 1 0,20-49 1 16,0 0-4-16,0 0-10 0,0 0-10 0,0 0-7 15,0 0-11-15,-12 26 1 0,12-26-24 0,0 0 6 16,0 0-6-16,0 0-17 0,0 0-6 0,0 0-33 15,0 0-37-15,43 16-46 0,-43-16-48 0,0 0-39 16,51 0-30-16,-51 0-33 0,0 0-15 0,44-9-5 16,-44 9 0-16,0 0-144 0,41-13-438 0,-41 13 193 15,24-10 1699-15,-24 10-1177 0,0 0 37 0,26-15 39 16,-26 15 44-16,0 0 38 0,0 0 29 0,0 0 17 16,24-19 27-16,-24 19 14 0,0 0 9 15,0 0 3-15,0 0 2 0,0 0-12 0,0 0-9 16,0 0 15-16,0 0 13 0,0 0 5 0,0 0-1 15,0 0 0-15,0 0-18 0,0 0-4 0,0 0-15 16,0 0 5-16,0 0 0 0,0 0-9 0,10 53-16 16,-10-53-6-16,0 0-8 0,0 0-5 0,0 0-8 15,6 32-15-15,-6-32-17 0,0 0-8 0,19 19-33 16,-19-19-26-16,0 0-27 0,35 11-40 0,-35-11-41 16,0 0-48-16,44-2-56 0,-44 2-56 0,0 0-194 15,0 0-542-15,53-15 240 0</inkml:trace>
  <inkml:trace contextRef="#ctx0" brushRef="#br0" timeOffset="206226.87">29891 2985 171 0,'0'0'191'0,"0"0"-14"16,0 0-24-16,0 0-12 0,0 0-28 0,0 0-33 0,0 0-39 16,0 0-55-16,0 0-47 0,0 0-105 15,0 0-179-15,0 0 80 0</inkml:trace>
  <inkml:trace contextRef="#ctx0" brushRef="#br0" timeOffset="206392.44">30114 3019 174 0,'0'0'223'0,"0"0"-9"15,0 0-23-15,13 2-22 0,-13-2-20 0,0 0-39 16,0 0-53-16,0 0-61 0,0 0-69 16,0 0-129-16,0 0-218 0,0 0 96 0</inkml:trace>
  <inkml:trace contextRef="#ctx0" brushRef="#br0" timeOffset="209296.73">28069 3836 150 0,'0'0'191'0,"0"0"9"0,-2-11 1 0,2 11-6 16,0-10-17-16,0 10-15 0,0-8 3 0,0 8 0 16,-2-9 5-16,2 9-4 0,0 0-12 15,-1-7-7-15,1 7-12 0,0 0-17 0,0 0-10 16,0 0-16-16,0 0-8 0,-1-9-13 0,1 9-9 0,0 0-10 15,0 0-3-15,0 0-7 0,0 0-2 0,0 0-3 16,11 24-2-16,-6-13 6 0,-1 5-6 16,5 1-7-16,-3 0-1 0,3-1 0 0,-1-1-3 15,0-2-4-15,-2 3-1 0,2-1-2 0,-1-4 3 16,-1-1-7-16,1 0-2 0,-3-1 1 0,4 0-1 16,-5-4-4-16,0 1 3 0,2-3-3 0,-2 2 1 15,-3-5-5-15,5 8 4 0,-5-8 0 0,4 3-1 0,-4-3 3 16,0 0 1-16,5 6 1 0,-5-6 9 0,0 0-3 15,0 0-1-15,0 0-12 0,11-22-4 16,-4 8-4-16,0 0 2 0,2 0 0 0,-2-3 0 16,0-1-5-16,1 0-9 0,2 0-6 0,0-5-19 15,-3 6-11-15,2-1-8 0,-2 4-3 0,2 0-6 0,-2 4-4 16,-3 2-14-16,2-1-17 0,-1 1-30 0,-2 3-28 16,1 1-21-16,-4 4 0 0,9-5 5 15,-9 5-2-15,10 0-2 0,-10 0 2 0,11 6-106 16,-5-3-307-16,0 2 137 0</inkml:trace>
  <inkml:trace contextRef="#ctx0" brushRef="#br0" timeOffset="209513.03">28550 3804 54 0,'0'0'162'0,"0"0"9"16,0 0 7-16,0 0-1 0,0 0-5 0,0 0-7 15,0 0-16-15,0 0-6 0,0 0-16 0,0 0-9 16,0 0-6-16,0 0-12 0,0 0-8 0,0 0-11 15,0 0-2-15,-2 15-8 0,2-15-4 0,-7 19-5 16,3-7-5-16,-3-2-6 0,5 1-1 0,-1 1-5 16,1-2-6-16,0 2-3 0,1 0-1 0,1-2-12 15,3 1-19-15,-3-2-29 0,5 0-24 0,-1 0-28 16,3-1-27-16,2-2-22 0,-1-2-30 0,3 0-20 16,-1-2-143-16,1 1-343 0,0-3 152 0</inkml:trace>
  <inkml:trace contextRef="#ctx0" brushRef="#br0" timeOffset="209884.13">28835 3778 152 0,'0'0'174'0,"0"0"-14"0,-7-7-8 16,7 7-5-16,0 0-11 0,-15 4-5 0,15-4-7 16,-9 10-13-16,1-3-8 0,3-1-10 0,-2 6-9 15,1-5-7-15,4 0-10 0,-2 3-8 0,2-2-2 16,2 0-10-16,3-1-4 0,-3 2-9 0,3-1-8 15,-1 0-22-15,3-1-14 0,-1-3-8 0,4 1 4 16,0 2-2-16,-8-7-1 0,15 5 2 0,-11-2 0 16,-4-3-6-16,9 4-2 0,-9-4 7 0,0 0 2 15,10 0 2-15,-10 0-3 0,0 0 8 0,0 0 4 16,0 0 2-16,8-6 13 0,-8 6 2 0,0 0 6 16,0 0-5-16,0 0 8 0,0 0 4 0,0 0-2 15,-32 3 4-15,22 0 2 0,0 4-1 0,3-1 2 16,-2 1 3-16,1-1 7 0,-1 1-1 0,2 0-5 15,0 2-6-15,1-2-4 0,2 2-2 0,0-3 3 16,3 2 1-16,0-2-11 0,1-6-3 0,2 14 6 16,2-9-14-16,-1 2-22 0,7-2-14 0,-4-3-24 15,-6-2-37-15,24 6-34 0,-11-6-35 0,-1 0-156 16,8 0-341-16,-1-3 150 0</inkml:trace>
  <inkml:trace contextRef="#ctx0" brushRef="#br0" timeOffset="210045.14">29047 3866 157 0,'1'-6'206'0,"-1"6"-10"0,0 0-15 0,0 0-15 0,0 0-17 16,7-5-13-16,-7 5-14 0,14-2-14 0,-2 1-15 16,1-1-33-16,1 0-35 0,5 0-33 15,9-2-47-15,-8 0-34 0,0 6-39 0,-2-4-93 0,-7 4-237 16,1-2 106-16</inkml:trace>
  <inkml:trace contextRef="#ctx0" brushRef="#br0" timeOffset="210217.53">29269 3874 177 0,'0'0'191'0,"-8"5"-5"0,3-1-2 0,5-4-4 16,-9 4-10-16,9-4-18 0,-7 4-13 0,7-4-15 0,-4 7-13 15,4-7-8-15,-1 5-10 0,1-5-9 0,0 0-12 16,3 14-7-16,-3-14-21 0,9 8-30 0,-2-5-31 15,0 2-15-15,4 0-29 0,1 0-25 16,1-2-18-16,5-3-12 0,-1 3-6 0,-3-2-8 16,0-1-10-16,0-4-74 0,3 4-232 0,-4-4 104 15</inkml:trace>
  <inkml:trace contextRef="#ctx0" brushRef="#br0" timeOffset="210496.77">29466 3909 430 0,'9'-7'2'0,"-3"-2"6"0,4 1 23 0,-3-3 29 16,-2 2 14-16,0 4 19 0,-2-2 10 0,-3 7 11 15,6-7 6-15,-5 2 6 0,-1 5-6 0,0 0-8 16,8-7-8-16,-8 7-4 0,0 0-2 15,0 0 3-15,0 0-8 0,0 0-3 0,0 0 0 16,-9 29-5-16,8-20-6 0,1-2-15 0,1 3-4 0,-1-1-9 16,5 0-2-16,-2-1-4 0,0 2-5 15,5-2-5-15,-3-3 6 0,2-1 5 0,5 0-1 0,0-1 3 16,2-3-7-16,5 0 3 0,-1-3-1 16,-8 0-4-16,6-1 1 0,-5 1 1 0,-1-3-1 15,0 1 2-15,0-1-1 0,-3-2 6 0,-2 4-13 16,2-5 5-16,-6 2-7 0,-1-2-4 0,1 1 0 0,-1 8-4 15,-4-18-5-15,-2 9-4 0,0-1-5 16,-2 3-5-16,-4 1-7 0,1-1-15 0,-6 4-8 16,5-1-12-16,-6 4-17 0,0-3-15 0,1 8-31 15,-2-2-24-15,1 3-41 0,3 2-33 0,2-3-38 16,-1 7-161-16,5-5-431 0,4-1 191 0</inkml:trace>
  <inkml:trace contextRef="#ctx0" brushRef="#br0" timeOffset="212013.21">30470 3937 20 0,'0'0'111'0,"0"0"1"0,0 0-16 0,0 0-9 16,30 4-6-16,-7-9-4 0,6-1-8 0,6 1-2 16,1-3-11-16,4 0 1 0,10-1-12 0,4-3-1 15,-4 1-13-15,0 1-2 0,-11 5-1 16,10-4-9-16,-11 2 2 0,0-2 10 0,-1 0-11 15,2 2-4-15,12-4-4 0,-13 3-4 0,2 1 0 16,-2 0 3-16,2 1-4 0,-2-1 8 0,16 1-7 0,-20 0 7 16,1-1 4-16,2 1-8 0,-2-1-7 15,-3 1 13-15,-4-1-14 0,2 1 11 0,-9 2-3 0,-1-1 3 16,-2 1-4-16,2 0 0 0,-3 1 7 16,2 0 5-16,-2-1-10 0,1-1-3 0,-2 2 3 15,1-1 5-15,-3 1-13 0,3 0 6 0,0-1-2 16,-4 2-3-16,5-3 2 0,-5 3-2 0,1-1 4 0,-2 1-12 15,0 2 9-15,0-2-8 0,-2-1 5 16,0 2 0-16,2-1 4 0,-6 0-1 0,2 1 3 16,-8 1-1-16,11-1 6 0,-11 1-2 0,11 0 0 15,-11 0 2-15,0 0-3 0,7-2 12 0,-7 2 1 16,0 0-1-16,9-1 6 0,-9 1 1 0,0 0-1 16,0 0-7-16,0 0 9 0,0 0-8 0,0 0-1 15,0 0-7-15,0 0 3 0,9 1 1 0,-9-1-7 16,0 0 6-16,0 0-2 0,0 0-2 0,0 0 1 15,0 0 4-15,0 0 2 0,0 0 3 0,0 0-4 16,0 0 1-16,0 0-7 0,0 0 5 0,0 0 1 16,0 0-4-16,0 0 5 0,0 0-2 0,0 0-5 15,12-6-2-15,-12 6 1 0,0 0 1 0,11-3-6 16,-11 3-2-16,0 0-3 0,0 0 5 0,0 0 1 16,12-1-3-16,-12 1-4 0,0 0 1 0,0 0-1 15,0 0 1-15,0 0 9 0,0 0 5 0,0 0 3 16,0 0 8-16,0 0 7 0,0 0 12 0,0 0 1 15,0 0 2-15,0 0 6 0,-16 28-6 0,9-20-1 16,0 1-4-16,-1 0-4 0,0 2-5 0,0-2-3 16,0 0 1-16,2-1-10 0,-3 1 3 0,3-1-5 15,-2 2-2-15,1-3-37 0,1 1-38 0,6-8-48 16,-11 15-55-16,11-15-55 0,-9 10-188 0,2-4-432 16,7-6 192-16</inkml:trace>
  <inkml:trace contextRef="#ctx0" brushRef="#br0" timeOffset="212203.84">32088 3623 177 0,'-7'-8'250'0,"-2"1"-6"16,0-1-3-16,-2 0-13 0,0 3-9 0,1-1-22 15,-2 0-16-15,0 2 7 0,1 2-19 0,2-1-17 16,1 0-36-16,8 3-51 0,-11-3-33 0,11 3-49 15,0 0-39-15,0 0-34 0,-18 2-53 0,18-2-53 16,0 0-131-16,0 0-353 0,0 0 157 0</inkml:trace>
  <inkml:trace contextRef="#ctx0" brushRef="#br0" timeOffset="214332.35">22862 5270 59 0,'0'0'178'15,"0"0"-18"-15,0 0-18 0,0 0-16 0,-11-7-12 16,11 7-8-16,0 0-17 0,-10-4-5 0,10 4-11 15,-10 0-6-15,10 0-7 0,-13-2-2 0,13 2-6 16,-14 3-13-16,4-3-6 0,2 1-9 0,-5 2 4 16,2-1-8-16,-1 1 1 0,-2-2-4 0,1 3 1 15,-2-2-1-15,2-1-4 0,-3 4 5 0,3-2 1 16,1-1 4-16,1-1 10 0,1 2 3 0,3-2 8 16,7-1-3-16,-11 3 2 0,11-3 1 0,-8 0-2 15,8 0 0-15,0 0 2 0,0 0 1 0,0 0 5 16,0 0 4-16,0 0 0 0,0 0 1 0,0 0-1 15,0 0-6-15,29-2-3 0,-18 0-4 0,1-1-4 16,3 2-2-16,-3-3-7 0,0 0-2 0,-1 3 0 16,2 1-7-16,-3-2-3 0,-3 2-2 0,4-2-3 15,-4 1 2-15,-7 1-6 0,10-2 3 0,-10 2 2 16,10-1-2-16,-10 1-1 0,0 0-1 0,0 0-1 16,0 0-3-16,0 0 1 0,0 0-9 0,0 0-3 15,0 0-10-15,0 0-5 0,0 0-9 0,-18 17-12 16,12-16-4-16,6-1-13 0,-8 7-19 0,8-7-14 15,-10 3-14-15,10-3-22 0,-6 4-14 0,6-4-25 16,0 0-136-16,-6 2-328 0,6-2 145 0</inkml:trace>
  <inkml:trace contextRef="#ctx0" brushRef="#br0" timeOffset="-214176.49">22049 3769 163 0,'0'0'150'0,"3"-7"-21"15,-3 7-14-15,0 0-16 0,0 0-16 16,0 0-36-16,0 0-34 0,0 0-39 0,0 0-18 15,0 0-19-15,0 0-48 0,0 0-121 0,0 0 53 16</inkml:trace>
  <inkml:trace contextRef="#ctx0" brushRef="#br0" timeOffset="-213791.3">21994 4401 121 0,'0'0'199'0,"0"0"-4"0,0 0-6 0,2 4-10 16,-2-4-7-16,0 0-12 0,0 0-10 0,0 0-14 16,0 0-2-16,0 0-19 0,4 4-9 0,-4-4-11 15,0 0-5-15,0 0-3 0,0 0-5 0,0 0-9 16,0 0-3-16,0 0-5 0,0 0-1 0,0 0-7 15,0 0-6-15,0 0-3 0,0 0-3 0,0 0-9 16,0 0-2-16,0 0-5 0,0 0-3 0,4 5 1 16,-4-5-4-16,0 0-4 0,0 0 0 0,0 0-3 15,0 0-4-15,0 0 1 0,0 0 1 0,0 0-3 16,0 0-1-16,0 0-1 0,0 0-1 0,0 0-3 16,0 0 2-16,0 0-1 0,0 0-2 0,0 0 2 15,0 0-5-15,0 0-1 0,0 0 4 0,0 0-10 16,0 0-10-16,0 0-19 0,0 0-18 0,0 0-23 15,0 0-29-15,0 0-33 0,0 0-27 0,0 0-30 16,0 0-22-16,0 0-119 0,0 0-364 0,0 0 161 16</inkml:trace>
  <inkml:trace contextRef="#ctx0" brushRef="#br0" timeOffset="-213261.51">22700 5273 141 0,'0'0'179'0,"0"0"2"0,0 0 1 0,0 0-4 0,0 0-6 16,-20-10-8-16,20 10-4 0,0 0-8 0,0 0-14 15,0 0-16-15,0 0-10 0,0 0-14 0,0 0-9 16,0 0-12-16,0 0-15 0,0 0-17 0,0 0-23 16,0 0-33-16,0 0-33 0,0 0-33 0,0 0-42 15,0 0-37-15,0 0-156 0,0 0-337 0,0 0 150 16</inkml:trace>
  <inkml:trace contextRef="#ctx0" brushRef="#br0" timeOffset="-211839.17">31760 12237 180 0,'-1'-9'183'0,"1"9"7"16,0 0-9-16,0 0-9 0,0 0-7 0,0 0-8 16,0-9-4-16,0 9-7 0,0 0-12 0,0 0-9 15,0 0-10-15,0 0-15 0,0 0-9 0,0 0-8 0,1-8-10 16,-1 8-17-16,0 0-18 0,0 0-23 16,0 0-35-16,0 0-31 0,0 0-39 0,0 0-37 15,0 0-34-15,0 0-157 0,0 0-345 0,-10-6 152 16</inkml:trace>
  <inkml:trace contextRef="#ctx0" brushRef="#br0" timeOffset="-211637.55">31732 12141 27 0,'0'0'119'0,"0"0"-35"16,0 0-30-16,0 0-14 0,0 0-18 0,0 0-28 0,0 0-22 15,0 0-24-15,0 0-57 0,0 0 25 16</inkml:trace>
  <inkml:trace contextRef="#ctx0" brushRef="#br0" timeOffset="-211490.24">31769 12177 63 0,'0'0'70'16,"0"0"-24"-16,0 0-25 0,0 0-27 0,0 0-27 0,0 0-35 16,0 0 16-16</inkml:trace>
  <inkml:trace contextRef="#ctx0" brushRef="#br0" timeOffset="-210701.33">31242 13673 16 0,'0'0'127'0,"0"0"-20"0,9-2-19 15,-9 2-25-15,9-2-25 0,-9 2-28 0,11 0-43 16,-4-1-37-16,-7 1-75 0,18 0 34 0</inkml:trace>
  <inkml:trace contextRef="#ctx0" brushRef="#br0" timeOffset="-206203.19">31771 12195 57 0,'0'0'117'0,"0"0"-17"16,0 0-3-16,0 0-20 0,0 0-10 0,0 0-16 15,0 0-18-15,0 0-22 0,0 0-33 0,0 0-28 16,0 0-40-16,0 0-97 0,0 0 43 0</inkml:trace>
  <inkml:trace contextRef="#ctx0" brushRef="#br0" timeOffset="-204336.98">29371 3543 34 0,'0'0'82'0,"0"0"-4"16,0 0-19-16,0 0-12 0,0 0-14 0,0 0-23 15,0 0-23-15,0 0-42 0,0 0-61 0,3 6 27 16</inkml:trace>
  <inkml:trace contextRef="#ctx0" brushRef="#br0" timeOffset="-202929.85">30119 2753 7 0,'0'0'25'0,"0"0"0"0,0 0-6 0,0 0-3 15,0 0 4-15,0 0-4 0,0 0-4 16,0 0-1-16,0 0 3 0,0 0-5 0,0 0 3 15,0 0-1-15,0 0 2 0,0 0 0 0,0 0-4 0,0 0 3 16,0 0-10-16,0 0 10 0,0 0-8 0,0 0 4 16,0 0 3-16,0 0-5 0,0 0-6 0,0 0 5 15,0 0-2-15,0 0-1 0,0 0 5 16,0 0-2-16,0 0-2 0,0 0 3 0,0 0 7 16,0 0-14-16,0 0 1 0,0 0 2 0,0 0-7 15,0 0 9-15,0 0-6 0,0 0 5 0,0 0-4 16,0 0 7-16,0 0-2 0,0 0-8 0,0 0 7 15,0 0-2-15,0 0 4 0,0 0-6 0,0 0 2 16,0 0 2-16,0 0-1 0,0 0-2 0,0 0-2 16,0 0 7-16,0 0-7 0,0 0-1 0,0 0 1 15,0 0 4-15,0 0-4 0,0 0 1 0,0 0 8 16,0 0-4-16,0 0 2 0,0 0-8 0,0 0-5 16,0 0 0-16,0 0 10 0,0 0-8 0,0 0 3 15,0 0-10-15,0 0 1 0,0 0-2 0,0 0-5 16,0 0 1-16,0 0-3 0,0 0 5 0,0 0-1 15,0 0 2-15,0 0-17 0,0 0-35 0,0 0 16 16</inkml:trace>
  <inkml:trace contextRef="#ctx0" brushRef="#br0" timeOffset="-200447.04">32377 13614 57 0,'0'0'102'0,"0"0"-30"0,0 0 2 15,0 0-8-15,0 0-5 0,0 0 5 0,0 0-11 16,0 0 9-16,0 0 4 0,0 0 3 0,0 0-3 16,0 0-3-16,0 0 1 0,0 0-4 0,0 0-11 15,0 0 8-15,0 0-5 0,0 0-11 0,0 0-1 16,0 0-2-16,0 0-1 0,0 0-4 0,0 0-16 16,0 0 9-16,0 0-14 0,0 0-12 0,0 0-18 15,0 0-21-15,0 0-33 0,0 0-23 0,0 0-29 16,0 0-63-16,0 0-199 0,0 0 89 0</inkml:trace>
  <inkml:trace contextRef="#ctx0" brushRef="#br0" timeOffset="-197938.73">31916 13041 185 0,'0'0'176'16,"0"0"-16"-16,0 0-20 0,0 0-11 0,0 0-16 15,0 0-6-15,0 0-19 0,0 0-24 0,0 0-24 16,0 0-40-16,0 0-53 0,0 0-49 0,0 0-73 15,0 0-189-15,0 0 84 0</inkml:trace>
  <inkml:trace contextRef="#ctx0" brushRef="#br0" timeOffset="-197718.85">32631 13089 103 0,'0'0'227'15,"0"0"-17"-15,0 0-16 0,0 0-16 0,0 0-19 16,4-5-24-16,-4 5-27 0,0 0-28 0,0 0-33 16,0 0-32-16,0 0-35 0,0 0-34 0,0 0-38 15,0 0-123-15,0 0-234 0,0 0 104 0</inkml:trace>
  <inkml:trace contextRef="#ctx0" brushRef="#br0" timeOffset="-195013.82">22708 5187 7 0,'0'0'51'15,"0"0"1"-15,6-4 2 0,-6 4-2 0,0 0 7 0,0 0-5 16,0 0-1-16,0 0-5 0,3-6 0 16,-3 6-3-16,0 0 2 0,0 0-3 0,0 0-7 15,0 0-8-15,0 0 3 0,5-5-10 0,-5 5-2 16,0 0 2-16,0 0 1 0,0 0-12 0,0 0-1 15,0 0-8-15,0 0-7 0,13 2-5 0,-13-2-15 0,0 0-10 16,10 8-12-16,-7-5-18 0,0 1-42 16,0 3-113-16,-3-7 50 0</inkml:trace>
  <inkml:trace contextRef="#ctx0" brushRef="#br0" timeOffset="-194059.25">31805 12218 8 0,'0'0'158'0,"0"0"-6"0,0 0-9 0,-2-9-7 16,2 9-10-16,0 0-2 0,0 0-9 0,0 0-11 15,0 0-11-15,0 0-5 0,0 0-15 0,0 0-4 16,0 0-24-16,0 0-36 0,0 0-36 0,0 0-41 15,0 0-49-15,0 0-89 0,0 0-222 0,-10-1 99 0</inkml:trace>
  <inkml:trace contextRef="#ctx0" brushRef="#br0" timeOffset="-156491.08">27116 8603 12 0,'-8'-4'63'0,"8"4"-3"0,-9-3-5 0,9 3-6 15,-14-4-7-15,9 3-13 0,-5-1-13 0,1 2-14 16,-3 1-14-16,1-2-18 0,-5 1-18 0,-1 0-52 16,-2 0 23-16</inkml:trace>
  <inkml:trace contextRef="#ctx0" brushRef="#br0" timeOffset="-155521.17">22578 8629 27 0,'0'0'29'0,"0"0"-12"0,0 0 0 0,0 0-6 16,0 0 3-16,0 0-6 0,0 0-2 0,0 0-3 15,0 0-9-15,0 0 6 0,0 0 1 0,0 0-7 16,0 0 0-16,0 0 3 0,0 0-6 0,0 0 9 16,0 0-2-16,0 0-2 0,0 0-1 0,0 0 3 15,0 0 4-15,0 0 0 0,0 0-3 0,0 0 4 16,0 0-1-16,0 0 1 0,0 0 0 0,0 0 6 16,0 0 0-16,0 0-4 0,0 0 9 0,0 0-3 15,0 0 0-15,0 0 7 0,0 0-1 0,0 0 4 16,0 0-4-16,-11 0 6 0,11 0-7 0,0 0 10 15,0 0-7-15,0 0-6 0,0 0 11 0,0 0-6 16,0 0-2-16,0 0-1 0,0 0-5 0,0 0-1 0,-7-2 7 16,7 2-2-16,0 0 3 0,0 0 8 0,0 0-4 15,0 0-2-15,0 0 1 0,0 0 2 16,0 0-7-16,0 0-1 0,0 0 0 0,0 0 5 16,0 0-12-16,0 0 9 0,0 0 3 0,-8-4-10 0,8 4-1 15,0 0 1-15,0 0-2 0,0 0 0 0,0 0-8 16,0 0 6-16,0 0-1 0,0 0 3 0,0 0-1 15,-10-1-4-15,10 1 0 0,0 0-1 16,0 0-4-16,0 0-5 0,0 0-4 0,0 0-8 0,0 0-12 16,0 0-10-16,0 0-15 0,0 0-40 0,0 0-103 15,0 0 46-15</inkml:trace>
  <inkml:trace contextRef="#ctx0" brushRef="#br0" timeOffset="-151882.52">27081 8609 2 0,'0'0'65'0,"4"-5"-3"15,-4 5-4-15,0 0 3 0,5-4-2 0,-5 4 9 16,0 0-18-16,0 0 3 0,0 0-1 0,0 0-2 16,0 0 3-16,0 0-6 0,0 0-4 0,0 0 6 15,0-9 1-15,0 9-4 0,0 0-2 0,0 0-8 0,0 0 4 16,0 0-11-16,0 0-6 0,0 0 6 15,0 0-11-15,0 0 1 0,0 0-1 0,0 0 0 16,0 0-1-16,0 0-5 0,0 0-3 0,0 0 6 16,0 0-7-16,0 0-1 0,0 0 3 0,0 0-6 15,0 0 4-15,0 0-5 0,0 0 3 0,0 0-3 16,0 0-2-16,0 0-1 0,0 0 10 0,0 0-1 16,0 0-3-16,0 0-4 0,0 0-8 0,0 0 10 15,0 0 0-15,0 0-2 0,0 0 3 0,0 0-4 0,0 0 0 16,0 0 2-16,0 0-10 0,0 0 11 0,0 0-3 15,0 0 1-15,0 0 0 0,0 0-1 16,0 0-2-16,0 0 1 0,0 0-3 0,0 0 4 16,0 0 1-16,0 0-4 0,0 0-1 0,0 0 1 0,0 0 0 15,0 0 12-15,0 0-16 0,0 0 9 0,0 0-5 16,0 0 1-16,0 0-4 0,0 0 5 0,0 0-2 16,0 0 7-16,0 0-5 0,0 0 2 0,0 0-1 15,0 0-4-15,0 0 2 0,0 0-2 0,0 0 0 16,0 0 0-16,0 0 1 0,0 0-3 0,0 0-4 15,0 0 2-15,0 0-7 0,0 0 1 0,0 0-12 16,0 0 3-16,0 0-3 0,0 0-10 0,0 0 2 16,0 0-1-16,0 0-8 0,0 0 0 15,0 0-15-15,0 0-15 0,0 0-67 0,0 0-152 0,0 0 68 16</inkml:trace>
  <inkml:trace contextRef="#ctx0" brushRef="#br0" timeOffset="-151459.5">26971 8651 36 0,'0'0'32'0,"0"0"-16"15,0 0-10-15,0 0-15 0,0 0-5 0,0 0-15 16,0 0 7-16</inkml:trace>
  <inkml:trace contextRef="#ctx0" brushRef="#br0" timeOffset="-147720.12">31966 8749 32 0,'5'-6'18'0,"0"1"-3"15,0 0-27-15,-1-2-11 0,0 2 6 0</inkml:trace>
  <inkml:trace contextRef="#ctx0" brushRef="#br0" timeOffset="-140270.95">29893 5760 33 0,'0'0'40'0,"0"0"-6"16,0 0 2-16,0 0-11 0,0 0 1 0,0 0-1 15,0 0-15-15,0 0 9 0,0 0 0 0,0 0-2 16,0 0-4-16,0 0-2 0,0 0 0 0,0 0-4 15,0 0-1-15,0 0 1 0,0 0-5 16,0 0-3-16,0 0 1 0,0 0 6 0,0 0-11 0,0 0-6 16,0 0-2-16,0 0-15 0,-9 3-21 0,9-3-51 15,0 0 23-15</inkml:trace>
  <inkml:trace contextRef="#ctx0" brushRef="#br0" timeOffset="-136466.77">27016 8618 21 0,'0'0'143'0,"0"0"1"0,0 0-10 16,0 0-12-16,0 0-14 0,0 0 0 15,0 0-13-15,0 0-10 0,0 0-10 0,0 0-12 0,0 0-8 16,0 0-22-16,0 0-16 0,0 0-35 0,0 0-17 16,0 0-23-16,0 0-24 0,0 0-87 15,0 0-182-15,0 0 81 0</inkml:trace>
  <inkml:trace contextRef="#ctx0" brushRef="#br0" timeOffset="-135968.89">27099 8635 2 0,'0'0'34'0,"0"0"-14"0,0 0-11 0,0 0-15 0,0 0-5 15,0 0-9-15,0 0 4 0</inkml:trace>
  <inkml:trace contextRef="#ctx0" brushRef="#br0" timeOffset="-130855.52">27011 8573 7 0,'0'0'14'0,"0"0"4"16,0 0 1-16,0 0-3 0,0 0-7 0,0 0 8 16,0 0-7-16,0 0 2 0,0 0 3 0,0 0-6 15,0 0 1-15,0 0-3 0,0 0-2 0,0 0 4 0,-13 0-6 16,13 0-6-16,0 0-6 0,0 0-2 0,0 0 0 16,0 0-14-16,0 0-26 0,-10 9 12 15</inkml:trace>
  <inkml:trace contextRef="#ctx0" brushRef="#br0" timeOffset="-126248.7">31718 8861 11 0,'0'0'17'0,"0"0"4"15,0 0-3-15,0 0 4 0,0 0-10 16,0 0-3-16,0 0 3 0,0 0 1 0,0 0-6 15,0 0 6-15,0 0-5 0,0 0 0 0,0 0-7 16,0 0 4-16,0 0-3 0,0 0 2 0,0 0-7 16,0 0-2-16,0 0 4 0,0 0-1 0,0 0 1 0,0 0-2 15,0 0 3-15,0 0 0 0,0 0 0 16,0 0 3-16,0 0-5 0,0 0 6 0,0 0-8 16,0 0 2-16,0 0 3 0,0 0-2 0,0 0-1 15,0 0 4-15,0 0-7 0,0 0 5 0,0 0-2 16,0 0-1-16,0 0 0 0,0 0 3 0,0 0 1 15,0 0 1-15,0 0-9 0,0 0 2 0,0 0-5 0,0 0 12 16,0 0-7-16,0 0 3 0,0 0-4 16,0 0 0-16,0 0 3 0,0 0-3 0,0 0 6 15,0 0-10-15,0 0 4 0,0 0-1 0,0 0 0 16,0 0-7-16,0 0-14 0,0 0 7 0</inkml:trace>
  <inkml:trace contextRef="#ctx0" brushRef="#br0" timeOffset="-105332.33">29817 10971 14 0,'-2'-11'52'0,"2"11"-1"16,-7-9-11-16,1 4-3 0,-2 2-5 0,-1-1-6 16,-2 0-17-16,-7 0 1 0,-1 2-6 0,-3-1-9 15,-6 1-19-15,-1 2-17 0,-3 0-45 0,-2 0 19 16</inkml:trace>
  <inkml:trace contextRef="#ctx0" brushRef="#br0" timeOffset="-90895.97">27105 8635 50 0,'0'0'107'0,"0"0"1"0,0 0-19 0,0 0 7 0,0 0-5 15,0 0-3-15,0 0-11 0,0 0-8 16,0 0-4-16,0 0-21 0,0 0 9 0,0 0-13 15,0 0 0-15,0 0-5 0,0 0-18 0,0 0-1 0,0 0-9 16,0 0-9-16,0 0-10 0,0 0-9 0,0 0-19 16,0 0-6-16,0 0-25 0,0 0-79 0,0 0-163 15,0 0 72-15</inkml:trace>
  <inkml:trace contextRef="#ctx0" brushRef="#br0" timeOffset="-90132.47">27099 8583 5 0,'0'0'83'0,"0"0"1"0,0 0-15 16,0 0-9-16,0 0-12 0,0 0-1 0,0 0-1 15,2-8-2-15,-2 8-5 0,0 0-7 0,0 0-4 16,0 0-7-16,0 0-9 0,0 0-5 0,0 0-9 16,0 0-7-16,0 0-12 0,0 0-11 0,0 0-10 15,0 0-45-15,0 0-93 0,0 0 41 0</inkml:trace>
  <inkml:trace contextRef="#ctx0" brushRef="#br0" timeOffset="-81160.6">24654 6105 49 0,'0'0'63'0,"0"0"-3"0,0 0-1 16,0 0-9-16,0 0-2 0,0 0-4 0,16-14 5 15,-16 14 1-15,0 0 4 0,0 0-2 0,0 0 0 0,0 0 6 16,0 0 2-16,0 0 2 0,0 0 0 16,0 0 8-16,0 0-10 0,0 0 3 0,0 0 2 15,0 0-1-15,0 0-6 0,0 0 0 0,0 0-8 16,0 0-4-16,0 0-2 0,0 0-8 0,0 0-5 0,0 0-6 16,0 0-6-16,0 0-9 0,0 0-13 0,0 0-6 15,0 0-9-15,0 0-1 0,-24 18-13 16,18-12 3-16,1 2-11 0,0 2-5 0,-4-3 6 15,0 2-7-15,0-1-3 0,-1 2-8 0,-3 0-24 0,-1 2-17 16,0 3-70-16,-5 2-182 0,2-6 81 0</inkml:trace>
  <inkml:trace contextRef="#ctx0" brushRef="#br0" timeOffset="-53749.14">22874 6513 15 0,'0'0'47'0,"-2"12"-3"0,2-12-9 15,-4 9-6-15,4-9-23 0,-5 13-13 16,5-13-22-16,-5 12-30 0,1-7 14 0</inkml:trace>
  <inkml:trace contextRef="#ctx0" brushRef="#br0" timeOffset="-49622.98">7358 11333 3 0,'0'0'89'0,"0"0"-7"0,-4-6-1 16,4 6-3-16,0 0-9 0,0 0-9 16,0 0-1-16,0 0-6 0,0 0-12 0,-7-2-1 0,7 2-1 15,0 0-4-15,0 0-1 0,0 0-15 0,0 0 21 16,-12 0-23-16,12 0-1 0,0 0-4 0,0 0-1 16,0 0 3-16,-11 1-3 0,11-1-6 15,0 0 2-15,-12 4 0 0,12-4-1 0,-6 0-2 16,6 0 1-16,-8 5-5 0,8-5 1 0,-8 4 0 0,8-4 1 15,-8 3-10-15,8-3 9 0,-8 1 1 0,8-1 2 16,-6 3-1-16,6-3-7 0,0 0 8 16,-8 1-3-16,8-1 4 0,0 0-10 0,0 0 9 15,-9 6 0-15,9-6 0 0,0 0-6 0,0 0 6 0,0 0 2 16,0 0 1-16,0 0-5 0,-8 2 2 16,8-2-7-16,0 0 1 0,0 0-8 0,0 0 15 0,0 0-3 15,0 0-3-15,0 0-4 0,0 0 7 16,0 0 4-16,0 0-12 0,18 7 9 0,-18-7-4 15,13 3 4-15,0 0-6 0,-3 1 4 0,3-1 4 0,1-2-3 16,6 3 0-16,3-1 10 0,5 0-6 0,3 1 9 16,2-3-4-16,2 2 5 0,4-2-3 0,11 4 3 15,0 0-4-15,2 1-3 0,1-1 0 0,2 0 13 16,1-2-9-16,-1 3-2 0,0-3 2 0,0 1-15 16,-1 2 17-16,0 0-1 0,6-1-11 0,-6 3 1 15,4-5-2-15,2 1 6 0,3 0 2 0,-1 0-2 16,2 2 1-16,2-2-5 0,24 2 5 0,-31-2-7 15,2 4 5-15,-1-3-5 0,-1-1-1 0,-2-3 5 16,0 5 1-16,-3-4-7 0,-4 1 0 0,2-3 5 16,-1 4 4-16,-16-4-4 0,1 1 2 0,-1-1-5 15,-2 2 9-15,2 0-8 0,-2-1 9 0,-5 0-4 16,-5 2-1-16,-2 0-7 0,0-3 0 0,-2 2 10 16,-1-1 7-16,-6-1-6 0,-1 2-1 0,-1-2 6 15,0 1 0-15,-3-1 3 0,-7 0 4 0,11 0 0 16,-11 0 8-16,8 0 8 0,-8 0 1 0,0 0 4 15,10 0 4-15,-10 0 1 0,0 0 0 0,0 0-3 16,0 0-3-16,0 0-4 0,0 0-13 0,8 0-14 16,-8 0-13-16,0 0-19 0,0 0-25 0,0 0-15 15,0 0-18-15,0 0-15 0,0 0-21 0,0 0-11 16,-27 1-110-16,20 2-254 0,7-3 112 0</inkml:trace>
  <inkml:trace contextRef="#ctx0" brushRef="#br0" timeOffset="-45303.35">22631 5292 3 0,'0'0'39'16,"0"0"4"-16,0 0 18 0,0 0-16 0,-5-14-6 15,5 14 1-15,0 0 6 0,0-12 0 0,0 12 3 16,-1-7 4-16,1 7-2 0,-3-7 2 0,3 7-2 16,0 0-6-16,0 0-7 0,0-10-3 0,0 10 0 15,0 0-5-15,0 0-5 0,-5-7-12 0,5 7-8 16,0 0-15-16,0 0-23 0,0 0-9 0,0 0-11 15,0 0-1-15,0 0-6 0,0 0-40 0,0 0-106 16,0 0 47-16</inkml:trace>
  <inkml:trace contextRef="#ctx0" brushRef="#br0" timeOffset="-42571.34">22629 5286 25 0,'0'0'81'15,"-5"-7"-5"-15,5 7-16 0,0 0 0 0,0 0-14 16,0 0 2-16,0 0-3 0,0 0-3 0,0 0-8 0,0 0-5 16,0 0 0-16,0 0-7 0,0 0-1 0,0 0-1 15,0 0-6-15,-4-6 2 0,4 6 1 16,0 0-6-16,0 0-1 0,0 0-9 0,0 0-5 0,0 0-12 16,0 0-10-16,0 0-9 0,0 0-6 15,0 0 5-15,0 0-1 0,0 0-3 0,0 0-3 0,0 0 2 16,0 0 3-16,0 0-21 0,0 0-63 0,0 0 28 15</inkml:trace>
  <inkml:trace contextRef="#ctx0" brushRef="#br0" timeOffset="-15267.65">29680 10629 22 0,'-10'-10'103'0,"10"10"-6"0,0 0-4 0,-5-5 5 0,5 5-16 15,0 0-6-15,0 0-3 0,0 0-8 0,0 0-4 16,0 0-8-16,-6-4-5 0,6 4-7 0,0 0 2 16,0 0-10-16,0 0 8 0,0 0-6 0,0 0 5 15,0 0 10-15,0 0 16 0,0 0 1 0,0 0-6 16,-13 9-2-16,8-4-6 0,5-5-7 0,0 0-4 15,-5 7-7-15,5-7-5 0,0 0 3 0,-4 5-8 16,4-5 0-16,0 0-7 0,0 0-2 0,0 0 1 16,0 0 0-16,0 0-1 0,0 0-8 0,5 10-2 15,-5-10 7-15,0 0-7 0,0 0 7 0,0 0-3 16,0 0 3-16,9 3-4 0,-9-3 4 0,0 0-1 16,0 0-2-16,0 0 1 0,0 0 1 0,0 0 2 15,0 0 4-15,0 0-1 0,0 0-1 0,0 0-6 16,0 0 6-16,0 0-3 0,0 0-3 0,0 0 1 15,0 0 0-15,0 0-1 0,0 0-3 0,0 0-4 16,0 0 2-16,0 0-5 0,0 0 0 0,0 0 1 16,0 0-1-16,0 0-4 0,0 0 5 0,0 0-4 15,0 0-1-15,0 0 4 0,0 0 1 0,0 0 2 0,0 0 0 16,0 0-2-16,1 11-1 0,3-7-1 0,-4-4 4 16,10 4-2-16,-2 0 0 0,2-1 0 0,1-3 0 15,-2 0 3-15,-9 0 1 0,17 0 0 0,-6-2 1 16,-6 0-2-16,4 0 5 0,-3 0 7 0,-6 2-7 15,10-3 3-15,-6-1 2 0,-4 4-1 0,9-7-2 16,-7 3-3-16,-2 4 1 0,0 0 0 0,3-10-3 16,-3 10-3-16,1-7 2 0,-1 7-3 0,0 0 1 15,0 0-2-15,0 0 1 0,-4-13-1 0,4 13-1 16,-10 0 0-16,10 0-2 0,0 0 0 0,-16 8 0 16,8-3-1-16,-3 2 0 0,-4 0 1 0,2 5-2 15,4-5 5-15,-2 3-5 0,2-1 4 0,4-1-4 16,0 1 8-16,3-2 1 0,0-1-8 0,2-6 5 15,-2 11-3-15,2-11 3 0,4 8-1 0,-1-2 1 16,-3-6 2-16,14 3 1 0,-6-3 1 0,2-2 0 0,2 1-2 16,-2-1 3-16,0 0 0 0,2-3 0 15,-3 1-2-15,-2-2 2 0,-1 1 0 0,-1 0 0 16,0-1-2-16,-2 2-1 0,-3 4 3 0,0-14-7 16,0 7 5-16,0 7-4 0,-5-12-3 0,-1 3 1 15,-2 1 1-15,-1 1-3 0,-2 0 2 0,-4 0 0 16,4 4-4-16,0 0 3 0,-1 0-1 0,0 1-3 15,1 2 4-15,1 0-4 0,-1 2 0 0,0 2 2 16,1 1 1-16,0 1-3 0,0 1 3 0,2 1 2 0,0 1-3 16,1-3-1-16,3-2-1 0,0 5 7 0,2-3 0 15,2-6 1-15,0 12-1 0,0-12 1 16,2 9 4-16,3-5 0 0,-5-4-3 0,12 2 2 0,-5-2 0 16,4 0-1-16,0-3-3 0,-5 0 9 0,5-1-8 15,1 0-4-15,-5 1 7 0,1 0-1 16,-3-1-4-16,0 1-1 0,-5 3-5 0,7-9-1 15,-7 9-5-15,3-6-10 0,-3 6-9 0,0 0-9 0,0 0-10 16,0 0-19-16,-20-4-1 0,20 4-26 0,-15 7-19 16,4-1-20-16,1 2-141 0,-2 0-298 0,3 5 132 15</inkml:trace>
  <inkml:trace contextRef="#ctx0" brushRef="#br0" timeOffset="-11513.65">33016 9004 65 0,'32'45'81'0,"-1"-1"1"0,5 0 5 0,-6 3-1 15,1-3 2-15,0 1 2 0,1 0 36 0,1 0-12 16,1-1 12-16,3-3-19 0,3 1-28 0,1-6 0 15,0-3 0-15,2-2-8 0,1-5-10 0,-10-7 2 16,11 3-2-16,-9-7-7 0,1-3-4 0,0-1-8 0,-4-2-5 16,-2-1 0-16,-1-2-8 0,-30-6-13 15</inkml:trace>
  <inkml:trace contextRef="#ctx0" brushRef="#br0" timeOffset="-11023.65">31778 8628 2 0,'-31'-46'28'0,"2"2"-8"0,2 3-3 16,0 1-11-16,9 8-12 0,0 3-6 0,2-4-12 15,2-1 6-15</inkml:trace>
  <inkml:trace contextRef="#ctx0" brushRef="#br0" timeOffset="-10744.66">32772 8874 85 0,'51'68'106'0,"-18"-22"-7"0,6 1-18 16,-2 2 3-16,14 21-35 0,-18-21-13 0,-3-2-25 15,2 0-16-15,-4 5-28 0,-7-2-18 0,-1 1-26 16,-1-1-84-16,-5-5 37 0</inkml:trace>
  <inkml:trace contextRef="#ctx0" brushRef="#br0" timeOffset="-6822.76">31264 11862 81 0,'0'0'87'16,"0"0"-9"-16,0 0-3 0,0 0-1 0,0 0-9 0,-25-4 0 15,25 4-8-15,-13 1-5 0,13-1 1 0,-16 0-4 16,10 1-4-16,-4-1 1 0,2 2-1 15,-3-2-5-15,-2 0-18 0,1 0 10 0,-1 0 4 16,-4 0 0-16,4 1-5 0,-6 1-2 0,1-2-6 0,0 2 6 16,0-2 6-16,-1 1-13 0,0 2 4 0,-1-2-4 15,-1 0-4-15,3 1 4 0,-9 0-3 16,7-1 1-16,-2-1 1 0,0 3-2 0,-1-2-4 16,1-1 11-16,-6 0-8 0,0 3 1 0,-4-2 0 15,-5 0-2-15,-13 2 1 0,0-1 1 0,-2 0 4 16,1 1 2-16,11 1-6 0,-13-2-1 0,0 0-4 0,0 1 0 15,2 0 4-15,-5 3-5 0,0-4 3 16,-1 0-1-16,-1 0-2 0,3 3-1 0,-7-1 2 0,3-1 1 16,-5-2 4-16,1 0-3 0,2 2-8 0,-2-3 5 15,-1 1 2-15,-2 1 3 0,-23-4-4 0,26 4-4 16,-2-2-2-16,0-2 2 0,-26 1 1 0,26 0-4 16,-25-2 4-16,26 6-4 0,0-3 5 15,-25-3-5-15,22 2-2 0,-23 1 0 0,-2-2-8 16,26 2 7-16,-23 0 1 0,23-1-3 0,-26 1 1 0,27 0 1 15,-25 1 3-15,25 1-1 0,-2-1-5 0,-25-4 2 16,2 2 4-16,26 2-5 0,0 1-1 0,-3-4-3 16,-23-1-1-16,26 3 3 0,0-4 0 0,-1 5-3 15,-25 0 1-15,29-3 5 0,2-1-1 16,-5 3-4-16,-1-2 4 0,0 0 0 0,2 0-9 0,-3-2 7 16,3 2 0-16,2-2-2 0,-2 0-1 0,3 2 6 15,1-1-7-15,-1-1 2 0,4 2 1 16,0 0 0-16,-1-1-2 0,3 0 3 0,-4 1-4 0,7-3 3 15,-1 3-2-15,11 0 6 0,-10 0-7 0,11-1 5 16,2 2 0-16,-3-1 0 0,3-1-8 0,-13 1 2 16,14 0-4-16,-3-1 1 0,6 1 1 0,-1-3-1 15,0 3 3-15,3-1 0 0,-2 0 6 0,3 2-6 16,-3-3 6-16,1 1-5 0,-2 0-1 0,3 3 0 16,-4-2 1-16,3 1 1 0,1-1 2 0,1 1-2 15,1 0-1-15,1 1 0 0,0-3 0 0,0 3 4 16,-1 0 6-16,4 0-6 0,-4 2 3 0,3 0-7 15,0-1 5-15,6 1 3 0,-7-2-1 0,6 0 1 16,0 0 0-16,3 1-2 0,-8-1 2 0,4 2-3 16,-4-2 8-16,8 1-1 0,-3 0-4 0,2 0-3 15,1 0 5-15,-4 2-1 0,5-3 7 0,-1 1-6 16,-2 1 1-16,2-2 3 0,0 2-7 0,1-2 2 16,0 2 2-16,0 0-8 0,0-2 7 15,2 0-1-15,-2 0-2 0,4 1 1 0,-4-1-4 0,5 0 2 16,-1 0 3-16,-4 0-2 0,2 0 1 0,-1 0-3 15,-2-1 0-15,-2 2 2 0,3-1-3 0,-2 0 2 16,2 0-2-16,-1 0 1 0,0 3 2 0,-1-3-3 16,1 2 2-16,-1 0-2 0,3-1 0 0,-4 1 3 15,4 1-5-15,-3-3 11 0,-2 1-11 0,3 1 2 16,-2-2 3-16,1 0 0 0,1 0-4 0,1 1 0 16,-4-2-2-16,1 2 3 0,2-1 2 0,-2 0 1 15,1 2-3-15,0 0 0 0,2-2-1 0,-1 1 2 16,0-1-1-16,1 1 0 0,-3-1 3 0,1 2-3 0,1-1 3 15,0 0 2-15,-2-1-8 0,3 0-3 16,-2 2 4-16,1-2 1 0,-2 0 2 0,2 2 1 16,2-2 5-16,2 1-8 0,-2 0 2 0,-3-1-1 15,0 0-1-15,0 2 0 0,1-2 1 0,3 1 2 0,-2-1 0 16,0 2-4-16,4-4 7 0,1 4 4 0,0-2-7 16,2 0 3-16,-2 0-3 0,3 0 3 15,-2 0 4-15,1-2-2 0,1 2-5 0,0 0 8 16,-1 0-6-16,11 0 0 0,-15 0 0 0,15 0 4 15,-14-1-4-15,14 1 7 0,-13-2 2 0,13 2 3 16,-10-1-8-16,10 1 3 0,-10 0-4 0,10 0 4 0,-11 0 0 16,11 0-2-16,0 0 2 0,-15 0-2 15,15 0 2-15,-12 0-5 0,12 0 2 0,-14 1-2 16,3-1-2-16,1 2 0 0,-2-1 5 0,1-1-2 0,-1 0 0 16,-1 2 4-16,2-2 0 0,-1 2-2 15,0-1-3-15,3 1 0 0,-2-1 5 0,3-1 2 16,8 0 3-16,-15 2-2 0,15-2-4 0,-12 2 4 15,7-2 0-15,5 0 0 0,-12 0 4 0,12 0-2 16,-10 0-1-16,10 0-7 0,0 0 4 0,-12-2 0 0,12 2-7 16,0 0 2-16,-7 2 0 0,7-2-1 0,0 0-1 15,0 0 0-15,0 0 1 0,0 0-2 0,0 0-3 16,0 0-4-16,0 0-8 0,0 0-9 0,0 0-14 16,-12-2-13-16,12 2-16 0,0 0-22 15,0 0-10-15,0 0-18 0,0 0-14 0,0 0-1 0,0 0-5 16,0 0-21-16,0 0-108 0,0 0-284 0,0 0 127 15</inkml:trace>
  <inkml:trace contextRef="#ctx0" brushRef="#br0" timeOffset="-5084.21">31385 11721 33 0,'0'0'135'0,"-6"-5"-8"15,6 5-17-15,0 0-6 0,-9-5-13 0,9 5-9 16,-10-2-7-16,10 2-14 0,-12-2-7 0,12 2 2 0,-10 4-10 16,10-4-4-16,-11 5-5 0,6-3-9 0,-1 2-2 15,6-4-1-15,-12 8-3 0,8-5-1 16,4-3-4-16,-7 7 1 0,4-4-4 0,3-3-4 0,-7 8-1 16,7-8-5-16,-6 4-4 0,6-4 1 15,0 0 9-15,-6 5-6 0,6-5-5 0,0 0 4 0,0 0 4 16,0 0-2-16,0 0-5 0,0 0 2 0,0 0-7 15,-8-13 13-15,8 13-5 0,-2-8 4 0,2 8 0 16,-1-9 9-16,1 9-7 0,-1-11-1 16,1 11 2-16,-1-8 1 0,1 8 4 0,1-14 3 15,-1 14-2-15,0-9 2 0,0 9 4 0,2-8 1 0,-2 8-7 16,0 0-4-16,2-8-2 0,-2 8 0 0,0 0-2 16,0 0 0-16,5-4-4 0,-5 4 1 15,0 0 3-15,0 0-3 0,0 0-4 0,1 23 7 16,-1-17-2-16,0 6 3 0,-1-2 15 0,-2 3-6 15,5-2 1-15,-6 5-2 0,2-4-2 0,1 0 4 0,0-1 0 16,-2-1-6-16,3 0 4 0,-1-2-4 0,-2-1-6 16,3-7 0-16,0 10 2 0,0-10-1 0,-2 7 2 15,2-7 16-15,-1 7 6 0,1-7 5 16,0 0 23-16,0 0 6 0,0 0-7 0,0 0-5 16,0 0-6-16,0 0-3 0,0 0-3 0,0 0-8 0,0 0 2 15,0 0-5-15,0-26-5 0,0 26 0 0,2-13 0 16,1 6-6-16,-2-2-3 0,0 4-2 15,-1 5 0-15,3-10-2 0,-3 10-6 0,1-8 3 0,-1 8-10 16,0 0 2-16,0-8-5 0,0 8 4 16,0 0 1-16,0 0 1 0,0 0-6 0,0 0 1 0,-6 23 4 15,3-13 1-15,-1 0-3 0,-1-2-1 0,2 1 2 16,0 1-4-16,-1-1 3 0,0 1-2 0,2-3-1 16,-1-2-1-16,3-5 2 0,-4 11-1 0,3-6 3 15,1-5 3-15,0 0-2 0,-4 7 1 0,4-7 2 16,0 0 11-16,0 0-5 0,0 0-2 0,0 0 4 15,0 0-6-15,0 0 1 0,0 0-1 0,-6-18 1 16,6 18-5-16,1-13 6 0,-1 13-5 16,1-12-1-16,-1 12 1 0,2-15-5 0,-2 11 4 15,0 4 4-15,2-8-6 0,-2 8-9 0,0 0-8 16,1-8-8-16,-1 8-3 0,0 0-9 0,0 0-17 0,0 0-26 16,0 0-19-16,-11 27-36 0,7-18-20 15,-1 4-42-15,-4 0-102 0,1 1-323 0,1 0 143 0</inkml:trace>
  <inkml:trace contextRef="#ctx0" brushRef="#br0" timeOffset="-4450.46">31233 11646 204 0,'0'0'243'0,"3"-7"-15"0,-3 7-13 0,0 0-16 0,1-7-20 16,-1 7-11-16,0 0-22 0,0 0-9 0,0 0-1 15,0 0-18-15,0 0 5 0,10 27-2 0,-11-11-4 16,1 1-6-16,0 8-3 0,0 1-6 0,-4-1-15 15,3 2-7-15,0-1-8 0,0-1-4 0,1 0-10 16,0-6-3-16,-2 2-4 0,4-4-7 0,-2 1 0 16,0-1-9-16,-2-2 0 0,5 1-7 15,-3-5-2-15,1 0-1 0,-1-4 4 0,1 0-8 0,-1-7-4 16,0 11 4-16,3-6 0 0,-3-5-3 0,0 0-3 16,0 0 4-16,0 0 1 0,0 0-4 15,0 0-1-15,0 0-1 0,0 0-2 0,0 0-1 16,1-33-2-16,-2 15 1 0,2 3-6 0,-2-3 4 15,-2-1-4-15,3-1 0 0,0-5 3 0,0-1-3 0,3 0-1 16,-3 6 0-16,1 1 0 0,0 2 3 0,2 3 1 16,-1 2 6-16,-2 2-6 0,2 5-3 0,-2 5 2 15,1-10-3-15,-1 10-7 0,0 0 3 16,0 0 2-16,0 0-5 0,0 0 5 0,4 33-3 16,-5-12 0-16,1 7 13 0,-4-3-10 0,2 4-2 0,-1-3 7 15,-1-1 0-15,4-1 3 0,-6 1-2 0,6-6-3 16,-3-2 11-16,3-1-6 0,-3-4-1 0,3-1-3 15,0-4 1-15,-1-2-4 0,1-5 17 16,0 11-12-16,0-11 21 0,-1 8 21 0,1-8-6 16,0 0 0-16,0 0 3 0,0 0-16 0,0 0-3 0,0 0 1 15,-1-34-9-15,1 20 6 0,0-2-7 0,0-4-3 16,1 1 3-16,1-1-3 0,1 1-11 0,-2-7-7 16,2 7-23-16,-1 0-16 0,2-5-50 0,-3 9-49 15,-1 5-44-15,-1-1-56 0,2 6-82 16,-1 5-207-16,0 0-573 0,-17-6 254 0</inkml:trace>
  <inkml:trace contextRef="#ctx0" brushRef="#br0" timeOffset="11538.88">30699 13927 39 0,'0'0'72'0,"-5"-10"-4"0,4 4-9 16,1 6-19-16,-7-7-11 0,7 7-18 0,-6-9-11 15,6 9-25-15,-8-2-25 0,8 2-52 16,-10 1 24-16</inkml:trace>
  <inkml:trace contextRef="#ctx0" brushRef="#br0" timeOffset="13944.36">31816 12189 85 0,'0'0'115'0,"0"0"10"0,0 0-18 0,0 0-9 0,0 0-8 16,0 0-7-16,0 0 4 0,0 0-22 0,0 0 7 16,0 0-12-16,0 0-5 0,0 0-3 0,0 0 2 15,0 0-9-15,0 0 2 0,0 0-6 0,0 0-5 16,0 0-4-16,0 0-1 0,0 0-6 15,0 0 0-15,0 0-1 0,0 0-9 0,0 0 4 0,0 0-2 16,0 0-2-16,0 0 2 0,0 0-7 0,0 0 7 16,0 0-10-16,0 0 3 0,0 0 4 0,0 0-12 15,0 0 3-15,0 0-5 0,0 0 4 0,0 0-2 16,0 0-3-16,0 0 4 0,0 0-10 16,0 0-4-16,0 0-7 0,0 0-2 0,0 0-6 15,0 0-10-15,0 0-1 0,0 0-11 0,0 0-6 0,0 7-6 16,0-7-9-16,0 0-1 0,0 0-10 0,0 0-3 15,1 7-7-15,-1-7-61 0,0 0-162 16,0 0 72-16</inkml:trace>
  <inkml:trace contextRef="#ctx0" brushRef="#br0" timeOffset="14343.6">31828 12182 3 0,'0'0'35'15,"0"0"-14"-15,0 0 1 0,0 0-8 0,0 0 1 16,0 0-1-16,0 0-9 0,0 0-9 0,0 0-8 16,0 0-8-16,0 0-19 0,0 0 8 0</inkml:trace>
  <inkml:trace contextRef="#ctx0" brushRef="#br0" timeOffset="21716.45">27043 8660 47 0,'0'0'64'0,"0"0"1"0,0 0 1 0,0 0-3 0,0 0 1 16,0 0 2-16,0 0-5 0,0 0 4 16,0 0 1-16,0 0 1 0,0 0 7 0,0 0-2 15,0 0 8-15,0 0-4 0,0 0-6 0,0 0-5 0,0 0-6 16,0 0-8-16,0 0-9 0,0 0-5 0,0 0-4 15,0 0-16-15,0 0-13 0,0 0-27 0,0 0-5 16,0 0-34-16,0 0-13 0,0 0-19 0,0 0-88 16,0 0-198-16,0 0 88 0</inkml:trace>
  <inkml:trace contextRef="#ctx0" brushRef="#br0" timeOffset="21904.02">27041 8611 20 0,'0'0'83'0,"0"0"-15"0,0 0-10 0,0 0-15 16,0 0-31-16,0 0-29 0,0 0-28 15,0 0-48-15,0 0 21 0</inkml:trace>
  <inkml:trace contextRef="#ctx0" brushRef="#br0" timeOffset="22381.76">27054 8632 12 0,'0'0'73'0,"0"0"-31"0,0 0-22 16,0 0-30-16,0 0-14 0,0 0-24 0,0 0 12 16</inkml:trace>
  <inkml:trace contextRef="#ctx0" brushRef="#br0" timeOffset="22776.49">27101 8627 112 0,'0'0'141'0,"0"0"9"0,0 0-4 0,0 0 2 15,4 4-1-15,-4-4-9 0,0 0-3 0,0 0-5 16,0 0 0-16,0 0 1 0,0 0 0 0,0 0 1 15,0 0 1-15,0 0-4 0,0 0-1 0,0 0-3 16,0 0 2-16,0 0-11 0,0 0-6 0,0 0-7 16,0 0-8-16,0 0-11 0,0 0-7 0,0 0-5 15,0 0-4-15,0 0-6 0,0 0-7 0,0 0-8 16,0 0 0-16,0 0-7 0,0 0 0 0,0 0-6 0,0 0-6 16,0 0 2-16,0 0-7 0,0 0 2 15,0 0-3-15,0 0-7 0,0 0-1 0,0 0 1 0,0 0-2 16,0 0-2-16,0 0-2 0,0 0 2 0,0 0-8 15,0 0 6-15,0 0-1 0,0 0-5 0,0 0-4 16,0 0-4-16,0 0-6 0,0 0-2 0,0 0-5 16,0 0-6-16,7-9-3 0,-7 9-9 0,0 0-2 15,0 0-13-15,0 0-6 0,0 0-17 0,0 0-15 16,0 0-16-16,0 0-16 0,0 0-20 0,0 0-13 16,0 0-19-16,0 0-8 0,0 0-23 0,0 0-160 15,0 0-393-15,0 0 174 0</inkml:trace>
  <inkml:trace contextRef="#ctx0" brushRef="#br0" timeOffset="45005.92">27076 8504 74 0,'-2'-8'71'0,"2"8"-10"16,0 0 0-16,-2-9-7 0,2 9 5 0,0 0-10 0,-4-8-8 15,4 8 10-15,0 0-19 0,-2-5-3 16,2 5 5-16,0 0-6 0,0 0 1 0,0 0-8 0,-5-9 0 16,5 9-5-16,0 0-6 0,0 0 0 15,0 0 4-15,0 0-3 0,0 0-3 0,0 0 1 0,0 0 3 16,0 0-8-16,0 0-1 0,0 0 7 0,0 0-9 16,0 0 1-16,0 0 2 0,0 0 1 0,0 0 0 15,0 0-9-15,0 0 4 0,0 0 0 16,0 0 3-16,0 0-4 0,0 0 0 0,0 0 2 0,0 0-3 15,0 0 0-15,0 0-4 0,0 0 8 0,0 0 3 16,0 0 1-16,0 0-7 0,0 0-1 0,0 0 1 16,0 0 1-16,0 0 2 0,0 0 0 0,0 0-1 15,0 0 0-15,0 0 0 0,0 0-2 0,0 0 3 16,0 0-3-16,0 0 5 0,0 0-3 0,0 0 5 16,0 0-5-16,0 0-1 0,0 0 4 0,0 0-2 15,0 0 4-15,0 0-9 0,0 0 5 0,0 0-4 16,0 0 5-16,0 0-9 0,0 0 5 0,0 0-2 15,0 0 1-15,0 0-2 0,0 0 1 0,0 0 5 16,0 0 0-16,0 0-7 0,0 0 5 0,15 13-5 16,-15-13 2-16,0 0-2 0,0 0-6 0,0 0-8 15,0 0-14-15,0 0-7 0,0 10-6 0,0-10-12 16,0 0-47-16,-4 13-113 0,4-13 50 0</inkml:trace>
  <inkml:trace contextRef="#ctx0" brushRef="#br0" timeOffset="66723.08">27002 8658 47 0,'0'0'79'0,"0"0"-14"16,0 0-17-16,0 0-17 0,0 0-31 0,0 0-23 16,0 0-19-16,0 0-44 0,0 0 19 0</inkml:trace>
  <inkml:trace contextRef="#ctx0" brushRef="#br0" timeOffset="71886.24">26930 8678 61 0,'0'0'99'0,"0"0"-6"0,0 0-19 16,0 0-3-16,0 0-5 0,0 0-10 0,0 0-4 15,0 0-3-15,0 0-7 0,0 0-3 0,0 0-4 16,0 0-11-16,0 0 3 0,0 0-9 0,0 0 6 16,0 0-15-16,0 0-4 0,0 0-6 15,0 0-6-15,0 0-9 0,0 0-19 0,0 0-5 0,0 0-13 16,0 0-15-16,0 0-36 0,0 0-113 0,0 0 49 16</inkml:trace>
  <inkml:trace contextRef="#ctx0" brushRef="#br0" timeOffset="72118.45">27047 8614 22 0,'0'0'24'15,"0"0"-14"-15,0 0-14 0,0 0-5 0,0 0-10 16,0 0 5-16</inkml:trace>
  <inkml:trace contextRef="#ctx0" brushRef="#br0" timeOffset="75727.08">22719 8658 14 0,'0'0'31'0,"0"0"7"0,0 0-2 0,0 0-10 0,0 0-8 16,0 0-7-16,0 0-8 0,0 0 1 0,0 0-11 16,0 0-3-16,0 0-18 0,0 0-29 15,0 0 12-15</inkml:trace>
  <inkml:trace contextRef="#ctx0" brushRef="#br0" timeOffset="93078.24">22648 8679 11 0,'0'0'31'0,"0"0"-1"0,0 0-3 0,0 0-3 15,0 0-4-15,0 0-2 0,0 0-2 0,0 0-3 16,0 0 1-16,0 0-2 0,-5-5-4 0,5 5 1 15,0 0-5-15,0 0-1 0,0 0-11 0,0 0-12 16,0 0-16-16,0 0-38 0,0 0 17 0</inkml:trace>
  <inkml:trace contextRef="#ctx0" brushRef="#br0" timeOffset="93650.18">22593 8668 34 0,'0'0'42'0,"0"0"0"0,0 0-3 15,0 0-2-15,0 0-6 0,0 0 0 0,0 0-1 16,0 0-10-16,0 0 5 0,0 0 0 0,0 0-4 0,0 0-6 15,0 0 2-15,0 0-4 0,0 0 2 0,0 0-2 16,0 0-5-16,0 0 7 0,0 0-13 0,0 0 7 16,0 0-4-16,0 0-1 0,0 0 4 15,5-4-2-15,-5 4 0 0,0 0-1 0,0 0-2 0,0 0 5 16,0 0-7-16,0 0 6 0,0 0-5 0,0 0-3 16,0 0-1-16,0 0 2 0,0 0-2 15,0 0 7-15,0 0 2 0,0 0-13 0,0 0 1 16,0 0 4-16,0 0-5 0,0 0-4 0,0 0 4 0,0 0-1 15,0 0-4-15,0 0 1 0,0 0 1 0,0 0 1 16,0 0-3-16,0 0 1 0,0 0 1 0,8-3-1 16,-8 3 2-16,0 0-3 0,0 0-3 15,0 0 11-15,0 0-7 0,0 0-2 0,0 0 3 0,0 0-5 16,0 0-6-16,0 0 3 0,0 0-1 0,0 0 3 16,0 0-12-16,0 0-15 0,2 12-45 0,-2-12 21 15</inkml:trace>
  <inkml:trace contextRef="#ctx0" brushRef="#br0" timeOffset="138256.52">27090 8690 45 0,'0'0'75'0,"3"-5"-3"0,-3 5-8 0,0 0-9 16,0 0-11-16,0 0-2 0,0 0 0 0,0 0-4 0,0 0-6 16,0 0-1-16,0 0-6 0,2-6-17 0,-2 6 3 15,0 0-7-15,0 0-10 0,0 0-16 0,0 0-12 16,0 0-13-16,0 0-34 0,0 0-86 0,0 0 39 16</inkml:trace>
  <inkml:trace contextRef="#ctx0" brushRef="#br0" timeOffset="165833.58">27858 7770 2 0,'0'0'82'0,"0"0"-2"0,0-9-11 0,0 9-12 16,0 0-5-16,0 0 3 0,-7-10 0 0,7 10-12 15,0 0-4-15,-4-7-10 0,4 7-3 0,0 0-13 0,-5-6-10 16,5 6-8-16,0 0-1 0,-8-5-8 15,8 5 4-15,0 0-12 0,-14-2-20 0,14 2 3 16,-9 0-40-16,9 0-83 0,-11-2 37 0</inkml:trace>
  <inkml:trace contextRef="#ctx0" brushRef="#br0" timeOffset="173175.08">25809 5017 7 0,'0'0'22'0,"-8"6"2"0,3-2-1 16,-2 0-6-16,3-1 4 0,-3 4-7 0,1-2 6 16,-1 0-2-16,-2 1-3 0,2 1 4 0,-2-1-11 15,-2 2 5-15,4-1-6 0,-4 0 4 0,2 2-2 16,-1-1 2-16,0 1 3 0,1 0-7 0,-1-2 5 15,1 3-7-15,-3 1 4 0,2-3 0 0,1 1-5 16,0-1 3-16,0 1-3 0,0-1 0 0,0-1-4 16,3 3-1-16,-4-3 0 0,1 3 2 0,1-1-4 15,-2 0-3-15,0-1 4 0,3 1-3 0,-2-2-2 16,-1 1-4-16,2-1 10 0,-1 3-6 0,-2-3 4 16,1 3-1-16,-4 0 2 0,1 1 4 0,3-2-3 15,3-1-1-15,-4 2 4 0,3-3 1 16,2 0-9-16,-2 2 2 0,0-3 6 0,0 3-5 0,0 0 6 15,-1 0-3-15,1-1 3 0,-1 1-3 0,0-2 0 16,1 3 0-16,0-2 5 0,-1 0-10 0,-1 1 5 16,-1 0 0-16,2 0 8 0,1 0-5 0,-4 4 1 15,0-2-2-15,-2 0 11 0,3-1-11 0,1-1 4 16,-3 2-2-16,4-3 4 0,0 0-4 0,-1 1-4 16,1-2 4-16,-3 5-5 0,2-2 6 0,1-2-3 15,0 3 0-15,0-1 2 0,-2 1-1 0,2-2-5 16,-3 4 7-16,6-4 0 0,-5-1-4 0,0 2 6 15,4-1-3-15,-2 1-5 0,0 1 1 0,-3 1 3 16,1 0 0-16,3-4-2 0,-6 3 1 0,5-1 2 16,-1-2 1-16,-2 3-1 0,-1-1-2 15,3-1-2-15,1-1-3 0,-1 1 3 0,2-1-1 0,-1 1 2 16,-1-1 4-16,1-1-5 0,-1 2 2 0,1-1 0 16,1-2-7-16,3 3 9 0,-6-1-4 0,2 0 7 15,2-2-6-15,0 2 2 0,0-3-3 16,-2 0 4-16,9-5-3 0,-9 9 3 0,3-4-2 0,6-5-8 15,-7 7 7-15,7-7 2 0,-7 7 0 16,7-7-3-16,-6 6 1 0,6-6 1 0,-7 11 3 0,1-6-1 16,6-5 1-16,-13 9-2 0,9-4-6 0,-2 1 3 15,6-6 5-15,-13 9-2 0,13-9 3 0,-10 12 1 16,1-4-9-16,1 1 8 0,8-9 0 0,-11 10-7 16,4-3 2-16,0 0-4 0,-3 1 6 15,1-1 0-15,1 1-4 0,8-8 14 0,-13 11-9 0,5-4 4 16,-1 0-1-16,9-7-3 0,-13 11 9 0,6-3-4 15,7-8-7-15,-8 10-5 0,2-5 7 0,-2 2 3 16,8-7-1-16,-7 11 1 0,3-5-3 0,4-6-4 16,-8 11 2-16,4-6-1 0,4-5 3 0,-9 9-6 15,9-9 15-15,-5 10-8 0,5-10-3 0,-6 10 6 16,6-10-1-16,-5 10 5 0,5-10-5 0,-7 9 4 16,7-9-2-16,-5 8 2 0,5-8-5 0,0 0-5 15,-10 8 6-15,10-8 1 0,-5 9 5 16,5-9-19-16,-4 7 16 0,4-7-10 0,0 0 6 0,-8 8 2 15,8-8-5-15,0 0 9 0,-6 6-12 16,6-6-6-16,0 0 9 0,0 0 0 0,-5 8-4 16,5-8 6-16,0 0 8 0,0 0-10 0,0 0 1 0,-5 8 1 15,5-8 8-15,-5 6-5 0,5-6 15 0,-8 6-11 16,8-6 1-16,-9 10 1 0,5-6 14 0,4-4-23 16,-9 8 7-16,9-8-6 0,-4 6-5 15,4-6 7-15,0 0 7 0,-10 7-2 0,10-7 3 16,0 0 4-16,-7 6 7 0,7-6-6 0,-8 6 1 0,8-6-4 15,-12 6-5-15,6-4 14 0,6-2 4 0,-8 6-10 16,5-2 13-16,3-4-6 0,-8 3-5 0,8-3 0 16,-10 7 0-16,6-4 0 0,4-3-8 15,-8 5-3-15,8-5 2 0,-5 4-4 0,5-4-3 16,0 0 5-16,-5 5-4 0,5-5-2 0,-5 4 4 0,5-4 5 16,-5 5-13-16,5-5 0 0,-5 5 7 0,5-5 8 15,0 0-17-15,-6 7 17 0,6-7-9 0,-5 5-13 16,5-5 9-16,-4 5 3 0,4-5-6 0,0 0 3 15,-3 3 6-15,3-3-9 0,0 0 6 16,-7 7 1-16,7-7 2 0,0 0-2 0,-5 3 1 16,5-3 3-16,0 0-5 0,0 0 6 0,-5 4-4 0,5-4-2 15,0 0-3-15,-6 4 4 0,6-4-6 0,0 0-5 16,0 0 7-16,0 0-3 0,0 0-2 0,-6 4 7 16,6-4-11-16,0 0 10 0,0 0 0 15,-7 3-14-15,7-3 6 0,0 0-2 0,-5 4 14 16,5-4-7-16,0 0 11 0,-5 6-6 0,5-6 1 0,-5 3-4 15,5-3 6-15,-6 5-7 0,6-5 3 0,-5 4-3 16,5-4-6-16,0 0 6 0,-6 5 1 0,6-5 0 16,0 0 0-16,0 0-10 0,-5 3 6 0,5-3 3 15,0 0-1-15,0 0-1 0,-5 3-4 16,5-3-2-16,0 0 7 0,0 0-1 0,0 0-3 0,0 0 3 16,0 0 2-16,0 0-7 0,0 0-9 0,0 0-10 15,0 0-25-15,0 0-19 0,0 0-30 16,0 0-31-16,0 0-84 0,0 0-229 0,0 0 102 15</inkml:trace>
  <inkml:trace contextRef="#ctx0" brushRef="#br0" timeOffset="174373.41">26978 8614 21 0,'0'0'49'16,"0"0"2"-16,0 0-12 0,0 0 0 0,0 0-5 15,0 0-3-15,-7-10-6 0,7 10-5 0,0 0 3 16,0 0 1-16,0 0-9 0,0 0-4 0,0 0 4 15,0 0-1-15,0 0-3 0,0 0-6 0,-14 2-3 16,14-2 5-16,0 0-10 0,0 0-3 0,0 0-5 16,-11 4 1-16,11-4-2 0,0 0-7 0,-6 5-3 15,6-5-3-15,-5 5 0 0,5-5 0 0,-9 7-22 16,9-7-50-16,-5 5 22 0</inkml:trace>
  <inkml:trace contextRef="#ctx0" brushRef="#br0" timeOffset="175206.28">26959 8613 1 0,'0'0'52'0,"0"0"2"0,0 0 0 0,0 0-4 15,-4-10 0-15,4 10-10 0,0 0 6 0,0 0 3 0,0 0-1 16,0 0 0-16,0 0-7 0,-6-3 3 0,6 3-1 16,0 0-2-16,0 0 4 0,0 0-3 0,0 0-1 15,0 0 0-15,0 0 9 0,0 0-1 0,0 0 3 16,-7-4-1-16,7 4-5 0,0 0-9 0,0 0 2 16,0 0-5-16,-7-4-2 0,7 4-1 0,0 0 5 15,-7-5 0-15,7 5-4 0,0 0 6 0,0 0 2 16,0 0-10-16,0 0 2 0,-4-5 0 0,4 5-8 15,0 0 0-15,0 0-2 0,0 0-2 0,0 0-7 16,0 0 4-16,0 0-8 0,0 0-2 0,0 0-1 16,0 0 1-16,0 0 4 0,0 0-5 0,0 0-2 15,9-12 2-15,-9 12 2 0,7-3-6 0,-3-1 5 16,-4 4-6-16,7-5-5 0,-7 5 12 0,0 0-5 16,8-4 0-16,-8 4 3 0,0 0-5 0,0 0-2 15,3-4 4-15,-3 4 1 0,0 0 1 0,0 0 0 16,0 0-11-16,0 0 8 0,0 0-3 0,0 0 3 15,0 0 1-15,0 0 1 0,0 0 3 0,0 0-4 16,0 0-4-16,0 0-1 0,0 0-1 0,0 0 5 16,0 0-3-16,0 0 0 0,0 0 7 0,0 0-1 15,0 0-7-15,0 0 0 0,0 0 3 0,0 0 0 16,0 0-4-16,0 0 1 0,-3 20 4 0,3-20 1 16,0 0-4-16,2 7-5 0,-2-7 5 0,0 0 0 15,4 7 1-15,-4-7 0 0,4 3 8 0,-4-3-5 16,9 2-5-16,-9-2-1 0,6 2 3 0,-6-2 3 0,0 0-3 15,9-1 11-15,-9 1-14 0,0 0 0 0,12-3 1 16,-12 3 3-16,0 0 6 0,6-4-9 16,-6 4 4-16,0 0 2 0,0 0-6 0,2-6 0 0,-2 6 3 15,0 0 1-15,0 0 1 0,0 0 2 0,0 0-5 16,0 0 0-16,0 0-1 0,0 0-4 0,-11-10 4 16,11 10 1-16,0 0-2 0,0 0-1 15,-18 12-4-15,14-8-2 0,4-4 7 0,-7 8 1 16,5-2-1-16,2-6 7 0,-4 9-6 0,4-9 2 0,0 8 0 15,0-8-1-15,0 0-1 0,2 9 0 0,-2-9-1 16,2 5 2-16,-2-5-1 0,0 0 6 0,7 5-3 16,-7-5 0-16,0 0-6 0,0 0 9 0,0 0-1 15,13-8-2-15,-13 8-3 0,2-7 2 0,-2 7 1 16,0-10-5-16,0 10 1 0,0 0 6 0,0-13-6 16,0 13 0-16,-4-11-3 0,4 11-7 0,-5-6-5 15,5 6 0-15,-4-5-2 0,4 5-13 0,-9-2-5 16,9 2-19-16,0 0-11 0,-14 7-7 0,8-2-19 15,1 3-20-15,-1 1-93 0,1 2-222 0,-2 3 98 16</inkml:trace>
  <inkml:trace contextRef="#ctx0" brushRef="#br0" timeOffset="176082.04">27070 8512 33 0,'0'0'74'0,"0"0"-9"0,0 0 2 0,0-9-9 16,0 9-5-16,0 0-6 0,0 0-2 0,0 0-5 16,0 0-7-16,0 0 1 0,0 0-3 0,0 0-3 15,0 0-7-15,0 0 1 0,0 0-3 0,11 21-2 16,-11-10-1-16,2 0-9 0,0 1 13 0,-2 3-7 16,5 2 5-16,-2 1-6 0,-3-1-6 0,0 0 4 15,2 2-12-15,2 1 17 0,-4 4-7 0,0 0-2 0,4 1-5 16,-3-5 1-16,0 5 7 0,0 0-9 15,1 2 2-15,2 0 6 0,-4 1-4 0,0-2-3 16,2 2-3-16,-4-1 0 0,2 4 1 0,0 1-4 16,-2-4 2-16,4 1 0 0,-2 3-2 0,-4-3 3 0,2 2-1 15,0-2-4-15,1 1-2 0,-3-1-8 16,6 1 6-16,-4 0-5 0,2 0-1 0,0 2-7 16,0-2-8-16,0 0 0 0,0 4 6 0,0-2-4 15,0-4 9-15,0 3-10 0,2-1-4 0,0 0 0 0,1 0-1 16,-1-2 6-16,0 1 0 0,0-5 2 0,0 3 7 15,0-1-2-15,0-2 7 0,0 2 1 0,-2 0 6 16,2-1 4-16,-5-1 1 0,3-3 0 0,0-2 6 16,0 2 0-16,-3 4 0 0,-1 2 1 0,2-1 0 15,0 0-1-15,-1 2 0 0,1-3-6 0,-2 5 6 16,-2 0 6-16,1 0-8 0,-2-3-2 16,5 2 7-16,-5 1-4 0,3-2 2 0,-1 3-7 15,-1-4 9-15,3 2-4 0,3 1 3 0,-3 1 0 0,1-2 0 16,-2 1-10-16,2 1 0 0,2-2 7 0,-2 3-6 15,2-2 0-15,0 1-3 0,0-1-6 0,0 0 0 16,0-1-8-16,4 0-15 0,-6 0-38 0,2 0 17 16</inkml:trace>
  <inkml:trace contextRef="#ctx0" brushRef="#br0" timeOffset="177986.42">24325 14109 6 0,'0'0'12'0,"0"0"-5"0,-4-7-1 16,4 7-3-16,0 0-1 0,0 0-1 0,0 0 4 0,0 0-6 15,0 0 2-15,0 0-1 0,0 0 3 0,0 0 2 16,0 0-3-16,0 0 11 0,0 0-5 16,0 0-2-16,0 0-4 0,0 0-8 0,0 0-7 15,0 0-14-15,0 0 7 0</inkml:trace>
  <inkml:trace contextRef="#ctx0" brushRef="#br0" timeOffset="178181.65">24309 14155 21 0,'0'0'41'15,"0"0"-2"-15,0 0-8 0,0 0-6 0,0 0-7 0,0 0-8 16,0 0-4-16,0 0-14 0,0 0-23 0,0 0-33 15,4 7 15-15</inkml:trace>
  <inkml:trace contextRef="#ctx0" brushRef="#br0" timeOffset="178755.17">24298 14192 22 0,'0'0'47'0,"0"0"15"0,0 0 3 0,0 0-14 15,0 0-2-15,0 0 3 0,0 0-8 0,0 0 8 0,0 0 2 16,0 0-13-16,0 0 0 0,0 0-2 0,0 0-4 16,0 0 8-16,-20-7-2 0,20 7 12 0,0 0-13 15,-7-6-1-15,7 6-1 0,0 0 0 0,0 0 5 16,-6-2-8-16,6 2 0 0,0 0 0 16,0 0 0-16,0 0-6 0,0 0-1 0,-7-4 3 0,7 4-6 15,0 0 0-15,0 0 1 0,0 0-1 0,0 0-6 16,0 0 6-16,0 0-8 0,0 0 5 15,-7-3-10-15,7 3 2 0,0 0-2 0,0 0-1 0,0 0 1 16,-11-1 1-16,11 1-7 0,0 0 2 0,-7-3 0 16,7 3 4-16,0 0-5 0,0 0 2 0,-14 0-5 15,14 0 1-15,0 0 0 0,-11 0-1 0,11 0-3 16,-9 0 6-16,9 0 1 0,-10 0 6 0,10 0 2 16,0 0-1-16,-8 0-3 0,8 0 6 0,0 0-6 15,0 0-2-15,0 0 4 0,0 0 0 16,-11 0 2-16,11 0-1 0,0 0 4 0,0 0-7 0,0 0-1 15,0 0-4-15,0 0 2 0,0 0 6 0,0 0-10 16,0 0-2-16,0 0-3 0,0 0 1 16,0 0 1-16,0 0-1 0,0 0 1 0,0 0 0 15,0 0 4-15,19-9-9 0,-19 9 6 0,0 0-1 0,0 0-2 16,9-3 1-16,-9 3 2 0,0 0-2 0,0 0 2 16,0 0 4-16,0 0 1 0,0 0 4 0,0 0-1 15,10 0 11-15,-10 0-9 0,0 0 1 0,0 0-1 16,0 0 2-16,0 0-6 0,0 0 5 0,0 0-1 15,0 0-5-15,0 0 1 0,0 0-2 0,0 0 0 16,0 0-1-16,0 0-4 0,0 0-5 0,0 0-13 16,0 0-13-16,0 0-18 0,0 0 7 0,8-4-25 15,-8 4-37-15,12 0-38 0,-12 0-122 0,11-1-283 16,-4 1 126-16</inkml:trace>
  <inkml:trace contextRef="#ctx0" brushRef="#br0" timeOffset="180134.29">26965 13512 27 0,'0'0'30'0,"0"0"3"0,0 0-9 16,0 0 3-16,0 0-9 0,0 0-4 15,0 0 3-15,0 0 0 0,0 0-1 0,0 0 3 16,0 0-2-16,0 0 3 0,0 0 4 0,0 0-2 16,0 0 1-16,0 0 2 0,0 0-11 0,0 0 7 0,0 0-2 15,0 0-6-15,0 0 5 0,0 0-3 16,0 0 7-16,0 0-4 0,0 0-7 0,-28 4 2 16,28-4-1-16,-11 1-8 0,11-1 0 0,-7 2 2 15,7-2-1-15,-13 4 1 0,9-3 5 0,4-1-6 16,-16 4-4-16,9-2 1 0,-3-1-4 0,2 2 5 0,-1-2-6 15,-2 1 8-15,1 2-5 0,-1 0 2 0,1 0-6 16,-4-1 1-16,5-1 3 0,-5 3-3 16,3-1 1-16,-2-1-1 0,-1 2 1 0,3-3 1 15,-1 1-6-15,-5 0 6 0,3 1 0 0,1-1 1 16,-5 4-2-16,6-4 4 0,-6 2-8 0,5-1 8 0,0-1 0 16,-1 1-10-16,3 1 7 0,-3-1-3 15,1-1 4-15,-1 0-2 0,1 2 2 0,0-1 1 16,3 1 2-16,-1 0-7 0,-2-2 7 0,1 2-9 0,0-1 11 15,0 0-4-15,-1-1-1 0,1 0 1 0,-1 1 1 16,2 0-7-16,-1-1 2 0,-3 0-7 16,3 0 5-16,-1 1-7 0,0 1-6 0,-1-2 7 0,-2 3-4 15,2-4 0-15,1 2 4 0,-3 0 3 16,-1 1-2-16,1 0 1 0,-2 3 1 0,2-2 1 0,-5 0 5 16,4-2-5-16,-3 2-1 0,2-2 6 15,2 0-1-15,-5 1-3 0,4 1 1 0,-3 1-8 16,2-1 5-16,-2-1 3 0,1 2-3 0,0-3 2 0,-2 3 3 15,-2-2 2-15,4 0 2 0,0-1-3 0,-3 0 1 16,4 0 2-16,-3 0-2 0,1 3-1 0,1-1 7 16,0 0-8-16,0-1-1 0,2 0 0 0,-3-2-3 15,3 0 4-15,1 3-4 0,0 0-7 0,-3-2 0 16,6-1-1-16,-3-1-2 0,3 1 8 0,-1 0-3 16,1-1 6-16,-1-2-5 0,1 2 4 0,-2 2 1 15,1-3 2-15,1 3 0 0,-6-1 1 0,1 0 0 16,3 1 4-16,-3-1 1 0,2-1 5 0,-2 4-10 15,5-5 4-15,-3 2-7 0,5 0 3 0,0 0-9 16,-3 0 1-16,3 0 0 0,-3-1 4 16,3 0 0-16,-2 1 6 0,-1-1-10 0,3 2-10 0,-3-3-22 15,1 1 9-15,-1-1 89 0,3 1-62 0,-2 0-6 16,0-2-12-16,2 1 5 0</inkml:trace>
  <inkml:trace contextRef="#ctx0" brushRef="#br0" timeOffset="200844.2">26955 13500 7 0,'0'0'27'0,"0"0"-7"0,0 0-3 0,0 0 1 16,0 0 0-16,0 0-8 0,0 0 2 0,0 0 0 16,-25 9-4-16,25-9-1 0,-6 2 0 0,6-2-4 15,-9 3 1-15,9-3 2 0,-9 4-3 0,5-1 1 16,4-3 1-16,-10 3-2 0,10-3 0 0,-9 2 0 15,9-2-2-15,-8 2-2 0,8-2 1 0,-12 2-3 16,12-2-3-16,-9 3 2 0,9-3-3 0,-9 2-10 16,9-2-10-16,-14 2-29 0,8-2 13 0</inkml:trace>
  <inkml:trace contextRef="#ctx0" brushRef="#br0" timeOffset="203732.91">24271 14159 5 0,'0'0'7'0,"-6"3"0"0,6-3-1 0,-4 4-3 16,4-4 4-16,0 0-4 0,-5 6 3 0,5-6-3 15,0 0 0-15,-5 5-1 0,5-5-1 0,0 0 0 16,-5 6 2-16,5-6-3 0,0 0-2 0,0 0 3 16,-4 7-4-16,4-7 6 0,0 0 0 15,0 0 3-15,-2 8-7 0,2-8 4 0,0 0-3 0,0 0 0 16,0 7 0-16,0-7 0 0,0 0 4 0,-1 9-3 16,1-9 3-16,0 0-2 0,0 0 2 0,0 8-3 15,0-8-5-15,0 0 7 0,0 0-1 0,1 8-1 16,-1-8-3-16,0 0 0 0,0 0 5 0,3 7-1 15,-3-7-6-15,0 0 6 0,1 8-5 0,-1-8 7 16,0 0-2-16,2 5 1 0,-2-5-5 0,0 0 4 16,2 8-1-16,-2-8 2 0,0 0-7 0,3 8 9 15,-3-8-7-15,0 0 5 0,3 7-7 0,-3-7 4 16,3 6-2-16,-3-6 4 0,0 0-3 0,4 7 5 16,-4-7-4-16,4 4-3 0,-4-4-1 15,6 5 6-15,-6-5-2 0,3 6 1 0,-3-6 6 16,6 6-5-16,-6-6-4 0,6 5 2 0,-6-5-1 15,5 5 1-15,-1-4 1 0,-4-1 2 0,7 4-2 0,-7-4 1 16,6 5-2-16,-6-5 2 0,8 4-1 0,-8-4-2 16,7 5 6-16,-7-5-2 0,6 4-3 0,-6-4-5 15,7 3 8-15,-7-3 5 0,5 4-2 0,-5-4-1 16,9 3-1-16,-9-3 4 0,8 4 5 16,-8-4-3-16,6 5-4 0,0-4 3 0,-6-1 1 0,11 2-4 15,-11-2 0-15,9 2 3 0,-4 0-3 0,2 1 0 16,-7-3 2-16,11 3-8 0,-6-2 4 0,-5-1-2 15,14 0-4-15,-5 3-2 0,-3-2 4 0,2 1 7 16,-3 1-7-16,4-3 1 0,-3 4-2 0,1-2 3 16,2 0 1-16,-4 0 2 0,-5-2-5 0,14 3 4 15,-6-1-9-15,-2 0 5 0,3 1-1 16,-9-3 5-16,12 2 0 0,-5 1-11 0,1-2 6 0,-1 2 3 16,1-2-4-16,0 1 3 0,0-1-2 15,0 0 1-15,-1 1-3 0,-7-2 8 0,15 1-6 16,-7 1 6-16,0-1-8 0,-1 0 4 0,0 1-2 0,4-1 1 15,-3 0 0-15,0 0-2 0,1 1 6 0,-2-2-5 16,1 4 3-16,1-3-4 0,0 0 2 0,-2 0-1 16,0 1-1-16,0 0 1 0,2 1 1 0,0-2 5 15,-1 1-7-15,2 1 2 0,-5-1 1 16,5 0 1-16,-3 0-4 0,4-1-1 0,-3 1 5 16,-8-2 3-16,14 1-7 0,-6 1 5 0,-1-1-4 0,1 1 2 15,-1-1 0-15,1 0 1 0,-8-1-2 0,15 2 3 16,-9 1-3-16,2 0 2 0,0-2-4 0,1 0 2 15,-1 1 0-15,2 0-1 0,-2-2 0 0,0 1 1 16,0 1 4-16,4-1-7 0,-5 0-1 0,1-1 8 16,0 2-5-16,0 0-1 0,-1-1 2 0,3 2 1 15,-2-2 1-15,1 2 1 0,-2-1-3 16,1 0 3-16,0-2 0 0,-1 5-6 0,-1-4 1 16,3 3 3-16,0-3 0 0,-3 1 2 0,3 1-3 0,-3 0-3 15,1-1 4-15,1-1 4 0,-2 2-5 0,3 0 2 16,-1-2 5-16,-8-1-4 0,15 3-4 0,-6-3 8 15,2 3-5-15,-2 0-2 0,-2-2 5 16,-1-1 1-16,6 3-2 0,-3 0-3 0,-3 0 1 16,-6-3 3-16,14 0-7 0,-5 2 8 0,-4 0-4 0,3 0 0 15,-1 0 0-15,2 0 2 0,-2-1 0 0,1 0-8 16,2 3 1-16,-1-1 2 0,-1 0 1 0,2 0 0 16,-4-1 5-16,6 2-3 0,-2-1 1 15,3 0 4-15,-3 0-6 0,2 0-6 0,-1 0 6 16,0 1-4-16,1-2 1 0,1 0 5 0,-1 1-4 15,1-2-4-15,0 2 0 0,1-1 5 0,6 0 0 0,-5-2-4 16,2 3 1-16,0 0 1 0,-3-1-5 0,-1-1-1 16,0-2 1-16,3 3 3 0,-5 0 3 0,3-2 5 15,0 0 3-15,2 1 2 0,3 2-9 16,-5 0-6-16,-1-3 2 0,5 3 1 0,-5-3-3 16,6 4 2-16,-6-2 4 0,5 0-4 0,-5 0 1 15,4 1-3-15,-4-3-2 0,3 2 6 0,-3-1-3 0,5 0 5 16,-5 1 0-16,1-2-1 0,-1 1-3 0,6 1 2 15,-6 1-1-15,3-3 8 0,-1 1-8 16,1 1 1-16,2-2 2 0,0 0-1 0,0 2 2 16,0-2-1-16,0 1 3 0,0 0-8 0,-4-2 4 15,5 2-1-15,0-1 7 0,1 0 0 0,-2 0 0 0,4-1 2 16,1 1-6-16,-1-1 6 0,-2 0-4 16,3-2 1-16,-5 1-1 0,4 0 2 0,-3 2-4 0,-2-1 6 15,1-1-3-15,-5 0-2 0,2 2 2 16,-3 0-5-16,5 0 5 0,-4 0-4 0,-2-1 6 15,3 1-2-15,-1 0 9 0,1 0-2 0,-3 0 0 16,5 0-7-16,-7 1 1 0,4-1 4 0,-1 0-3 0,0 0 1 16,-1 0 0-16,-1 2-4 0,1-1 2 0,0-1-4 15,1 1 7-15,-4 2-3 0,-1-3 6 16,5 0-1-16,-2 0-5 0,1 0 4 0,1 1-7 16,-3 0-1-16,0-1 9 0,3 0-4 0,-4 2-4 15,3-2-7-15,1 0 5 0,-3-2 0 0,2 4 1 16,0-2 6-16,-2 0-1 0,0 0-3 0,1 0-1 15,0 0-1-15,-3 0 2 0,-7 0-8 0,18 0 9 16,-9 0-3-16,-2 0 7 0,2 1-8 0,-9-1 8 0,17 1-7 16,-7 0 15-16,-3-1-21 0,4 1 13 15,-3-1-5-15,2 1-1 0,-1 1 2 0,-9-2 0 16,15 0-5-16,-10 1 6 0,4-1 2 0,-9 0-6 0,15 2-2 16,-7-1 0-16,-8-1 3 0,11 0 7 0,-11 0-2 15,11 1-5-15,-11-1-3 0,9 0 1 0,-9 0 0 16,0 0 0-16,7 3 1 0,-7-3-4 15,0 0 7-15,6 1-7 0,-6-1 6 0,0 0 2 16,0 0-12-16,0 0 7 0,0 0 4 0,0 0-6 16,0 0 2-16,0 0 3 0,7 1-1 0,-7-1 3 0,0 0-3 15,0 0 3-15,0 0-1 0,0 0 4 16,0 0-4-16,0 0 6 0,0 0 2 0,0 0 5 16,0 0 8-16,0 0 1 0,0 0 7 0,0 0-2 15,0 0 3-15,0 0 3 0,0 0-5 0,0 0-3 16,0 0 2-16,0 0-3 0,0 0-6 0,0 0 3 15,0 0-2-15,0 0-1 0,0 0-7 0,0 0 2 16,0 0-8-16,0 0 5 0,0 0-13 0,0 0-5 16,0 0-18-16,0 0-9 0,0 0-23 0,0 0-19 15,0 0-79-15,0 0-165 0,0 0 72 0</inkml:trace>
  <inkml:trace contextRef="#ctx0" brushRef="#br0" timeOffset="204958.16">27807 7905 51 0,'0'0'53'0,"-9"-6"-17"16,2 3-5-16,7 3-8 0,-12-6-13 0,4 3-1 16,-2 0-9-16,4 1 1 0,-3-2-7 0,-2 0-5 15,-1 1 4-15,3-1-1 0,-1-2-3 0,-2 2 3 16,1-1 1-16,-1 0 6 0,1-1-7 0,0 0 2 16,0-1 4-16,-1 1 5 0,1-3 5 0,-5 1-5 15,4-2-1-15,-5-2 3 0,4 0-8 0,1-1 5 16,-1 0-6-16,-5-8 0 0,5 6 4 0,-1-1-2 15,1 0 11-15,0-7-7 0,-4 0 1 0,2-3-15 16,-3-1-14-16,0 0-27 0,2 1 13 0</inkml:trace>
  <inkml:trace contextRef="#ctx0" brushRef="#br0" timeOffset="-190916.62">29209 7015 20 0,'0'0'120'0,"0"0"-4"0,0 0-4 0,0 0-4 16,0 0-10-16,0 0-8 0,0 0 6 0,0 0-15 16,0 0-13-16,0 0-8 0,0 0-4 0,0 0-5 15,0 0-7-15,0 0-4 0,0 0-7 16,0 0-2-16,0 0-8 0,0 0-12 0,0 0-21 15,0 0-15-15,0 0-27 0,0 0-20 0,0 0-34 0,0 0-60 16,0 0-180-16,0 0 81 0</inkml:trace>
  <inkml:trace contextRef="#ctx0" brushRef="#br0" timeOffset="-187941.57">25707 14637 8 0,'20'2'6'0,"0"-1"5"0,0-1 0 0,-2 1-10 15,-4-2 5-15,3 2 3 0,-3 2-5 0,-1-2 4 16,2 1 6-16,-2 1-4 0,0 0-6 0,2-2 4 15,-2-1-4-15,2 3 7 0,-2-3-1 16,1 1-6-16,-1 0 3 0,1 1-3 0,-1 0 6 0,-2-2-8 16,1 2 0-16,-1-2 4 0,2 1-3 0,-1 1 6 15,-2-1-5-15,4 2 2 0,-3 0-3 0,-2-2 0 16,5 0 0-16,-3 1-1 0,1 0-7 16,-1 0 7-16,0 1 0 0,3 0-3 0,-2-1-2 0,2 1-5 15,-3-1-6-15,2 0 3 0,1-2-2 16,-1 1-1-16,1-1-8 0,-1 3-23 0,2-3 11 15</inkml:trace>
  <inkml:trace contextRef="#ctx0" brushRef="#br0" timeOffset="-187738.32">26726 14711 5 0,'13'-2'13'0,"-6"2"-5"0,-7 0 0 16,12 0 3-16,-6 2-3 0,-6-2 0 0,13 0-1 16,-13 0-5-16,12 3 3 0,-7-2 0 0,-5-1-9 15,10 3 4-15,-4 0 0 0,2-2 1 0,-1 0 1 16,4 2 0-16,-1 1 3 0,3-1-20 0,1-1-16 16,-4 2 9-16</inkml:trace>
  <inkml:trace contextRef="#ctx0" brushRef="#br0" timeOffset="-183270.46">27057 14882 31 0,'0'0'39'0,"0"0"9"0,0 0-9 0,0 0 1 15,0 0-4-15,0 0-4 0,0 0 7 0,0 0-3 16,0 0 2-16,0 0-6 0,0 0-1 0,0 0-6 15,0 0 0-15,0 0-9 0,0 0 7 0,0 0 1 16,0 0-4-16,0 0-1 0,0 0-5 0,0 0 1 16,0 0-4-16,0 0 2 0,0 0-1 0,0 0 2 15,0 0 3-15,0 0-4 0,0 0 6 16,0 0-1-16,0 0-3 0,0 0-8 0,0 0 11 0,0 0-6 16,0 0 2-16,0 0-7 0,0 0 3 0,0 0-1 15,0 0-1-15,0 0-2 0,0 0 0 0,0 0-4 16,0 0 0-16,0 0 4 0,0 0-3 0,0 0-5 15,0 0 9-15,0 0-8 0,0 0-3 0,0 0 3 16,0 0 2-16,0 0 1 0,0 0 1 16,0 0-3-16,0 0 3 0,0 0-3 0,0 0-4 0,0 0 9 15,0 0-2-15,0 0-6 0,0 0 0 0,0 0 3 16,0 0 0-16,0 0-3 0,0 0 11 0,0 0-16 16,0 0 12-16,0 0 1 0,0 0-9 0,0 0 9 15,0 0-8-15,0 0 1 0,0 0 5 16,0 0-8-16,0 0 5 0,0 0-7 0,0 0 11 15,0 0-2-15,0 0 7 0,0 0-15 0,0 0 6 0,0 0 2 16,0 0-1-16,0 0 2 0,0 0-3 0,0 0-3 16,0 0 6-16,0 0-8 0,0 0 2 15,0 0 2-15,0 0 2 0,0 0-3 0,0 0-3 16,0 0 7-16,0 0-1 0,0 0 1 0,0 0-5 16,0 0 0-16,0 0 0 0,0 0-4 0,0 0 11 15,0 0-5-15,0 0 4 0,0 0-6 0,0 0 0 0,0 0 4 16,0 0-7-16,0 0-2 0,0 0 8 0,0 0-11 15,0 0-3-15,0 0 5 0,0 0-6 0,0 0-7 16,0 0-7-16,0 0-16 0,-12-14-5 0,12 14-3 16,0 0-2-16,0 0-35 0,0 0-97 15,0 0 43-15</inkml:trace>
  <inkml:trace contextRef="#ctx0" brushRef="#br0" timeOffset="-168296.28">18946 12889 105 0,'0'0'150'0,"-12"-7"-14"15,4 4-2-15,1 0 13 0,7 3 4 16,-12-7 7-16,7 4 2 0,0-1-3 0,5 4-6 0,-10-7 1 16,10 7-5-16,-7-6-11 0,4 2-2 0,3 4-10 15,-7-6-7-15,7 6-8 0,-5-3-4 0,5 3-13 16,0 0-8-16,0 0-9 0,-6-8-9 0,6 8-7 16,0 0-3-16,0 0-12 0,0 0-6 0,0 0-5 15,0 0-1-15,0 0-7 0,0 0-3 0,0 0-4 16,0 0-1-16,0 0-2 0,0 0 2 0,0 0-5 15,0 0 3-15,15 27-4 0,-9-19-5 16,1 2-4-16,3 4 2 0,-4 0-5 0,1 2 5 0,2-2-5 16,0 2-2-16,0 0 0 0,-2-2 0 0,1 2-2 15,2-1 1-15,-1 1-7 0,-1 0 0 0,1-3 0 16,-3-3 2-16,2 2 2 0,0-2 0 0,0-1-2 16,-1-2 2-16,-3-1-3 0,0-2 1 15,-1 0-2-15,-3-4 0 0,7 5 4 0,-3-2 3 0,-4-3-1 16,0 0 0-16,0 0 2 0,12-9 0 0,-8 3 2 15,-1-4-1-15,-1-2 2 0,1 1-2 0,-2-2 2 16,1 1 1-16,-4-1-1 0,4-2 1 0,-5-2-1 16,0 1-2-16,1-1 4 0,-2 0-4 0,1-1 2 15,2 2 2-15,0-1-2 0,-1-1-1 0,1 7 0 16,0-7 0-16,0 4 1 0,1 1-4 0,0 5-2 16,-2-1-2-16,2 9-7 0,0-13-8 15,0 13-9-15,0-9-20 0,0 9-23 0,0 0-23 0,2-9-27 16,-2 9-9-16,0 0 3 0,0 0-15 0,0 0-18 15,0 0-21-15,0 0-125 0,20 14-335 0,-12-7 149 16</inkml:trace>
  <inkml:trace contextRef="#ctx0" brushRef="#br0" timeOffset="-168012.89">19309 12940 168 0,'0'0'175'0,"0"0"-8"0,0 0-10 0,0 0-15 0,0 0-8 15,-17 7-11-15,17-7-2 0,-6 11-5 0,2-3-4 16,-1 5 1-16,-2 1-6 0,0-2-8 0,2 6-8 16,-1-2-7-16,3 0-7 0,-4 0-7 0,4-1-9 15,1 0-6-15,1-2-6 0,-1-1-6 0,2-1-2 16,2-1-6-16,-1 1-2 0,1 0-7 0,1-1-12 15,1-2-23-15,1 0-5 0,0-3-31 0,2 2-21 16,1-5-9-16,1 0-21 0,2-2-30 0,1-2-35 16,1 1-5-16,5-6-111 0,-4-2-298 0,3-1 132 15</inkml:trace>
  <inkml:trace contextRef="#ctx0" brushRef="#br0" timeOffset="-167796.67">19559 12940 78 0,'-5'-7'192'0,"5"7"-12"0,-5-5-5 16,5 5-12-16,0 0-8 0,0 0-4 0,-18 7-11 16,12-2-3-16,0 1-10 0,0 2-7 0,0 1-8 15,-2 0-8-15,2 6-12 0,-3-2-8 0,2-2-7 16,1 4-9-16,3-2-4 0,2-3-7 0,0 1-8 16,1-2-4-16,1 1-8 0,0-5-3 0,2 2-23 15,1-2-22-15,1 0-24 0,1 1-24 0,2-2-27 16,-2-1-27-16,8-3-19 0,-2 1-35 0,1-2-13 15,-1-2-99-15,3 0-301 0,-3-1 134 0</inkml:trace>
  <inkml:trace contextRef="#ctx0" brushRef="#br0" timeOffset="-167587.5">19779 12904 256 0,'0'0'248'0,"0"0"-12"0,-4-5-11 0,4 5-20 0,0 0-21 15,0 0-17-15,0 0-16 0,8-10-16 0,-2 6-17 16,0 1-22-16,-6 3-20 0,13-6-28 0,-5 5-34 16,0-3-40-16,-2 2-43 0,2-1-44 0,-8 3-37 15,12 0-151-15,-12 0-324 0,8 5 143 0</inkml:trace>
  <inkml:trace contextRef="#ctx0" brushRef="#br0" timeOffset="-167437.31">19733 13031 31 0,'0'0'166'0,"0"0"0"0,0 0-7 16,0 0-17-16,0 0-14 0,0 0-14 0,0 0-21 15,0 0-22-15,0 0-32 0,28-14-31 0,-19 10-44 16,1-2-56-16,2 3-74 0,-2-3-178 0,3 1 79 15</inkml:trace>
  <inkml:trace contextRef="#ctx0" brushRef="#br0" timeOffset="-166477.84">20144 12727 219 0,'-3'-3'234'0,"3"3"-6"0,-6-7-8 0,6 7-12 15,-2-6-19-15,2 6-15 0,0 0-8 0,0 0-5 16,0 0-5-16,0 0-20 0,0 0-11 16,0 0-5-16,19 12-13 0,-13-8-11 0,2 5-14 0,0-1-9 15,-2 3 1-15,3 0-11 0,0 2-8 16,3 2-7-16,-1-2-2 0,-2 0-5 0,3-1-5 15,0 1-1-15,-5-4-4 0,-1 1-4 0,2-1 0 16,-1-1-8-16,0 1 0 0,0-2 1 0,-3-1-3 16,0-1 1-16,1-1-4 0,0 0-2 0,-5-4-2 0,7 6-1 15,-7-6 4-15,4 6-1 0,-4-6 7 16,0 0 9-16,3 3 3 0,-3-3 8 0,0 0 6 16,0 0-10-16,0 0-5 0,0 0-5 0,0 0-1 15,7-22 0-15,-6 11-2 0,2-2-4 0,-2 1-1 16,4-4-3-16,-4-2 0 0,1-1-11 0,-1 0-4 0,-1 0-1 15,4-8 2-15,-2 2-4 0,-2 2-7 0,3-5 3 16,-4 9-6-16,3 0-10 0,1 2 0 16,-2 2-1-16,0 4-1 0,1 2-21 0,-2 1-27 15,0 8-35-15,1-10-35 0,-1 10-12 0,4-5 3 0,-4 5-24 16,0 0-20-16,10 16-27 0,-8-4-161 0,2 1-417 16,0 3 185-16</inkml:trace>
  <inkml:trace contextRef="#ctx0" brushRef="#br0" timeOffset="-166208.49">20604 12782 173 0,'-5'-6'238'0,"5"6"-5"0,-7-4-5 15,7 4-8-15,0 0-7 0,-9-5-15 0,9 5-12 16,0 0-18-16,0 0-12 0,-12 2-11 0,12-2 0 15,-9 12-19-15,0-3-10 0,2 1-3 0,0 4-6 16,-2-1-12-16,0 1-9 0,3 2-8 0,1-5-1 16,2 1-15-16,2-1-9 0,0 1-6 0,1-3-1 15,1 2-3-15,0-1-7 0,3 0-6 0,0-1-5 16,1-1-25-16,3 0-23 0,-1-1-28 0,1-1-34 16,1 0-31-16,2-3-37 0,0 0-35 0,4-2-31 15,2-1-29-15,-1 0-146 0,1-4-426 16,2-3 189-16</inkml:trace>
  <inkml:trace contextRef="#ctx0" brushRef="#br0" timeOffset="-165830.72">20822 12754 39 0,'-7'-4'223'16,"7"4"-15"-16,0 0-12 0,-15 4-7 0,15-4-8 15,-10 8-10-15,3-3-7 0,1 4-14 0,0-3-15 16,1 3-15-16,1 0-10 0,1-2-11 0,2 0-11 15,1-7-5-15,-1 14-12 0,2-8-4 0,1 1-13 16,1 1-1-16,1-2-6 0,3-2-5 0,-2 1-5 16,1-1-9-16,-1 0-4 0,1-1-3 0,1 0-6 15,-7-3-1-15,12 2-2 0,-12-2 2 0,9 2 0 16,-9-2-3-16,8 1-1 0,-8-1 0 0,0 0 1 16,0 0-2-16,0 0 0 0,0 0 1 0,0 0 9 15,0 0 4-15,0 0 5 0,0 0-2 0,0 0 2 16,0 0-3-16,0 0-2 0,0 0 5 0,-27 4-1 15,20 0 1-15,0 0 5 0,-1 2 5 0,-3 2 2 16,3-1 0-16,2 0-2 0,-2 0 0 0,2 0-4 16,-1 3-5-16,4-2 0 0,-1 0-6 0,1 0-3 15,2-2 1-15,1-6-5 0,-1 14-2 0,2-7 3 16,-1-7-5-16,4 13-8 0,0-7-19 0,-1-1-18 16,8 0-31-16,-1 0-42 0,-2-3-56 0,5-2-55 15,4-3-55-15,-3 1-157 0,4-3-464 0,0-2 205 16</inkml:trace>
  <inkml:trace contextRef="#ctx0" brushRef="#br0" timeOffset="-165559.54">21097 12718 216 0,'0'0'291'0,"-7"-3"-9"0,7 3-10 0,0 0-13 16,0 0-15-16,0 0-12 0,-10-1-18 0,10 1-15 16,0 0-15-16,0 0-7 0,0 0-27 0,0 0-13 15,0 0-14-15,24-9-11 0,-11 5-12 0,2-2-7 16,1 0-17-16,2 2-15 0,-3-2-15 0,3 0-15 16,-6 2-38-16,0-1-34 0,1 0-34 0,-3 1-38 15,0 1-48-15,2 0-47 0,-6 1-31 0,1 0-204 16,-7 2-479-16,7-4 212 0</inkml:trace>
  <inkml:trace contextRef="#ctx0" brushRef="#br0" timeOffset="-165343.67">21194 12591 85 0,'0'0'264'0,"-4"-5"1"0,4 5-4 0,0 0-10 15,-8-3-8-15,8 3-9 0,0 0-19 0,-6-2-18 16,6 2-19-16,0 0-1 0,0 0 1 0,0 0 1 15,-4 13-4-15,4-13-6 0,0 17-20 0,-1-9-11 16,-1 3-11-16,2 2-11 0,0-1 3 0,2 1-30 16,-2-2-5-16,1 5-13 0,3-4-8 15,-4 4 0-15,2 1-6 0,2-3-17 0,-1-1-26 0,-2-1-48 16,2-1-47-16,-1 0-45 0,2-1-56 0,-1 2-65 0,-1-2-56 16,3 1-235-16,-2-5-584 0,-2 1 259 15</inkml:trace>
  <inkml:trace contextRef="#ctx0" brushRef="#br0" timeOffset="-164575.75">21442 12462 2624 0,'0'0'81'0,"0"0"6"0,-6-14-41 0,6 14-17 16,-2-5-17-16,2 5-2 0,-3-7-6 0,3 7 0 15,0 0-1-15,0 0 0 0,4-12 0 0,1 7-3 16,3-1 2-16,2 0-1 0,4-3 1 0,1-1-3 16,1 3-6-16,0-1-9 0,0 1-8 0,-3 1-7 15,-2 3-2-15,-2-2-7 0,1 0-5 0,-3 3-2 16,-2 0-2-16,-5 2 4 0,10-4 5 0,-10 4 7 16,8-2 2-16,-8 2 14 0,0 0 6 0,0 0-2 15,0 0 6-15,0 0 4 0,0 0 3 0,0 0 9 16,0 0-2-16,0 0 2 0,0 0-1 0,0 0-1 0,0 0-2 15,0 0 4-15,0 0 2 0,0 0 26 0,0 0 17 16,-9 21-2-16,8-10-4 0,-1 2 7 16,2 1 5-16,2 3 2 0,-2 1-2 0,0 0-4 15,1-2-1-15,1 1-6 0,2-1-3 0,-3 0-4 16,2 2 3-16,1-1-9 0,0-1-1 0,-2-1-3 0,3-3-2 16,-2-1-3-16,2 0-1 0,-1-3-6 15,-2 0 7-15,1-3-11 0,-2 1 2 0,-1-6-2 16,4 9-1-16,-1-5-4 0,-3-4-3 0,0 0-1 15,1 8-8-15,-1-8-3 0,0 0-1 0,0 0-6 0,0 0-5 16,-10 9-7-16,2-8 1 0,8-1 2 0,-12-1 0 16,12 1-2-16,-14-2 2 0,14 2 2 15,-14-3 5-15,9 2 0 0,5 1 0 0,0 0 3 16,-10-3 2-16,10 3 5 0,0 0 5 0,0 0-2 16,-9 0 8-16,9 0 1 0,0 0-3 0,0 0-1 0,0 0 4 15,0 0-3-15,0 0 5 0,0 0-5 16,0 0-1-16,0 0-8 0,28 4-11 0,-16-4-15 15,0 2-15-15,1-4-31 0,1 1-22 0,3-2-32 0,1 0-25 16,0 1-16-16,1-2-9 0,-1 1-11 16,-2-1 3-16,2-2-2 0,-2-1 2 0,0 2-98 0,-4-1-308 15,3-2 1004-15,-5 2-515 0,-1-2 27 0,0 0 24 16,-4-1 24-16,2 1 18 0,-3-1 21 0,-2 0 20 16,-1-1 43-16,1 3 31 0,-2 7 16 0,-2-13 10 15,2 13 7-15,-2-13 11 0,2 13 9 16,-4-7 3-16,4 7-4 0,-4-7-4 0,4 7-6 0,-6-4-5 15,6 4-18-15,0 0-4 0,0 0-9 16,-18 9-1-16,14-3-4 0,-2 3-3 0,0 1-7 16,1 1-9-16,-1 2-9 0,2-3-6 0,3 2-12 0,0 2 0 15,1-3-9-15,1 2-6 0,2-4-1 0,-1 1-11 16,4 3-18-16,-2-7-25 0,3 1-20 0,-2-1-33 16,4-2-31-16,2 0-26 0,1-1-38 0,0-2-38 15,6-1-24-15,0-2-35 0,-1-1-206 16,1-1-501-16,-7-2 221 0</inkml:trace>
  <inkml:trace contextRef="#ctx0" brushRef="#br0" timeOffset="-164343.54">22063 12398 73 0,'0'-10'225'0,"-2"3"13"16,2 7 8-16,-3-12 0 0,3 12-9 0,-3-10-16 15,3 10-16-15,0 0-19 0,0 0-19 0,0 0-10 16,0 0 0-16,0 0 1 0,0 0 6 0,0 0-10 15,-1 32-12-15,2-16-17 0,0 0 0 0,-1 2-10 16,0 0-17-16,2 2-6 0,-2-1-11 16,1-2-8-16,1 0-8 0,2 1-2 0,1-2-7 0,-2 1-8 15,1-2-12-15,-3-2-35 0,2-3-29 0,-1 0-26 16,-1 2-34-16,2-5-29 0,-2 0-27 0,1 0-44 16,-2-7-27-16,2 11-22 0,1-7-25 0,-3-4-176 15,0 0-473-15,0 0 211 0</inkml:trace>
  <inkml:trace contextRef="#ctx0" brushRef="#br0" timeOffset="-164047.07">22027 12326 84 0,'6'-12'202'16,"1"1"-7"-16,-2 2-6 0,1 2-12 0,-1 3-3 15,3 2-10-15,-8 2-1 0,14-1-17 0,-14 1-9 16,15 5 3-16,-6 1 0 0,-2 1 1 0,-2 2 0 15,0 1-6-15,-2 1 3 0,-1 6-16 0,-3-2-2 16,-2 2-7-16,-2-1-1 0,0-1-10 0,1-2 0 16,-4 1-1-16,2-3-8 0,1 1-11 0,0-3-10 15,2-1-9-15,-2-1 0 0,3 1-8 0,-2-2-3 16,0-1-3-16,0 2-7 0,4-7-1 0,-1 12-9 16,1-12-4-16,0 10-22 0,0-10 15 0,4 7 2 15,2-1-1-15,-1-3-3 0,2 0-14 0,2-2-38 16,3 0-40-16,-1 1-40 0,1-4-42 0,1 1-37 15,-1 0-38-15,3-3-28 0,0 2-30 0,-1-4-156 16,-3 1-481-16,0 0 212 0</inkml:trace>
  <inkml:trace contextRef="#ctx0" brushRef="#br0" timeOffset="-163814.44">22302 12444 36 0,'4'-5'241'0,"-4"5"-5"0,0 0-9 15,5-6-5-15,-5 6-6 0,0 0-15 0,0 0-9 16,0 0 2-16,0 0 16 0,0 0 8 0,10 11 3 15,-9-2-10-15,2 1 4 0,-3 2-6 0,0-1-10 16,0 6-15-16,1 2-1 0,-1-2-12 0,1 1-6 16,0 0-22-16,1-2-8 0,-1 0-17 0,0-1-10 15,2-4-10-15,0-1-13 0,-2-1-7 0,4-1-8 16,-3 0 1-16,3-3-7 0,1 1-4 0,-1-2-6 16,4 1-1-16,3-3-10 0,0 1-10 0,-4-2-30 15,3-1-24-15,1 0-33 0,0-3-46 0,1 1-51 16,-2-1-44-16,0-1-62 0,2-1-72 0,-4 1-348 15,-1 0-734-15,0-3 326 0</inkml:trace>
  <inkml:trace contextRef="#ctx0" brushRef="#br0" timeOffset="-162956.16">20542 13231 14 0,'-7'-1'154'15,"7"1"-6"-15,0 0 4 0,0 0-7 0,0 0-7 16,-12-3-2-16,12 3-3 0,0 0-2 0,-12 1-12 16,12-1-2-16,-10 0-2 0,10 0-7 0,-14 2 2 0,6-2 1 15,8 0-2-15,-13 3-1 0,6-3-10 16,-1 2-3-16,2 0-7 0,-2 1-4 0,-2 0-3 15,10-3 5-15,-12 2 0 0,6 0-1 0,6-2-7 16,-10 2-3-16,10-2-6 0,0 0-3 0,0 0-8 0,-8 1-3 16,8-1-9-16,0 0 0 0,0 0-2 15,0 0 3-15,32-9 0 0,-12 3-1 0,11-3 1 16,6-3-6-16,14-4-6 0,-1-2-2 0,-1 2-5 0,-12 5-4 16,-3-2-2-16,1 1-3 0,-1 2-4 15,-4 1 4-15,-2 0-8 0,-6 4 3 0,-1 0-1 0,-1-3-4 16,-1 5 8-16,-2-4-11 0,-4 3 1 0,-2-1 2 15,1 4 0-15,-3-1-2 0,-2 1 1 0,-7 1 0 16,10-5-3-16,-10 5 4 0,7-1 2 16,-7 1 8-16,0 0-7 0,7-3 16 0,-7 3 3 0,0 0 12 15,0 0-9-15,0 0-8 0,0 0 0 0,0 0-5 16,0 0-19-16,0 0-18 0,0 0-33 16,0 0-31-16,0 0-42 0,-24 8-50 0,17-4-48 15,2 0-55-15,-4 6-252 0,-1-2-572 0,-3 3 254 16</inkml:trace>
  <inkml:trace contextRef="#ctx0" brushRef="#br0" timeOffset="-154280.02">19331 14008 61 0,'-2'-7'207'16,"2"7"-11"-16,0 0-16 0,0 0-12 0,-1-9-11 0,1 9-6 15,0 0-17-15,0 0-11 0,0 0-17 0,0 0-12 16,0 0-11-16,0 0-9 0,0 0-3 0,0 0-3 15,0 0-4-15,0 0-2 0,19 10 1 16,-14-1-19-16,4-2-6 0,-1 3 1 0,-2 1-2 0,3 3 8 16,1 1 0-16,-1 0-1 0,0 2-6 0,1 0-5 15,-1 0 3-15,0-2-2 0,1 2-4 0,1-2-5 16,-2-1-2-16,-4-2 1 0,4-2-4 0,-2 0 1 16,0 2-4-16,0-3 0 0,1 0-2 0,-3-2 3 15,-1-2-9-15,0 2 2 0,-2-3-1 16,-2-4-1-16,7 8 2 0,-5-5-3 0,-2-3 13 0,0 0 13 15,7 5 11-15,-7-5-2 0,0 0-4 0,0 0-2 16,0 0-7-16,9-17 1 0,-7 7-3 0,0 0 0 16,1-1-5-16,0-5 0 0,0 1-3 15,-3-1-2-15,2-3-5 0,1 0-2 0,-1 0 3 16,-4-7-3-16,4 7-2 0,-1-1 2 0,-1 0-3 0,0 1 1 16,0 1-4-16,0 1 1 0,-1 6 0 0,1-1-3 15,-2 2-6-15,2 3-14 0,0 7-23 0,-2-12-21 16,2 12-41-16,0 0-18 0,0-9-15 0,0 9-20 15,0 0-23-15,0 0-23 0,8 22-19 16,-8-9-124-16,1 2-370 0,3 0 163 0</inkml:trace>
  <inkml:trace contextRef="#ctx0" brushRef="#br0" timeOffset="-154027.71">19810 14077 25 0,'-4'-4'230'0,"4"4"-5"0,0 0-10 0,-11-5-10 16,11 5-7-16,-6-2-16 0,6 2-14 0,0 0-13 0,-13 6-9 15,13-6-13-15,-6 8-11 0,2-2-6 0,0 3-3 16,0 5-3-16,-2 0-4 0,1 0-10 0,2 3-7 16,1-1-9-16,-1-4-10 0,3 1-8 15,0-1-7-15,0-1-8 0,3 1 0 0,-1-1-7 16,1-1 0-16,2-1-5 0,3 0-14 0,-2 1-32 15,3-3-31-15,0-1-35 0,2 0-28 0,1-1-35 0,1-4-47 16,0 2-14-16,6-2-18 0,-3 0-140 0,-2-2-388 16,-1-2 172-16</inkml:trace>
  <inkml:trace contextRef="#ctx0" brushRef="#br0" timeOffset="-153630.21">20077 14033 175 0,'0'0'203'0,"0"0"-1"16,-17 1-8-16,17-1-8 0,-15 12-6 0,6-3-8 16,-3 4-9-16,3 1-14 0,3-3-11 0,-3 4-14 15,3-1-15-15,2-2-4 0,1 1-18 0,3-3-5 16,1 0-9-16,1 0-5 0,0 1-8 0,2-1-10 16,-1-4-6-16,3-1-12 0,2 1-4 0,1 0-8 15,-3-3-4-15,3-1-4 0,0-1-7 0,-1 1-4 16,-1-1-2-16,-7-1-3 0,16-3 1 0,-9 3 1 15,-7 0 1-15,9-3 0 0,-2 1-1 0,-7 2 2 16,0 0 2-16,6-6 4 0,-6 6-1 0,0 0 4 16,0 0 6-16,0 0 4 0,0 0 1 0,0 0 2 15,0 0 3-15,0 0 0 0,-22-2 3 0,22 2-1 16,-11 7 2-16,1-1 3 0,2 2 3 0,0 0-2 16,1-2 2-16,-2 3-6 0,2 0 2 0,1 0-3 15,1-3-1-15,0 4-1 0,2-1-5 0,-1-2-1 16,3 1-1-16,1-8-4 0,1 11 3 0,3-4-4 15,-4-7-2-15,4 9-2 0,1-5 3 0,0 2-10 16,0-5-23-16,3 2-22 0,0 0-33 0,1-2-22 16,1-1-38-16,-10 0-43 0,24-1-36 0,-5-2-26 15,-10 0-146-15,1-1-419 0,4-1 186 0</inkml:trace>
  <inkml:trace contextRef="#ctx0" brushRef="#br0" timeOffset="-153404.36">20427 14011 112 0,'0'0'287'0,"0"0"-14"0,0 0-14 16,0 0-19-16,0 0-25 0,0 0-21 0,-1-9-18 15,1 9-13-15,10-6-21 0,-4 2-12 16,3-2-18-16,1 2-8 0,2 1-17 0,-2-3-22 0,-1 4-42 15,0-1-40-15,-9 3-31 0,14-3-38 0,-14 3-31 16,13-3-25-16,-13 3-26 0,0 0-6 0,13 6-131 16,-11-2-331-16,-2-4 146 0</inkml:trace>
  <inkml:trace contextRef="#ctx0" brushRef="#br0" timeOffset="-153241.01">20477 14057 6 0,'-17'7'126'0,"7"2"2"0,0-2 10 0,-1-1 1 15,2 0 15-15,2 0 7 0,-2-3 6 0,4 1-6 0,5-4 0 16,-8 7-5-16,8-7-3 0,-8 5-4 0,8-5-10 15,-5 4 1-15,5-4-19 0,0 0-3 0,0 0-8 16,0 0-9-16,0 0-10 0,0 0-16 0,28 1-25 16,-17-3-34-16,1-2-42 0,6 0-53 0,-2 0-68 15,3-2-50-15,0 3-189 0,-2-1-417 0,0 0 185 16</inkml:trace>
  <inkml:trace contextRef="#ctx0" brushRef="#br0" timeOffset="-152791.56">20759 13737 188 0,'-5'-7'280'0,"2"-2"-2"15,0 2-10-15,0 1-8 0,3 6-16 0,-5-10-16 16,5 10-23-16,-4-7-28 0,4 7-23 0,0 0-12 16,0 0-15-16,0 0-9 0,0 0-8 0,22 10-11 15,-13 0-5-15,2 2-6 0,2 6-5 0,2 2-7 16,-1 1-4-16,-1-1-4 0,0-4-10 0,-3 2-4 16,0-4-6-16,2 1-8 0,-2-3-2 0,2 0 8 15,-5-3-12-15,1 2-11 0,0-5 7 0,-1 1-9 16,-2-2-3-16,2 0 3 0,-3-1-7 0,-4-4 1 15,6 7 3-15,-6-7 3 0,4 3 17 0,-4-3 18 16,0 0 12-16,0 0-10 0,0 0-3 0,13-14-10 16,-11 8 0-16,2-3-6 0,0-7 1 0,-1 1-10 15,-1 2-1-15,-1-2-7 0,3-2-1 0,1-2-2 16,-4 2 3-16,2-3-10 0,-2 1-9 0,3 0-4 16,-1 0-15-16,-1 2-7 0,2 3-9 0,-1 1-7 15,-1 2-12-15,2 3-27 0,-1 1-32 0,-2 2-29 16,-1 5-40-16,4-7 5 0,-4 7 10 0,0 0-27 15,0 0-1-15,0 0-31 0,18 11-26 0,-11-3-5 16,-3 2-138-16,1-1-422 0,2 1 186 0</inkml:trace>
  <inkml:trace contextRef="#ctx0" brushRef="#br0" timeOffset="-152541.6">21252 13772 131 0,'0'0'239'0,"0"0"1"0,0 0 5 15,-14-14-8-15,14 14-9 0,-12-1-20 0,12 1 3 16,-13 0-5-16,1 1-17 0,3 2-1 0,0 0-21 16,2-1-8-16,-1 1-10 0,8-3-7 0,-11 11-9 15,3-1-3-15,0 0-10 0,2 3-3 0,1-1-15 16,-3 0-4-16,4 1-16 0,2-1-4 0,-1-2-11 16,-1 3-2-16,2-2-5 0,3 2-9 0,-1-4-11 15,1 3 7-15,3-2 1 0,1 0-44 0,-1-2-37 16,2 0-35-16,3-2-45 0,-2 1-51 0,2-4-39 15,1 2-47-15,1 0-63 0,0-2-194 0,0-2-548 16,3-2 243-16</inkml:trace>
  <inkml:trace contextRef="#ctx0" brushRef="#br0" timeOffset="-152312.11">21429 13739 160 0,'0'0'272'0,"-14"2"-5"0,6 1-4 0,0 0-6 16,2 1-5-16,-4 2-12 0,3 3-9 0,1 2-11 16,0 2-12-16,-1-2-8 0,3 1-14 0,1 1-13 15,-1-3-14-15,1 1-12 0,2 0-18 0,1-1-16 16,1 1 3-16,2 0-7 0,-2 0-13 0,3-3-19 16,1 2-10-16,0-2-1 0,0-3-41 15,0 3-26-15,3-2-25 0,1-3-38 0,2 1-48 16,0 0-56-16,-4-3-62 0,5-1-58 0,-6 1-236 0,6-2-568 15,-1 0 251-15</inkml:trace>
  <inkml:trace contextRef="#ctx0" brushRef="#br0" timeOffset="-152027.51">21673 13734 309 0,'-8'-3'361'0,"8"3"-22"0,0 0-14 0,0 0-7 16,0 0-21-16,-10-1-9 0,10 1-26 0,0 0-23 15,0 0-22-15,0 0-24 0,0 0-11 0,0 0-13 16,0 0-15-16,18-12-17 0,-10 9-9 0,-2 1-26 16,2 0 6-16,0-2-13 0,0 1-7 0,1 0-11 15,-1 1-9-15,-2 1-3 0,-6 1-9 0,12-4-32 16,-6 2-35-16,-6 2-43 0,10-2-46 0,-10 2-40 15,0 0-51-15,9-1-47 0,-9 1-46 0,0 0-43 16,0 0-216-16,0 0-588 0,12 1 260 0</inkml:trace>
  <inkml:trace contextRef="#ctx0" brushRef="#br0" timeOffset="-151805.09">21840 13434 34 0,'-4'-4'325'16,"4"4"-18"-16,0 0-13 0,0 0-14 0,-3-8-14 15,3 8-23-15,0 0-20 0,0 0-20 0,0 0-22 16,7-11-19-16,2 7-15 0,1-2-18 0,2 1-25 16,2 0-21-16,-2 0-26 0,0-2-29 0,1 1-34 15,-1 1-37-15,0 0-38 0,-1 1-35 0,-4 2-48 16,1 0-29-16,-2 0-26 0,-6 2-5 0,9 0-113 15,-9 0-365-15,0 0 162 0</inkml:trace>
  <inkml:trace contextRef="#ctx0" brushRef="#br0" timeOffset="-151480.74">21934 13390 106 0,'0'0'151'0,"0"0"-8"0,-4 5-13 16,4-5-7-16,0 0 32 0,-4 8 16 0,3-2 10 16,-1 2 4-16,1 0-2 0,1 4 2 0,0 0 5 15,0 0-16-15,1 3-12 0,1-2-9 16,-1 2 0-16,4 0-5 0,-4 0-9 0,1-2-15 0,-1-1 0 15,2-2-6-15,-1 3-17 0,-1-4-11 0,3 2-5 16,-1-1-9-16,-2 0-8 0,1-2-1 0,-2-1-9 16,3 0-10-16,-3-7 1 0,1 11-6 0,-1-11-4 15,2 7-2-15,-2-7 7 0,1 6-14 0,-1-6-3 16,0 0-2-16,2 8 3 0,-2-8-2 0,0 0-5 16,0 0-1-16,-10 4-8 0,10-4 3 0,0 0-5 15,-16-1 4-15,16 1-2 0,0 0-4 0,-12 0 1 16,12 0 4-16,0 0 0 0,-8 0-4 0,8 0 9 15,0 0-14-15,0 0-8 0,0 0 12 0,0 0-7 0,0 0-5 16,0 0 6-16,0 0-14 0,0 0 10 16,0 0-5-16,0 0-20 0,0 0-19 0,25-11-21 15,-14 8-27-15,1 0-21 0,-1 0-31 0,3-1-35 16,-2 0-32-16,7 0-39 0,0 0-36 0,-4 0-191 0,-2-1-518 16,5-2 229-16</inkml:trace>
  <inkml:trace contextRef="#ctx0" brushRef="#br0" timeOffset="-151247.42">22258 13511 9 0,'0'0'243'16,"0"0"3"-16,-4-11 6 0,4 11-2 0,-6-3 3 0,6 3-1 15,0 0-15-15,-10-2-11 0,10 2-16 0,0 0 12 16,-17 7-12-16,7 0-5 0,5-2-1 16,-4 3-15-16,0 1-2 0,1 1-18 0,2-1-22 15,1 3-7-15,1-2-11 0,0 1-17 0,0-3-12 0,2 3-7 16,2 0-8-16,1 0-11 0,0-1-7 0,6-1-4 15,-4-1-14-15,4 0-21 0,2-2-33 16,2-2-40-16,0 0-29 0,0 2-34 0,2-6-33 16,1 3-32-16,0-3-37 0,4 0-28 0,-2-2-28 15,1 1-19-15,1-1-17 0,-5-3-166 0,-1-1-506 0,-1 0 224 16</inkml:trace>
  <inkml:trace contextRef="#ctx0" brushRef="#br0" timeOffset="-151024.85">22441 13433 17 0,'-3'-19'205'0,"2"3"15"0,-3 3 25 0,3 4 13 16,0-1 3-16,1 3-3 0,0 7-1 0,-3-12-7 16,2 6 13-16,1 6-20 0,0 0-22 0,-3-11-17 15,3 11-18-15,0 0-20 0,0 0 6 0,0 0 2 16,0 0-4-16,0 0-15 0,2 39-17 16,-2-23-8-16,0 0-12 0,0 1-15 0,-2 1-10 0,4-3-2 15,-1 3-14-15,0-2-11 0,1-3-4 0,-1 3-8 16,1-4-10-16,2 2-12 0,-3-2-16 0,2-2-38 15,1 0-50-15,0 1-45 0,-2 0-37 0,-1-3-39 16,1-1-51-16,-2 3-44 0,1-4-31 0,-1-6-271 16,-1 12-640-16,1-12 284 0</inkml:trace>
  <inkml:trace contextRef="#ctx0" brushRef="#br0" timeOffset="-150713.93">22411 13298 157 0,'0'-8'251'0,"3"3"-15"16,-3 5-23-16,3-9-20 0,-3 9-21 0,5-5-9 15,-5 5-3-15,0 0-3 0,11 1-2 0,-11-1-12 16,12 7-12-16,-7-3-9 0,1 0-14 0,-2 2-5 16,4 2-4-16,-4 0-6 0,-1 0 0 0,1 0 3 15,-2-1 3-15,4 1-2 0,-3-1-4 0,-3 0 2 16,1-1-5-16,0 1-3 0,-1-7-10 0,0 12-5 15,0-12-13-15,0 12 1 0,-2-5-6 0,2-7 4 16,0 9-9-16,0-9-9 0,0 11-1 0,0-11-9 16,1 9-7-16,0-4 3 0,-1-5 1 0,3 8-7 15,0-3 0-15,-3-5-2 0,4 6 0 0,1-3-20 16,-5-3-21-16,8 3-22 0,-1-2-29 0,-7-1-29 16,12 0-41-16,-4 0-38 0,-8 0-49 0,18-3-34 15,-9 2-240-15,-2-2-547 0,4-1 243 0</inkml:trace>
  <inkml:trace contextRef="#ctx0" brushRef="#br0" timeOffset="-150440.73">22702 13325 33 0,'1'-6'261'15,"-1"6"5"-15,4-7 7 0,-4 7 3 0,4-7-7 16,-4 7-11-16,0 0-9 0,5-7-17 0,-5 7-19 16,0 0-11-16,0 0 3 0,0 0 11 0,0 0 2 15,0 0 0-15,3 24-16 0,-3-13-12 0,2 7-5 16,-2-2-10-16,-2 2-3 0,2-2-20 0,0 3-10 15,0-2-1-15,2-1-6 0,-1-1-9 0,-1-3-12 16,1 0-10-16,2-2-10 0,0 2-9 0,0-3-7 16,1-2-4-16,0 0-3 0,-1 0-7 0,2-1-2 15,-2-2-8-15,1 1 1 0,1 0-7 0,2-3-4 16,-1 0 1-16,6-1-6 0,-1-1-8 0,2-1-14 16,-3-3-18-16,8-2-21 0,0-2-33 0,1 1-31 15,0-3-47-15,8-1-50 0,-3 0-48 0,-4 0-47 16,-4 4-65-16,2-3-59 0,-9 6-324 0,0 0-786 15,-1 2 348-15</inkml:trace>
  <inkml:trace contextRef="#ctx0" brushRef="#br0" timeOffset="-147352.03">22469 13403 25 0,'0'0'86'16,"0"0"-9"-16,0 0-7 0,0 0-2 0,0 0-5 0,0 0-15 15,0 0-3-15,0 0 1 0,0 0 5 16,0 0-4-16,0 0-17 0,0 0 2 0,0 0-7 15,0 0 2-15,0 0-9 0,0 0 6 0,0 0-7 16,0 0-5-16,0 0 2 0,0 0-1 0,0 0 15 16,0 0-13-16,0 0-8 0,0 0 9 0,0 0-4 15,0 0-1-15,0 0 3 0,0 0 2 0,0 0-3 16,0 0 2-16,0 0 6 0,0 0 5 0,0 0 6 16,0 0-1-16,0 0 0 0,0 0-12 0,0 0 24 15,0 0-3-15,0 0-8 0,0 0 7 0,0 0-2 16,0 0 0-16,0 0-10 0,0 0 1 0,0 0-4 0,0 0 0 15,0 0 0-15,0 0 14 0,0 0-9 16,0 0 8-16,0 0-4 0,0 0-4 0,0 0-6 16,-17-16-3-16,17 16 2 0,0 0 3 0,-2-8-2 15,2 8-2-15,0 0 0 0,-3-10-4 0,3 10-2 16,-2-7 2-16,2 7-1 0,0 0 0 0,-2-11-1 0,2 11 0 16,0 0 8-16,-2-8-5 0,2 8 6 15,-1-7 0-15,1 7 2 0,0 0-4 0,-3-7 5 16,3 7 3-16,0 0 2 0,0 0-3 0,0 0-1 15,-4-8-3-15,4 8-4 0,0 0 1 0,0 0-2 0,0 0-4 16,0 0 1-16,0 0-2 0,0 0-1 0,0 0-3 16,0 0 0-16,0 0-1 0,0 0 0 0,0 0 0 15,0 0-3-15,0 0 0 0,0 0 0 16,0 0-1-16,0 0 2 0,0 0-3 0,0 0-2 16,0 0 0-16,0 0 0 0,0 0-2 0,0 0 4 0,0 0-5 15,0 0 4-15,0 0 4 0,0 0-3 0,0 0 5 16,0 0 4-16,2 28-3 0,-2-20 3 0,0 1 1 15,2 2 4-15,-1-2-4 0,2 3 4 0,-2-1-3 16,0 1 1-16,1 0-1 0,-1-1 2 0,0 1 4 16,1-2-5-16,-1 0 1 0,-1 1-1 0,1 0-4 15,0-4 0-15,2 2 1 0,-2-2 0 0,2-1 0 16,-2 1-2-16,1 0 4 0,-2-7 1 0,2 11-3 16,-2-3 5-16,1-2 0 0,-1-6-3 0,4 10 0 15,-3-5 0-15,-1-5-6 0,3 8 1 0,-3-8-2 16,1 6 2-16,-1-6 0 0,0 0-1 15,3 7-3-15,-3-7-1 0,0 0 7 0,0 0-8 0,0 0 0 16,1 7 0-16,-1-7 0 0,0 0 1 0,0 0-3 16,0 0 1-16,0 0 0 0,0 0-1 15,0 0-20-15,0 0-14 0,0 0-19 0,0 0-16 16,0 0-23-16,0 0-35 0,0 0-32 0,0 0-22 16,0 0-5-16,0 0-9 0,0 0-142 0,0 0-361 0,0 0 159 15</inkml:trace>
  <inkml:trace contextRef="#ctx0" brushRef="#br0" timeOffset="-145981.71">22433 13360 13 0,'0'0'117'0,"0"0"-24"0,0 0 14 0,-2-7 4 15,2 7-1-15,0 0-20 0,0 0 3 0,0 0 5 0,0 0-18 16,0 0 4-16,-1-9-8 0,1 9-10 0,0 0-5 16,0 0-1-16,0 0 2 0,-3-7-5 15,3 7 1-15,0 0-19 0,0 0 2 0,0 0-3 16,3-10-2-16,-3 10-5 0,2-5 9 0,-2 5-6 15,0 0-1-15,5-9 1 0,-5 9-9 0,5-5 1 16,-5 5 0-16,4-4-4 0,-4 4-4 0,6-6-1 16,-6 6-3-16,6-3 2 0,-6 3-2 0,6-2-5 15,-6 2 3-15,0 0-5 0,13 0 3 0,-13 0-1 16,0 0-3-16,11 2 0 0,-11-2 3 0,8 6 4 16,-3-3 1-16,0 1 0 0,-1 0 0 0,-4-4 6 15,6 11 5-15,-4-7-2 0,2 6 8 0,-2-3-1 16,1-1-1-16,-1 2 2 0,-2-8 0 0,3 11 0 0,-2-4-6 15,-1-7 0-15,1 11 0 0,-1-4 3 16,0-7-1-16,-2 11 0 0,2-11-4 0,-3 10 2 16,-1-3-5-16,4-7 0 0,-3 10 0 0,-1-5 1 15,4-5-3-15,-5 10-3 0,2-7 0 0,3-3 0 16,-8 7-3-16,6-3-1 0,2-4 2 0,-7 5-5 0,7-5-4 16,0 0 3-16,-6 6 3 0,6-6-5 15,0 0 0-15,-4 4 0 0,4-4-2 0,0 0 1 16,0 0 5-16,-6 5-4 0,6-5-2 0,0 0 0 15,-5 2 0-15,5-2-1 0,0 0-1 0,0 0 2 16,0 0-1-16,-7 4 1 0,7-4-4 0,0 0 3 0,0 0-1 16,0 0-1-16,0 0 2 0,0 0 0 15,0 0-2-15,0 0 3 0,0 0-6 0,0 0 6 16,0 0-3-16,0 0 7 0,0 0-8 0,0 0 2 16,0 0-2-16,0 0 2 0,0 0 1 0,0 0-1 15,0 0 0-15,0 0-1 0,0 0-1 0,0 0 1 16,0 0-2-16,0 0 1 0,0 0-1 0,0 0 3 0,0 0-2 15,0 0 3-15,0 0-5 0,0 0 4 16,0 0-1-16,0 0 4 0,0 0-1 0,0 0 4 16,0 0-3-16,0 0 5 0,0 0-8 0,0 0 7 15,0 0 1-15,0 0-3 0,0 0 2 0,0 0 0 16,0 0 1-16,0 0 3 0,0 0-4 0,0 0 5 16,0 0-2-16,0 0 2 0,0 0 2 0,0 0 3 15,0 0-3-15,0 0 3 0,0 0-3 0,0 0-1 16,0 0 8-16,0 0-1 0,0 0-2 0,0 0 2 15,0 0 6-15,0 0-11 0,0 0 3 0,0 0-4 16,0 0 3-16,0 0-1 0,0 0 1 0,0 0-1 16,0 0 0-16,0 0-1 0,0 0 0 0,0 0-2 15,0 0 0-15,0 0-2 0,0 0 4 0,0 0-4 16,0 0-2-16,0 0-3 0,0 0 12 0,0 0-8 16,0 0-2-16,0 0-3 0,0 0 3 0,0 0 5 15,0 0-4-15,0 0 7 0,0 0-4 0,0 0 9 16,0 0-3-16,0 0-3 0,0 0 2 0,0 0 2 15,0 0 2-15,0 0-4 0,0 0 5 0,0 0 1 16,0 0 3-16,0 0-2 0,0 0 0 0,0 0 2 16,0 0 2-16,0 0 7 0,0 0-3 0,0 0 1 15,0 0-2-15,0 0 5 0,0 0-4 0,0 0-3 16,0 0-4-16,0 0-7 0,-15-5 0 0,15 5-6 16,0 0-3-16,-8-2 5 0,8 2 2 0,-7-3 0 15,7 3 0-15,0 0-9 0,-8-2 3 0,8 2-5 16,0 0 1-16,0 0-6 0,-8-3 2 0,8 3-4 15,0 0 4-15,0 0 4 0,-6-3-5 0,6 3-5 16,0 0 1-16,0 0 10 0,0 0 0 0,0 0-8 16,0 0-2-16,0 0 8 0,0 0-6 0,0 0 2 15,0 0-12-15,0 0 6 0,0 0 2 0,0 0 1 16,0 0-5-16,0 0-2 0,0 0 3 0,0 0-3 16,0 0 4-16,0 0-2 0,0 0 1 0,0 0 4 15,0 0-2-15,0 0-6 0,0 0 9 0,0 0 4 16,30 7-7-16,-24-4 0 0,0-1 0 0,2 0 2 15,-1 1 1-15,1 0-8 0,-2 0 8 0,2-1 2 16,0 1-3-16,-1-1 2 0,0 1-4 0,2 2 3 16,0-1 1-16,-3-1 2 0,4-1-5 0,-3 0-3 15,3 1 8-15,0-1 4 0,-3 1-3 0,-1-2 4 16,-6-1-2-16,13 3 2 0,-7-2-1 0,-6-1 0 16,8 4 0-16,-8-4 12 0,10 1-15 0,-10-1-2 15,0 0 1-15,6 3 3 0,-6-3-4 0,0 0 2 16,0 0 3-16,0 0-4 0,7 2 6 0,-7-2 3 15,0 0 2-15,0 0-2 0,0 0 8 0,0 0-5 16,0 0 2-16,0 0-3 0,0 0 2 0,0 0-4 16,0 0-2-16,0 0-8 0,0 0-12 0,0 0-30 15,0 0-32-15,0 0-37 0,0 0-43 0,0 0-57 16,0 0-47-16,0 0-53 0,0 0-238 0,-22 9-592 16,13-5 263-16</inkml:trace>
  <inkml:trace contextRef="#ctx0" brushRef="#br0" timeOffset="-139069.43">27874 7793 25 0,'0'0'67'0,"0"0"-4"15,0 0-5-15,0 0 0 0,0 0-3 0,0 0-5 0,0 0-2 16,0 0-11-16,0 0-3 0,0 0 0 16,0 0 1-16,0 0-5 0,0 0-5 0,0 0-3 15,0 0 2-15,0 0-5 0,0 0 6 0,0 0-8 16,0 0-8-16,0 0 7 0,0 0 1 0,0 0-8 15,0 0 2-15,0 0 5 0,0 0-7 0,0 0 3 16,0 0 3-16,0 0-9 0,0 0 3 0,0 0-8 16,0 0-1-16,0 0-5 0,0 0-1 0,0 0 2 15,0 0-3-15,0 0-2 0,0 0 0 0,0 0-3 16,0 0 2-16,0 0-4 0,0 0 1 0,0 0-2 0,0 0 0 16,0 0 1-16,0 0-5 0,0 0-4 15,0 0-3-15,0 0-4 0,0 0-1 0,0 0-6 0,0 0-3 16,0 0-10-16,0 0-29 0,0 0-83 0,0 0 37 15</inkml:trace>
  <inkml:trace contextRef="#ctx0" brushRef="#br0" timeOffset="-112396.83">20799 16113 168 0,'0'0'183'0,"0"0"-14"0,0 0-9 0,0 0-6 0,0 0-8 16,0 0-8-16,0 0-10 0,25-11-9 0,-12 8-16 16,1-2-4-16,3 0-14 0,1-1-6 0,-1-1-9 15,2 0-4-15,0 0-7 0,0 1-12 16,-4 1-27-16,3 1-28 0,-5 0-29 0,-4-1-29 0,2 1-40 15,-1 1-32-15,-3 2-25 0,-1-1-84 16,-6 2-265-16,10-2 118 0</inkml:trace>
  <inkml:trace contextRef="#ctx0" brushRef="#br0" timeOffset="-112064.2">20966 16040 99 0,'-10'0'143'0,"10"0"0"15,-6 4-6-15,6-4-1 0,-6 3 10 0,6-3 5 16,-5 12 8-16,4-5 2 0,0 6 11 0,-3 3-8 15,3 4-10-15,1-1-10 0,0 0-3 0,1 5-10 16,0 1-16-16,0-6-32 0,2 8-3 0,-2-8-8 0,4 4-2 16,-2-5-8-16,1 0 0 0,-2 0-8 15,1-3-4-15,2 3-6 0,-3-2-6 0,0-4 0 16,0 0-8-16,1-2 0 0,-3 1-6 0,-1-2 0 16,1-2 1-16,0-7-2 0,-2 12-3 0,1-6-4 15,1-6-1-15,-6 14 1 0,1-9-5 0,-2 0 1 16,2 0 2-16,5-5-2 0,-10 6-4 0,5-4 3 15,5-2 0-15,-12 3-2 0,12-3-2 0,-7 1 0 16,7-1 0-16,-7 2 2 0,7-2-5 0,0 0 3 16,0 0-6-16,0 0 2 0,0 0-5 0,0 0-3 15,0 0 1-15,0 0-4 0,0 0 5 0,0 0-1 16,0 0-1-16,0 0-2 0,26-8-9 0,-15 4-6 16,1 0-15-16,2 1-16 0,-3-2-17 0,3 3-24 15,-1-1-24-15,5-3-32 0,-1 2-32 0,-1-2-26 16,-3 5-15-16,0-2-126 0,5 0-379 0,-4 1 168 15</inkml:trace>
  <inkml:trace contextRef="#ctx0" brushRef="#br0" timeOffset="-111780.95">21211 16280 85 0,'-1'-12'193'0,"1"12"14"0,-4-7 6 0,4 7-3 16,0 0-9-16,0 0-14 0,-5-10-19 15,5 10-13-15,0 0-15 0,0 0-13 0,0 0-9 16,0 0-1-16,0 0 1 0,0 0-6 0,0 0-11 16,0 0-5-16,0 0-9 0,2 41-6 0,0-29-10 15,-2-3-6-15,1 3-8 0,1 0-1 0,-1-2-10 16,-1 2 1-16,1-2-7 0,0 4-3 0,-1-7 2 16,0 5-12-16,2-1-2 0,-1-2 0 0,2 3-3 15,-1-3-4-15,-2 0-8 0,1-2-25 0,1 1-20 16,-2-8-16-16,0 13-19 0,0-13-29 0,0 13-18 15,0-13-20-15,1 9-13 0,-1-9-22 0,3 11-11 16,-2-6-22-16,-1-5-140 0,3 8-373 0,-3-8 165 16</inkml:trace>
  <inkml:trace contextRef="#ctx0" brushRef="#br0" timeOffset="-111243.2">21203 16273 67 0,'0'0'191'0,"-3"-10"-12"16,3 10-8-16,-1-12-16 0,1 12-12 0,4-14-11 16,-1 6-7-16,2-1-5 0,1 0-4 0,-6 9-12 15,9-12-8-15,-4 8-9 0,-5 4-1 0,14-7-11 16,-14 7 3-16,13 0 7 0,-13 0-1 0,16 0 0 16,-16 0-6-16,13 2 2 0,-5 5 0 15,0-1 7-15,-4 0-6 0,1 1-5 0,-1 3-6 0,-2-1-1 16,0 0-6-16,-2 1-2 0,2-2-3 0,-2-2-12 15,0-6 1-15,-2 15-7 0,2-9-2 0,0-6-3 16,-1 9-8-16,1-9 0 0,0 0-8 16,-1 10 7-16,1-10-11 0,0 0-2 0,0 10-6 0,0-10-1 15,0 0-8-15,5 7 1 0,-5-7-3 16,9 4 0-16,-4-2 0 0,-5-2 2 0,11 4 0 16,-4-1-1-16,0 0 3 0,0 1-5 0,-1-2 4 15,-1 2 0-15,0 1 1 0,3-2 5 0,0 2-6 16,-3 1 2-16,-1 0-7 0,0 1 6 0,-1-4 4 0,0 4 0 15,-3-7 5-15,1 12-5 0,-1-12 3 0,-6 14-3 16,2-9 2-16,-1 1-1 0,0 0-5 16,-3-1-12-16,2 2-15 0,-1-1-8 0,-3-2-35 0,1 0-30 15,-1 1-37-15,10-5-32 0,-14 9-51 16,1-5-209-16,1 2-464 0,1-2 206 0</inkml:trace>
  <inkml:trace contextRef="#ctx0" brushRef="#br0" timeOffset="-110364.47">19222 16416 189 0,'0'0'201'16,"0"0"-14"-16,-9-1-9 0,9 1-25 0,0 0-17 15,0 0-12-15,0 0-6 0,-8-3-17 0,8 3-10 16,0 0-12-16,0 0-7 0,0 0-4 0,19-12-11 16,-12 9-2-16,0-1-17 0,2-1-19 0,0 0-10 15,1 1-12-15,-5 0-17 0,2 0-3 16,-2 0-2-16,0 1-4 0,-5 3-9 0,0 0-4 16,13-5 15-16,-13 5 3 0,0 0 4 0,0 0 2 15,6-6 1-15,-6 6 5 0,0 0-3 0,0 0 7 0,0 0 3 16,0 0 9-16,0 0 0 0,-11-9 0 15,11 9 12-15,0 0 5 0,0 0 2 0,0 0 1 16,0 0-3-16,-10-3-4 0,10 3 6 0,0 0 8 16,0 0 8-16,0 0 19 0,-4 17 5 0,2-6 7 15,2 4 1-15,2 3-3 0,-4 2 2 0,2 3-6 16,0-3-1-16,2 1-5 0,-1-2-7 0,0 0-3 16,2 0-1-16,-1-1-1 0,2-2-6 0,0 1-4 15,-1-2-5-15,-1-1-1 0,1-2-5 0,-1 0-5 16,1-2-2-16,-1 0 3 0,0 0-5 0,-1-1-1 15,0-2 1-15,1 0-7 0,-2-7 4 0,0 11 1 16,0-11-1-16,-2 14 5 0,-2-8-12 0,1-1-6 16,3-5-2-16,-7 11-1 0,3-7 2 0,-2-2-1 15,6-2-4-15,-12 5 7 0,6-3-2 0,6-2 6 16,-13 0-6-16,13 0 0 0,-10-2 0 0,10 2 0 16,0 0 2-16,-12-1 3 0,12 1-1 15,0 0 0-15,0 0-1 0,-8-3-5 0,8 3-1 16,0 0 1-16,0 0 1 0,0 0-2 0,0 0 0 15,0 0 3-15,0 0-3 0,0 0 5 0,0 0-4 0,25 7 2 16,-13-7 1-16,-6 1 1 0,4-1 1 0,3-1-18 16,-13 1-15-16,27-3-26 0,-10 3-28 0,2-3-24 15,-3 1-24-15,0 0-22 0,0-2-28 0,2 1-6 16,-1 0-130-16,-3 0-345 0,-3 0 153 16</inkml:trace>
  <inkml:trace contextRef="#ctx0" brushRef="#br0" timeOffset="-110140.5">19583 16576 61 0,'0'0'193'0,"-7"-3"2"0,7 3 1 15,-13 2-2-15,13-2-10 0,-12 5-4 0,6 0-5 16,-3 0-12-16,1 4-7 0,2 0-4 0,1 1-14 16,-3-1-5-16,3 1-10 0,3-3-13 0,2-7-7 15,-3 19-9-15,3-9-11 0,-1 0-8 0,1-10-6 16,6 20-6-16,-2-10-11 0,2-1-5 0,1-4-13 15,0 2-23-15,1-3-22 0,2 2-41 0,-1-2-34 16,0 0-40-16,4-2-38 0,-2-1-44 16,1-1-182-16,1 2-422 0,-13-2 187 0</inkml:trace>
  <inkml:trace contextRef="#ctx0" brushRef="#br0" timeOffset="-109979.25">19810 16531 212 0,'0'0'204'0,"2"-6"-16"0,-2 6-23 0,3-7-21 0,-3 7-9 16,5-6-33-16,-5 6-27 0,6-7-32 0,-6 7-33 15,0 0-21-15,10-6-37 0,-10 6-11 16,8 0-22-16,-8 0-5 0,0 0-5 0,11 10-60 16,-9-4-163-16,-1 0 73 0</inkml:trace>
  <inkml:trace contextRef="#ctx0" brushRef="#br0" timeOffset="-109841.13">19858 16531 528 0,'-4'14'-21'0,"0"-6"23"0,4-8 16 0,-8 13 19 16,5-6 5-16,3-7 6 0,-5 12 3 0,4-7 4 15,1-5 3-15,-3 8-4 0,3-8 2 0,-1 8 3 16,1-8 9-16,0 0 8 0,0 0 4 0,4 7 10 16,-4-7-5-16,0 0-4 0,10 0-3 0,-10 0-7 15,18-4-14-15,-8 1-19 0,5-4-21 16,2-2-29-16,2 3-29 0,-1-5-37 0,1 1-36 0,1 1-29 16,-1-1-81-16,0 0-241 0,4-4 106 0</inkml:trace>
  <inkml:trace contextRef="#ctx0" brushRef="#br0" timeOffset="-109597.63">20208 16205 93 0,'0'0'261'0,"-4"-12"-11"0,4 12-19 16,0 0-23-16,0 0-22 0,0 0 1 0,0 0 1 15,0 0 12-15,0 0-9 0,0 0-4 0,0 41-10 16,0-22-10-16,3 4-16 0,-2-4-9 0,2 7-13 15,1 0-6-15,1-9-14 0,-3 2-12 0,0 0-4 16,3 1-15-16,-3-1-6 0,1 1-5 0,1-1-10 16,0-1-5-16,-1 2-6 0,2-4-5 0,-1 1-9 15,0 0-32-15,3-2-37 0,-5-4-34 0,1 1-30 16,2-2-26-16,-3 1-37 0,3-3-34 0,0 2-28 16,-1-1-18-16,0 0-19 0,-3-1-135 0,-1-8-430 15,0 0 190-15</inkml:trace>
  <inkml:trace contextRef="#ctx0" brushRef="#br0" timeOffset="-109228.61">20236 16215 68 0,'-1'-17'195'0,"1"17"-25"0,0 0-12 15,0-17-17-15,0 17-11 0,0 0-7 0,9-10-15 0,-9 10-1 16,9-5-12-16,-9 5-4 0,0 0-10 0,19 1-6 15,-19-1-7-15,17 6-5 0,-11-2 1 16,2 2 1-16,-8-6-4 0,11 14-9 0,-7-6-1 16,-1 2-3-16,-1-1-10 0,-2-9 1 0,0 17-10 15,0-7-9-15,0 1-9 0,2-2-21 0,-2-9-10 16,1 15-12-16,-1-15-18 0,2 13-4 0,1-7-6 16,-3-6-13-16,0 0-5 0,9 18-2 0,-4-13 3 15,-1 1 5-15,-4-6 9 0,10 10 2 0,-6-4 5 16,2-3 8-16,-6-3 3 0,10 10 9 15,-6-4-3-15,-4-6 6 0,8 8 17 0,-8-8 8 16,4 9 13-16,-4-9 10 0,3 9 0 0,-3-9 1 0,0 0 6 16,-6 16 3-16,6-16-2 0,-7 10-3 0,3-6-4 15,4-4-7-15,-10 6-9 0,10-6-25 0,-11 7-26 16,11-7-41-16,-10 7-98 0,10-7-205 0,-10 7 90 16</inkml:trace>
  <inkml:trace contextRef="#ctx0" brushRef="#br0" timeOffset="-108664.72">19804 17190 273 0,'-14'2'279'0,"14"-2"-23"16,0 0-23-16,0 0-14 0,0 0-7 0,0 0-15 15,0 0-8-15,43-19-15 0,-10 7-4 0,20-6-14 16,6-1-6-16,31-9-16 0,-2 2-9 16,-2-5-9-16,3 5-12 0,-2 0-9 0,2 1-13 0,-3 2 0 15,-21 7-11-15,25-10-10 0,-2 2-6 0,-27 8-3 16,25-7-9-16,-27 10 1 0,27-10-8 0,-31 11-22 16,2 3-27-16,-7-2-26 0,3 2-23 0,-18 1-18 15,-2 2-22-15,-2 1-20 0,-1-3-18 0,0 3-10 16,-2-1-43-16,-8 0-38 0,-1 0-184 15,-5 2-451-15,-14 4 200 0</inkml:trace>
  <inkml:trace contextRef="#ctx0" brushRef="#br0" timeOffset="-107646.62">21399 15854 8 0,'3'-9'193'0,"-3"9"-6"0,0 0-14 16,0 0-22-16,0 0-8 0,0 0-14 0,0 0-15 15,0 0-13-15,0 0-11 0,0 0 19 0,0 0 2 16,0 0-7-16,12 6-10 0,-12-6-2 0,0 0-5 16,11 7-2-16,-11-7-13 0,6 4-1 0,-2 0 0 15,-4-4 1-15,7 6 6 0,-7-6-5 0,6 5-4 16,-1-2-8-16,-5-3-5 0,8 5-4 0,-4-1-1 16,-4-4-2-16,5 4-7 0,-1 0 2 0,-4-4 0 15,5 5 3-15,-5-5 2 0,6 4-9 16,-6-4 0-16,5 6-5 0,-5-6-3 0,5 4-4 15,-5-4 5-15,0 0-6 0,7 4-2 0,-7-4-5 0,4 5 4 16,-4-5 0-16,0 0 7 0,0 0-1 0,0 0 7 16,0 0 3-16,0 0 15 0,0 0 3 15,0 0 14-15,0 0 2 0,0 0-10 0,0 0-4 16,17-10-7-16,-8 0-6 0,3-4-4 0,6-8-3 16,2-3-2-16,6 0-6 0,-1 0-4 0,12-13-3 15,-4 3-7-15,-1 0 5 0,-5 7-2 0,-1 2-3 16,10-8 1-16,-11 9-8 0,1 1-2 0,1 1 7 15,-2 2-6-15,-3 2-1 0,0-1-5 0,-1 3 6 16,-4 5-19-16,-3 1 20 0,-5 3-14 0,0 1 12 16,-9 7 1-16,11-10-5 0,-11 10-1 0,11-8 9 15,-11 8 1-15,0 0 2 0,10-7 3 0,-10 7 2 16,0 0 5-16,0 0-4 0,0 0-5 0,10-10-4 16,-10 10 10-16,0 0-8 0,0 0-2 0,0 0-10 15,0 0 8-15,0 0-13 0,0 0 7 0,0 0 2 16,0 0-9-16,0 0-10 0,0 0-11 0,0 0-13 15,0 0-20-15,0 0-23 0,0 0-28 16,0 0-28-16,0 0-14 0,0 0-18 0,0 0-33 16,0 0-50-16,0 0-75 0,0 0-179 0,-25 55-544 0,8-33 242 15</inkml:trace>
  <inkml:trace contextRef="#ctx0" brushRef="#br0" timeOffset="-106988.91">19688 16683 26 0,'0'0'132'0,"0"0"-40"0,0 0-16 0,0 0-26 16,0 0-21-16,-5-6-51 0,5 6-43 0,0 0-68 16,0 0 31-16</inkml:trace>
  <inkml:trace contextRef="#ctx0" brushRef="#br0" timeOffset="-106577.96">18909 16773 50 0,'0'0'115'0,"0"0"-12"16,0 0-8-16,0 0-9 0,-6-4-3 0,6 4-18 15,0 0-4-15,0 0 1 0,0 0-6 0,0 0-20 16,0 0-10-16,0 0-17 0,-2-7-21 0,2 7-12 16,0 0-14-16,0 0-7 0,0 0-6 0,0 0-4 15,0 0-3-15,0 0-36 0,0 0-103 0,0 0 46 16</inkml:trace>
  <inkml:trace contextRef="#ctx0" brushRef="#br0" timeOffset="-106290.85">18901 16762 308 0,'0'0'-20'0,"0"0"15"0,0 0 6 0,0 0 16 0,0 0 7 16,0 0 1-16,0 0 13 0,0 0 19 0,0 0-3 16,0 0 15-16,0 0 5 0,0 0-3 0,0 0 1 15,0 0 7-15,0 0-5 0,0 0 4 0,0 0 0 16,0 0-4-16,0 0 6 0,-12 0-7 0,12 0 2 16,0 0-2-16,0 0-10 0,0 0-3 0,0 0-8 15,0 0-3-15,0 0-3 0,0 0-5 0,0 0-6 16,0 0-6-16,0 0 2 0,0 0 9 0,0 0 8 15,0 0 0-15,0 0-3 0,0 0-5 16,0 0-2-16,18 15 7 0,-18-15 1 0,5 4 0 16,-5-4-2-16,4 5-4 0,-4-5 9 0,0 0 5 15,3 5 10-15,-3-5 11 0,0 0 9 0,0 0 5 16,0 0 10-16,0 0 4 0,0 0 2 0,0 0-6 16,0 0-10-16,0 0-14 0,11-20-6 0,-8 7-6 15,1-4-8-15,5-5-10 0,2-8-25 0,2 3-17 16,-1-4-25-16,9-11-37 0,-6 10-24 0,10-13-49 15,-2 2-46-15,4 0-61 0,-3 3-242 0,-9 7-520 16,4 2 231-16</inkml:trace>
  <inkml:trace contextRef="#ctx0" brushRef="#br0" timeOffset="-100929.6">22116 13150 22 0,'0'0'184'0,"-2"-7"-11"0,2 7-6 15,-3-7-7-15,3 7 1 0,0 0-9 0,-4-9-1 16,4 9-12-16,0 0-6 0,0 0-16 0,-2-9-7 16,2 9-13-16,0 0-13 0,0 0-7 0,0 0-12 0,0 0-5 15,-3-5-9-15,3 5 0 0,0 0-12 0,0 0 14 16,0 0 4-16,0 0-5 0,0 0-1 16,11 23-5-16,-8-18-1 0,3 1-1 0,-4 1-4 0,1 0 16 15,2 0-7-15,-3-2-3 0,2 1-5 0,0 0-4 16,-4-6-3-16,8 9-2 0,-4-5-3 15,-4-4-4-15,6 9-2 0,-4-5 3 0,-2-4-7 0,8 5 1 16,-5-2-3-16,-3-3 0 0,5 7-3 16,-5-7-3-16,6 5 2 0,-6-5 3 0,4 4 0 15,-4-4 6-15,0 0 8 0,0 0 8 0,6 4 11 16,-6-4 22-16,0 0-13 0,0 0-6 0,11-9-3 16,-2 0 7-16,3-7-22 0,4-7 3 0,3 2-9 0,0-3-7 15,3-2-15-15,2-3-19 0,7-7-29 16,-7 7-25-16,-1 1-41 0,1-1-42 0,-2 2-43 0,1-1-61 15,-4 1-221-15,-1-1-514 0,-4 3 228 0</inkml:trace>
  <inkml:trace contextRef="#ctx0" brushRef="#br0" timeOffset="-94446.45">19700 14759 71 0,'0'0'165'0,"-3"-7"-6"0,3 7-3 0,-5-5-15 0,5 5 0 16,-4-10-10-16,4 10-6 0,-4-7 3 0,4 7 6 15,-4-5-12-15,4 5-7 0,0 0-17 16,-5-7-11-16,5 7-10 0,0 0-4 0,0 0-17 0,0 0-5 16,0 0-2-16,0 0-7 0,0 0-5 15,0 0-4-15,18 16-2 0,-9-5 0 0,-1-2-2 0,2 4-2 16,3 3-5-16,-2-3-3 0,2 3-1 0,-3-2-1 15,1 3-1-15,1-3-6 0,0-4 28 16,-2 2-6-16,-1-2-1 0,-1-1 0 0,-1-2-7 16,0 3-1-16,2-3 1 0,-4 1-5 0,0-2-1 0,0-2-5 15,-1 0-1-15,-4-4 1 0,6 7 1 16,-1-4-3-16,-5-3 3 0,4 6 4 0,-4-6 11 16,0 0 10-16,4 4 9 0,-4-4 11 0,0 0 6 15,0 0-4-15,0 0-8 0,0 0-3 0,0 0-6 16,6-20-2-16,-4 8-7 0,0-3-3 0,0-1-4 15,0 0-3-15,-1-3 0 0,2 0-10 0,1-1 7 16,0-3-5-16,-1 4 0 0,0 1-5 0,0-1 3 16,-1-1-5-16,2 3 2 0,-1 4-5 0,-2-4 2 15,0 8-2-15,0 2-1 0,1-4-6 0,1 7-12 16,-3 4-13-16,2-10-14 0,-2 10-16 0,3-7-19 16,-3 7-16-16,0 0-31 0,0 0-17 0,0 0 0 15,0 0-9-15,0 0-31 0,0 0-29 0,0 0-178 16,10 21-416-16,-8-12 185 0</inkml:trace>
  <inkml:trace contextRef="#ctx0" brushRef="#br0" timeOffset="-94163.26">20132 14766 106 0,'-17'-11'199'0,"17"11"-9"0,0 0-10 16,0 0-4-16,0 0-14 0,-14 12-12 0,14-12-4 16,-8 8-5-16,3 0-10 0,3 1-3 0,-1 0-13 15,-1 2-8-15,3-1-8 0,-2 2-6 0,1-1-10 16,2 1-4-16,0-2-13 0,-2 2-5 0,4-2-6 16,-1-1-4-16,0 2-4 0,2-2-2 0,-1 2-9 15,4-3-4-15,-2 2-7 0,-1-2-23 0,4 0-24 16,-4-2-29-16,3 2-24 0,-1 1-28 15,2-4-35-15,4 2-19 0,-6-3-24 0,2-1-149 0,1 0-357 16,-8-3 158-16</inkml:trace>
  <inkml:trace contextRef="#ctx0" brushRef="#br0" timeOffset="-93709.65">20400 14686 86 0,'0'0'194'0,"0"0"-9"16,-12-5-7-16,12 5-11 0,0 0-1 0,0 0-14 0,-24 14-8 16,18-10-9-16,-1 5-6 0,1 1-2 0,-3 2-7 15,3 2-10-15,-1 1-7 0,0 1-12 16,0-1-8-16,2-3-7 0,3-3-6 0,-1 3-10 16,2-2-6-16,-1 0-7 0,2-4-4 0,2 4-1 15,0-3-4-15,0-3-3 0,2 2-7 0,-1 0 4 16,-3-6-5-16,9 4-1 0,-4 0-8 0,-5-4 3 15,11 1-7-15,-11-1 4 0,12-1-8 0,-12 1-2 16,11-2 0-16,-11 2 1 0,9-3-3 0,-9 3-1 16,7-5 1-16,-7 5-1 0,5-4-1 0,-5 4 4 15,4-4-4-15,-4 4 1 0,0 0-4 0,0 0 4 16,0-8-2-16,0 8 2 0,0 0-2 0,0 0-1 16,0 0-2-16,0 0 6 0,0 0-3 0,-25 6 5 15,14 0 1-15,1 0 2 0,1 1 5 0,0 2 4 16,0-2-1-16,2 4 0 0,0-2 2 0,1 2 0 15,-1-2-3-15,1 1 3 0,4-1 1 0,-1 0-5 16,0-2-5-16,2 1 2 0,1-8-1 0,0 14-1 16,0-7-1-16,0-7 1 0,4 10-1 0,-1-4 0 15,0-2-4-15,5-2 2 0,0-1-3 0,2-1-14 16,0 2-17-16,0-2-23 0,3-3-19 0,1 1-22 16,2-5-25-16,3 2-37 0,-3-1-42 0,2-3-27 15,1 1-172-15,-3 0-425 0,1-3 189 0</inkml:trace>
  <inkml:trace contextRef="#ctx0" brushRef="#br0" timeOffset="-93512.04">20695 14690 104 0,'-2'-1'225'0,"2"1"-5"16,0 0-18-16,0 0-16 0,0 0-14 0,0 0-17 15,0 0-12-15,11-10-19 0,-2 4-11 0,0 1-11 16,0 0-21-16,1 1-28 0,0-1-27 0,-1 4-37 16,-9 1-40-16,17-6-44 0,-17 6-34 15,13-2-141-15,-13 2-293 0,10 5 129 0</inkml:trace>
  <inkml:trace contextRef="#ctx0" brushRef="#br0" timeOffset="-93361.73">20726 14812 17 0,'0'0'179'0,"0"0"-4"0,0 0-7 16,0 0-12-16,0 0-12 0,0 0-19 0,0 0-8 15,0 0-13-15,0 0-28 0,0 0-37 0,0 0-44 16,32-11-56-16,-27 8-56 0,-5 3-70 0,13-3-201 16,-13 3 89-16</inkml:trace>
  <inkml:trace contextRef="#ctx0" brushRef="#br0" timeOffset="-75181.78">21052 14130 44 0,'0'0'110'0,"0"0"-6"16,0 0-6-16,0 0-2 0,0 0-10 0,0 0-3 15,0 0-4-15,0 0-5 0,0 0-10 0,24-16 9 16,-13 7-18-16,1 3-8 0,6-4-2 0,0 1 3 16,5-5-13-16,1 1-10 0,0 3-27 0,1-2-33 15,3-1-39-15,0 3-103 0,-5-2-190 0,5-2 85 16</inkml:trace>
  <inkml:trace contextRef="#ctx0" brushRef="#br0" timeOffset="-74708.85">21159 14195 15 0,'37'-16'36'0,"-18"7"-39"0,2-1-5 0,6-5-9 0,3-3 3 16</inkml:trace>
  <inkml:trace contextRef="#ctx0" brushRef="#br0" timeOffset="-37745.8">21153 14612 142 0,'0'0'150'0,"-8"3"-6"0,8-3-3 0,0 0-7 16,0 0-20-16,0 0 4 0,0 0-7 0,0 0-9 16,0 0 0-16,0 0-4 0,0 0-7 0,-11 2-6 15,11-2 2-15,0 0-1 0,0 0-5 0,0 0-5 16,0 0 1-16,0 0-12 0,0 0-6 0,0 0-5 15,0 0-6-15,0 0-9 0,0 0 1 0,0 0-6 16,0 0-9-16,32-17-14 0,-22 11-9 0,0-1-19 16,3 4-24-16,3-2-32 0,1-5-35 0,2 3-30 15,0 3-29-15,2-2-129 0,-5-2-319 0,1 3 141 0</inkml:trace>
  <inkml:trace contextRef="#ctx0" brushRef="#br0" timeOffset="-37228.04">21470 14318 121 0,'-4'-5'154'15,"4"5"-18"-15,0 0-7 0,0 0-14 0,8-15-11 16,0 7-16-16,1 0-12 0,3 2-1 0,2-4-6 15,1 2-14-15,3-2-6 0,-4 2-7 0,-1 2-14 16,-1-1 1-16,-1 3-13 0,-1 0-4 0,-2 1-13 16,-2 1-1-16,0-1-15 0,-6 3 18 0,10-4 1 15,-10 4 3-15,5-3 9 0,-5 3-2 0,0 0 13 16,0 0 3-16,6-3 7 0,-6 3-2 0,0 0-4 16,0 0-2-16,0 0-5 0,0 0 0 15,0 0 3-15,0 0-1 0,0 0 0 0,1 13-10 0,1-6 10 16,-1 2 4-16,-1 4 0 0,3-2 3 0,0 1 6 15,1 4-4-15,1 0-1 0,-1-1-3 0,0 2-5 16,1-2-1-16,0-1-1 0,-1-4-4 16,0 1 1-16,2 0-5 0,-3 2 0 0,1-4 4 0,-2-3-5 15,0 1-2-15,0-1-4 0,-2-6 0 16,1 11-10-16,-1-6-10 0,0-5 4 0,-2 9 3 16,2-9 2-16,-5 6-1 0,5-6 1 0,-8 6 1 0,8-6 0 15,-10 0-6-15,10 0 5 0,-10 0 0 16,10 0 3-16,0 0-14 0,-12-3 2 0,12 3-3 0,-8-3 4 15,8 3-2-15,0 0 7 0,-6-4-3 16,6 4-4-16,0 0-3 0,0 0-2 0,0 0 7 0,0 0 7 16,9-18-14-16,-1 13-13 0,-8 5-12 15,15-9-5-15,-4 3-12 0,1 0-15 0,0 0-4 0,4 1-12 16,-1-2-7-16,2 0-12 0,-2-1-6 16,2 2-58-16,-3-1-191 0,-1 1 85 0</inkml:trace>
  <inkml:trace contextRef="#ctx0" brushRef="#br0" timeOffset="-37028.72">21968 14190 147 0,'0'0'155'0,"0"0"1"15,-2-11-1-15,2 11-10 0,0 0-13 0,0 0-10 16,0 0-9-16,-7-4-14 0,7 4 7 0,0 0-7 16,-11 17-8-16,8-8-5 0,-1 1-6 15,1 2-10-15,3 1-8 0,-2-1-11 0,2 0 5 16,3 0-8-16,-1 0-5 0,3-1-7 0,0-1-7 15,2 1-13-15,6-1-26 0,-4-2-26 0,1-2-28 16,1-1-26-16,3 0-29 0,2-1-21 0,3-1-133 16,-6-1-296-16,-1-2 131 0</inkml:trace>
  <inkml:trace contextRef="#ctx0" brushRef="#br0" timeOffset="-36780.91">22154 14101 188 0,'-4'-8'179'16,"4"8"-14"-16,0 0-19 0,0 0-14 0,-3-6-1 15,3 6-2-15,0 0-9 0,0 0-12 0,0 0-3 16,5 25-11-16,-1-14 0 0,0 0-10 0,0 2-10 16,1 0-5-16,-1 2-7 0,2 2-7 0,-2-2-3 15,0-3-8-15,1-1-4 0,-2 3-15 0,1-3-24 16,0 0-20-16,0 0-16 0,-1-2-25 0,-2 1-17 15,2-2-17-15,-3-8-4 0,3 14-9 0,-3-14-5 16,2 13-7-16,-2-13-3 0,2 9-1 0,-2-9-66 16,0 0-204-16,0 0 90 0</inkml:trace>
  <inkml:trace contextRef="#ctx0" brushRef="#br0" timeOffset="-36530.97">22234 14008 97 0,'0'0'84'0,"5"-10"-2"0,-5 10-3 16,7-4 5-16,-7 4 7 0,0 0 14 0,0 0 1 16,10 11 4-16,-9-3-2 0,-2 1-5 0,1 3-4 15,-2 1-7-15,-4 1-1 0,4 4-2 0,-4-2-6 16,2 0-3-16,2 0-7 0,-1-6-3 0,-1 2-9 16,3-6-4-16,0 3-1 0,0-1-9 0,-1-1-9 15,2-7-2-15,2 13 1 0,-1-7-6 0,-1-6-4 16,2 11 0-16,2-5-2 0,1-2-3 0,2 0-18 15,2-2-28-15,0 2-23 0,-9-4-33 0,23 1-4 16,-10-1-34-16,-1-3-28 0,2 2-9 0,1-1-102 16,-3-1-279-16,-2-2 124 0</inkml:trace>
  <inkml:trace contextRef="#ctx0" brushRef="#br0" timeOffset="-36347.34">22479 14108 101 0,'2'-7'147'0,"-2"7"12"0,0 0 4 15,0 0 0-15,0 0-12 0,0 0-2 0,9 17-16 0,-8-12-7 16,1 2-11-16,-2-7-10 0,5 10-8 0,-3-5-8 16,1 3-7-16,1-1-10 0,0-1-7 0,1-2-6 15,3 2-5-15,2 0-4 0,-1-2-14 16,2 0-27-16,1-1-31 0,0-1-49 0,6-2-45 16,-2-3-42-16,3 0-135 0,-1-1-318 0,-4-2 140 15</inkml:trace>
  <inkml:trace contextRef="#ctx0" brushRef="#br0" timeOffset="-35697.65">22433 14059 50 0,'0'0'164'0,"-3"-8"-8"0,3 8-3 0,-3-5-4 16,3 5 3-16,0 0-5 0,-6-9-12 0,6 9-8 16,-4-4-8-16,4 4-4 0,-6-5-4 0,6 5-1 15,0 0-7-15,0 0-6 0,-7-4-8 0,7 4-8 16,0 0-10-16,0 0-7 0,-4-6-8 0,4 6-6 16,0 0-10-16,0 0-7 0,0 0-2 0,0 0-3 15,0 0 0-15,0 0 10 0,8 21-5 16,-6-12-6-16,1 1-4 0,1 3 1 0,0-2-2 0,1 5-2 15,-1-5-3-15,1 5-1 0,1-2-3 0,-4-1 0 16,2-2-1-16,-1 1-2 0,1-1 0 0,0 1-2 16,0-3 3-16,-2 1-4 0,3-1 2 0,-1 0-5 15,0-3 1-15,0 0 5 0,-2 0-3 0,2-1-1 16,0-1 0-16,1 0-1 0,2-2-2 0,3 2 0 16,0-6-16-16,4 0-13 0,3-4-17 0,2-2-22 15,6-5-34-15,3-3-34 0,3-4-40 0,12-9-38 16,-12 7-132-16,0-2-373 0,8-8 165 0</inkml:trace>
  <inkml:trace contextRef="#ctx0" brushRef="#br0" timeOffset="-35080.93">21925 14712 86 0,'0'0'194'0,"0"0"-17"15,0 0-12-15,0 0-10 0,11-23-16 16,17 4-19-16,14-11-6 0,10 3-9 0,27-17-15 0,3 5-10 16,5-2-29-16,-2-1-38 0,5 2-44 0,-1-6-52 15,0 3-45-15,-7 4-81 0,1-1-224 0,-26 10 100 16</inkml:trace>
  <inkml:trace contextRef="#ctx0" brushRef="#br0" timeOffset="-26172.31">21839 13057 7 0,'0'0'11'15,"0"0"-1"-15,0 0 1 0,0 0 2 0,0 0 2 16,0 0 0-16,0 0-2 0,0 0 10 0,0 0-4 16,0 0-3-16,0 0 0 0,0 0 0 0,0 0-1 0,0 0 0 15,0 0 0-15,0 0-2 0,0 0 1 16,0 0-4-16,0 0-3 0,0 0-2 0,0 0 3 16,4-11-1-16,-4 11 1 0,0 0-4 0,0 0 4 15,0 0-5-15,0 0 0 0,0 0-3 0,0 0 1 16,0 0-2-16,0 0 0 0,0 0-5 0,0 0-6 0,0 0-11 15,0 0-24-15,0 0-50 0,0 0 22 16</inkml:trace>
  <inkml:trace contextRef="#ctx0" brushRef="#br0" timeOffset="-18122.3">28782 6867 14 0,'8'7'11'0,"-6"-2"-4"0,2-1 1 0,-4-4-1 16,5 9-4-16,-1-4-5 0,-1-1-1 0,-3-4-5 15,7 9-8-15,-4-4 24 0,1-1-14 0,-4-4 5 16,6 12-3-16,-3-6-4 0,1-4 2 0</inkml:trace>
  <inkml:trace contextRef="#ctx0" brushRef="#br0" timeOffset="-13816.77">22566 13684 56 0,'0'0'59'0,"0"0"-15"16,0 0-18-16,0 0-22 0,0 0-36 0,0 0-34 15,0 0 15-15</inkml:trace>
  <inkml:trace contextRef="#ctx0" brushRef="#br0" timeOffset="-10799.75">20272 15086 61 0,'0'0'59'0,"0"0"-26"15,0 0-15-15,0 0-22 0,0 0-25 0,5-11-29 16,-5 11 14-16</inkml:trace>
  <inkml:trace contextRef="#ctx0" brushRef="#br0" timeOffset="-9842.23">27108 14781 57 0,'0'0'55'0,"0"0"-13"0,0 0 8 16,0 0-5-16,0 0-4 0,0 0-2 0,-3-9-5 15,3 9-5-15,0 0-9 0,0 0 0 0,0 0-10 16,0 0-5-16,0 0-13 0,0 0-10 0,0 0-1 16,0 0-9-16,0 0 5 0,0 0-8 0,0 0-23 15,0 0-58-15,0 0 26 0</inkml:trace>
  <inkml:trace contextRef="#ctx0" brushRef="#br0" timeOffset="-9478.91">27038 14791 14 0,'0'0'23'0,"0"0"4"0,0 0-1 16,0 0-6-16,0 0-3 0,0 0 4 0,0 0 2 15,0 0-4-15,0 0-1 0,0 0-1 0,0 0 2 16,0 0-4-16,-6-6 7 0,6 6-4 0,0 0-3 15,0 0-4-15,0 0 5 0,0 0-6 0,0 0-4 16,0 0 3-16,0 0 2 0,0 0-4 0,0 0-3 16,0 0-1-16,0 0 0 0,0 0-4 0,0 0-1 15,0 0 5-15,0 0-4 0,0 0 0 16,0 0 1-16,0 0 3 0,0 0 0 0,19-9-3 0,-19 9 0 16,10 0-1-16,-10 0-1 0,7-3 1 0,-7 3-4 15,11-1 3-15,-11 1 4 0,11 0 3 16,-11 0-2-16,14 0-3 0,-8 0-3 0,-6 0-1 0,16-2 7 15,-5 2-1-15,1 0-2 0,-3 0 1 0,1-1-9 16,-1 0 2-16,3 1-3 0,-1 0 5 0,1 0-6 16,-4 0-2-16,3 2 1 0,-1-2-2 0,-1 0-3 15,-1 2 2-15,3-2-6 0,-1 1 8 0,1 2 1 16,-3-2-2-16,4 1-5 0,-5-2 0 0,1 2 1 16,2 0-14-16,-3 1-33 0,-1-3 14 0</inkml:trace>
  <inkml:trace contextRef="#ctx0" brushRef="#br0" timeOffset="-7429.88">29208 15183 11 0,'0'0'19'0,"0"0"-11"0,0 0 5 15,0 0 4-15,0 0-10 0,0 0 1 0,0 0-1 0,10 1-2 16,-10-1 1-16,0 0 0 0,0 0 4 15,0 0-4-15,8 1 5 0,-8-1-8 0,0 0 2 16,0 0 2-16,0 0 7 0,0 0-6 0,0 0 4 16,0 0-3-16,0 0-1 0,0 0-3 0,5 3 4 15,-5-3 4-15,0 0-1 0,0 0 3 0,0 0-2 16,0 0 1-16,0 0-3 0,0 0 7 0,0 0-4 16,0 0 1-16,0 0 2 0,0 0-2 0,0 0-4 15,0 0-6-15,0 0 7 0,0 0 2 0,0 0-7 16,0 0 3-16,0 0-4 0,0 0 3 0,0 0-2 15,0 0 3-15,0 0-8 0,0 0 4 0,0 0-3 16,0 0-3-16,0 0 2 0,0 0 5 0,0 0-2 16,0 0-3-16,0 0 7 0,0 0-1 0,0 0 2 15,0 0-11-15,0 0 9 0,0 0 4 0,0 0-1 16,0 0-1-16,7 1-1 0,-7-1 0 0,0 0 0 16,0 0-3-16,0 0-1 0,0 0 0 0,0 0 1 15,0 0 0-15,0 0 1 0,0 0 0 0,0 0-2 16,0 0 0-16,0 0 1 0,0 0-6 0,0 0-1 15,0 0 3-15,0 0 4 0,0 0-1 0,0 0 0 16,0 0-7-16,0 0 2 0,0 0 3 16,0 0-1-16,0 0-3 0,0 0-6 0,0 0 4 0,0 0 7 15,0 0-8-15,0 0 7 0,0 0-15 0,0 0 5 16,0 0-3-16,0 0 3 0,0 0 3 0,0 0 6 16,0 0-2-16,0 0-2 0,0 0 10 0,0 0-7 15,0 0-4-15,0 0 3 0,0 0 2 0,0 0 2 16,0 0-4-16,0 0-8 0,0 0 6 0,0 0 1 15,0 0-1-15,0 0 2 0,0 0-5 0,0 0 3 16,0 0 3-16,9 1-2 0,-9-1 0 0,0 0-3 16,0 0 3-16,0 0 1 0,0 0-3 0,0 0 2 15,0 0-3-15,0 0 3 0,0 0-6 0,0 0 2 16,0 0 6-16,0 0 0 0,0 0-2 0,0 0-2 16,0 0-2-16,0 0 9 0,0 0-11 15,0 0 4-15,0 0 3 0,0 0 0 0,0 0 2 16,0 0-4-16,7 3 0 0,-7-3 1 0,0 0-3 0,0 0-5 15,0 0 15-15,0 0 0 0,0 0-5 0,0 0 4 16,0 0-9-16,0 0 1 0,0 0 3 0,0 0-1 16,0 0 0-16,0 0 2 0,0 0 6 0,0 0-7 15,0 0-5-15,0 0 6 0,0 0-5 16,0 0 3-16,0 0 1 0,0 0-2 0,0 0 2 16,0 0 1-16,0 0 4 0,0 0-4 0,0 0-6 0,0 0 7 15,0 0-1-15,0 0 2 0,0 0-3 0,0 0 4 16,0 0-17-16,0 0 6 0,0 0 14 0,0 0-10 15,0 0-3-15,0 0 7 0,0 0-6 0,0 0 12 16,0 0-6-16,0 0 1 0,0 0 0 0,0 0-1 16,0 0-4-16,0 0 5 0,0 0-1 15,0 0-4-15,0 0 3 0,0 0-2 0,0 0-1 0,0 0-6 16,0 0-5-16,0 0-4 0,0 0-3 0,0 0 4 16,0 0-4-16,0 0 2 0,0 0 0 0,0 0-1 15,0 0 3-15,0 0-7 0,0 0 5 16,0 0-8-16,0 0 10 0,0 0-6 0,0 0 6 15,0 0-8-15,0 0-12 0,0 0-40 0,0 0 19 16</inkml:trace>
  <inkml:trace contextRef="#ctx0" brushRef="#br0" timeOffset="30302">27596 8027 33 0,'0'0'35'15,"0"0"6"-15,8-7-13 0,-3 2-7 0,0 3-22 16,-1-3-26-16,-4 5-28 0,9-8 13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0T08:57:58.9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1470 12059 49 0,'-6'7'124'15,"6"-7"6"-15,-2 12 9 0,0-2-13 0,0 3 7 16,2 5-10-16,-3 6-8 0,3 0-15 0,-1 4-2 16,0-3-8-16,1 0-9 0,0 1-9 0,0-2-8 15,1-5 1-15,0 0-14 0,2 1-1 0,1-2-1 16,-1-1-5-16,0-1-5 0,-2-1 1 0,2-3-5 15,-1 0-3-15,1-4-3 0,-3 3-5 0,0-2 0 16,1-1 0-16,2-3-3 0,-3-5-2 0,2 11-2 16,-2-11 5-16,2 6-8 0,-2-6 0 0,0 0 0 15,3 8 1-15,-3-8 1 0,0 0 1 0,0 0-9 16,-9 5 1-16,9-5 0 0,-9 1 4 0,9-1-4 16,0 0-3-16,-15-1 3 0,15 1-8 0,-10-1 7 15,10 1-4-15,-8-2 3 0,8 2 1 0,-10-6-6 16,10 6-1-16,-10-4-1 0,5 1-1 0,5 3-1 15,-9-4-1-15,1 1 3 0,8 3-4 0,0 0-8 16,-5-4-9-16,5 4-11 0,0 0-6 0,-6-5-4 16,6 5-1-16,0 0 2 0,0 0-13 0,0 0-9 15,0 0-21-15,0 0-22 0,0 0-15 0,0 0-26 16,9-13-87-16,-9 13-252 0,0 0 111 0</inkml:trace>
  <inkml:trace contextRef="#ctx0" brushRef="#br0" timeOffset="400.02">1213 12191 126 0,'0'0'156'0,"0"0"-13"16,0 0-12-16,-8 0-6 0,8 0-10 0,0 0-7 15,0 0-2-15,0 0-9 0,0 0-13 16,0 0-4-16,0 0-9 0,0 0-3 0,20-7-6 15,-7 5-6-15,3-2-5 0,4-1-3 0,1-1-7 0,1 1-4 16,5-2-1-16,-7 2-3 0,9-2-3 0,-9 0-2 16,7-2-9-16,-12 6-9 0,6-3-12 15,-2 2-8-15,-2-2-9 0,-6 5-31 0,3-2-28 16,-3-1-37-16,1 2-18 0,-3 2-110 0,-9 0-263 16,0 0 118-16</inkml:trace>
  <inkml:trace contextRef="#ctx0" brushRef="#br0" timeOffset="1300.8">1391 12126 67 0,'-7'1'121'0,"7"-1"3"0,0 0-11 15,0 0-4-15,0 0-2 0,0 0-11 0,0 0-5 16,0 0-1-16,0 0-12 0,0 0-3 0,0 0-9 15,0 0 4-15,0 0-16 0,0 0 2 0,0 0-10 16,0 0-5-16,0 0-1 0,0 0-3 0,0 0-6 16,0 0-10-16,0 0 3 0,0 0-2 0,0 0-4 15,0 0-2-15,0 0-2 0,0 0 3 0,0 0-3 16,0 0 3-16,0 0-4 0,0 0-4 0,0 0 3 16,0 0-4-16,0 0 1 0,0 0 7 0,0 0-6 15,0 0-3-15,0 0-6 0,0 0-5 0,0 0-5 16,0 0 2-16,0 0-10 0,0 0 15 0,0 0-12 15,0 0 7-15,0 0-9 0,0 0 3 0,0 0-17 16,0 0 0-16,20-17 18 0,-15 11-3 0,-5 6-11 16,8-10 11-16,-8 10-2 0,9-9 0 0,-9 9 0 15,5-8 8-15,-5 8-1 0,7-5 3 0,-7 5-7 16,0 0 8-16,0 0 4 0,9-6 0 0,-9 6 11 16,3-2-2-16,-3 2-4 0,0 0 8 0,0 0 0 15,0 0 3-15,0 0 8 0,0 0-6 0,0 0 2 16,4-6 2-16,-4 6-9 0,0 0 4 0,0 0 7 15,0 0-5-15,0 0 1 0,0 0-2 0,0 0 1 16,0 0-4-16,0 0-1 0,0 0-2 0,0 0 0 16,0 0-3-16,0 0 6 0,0 0-3 0,-3 20 1 15,3-11 0-15,-1 0 2 0,0 3 6 0,2 1-2 16,-2 3-5-16,-1 3 5 0,4 2 7 0,-6-2-1 16,6 7-2-16,0 1-1 0,-1-7-1 0,4 5 0 15,-2-8 0-15,1 2-7 0,-1 1 8 0,-1-1 1 16,0-1 1-16,-1 0-3 0,1-1-5 0,0-2 4 15,0 1-10-15,0-4 4 0,1 5 2 0,-3-4-5 16,4 3 3-16,-2-5-3 0,1 3 3 0,-5-4-2 16,5 1-4-16,1-3 3 0,-2 0-3 0,-4-1 1 15,2-7-1-15,2 14 0 0,-2-9 0 0,0-5-1 16,0 12 0-16,0-12 3 0,0 10-3 0,0-10-1 16,0 7-1-16,0-7 3 0,0 0-2 0,0 8 2 15,0-8-2-15,0 0 1 0,0 0 1 0,-7 7 2 16,7-7-9-16,-5 3 6 0,5-3-2 0,-9 0 3 15,9 0-3-15,-11 1-1 0,11-1-5 0,-14 0-3 16,8 2-3-16,6-2 1 0,-16 0 24 0,9 0-1 16,7 0-2-16,-17-2-2 0,7 4-3 0,2-1 0 15,-1-1 0-15,9 0-3 0,-19 3 1 0,12-2-2 16,-1 2 1-16,0-2-3 0,-2 1 0 0,4 0-1 16,-2 1 0-16,-1 0-4 0,3 0 8 0,-3-2-6 15,9-1 6-15,-9 4-4 0,9-4 3 0,-7 3-2 16,7-3 4-16,0 0-2 0,-7 3-6 0,7-3 6 15,0 0 1-15,0 0 0 0,0 0 4 0,0 0 2 16,0 0-3-16,0 0 7 0,0 0-4 0,0 0 2 16,27 3 0-16,-16-5-5 0,1 2 3 0,-1-4-3 15,2 4 1-15,5-4-2 0,-4 1 4 0,2 0-3 16,-3 2-2-16,5-2-2 0,1 0 5 0,-7-1-3 16,1 0-2-16,1 2-7 0,-2 0-12 15,1-1-22-15,-2 1-10 0,4 0-41 0,-3 0-36 16,-1 0-34-16,3-2-36 0,-1 2-136 0,-3-3-356 0,1 1 159 15</inkml:trace>
  <inkml:trace contextRef="#ctx0" brushRef="#br0" timeOffset="1583.02">1872 12479 85 0,'0'0'196'0,"0"0"-9"0,-12-4-12 0,12 4-5 16,-13 2-9-16,13-2-12 0,-13 5-6 0,6 0-1 16,-1 3-6-16,-2-2-12 0,1 2-9 0,2 3-3 15,-2 2-6-15,2-2-7 0,0 0-9 0,2 0-10 16,-1 4-6-16,1-1-3 0,-1-2-9 0,2-1-7 16,4-1-3-16,0-1-4 0,0 3-6 0,0-3-5 15,0 1-3-15,4-3-1 0,1 1-3 0,-1-1-2 16,1 1-3-16,3-2-9 0,2-1-12 0,1-1-28 15,3 1-24-15,3-5-30 0,2-1-41 0,4-2-48 16,-4 0-57-16,-1 1-147 0,0-2-401 0,0-1 178 16</inkml:trace>
  <inkml:trace contextRef="#ctx0" brushRef="#br0" timeOffset="2050.08">2442 12540 92 0,'0'0'254'0,"0"0"-13"0,-8-3-15 0,8 3-14 16,0 0-16-16,0 0-20 0,0 0-14 0,0 0-19 16,0 0-14-16,0 0-16 0,0 0-8 0,0 0-20 15,17-11-8-15,-7 8-14 0,2-1-26 0,5-2-23 16,4 0-27-16,-3 2-27 0,1-1-36 0,-2-1-40 16,0 1-28-16,-3 2-21 0,-1 0-131 0,-1 1-320 15,-5 2 142-15</inkml:trace>
  <inkml:trace contextRef="#ctx0" brushRef="#br0" timeOffset="2199.51">2534 12573 171 0,'-8'2'171'0,"8"-2"5"0,0 0-10 16,0 0-11-16,0 0-16 0,0 0-13 0,0 0-5 15,0 0-18-15,0 0-15 0,33-17-13 16,-14 12-23-16,1-3-17 0,5-4-30 0,2 4-22 0,0-2-25 15,0-1-33-15,-2 3-21 0,0-1-10 16,-6 4-103-16,0-4-224 0,-2 1 100 0</inkml:trace>
  <inkml:trace contextRef="#ctx0" brushRef="#br0" timeOffset="2466.56">2925 12175 84 0,'-5'-8'223'0,"5"8"-16"0,0 0-9 0,0 0-22 16,-4-5-20-16,4 5-18 0,0 0-17 0,0 0-14 0,0 0-11 15,0 0-7-15,0 0-11 0,0 0-8 0,4 30-3 16,-3-14-5-16,2 3-9 0,-1 0-5 0,2 8-3 16,-3-3 0-16,2-4-8 0,-2-2-9 15,0 1 4-15,2-1-8 0,-2 0 2 0,2 0-2 16,-2 0 0-16,0 2-4 0,2-3-21 0,-3 1-30 15,2-3-20-15,-2-2-27 0,2-1-27 0,-2 0-21 16,-2-1-19-16,4-1-15 0,-2 0-104 0,-3 1-285 0,3-11 126 16</inkml:trace>
  <inkml:trace contextRef="#ctx0" brushRef="#br0" timeOffset="2866.6">2993 12126 78 0,'7'-11'110'0,"3"4"7"16,-1 2-15-16,2 0-1 0,0 1-5 0,-11 4-12 15,19-4-3-15,-7 2-10 0,-12 2 6 16,14 3-16-16,-14-3-8 0,14 5-5 0,-9-3-5 16,-5-2 4-16,6 12-1 0,-6-4-6 0,0-8 0 15,-2 21-2-15,-2-10-6 0,0-1-1 0,-5 5 4 0,4 2-13 16,-1-2 0-16,2-5 4 0,0 0-11 0,-1 0-16 15,2 0-10-15,3-10-4 0,-3 15-1 16,3-15 3-16,3 13 0 0,-3-13-4 0,5 15 8 16,-1-7 7-16,3-5-15 0,-2 5 10 0,1-3 0 15,-6-5 0-15,17 7 0 0,-9-1-2 0,2-1 3 0,-1 0-1 16,-2 1 1-16,0-3 3 0,-7-3 2 0,14 6 6 16,-8 0 2-16,-1-2 1 0,-5-4 9 15,8 7 8-15,-7 0 13 0,-1 0 18 0,0-7 5 16,-2 15-1-16,-2-6-1 0,-1-5-10 0,-2 3 2 15,-4 1-2-15,2 1-10 0,-1-1-2 0,-2-1-5 16,1 1-8-16,-1 2-19 0,2-1-19 0,0-4-36 16,1 2-26-16,2-2-38 0,0-3-35 0,-1 0-112 15,8-2-281-15,0 0 124 0</inkml:trace>
  <inkml:trace contextRef="#ctx0" brushRef="#br0" timeOffset="3032.78">3340 12112 98 0,'13'-7'128'0,"0"0"-8"0,5-1-22 16,7-3-24-16,-6 5 6 0,7-2-5 0,-4 2-17 16,-4 1-17-16,2 1-33 0,-2-1-20 0,-7 3-38 15,0-1-21-15,-4 3-38 0,0-1-116 0,-7 1 52 16</inkml:trace>
  <inkml:trace contextRef="#ctx0" brushRef="#br0" timeOffset="3384.3">3427 12114 14 0,'5'18'143'0,"-5"-18"-6"0,8 18-4 0,-4-6-9 15,1 4 0-15,0 1-12 0,0-1-7 0,-1 3-2 16,1 0-4-16,-3-2-7 0,1 0-10 0,1 0-5 15,-3 0-3-15,2-1-10 0,1 1-5 0,-3-1-6 16,-1 0-5-16,1-3-5 0,-1-1-1 0,0-1-1 16,2-2-6-16,-2 1 1 0,0-3-13 0,0-7 1 15,0 12-4-15,0-12 1 0,-4 11-1 0,1-5-14 16,3-6-4-16,-4 8-1 0,4-8 1 0,-4 5-5 16,4-5 2-16,-6 4-3 0,6-4 1 0,0 0-3 15,0 0-4-15,0 0 6 0,0 0 1 0,0 0-2 16,0 0 2-16,-15-8 1 0,15 8 0 0,0 0-5 15,0 0 6-15,0 0-1 0,0 0 1 0,16-17 0 16,-11 14 0-16,4-3-5 0,-2 4 4 0,4-4-10 16,-1 1-8-16,2-1-11 0,1 1-11 0,1-1-19 15,2-3-13-15,1 2-21 0,-3 2-26 0,2-2-12 16,-4 2-85-16,-3 0-235 0,0 2 105 16</inkml:trace>
  <inkml:trace contextRef="#ctx0" brushRef="#br0" timeOffset="3590.41">3729 12275 112 0,'0'0'155'0,"0"0"1"0,0 0 1 16,0 0-7-16,-3-16-13 0,3 16-13 0,0 0-15 15,0 0-7-15,0 0-15 0,0 0 11 0,0 0-3 16,0 0-3-16,3 35-7 0,-2-18 4 0,2 0-3 16,-2 1-7-16,0 2-7 0,-1 0-7 0,1-1 0 15,-1 0-11-15,0 0-5 0,3 0-8 0,-3-2-3 16,1 0-1-16,2-2-3 0,-1 1-5 0,2-4-17 15,-3-1-20-15,2-3-34 0,-2-2-31 0,1 2-26 16,-1-2-41-16,-1-6-19 0,1 8-18 0,-1-8-109 16,0 0-308-16,0 0 136 0</inkml:trace>
  <inkml:trace contextRef="#ctx0" brushRef="#br0" timeOffset="3950.42">3759 12294 69 0,'4'-7'160'16,"-4"7"-11"-16,9-11-8 0,-9 11-6 0,13-5-3 16,-4-1-6-16,-9 6-16 0,15-1-5 0,-7 0-10 15,-8 1-11-15,15 3-3 0,-15-3-12 16,14 5-2-16,-7-1-7 0,-1-1-2 0,-2 2-4 16,0 3 5-16,-2-1 0 0,-1 2 0 0,-2 0-8 15,0-1-5-15,0 1-5 0,-3 1-2 0,1 0-5 0,1-1-2 16,1-2-4-16,-2 5-5 0,0-5-3 15,3-7-7-15,0 10-4 0,0-10-2 0,3 13-1 0,-2-6 3 16,2-2-9-16,-3-5 4 0,10 10 1 16,-6-6 0-16,2 2-3 0,2-1 2 0,-3-2 1 15,1 1-3-15,1 1 0 0,-2 0 0 0,-5-5 1 16,6 8-1-16,-3-2 2 0,-2-1-2 0,2 1-2 0,-3-6 3 16,0 11 3-16,0-11 2 0,-5 10-3 15,1-2 2-15,-3-1 0 0,1 2-1 0,-3-5-17 16,1 3-9-16,3-3-11 0,0 0-16 0,-4-1-20 15,3 1-36-15,-2-3-33 0,8-1-43 0,-19 0-108 16,19 0-311-16,-21-5 138 0</inkml:trace>
  <inkml:trace contextRef="#ctx0" brushRef="#br0" timeOffset="4199.26">3390 11930 85 0,'0'0'122'0,"0"0"-17"16,0 0-9-16,0 0-11 0,37 0-29 0,-15-2-42 15,10-4-30-15,2-1-76 0,1 0-99 0,1-1 45 16</inkml:trace>
  <inkml:trace contextRef="#ctx0" brushRef="#br0" timeOffset="8151.96">1455 12931 23 0,'0'0'30'0,"0"0"-4"0,0 0-4 15,0 0-2-15,0 0-6 0,0 0 3 0,10 2 3 16,-10-2-4-16,0 0-12 0,11-2 9 0,-11 2-5 15,15-1 1-15,-2-1-1 0,0 0 6 0,7-1-6 16,7 1-5-16,2-2 2 0,3-1 0 0,3-2 0 16,2 1-2-16,1 1 4 0,13 1-6 0,-11-5-4 15,11 3 6-15,-14 2-7 0,13 1-10 0,-13 1-3 16,-1 4-5-16,1-1-16 0,2 2-40 0,0 0 18 16</inkml:trace>
  <inkml:trace contextRef="#ctx0" brushRef="#br0" timeOffset="8516.68">3018 12866 20 0,'10'-2'34'0,"-10"2"-1"0,22-3-2 0,-10 1-7 16,2 0 0-16,2 0 2 0,2-3 3 0,-5 2-6 0,2 1 2 16,-3-2-1-16,0 3-3 0,-1-2-3 0,-1 0-4 15,1 2-4-15,-11 1-6 0,11-5 12 16,-11 5-10-16,0 0-5 0,14-1-17 0,-14 1 4 16,0 0-48-16,0 0-64 0,0 0 29 0</inkml:trace>
  <inkml:trace contextRef="#ctx0" brushRef="#br0" timeOffset="8717.62">3111 12785 11 0,'34'-6'70'0,"2"-1"-5"16,3 0-14-16,8-4-4 0,-8 3-10 0,13-4 3 0,-15 5 2 15,14-3-6-15,-12 5-2 0,-2 0-11 16,1 1-13-16,0-1-15 0,-3 2-15 0,-3-1-16 16,-2 2-32-16,-1 2-73 0,-8-1 33 0</inkml:trace>
  <inkml:trace contextRef="#ctx0" brushRef="#br0" timeOffset="11138.84">1100 13634 122 0,'-5'-4'183'16,"1"-1"-16"-16,-2-2 0 0,0 2-15 0,1 0-11 15,1 1-14-15,4 4-12 0,-8-9-11 0,8 9-7 16,-8-5-17-16,8 5-7 0,0 0-8 0,-4-4-11 15,4 4-9-15,0 0 0 0,0 0-5 0,0 0-8 16,0 0-1-16,0 0-6 0,10 28 0 0,0-12 0 16,-1 2-4-16,2 6-2 0,1 2-1 0,0 3-6 15,1-1 4-15,-3 2-4 0,1-1-3 16,1 2 0-16,-2-3 1 0,-1-1-1 0,-1 0-4 16,1-1-2-16,-3-7 3 0,1-1 5 0,-1-1-12 0,1 0 2 15,-2-2 2-15,-1-4-6 0,-1-2 0 16,1 0-3-16,0 0 6 0,0-4-5 0,-2 3 1 0,0-4-1 15,-2-4 5-15,6 7-3 0,-6-7 6 0,2 6 4 16,-2-6-5-16,0 0 5 0,0 0-3 0,0 0 0 16,0 0-2-16,0 0 4 0,3-22-1 0,-3 10-3 15,-1-4-6-15,-1-2 10 0,1-6-7 16,1-1 2-16,-1 0 6 0,2-1-9 0,2-1 7 16,-2 0-3-16,3 0-3 0,-4-1 7 0,4 3-4 15,-1 1 0-15,-1 5 0 0,3 1-1 0,-3-8 2 16,0 9-1-16,-1 6 3 0,0-4-11 0,0 2 5 15,1 2 2-15,-2 3 3 0,4-1-1 0,-4 2-5 0,2 1-3 16,-2 6 6-16,3-10-2 0,-3 10-1 16,1-9-4-16,-1 9-10 0,0 0-19 0,3-11-9 15,-3 11-12-15,0 0-13 0,0 0 0 0,0 0-7 16,0 0-16-16,0 0-3 0,0 0-11 0,0 0-18 16,0 0-99-16,19 14-239 0,-19-14 106 0</inkml:trace>
  <inkml:trace contextRef="#ctx0" brushRef="#br0" timeOffset="11601">1512 13967 13 0,'0'0'136'0,"9"5"-12"15,-9-5-1-15,0 0-15 0,0 0-7 0,0 0-13 16,-3 15 1-16,3-15-8 0,-3 20-4 0,2-9-5 16,-3 5-12-16,4 1-9 0,-2 0-1 0,2-2 1 15,2-3-14-15,0 1 0 0,0 0-4 0,1-3-4 16,0 3-4-16,0-4 2 0,3-2-6 0,-2 2 2 15,4-3-4-15,-1 0 1 0,1 1-1 0,-2-3-2 16,-6-4 0-16,18 1-1 0,-5-4-1 0,-1 1 5 16,-12 2 6-16,20-5 6 0,-13 4 5 0,-1-2 2 15,0 0 16-15,-6 3 9 0,10-4 12 0,-7-1 10 16,-3 5 5-16,6-4 3 0,-6 4 2 0,2-6 0 16,-2 6 2-16,0 0-16 0,0 0-10 0,-2-20-9 15,-1 10-39-15,-1 0 0 0,-1 1 20 0,-2 0 5 16,7 9 8-16,-6-12-3 0,6 12-11 0,-6-7-7 15,6 7-10-15,-7-7-13 0,7 7-10 0,0 0-9 16,0 0-15-16,-10-7-21 0,10 7-25 0,0 0-116 16,-13 0-15-16,13 0-13 0,-18 9-182 0,9-5-424 15,9-4 189-15</inkml:trace>
  <inkml:trace contextRef="#ctx0" brushRef="#br0" timeOffset="11779.61">1872 13930 135 0,'6'-4'129'0,"-6"4"-15"0,0 0-5 16,0 0-18-16,9-3-24 0,-9 3-23 0,0 0-19 16,14-2-17-16,-14 2-13 0,14-3-31 0,-14 3-22 15,15-3-47-15,-15 3-112 0,0 0 51 0</inkml:trace>
  <inkml:trace contextRef="#ctx0" brushRef="#br0" timeOffset="11924.81">1946 14034 29 0,'0'0'80'0,"0"0"-3"0,0 0-2 0,0 0-15 15,0 0-6-15,15 3-26 0,-15-3-11 0,16-3-57 16,-16 3-24-16,23-1-68 0,-23 1 30 0</inkml:trace>
  <inkml:trace contextRef="#ctx0" brushRef="#br0" timeOffset="12333.15">2338 13699 112 0,'2'-15'209'16,"-2"15"-18"-16,0 0-23 0,0 0-18 0,0 0-18 16,0 0-22-16,3-11-6 0,-3 11-16 0,0 0-13 15,0 0-5-15,0 0-7 0,23 25-1 0,-12-12-10 16,-2 2-3-16,3 0-1 0,-1 1-9 0,0 0-5 16,-1-2-3-16,2 0-4 0,0 1 0 15,0-1 1-15,-3-5-5 0,4 2-6 0,-4-1 3 0,0-1-6 16,1-2 1-16,-2-1-1 0,-8-6-5 0,12 8 3 15,-3-4 2-15,-9-4-5 0,12 1 0 0,-12-1 3 16,0 0-2-16,18-12 1 0,-12 5-4 0,-6 7 0 16,12-21 2-16,-5 5-1 0,1-1-2 0,-2 2 3 15,-1-5-12-15,-2-1 5 0,3-4 7 0,-2-1-8 16,2-2 3-16,0-1-3 0,-2 0 1 0,1-2 1 16,0 4-2-16,0 0 5 0,0 7-2 15,-3 1-1-15,1 4-1 0,-2 4-2 0,1 0-5 16,-2 11-32-16,0 0-26 0,3-15-31 0,-3 15-13 0,0 0-3 15,0 0-6-15,0 0-19 0,0 0 0 0,0 0-89 16,-3 46-240-16,-1-31 106 0</inkml:trace>
  <inkml:trace contextRef="#ctx0" brushRef="#br0" timeOffset="12583.16">2987 13636 130 0,'0'0'168'0,"0"0"-17"16,0 0-9-16,0 0-9 0,0 0-10 0,0 0-1 15,-34 14-13-15,34-14-10 0,-18 15-6 0,9-7-3 16,3 3-3-16,-3 3-12 0,2-3-3 0,0 5-9 16,3 0-7-16,0-4-4 0,3-1-10 0,1 6 0 15,-2-5-2-15,2-12-4 0,6 24-6 0,-4-13-4 16,5-2-20-16,-2 1-14 0,5-2-40 0,-1 0-33 15,2-3-41-15,5-2-44 0,-3 1-95 0,-13-4-282 16,32-6 125-16</inkml:trace>
  <inkml:trace contextRef="#ctx0" brushRef="#br0" timeOffset="12782.91">3335 13582 165 0,'0'0'170'0,"-22"7"-1"15,22-7-12-15,-20 11-5 0,8-3-5 16,-3 2-7-16,2 2-7 0,1-2-12 0,1 4-13 16,2 0-7-16,2-3-14 0,-1 1-7 0,3 5-9 15,2-5-8-15,3 2-1 0,2 3-9 0,0-2-6 16,1-2-15-16,1-2-18 0,3-1-17 0,-7-10-22 16,25 17-28-16,-13-12-56 0,8 0-45 0,0-4-134 15,0 1-312-15,1-6 138 0</inkml:trace>
  <inkml:trace contextRef="#ctx0" brushRef="#br0" timeOffset="12969.79">3752 13563 25 0,'0'0'216'0,"0"0"-24"0,2-10-21 0,-2 10-12 15,8-6-18-15,-8 6-16 0,13-4-13 16,-4-2-23-16,1 4-29 0,-10 2-38 0,24-7-37 16,-7 2-71-16,-4 3-117 0,-1-2-217 0,1-1 96 0</inkml:trace>
  <inkml:trace contextRef="#ctx0" brushRef="#br0" timeOffset="13716.84">4311 13240 1997 0,'-5'-10'41'0,"0"-2"15"16,1 3-22-16,1-1-19 0,3 10 4 0,-2-16-10 16,2 16-4-16,8-14-2 0,-2 6-1 0,3-2-6 15,5-1-7-15,0 3-16 0,3 1-9 0,-3-1-19 16,0 0-19-16,5 2-17 0,-2 1-7 0,-4 3-4 15,-2-2-5-15,-11 4 8 0,25-5 10 0,-14 4 0 16,-11 1 17-16,12-4-9 0,-12 4 21 0,0 0 12 16,14-3 15-16,-14 3 16 0,0 0 25 0,0 0-12 15,0 0 0-15,14-2 24 0,-14 2-8 0,0 0 5 16,0 0 1-16,0 0-6 0,0 0 9 16,0 0-4-16,0 0-4 0,0 0-3 0,0 0-9 0,0 0 11 15,0 0 1-15,0 0 12 0,13 12 9 0,-12-6 7 16,3 6 1-16,3 3 31 0,-3 2-9 0,4 7-2 15,-3-5-9-15,1 7-2 0,-1-6-1 0,2 5-7 16,0-2 0-16,-3-4-7 0,1 0-3 16,-2-2-2-16,3 0-5 0,1-3 3 0,-4-1-7 0,1-2-3 15,-1 1 3-15,0-2-4 0,-2 0 0 16,1-2-2-16,-2-8 4 0,4 11-8 0,-4-11 2 0,0 13-2 16,0-13-7-16,0 0 4 0,-5 12-7 0,5-12-8 15,-9 4-9-15,9-4-7 0,-14 3 2 0,14-3 0 16,-15 0 5-16,15 0-1 0,-15-3 5 15,15 3 0-15,-13-4 2 0,13 4 3 0,-9-3 8 16,9 3 1-16,0 0-6 0,-9-5 6 0,9 5-4 16,0 0 3-16,0 0-4 0,0 0 1 0,0 0 2 15,0 0-2-15,0 0-4 0,20-18 1 0,-9 14-9 0,2 0-2 16,1-1-15-16,3-1-7 0,3 0-9 16,0-4-1-16,1 5-24 0,-2-2 1 0,8-1-19 15,-10 2 6-15,2-3 1 0,-2 2 6 0,-1-2 12 16,0 2 1-16,0-2 12 0,0 0 1 0,0 1 4 15,-2-2 7-15,-2 1 10 0,-2 2 15 0,-2 1 9 16,-8 6 9-16,11-10 14 0,-4 3 14 0,-7 7 11 16,0 0 12-16,6-13 6 0,-6 13 0 0,0 0 13 15,0 0-5-15,0 0-2 0,0 0-1 0,0 0-2 16,0 0-4-16,0 0-4 0,-23-2 5 0,23 2 3 16,-15 13-3-16,7-3 4 0,0 0-14 0,1 0-3 15,0 5-6-15,5-3 2 0,-1-2-7 0,1 3-5 16,2-1 0-16,0-2-3 0,2 1-6 0,2 0 0 15,1-2-5-15,3-1-10 0,7-1-17 0,1-1-25 16,1-5-35-16,5-1-39 0,6-3-50 0,-1-1-158 16,-7-1-341-16,1-3 150 0</inkml:trace>
  <inkml:trace contextRef="#ctx0" brushRef="#br0" timeOffset="13966.66">5237 12960 146 0,'0'0'208'16,"0"0"-20"-16,0 0-17 0,0 0-26 15,1-13-17-15,-1 13-15 0,0 0-4 0,0 0-15 16,0 0-3-16,20 47 4 0,-14-22-7 0,1 2-12 0,1-1-5 16,0 2-1-16,-3-1-11 0,0 1-4 0,-1-2 1 15,1-2-7-15,-1 1-7 0,1-5-1 0,0-1-2 16,-1-2-7-16,-1 0-4 0,1-2-26 0,-1-1-26 15,0-2-33-15,-2 1-31 0,3-4-32 16,-4 1-42-16,0-10-130 0,2 13-314 0,-2-13 139 16</inkml:trace>
  <inkml:trace contextRef="#ctx0" brushRef="#br0" timeOffset="14265.75">5280 12904 101 0,'0'0'153'0,"12"-12"-17"0,-12 12-18 0,7-7-12 16,-7 7-9-16,16-2-9 0,-16 2-4 0,19 11-8 15,-6-2 12-15,-4-1-9 0,3 8-9 0,-1 0-4 16,-4 0 1-16,1 8 6 0,-4-4-5 0,-5 0-4 16,1 3 0-16,-4-3 2 0,-1-2-2 0,-2-2 0 15,-2-1-1-15,4-3-5 0,1-2-8 0,0-1-3 16,1 0-2-16,3-9-6 0,-4 11 2 0,4-11-3 15,-3 7-8-15,3-7-2 0,0 0-4 0,0 0 0 16,0 0-5-16,0 0 0 0,0 0-2 0,0 0-2 16,14 7 1-16,-14-7 0 0,26-7-7 0,-11 2-17 15,4-1-21-15,-1 0-41 0,0 0-50 0,3-1-39 16,0 0-34-16,-4-3-110 0,1 2-326 16,-1-2 144-16</inkml:trace>
  <inkml:trace contextRef="#ctx0" brushRef="#br0" timeOffset="14522.11">5791 12962 38 0,'9'-7'200'0,"-9"7"2"0,0 0-9 16,0 0-7-16,10-5-18 0,-10 5-14 15,0 0-20-15,0 0-16 0,0 0-13 0,0 0-1 0,0 0 8 16,16 19 0-16,-13-9-10 0,-1 7-8 16,1 1-9-16,2 0-3 0,-2 0-6 0,0 8-10 0,0-7-6 15,3 6-3-15,-2-6-8 0,1-1-2 16,0 0-1-16,-1-2-7 0,-2 1-3 0,4-3-2 0,-4-3-4 15,2-1 0-15,0 0-7 0,1 1 3 16,1-3-1-16,-1 1-1 0,3-3-1 0,-8-6-3 16,18 6-1-16,-8-4 1 0,3-1-3 0,4-4-1 15,3 0-4-15,1-2-17 0,4-5-26 0,2-1-29 16,-2-3-41-16,3 0-71 0,-3 1-82 0,-3-2-140 16,-6 2-427-16,-4 1 190 0</inkml:trace>
  <inkml:trace contextRef="#ctx0" brushRef="#br0" timeOffset="17617.53">4292 12926 16 0,'-9'5'26'0,"0"4"3"16,2-2-4-16,-5 1 5 0,1 5 0 0,-1 0-2 15,-1 1-1-15,2 3 1 0,-6 4 0 0,2 1 0 16,0 2 0-16,2 0-7 0,4 0 0 0,-1 2-4 16,-2-1 8-16,1 0-5 0,6 2-1 0,0 1 5 15,1-1-3-15,2-1-4 0,1 0 0 0,4 0-8 16,1 2 13-16,1-1 4 0,2-2-24 0,3-2 13 16,3 2-1-16,4-2-8 0,0 2-2 0,4-1 3 15,3-1 10-15,2 2-6 0,-2-4 13 0,6 1-9 16,-2 0-11-16,4-1 10 0,0-1-5 0,1-3 10 15,0-2 6-15,4-3-3 0,-4-1-2 0,2-4-5 16,2 5 7-16,-1-6-2 0,0-4-9 0,1 0 6 16,-3 1 0-16,3-2 2 0,2-1-12 0,-3-3 13 15,-1 1-5-15,1-3 0 0,-5 1-6 0,-1-3 4 16,0-1-6-16,-10 3 3 0,7-4 3 0,-7 1 8 16,-2-2 1-16,2 0 0 0,-5-4-2 0,1 2 4 15,-1-2 6-15,-1-1-4 0,-2-2 2 0,2-5 9 16,-5 4-3-16,2-6 5 0,-3-1 0 0,-4 2 6 15,0-1-4-15,-3-2-2 0,-1-1-3 0,-3 1-8 16,0-3-1-16,-3-2-1 0,-2 2-6 0,-2-3-7 16,-1 1 14-16,0-1-11 0,-3-1-2 0,0 3-2 15,-1-1-1-15,-3-1-6 0,1 2 4 0,-3 0-4 16,-3 1 1-16,0 3 2 0,-3-1-5 0,-1 1-1 16,0 4 0-16,-1-1 0 0,-1 2 5 0,0 1-6 15,-2 1-2-15,-2 1 0 0,-1 5-2 0,-1-2 1 16,-14-2 9-16,12 10-4 0,-14-1-6 0,1 6 7 15,-1 2-11-15,11 3 2 0,-13 6 3 0,-1 2-3 16,3 2-2-16,2 3 4 0,1 3 0 0,2 1-2 16,10-1-13-16,-4 9-12 0,12-5-21 15,4 0-28-15,1 5-13 0,2 1-22 0,-3 13-115 16,4 0-247-16,8-10 110 0</inkml:trace>
  <inkml:trace contextRef="#ctx0" brushRef="#br0" timeOffset="18455.98">2287 14666 92 0,'0'0'116'16,"0"0"-8"-16,-6-3-16 0,6 3-3 0,0 0-12 15,0 0-21-15,16-11 9 0,-5 4-4 0,15-4-15 16,-9 3 7-16,2 0-18 0,2 1-10 0,4-4-20 15,-7 5-30-15,-1-1-26 0,-5 5-16 0,1 1-63 16,0-1-141-16,-4 2 64 0</inkml:trace>
  <inkml:trace contextRef="#ctx0" brushRef="#br0" timeOffset="18806.74">2441 14615 22 0,'-2'10'92'0,"2"-10"0"0,4 15 6 16,-1-2-9-16,3 4 2 0,2 2-10 0,-1 4-5 16,1 2-13-16,2 0 4 0,-3-1-8 0,-1-5 17 15,3 5-4-15,2-2-11 0,-5-4-5 0,3-1-5 16,-4-1-9-16,1 0 3 0,0-2-6 0,0-2-6 16,-3-1 2-16,0-2-4 0,-2 0 0 0,2 1-6 15,-2-2-4-15,-2-1-2 0,1-7 3 16,-4 11-5-16,0-7-4 0,4-4 5 0,-10 8 4 0,5-4-2 15,-4-2-9-15,2 1-5 0,0-2 14 0,7-1-12 16,-22-1-5-16,10 0 10 0,4-1 6 0,8 2 2 16,-12-2 12-16,12 2 2 0,-9-3 2 0,9 3-1 15,0 0-4-15,-10-3-7 0,10 3-4 16,0 0-1-16,0 0-5 0,0 0-1 0,0 0-1 0,0 0-3 16,0 0-2-16,24-17-17 0,-5 9-16 0,-1 3-27 15,8-5-35-15,6-3-24 0,-2 4-26 0,1-4-123 16,0 4-282-16,0-3 126 0</inkml:trace>
  <inkml:trace contextRef="#ctx0" brushRef="#br0" timeOffset="19033.41">3010 14731 126 0,'-8'3'164'0,"-1"0"-9"0,-2 4-3 0,2 1-13 0,-5 3-8 15,3 3-5-15,-2 0-9 0,4 0-8 16,-1 4-16-16,0 0-7 0,2-2-4 0,5 0-8 16,1 1-12-16,1-4-2 0,1 2-8 0,2-3-1 15,2-2-6-15,1 3-3 0,3-4-8 0,1 1-2 16,0-2-5-16,5 1-3 0,-1-5-29 0,4 1-19 16,1-1-36-16,3-4-14 0,-2 1-26 0,3-3-37 15,6-5-21-15,0 3-80 0,-4-6-258 0,-6 2 115 16</inkml:trace>
  <inkml:trace contextRef="#ctx0" brushRef="#br0" timeOffset="19301.53">3500 14447 168 0,'-1'-11'239'16,"1"11"-21"-16,0 0-18 0,-2-9-21 0,2 9-19 0,0 0-23 15,0 0-15-15,3-6-17 0,-3 6-3 16,0 0-18-16,0 0-10 0,9 26-2 0,-4-11-9 16,3 2-1-16,1 6-10 0,0 3-3 0,0 0-4 0,-3-1-10 15,4-2 3-15,-2 1-1 0,0 0-1 16,-2-7-2-16,3-1-7 0,-4 1-1 0,0 1-3 0,0-1-6 16,-1-4-17-16,1 3-32 0,-2-4-29 15,-1 1-32-15,2-1-19 0,-1-2-29 0,-1-1-22 16,1-2-138-16,-2 1-325 0,-1-8 144 0</inkml:trace>
  <inkml:trace contextRef="#ctx0" brushRef="#br0" timeOffset="19490.84">3515 14488 6 0,'0'0'127'16,"-10"0"-1"-16,10 0-4 0,-16 10-18 0,7-3-7 15,-1 3-12-15,-1 2-8 0,0 2-2 0,-6 5-11 16,8-3-1-16,-1-2-12 0,3-2-28 0,-1 1-26 16,1-1-21-16,2-2-25 0,0 0-25 15,1 0-71-15,-1-1-158 0,1 0 70 0</inkml:trace>
  <inkml:trace contextRef="#ctx0" brushRef="#br0" timeOffset="19636.57">3529 14550 73 0,'11'-3'73'0,"-1"1"-18"0,2 0 5 0,-12 2-9 16,25 1-8-16,-12-2-25 0,3 2-35 0,-2-1-43 16,-1 1-64-16,0-1 29 0</inkml:trace>
  <inkml:trace contextRef="#ctx0" brushRef="#br0" timeOffset="20188.95">3881 14626 171 0,'10'-8'184'0,"-10"8"-14"0,6-10-14 16,-6 10-12-16,7-10-12 0,-3 5-16 0,-1-6-9 15,4 2-13-15,1-2-5 0,0 2-13 0,0-1-5 16,-4 1-5-16,0 2-5 0,-4 7-8 0,6-12-6 15,-2 5 0-15,-4 7-4 0,2-9-6 0,-2 9-4 16,0 0-8-16,0 0-10 0,-8-17-6 0,8 17-4 16,-11-1-2-16,11 1-1 0,0 0 0 0,-24 5-2 15,15-1 1-15,1 0-1 0,0 4-4 0,-1-1-3 16,1 8 9-16,1-5-4 0,0 6-4 16,1 0 0-16,3 0-2 0,0 0-3 0,1-5 6 15,3 5-1-15,0-4 1 0,1 1 2 0,3-5 1 0,0 2 1 16,4-1 1-16,-3-3-1 0,3 1 0 0,4-3 6 15,-2-3-3-15,2 0 1 0,3-3 0 16,0-1 0-16,3 1 2 0,0-5-2 0,1 1-3 16,-1-4 6-16,-4 3 0 0,3 0-4 0,-4-2 1 0,0-1 0 15,-5 2 1-15,1 0 3 0,-1 0-2 0,-2 1 1 16,-1-4-6-16,-2 1 3 0,0-2-5 0,-2 2-3 16,1 1 9-16,-3 9 1 0,-1-20-1 15,1 20-1-15,-2-13-5 0,2 13 5 0,-1-10-1 16,1 10 3-16,0 0-2 0,-1-12-7 0,1 12 1 15,0 0-1-15,0 0-3 0,0 0 3 0,0 0 3 16,0 0-12-16,0 0 9 0,0 0 2 0,0 0 0 16,0 42-2-16,2-29 6 0,0 3-7 0,0 0 3 15,1-4-1-15,-1 6-3 0,3-4 3 0,-3 1 6 16,0 1-3-16,0-4-5 0,-1-1 4 0,1 3 0 16,0-4 2-16,-2 3 2 0,0-2-4 0,2-2 0 15,-2 3-7-15,0-12-13 0,0 20-23 0,-1-12-17 16,1-8-34-16,0 17-20 0,0-17-37 0,-4 13-85 15,4-13-256-15,-9 9 113 0</inkml:trace>
  <inkml:trace contextRef="#ctx0" brushRef="#br0" timeOffset="20683.37">4733 14587 57 0,'0'0'119'0,"-2"18"2"15,-3-2-22-15,0 0-22 0,-3 10-25 0,-1 1-48 0,-1 0-37 16,-1 1-50-16,-3-1-90 0,0-4 41 0</inkml:trace>
  <inkml:trace contextRef="#ctx0" brushRef="#br0" timeOffset="21133.28">4993 14353 1740 0,'7'-17'32'0,"0"-1"31"16,-6 8-34-16,3 0-13 0,-2 2-9 0,1 2-11 15,-1 1 3-15,-2 5 5 0,3-7-7 0,-3 7-2 16,3-6 2-16,-3 6 6 0,0 0-15 0,0 0 10 16,16 9-7-16,-7-2 12 0,4 7-8 0,2 1 6 15,3 5-3-15,0 0-1 0,1 1 3 16,-1-1-2-16,0 0 2 0,-6-5-5 0,0-1 4 15,2 2 1-15,-2-4-3 0,1 4 6 0,-3-4 0 0,3 3 0 16,-6-5-5-16,4-1 5 0,-1 0 0 16,-3-2 1-16,0 0-4 0,-2-1 1 0,0-3 5 15,0 1 0-15,0 0 1 0,-5-4 7 0,9 2 11 16,-9-2 14-16,8 2 5 0,-8-2 5 0,8-8 2 0,-3 1 0 16,-2-1 3-16,1-4-1 0,3-4-2 15,-5-1 2-15,1-4-6 0,1-5-4 0,1 0-4 0,0 1 1 16,-1-4-5-16,0-2 0 0,-1-1-6 0,1-1-2 15,0 0-4-15,-1 4 1 0,-2 2-3 0,3 7-7 16,-4 3 0-16,0 4 1 0,1 2 0 16,-1 0-5-16,0 5-6 0,0 6-19 0,2-10-29 15,-2 10-28-15,0-7-32 0,0 7-31 0,0 0-17 16,0 0-12-16,0 0-25 0,7 22-132 0,-4-5-346 0,0-1 154 16</inkml:trace>
  <inkml:trace contextRef="#ctx0" brushRef="#br0" timeOffset="21432.89">5613 14457 60 0,'0'0'131'0,"1"9"-7"0,-1-9-13 0,5 7-8 0,-5-7-5 16,5 11-15-16,-5-11-5 0,8 7-5 15,-8-7-7-15,10 8 1 0,-4-7 19 0,6 1-12 16,-12-2 5-16,24 0 8 0,-11-3-4 0,2-3-2 15,-1 1-1-15,3-4-9 0,-1-1-4 0,-4 4 6 16,1 0 5-16,-6-1-7 0,0-3 1 0,-1 0-7 16,-2-1-2-16,-2 1-2 0,-2-1-8 0,-1 1-5 15,-4-2-6-15,0 2 0 0,-1-2-8 0,-2 3-2 16,-1 0-7-16,-2 1 2 0,0 1-11 0,2 3-3 16,-1 0-3-16,-1 2-15 0,-2 2-11 0,1 2-21 15,-2 6-27-15,-1 1-18 0,6 0-42 0,0 2-36 16,-4 3-41-16,2-1-106 0,1 3-332 0,5-6 148 15</inkml:trace>
  <inkml:trace contextRef="#ctx0" brushRef="#br0" timeOffset="21953.21">6105 14005 188 0,'0'0'211'0,"-3"-10"-13"15,3 10-21-15,-1-9-12 0,1 9-23 0,0 0-13 16,-2-7-19-16,2 7-9 0,0 0-10 0,0 0-12 16,9 19-6-16,0-6-6 0,2 12-8 0,0 3-1 15,2 1-5-15,-2 3-12 0,3-2 2 0,-3 1-4 16,-1 0-3-16,3-3-5 0,-3-1 3 0,1-1-14 15,-1-8 6-15,-2 0-3 0,1-2-2 0,-2 0-1 16,4 0-3-16,-6-6-3 0,2-2 3 16,-1 1-3-16,0-3 3 0,-3-3 0 0,-1 2 17 0,-2-5 15 15,7 7 10-15,-7-7 4 0,0 0-3 0,0 0-6 16,14-12-3-16,-5 2-7 0,-4-3-4 0,4-2-1 16,-1-2-5-16,0-1-6 0,0 0 1 0,2-7-2 15,-2 2-5-15,1-2-3 0,-1 2-4 0,-2 6 1 16,2-1-13-16,-5 3-16 0,1 6-26 15,-1 0-32-15,-3 9-42 0,4-10-47 0,-4 10-42 16,4-4-12-16,-4 4-154 0,0 0-398 0,0 0 176 0</inkml:trace>
  <inkml:trace contextRef="#ctx0" brushRef="#br0" timeOffset="22120.87">6214 14402 132 0,'-33'10'152'0,"0"-3"2"0,-3 0-9 0,4 1-5 16,2-2-7-16,3-1-18 0,6 0-10 16,1 1-14-16,7-3-7 0,0 1-17 0,3-1-29 0,1 0-34 15,9-3-62-15,-11 2-42 0,11-2-101 16,-8 6-217-16,8-6 96 0</inkml:trace>
  <inkml:trace contextRef="#ctx0" brushRef="#br0" timeOffset="22767.71">6678 14128 111 0,'7'-11'173'0,"-1"2"-8"0,4-6-5 0,-2 4-9 16,2-2-17-16,-2 0-9 0,2 0-4 0,-2 4-7 15,-2-1-6-15,-1 1-5 0,3-1-2 0,-3 3-8 16,-1-2-7-16,0 1-7 0,-2-2-9 0,1 1-2 16,-3 9-6-16,3-16-3 0,-2 6-7 15,1-1 1-15,-2 11 3 0,-1-13-3 0,1 13-1 0,0 0-4 16,-1-14-8-16,1 14-3 0,-5-12 0 0,5 12-6 16,-2-7-3-16,2 7-2 0,0 0-7 0,-6-8-6 15,6 8-1-15,0 0 0 0,0 0-3 0,0 0-7 16,0 0 1-16,0 0-1 0,-22 23 1 0,18-8 2 15,-3 1-4-15,0 3 3 0,-3 4 4 0,5-4-11 16,1 6 1-16,0-6 1 0,2-2 1 0,2-1-3 16,0 1 3-16,4-2-1 0,-1-2 1 0,4 2-4 15,-1-4 3-15,3-1-1 0,-1-4 4 0,3 3-1 16,5-2 0-16,-1-3 2 0,4-1-2 0,2-3 1 16,-2-1 2-16,2-4-1 0,1 1-1 0,4-7 2 15,-10 3-1-15,10-6 2 0,-3 0-2 0,-3-2-2 16,-3 3 3-16,5-2-1 0,-8 1 0 0,-1-1 0 15,-1-1 5-15,0 0-2 0,1-9-5 0,-6 8 1 16,2-5 3-16,-5 5-1 0,-1-1-1 0,-2 1-2 16,-1 1 1-16,0 0 2 0,-3 6-1 0,3-3-3 15,-1 1 3-15,1 12-5 0,-1-11 0 16,1 11 0-16,0 0 1 0,-5-10-1 0,5 10-3 0,0 0 2 16,0 0-1-16,0 0-1 0,-12 19 0 0,8-4-1 15,-2 1 1-15,4 3 3 0,2-1-2 0,1 2 1 16,-1 6 0-16,2-7 0 0,7 4 0 0,-5-1-2 15,1-5 1-15,2 1 0 0,-4-1 0 0,5-1 1 16,-4-5 1-16,2 4-1 0,-2-2 5 0,0-4-8 16,1 1 6-16,-2 0-1 0,0 0 2 0,-3-2 0 15,0 1 3-15,0 0-16 0,-3 1-6 0,-1 2-21 16,-3-3-32-16,-4 6-46 0,-2-5-40 0,-1 1-51 16,-2 0-135-16,0-3-371 0,-2-1 163 0</inkml:trace>
  <inkml:trace contextRef="#ctx0" brushRef="#br0" timeOffset="22908.47">7156 14143 137 0,'0'0'108'0,"0"0"-42"0,0 0-48 15,0 0-74-15,-28 29-58 0,6-15 25 0</inkml:trace>
  <inkml:trace contextRef="#ctx0" brushRef="#br0" timeOffset="81069.78">18047 14176 15 0,'-10'3'20'0,"-3"-5"-4"0,2 4-3 15,-5 1-7-15,0-2-9 0,-3 1-9 0,-1-1-12 16,2-1 6-16</inkml:trace>
  <inkml:trace contextRef="#ctx0" brushRef="#br0" timeOffset="86302.64">17992 14196 56 0,'0'-7'59'16,"0"7"-9"-16,0 0-2 0,0-10-11 0,0 10-12 0,0 0-16 15,0-7-6-15,0 7-13 0,0 0-3 0,0 0-1 16,0 0 6-16,-6-6-4 0,6 6 0 16,0 0 2-16,0 0 1 0,0 0-2 0,0 0 3 15,0 0-1-15,0 0 1 0,0 0 2 0,0 0 1 16,0 0 2-16,0 0-7 0,0 0-14 0,-5 20-25 0,5-20 12 15</inkml:trace>
  <inkml:trace contextRef="#ctx0" brushRef="#br0" timeOffset="88904.27">18083 14232 32 0,'-12'2'44'0,"-1"-1"-7"0,0 0-6 16,-5 2-8-16,4-2-2 0,-4-2 2 0,1 1-4 16,-1 1-2-16,3-1-3 0,-6-1 5 0,1 1-2 15,2-2-8-15,-2 1 8 0,-1 0-11 0,-7-2 5 0,0 1-4 16,0-1 5-16,0 1-2 0,6 1-2 15,-5-1 1-15,-2 1-8 0,1-2 4 0,7 3 3 16,-9-2-4-16,1 2 0 0,0 1-4 0,0 0 1 16,-3-1 2-16,0 1-8 0,0 1 0 0,1-1 6 15,-1 0-1-15,0 0-6 0,0 0 2 0,2 0-2 16,-1-2 7-16,-2 2-7 0,3 0 7 0,0 2 0 0,-1-4 1 16,2 2-1-16,-2 0-4 0,4 0-4 15,-2-1 4-15,7 2 3 0,-7-1 3 0,2 0 0 16,5 0-6-16,-5-1 1 0,0 2 12 0,-1-1-7 15,5 0-3-15,-4 2-5 0,7-2-2 0,-3-1 0 16,1 0 5-16,-8 3 2 0,2-2-1 0,-2 0-8 0,1 0 7 16,-2 2-7-16,0-3 3 0,2 1-1 0,-3-1 3 15,0 0-8-15,-1 3 4 0,1-1 0 16,1 0 2-16,-1 0-2 0,2 0 0 0,-1-1 6 16,3-1-3-16,-4-1 3 0,2 1-5 0,1 0 2 15,0 0 5-15,-1-4-3 0,3 3 4 0,-3 0-1 16,0 1 3-16,3-1-3 0,-2 0 3 0,0 0-4 15,2-1 4-15,-3 0 0 0,8 2 0 0,-8-3-3 16,2 2-4-16,2-1 5 0,-2 0-1 0,7 2 1 16,-8-1-2-16,8 0-2 0,-5 1 8 0,3-2 1 15,0 2-14-15,5 0 12 0,-2-1-1 0,-8 1-7 16,1 1 4-16,5 2 0 0,3-3 0 0,-4 1-5 16,1-1-1-16,-6 3 2 0,8-1-2 0,-9 1-4 15,8-2 8-15,-7 3 1 0,10-2 1 0,-4 2-3 16,2-1 0-16,0-1 1 0,-1 1 1 0,0 1 4 15,2-3-8-15,0 2 10 0,-1-1-10 0,0 2 4 16,-1-2 1-16,1 1-2 0,0 0 3 0,0 1 2 16,0 0-6-16,1 2 2 0,0-2 6 0,-3 1 1 15,3-1-3-15,-1 1-4 0,2 0 3 0,-3 0-3 16,1 0-2-16,3 1 3 0,-4 0-3 0,3-3 1 16,1 1 2-16,-2 0 0 0,2 1-2 0,3-1-3 15,1-1 7-15,-3 3 0 0,3-3-5 0,-2 0 1 16,2 1 1-16,3-2 4 0,-4 2-1 0,2 0-1 15,-2-2-1-15,1 2 0 0,-5 0-1 0,2 0 1 16,-2 2 1-16,1-1-1 0,1-2 2 0,-1 1-2 16,-2 1-4-16,6-1 1 0,-4 0 4 0,0-1 0 15,1 3-4-15,-2-2 10 0,3 2-4 0,1-3-2 16,-4 0-1-16,0 2-2 0,1 0 0 0,-2 1-2 16,-1 0-5-16,2-2 0 0,-2 2 1 0,0-2 3 15,-1 1 2-15,-1-1-3 0,1 0-3 0,1-2 4 16,-2 1-1-16,1 1 2 0,0-3 2 0,0 0 2 15,-2 1 2-15,2 1 2 0,-2 1-15 0,2-4 14 16,1 2 0-16,-4 2-4 0,5-1 1 0,-4 0-3 16,-3-2 2-16,6 1 3 0,-3-1-2 0,4 1-2 15,-4 0 5-15,2 0-6 0,4 0 3 0,-4 1-2 16,-3 0 5-16,3-2-5 0,-1 0 2 0,2 3 2 16,-3-2-5-16,1-2 2 0,4 1 2 0,-3-1 1 15,2 2-2-15,-2-2-7 0,3 2 9 0,-2 0 3 16,2 1 3-16,0-1-3 0,-4 0-2 0,5 0 0 15,2-1-2-15,-3 3 1 0,3-2 0 0,-4 0 1 16,2 2-7-16,3-3 1 0,-1 2 5 0,1-2-3 16,-2 1 4-16,-2 4-6 0,5-3 1 0,-7-1-1 15,6 2 2-15,0-1 2 0,1-2 8 0,-1 2-10 16,3 0 1-16,-3 0-2 0,1-1 0 0,3 3 1 16,-2-2 1-16,1 0 3 0,2 2-2 0,-3 0 1 15,3-3-3-15,-1 2-1 0,2 1 4 0,-1 0 1 16,-1 0-7-16,5 0 3 0,-4-1-2 0,4-1 3 15,-1 0 0-15,-1 3 0 0,3-3-8 0,-2 3 5 16,0-3 5-16,6-3-1 0,-9 8 1 0,5-5 1 16,-1 1-5-16,1 0 1 0,-3 1 2 0,7-5 4 15,-7 6-3-15,1 1-2 0,1-3-1 0,-1-1 1 16,0 2 2-16,0-2 4 0,-1 2-1 0,1-1 1 16,-2 1 0-16,-1 1-6 0,3-2 10 0,-2 2-1 15,-2-1-6-15,1 2 3 0,0-4-3 0,1 4 5 16,-2-2-4-16,1 1 4 0,3-4-4 0,-2 4-3 15,-1-1 5-15,3 0 4 0,-3-1-2 0,0 2-2 16,0-2-5-16,2 2 6 0,-1 0 7 0,-2-3-10 16,3 1-5-16,1 0 7 0,-1 0-1 0,2 1-2 15,1-1-2-15,-1 1 18 0,-1 2-20 0,-1-4-4 16,5 2 2-16,-2 2-2 0,-4-3 6 0,4 2 4 16,-1-1-2-16,1 4 2 0,0-3-3 0,-2 0-1 15,6-6 0-15,-6 11 2 0,2-6 2 0,2-1-5 16,2-4-6-16,-3 9 7 0,-1-3 2 0,4-6 2 15,-4 10-1-15,0-6-5 0,4-4 4 0,-1 10 1 16,-3-5 3-16,4-5-9 0,-5 10 7 0,4-5-5 16,1-5 0-16,-2 12 0 0,2-12 2 0,-2 9-4 15,0-3 7-15,2-6-2 0,-2 10 0 16,2-10-1-16,0 8-2 0,0-8 4 0,0 11-3 0,0-11 3 16,-2 11-8-16,2-11 6 0,0 10-2 0,0-10 5 15,0 10-1-15,0-10-7 0,2 11 2 0,-2-11 1 16,0 9-4-16,0-9-6 0,4 10 13 0,-2-5-3 15,-2-5 3-15,3 10 3 0,2-5-13 0,-1 1 10 16,-1-1-2-16,-1 1 4 0,2-2-4 0,0 2 1 16,1 0-4-16,-1 1 0 0,1-2 0 0,0 1 8 15,-3-2-6-15,3 3-3 0,-2-1 6 0,4-2-3 16,-2 4 0-16,4-1 4 0,-4 0 1 0,3 0-5 16,-1 0 1-16,5 1-5 0,-2-4 9 0,-1 3-7 15,3 0 3-15,-1 1-3 0,0-2 3 0,1 1 7 16,3 1-9-16,-5-3 13 0,7 3-4 0,-3 0-7 15,3-2-3-15,-5 1 1 0,3 1-2 0,2-1 6 16,0 1 0-16,1-2-3 0,0 1 8 0,2-2-6 16,-3 0 2-16,2 3-4 0,4-2-6 0,-3-1 7 15,0-1 1-15,3 1 2 0,-3-1-3 0,6 2 2 16,1-2-1-16,-6 1-4 0,6 3 12 0,0-2-6 16,0 1-1-16,-7-2-8 0,9-1 2 0,-2 2-3 15,0-1 6-15,-6-1-4 0,6 0 6 0,1 2-2 16,-9-2 3-16,5 1-1 0,4 0-6 0,1 1 2 15,-2 1 2-15,-1-1-2 0,3-2-1 0,0 2 1 16,-2 0-1-16,0-2 1 0,0 2 3 0,3 0-7 16,-5-2 6-16,4 2-2 0,0-1 2 0,3 1 1 15,-5 1 9-15,1-1-12 0,1 2-1 0,-2-3 3 16,1 1-4-16,0 2 4 0,0-3-6 0,-1 3 6 16,2-1-4-16,-2 0 3 0,3 1 7 0,-5-1-8 15,5 1 7-15,-1-2-17 0,-2 1 13 0,4 2-5 16,-3-4 8-16,-1 2-3 0,6 0-3 0,-3-1 4 15,-1-2-1-15,4 3 3 0,-3-2-5 16,1 1 4-16,2 2 0 0,-1-4-2 0,0 1 5 16,-1 3-1-16,2-3-1 0,-1-2-2 0,1 4-1 15,-3 2 1-15,5-5-2 0,-4 2 1 0,2 1 4 0,-2-4-1 16,-1 4 1-16,4-2-5 0,-5 3 0 0,3-3 3 16,1 1 0-16,-3-1-6 0,2 1 3 0,0 0-2 15,-2-4 6-15,1 2 0 0,2-1-2 0,-1 2-2 16,0-2 2-16,0 3-2 0,3-3 1 15,-2 2 1-15,-1 0-1 0,1-1-1 0,2 1 7 16,-3 0-7-16,5 1 4 0,-6-2 0 0,3 1-3 16,-1-2 3-16,2 1-4 0,-2 0 0 0,1-3 3 0,2 3-5 15,-3-2 1-15,4 2 2 0,-4 1-1 0,5-3 2 16,-3-1 0-16,1-1 1 0,0 3-3 0,-4-1-5 16,0-1 4-16,4-1-6 0,-4 3 8 15,-2-1-5-15,2 3 0 0,1-3 5 0,-2-1 1 16,4 1-1-16,-2 1 2 0,0 0-1 0,3-2-3 15,-4-1 2-15,2 1-1 0,-2 1 5 0,3 1-6 16,-5-1-4-16,-1-2 2 0,-1 1 3 0,1 0 2 0,2 5-3 16,-3-5 1-16,0 1-1 0,0 1 1 15,-5-2 1-15,4 1-1 0,1-1 7 0,-1-1-7 16,1 2-2-16,2-2 8 0,-2 4-6 0,1-3 2 16,2-1 1-16,-2 2 5 0,2-1-1 0,1-1-4 15,0 0 0-15,0 0 1 0,1 0-2 0,0 2-2 16,0-1 2-16,0-2 0 0,1 1-1 0,-2 0 3 15,1 0-6-15,-1 3 3 0,0-2 0 0,-4-1 2 16,2 2-2-16,0-4-1 0,-10 4-5 0,7-2 10 16,1 0-3-16,-1 1 9 0,-5-2-7 0,-3 1 2 15,3 1-6-15,-2-1 3 0,0-1-2 0,0 1 2 16,1 1 4-16,-2 0 2 0,1-1 3 0,0 1 2 16,-3-1-1-16,3 0 4 0,-4-1-7 0,2 0 5 15,-5 1-5-15,-1 0 0 0,2-1 2 0,-2 2 2 16,-2-1-2-16,-2 0-2 0,2-1-2 0,-1 2-4 15,-3 1 6-15,-6-2-6 0,11 0 1 0,-11 0-2 16,10 0 2-16,-10 0 1 0,0 0 2 0,12-2 0 16,-12 2-5-16,7 1 2 0,-7-1-1 0,0 0 6 15,10 0-3-15,-10 0-2 0,0 0-2 0,0 0-2 16,10 0-3-16,-10 0 3 0,0 0-4 0,0 0-8 16,0 0-20-16,8-2-3 0,-8 2-11 0,0 0-16 15,0 0-52-15,0 0-121 0,0 0 54 0</inkml:trace>
  <inkml:trace contextRef="#ctx0" brushRef="#br0" timeOffset="95832.74">18230 7816 36 0,'0'0'91'16,"0"0"-7"-16,0 0-10 0,0 0-21 0,0 0 12 15,0 0-1-15,0 0-17 0,0 0-4 0,0 0-13 16,0 0 4-16,0 0 6 0,0 0-6 0,0 0-15 16,0 0 15-16,0 0-11 0,0 0-2 0,0 0-8 15,0 0-5-15,0 0 10 0,0 0-4 0,0 0-2 16,0 0 4-16,0 0-5 0,0 0 1 0,0 0-5 0,0 0-7 15,0 0 9-15,0 0-1 0,0 0 1 16,0 0 0-16,0 0-4 0,0 0-1 0,0 0 0 16,0 0-2-16,0 0 6 0,0 0-2 0,0 0 1 15,0 0-8-15,0 0 7 0,0 0-7 0,0 0 6 16,0 0 4-16,0 0-4 0,0 0-2 0,0 0 3 0,0 0 1 16,0 0-7-16,0 0-2 0,0 0 4 15,0 0 3-15,0 0-2 0,0 0-2 0,0 0-2 16,0 0-1-16,0 0 2 0,0 0-6 0,0 0 13 15,0 0-8-15,0 0-2 0,0 0 3 0,0 0-3 0,0 0 6 16,0 0 5-16,0 0-7 0,0 0-3 16,0 0 4-16,0 0 3 0,0 0-8 0,0 0 6 15,0 0-3-15,0 0 6 0,0 0-1 0,0 0 5 16,6-4-2-16,-6 4 0 0,0 0-8 0,4-7-9 0,-4 7 18 16,0 0 2-16,0-8-5 0,0 8 5 0,0 0-6 15,-1-13-1-15,1 13-5 0,0 0 6 0,-5-9 12 16,5 9-16-16,-5-6 0 0,5 6 9 15,0 0-13-15,-11-4 4 0,11 4-7 0,-10 0 19 0,10 0-14 16,-10 4 3-16,4-2-10 0,-3 2 7 0,2 0-2 16,1-1 0-16,1 1 0 0,0 0-1 0,1 2 9 15,4-6-8-15,-8 7 3 0,8-7-8 0,-4 5 5 16,4-5 4-16,0 0-3 0,-1 8 0 0,1-8 6 16,0 0-9-16,7 7 10 0,-7-7 3 0,10 2-13 15,-10-2 10-15,10 2-3 0,-10-2-11 0,10-2 11 16,-10 2-1-16,12 0-3 0,-12 0 4 0,9 0 5 15,-9 0 0-15,7-3-2 0,-7 3 6 0,7-3-2 16,-7 3 0-16,0 0-8 0,5-7 5 0,-5 7-2 16,0 0 0-16,1-10-2 0,-1 10 6 0,0 0-8 15,-5-12-2-15,5 12 0 0,-4-8 5 0,4 8-1 16,-5-5-8-16,5 5 3 0,-6-4 1 0,6 4 2 16,0 0 3-16,-13 2-7 0,13-2-2 0,-12 6-1 15,7-4 7-15,0 3-6 0,5-5 3 0,-10 11-3 16,5-10 9-16,1 4-17 0,4-5 12 0,-5 6 2 15,5-6 4-15,-3 7-8 0,3-7 6 0,0 0-1 16,0 0 1-16,0 7 3 0,0-7-4 0,0 0 10 16,0 0-7-16,0 0 3 0,11 6-5 0,-11-6 1 15,0 0 3-15,0 0-4 0,0 0 2 0,0 0-2 16,0 0 2-16,0 0-2 0,0 0 2 0,11-12 1 16,-11 12-1-16,0 0-2 0,0 0 7 0,0 0-7 0,0-9-9 15,0 9 9-15,0 0-3 0,0 0-2 16,0 0 3-16,0 0-2 0,0 0-7 0,-14-5-4 15,14 5-20-15,0 0-4 0,0 0-17 0,-14 9-20 0,9-4-92 16,-2 0-178-16,7-5 79 0</inkml:trace>
  <inkml:trace contextRef="#ctx0" brushRef="#br0" timeOffset="99736.25">12280 5038 5 0,'0'0'34'16,"0"0"-2"-16,0 0 1 0,0 0-5 0,0 0-1 15,0 0-1-15,0 0 2 0,0 0-6 0,0 0 0 16,0 0-1-16,0 0 5 0,0 0-7 0,0 0-1 15,0 0 7-15,0 0-9 0,0 0 4 0,0 0-4 16,0 0-1-16,0 0-2 0,0 0 3 0,0 0-9 16,0 0 2-16,0 0 13 0,0 0-13 0,0 0-9 15,0 0 7-15,0 0-3 0,0 0 0 0,0 0-2 16,0 0-2-16,0 0 6 0,0 0-6 0,0 0 5 16,0 0-7-16,0 0 4 0,0 0 1 0,0 0-4 15,0 0 2-15,0 0 2 0,0 0-7 0,0 0 0 16,0 0 4-16,0 0-4 0,0 0 7 0,0 0-3 15,0 0 0-15,0 0-2 0,0 0 2 0,0 0 2 16,0 0 3-16,0 0 2 0,15 13-17 0,-15-13 15 16,0 0 10-16,7 2-7 0,-7-2-4 0,0 0-2 0,10 2 2 15,-10-2-8-15,0 0 10 0,10 0 0 16,-10 0 0-16,0 0-5 0,0 0 6 0,9 0 5 16,-9 0 2-16,0 0 9 0,0 0 7 0,0 0 3 15,0 0 7-15,0 0 6 0,0 0-7 0,0 0-2 16,0 0-6-16,0 0 5 0,5-7-4 0,-5 7 4 15,0 0-9-15,0 0 5 0,0 0-8 0,0 0 3 16,0 0-7-16,0 0 0 0,-10-14-3 0,10 14 10 16,0 0-16-16,0 0-10 0,0 0-2 0,0 0 9 15,0 0-7-15,-10-1-6 0,10 1 8 0,0 0-8 16,0 0 3-16,-11 8 17 0,11-8-21 0,-7 2 2 16,7-2 5-16,0 0-9 0,0 0 7 0,-5 7-1 15,5-7 1-15,0 0 0 0,-2 6 8 0,2-6-7 16,0 0 2-16,0 0 2 0,0 0-2 0,0 0-4 15,0 0-4-15,0 0 4 0,0 0 2 0,0 0 3 16,0 0-1-16,0 0 9 0,0 0-4 0,0 0-14 16,0 0 8-16,0 0-4 0,0 0 5 0,0 0 3 15,0 0-1-15,0 0-8 0,0 0 10 0,0 0 0 16,0 0-4-16,0 0 2 0,0 0 2 0,0 0-3 16,0 0 4-16,9-18 1 0,-9 18-3 0,0 0-7 15,0 0 3-15,0 0-6 0,0 0 7 0,0 0-10 16,0 0 2-16,0 0 7 0,0 0-7 0,-7-7 4 15,7 7-5-15,0 0-3 0,0 0 3 0,0 0 10 16,0 0-5-16,0 0 4 0,-13 12-11 0,13-12-11 16,0 0 13-16,-2 10 1 0,2-10-5 0,0 0 12 15,0 0-11-15,6 10 2 0,-6-10-1 0,7 4 2 16,-7-4 6-16,7 3-7 0,-7-3-3 0,7 0 3 16,-7 0 9-16,0 0-1 0,13 0-2 0,-13 0 2 15,0 0 8-15,13-1-11 0,-13 1 5 0,6-4 4 16,-6 4 3-16,6-4-1 0,-6 4 10 0,6-5-7 15,-6 5-11-15,0 0 7 0,1-8-5 0,-1 8 3 16,0 0 4-16,-1-10-7 0,1 10-2 0,0 0 14 16,-4-9-13-16,4 9 9 0,0 0-12 0,-6-6-15 0,6 6 15 15,0 0-6-15,-8-2 8 0,8 2-2 16,0 0-3-16,0 0 0 0,-19 7 3 0,16-4-5 16,-4 2-2-16,3 1-4 0,-1 0 13 0,0 1-4 15,1 1 0-15,2-2 2 0,-2-1-1 0,4-5-8 16,-2 10 8-16,2-10-2 0,0 9 2 0,0-9 3 15,1 10-4-15,-1-10 8 0,5 7-4 0,-5-7 6 16,6 7-3-16,-6-7-3 0,10 3 5 0,-10-3-3 16,11 1 3-16,-4-1 3 0,-7 0-4 0,11-2 3 15,-11 2 3-15,12-4 8 0,-6 2-3 0,-6 2 1 16,8-5 10-16,-3 2-1 0,-5 3-3 0,5-6-9 0,-5 6 2 16,7-10 2-16,-7 5-7 0,0 5 19 0,2-9-19 15,-2 9 12-15,0 0-11 0,-2-11 8 16,2 11-10-16,0 0-3 0,-2-11-4 0,2 11 3 15,-5-5-6-15,5 5 0 0,0 0-2 0,0 0 4 16,-7-2-4-16,7 2-5 0,0 0 1 0,0 0 4 16,-19 7-2-16,13-1 2 0,2 0 0 0,-1-1-5 15,1 0-3-15,0 2 2 0,4-7-2 0,-3 10-9 16,1-4 12-16,2-6-3 0,0 8-1 0,0-8 1 16,4 5 8-16,-4-5-4 0,7 6 0 0,-7-6-1 15,8 3 11-15,-3 0-7 0,-5-3 2 0,12 0-1 16,-12 0 6-16,9-2-1 0,-9 2-2 0,9-2 9 15,-9 2 2-15,9-2-7 0,-9 2 4 0,5-6 3 16,-5 6 3-16,6-5-5 0,-6 5 2 0,0-7 0 16,0 7-8-16,0 0 0 0,-3-15 5 0,3 15-6 15,-4-10 0-15,0 6-5 0,4 4 6 0,-8-7-4 0,8 7 6 16,-4-7-11-16,4 7 1 0,-7-3 11 0,7 3-3 16,0 0-15-16,-13 3-1 0,6 1 2 15,1 0-3-15,1 2 4 0,-5 1 8 0,3 1-4 16,0 0 1-16,0 1 2 0,2-3-7 0,3 0-1 15,0 1 6-15,2-7 0 0,-5 13-14 0,5-13 15 0,0 10 4 16,0-10-5-16,5 9 3 0,-5-9-1 16,6 4 8-16,-6-4 5 0,11 3-5 0,-3-3-3 15,-8 0 0-15,13-5-1 0,-6 3 10 0,2-1 1 16,-4 0 1-16,3-1-1 0,-4 0 3 0,1-1 0 16,-3-1 2-16,2 2-3 0,-4 4 3 0,4-13 0 0,-2 7-8 15,-2 6 1-15,-3-14-6 0,3 14 9 0,-5-12-4 16,1 6-5-16,0 2 0 0,-1-1-4 15,5 5 3-15,-12-7 1 0,6 3-6 0,-1 4 3 16,-3-2-4-16,10 2 0 0,-17 4-5 0,9-2-10 16,1 5-10-16,-3-1-25 0,4 1-20 0,-1 1-20 0,1 2-109 15,0 0-218-15,3-1 96 0</inkml:trace>
  <inkml:trace contextRef="#ctx0" brushRef="#br0" timeOffset="100955.99">18195 7719 15 0,'0'0'62'16,"0"0"-8"-16,0 0-2 0,0 0-5 0,0 0-13 0,0 0-11 15,0 0-8-15,0 0-15 0,0 0-1 16,0 0-25-16,0 0-21 0,0 0-48 0,0 0 21 16</inkml:trace>
  <inkml:trace contextRef="#ctx0" brushRef="#br0" timeOffset="101815.66">12309 5051 59 0,'0'0'62'0,"0"0"-1"0,0 0-15 0,0 0 6 16,0 0-8-16,0 0-9 0,0 0-4 0,0 0 0 15,0 0-5-15,0 0-3 0,0 0 1 0,0 0-6 16,0 0-3-16,3 6-8 0,-3-6-9 0,0 0-18 15,0 0-27-15,0 0-31 0,-5 15-84 0,0-12 38 16</inkml:trace>
  <inkml:trace contextRef="#ctx0" brushRef="#br0" timeOffset="105366.72">12578 4838 1 0,'0'0'38'15,"0"0"-4"-15,0 0 2 0,0 0-4 0,0 0 7 0,0 0-14 16,0 0 2-16,0 0-1 0,0 0-3 16,0 0-7-16,0 0-2 0,0 0 0 0,0 0 1 15,-7 5-7-15,7-5 5 0,0 0-6 0,-4 6 1 16,4-6-2-16,-4 4-3 0,4-4 2 0,0 0-5 15,-5 3 3-15,5-3 3 0,-6 4-5 0,6-4 4 0,-6 4-9 16,6-4-8-16,-4 6-3 0,4-6-3 0,-4 7-1 16,4-7 0-16,-4 6-9 0,4-6 1 0,-2 5-18 15,2-5-47-15,-7 5 22 0</inkml:trace>
  <inkml:trace contextRef="#ctx0" brushRef="#br0" timeOffset="109789.82">11027 4227 18 0,'0'0'43'0,"0"0"-4"0,0 0-2 16,0 0-3-16,-7-8-6 0,7 8 1 0,0 0-14 15,0 0-11-15,0 0-18 0,0 0-26 0,0 0-41 16,0 0 19-16</inkml:trace>
  <inkml:trace contextRef="#ctx0" brushRef="#br0" timeOffset="109974.74">10855 4291 33 0,'0'0'32'0,"-5"-4"-4"16,5 4 4-16,0 0-11 0,-5-5-3 0,5 5-10 16,-7-2-20-16,7 2-15 0,-6-3-29 0,6 3 13 15</inkml:trace>
  <inkml:trace contextRef="#ctx0" brushRef="#br0" timeOffset="125490.4">10685 4189 3 0,'0'0'22'0,"0"0"-1"16,-3-5-8-16,3 5 1 0,0 0 0 0,0 0-6 15,0 0-11-15,0 0-13 0,0 0-16 0,0 0 7 16</inkml:trace>
  <inkml:trace contextRef="#ctx0" brushRef="#br0" timeOffset="129533.43">10762 4304 9 0,'0'0'8'0,"0"0"-1"15,0 0-3-15,-2-11 5 0,2 11-4 0,0 0-2 16,0 0 2-16,0 0 8 0,0 0-8 0,0 0 3 16,0 0 0-16,0 0-6 0,-2-8 4 0,2 8 0 15,0 0-1-15,0 0 1 0,0 0-1 0,0 0-1 16,0 0 4-16,0 0 1 0,0 0-2 0,0 0 3 16,0 0-1-16,0 0 3 0,0 0-5 15,0 0 4-15,0 0-5 0,0 0 5 0,0 0 1 16,0 0-10-16,0 0 4 0,0 0-3 0,0 0-1 15,0 0 0-15,0 0 2 0,0 0-7 0,0 0 6 0,0 0 0 16,0 0 2-16,0 0-2 0,0 0-3 0,0 0 2 16,0 0-4-16,0 0-1 0,0 0 3 0,0 0 0 15,0 0 4-15,0 0-7 0,0 0 5 0,0 0-3 16,0 0-1-16,0 0 2 0,0 0-2 16,0 0 3-16,0 0-3 0,0 0-3 0,0 0 2 15,0 0 6-15,0 0-9 0,0 0 3 0,0 0 1 0,0 0-1 16,0 0 1-16,0 0 2 0,0 0-1 0,0 0 3 15,0 0 0-15,0 0 0 0,0 0-4 0,0 0 1 16,0 0 4-16,0 0-1 0,0 0 1 16,0 0-6-16,0 0 4 0,0 0 1 0,0 0 1 15,0 0-2-15,0 0-3 0,0 0 3 0,0 0-2 16,0 0 0-16,0 0 0 0,0 0 0 0,0 0 2 16,0 0-1-16,0 0-3 0,0 0 5 0,0 0-6 0,0 0 6 15,0 0 0-15,-18 7-11 0,18-7 10 0,0 0-1 16,0 0 2-16,0 0-3 0,0 0 1 15,0 0 5-15,0 0-7 0,0 0 2 0,0 0 2 16,0 0 4-16,0 0-4 0,0 0 3 0,-10 1-2 16,10-1 0-16,0 0-8 0,0 0 3 0,0 0 1 15,0 0 5-15,0 0-5 0,0 0 1 0,0 0 3 16,0 0 0-16,-8-4-3 0,8 4 0 0,0 0 1 16,0 0 3-16,0 0-10 0,0 0 8 0,0 0 2 15,0 0-1-15,0 0-1 0,-9-4-5 0,9 4 0 16,0 0 5-16,0 0 0 0,0 0-1 0,0 0-3 15,-8-2 4-15,8 2-3 0,0 0 2 0,0 0-1 16,0 0 3-16,-9-1 8 0,9 1-14 0,0 0-1 16,0 0 1-16,0 0 0 0,0 0 4 0,-10 0-9 15,10 0 11-15,0 0-3 0,0 0 4 0,0 0-5 16,0 0 1-16,0 0-3 0,-9 0 3 0,9 0-2 16,0 0 4-16,0 0 0 0,-10-2-1 0,10 2-2 15,0 0 4-15,0 0-2 0,-9-1 1 0,9 1-4 16,0 0 3-16,0 0 0 0,0 0 0 0,-12 0-2 15,12 0 2-15,0 0 2 0,0 0-9 0,-8-1 6 16,8 1 0-16,0 0 0 0,0 0 2 0,0 0 1 16,-11-1-4-16,11 1 3 0,0 0-6 0,0 0 4 15,-9-2 5-15,9 2-5 0,0 0 2 0,-10-1-3 16,10 1 1-16,0 0-3 0,-9-1 6 0,9 1-2 16,0 0-2-16,-9-1 2 0,9 1 5 0,0 0-9 15,-10 0-3-15,10 0 5 0,0 0 5 0,-13-3-5 16,13 3 2-16,-9-1 2 0,9 1-2 0,-9-2 3 15,9 2-11-15,-11 0 3 0,11 0 4 0,-10 0 3 16,10 0-4-16,-12-1 4 0,12 1 1 0,-11-2-5 16,11 2 2-16,-11 0 0 0,11 0 2 0,-11-3-3 15,11 3 3-15,-12 0-5 0,12 0 1 0,-11 0 4 16,11 0 2-16,-11-3-4 0,11 3 1 0,-9 0 2 16,9 0 2-16,-11 0-7 0,11 0 0 0,-10-1 5 15,10 1-2-15,-9-1 6 0,9 1-13 0,-11 0-1 16,11 0 9-16,-13-2-3 0,13 2 3 0,-13 0-4 15,7-2 2-15,6 2 4 0,-14-1-8 0,6 0-2 16,8 1 5-16,-15-2 5 0,7 1-5 0,-2 1-2 16,1 0 0-16,-3-2 10 0,3 1-7 0,-1 0-4 15,-1 0 1-15,11 1 3 0,-22-3 1 0,10 3 0 16,1-1 0-16,-1 1 0 0,1 0-15 0,-4 0 13 16,4-1-1-16,1 1 4 0,-3 0-2 0,3 0-1 15,-2 0 4-15,-1 0-1 0,2 0-4 0,1-2 3 16,-1 4-1-16,3-2-2 0,8 0 1 0,-19 0 0 15,8 0-2-15,1 0 4 0,1 0-4 0,9 0-1 16,-15-2 4-16,7 4 0 0,8-2-2 0,-16 0 2 16,9 0 0-16,7 0 3 0,-15 0-9 0,7 1 6 15,8-1-4-15,-14 0 5 0,5 1 1 0,0-1-3 16,9 0-4-16,-15 0 2 0,5 0-1 0,2 1 4 16,-3-1-2-16,1 0-2 0,-1 0 5 0,0-1-8 15,-2 1 8-15,3 1-3 0,-2-1 9 16,2 0 7-16,0 0-23 0,-2 2 12 0,5-2-2 0,-4 0 1 15,1 0-2-15,-3-2 1 0,4 2 4 16,-2 0 0-16,1 0-7 0,-1 0 3 0,0-1-4 0,2 2 2 16,-3-1 3-16,0 2-1 0,1-4 1 0,0 4 0 15,0-2 2-15,-1 1 1 0,-1-1-1 0,2 1-2 16,-1-1-6-16,1 0 1 0,-1 1 3 16,2-1-1-16,-3 2 2 0,3-1-3 0,-3-1-9 0,3 2 12 15,-2-1 1-15,1-1-3 0,3 1 3 0,-1-1-3 16,2 2-6-16,-3-2 6 0,-1 0 3 0,3 3 0 15,-2-3-3-15,0 1 0 0,2 1 2 0,-2 0 1 16,0-2-4-16,1 0 4 0,-2 2-6 0,-1 0 2 16,3-2 2-16,-2 1-3 0,2 1 5 15,-3-1-4-15,1-1-1 0,0 2 2 0,1-1-2 0,0 1 3 16,2-1 1-16,8-1 0 0,-14 0 2 0,5 0-3 16,9 0-3-16,-12 3 5 0,4-3-6 0,8 0 3 15,-17 1 4-15,11-1-4 0,6 0 2 16,-17 1 1-16,10-1-6 0,-1 2 8 0,8-2-3 0,-15 0 3 15,8 0 0-15,7 0 9 0,-11 0-8 16,11 0 4-16,-14 1 3 0,14-1 2 0,-9-1 0 16,9 1-2-16,0 0 2 0,-13 0-4 0,13 0 3 0,0 0 0 15,-13 0-1-15,13 0 1 0,0 0-2 16,-9 0-2-16,9 0 1 0,0 0 13 0,-9-2-15 16,9 2-2-16,0 0-3 0,0 0 7 0,0 0 1 15,-11 0-1-15,11 0-3 0,0 0-1 0,0 0 1 16,-8-2 3-16,8 2-10 0,0 0 3 0,0 0-3 15,-8-3 3-15,8 3 6 0,0 0-4 0,0 0-6 16,-7-3 6-16,7 3 2 0,0 0 1 0,0 0-1 0,0 0 0 16,-9-1 1-16,9 1-7 0,0 0 4 15,0 0 1-15,-7-5-5 0,7 5 9 0,0 0-12 16,0 0 10-16,0 0-2 0,0 0 2 0,0 0 2 16,-10-1 10-16,10 1-13 0,0 0 0 0,0 0 2 15,0 0 7-15,0 0-8 0,-10-2 6 0,10 2-6 16,0 0-4-16,0 0 8 0,0 0-6 0,0 0-6 0,0 0 10 15,-6-3 0-15,6 3-12 0,0 0-1 16,0 0 8-16,0 0 0 0,0 0-1 0,0 0 5 16,0 0-5-16,0 0-2 0,0 0 5 0,0 0 2 15,0 0-7-15,0 0 17 0,0 0-18 0,0 0 7 16,-7-5-2-16,7 5-2 0,0 0 3 0,0 0-6 16,0 0 1-16,0 0 5 0,0 0-7 0,0 0-1 15,0 0-9-15,0 0 19 0,0 0 0 0,0 0-7 16,0 0 1-16,0 0-16 0,-6-2 14 0,6 2 3 15,0 0-8-15,0 0 7 0,0 0 10 0,0 0-12 16,0 0-8-16,0 0 7 0,0 0-4 0,0 0 5 16,0 0 5-16,0 0-10 0,0 0 5 0,0 0 2 15,0 0 1-15,0 0 0 0,0 0-7 0,0 0 0 16,0 0 4-16,0 0 1 0,0 0 10 0,0 0-12 16,0 0 1-16,0 0-9 0,0 0 12 0,0 0-3 15,0 0-2-15,0 0-2 0,0 0 3 0,0 0 1 16,0 0 6-16,0 0-5 0,0 0 0 0,0 0-6 15,0 0 10-15,0 0-3 0,0 0-2 0,0 0-1 16,0 0 2-16,0 0-6 0,0 0 3 0,0 0 12 16,0 0-16-16,0 0 7 0,0 0-2 0,0 0-5 15,0 0 5-15,0 0-8 0,0 0 6 0,0 0 3 16,0 0 4-16,0 0-6 0,0 0-2 0,0 0-5 16,0 0 6-16,0 0 3 0,0 0-4 0,0 0 4 15,0 0-2-15,0 0 3 0,0 0 4 0,0 0-7 16,0 0-5-16,0 0 10 0,0 0-10 0,0 0-6 15,0 0 8-15,0 0-1 0,0 0 6 0,0 0 1 16,0 0 7-16,0 0-20 0,0 0 12 0,0 0 0 16,0 0-1-16,0 0-1 0,0 0-5 0,0 0 9 15,0 0-6-15,0 0 0 0,0 0 6 0,0 0-3 16,0 0-1-16,0 0 5 0,0 0-5 0,0 0-3 16,0 0 2-16,0 0 2 0,0 0 4 0,0 0-4 15,0 0-4-15,0 0 6 0,0 0-3 0,0 0-3 16,0 0 5-16,0 0-2 0,0 0-8 0,0 0 6 15,0 0 3-15,0 0 12 0,0 0-13 0,0 0-6 16,0 0 9-16,0 0-6 0,0 0 4 0,0 0-1 16,0 0-1-16,0 0 0 0,0 0 7 0,0 0-11 15,0 0 2-15,0 0 4 0,0 0-6 0,0 0 5 16,0 0 7-16,0 0-6 0,0 0-3 0,0 0 3 16,0 0 5-16,0 0-4 0,0 0-13 0,0 0 11 15,0 0-1-15,0 0 0 0,0 0 3 0,0 0 0 16,0 0 1-16,0 0-3 0,0 0-3 0,0 0-4 15,0 0 2-15,0 0 4 0,0 0-2 0,0 0 0 16,0 0 2-16,0 0 0 0,0 0 0 0,0 0-4 16,0 0 3-16,0 0-2 0,0 0 6 0,0 0-10 15,0 0 11-15,0 0 0 0,0 0 2 16,0 0-4-16,0 0 0 0,0 0-5 0,0 0-1 0,0 0 6 16,0 0 6-16,0 0-7 0,0 0 0 0,0 0-3 15,0 0 0-15,0 0-2 0,0 0-1 0,0 0 1 16,0 0 4-16,0 0 8 0,0 0-7 0,0 0-1 15,0 0 0-15,0 0 5 0,0 0-4 0,0 0 5 16,0 0-5-16,0 0 0 0,0 0 2 16,0 0-5-16,0 0 2 0,0 0-1 0,0 0 12 0,0 0-3 15,0 0 2-15,0 0-12 0,0 0 0 0,-8-3 4 16,8 3-4-16,0 0 3 0,0 0 5 0,0 0-1 16,0 0-12-16,0 0 1 0,0 0 5 0,0 0 4 15,0 0 0-15,-14 3-9 0,14-3 9 0,0 0-4 16,0 0 7-16,0 0-2 0,0 0-6 0,0 0 13 15,0 0-13-15,0 0-2 0,0 0 7 0,0 0-7 16,-10-2 10-16,10 2-8 0,0 0 5 0,0 0-4 16,0 0 7-16,0 0-12 0,0 0 7 0,0 0-5 15,0 0 6-15,0 0-2 0,0 0 0 0,0 0-2 16,0 0 5-16,0 0-11 0,0 0 11 0,0 0-2 16,0 0-3-16,0 0 8 0,0 0-8 0,0 0 7 15,0 0-2-15,0 0-13 0,0 0 28 0,0 0-20 16,0 0 0-16,0 0-9 0,0 0 15 0,0 0 3 15,0 0-5-15,0 0 1 0,0 0-2 0,0 0-6 16,0 0 3-16,0 0 7 0,0 0-6 0,0 0 5 16,0 0-5-16,0 0 3 0,0 0 1 0,0 0 1 15,0 0-2-15,0 0-2 0,0 0 1 0,0 0-5 16,0 0-13-16,0 0 1 0,0 0-15 0,0 0-5 16,0 0-16-16,0 0 2 0,0 0 7 0,0 0-21 15,-3 9-75-15,3-9-152 0,0 0 68 0</inkml:trace>
  <inkml:trace contextRef="#ctx0" brushRef="#br0" timeOffset="135250.64">14654 6087 15 0,'0'0'32'0,"-6"-5"-1"16,6 5-6-16,0 0 0 0,-6-4 1 0,6 4-6 16,0 0 0-16,0 0-1 0,0 0-3 0,0 0-3 15,0 0 1-15,-4-5 3 0,4 5-16 0,0 0 13 16,0 0-1-16,0 0-6 0,0 0-5 0,0 0 8 15,0 0-5-15,-9-3 0 0,9 3 0 0,0 0 0 16,0 0-2-16,0 0 2 0,0 0-6 0,-11 0 5 16,11 0 5-16,-7-2-7 0,7 2-3 0,-9-1 7 15,9 1-7-15,-13 0 1 0,13 0 2 0,-12 0 4 16,12 0-6-16,-13-1-1 0,13 1 2 0,-16-2 2 16,10 2 4-16,-5-1 1 0,2 1-3 0,9 0 0 15,-16-2-2-15,6 1 4 0,-3-2 3 0,4 2-8 16,-2 0 11-16,-1 0 7 0,0 0-13 0,-2-2 5 15,3 0-4-15,-8 1 1 0,2 0 4 0,2 2-4 16,2-1 2-16,-5-3-3 0,3 3 3 0,1-2-4 16,-2 0 4-16,-1 0-2 0,-3 2-8 0,2-1 6 15,0 1-2-15,-5-1-5 0,3 1 3 0,-3 1 0 16,4-1-2-16,-2 0 3 0,-8 0 0 0,1 0-1 16,7-2-5-16,-7 0 3 0,4 3-5 0,-3-1 4 15,6-1-2-15,-6 0 8 0,5 2-4 0,-7-3-4 16,2 1 6-16,0 0-7 0,-4 0 7 0,1 1-4 15,-1-2-1-15,1 1 6 0,-3 2-7 0,2-2 4 16,-3 1-6-16,0 1 5 0,-1-4-7 0,1 3 19 16,-1-1-12-16,-2-2 5 0,1 1-8 0,-2 1-2 15,-3 0 0-15,3 1 8 0,0-3-7 0,0 2 11 16,0-1-8-16,1 0-4 0,-1 1-1 16,2-2 3-16,1 3 2 0,1-3 1 0,1 3-1 0,-2-2 2 15,3 1-5-15,1 0-4 0,0 0 6 0,4 0-3 16,-2-1 3-16,7 3 0 0,-6-2-1 0,-1 0 2 15,6-1-2-15,-3 2 1 0,6-1-2 0,-1 2 3 16,1-3 3-16,0 0 7 0,-3 2-10 0,0-1-5 16,4 1 0-16,-3-1 2 0,3-1 3 0,-3 1-1 15,1 2 0-15,1-2 7 0,-1-1-4 0,0 0 0 16,1 2 0-16,0 1 0 0,1 0 7 0,-1 0 1 16,1-2-15-16,-2 1 6 0,3 0 0 0,-2-1-1 15,1 1-7-15,0 1 0 0,-1-2 8 0,1 2-10 16,-3 0 18-16,0 0-7 0,-5-1-8 0,0 1 10 15,4 0-5-15,-4-2 5 0,-1 4-8 0,-2-4 6 16,-2 5 2-16,3-4-7 0,2 1 0 0,-2 2 12 16,-2-2-8-16,2 0 1 0,7 0 0 0,3 0-3 15,-10 0 1-15,7 2 1 0,-6 0 5 0,1-1-6 16,0 2-4-16,-1-3 4 0,7 2 16 0,-6-2-13 16,-2 3 9-16,2-1 0 0,6-2-11 0,-6 0 2 15,5 0-4-15,0 0 8 0,3 0-3 0,-3 2-1 16,2-4-6-16,0 2 11 0,0 0-5 0,1 2 6 0,3-4-6 15,-2 2 5-15,1 0-5 0,1-2-2 16,0 2 3-16,5-1 8 0,-5 1-6 0,2-2 1 16,3 2-6-16,-7-1 5 0,1 1-3 0,3-1 2 15,0 1-5-15,2 0 0 0,-1 0 2 0,-1-2 2 16,-3 2 1-16,2 0-5 0,-2-1 0 0,1 0 2 0,1 1 6 16,1 0 0-16,2 0 1 0,-4 0-2 15,3-2-3-15,2 2-6 0,-3 0-1 0,1-1 3 16,0 1-4-16,1 0 6 0,-4-1 6 0,3 1-4 15,-3-1-5-15,-2 0 5 0,0 1-3 0,1-2-3 16,-2 4 4-16,1-2-4 0,3 0 5 0,-2 1-1 0,-2-2-5 16,0 1-3-16,0 0 6 0,-2 0-1 15,5-2 4-15,-3 5-6 0,-2-3 4 0,2 1-2 16,-3 0-2-16,2-2 3 0,-2 2 4 0,-5 0-5 16,6 1 5-16,-2 2-6 0,-5-4 1 0,-3 2 5 0,1 0-1 15,4 1-3-15,-3-1 6 0,-1-1-3 16,-1 0-2-16,3 0 0 0,-3 1 5 0,2 0-6 15,1-1 3-15,0 0-5 0,6-1 2 0,-5-1-3 0,5 1 5 16,-6 0-5-16,0-1 2 0,-1 2 2 16,-1-1 2-16,0 0-3 0,0 1-5 0,1-1 4 0,-2 1-1 15,2-2 6-15,-2 1-8 0,2 1 7 0,-2-1-9 16,0 1 0-16,1 1 9 0,0-2-9 16,9 2 11-16,-6-2-2 0,5 2-2 0,-5 0-2 15,6-1-6-15,4 0 10 0,-5 1-7 0,3 0 7 16,6 0 1-16,-2-1-1 0,5-1-1 0,-1 2 3 0,4-2-1 15,7 0-2-15,-16 0-2 0,10 0 20 0,6 0-18 16,-13 0-8-16,13 0 3 0,-11 0 10 0,11 0-5 16,-13 2-1-16,13-2-2 0,-15 0-1 15,8 0 6-15,7 0-4 0,-15 1 4 0,15-1-4 0,-13 0 3 16,13 0 1-16,-11 0 1 0,3 0 3 0,8 0-7 16,-13 0 1-16,13 0 5 0,-10 0 1 15,10 0 5-15,-11 0 1 0,11 0 5 0,-10 0-6 16,10 0-5-16,0 0 3 0,-12-1-3 0,12 1 5 15,-9-2 0-15,9 2-5 0,0 0 3 0,-8-2 8 0,8 2-4 16,0 0-8-16,0 0 5 0,0 0-2 0,-8-1 8 16,8 1-7-16,0 0 2 0,0 0 4 0,0 0 7 15,0 0-4-15,0 0-3 0,0 0-9 0,0 0 15 16,0 0-12-16,0 0 0 0,0 0-1 0,0 0 2 16,0 0-2-16,0 0-3 0,0 0 5 0,0 0 2 15,0 0 4-15,0 0-10 0,0 0 8 0,0 0-4 16,0 0-1-16,0 0-5 0,0 0 8 0,0 0-8 15,-6-4 19-15,6 4-20 0,0 0-2 0,0 0 3 16,0 0-2-16,0 0-2 0,0 0 0 0,0 0 4 16,0 0 3-16,0 0-9 0,0 0 11 15,0 0-14-15,0 0 10 0,0 0-3 0,0 0-2 0,0 0-4 16,0 0-2-16,0 0 1 0,0 0 10 0,0 0-7 16,0 0 4-16,0 0-3 0,0 0 0 0,0 0-2 15,0 0 0-15,0 0 2 0,0 0 3 0,0 0-6 16,0 0 1-16,0 0 0 0,0 0 4 0,0 0-6 15,0 0-2-15,0 0 8 0,0 0 0 0,0 0-3 16,0 0 0-16,0 0-1 0,0 0-1 0,0 0 8 16,0 0-4-16,0 0-8 0,0 0 0 0,0 0 7 15,0 0-1-15,0 0-1 0,0 0-4 0,0 0 0 16,0 0 3-16,0 0 5 0,0 0-3 0,0 0-2 16,0 0 3-16,0 0 2 0,0 0-4 0,0 0 2 15,0 0-1-15,0 0 1 0,0 0 2 0,0 0-2 16,0 0-1-16,0 0 0 0,0 0 2 0,0 0-1 15,0 0 3-15,0 0-9 0,0 0 12 0,0 0-8 16,0 0 3-16,0 0 0 0,0 0-1 0,0 0-3 16,0 0 4-16,0 0 2 0,0 0 4 0,0 0-7 15,0 0 3-15,0 0-6 0,0 0 5 0,0 0-5 16,0 0 2-16,0 0 0 0,0 0-1 0,0 0 6 16,0 0-1-16,0 0 0 0,0 0-7 0,0 0 13 15,0 0-1-15,0 0-10 0,0 0 3 0,0 0-8 16,0 0 9-16,0 0-6 0,0 0 8 0,0 0-3 15,0 0-2-15,0 0 1 0,0 0 1 0,0 0-2 16,0 0-1-16,0 0-1 0,0 0 0 0,0 0-7 16,0 0-3-16,0 0-10 0,0 0-6 0,0 0-1 15,0 0-16-15,0 0-24 0,0 0-7 0,0 0-14 16,0 0-18-16,0 0-71 0,0 0-193 0,14-13 86 0</inkml:trace>
  <inkml:trace contextRef="#ctx0" brushRef="#br0" timeOffset="142239.47">12285 5070 5 0,'0'0'9'16,"0"0"1"-16,0 0-5 0,0 0 0 0,0 0 0 16,0 0-4-16,0 0 3 0,0 0 0 0,0 0-2 15,0 0 3-15,0 0-1 0,0 0 10 0,0 0-14 16,0 0 3-16,0 0-3 0,0 0 2 0,0 0-2 15,0 0 9-15,0 0-6 0,0 0 5 0,0 0-1 16,0 0 1-16,0 0 0 0,0 0 4 0,0 0 3 16,0 0 0-16,0 0 5 0,0 0-11 0,0 0 5 15,0 0-3-15,0 0 5 0,0 0 1 0,0 0 3 16,0 0-3-16,0 0 5 0,0 0 1 0,0 0-1 16,0 0-2-16,0 0 0 0,0 0-5 15,0 0-5-15,0 0 7 0,0 0-9 0,0 0 5 16,0 0-6-16,0 0-1 0,0 0-4 0,0 0 2 0,0 0-1 15,0 0-12-15,0 0 7 0,0 0-8 0,0 0-1 16,0 0 2-16,-9 19-6 0,9-19 3 0,-4 7-12 16,4-7 0-16,-4 11-4 0,2-5-3 0,2 0-20 15,0-6-55-15,-7 15 24 0</inkml:trace>
  <inkml:trace contextRef="#ctx0" brushRef="#br0" timeOffset="142550.15">12226 5202 1 0,'0'0'18'0,"0"0"-6"0,0 0 4 16,0 0-1-16,0 0 1 0,0 0 0 15,0 0-9-15,0 0 7 0,0 0-6 0,0 0 3 0,-5-17-1 16,5 17-1-16,0 0-3 0,1-11 2 0,-1 11 0 16,0 0-7-16,3-11 3 0,2 7-3 0,-5 4 3 15,0-9 1-15,0 9-5 0,3-12 3 0,-1 8 2 16,2-3 1-16,-4 7 2 0,5-14-4 0,-5 7-1 15,3 1 2-15,-1-2 2 0,-1 1 3 16,-1 7 1-16,5-13-4 0,-3 7 5 0,0 0 4 0,0-1 3 16,-2 7 0-16,2-10 1 0,-2 10 1 0,3-10-4 15,-3 10-3-15,2-6-1 0,-2 6 4 0,0 0-4 16,0-9-6-16,0 9-4 0,0 0-3 0,0 0-7 16,0 0-5-16,0 0-7 0,0 0 4 15,0 0-4-15,0 0 3 0,0 0-6 0,0 0-3 16,-2 24-2-16,-3-13-21 0,1 6-52 0,-3-1 23 0</inkml:trace>
  <inkml:trace contextRef="#ctx0" brushRef="#br0" timeOffset="151595.26">15330 1447 27 0,'10'-6'25'0,"1"0"-1"0,0-1 0 16,1 2-1-16,-1-1-2 0,1 1 1 0,-3-1-5 15,7-2-6-15,-3 3-8 0,-4-1 18 0,4-1-13 16,-2 1-2-16,-2-2-8 0,3 2-4 16,-2 1-16-16,0-1-12 0,-2-1-36 0,2 3 15 15</inkml:trace>
  <inkml:trace contextRef="#ctx0" brushRef="#br0" timeOffset="159124.1">18268 7890 36 0,'0'0'31'0,"0"-8"5"0,0 8 2 16,0 0-5-16,0 0-9 0,0 0 0 0,0 0-7 15,0 0-1-15,0 0 2 0,0 0-1 0,0 0 4 16,0 0-3-16,0 0-1 0,0 0 3 0,0 0 2 16,0 0 0-16,0 0-1 0,0 0 12 0,0 0-9 15,0 0 3-15,0 0-2 0,0 0 7 0,0 0 4 16,0 0-1-16,0 0-7 0,0 0 2 0,0 0-5 15,0 0-6-15,0 0-8 0,0 0 0 0,0 0 2 16,0 0 6-16,0 0-7 0,0 0-3 0,0 0-4 16,0 0-11-16,0 0-7 0,0 0-5 0,0 0-5 15,0 0-11-15,0 0-12 0,0 0-8 0,0 0-52 16,0 0-113-16,0 0 50 0</inkml:trace>
  <inkml:trace contextRef="#ctx0" brushRef="#br0" timeOffset="161305.26">12333 5169 2 0,'0'0'23'0,"0"0"2"0,0 0 1 16,0 0 1-16,0 0 1 0,0 0-4 0,0 0-5 15,0 0 2-15,0 0-6 0,0 0 1 0,0 0-1 16,0 0-2-16,0 0 6 0,0 0 2 0,0 0-12 16,0 0-1-16,0 0-4 0,0 0 0 0,0 0 5 15,0 0 6-15,0 0-6 0,0 0 8 0,0 0-1 16,0 0 2-16,0 0-3 0,0 0-3 0,0 0-1 16,0 0 3-16,0 0-6 0,0 0 2 0,0 0 2 15,0 0-5-15,0 0 2 0,0 0-1 0,0 0 0 16,0 0-7-16,0 0 2 0,0 0 3 0,0 0 0 15,0 0-5-15,0 0 2 0,0 0 2 0,0 0-2 16,0 0 4-16,0 0 3 0,0 0-7 16,0 0-8-16,0 0 8 0,0 0-3 0,0 0 2 0,0 0-4 15,0 0 4-15,0 0-2 0,0 0-1 0,0 0 3 16,0 0-7-16,0 0 9 0,0 0-6 0,0 0 2 16,0 0 2-16,0 0-5 0,0 0 3 0,0 0 5 15,0 0-4-15,0 0-1 0,0 0 0 0,0 0-1 16,0 0 3-16,0 0 1 0,0 0-4 0,0 0 1 15,0 0 3-15,0 0-5 0,0 0 1 0,0 0 4 16,0 0-8-16,0 0 6 0,0 0-2 0,0 0 9 16,0 0-9-16,0 0 2 0,0 0-3 0,0 0 1 15,0 0-8-15,0 0-2 0,0 0 3 0,0 0-2 16,0 0 3-16,0 0-2 0,0 0 4 0,0 0-4 16,0 0 5-16,0 0 0 0,0 0-7 0,0 0 8 15,0 0-3-15,0 0 5 0,0 0-5 0,0 0 8 16,0 0-1-16,0 0 3 0,0 0-3 0,0 0 2 15,0 0-2-15,0 0 2 0,0 0-2 0,0 0 5 16,0 0-1-16,0 0 1 0,0 0 3 0,0 0 4 16,0 0 1-16,0 0-6 0,0 0-3 0,0 0 0 15,0 0 7-15,0 0-3 0,0 0-3 0,0 0 2 16,0 0-3-16,0 0-1 0,0 0-1 0,0 0 5 16,0 0-2-16,0 0-3 0,0 0 1 0,0 0-2 15,0 0-1-15,0 0 10 0,0 0-4 0,0 0-1 16,0 0-9-16,0 0 3 0,0 0-3 0,0 0 4 15,0 0-3-15,0 0 2 0,0 0-1 0,0 0 2 16,0 0 0-16,0 0 0 0,0 0 7 0,0 0 3 16,0 0 0-16,0 0 9 0,0 0-9 0,0 0 8 15,0 0-2-15,0 0-3 0,0 0 2 0,0 0 1 16,0 0-1-16,0 0 0 0,0 0-8 0,0 0 4 16,0 0-8-16,0 0 7 0,0 0-12 0,0 0-10 15,0 0-5-15,0 0-13 0,0 0-8 0,0 0-9 16,0 0 2-16,0 0-12 0,0 0-48 0,-5 13-112 15,5-13 50-15</inkml:trace>
  <inkml:trace contextRef="#ctx0" brushRef="#br0" timeOffset="162614.01">12349 5082 9 0,'-8'-3'16'0,"8"3"-7"0,0 0 0 0,-10 0-3 0,10 0 1 15,0 0-9-15,0 0-7 0,0 0-10 0,-11 0 4 16</inkml:trace>
  <inkml:trace contextRef="#ctx0" brushRef="#br0" timeOffset="167009.84">7527 2521 4 0,'-31'0'26'0,"6"-2"8"15,4 2 10-15,2-3 2 0,6 2-1 0,1 0 7 16,1-2-3-16,11 3-1 0,-15-2-1 0,15 2 0 16,-13-3-3-16,13 3-12 0,0 0-4 0,-13-2-2 15,13 2-13-15,0 0-17 0,0 0-4 0,0 0-2 16,0 0-12-16,0 0-14 0,0 0 1 0,0 0-44 16,0 0-85-16,0 0 38 0</inkml:trace>
  <inkml:trace contextRef="#ctx0" brushRef="#br0" timeOffset="167714.59">7279 4472 14 0,'-21'0'36'16,"4"2"-13"-16,0 2-15 0,4-1-15 0,3 1-6 16,1 0-13-16,-1 3 6 0</inkml:trace>
  <inkml:trace contextRef="#ctx0" brushRef="#br0" timeOffset="175066.69">9090 12501 10 0,'0'0'31'0,"0"0"9"16,0 0-11-16,0 0-4 0,0 0-8 0,0 0 7 16,0 0-6-16,0 0 8 0,0 0-2 0,0 0-11 15,0 0 5-15,0 0 2 0,0 0-7 0,0 0-1 16,1-11 5-16,-1 11-8 0,0 0-1 0,0 0 3 15,0 0 2-15,0 0-6 0,0 0 4 0,0 0-8 16,0 0-4-16,0 0 5 0,0 0 0 0,-7-11-1 16,7 11 1-16,0 0-5 0,0 0 5 0,0 0-7 15,0 0 9-15,-8-4-6 0,8 4 1 0,0 0-2 16,0 0 2-16,0 0 2 0,0 0 1 0,0 0-2 16,0 0 3-16,-9-2-6 0,9 2 5 0,0 0-5 0,0 0-2 15,0 0 3-15,-14 6-8 0,14-6-5 16,-9 3 3-16,9-3-8 0,-9 5-3 0,4-1-7 15,5-4-1-15,-9 7-22 0,4-4-56 0,1 0 25 16</inkml:trace>
  <inkml:trace contextRef="#ctx0" brushRef="#br0" timeOffset="175517.2">9078 12453 11 0,'-14'2'11'0,"14"-2"0"0,-9 1-3 16,9-1-2-16,-12 3 3 0,4-3-1 0,8 0-1 15,-14 3 4-15,7-3-6 0,-3 3 0 16,10-3-6-16,-16 2 1 0,9 0-1 0,-2 0 6 16,-2 0-2-16,1 0-3 0,-2 2 0 0,2-2 0 0,-2-1-2 15,0 2 4-15,1-1 2 0,-1 0-4 0,1 0-1 16,1 1-1-16,0-1 6 0,2 0-6 0,2 1-16 16,6-3-18-16,-9 3 9 0</inkml:trace>
  <inkml:trace contextRef="#ctx0" brushRef="#br0" timeOffset="178099.97">9174 12463 1 0,'0'0'7'0,"-4"-5"3"16,4 5 1-16,0 0-4 0,0 0 2 0,0 0 5 15,-1-9-2-15,1 9 1 0,0 0 4 0,0 0 0 16,0 0-9-16,0 0 5 0,0 0-1 0,0 0 3 16,0 0-1-16,0 0 0 0,0 0-6 0,0 0-3 15,0 0 2-15,0 0-2 0,0-9-3 0,0 9 2 16,0 0 4-16,0 0-9 0,0 0 3 0,0 0 2 0,0 0-4 15,8 19 1-15,-8-19-1 0,5 12-3 16,-4-4 5-16,2 0-5 0,-3 3 10 0,2-1-8 16,0 2 5-16,-2 1-2 0,6 3-2 0,-2 0-3 15,1 0 6-15,-2 1-6 0,2-1 1 0,0 3 3 0,-3 0 0 16,1 0-1-16,3 6-2 0,-5-7 4 0,-1 2 1 16,2 5-3-16,-2 0 0 0,0 2-4 15,0-2 3-15,-2 1 1 0,1 1 2 0,-1-2-4 16,0 4-1-16,-3-3 3 0,4 3-1 0,0 3-1 15,0 0 2-15,-2-2 3 0,-1 3-3 0,-1 0-3 0,1 1-3 16,-2 1-6-16,-4 9 0 0,3-8-3 16,-2 10-1-16,-4 0-14 0,1 0-31 0,-2 3 14 15</inkml:trace>
  <inkml:trace contextRef="#ctx0" brushRef="#br0" timeOffset="179034.47">9114 13154 25 0,'0'0'37'0,"0"0"-4"0,0 0-4 0,0 0 3 16,0 0-5-16,0 0 1 0,9 21-3 0,-7-10 0 15,0 2 2-15,1 2 4 0,-1 4-1 0,3 7 4 16,-5 1 7-16,1 4-5 0,-2 1-5 0,0 1-2 16,-2 3-3-16,-2 12-7 0,0-2 7 0,-1 1-7 15,-2 3-3-15,-1 4 4 0,2 0 7 0,-4 2 3 16,0 1-8-16,1 1-1 0,-5 21-4 0,7-24-1 15,3 4-1-15,1-3-3 0,1 3-2 0,3 2-1 16,-1-2-7-16,1 19 12 0,-3 5-8 16,7-1 2-16,0-23-7 0,-1 27 8 0,2-5 2 0,-3 2-5 15,2-26 2-15,4 30-3 0,-2-32 2 0,11 28-3 16,-8-3-8-16,-4-24-9 0,0 28-10 0,-1-5-4 16,3-20-18-16,2 25-9 0,-5-27-70 0,-1 23-133 15,-7-26 58-15</inkml:trace>
  <inkml:trace contextRef="#ctx0" brushRef="#br0" timeOffset="180950.1">7503 13475 18 0,'-58'6'25'0,"1"3"0"0,4-2-4 15,3-2-3-15,11 0 1 0,-12-1-4 0,-2-1 8 0,16 1-5 16,-2-1-6-16,0 0 4 0,1-1 2 0,1-1-2 16,1-1 8-16,-2 1-2 0,2 1-3 0,1-1 1 15,3 1 3-15,-1 0-6 0,1-2-1 16,4 1-2-16,-1-2-2 0,1 0 1 0,0 1 1 16,7 1-5-16,-2-1-1 0,1 0-1 0,2 1-2 15,-1-1 0-15,1 1 1 0,-2-1-3 0,3 3 0 16,-3-2-3-16,2 1 5 0,-2 0-5 0,1 0 2 15,-1 1-3-15,0 0 0 0,0-1 1 0,1 1 1 16,1 1-4-16,-6 0 0 0,5-1-1 0,-6 3 2 16,7-2 1-16,1 0-3 0,0 2 3 0,1-1-1 0,-2 1 1 15,3 1-1-15,0-2-7 0,0 2 4 0,5-3 1 16,0 3-3-16,-1-3 4 0,4 3-6 16,2-4-2-16,-2 2-2 0,2-1 5 0,2 1-13 15,-1-1 0-15,2 2 1 0,4-6 2 0,-8 11-4 16,5-8-4-16,1 4 4 0,2-7 2 0,-1 12 3 0,4-5 3 15,-3-7-3-15,2 17 5 0,1-8-1 0,3 2 3 16,-2 1 0-16,0 0 0 0,2 4 1 16,3-1 0-16,-3 3 0 0,1 0 2 0,2-1 3 15,0 2-3-15,2-2 0 0,5 3-6 0,-3-4 13 16,6 3 0-16,1 0-10 0,3 2-12 0,1-3 34 0,3-2-13 16,4 2-1-16,1-1-5 0,0-1-6 0,15 5 29 15,-11-6-16-15,15 2-3 0,-3 1 1 0,3-1-3 16,6-1 5-16,1 0 5 0,2-3-4 15,1 3-2-15,1-3-4 0,1 0-6 0,24 3 4 16</inkml:trace>
  <inkml:trace contextRef="#ctx0" brushRef="#br0" timeOffset="197484.84">14797 7525 8 0,'-2'-11'11'0,"0"4"6"0,2 7-8 0,-2-12 5 16,1 4-7-16,-3-1 3 0,2-1-7 0,-1 2 8 0,-1-5-3 15,-2 3-1-15,-1-5 0 0,0-1-8 16,0 2-3-16,-1-2 3 0,-2 1 1 0,2 1 8 0,1-4 1 15,-2 3-9-15,2 3 1 0,4-3 3 16,-3 5-3-16,3-2 0 0,-1 1-1 0,0 0-2 16,1 0-4-16,1 2-1 0,-2-1-13 0,3 0-21 0,-3 0 10 15</inkml:trace>
  <inkml:trace contextRef="#ctx0" brushRef="#br0" timeOffset="206388.2">9783 3385 7 0,'1'17'4'0,"-1"2"-4"0,2 5 3 0,1 1 1 16,1 2-3-16,0-1 4 0,0 1-3 0,2 1-3 16,0 2-4-16,-1 1-4 0,-1 2 2 0</inkml:trace>
  <inkml:trace contextRef="#ctx0" brushRef="#br0" timeOffset="212227.62">11352 4575 3 0,'0'0'3'0,"0"0"-1"16,0 0 3-16,-10-12-4 0,10 12 1 0,0 0 1 15,0 0 3-15,0 0-9 0,-6-3 3 0,6 3 0 16,0 0 1-16,-7-4 4 0,7 4-1 0,0 0-7 15,0 0 2-15,0 0 3 0,-10-3-7 0,10 3 6 16,0 0-6-16,0 0-4 0,0 0 14 0,0 0-3 16,0 0-4-16,0 0-2 0,-10 4-2 0,10-4 1 15</inkml:trace>
  <inkml:trace contextRef="#ctx0" brushRef="#br0" timeOffset="212754.04">11309 4557 2 0,'0'0'1'0,"0"0"3"0,0 0-2 16,0 0 2-16,25-4-3 0,-25 4 1 0,10-3 0 15,-3 0-2-15,-7 3-3 0,10-3 9 0,-10 3-10 16,5-2-4-16,-5 2 16 0,0 0-5 0,8-3 0 15,-8 3 5-15,0 0-3 0,7-2 1 0,-7 2-4 16,0 0-2-16,0 0 1 0,0 0 2 0,0 0-4 16,0 0 4-16,0 0-3 0,0 0-2 0,0 0 2 15,0 0 1-15,0 0 3 0,0 0-2 0,0 0-1 16,0 0 2-16,-24 9-7 0,24-9 2 0,-7 7 0 16,7-7 1-16,-9 3-8 0,5 0 10 0,4-3-8 15,-5 4 8-15,5-4-1 0,0 0-2 0,-4 5-4 16,4-5 6-16,0 0 1 0,0 0 0 0,0 0-2 15,0 10 2-15,0-10-2 0,0 0 2 0,0 0 0 16,9 4 1-16,-9-4-3 0,0 0 2 0,0 0-1 16,10 1 3-16,-10-1 0 0,0 0 3 0,0 0 7 15,0 0 2-15,0 0-2 0,0 0-1 0,0 0 6 16,14-4 1-16,-14 4-8 0,0 0 0 0,0 0 3 16,0 0-2-16,0 0-4 0,0 0-2 15,0 0-1-15,0 0 1 0,0 0 0 0,0 0-2 0,0 0 0 16,0 0 3-16,0 0-4 0,0 0 1 0,-33 3-3 15,28 0 1-15,-3 0-1 0,3 1-1 0,5-4 0 16,-10 5 6-16,10-5-11 0,-7 5 0 16,5-1-1-16,2-4 1 0,0 0 0 0,-7 8 1 15,7-8 3-15,0 0 1 0,0 0-2 0,0 0 5 16,0 0-4-16,0 0 1 0,0 0-1 0,0 0 1 16,0 0-5-16,0 0 6 0,13 6-7 0,-13-6 10 0,0 0-4 15,0 0 3-15,13-4-3 0,-13 4-1 16,0 0 2-16,0 0-1 0,9-3-2 0,-9 3 3 15,0 0 0-15,0 0 1 0,5-4-1 0,-5 4 1 16,0 0-3-16,0 0 8 0,0 0-7 0,0 0 2 0,0 0-4 16,0 0 0-16,0 0-2 0,0 0 3 0,0 0 2 15,0 0-5-15,0 0-8 0,0 0 1 0,0 0-1 16,0 0-2-16,0 0-14 0,0 0-29 0,0 0 13 16</inkml:trace>
  <inkml:trace contextRef="#ctx0" brushRef="#br0" timeOffset="214471.67">11266 4604 2 0,'0'0'10'0,"0"0"-2"0,0 0 3 16,0 0 0-16,0 0 1 0,0 0-2 0,0 0-9 16,0 0 4-16,0 0 2 0,0 0-3 0,0 0-3 15,0 0 1-15,11-11 0 0,-11 11 3 0,0 0 2 16,1-8-6-16,-1 8 7 0,0 0-4 0,0 0 4 16,4-6 2-16,-4 6-4 0,0 0-4 0,0 0 0 15,0 0-4-15,0 0 6 0,0 0-5 0,0-7 3 16,0 7-1-16,0 0-1 0,0 0 3 0,0 0-5 15,0 0-3-15,0 0-2 0,0 0 10 0,0 0-1 16,0 0-4-16,0 0 0 0,0 0-3 16,0 0 6-16,0 0-2 0,0 0 1 0,0 0-3 15,0 0 1-15,0 0 0 0,0 0-1 0,0 0-3 0,0 0 2 16,0 0 3-16,0 0 3 0,0 0-2 0,0 0 0 16,0 0-2-16,0 0 1 0,11 13 1 0,-11-13-2 15,0 0 2-15,0 0-3 0,0 0 4 0,7 3-3 16,-7-3 6-16,0 0-1 0,0 0 0 0,0 0 1 15,0 0-3-15,0 0 2 0,0 0-10 0,0 0 11 16,0 0-4-16,6 3 4 0,-6-3-4 0,0 0 2 16,0 0 3-16,0 0-8 0,0 0 6 0,0 0 0 15,0 0 0-15,0 0-3 0,0 0-1 0,0 0-4 16,0 0 3-16,0 0-3 0,0 0 5 0,0 0 1 16,0 0 0-16,0 0-4 0,0 0 1 0,0 0 4 15,0 0-2-15,0 0 0 0,0 0-3 0,-9 13 3 16,9-13-6-16,0 0 6 0,0 0-3 0,0 0 1 15,0 0-4-15,0 0 9 0,0 0-3 0,0 0 1 16,0 0 1-16,0 0-4 0,0 0 6 0,0 0 4 16,0 0-1-16,0 0 1 0,0 0 1 0,0 0 0 15,0 0 4-15,0 0-5 0,0 0 1 0,15-19 3 16,-12 16-3-16,-3 3 3 0,6-7-3 16,-6 7 1-16,2-7 7 0,-2 7-1 0,2-5-3 0,-2 5 0 15,0 0-2-15,1-10 1 0,-1 10-8 0,0 0 1 16,0-9 1-16,0 9 3 0,0 0-1 0,0 0-1 15,0 0-3-15,0 0 0 0,0 0-4 0,0 0 3 16,0 0-7-16,0 0 3 0,0 0-9 0,0 0 8 16,0 0 7-16,0 0-7 0,0 0-2 0,0 0 4 15,0 0 0-15,0 0-1 0,0 0 3 0,0 0-3 16,0 0-5-16,0 0 6 0,0 0 0 0,0 0 0 16,0 0 0-16,0 0 3 0,0 0 1 0,0 0 0 15,0 0-1-15,0 0 4 0,0 0-2 16,0 0 8-16,0 0-6 0,0 0 0 0,0 0 11 15,0 0-7-15,0 0-4 0,0 0-2 0,0 0-6 0,0 0-2 16,0 0 2-16,0 0 3 0,0 0 0 0,0 0 7 16,0 0-12-16,-5-7 1 0,5 7 7 0,0 0-4 15,0 0-2-15,0 0 3 0,0 0-1 16,0 0 1-16,0 0-2 0,0 0-2 0,0 0 2 16,0 0-1-16,0 0-1 0,0 0-1 0,0 0-4 15,0 0 3-15,0 0-2 0,0 0 6 0,0 0-2 0,0 0-2 16,0 0 2-16,0 0 6 0,0 0-11 0,0 0-4 15,0 0 8-15,0 0 3 0,0 0-4 0,0 0-1 16,0 0 5-16,0 0 1 0,0 0-5 0,0 0 4 16,0 0 2-16,0 0 0 0,0 0 0 15,0 0 1-15,0 0 0 0,0 0 5 0,0 0 1 0,0 0 2 16,0 0 3-16,0 0 0 0,0 0-3 0,0 0 1 16,0 0 2-16,0 0-3 0,0 0 6 0,0 0-6 15,0 0 4-15,0 0-3 0,-2-7 1 16,2 7-2-16,0 0-3 0,0 0-6 0,-8-5 5 15,8 5-4-15,0 0 2 0,0 0 2 0,0 0-1 0,-11 2-9 16,11-2 2-16,0 0 5 0,-12 1-1 0,12-1-3 16,-6 6-2-16,6-6 0 0,-7 5 10 0,3 0-13 15,4-5-1-15,0 0 6 0,-2 6-3 0,2-6-3 16,0 0 2-16,-3 7 0 0,3-7 1 0,0 0 6 16,0 0-3-16,0 0 0 0,5 11-3 15,-5-11 3-15,7 5 2 0,-7-5 1 0,6 2-5 0,-6-2 4 16,10 2 3-16,-10-2 2 0,9-2-7 0,-9 2 5 15,12-3-4-15,-12 3 1 0,10-4 0 0,-10 4 7 16,9-5-1-16,-6 3 1 0,-3 2 4 0,0 0-6 16,5-8 15-16,-5 8-4 0,5-6-7 0,-5 6-5 15,0 0-1-15,0-9-5 0,0 9 5 16,0 0-7-16,0 0 2 0,-5-11 5 0,5 11 8 0,0 0-20 16,-5-6 14-16,5 6-6 0,0 0-1 0,0 0-1 15,-13 3-2-15,13-3 12 0,0 0-8 0,-12 3-3 16,12-3-3-16,-6 7-5 0,6-7 5 15,-6 4 2-15,6-4-3 0,-6 8-15 0,6-8-4 16,-2 7-10-16,2-7-2 0,-1 10-2 0,1-10-12 0,0 0-36 16,5 12-92-16,-4-7 41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1T10:59:41.1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2382 3591 175 0,'-1'-12'233'0,"-1"4"3"0,1 0-11 0,1 8 1 0,0-15-1 15,0 15-2-15,-4-11-20 0,1 7-12 0,3 4-17 16,-3-8-18-16,3 8-19 0,0 0-14 0,0 0-17 15,-6-6-9-15,6 6-12 0,0 0-10 0,0 0-9 16,0 0-5-16,-17 20-7 0,6-3-4 0,-5 8-6 16,3 7-2-16,-6 10-9 0,1 5 3 0,1 1-4 15,4 0-1-15,-3 1-3 0,5-5-6 0,4-8-3 16,-1-3-1-16,3 0 0 0,4-1-3 0,0 0 1 16,2-2-3-16,3-2 0 0,-3-1-6 15,4-2 4-15,2-5-1 0,0-4 1 0,-2 0-1 16,3-1-7-16,3-3-3 0,-1-1-11 0,-1-2 5 15,2-2-7-15,0-1-2 0,2-3 2 0,9-3 3 16,7-3 0-16,-1-4-4 0,4-6 4 0,-2-2 0 16,2-2-4-16,-4-5 3 0,9-10 0 0,-9 7-4 0,3-11-3 15,-8 9-2-15,3-12-4 0,-2-2-4 0,-7-1-1 16,1-4-2-16,-6 12 5 0,-1-15-3 16,-2 0 7-16,-5 2 0 0,-3 11 2 0,-1-10 1 15,-5 0-3-15,-5 1 8 0,0 10-2 0,-2 2 1 16,0 0 6-16,-4 3 6 0,1 1 5 0,1 6 3 15,-4 2 0-15,-1 3 3 0,3 5-2 0,-1 2 3 16,-1 2-6-16,-10 2-1 0,-3 5-2 0,-1 6-1 16,-3 4-2-16,0 7-2 0,-13 8 0 0,6 5 2 15,10-5-5-15,3 0 2 0,-4 12-4 0,10-6 2 16,5 1-1-16,5 0 1 0,4 0 0 0,4-1 0 16,4 2 0-16,6 0-3 0,1-4-3 0,6 3-2 15,3 2 0-15,3-6-2 0,4-1-4 0,-2-1-2 16,4 1-2-16,3-2 6 0,0-3 1 0,0 2 3 15,1-3-1-15,-3 1 3 0,-2-1 2 0,1-3 1 16,-3 3-1-16,0-3 4 0,-6-4 0 0,-2 0 1 16,0 1-3-16,-6-4-11 0,2 1-23 0,-1-1-24 15,0 0-22-15,-2 1-21 0,0 0-26 0,3 0-32 16,-4-1-29-16,-1 1-108 0,-4-10-331 0,5 19 146 16</inkml:trace>
  <inkml:trace contextRef="#ctx0" brushRef="#br0" timeOffset="180.52">2273 4424 118 0,'0'0'146'16,"0"0"-31"-16,0 0-38 0,50-19-48 0,-23 7-39 15,4 1-70-15,0-1-86 0,8-2 39 0</inkml:trace>
  <inkml:trace contextRef="#ctx0" brushRef="#br0" timeOffset="334.82">3146 4088 8 0,'0'0'247'0,"0"0"-21"0,0 0-8 0,10-5-16 0,-10 5-27 15,0 0-19-15,0 0-17 0,0 0-39 0,0 0-43 16,0 0-39-16,0 0-72 0,0 0-67 0,0 0-108 16,0 0-248-16,0 0 111 0</inkml:trace>
  <inkml:trace contextRef="#ctx0" brushRef="#br0" timeOffset="885.63">4488 3517 134 0,'-2'-11'299'0,"2"3"-17"0,-1 1-10 16,1 7-15-16,-2-13-17 0,-1 6-17 0,3 7-21 15,-1-7-14-15,1 7-23 0,0 0-19 0,0 0-15 16,0 0-18-16,-1-9-11 0,1 9-9 16,0 0-9-16,0 0-10 0,-3 28-2 0,2-4-4 0,1 2-9 15,0 3-3-15,-1-2-6 0,-1 5-2 16,2 0-2-16,-2-1-10 0,0 1-1 0,2 2-4 0,0-2-4 15,-2-3 1-15,3 2-8 0,-1-3 5 16,0-2-6-16,4 3 2 0,-4-4-3 0,1 0-2 0,3 1-7 16,-1-7-18-16,-1-1-37 0,1-1-22 0,2-1-30 15,-4-4-28-15,2 0-32 0,-2-1-35 16,0 0-19-16,1-3-25 0,-2 0-187 0,0-1-459 16,0-7 203-16</inkml:trace>
  <inkml:trace contextRef="#ctx0" brushRef="#br0" timeOffset="1171.38">4342 3610 2187 0,'-5'-26'30'15,"1"7"-6"-15,3 3-15 0,0 1-10 0,1 4-1 16,3 2-1-16,4 0 0 0,8-1 3 0,12 0 4 16,4 3 2-16,7 0 2 0,13 2 5 0,-12 7 1 15,16 0 0-15,-6 6 3 0,-12 2-7 0,1 0 1 16,-5 3-2-16,0 4 2 0,-2 1-2 15,-2 2 3-15,-3 5 3 0,-3-2-5 0,-6 4 5 0,0-2 10 16,-7 6 13-16,-1-1 11 0,-8 0 3 0,-2-2 4 16,-6 1-2-16,-1 0-1 0,-5-1 5 0,-5-1-1 15,0 0 0-15,-5-3-3 0,0-1-3 0,-2-2-6 16,-1 0 3-16,-1-2-5 0,-1-1-5 0,-1-3-7 16,-2 0-16-16,3-1-20 0,0-3-20 0,1-3-40 15,7-2-51-15,2 1-61 0,0-5-61 16,0 2-199-16,5-3-472 0,13-1 209 0</inkml:trace>
  <inkml:trace contextRef="#ctx0" brushRef="#br0" timeOffset="1969.69">5030 3766 39 0,'0'0'234'0,"2"-7"-23"0,-2 7-24 15,0 0-18-15,9-2-19 0,-9 2-14 0,0 0-13 16,16 12 2-16,-5-3-7 0,-1 4-8 0,1 1-3 15,-1 2-12-15,3 0-8 0,1 6 1 16,-4-6-1-16,0 1-1 0,-3 1-11 0,1 0-4 16,0 0 27-16,-4-1-11 0,1-2-6 0,0-1-10 0,-4-2-5 15,3-1-1-15,-1-1 3 0,-3-2-3 16,1-2-2-16,-1-6-6 0,-1 13-4 0,1-13-3 16,-7 7-3-16,2-6-7 0,5-1-3 0,-13 0-4 15,13 0 1-15,-16-5-11 0,8-1-20 0,0-2-9 16,0-1 1-16,3-2-12 0,-2-3-9 0,5 2-7 15,2-4-11-15,2-2-2 0,2 3-5 0,5-3 0 0,2 3 1 16,4-7 0-16,6 4-5 0,3 0-1 16,2 0-5-16,2 5-5 0,-1-1-3 0,2-1-2 15,3 3 2-15,-2-2-6 0,-1 4 7 0,-1 2 1 16,-1-1 6-16,-7 2 5 0,0 2 7 0,-1-2 6 16,-6 4 4-16,-1-1 2 0,0 1 8 0,-2-1 8 15,-1 0 18-15,-3 3 11 0,0-1 21 0,-6 2 14 0,7-4 8 16,-7 4 2-16,0 0 2 0,0 0 0 0,7-5 0 15,-7 5 2-15,0 0-1 0,0 0 2 16,0 0-9-16,0 0 7 0,0 0-10 0,0 0-1 16,0 0-3-16,-31 11 0 0,18 2 8 0,0 2 4 15,-2 8-7-15,0 0-7 0,-1 0-3 0,4 0-3 16,1 3-4-16,1-4-1 0,2-5-5 0,3 2-1 16,0-3-4-16,3-1-1 0,0-3-3 0,2 0 1 15,0-1-5-15,3-2-15 0,-1 0-10 0,1-3-11 16,2 0-11-16,-2-1-1 0,1 0 4 0,1-2-1 15,-5-3 3-15,12 3-1 0,-12-3 1 0,11-5 5 16,-5 1 5-16,-1-2 2 0,3-2-1 0,-2-2 1 16,-1 0 3-16,3-4 2 0,-5 1 0 0,3-3 4 15,-2 1-4-15,-2 2 9 0,1-5 1 0,-1 2 2 16,0 6 3-16,2-2 12 0,-3 7 6 0,0-3 8 16,-1 8 2-16,2-10-7 0,-2 10-10 0,0-10 0 15,0 10-1-15,0 0 3 0,0 0 4 0,0 0 3 16,0 0-1-16,0 33-3 0,-2-17 1 0,2 2-2 15,0 1 0-15,-1 1-3 0,2-1-1 0,1 5-10 16,-1-5-25-16,1 0-40 0,2-2-46 0,-1 8-52 16,2-7-56-16,-1-1-199 0,-1-2-450 0,0-2 200 15</inkml:trace>
  <inkml:trace contextRef="#ctx0" brushRef="#br0" timeOffset="2469.73">5769 3827 87 0,'-4'-6'228'0,"4"6"-14"0,0 0-11 0,0 0-10 16,0 0-15-16,-11 19-15 0,10-7-13 0,-2 0-15 16,3 1-14-16,0 2-12 0,0 1-8 0,0 1-12 15,2-1-5-15,-2-4-3 0,4 0-2 16,1-2 1-16,0 0-5 0,1 1-7 0,2-3-7 15,-3 1-4-15,4-4-5 0,1 0-1 0,2-3-7 0,-2 1-2 16,-1-1-2-16,0-4 1 0,0-1-1 16,0-1-12-16,-2 0 3 0,1-3-4 0,-3-1 0 0,3-2-5 15,-2 1-2-15,-1-1 3 0,-1 0-3 16,1 0-4-16,-3 0 0 0,0-3 0 0,2 4 6 16,-1 1 11-16,-2 3-5 0,-1 5-4 0,1-8-5 15,-1 8-8-15,0-9-8 0,0 9 1 0,0 0-3 0,0 0-2 16,0 0 4-16,0 0-1 0,3 26-3 0,-3-13 1 15,1 3 5-15,-1-1-4 0,4-4-2 16,-2 5 4-16,1-2 0 0,6-1-1 0,-4-3 2 0,3 2 3 16,2-4-2-16,0-3 0 0,3 0 0 15,3-1 1-15,3-1 0 0,-2-3 2 0,2-5 6 0,2 0-4 16,-5 0 2-16,2-2 5 0,-1-1 3 0,-2-4 6 16,-1 2 4-16,-1-2 6 0,-1-1 0 0,-3-2 5 15,-2 0-1-15,-2-1 0 0,-1 0-4 0,-4-1-3 16,0 0 0-16,-2-1-9 0,-1 0-3 0,-1 2-7 15,-2 2 1-15,2 3-17 0,0-1-26 16,0 3-28-16,-1 0-29 0,1 1-33 0,-2 2-49 16,2 1-68-16,4 5-59 0,-13-3-178 0,6 3-512 15,7 0 227-15</inkml:trace>
  <inkml:trace contextRef="#ctx0" brushRef="#br0" timeOffset="2848.24">6714 3567 148 0,'1'-5'330'0,"-1"5"-12"0,2-10-29 0,-2 10-26 15,4-9-26-15,-4 9-28 0,0 0-24 0,0 0-19 16,0 0 9-16,0 0 2 0,0 0 12 0,1 38-13 16,0-11-8-16,-1 4-17 0,3-1 0 0,-5 6-20 15,4 12-8-15,-2-13-14 0,5 0-11 0,-5-1-11 16,2-2-11-16,-2 0-1 0,1-2-14 0,2-3-2 15,-2 0-6-15,3-2-5 0,-1-6-12 0,-2-2-45 16,2 0-27-16,-2-4-48 0,0-2-46 0,-2-1-50 16,2 0-54-16,-1-10-48 0,0 13-274 0,0-13-602 15,-6 8 266-15</inkml:trace>
  <inkml:trace contextRef="#ctx0" brushRef="#br0" timeOffset="3467.61">6709 3795 82 0,'10'-10'188'16,"2"3"-18"-16,-3 0-16 0,6 0-19 0,4 0-13 15,-1 0-11-15,-1-3-15 0,-1 2-7 0,0 0-5 16,1 1-4-16,-5 1 0 0,0 0 6 0,-2-1 1 16,-1 0 0-16,0 1-3 0,0 1 2 15,-3-3-1-15,-1 2-1 0,0-3 1 0,-1 3-1 0,-1 1-5 16,2-2-7-16,-3 1 2 0,-1 0 2 0,-1 6 2 15,3-13-6-15,-2 7-2 0,-1 6-2 0,2-10-6 16,-2 10-8-16,1-7-5 0,-1 7-7 0,0 0-8 16,1-7-8-16,-1 7-6 0,0 0 0 0,0 0-4 15,0 0-2-15,0 0 4 0,2 24-2 0,-4-5 3 16,1 0-3-16,0 9 0 0,-5 4-1 0,0 0 0 16,4 3 0-16,-3-4-1 0,2 1-2 0,0-2-1 15,2-3-4-15,0-1 3 0,0-8-12 0,1-2-11 16,-3 1-2-16,2-5-1 0,1-3 1 15,0-2-4-15,-2-1-3 0,2-6 3 0,0 11-1 16,0-11 3-16,-1 6 4 0,1-6 6 0,0 0 1 16,0 0 1-16,7 6 0 0,-7-6 0 0,0 0 0 15,15-6-1-15,-15 6 2 0,10-4 1 0,-2 3 0 16,0 0 1-16,4 1 4 0,0-1-3 0,2 1 0 16,2 0 7-16,5 0 1 0,-2 1 0 0,3-1 0 0,5 0 3 15,-4-1-2-15,3 0 2 0,1-3-2 16,1 0-2-16,-1-2 2 0,-6 3 2 0,0-2 0 15,-1-1-1-15,-1 1-1 0,-4-3 1 0,4-1-1 16,-5 1-2-16,-2 0 4 0,-3-2-3 0,-3 0 0 16,-1 0-2-16,3-1 1 0,-6-6-1 0,0 6-3 15,-2 0 1-15,1-8 4 0,-4 7 9 0,2-5 1 0,-3 8 7 16,-1-3 1-16,0 3 13 0,-1 1-3 16,-3 2-6-16,-1 2 3 0,-4 4-6 0,3 3 1 15,-8 5 4-15,-5 5-4 0,1 2-1 0,4 3-3 16,3-4-4-16,1 6 1 0,5-4-3 0,0 2-3 15,4 0-6-15,4 0-35 0,2 1-38 0,2-2-41 16,5-2-44-16,6 0-67 0,8 2-63 0,4-2-195 16,5-6-513-16,4-2 227 0</inkml:trace>
  <inkml:trace contextRef="#ctx0" brushRef="#br0" timeOffset="4270.51">7593 4181 139 0,'8'-15'271'0,"2"1"-16"0,8-7-14 0,1-1-15 15,3-2-14-15,0 1-17 0,0-1-20 0,1-3-1 16,1 3-2-16,-3 0-10 0,1 0-5 16,-1-1-10-16,-1 0-11 0,-3 1-14 0,3-3-6 15,-4 1-8-15,-2-1-8 0,-2 1-7 0,0-1-5 0,-3 1-4 16,-3 2-8-16,-2 5 5 0,-1-1-5 0,-2 2-4 15,0-1 2-15,2 4 3 0,-3 2 8 0,-3 2-6 16,6 3 10-16,-3 8-14 0,-3-12-5 16,3 12-6-16,0-10-15 0,0 10-3 0,-2-7-12 15,2 7-8-15,0 0-21 0,0 0 6 0,0 0 1 16,-9 33 3-16,2-9 12 0,-2 6-6 0,0 2 2 16,0 3-5-16,0 11-4 0,1 0 2 0,3-11-6 15,2-3-2-15,4 0 3 0,-2 0 0 0,7-3-1 0,2 0 0 16,2-6-2-16,2 3 2 0,3-3 2 15,-5-7-10-15,9 4-11 0,-4-6-8 0,2-3-6 16,-1 0 6-16,3-3-9 0,0-1-4 0,-2-2-7 16,-3-3-2-16,2 0 0 0,-2-2 9 0,-1-2-6 0,-1-1-5 15,6-5 4-15,-4 0 10 0,0-3-7 16,-3-2 2-16,2-4 4 0,-4 3-3 0,-1-4 1 16,-1-5 8-16,3-2-2 0,-6 6 5 0,-1 0 8 15,-2 3 13-15,0 0 6 0,1 6 6 0,-2 4 0 16,-2-6 19-16,2 12 2 0,-1-10-9 0,1 10-13 15,0 0 7-15,-1-8-6 0,1 8 2 0,0 0 2 16,0 0 0-16,-13 32 9 0,7-15-9 0,2 0-5 16,1 2-2-16,2-2 0 0,-2 2-4 0,3 0 8 15,2-2-10-15,0 1 8 0,1-8-6 0,2 6 3 0,4-7 3 16,-3 1-14-16,2 0 0 0,2-4-2 16,2 0 3-16,1-3-5 0,7 0-1 0,-1-5-3 15,-4 1-1-15,-3-2 1 0,2 0 0 0,-1-2-1 16,-1-2 6-16,-3 0-1 0,2-6 4 0,-4 4-7 0,2-5 1 15,-2-2 6-15,-3 1 1 0,-2-2 2 16,-3-2-13-16,1 0 6 0,-5-1-4 0,0 1 3 16,-4-5 1-16,-3 6-6 0,3 3-3 0,3 3-8 15,-3 3-12-15,0 0-11 0,0 2-14 0,0 1-28 16,-2 3-32-16,0 2-23 0,11 1-43 0,-23 6-34 16,14 1-34-16,-3 0-30 0,3 3-192 0,0 2-514 15,3-3 228-15</inkml:trace>
  <inkml:trace contextRef="#ctx0" brushRef="#br0" timeOffset="4632.59">8598 3900 50 0,'5'-7'274'0,"-1"5"2"0,-4 2 4 0,6-6-9 16,-6 6 12-16,3-6-9 0,-3 6-17 0,0 0-18 16,0 0-25-16,0 0-26 0,0 0-8 0,0 0-13 15,0 0-24-15,-21 13-8 0,14-3-18 0,-2 3-11 16,-1 2-11-16,1-1-11 0,2 1-5 0,2 0-13 15,0-4-3-15,2 2-8 0,3-2-6 16,0 0 1-16,2-1-10 0,0-1-15 0,3-1-5 0,-1-2-4 16,1 0-9-16,0-1 4 0,4 0-8 0,-1-3-3 15,0 1-3-15,2-3-4 0,-2 0 2 16,0-4 4-16,0 2-3 0,0-2-2 0,0-3-1 0,0 0 6 16,-1-2-3-16,-2 0 4 0,-1-2-2 0,0 1 6 15,-2-2-16-15,1 1 1 0,-1-2 7 0,-2 3-4 16,1-2 5-16,-1 3-6 0,0 2 6 0,2 0-7 15,-2 7 1-15,0-11 0 0,0 11 3 0,0 0-4 16,0 0-3-16,0-10-1 0,0 10 2 16,0 0 6-16,0 0 0 0,0 0 0 0,6 30-2 0,-2-20-8 15,0 0-30-15,2 1-29 0,3 2-42 0,-2-1-37 16,2-3-49-16,5 3-40 0,0-3-40 16,1 0-182-16,-2-5-502 0,8-1 222 0</inkml:trace>
  <inkml:trace contextRef="#ctx0" brushRef="#br0" timeOffset="5048.93">9085 3905 11 0,'-4'-9'241'0,"-1"5"-3"15,0-4-2-15,-3 5-8 0,2 0-10 16,-3 0-12-16,-4 2-10 0,3 4-8 0,-3-1-9 0,0 3-15 16,3 0-14-16,-3 2-7 0,4 3-20 15,-2 1-15-15,-2 2-4 0,7-2-16 0,-1-1-5 16,3 2-7-16,0-2-13 0,2 2-4 0,1-1-4 15,1-1-17-15,2 0 16 0,2-3-15 0,1 2-5 0,3-2-3 16,2-1 1-16,2-1-6 0,2-3-1 16,4-2-7-16,2 0-2 0,-3-3-8 0,3-3-3 15,-2 1 3-15,-1-3-2 0,-1-1-2 0,-1-2 1 16,-3-2-3-16,-3 1-4 0,0 0-7 0,-1-2 15 16,-1-4-7-16,0-2 0 0,-6-5-3 0,0 0 5 15,-3-3-2-15,-2 2 3 0,-1-2 2 0,-2 1 4 0,1-1 5 16,-3-1-4-16,1 3 26 0,1-2 11 0,-1 4 13 15,1-1 1-15,1 10 26 0,2-1 20 16,2 5 8-16,-2 4 1 0,3-3-9 0,1 10-7 16,-2-10-11-16,2 10-16 0,-1-8-15 0,1 8-2 15,0 0-12-15,0 0 1 0,0 0-7 0,-4 35-3 16,6-10 0-16,0 5-4 0,-2 1-4 0,1 1 0 16,-1 3-12-16,2-2-28 0,0 2-48 0,-2-4-52 15,7 5-51-15,-5-2-52 0,2-1-66 0,2 1-83 16,-6-3-251-16,4 0-667 0,1-4 295 0</inkml:trace>
  <inkml:trace contextRef="#ctx0" brushRef="#br0" timeOffset="5348.69">9665 3714 3663 0,'1'-21'56'0,"-1"2"42"16,-1 6-15-16,1 1-19 0,0 1-25 0,-1 0 17 16,1 4 18-16,0 7 5 0,0-12 3 0,0 12 2 15,-2-8-10-15,2 8-4 0,0 0-17 0,2-9-9 16,-2 9-2-16,0 0-10 0,0 0-4 0,0 0-7 16,0 0 4-16,4 22 8 0,-3-3 0 0,0 8 1 15,-2 2-3-15,1 4-2 0,2 1-1 0,-2 0-2 16,0-2-21-16,2 0 6 0,-4-1 10 15,2-1-11-15,0 0-18 0,0-2-17 0,-1-2-25 0,4 0-38 16,-2 1-39-16,0-8-51 0,1-1-51 0,-1-1-57 16,1-2-70-16,0 1-258 0,-1-5-665 0,3-3 295 15</inkml:trace>
  <inkml:trace contextRef="#ctx0" brushRef="#br0" timeOffset="5548.28">9979 3865 118 0,'2'-5'328'0,"-2"5"-19"0,5-7-23 16,-5 7-4-16,2-5-29 0,-2 5-25 0,0 0-28 15,0 0-16-15,0 0-10 0,0 0-13 16,8 18-9-16,-8-9-17 0,0 7-14 0,0 1-9 0,0 0-7 16,0 2-14-16,0 0-18 0,0 5 2 0,0-6-36 15,1 0-32-15,1-1-47 0,-5 0-50 16,8 0-44-16,-5-3-53 0,1-2-50 0,1 0-221 15,-2-12-496-15,-2 19 220 0</inkml:trace>
  <inkml:trace contextRef="#ctx0" brushRef="#br0" timeOffset="5732.09">9982 3650 221 0,'-1'-9'239'15,"1"9"-21"-15,-3-11-24 0,2 5-27 0,1 6-41 0,-1-7-50 16,1 7-36-16,0 0-26 0,0 0-40 16,0 0-42-16,0 0-37 0,5 32-78 0,-5-16-198 15,2-1 88-15</inkml:trace>
  <inkml:trace contextRef="#ctx0" brushRef="#br0" timeOffset="6184.32">10198 4071 113 0,'0'0'213'0,"3"7"7"0,-3-7-1 16,0 0 7-16,3 5 3 0,-3-5 3 0,0 0 13 15,0 0-5-15,0 0 5 0,0 0 4 0,4 4 1 16,-4-4-3-16,0 0-8 0,0 0-7 0,0 0-28 16,0 0-15-16,0 0-20 0,5-18-22 0,-2 8-17 15,-2 0-24-15,3-2-24 0,0 0-18 0,2-4-7 16,2-1-23-16,2 2-2 0,0 1-5 0,-3 4-4 15,0 3-4-15,2-1-5 0,-1 0-23 0,-2 5 19 16,3 3-5-16,2-2 3 0,-11 2 2 0,21 5-5 16,-11 1 4-16,0 1-5 0,3 3-6 0,-1 2-12 15,2 0 15-15,-2-2 2 0,0 2-2 0,2-1 3 16,1 0 0-16,1-2 5 0,-1 0 1 0,5-3-2 16,-4 0 4-16,6-4-3 0,6-2 0 0,0-1-7 15,-6-1 2-15,6-8-4 0,-4 4-2 0,-2-1 1 16,-3-2 3-16,-1 0 3 0,-1-1 2 0,-4-2-7 15,0 0 3-15,0 0-4 0,-5-2 2 0,0-2 7 16,-3-2-2-16,-5 1-7 0,-2-2 1 0,0 0 5 16,-1 1-1-16,-2 6 2 0,1-4 10 0,1 6 13 15,-5 1-1-15,4-1 0 0,-4 3 1 0,0 4-10 16,-3 3 3-16,0 3-8 0,-5 8 2 0,-4 5-3 16,-2 2-1-16,2 2 1 0,1 2-2 0,3-2-2 15,6-2-1-15,-1 6-21 0,5-5-29 0,4 0-32 16,4-2-38-16,2-1-49 0,4 2-55 0,5-2-58 15,2-5-86-15,3 3-283 0,1-5-696 0,9-2 308 16</inkml:trace>
  <inkml:trace contextRef="#ctx0" brushRef="#br0" timeOffset="8241.03">11554 3520 159 0,'0'-8'260'0,"-4"1"-9"15,0 0-4-15,2 0-4 0,-1 1 3 0,-2 0-14 16,0 1-7-16,5 5-10 0,-8-8-12 0,8 8-26 16,-5-7 3-16,5 7-27 0,-6-4-8 0,6 4-24 15,0 0-25-15,0 0 10 0,-15 15-16 0,9 2-11 16,-3 7 4-16,-2 3-17 0,1 4-10 0,2 2 2 16,3 2-10-16,1 0-3 0,0 13 0 15,7-2-6-15,0-11 1 0,-1 0-27 0,1-1 20 0,0-1-6 16,0-2 2-16,1 1-2 0,1-2-20 15,0-2 16-15,0 3-8 0,1-5 7 0,-3-7-6 0,1-2 0 16,0 0-9-16,-2-1-23 0,2 0-12 0,2-5-28 16,-3 0-30-16,-2-4-27 0,-1-1-21 0,0-6-33 15,0 0-31-15,3 16-30 0,-3-16-51 16,0 0-194-16,0 0-513 0,0 0 226 0</inkml:trace>
  <inkml:trace contextRef="#ctx0" brushRef="#br0" timeOffset="8833.34">11260 3812 2355 0,'0'0'22'0,"0"-12"-14"0,0 12-26 0,4-9-16 15,1 3-4-15,4 3 16 0,5-1 1 16,4 0 13-16,4 0-7 0,7-2 6 0,0 1 3 16,1 3-4-16,1 0 16 0,-1 2-15 0,1-4 7 15,-2 4-2-15,2 0 2 0,-3-2 5 0,-7 0-2 16,-2 2 6-16,1 0-5 0,-3-1 2 0,-7 1-2 15,-10 0 2-15,20-1-2 0,-20 1 3 0,12 1 13 16,-12-1 11-16,0 0 18 0,14-1 16 0,-14 1 9 16,0 0 7-16,0 0 10 0,9 4 2 0,-9-4-9 15,0 0-2-15,0 0 3 0,0 0-8 0,0 0-6 16,-26 20-10-16,19-11-7 0,0 5-8 0,-4 0-4 16,2 0-2-16,2 0-2 0,3-1-8 0,-1-3-2 15,1 3 0-15,3-1-2 0,1-2-6 0,1 3-1 16,2-3 5-16,0 0-5 0,3-2-13 0,2 1-8 15,2-2-10-15,-2 0-2 0,3 0-4 0,1-1-1 16,-2-2-5-16,4-2 1 0,4 1 1 0,-2-3-2 16,2-3-2-16,-4 1 4 0,1-3 0 0,-7 3-1 15,5-3 6-15,-4-1 1 0,1 0 2 0,-2-2 3 16,0-1 1-16,-3-3 0 0,-1 1 2 16,-2 0 1-16,1-8 0 0,-3 0 1 0,0 2 0 0,-1 2 3 15,-1-2-1-15,2 4 2 0,0 3-2 0,0-2 4 16,0 4-6-16,0 8 2 0,0-9 0 0,0 9-10 15,0 0 2-15,0 0 2 0,0 0-3 0,0 0 6 16,0 0-5-16,0 0 4 0,2 24 1 0,1-7 3 16,2 0 3-16,-1 0-3 0,0 2 3 0,1-2 0 15,0 0 0-15,3-1 2 0,-2 0-1 0,-2-5 1 16,3 6 2-16,-2-8-1 0,2 0 2 0,-4-4-3 16,4 3 2-16,-1-4 2 0,1-3-7 0,-1 1 5 15,2-2-2-15,-8 0 2 0,18-5-4 0,-5-1-3 16,1-2 2-16,0-2-6 0,1 0-12 0,-2-6-18 15,3 3-22-15,-1-2-33 0,2-4-48 16,5 0-53-16,-2 1-41 0,-2-1-123 0,0-3-389 16,-3 6 173-16</inkml:trace>
  <inkml:trace contextRef="#ctx0" brushRef="#br0" timeOffset="9383.6">12778 3483 2268 0,'5'-10'152'0,"1"0"-23"0,-3 3-40 15,2 0-20-15,-1 1-20 0,-4 6-12 0,4-6-9 16,-1 1-5-16,-3 5-8 0,0 0-2 0,6-7-5 16,-6 7 15-16,0 0 19 0,0 0 11 0,4 24 18 15,-3-7-3-15,3 0-4 0,-2 10-2 0,3-1 0 16,-4 2-12-16,1 1 10 0,-2 1-7 15,4-3-7-15,-6 1-4 0,4-4-17 0,0 1 7 16,-2 3 2-16,2-8-6 0,-2 5-6 0,2-8-9 16,1 3 15-16,-1-2-6 0,0-2-4 0,0-3-19 0,2-1-18 15,-1 0-25-15,0-1-22 0,-1 0-39 0,0-2-24 16,0 1-36-16,-2-10-26 0,0 14-47 0,-2-9-39 16,2-5-151-16,0 0-463 0,-10 11 206 15</inkml:trace>
  <inkml:trace contextRef="#ctx0" brushRef="#br0" timeOffset="9931.61">12933 3657 112 0,'19'-16'144'0,"3"-1"-15"0,0 1-8 0,-1-1-11 16,-6 4 0-16,1 0 22 0,-1 1-15 0,-3 0 2 15,-1-1 0-15,-2 2-3 0,-1 1-1 16,-2 0 0-16,2-2 1 0,-3 2-6 0,-3-2-3 15,4 1 1-15,-5 0-4 0,1 2-13 0,1-2-1 16,-3 6 3-16,0 5-7 0,0-12-5 0,0 12-6 0,2-8-9 16,-2 8-10-16,0 0-6 0,0 0-7 15,0 0-7-15,0 0-6 0,0 0-4 0,0 0 3 16,0 0-4-16,-7 42-3 0,2-18 1 0,1 2-6 16,-3 1 0-16,1 0 2 0,0 0-7 0,2 2-1 15,-2-4-2-15,4-1-12 0,1 3-10 0,1-2-8 16,0-6-5-16,0 0-10 0,0-3-5 0,1 0-9 15,1-4 0-15,0-1 3 0,2-2-10 0,0 2 4 16,0-6-7-16,2 5 1 0,-2-6 4 0,-4-4 6 16,13 7 7-16,-3-2 5 0,-1-1 1 0,2-1 7 15,1-3 17-15,-2 2 13 0,4-1-5 0,-14-1 10 16,22 0 0-16,-8-3 1 0,4 3 3 0,-4-2-3 16,3-1-2-16,4 0 4 0,-4-3-1 0,6 3 3 15,-3-5-7-15,7-2 4 0,-9 2-4 16,2-1 5-16,-1 2-6 0,-2-5 3 0,1 3-3 0,-4-2 1 15,2 1 2-15,-7 1 1 0,1-1 1 0,-2 1 5 16,1-1 8-16,-5 1 3 0,2 0-3 0,-1 1 7 16,-3-2 10-16,1 1 1 0,-3 2 8 0,0 7 8 15,-3-16 7-15,-1 10 3 0,4 6 4 0,-5-10-4 16,5 10-4-16,-9-7-6 0,9 7-3 0,-16-1-6 16,1 3-1-16,-3 5-6 0,0 3-1 0,-4 5-10 15,-1 1-1-15,5 2-32 0,4-1-27 16,4-1-40-16,3-1-42 0,0 9-52 0,9-5-53 0,1-1-247 15,3 0-505-15,5-4 225 0</inkml:trace>
  <inkml:trace contextRef="#ctx0" brushRef="#br0" timeOffset="10436.95">14612 3357 295 0,'-4'-11'282'0,"0"1"-16"0,-1 1-20 0,1 2-10 15,-2 1-23-15,2 2-20 0,4 4-16 0,-12-4-23 16,12 4-7-16,-14 8-15 0,3 2-14 0,2 5-10 15,-6 12-8-15,1 2-14 0,3 4-6 16,-3 13-5-16,1-3-8 0,6-8-8 16,3 1-2-16,-2 10-3 0,5 2-8 0,-1-14-2 0,2 12-5 15,3-13-1-15,-2 1-5 0,1-1-4 0,1-6-1 16,1 5-2-16,0-4-5 0,-1 0 2 0,-1-3-5 16,3-6 0-16,-2 1-3 0,-2-2-4 0,3-1-34 0,-2-1-20 15,1-4-31-15,-2-1-32 0,-1-11-32 16,0 16-37-16,0-16-37 0,0 11-26 0,0-11-184 15,0 0-455-15,-11 4 202 0</inkml:trace>
  <inkml:trace contextRef="#ctx0" brushRef="#br0" timeOffset="10849.11">14290 3809 21 0,'9'-7'199'16,"5"3"-18"-16,3-5-23 0,12 2-14 0,0-1-19 15,3 2-7-15,0 1-14 0,1-3-7 0,1 4-14 16,-3-2-4-16,0 1-11 0,4-2-10 0,-6 2-1 16,-2 1-8-16,-1 0-7 0,-7 2 5 0,-4 1-8 15,-1-1-3-15,-5 1-3 0,1 0-3 0,-2-1 3 16,-8 2-7-16,11 0 4 0,-11 0 8 0,8-1 7 16,-8 1 6-16,0 0-1 0,0 0-3 0,0 0-5 15,0 0-1-15,0 0-2 0,1 10 1 0,-1-10 2 16,-11 18-6-16,4-9-6 0,1 3-1 0,-4 3-1 15,6-4-6-15,0 5-1 0,2-3-2 0,2 1 0 16,0-2-1-16,2 0-1 0,2 1-3 0,0-5-13 16,5 3-4-16,-2-4-1 0,4 0 1 0,-2-2-3 15,5 0 1-15,4-2 2 0,0-3-2 0,-2-2 1 16,-3 1 2-16,6-2 8 0,-4-4-3 0,-3 1 11 16,-1-1 7-16,-3 1-3 0,1-4-1 15,-4-6 2-15,-1 6-4 0,-2-8 0 0,0 0-3 0,-4 2-5 16,-1-2 0-16,-5 2-3 0,-1-1-1 0,0 1-5 15,-2 3-10-15,0 0 2 0,2 3-8 0,-3 4-14 16,4-2-15-16,-4 4-22 0,1 2-25 16,11 2-23-16,-22 2-27 0,12 2-29 0,1 2-153 0,1-1-353 15,8-5 156-15</inkml:trace>
  <inkml:trace contextRef="#ctx0" brushRef="#br0" timeOffset="11098.24">15136 3511 222 0,'-4'-7'298'0,"4"7"-5"0,-4-12-19 0,4 12-16 16,-2-7-29-16,2 7-27 0,-2-7-19 0,2 7-15 16,0 0-20-16,0 0-20 0,0 0-2 0,0 0-2 15,-6 37-10-15,6-18-9 0,1 6-9 0,1 5-10 16,-2-2-6-16,3 2-8 0,-1 0-7 0,-2-2-3 15,5 5-10-15,-4-1 0 0,3-2-12 0,2-3 5 16,-2 1-25-16,1 0-34 0,0-4-45 0,0-4-37 16,-1-4-59-16,4 2-52 0,-6-2-47 0,1 0-206 15,-2-5-498-15,-1-11 220 0</inkml:trace>
  <inkml:trace contextRef="#ctx0" brushRef="#br0" timeOffset="11332.36">15370 3481 163 0,'1'-10'285'0,"-1"10"-19"0,0-11-25 0,1 7-18 0,-1 4-25 16,0 0-17-16,0 0 2 0,0 0-1 0,0 0-4 0,-6 32-12 16,3-6-16-16,-2 3-15 0,1 1-6 15,3 2-13-15,-4-1-14 0,3 1-10 0,-3-2-11 16,5 2-4-16,-1 2-4 0,1-2-22 0,1 1-38 15,-1-5-36-15,2 0-41 0,-1-8-54 0,2 0-53 16,-1-1-47-16,0 0-49 0,-2-3-137 0,3-6-438 16,-3-10 193-16</inkml:trace>
  <inkml:trace contextRef="#ctx0" brushRef="#br0" timeOffset="11622.44">15523 3811 139 0,'4'-10'217'0,"-4"10"-15"0,0 0-14 16,0 0-8-16,0 0-21 0,0 0-15 0,0 0-8 16,-4 39-19-16,4-29-10 0,3 0-10 0,-1 0-9 15,2-1-8-15,0 0-12 0,2-1 11 0,-1-3-3 16,3 2 3-16,1-4 4 0,2 3-8 16,1-6-5-16,1 3 1 0,-2-4-12 0,2-1 1 0,0-2 4 15,-2 0-3-15,-2-2 1 0,1 1 5 16,-2-2 12-16,0-1-4 0,-2-1-13 0,-1 0 2 0,-2-3-12 15,-2-4 0-15,-1-1-7 0,-1 2-5 0,-4-1-7 16,0-2-10-16,0 6-11 0,-1-4-11 0,-1 7-17 16,-1 0-23-16,-1 2-23 0,0-1-36 15,-1 4-35-15,0 2-49 0,-3 0-48 0,3 5-205 0,10-3-471 16,-19 4 210-16</inkml:trace>
  <inkml:trace contextRef="#ctx0" brushRef="#br0" timeOffset="12114.79">15875 3674 161 0,'0'0'257'16,"0"0"-14"-16,-11-2-19 0,11 2-18 0,0 0-14 16,0 0-19-16,0 0-19 0,0 0-13 0,-10 16-17 15,10-16-10-15,-1 14-10 0,2-3-9 0,3-1-9 16,1 1-4-16,-1 0 8 0,4 3 1 0,-1 1 0 15,3-2-4-15,0-5-9 0,3 2-9 0,-1-4 6 16,5 0-14-16,1 1-3 0,-1-2-7 0,0-1-1 16,-2-6-9-16,-15 2-4 0,26-2 4 0,-13 0-10 15,-1-4-7-15,-1 0-3 0,-6 2-2 0,4-6-5 16,-2 2 0-16,0 0-4 0,-2-3-1 0,0 0-4 16,-1 0 1-16,-2 2-3 0,1 0 1 0,-3 9-5 15,1-14 6-15,-1 14-7 0,4-10 3 16,-4 10-8-16,0 0-10 0,1-12-17 0,-1 12 4 15,0 0 1-15,0 0 3 0,0 0 1 0,0 0 5 0,0 0-3 16,-11 32 6-16,12-21 0 0,-1 0 3 0,3 1 4 16,3 0-3-16,-1-3 4 0,3 1 2 0,1-1-1 15,7-1-1-15,-1-1 0 0,4-2 2 16,1-4 1-16,-1-1-2 0,4-1 0 0,5-3 2 16,-7-1 0-16,-3-1 8 0,1-3 2 0,-4 0 3 15,0 0 10-15,-2-2 7 0,0 0-7 0,-5 2 11 16,-2-1 3-16,-1-1-1 0,-1-1-3 0,-3 0 0 15,-2-3-8-15,1 3 5 0,-4-4-6 0,2 0-2 16,-2 5-7-16,-1 0-5 0,0 1-18 0,-3 0-5 0,3 3-12 16,0 0-24-16,1 3-30 0,-1 0-36 15,5 4-41-15,-14-4-34 0,14 4-33 0,-13 5-182 16,13-5-446-16,-9 7 197 0</inkml:trace>
  <inkml:trace contextRef="#ctx0" brushRef="#br0" timeOffset="12331.49">16629 3589 87 0,'3'-8'252'0,"-3"8"3"15,3-6-10-15,-3 6-8 0,0 0-16 0,0 0-18 16,0 0-20-16,0 0-19 0,0 0-7 0,0 0-6 16,0 0-10-16,0 0-14 0,1 25-9 0,-1-25-7 15,-1 30-4-15,0-14-17 0,-2 1-8 0,2 2-8 16,0-2-10-16,-1 0-5 0,2 2-28 0,2 2-38 15,-2-4-37-15,1-2-45 0,-1 2-57 0,0-2-38 16,1-4-45-16,-1 0-181 0,0-11-445 0,1 14 197 16</inkml:trace>
  <inkml:trace contextRef="#ctx0" brushRef="#br0" timeOffset="12722.44">16806 3855 191 0,'4'-15'229'0,"-3"3"-16"15,2-1-2-15,1-1-11 0,2-4-10 0,2 1-11 16,-2-2-13-16,7-7-14 0,-2 9-14 0,7-2-3 16,-5 7-7-16,-4 4-14 0,1 0-14 0,2 2-12 15,-6 2-12-15,3 3-9 0,-1-1-9 0,-8 2-7 16,18 7-4-16,-12 2 4 0,2 1-15 0,-1 5 3 15,-2 10-7-15,-1-1-6 0,-4-5-9 0,0 2-20 16,0 3-15-16,-2-7-35 0,2 8-28 0,-4-9-48 16,4 0-47-16,0 1-54 0,0-4-144 0,0-13-406 15,9 18 180-15</inkml:trace>
  <inkml:trace contextRef="#ctx0" brushRef="#br0" timeOffset="13265.06">17330 3661 13 0,'-10'-4'270'0,"0"0"-1"0,1 2-19 15,-4 1-13-15,3 1-15 0,-2 3-16 16,1 0-20-16,1 2-17 0,1 0-9 0,0 1-22 16,1 1-16-16,3-1-13 0,0 4-11 0,5-10-8 15,-4 12-13-15,4-12-10 0,0 11-13 0,0-11-7 16,8 12-2-16,1-9-4 0,1 1-9 0,1-2-6 15,2-2-10-15,0 0 0 0,-13 0-7 0,25-2-1 16,-13-1-1-16,-3-1 1 0,2-1 1 0,-4 1-1 16,-1-2 4-16,1 0-4 0,-4-1 9 0,1 3 13 15,-4 4-3-15,5-13 0 0,-3 10 2 0,-2 3 8 16,2-9-1-16,-2 9-1 0,3-5 2 0,-3 5-12 16,0 0-11-16,0 0-1 0,0 0-4 0,0 0-3 15,0 0 6-15,4 30 4 0,-6-1 3 16,1 3-4-16,1 4 1 0,-1 14 1 0,-3-2 1 0,0 5 11 15,-2 0 5-15,2-2 4 0,1-1 5 0,-1 0 7 16,3-2 0-16,-1-12 6 0,0-4 7 0,1 1 0 16,-2-1 2-16,3-2 9 0,-2 0 6 0,1-3-7 15,-1-3-7-15,1-5-2 0,-4-3-12 0,3-4-1 16,-4 0-1-16,3-3 11 0,-5 1 2 0,8-10-8 16,-22 17 0-16,7-8-2 0,-6-2-11 0,-7-5-5 15,-2-4-3-15,-1-4-14 0,-1-2-9 0,1-3 3 16,1-2-14-16,1-2-4 0,4-2-3 15,4-3-24-15,2-3-19 0,9-2-12 0,0-1-7 0,6-3-9 16,4-1-7-16,6-1-3 0,6 0-1 0,2-3 9 16,5 5-4-16,0-2 1 0,11-6-4 15,-6 11-10-15,5 2-9 0,-2 0-25 0,3 1-21 16,0 1-19-16,2 5-35 0,-2-2-22 0,-2 3-45 16,-3 3-173-16,-7 3-481 0,1 1 214 0</inkml:trace>
  <inkml:trace contextRef="#ctx0" brushRef="#br0" timeOffset="13531.23">16409 3310 3995 0,'-3'-7'147'0,"1"0"-10"0,2 7-72 0,-5-8-32 16,5 8-9-16,-3-7-12 0,3 7 7 0,0 0-11 15,-2-10 1-15,2 10-7 0,0 0-7 0,-3-5-25 16,3 5-30-16,0 0-22 0,0 0-45 0,0 0-46 16,0 0-35-16,0 0-53 0,0 0-66 0,0 0-203 15,23 13-574-15,-23-13 254 0</inkml:trace>
  <inkml:trace contextRef="#ctx0" brushRef="#br0" timeOffset="15919.43">18037 3593 200 0,'0'0'262'0,"0"0"-16"0,0-8-4 16,0 8-10-16,0 0-24 0,0 0-7 0,-8-10-5 15,8 10-4-15,-3-4-16 0,3 4-13 0,0 0-9 16,0 0-25-16,-8-2 3 0,8 2-24 0,0 0-9 15,-12 5-13-15,5 3-4 0,-2 1-11 0,-2 0 3 16,-1 1-19-16,1 7-3 0,2-3-7 0,-2-2-4 16,3 4-3-16,3-1-4 0,1-3-15 15,2-1 11-15,2 5-2 0,2 3-2 0,1-2-6 0,2-1-11 16,0 0-13-16,-1-5-14 0,7 2-6 0,-3-4-8 16,2 1-24-16,7-1-13 0,-2-2-19 0,6-2-22 15,-3 0-22-15,0-1-26 0,1-3-33 0,0 1-29 16,0-3-18-16,0 1-147 0,-6-2-418 0,4-5 185 15</inkml:trace>
  <inkml:trace contextRef="#ctx0" brushRef="#br0" timeOffset="16150.04">18276 3583 137 0,'0'-10'247'0,"1"1"-6"0,-1 9 4 0,-2-12 2 15,2 12-7-15,0-13-10 0,0 13-16 0,-3-5-20 16,3 5-26-16,0 0-9 0,0 0-14 0,0 0-13 15,0 0-8-15,0 0 1 0,0 0-7 0,-8 23-3 16,3-5-12-16,1 7-6 0,1 0-4 0,-4 1-11 16,4-2-6-16,0-4-13 0,-1 6-6 0,3 0 2 15,-2 0-17-15,2-1 6 0,-2-2-51 16,3-4-42-16,-2-3-34 0,4 0-38 0,-3-4-46 16,2 2-39-16,-2-3-58 0,1-1-229 0,0-10-530 15,0 13 235-15</inkml:trace>
  <inkml:trace contextRef="#ctx0" brushRef="#br0" timeOffset="16431.2">18447 3582 235 0,'1'-7'260'0,"2"2"-14"0,-3 5-23 16,3-10-19-16,-3 10-18 0,0 0-16 0,0 0-15 15,0 0-16-15,-21 4-15 0,6 5-12 0,-1 2-12 16,-1 0-10-16,-5 4-7 0,5-2-3 0,-3 2-13 15,2-4-7-15,4 1-5 0,1-1-7 0,3-4-5 16,0-1-3-16,3-2-5 0,1 2-2 0,1-3-6 16,5-3-3-16,-8 4-2 0,4 0-12 0,4-4-9 15,0 0-1-15,-5 4-6 0,5-4-2 0,0 0 1 16,0 10 1-16,0-10-1 0,9 8 0 0,0-3 2 16,1 2 5-16,2 0-5 0,4 5 2 0,5 5-14 15,-2-6-16-15,5 2-22 0,-7-3-33 0,2 0-31 16,5 4-64-16,-4-7-43 0,-1 2-124 0,1-4-379 15,-1 0 168-15</inkml:trace>
  <inkml:trace contextRef="#ctx0" brushRef="#br0" timeOffset="16699.29">18741 3574 104 0,'-2'-17'293'16,"0"5"5"-16,1 1 1 0,-1 0-7 0,2 11 4 0,-3-16-16 15,3 16-13-15,-1-12-26 0,1 12-23 0,0 0-21 16,-3-10-23-16,3 10-31 0,0 0-13 0,0 0-3 16,0 0-15-16,0 0-9 0,-2 32 0 15,0-15-7-15,1 4-15 0,0 3-7 0,-2-3-4 16,3 4-6-16,-1-1-3 0,-1-7-7 0,4 2-8 16,-1 1-5-16,2-4-9 0,-2 4-18 0,3-2 20 15,0-1-4-15,0-5-4 0,3 4-6 0,-3-6-8 16,2 3-29-16,1-4-31 0,-1 0-37 0,3-2-43 15,-1 1-42-15,-1-2-38 0,-7-6-54 0,13 7-46 16,-4-6-227-16,-9-1-579 0,0 0 257 0</inkml:trace>
  <inkml:trace contextRef="#ctx0" brushRef="#br0" timeOffset="16865.81">18644 3615 71 0,'0'0'232'0,"-13"-4"-16"0,13 4-23 0,-8-4-16 16,8 4-20-16,0 0-12 0,0 0-22 0,0 0-8 16,26-6-32-16,2 3-32 0,7-2-56 0,3 1-61 15,12-4-50-15,1 0-114 0,0 1-248 0,-12 3 110 16</inkml:trace>
  <inkml:trace contextRef="#ctx0" brushRef="#br0" timeOffset="17002.84">19241 3560 2929 0,'0'0'364'0,"0"0"-146"0,8 7-88 0,-8-7-41 0,0 0-1 16,0 0 7-16,0 0-7 0,0 0 14 0,9 5-14 16,-9-5-19-16,0 0 9 0,0 0-12 0,0 0-21 15,0 0-35-15,7 1-39 0,-7-1-59 0,0 0-75 16,0 0-90-16,0 0-114 0,0 0-227 0,0 0-642 16,0 0 284-16</inkml:trace>
  <inkml:trace contextRef="#ctx0" brushRef="#br0" timeOffset="18999.27">10667 5702 115 0,'0'0'258'0,"-1"-11"-18"0,1 11-9 0,-1-9-16 0,1 9-5 16,-6-8-8-16,6 8-7 0,-6-5-7 15,6 5-18-15,-10-4-9 0,10 4-15 0,-13 2-17 16,13-2-9-16,-18 2-12 0,8 2-15 0,0 4-6 16,-6 2-12-16,3 4-4 0,1-1-5 0,-5 6-10 15,2 3-6-15,2-6-4 0,1 6-3 0,5-4-6 16,-2 1-7-16,4-1-2 0,0 1-3 0,5-1-4 16,0 2 1-16,1-2-6 0,4 0 3 0,0 1-4 15,4-1-1-15,1-1 2 0,2-1-2 0,2-2-2 16,0 1-3-16,4-2 2 0,-1-2-2 0,2-1 4 15,1-2-3-15,-1-3-4 0,2 0 3 0,-3-2-3 16,5-3 0-16,-2-2 10 0,0-2-9 0,-2 0 3 16,1-2-9-16,-3 0 3 0,2-3 4 0,0 2 0 15,-2-1 6-15,-2-4-3 0,-1 0-2 0,-1 1 3 16,-1-1 2-16,-3 2 1 0,-2-5-3 0,1-1 8 16,-4 1 5-16,-2-3-5 0,1 0-6 0,-2-1 0 0,-3-6-5 15,-4 0 2-15,0-1 0 0,-3 3-2 0,-1 0-4 16,1 5 16-16,-4-3 12 0,2 5-16 15,-2 0 3-15,1 3-5 0,-2 2 4 0,-1 0-3 16,1 3-12-16,1 2-5 0,-4 1-8 0,0 4-13 16,0 1-20-16,-3 3-17 0,-7 3-22 0,0 5-35 0,1 3-30 15,-2 4-38-15,4 2-50 0,1 3-31 16,-1 2-217-16,-1-1-521 0,9 3 230 0</inkml:trace>
  <inkml:trace contextRef="#ctx0" brushRef="#br0" timeOffset="19634.34">10633 6119 115 0,'0'-6'276'0,"0"-5"-3"15,-2 1-10-15,2 10 12 0,-1-17-13 0,0 10 14 16,1 7-17-16,-2-12 8 0,2 2-21 0,0 10-13 16,-1-10-11-16,1 10-22 0,0 0-11 0,-1-11-20 15,1 11-12-15,0 0-23 0,0-8-18 0,0 8-15 16,0 0-14-16,0 0-14 0,0 0-6 0,0 0-11 15,0 0 2-15,0 0-3 0,2 28 3 0,4 1-21 16,-5 1 14-16,1 6-6 0,1 13-5 0,2 2-3 16,-4 0 7-16,0 1-3 0,6 4-4 0,-7-3-6 15,0 0 8-15,1 1-1 0,0-4-4 0,-1-3-7 16,3 6-3-16,0-18-2 0,-1 13 7 0,0-13-7 16,-1 1-3-16,-1-3 2 0,0 2-4 0,1-3 5 15,0 0 6-15,-2-2-1 0,7 2 1 0,-7-3-2 16,2-5-5-16,1-5-3 0,-2-2 4 0,0-2-5 15,-2 2 1-15,5-8-3 0,-3 3-1 0,0-5 2 16,0 0-11-16,1-1 6 0,-1-6-3 0,0 8 2 0,0-8 5 16,1 10-5-16,-1-10-3 0,2 6 0 15,-2-6-9-15,0 0-24 0,0 0-38 0,0 0-39 16,0 0-59-16,0 0-51 0,-2 11-62 0,2-11-73 0,0 0-69 16,0 0-230-16,0 0-700 0,-2 6 310 0</inkml:trace>
  <inkml:trace contextRef="#ctx0" brushRef="#br0" timeOffset="20012.25">10649 7255 61 0,'0'0'65'0,"4"-8"-9"0,-2 3-11 0,-2 5-5 16,7-8-4-16,-6 2-9 0,-1 6-8 0,7-7-25 16,-4 3-10-16,-3 4-39 0,5-11-59 0,-1 8 26 15</inkml:trace>
  <inkml:trace contextRef="#ctx0" brushRef="#br0" timeOffset="20998.24">10737 7132 39 0,'-9'3'113'15,"9"-3"-4"-15,0 0-6 0,-9 3-6 0,9-3-2 16,0 0-2-16,-5 3-1 0,5-3-3 0,0 0 3 16,-5 4 0-16,5-4-2 0,0 0 0 0,0 0 0 15,0 0 4-15,-6 4-5 0,6-4-9 0,0 0-6 16,0 0-3-16,0 0-6 0,0 0-6 0,0 0-5 16,0 0-7-16,0 0-5 0,0 0 4 0,0 0 5 15,0 10-2-15,0-10 4 0,7 8 1 0,-1-2-5 16,1-1 0-16,0-1-3 0,4 1-3 0,-1 1-4 15,-1 0-3-15,4 1-7 0,-4-1-1 0,1 1-2 0,2-1-8 16,-5 1 3-16,5-1-1 0,-1-1-4 0,-2 2 4 16,-1-2-6-16,1 1 0 0,-3 0-3 15,3 1-2-15,-3-3-1 0,-1 1 1 0,1 1-1 16,-2 0 1-16,-2 1-6 0,0 1 4 0,-1 2 2 0,-2 1 8 16,-3 1-3-16,-6 2 2 0,-3 2 4 0,-5 4-5 15,-5 1 2-15,-3 2 0 0,-1-3 2 0,2 2 5 16,-3-1-3-16,1 1 5 0,1 0 2 0,3-5 0 15,0 3-2-15,8-6 0 0,0 0-2 0,2-1-3 16,2 1-4-16,1 1 2 0,4 1-1 0,2-1-4 16,2-5-2-16,2 4 5 0,2-5-7 15,3 3 3-15,2-1-3 0,3 1 0 0,3 1-2 0,-3-5-1 16,3 0-3-16,-2-3 2 0,5 4-3 0,-5-3 0 16,-1 0 2-16,3-1 1 0,0-1-4 0,-3 3 3 15,2-3-3-15,-5 2 5 0,1-4-6 0,-3 1-3 16,3-1 3-16,-3 2 0 0,-5-4-4 0,8 5 4 15,-5 0 9-15,0-1 3 0,-3-4 14 0,0 13 6 16,-1-3 2-16,-4-2 1 0,-1 4 3 0,-1 2-5 16,-5 0 4-16,-3 7-6 0,1-6-2 0,0-1 9 15,1 1-10-15,0-1-3 0,0 2-2 0,1-3-5 16,4-3-3-16,2 1 10 0,-2 3-16 0,2-3 0 16,2-1-1-16,1 3-2 0,2-2-1 0,1 0 3 15,1-1-8-15,3 1-11 0,-1-1-8 0,7-3-2 16,-4 3 0-16,3-1 4 0,0 0 3 0,4 0 3 15,-3-1 6-15,2 0-7 0,2 0-3 0,0 2 7 16,-2-4-1-16,-1 1 5 0,-2-1-4 0,2-1-1 16,-3 3 1-16,-2-3 7 0,-1 1-3 0,2 3 0 15,-5 0-1-15,-1 1 2 0,1 0 14 0,-5 2-4 16,-1 1 1-16,-3 1 0 0,-2 2 4 0,-3-1-1 16,-2-1 2-16,0 9 4 0,0-8 3 0,0 1-4 15,-1-2 0-15,2 0 2 0,-2-1 0 0,3 2-8 16,1-1 2-16,-2 0 15 0,4 2-21 0,2-2 3 15,1 2-5-15,-1 0-1 0,3 6 4 0,4-3-3 16,0 0 1-16,4 0 0 0,-1-1 1 0,4 2-6 0,-1-2 8 16,3 5-4-16,0-5-3 0,5 3 4 15,-5-3-4-15,0-1 3 0,0 0 10 0,0 1 3 16,0-1 2-16,-2 0 5 0,0 0 6 0,-2 0 9 16,-3-1 11-16,2-2-13 0,-1-1-6 0,-1 3-2 15,2-4 14-15,-4 1 7 0,0-1 1 0,0 2-14 16,-1-2 5-16,1 2 3 0,-1-1-6 0,-1-1-3 0,1-1-7 15,1 5-5-15,-1-3 0 0,2 1-7 16,-2 0 1-16,2-4-11 0,0-1-42 0,-2 0-38 16,2 2-32-16,2-4-33 0,-2 2-24 0,3 0-18 0,-1 0-41 15,-1 1-47-15,2-1-28 0,1 0-258 0,-4 3-598 16,1-2 265-16</inkml:trace>
  <inkml:trace contextRef="#ctx0" brushRef="#br0" timeOffset="23165.21">10718 9331 100 0,'0'0'159'0,"3"-9"-7"0,-3 9-8 16,0 0 2-16,4-6-6 0,-4 6-4 0,1-7-13 15,-1 7-14-15,0 0-2 0,5-10-4 0,-5 10-2 16,4-9-5-16,-4 9-2 0,3-5 6 0,-3 5 1 0,3-7-2 16,-3 7 1-16,0 0-1 0,3-9 0 15,-3 9 0-15,0 0 11 0,0 0-14 0,0 0-4 16,0 0-1-16,0 0-7 0,0 0-2 0,0 0-10 16,0 0-4-16,0 0-5 0,0 0 2 0,0 0-6 0,-14 21-3 15,5-7-7-15,-5 8 3 0,-6 1-7 16,-2 2-3-16,-9 11-5 0,-5 2 2 0,1 1-2 15,-2-1-5-15,-2 0-5 0,-2 0 8 0,1-2-8 16,-2-1-3-16,3 0 0 0,1-5-5 0,10-5-6 0,0-1-4 16,1-1 16-16,1-1-13 0,1 1 0 15,1-2-4-15,2 0 1 0,3-2-4 0,0-1 3 16,6-4-4-16,2-2-22 0,3-2-21 0,1-3-24 16,4-1-28-16,-2-1-28 0,1 1-38 0,-1-3-46 0,5-3-29 15,-3 7-29-15,3-7-199 0,-4 7-497 0,4-7 219 16</inkml:trace>
  <inkml:trace contextRef="#ctx0" brushRef="#br0" timeOffset="23549.82">10080 9496 197 0,'0'-7'301'0,"0"7"-16"16,0-12-13-16,0 6-9 0,0 6-7 0,-1-10-8 16,1 10-17-16,3-7-19 0,-3 7-18 0,0 0-22 15,0 0-13-15,0 0-23 0,0 0-19 0,0 0-5 16,0 0-10-16,0 0 5 0,5 32 5 0,1-3-8 15,-1 5-11-15,-5 13 6 0,4 3-8 0,-1 4-4 16,-5 1-3-16,0 3-13 0,-2 26-1 0,5-26-11 16,-3 1 2-16,-6 30-9 0,0-9 4 0,5-23-3 15,0-1-13-15,0-1 8 0,2-2-13 0,-1-1-4 16,3 1 3-16,1-2 3 0,4-3-18 0,-3-2-26 16,-1-13-35-16,4-1-36 0,-1-4-40 0,-1 0-41 15,-1-4-47-15,-1-5-48 0,3-2-41 0,-1 0-38 16,-3-5-202-16,2-2-579 0,-2-5 255 0</inkml:trace>
  <inkml:trace contextRef="#ctx0" brushRef="#br0" timeOffset="24133.22">10129 10386 134 0,'-5'-5'268'0,"5"5"-5"0,0 0-10 15,-5-6-11-15,5 6-23 0,0 0-16 0,0 0-23 16,0 0-14-16,0 0-17 0,0 0-6 0,0 0-13 16,20 9-5-16,-6-6-10 0,6 2-3 0,6 4-2 15,4-1-17-15,-1 2-9 0,3-2-11 0,3 1-5 16,-3 1 7-16,1 0-19 0,0 1-2 0,1-3-10 16,-2 3 0-16,0-1-6 0,1 1-2 0,-3-2-6 15,1 1-1-15,-2 0-6 0,0-4 0 0,-8-1 2 16,6 2-3-16,-7-3 2 0,1 0-6 0,-1 1-5 15,-2-3 7-15,-1 0-4 0,0 1-3 0,-4-3-2 16,1 0-2-16,-2 0-1 0,-2 0 4 0,1-2-7 16,0 1 6-16,-4-1-2 0,1 1 1 0,-8 1 10 15,12-3 6-15,-7 0 4 0,-5 3-1 0,9-2 17 16,-9 2-2-16,0 0 6 0,8-3 10 0,-8 3 2 16,0 0 3-16,0 0-11 0,0 0-1 0,0 0-1 15,0 0 2-15,0 0-2 0,0 0 4 0,0 0-4 16,-30 5 5-16,17 0 6 0,0 5 2 0,-4 1 2 15,-5 6-1-15,-1 0-5 0,1-3-1 0,0 4-9 16,0 0-2-16,2 0-6 0,0 0-5 0,4-4-9 16,0 1 2-16,3-1-6 0,0-1-16 0,-1 0-36 15,5-5-36-15,1 1-38 0,0 0-35 0,0-2-44 16,1 0-44-16,1-1-47 0,0-1-41 0,6-5-27 16,-4 7-274-16,4-7-663 0,0 0 294 0</inkml:trace>
  <inkml:trace contextRef="#ctx0" brushRef="#br0" timeOffset="24328.32">10857 10464 90 0,'-2'-20'299'15,"-1"1"-16"-15,0 2-5 0,-4-1-5 0,-5-7 4 16,4 8-6-16,-6-5-1 0,3 6-11 0,-4-4-14 16,5 4-3-16,-3 1-1 0,4 1-15 15,-1 2-20-15,-2-2-12 0,2 2-29 0,2 2-11 16,3 3-22-16,-4-1-13 0,4 3-20 0,1-1-32 0,1 2-37 15,3 4-52-15,-6-8-54 0,6 8-44 0,-2-7-62 16,2 7-67-16,0 0-51 0,0 0-279 0,0 0-626 16,0 0 276-16</inkml:trace>
  <inkml:trace contextRef="#ctx0" brushRef="#br0" timeOffset="25132.12">10935 10739 67 0,'0'-7'161'16,"3"0"5"-16,0-1 10 0,-3 8 0 0,0-14 1 15,2 5 5-15,0 4 2 0,-2 5 3 0,2-12-4 16,3 6-9-16,-5 6-7 0,1-6 1 0,-1 6 1 16,4-6-18-16,-4 6-4 0,0 0-14 0,2-8-7 15,-2 8-13-15,0 0-13 0,0 0-9 0,0 0-15 16,0 0-3-16,0 0 6 0,0 0 8 0,3 27-3 0,2-8 1 15,-2 7-11-15,0 6 0 0,0 1 1 16,2 3-4-16,-2 11 2 0,1 1-4 0,1 2-4 16,-1-1 15-16,-2-4-20 0,2-9 3 0,0 10-4 15,2-13-5-15,-1 1 2 0,-1-1 6 0,-1-1 2 0,-1 0 2 16,2 2 4-16,0-4-2 0,-1 4-1 0,-1-5-2 16,2-10-3-16,0 8-7 0,0-2-3 15,-2-6 0-15,0-2-3 0,0-1-5 0,-1-3-5 16,2-1-9-16,-3-2 4 0,1 0-3 0,-1-1-6 0,0-2 0 15,0-7-4-15,2 12-4 0,-1-7-1 0,-1-5 2 16,0 8-2-16,0-8-2 0,0 0 0 0,1 8 0 16,-1-8-6-16,0 0-10 0,0 0-19 0,3 5-20 15,-3-5-41-15,0 0-33 0,0 0-39 16,0 0-39-16,0 0-43 0,0 0-58 0,0 0-65 0,-7 9-334 16,7-9-751-16,-9 8 332 0</inkml:trace>
  <inkml:trace contextRef="#ctx0" brushRef="#br0" timeOffset="26974.78">11093 11527 44 0,'-6'-9'78'0,"6"9"1"15,-3-11-7-15,1 7 2 0,2 4 12 0,-5-10 0 0,4 5 0 16,1 5-22-16,-8-12-1 0,7 5-7 0,1 7 3 16,-4-11 10-16,3 5 11 0,1 6 8 0,-4-9-6 15,2 3 1-15,2 6-5 0,-6-7-9 16,6 7-1-16,-2-8-6 0,2 8 0 0,-8-8-11 0,6 3-4 15,2 5 1-15,-7-9 14 0,5 3 2 0,2 6-2 16,-4-6-5-16,4 6-3 0,-4-6 8 16,4 6 3-16,0 0 8 0,-4-7-2 0,4 7 1 0,0 0-6 15,0 0-2-15,0 0-7 0,0 0-5 0,-4-6-10 16,4 6 4-16,0 0-14 0,0 0-5 0,0 0-7 16,0 0-4-16,0 0-2 0,0 0 3 0,0 0 3 15,-5 23 5-15,5-6 11 0,0 7 9 0,-1 5-1 16,0 0-2-16,-3 6 1 0,-1 11 2 0,3-11-1 15,2 11-3-15,-2-11 0 0,1 10-5 0,-3-10 4 16,4 0-7-16,1-3-2 0,-1-2 0 0,3-1 0 16,-3 0 0-16,1 2 0 0,1-4-1 0,0-3-5 0,0-5 1 15,1 0 2-15,-2 0-10 0,-1-3 10 16,4 0 3-16,-5-3-5 0,2-1 0 0,3 0-5 16,-3-2-1-16,-1-2-3 0,0-1-1 0,0-7-4 15,0 11-1-15,1-6 1 0,-1-5 6 0,0 9-5 16,0-9-6-16,0 0 3 0,2 8-1 0,-2-8-5 15,0 0 5-15,0 0-5 0,0 0 3 0,1 9-38 16,-1-9-21-16,0 0-28 0,0 0-26 0,0 0-39 0,0 0-26 16,0 0-42-16,-4 6-31 0,4-6-24 0,0 0-172 15,0 0-476-15,0 0 211 0</inkml:trace>
  <inkml:trace contextRef="#ctx0" brushRef="#br0" timeOffset="27305.15">10755 12333 225 0,'0'0'248'0,"-13"0"-12"15,13 0-12-15,0 0-14 0,-7 0-17 0,7 0-11 16,0 0-5-16,0 0-17 0,0 0-11 0,41 0-6 16,-13-3-10-16,4-1-12 0,3-1-11 0,3 0-11 15,2 2-9-15,10-9-11 0,-11 9-4 0,0-1-10 16,-2-3-5-16,-1 1-6 0,0 1-10 0,-3 2-3 16,-1-4-12-16,-1 4-23 0,-4 2-26 0,-8-2-39 15,0 2-49-15,-5 1-49 0,-3 0-41 0,0 0-53 16,-4 1-143-16,-2 2-426 0,-5-3 189 0</inkml:trace>
  <inkml:trace contextRef="#ctx0" brushRef="#br0" timeOffset="27500.12">10932 12503 78 0,'-9'5'281'15,"1"-4"-17"-15,8-1-3 0,-8 5-8 0,8-5-5 16,-9 4-14-16,9-4-14 0,-4 2-10 0,4-2-15 0,0 0-6 15,0 0-16-15,0 0-12 0,17 5-9 16,-4-5-16-16,6 1-19 0,3-2-12 0,6 1-6 16,-6-2-40-16,-3 1-28 0,0 1-41 0,-5-1-28 15,0 2-53-15,-1 0-60 0,0 1-50 0,-4 1-47 16,-3 2-207-16,-1-1-492 0,-4 2 218 0</inkml:trace>
  <inkml:trace contextRef="#ctx0" brushRef="#br0" timeOffset="27641.46">10993 12666 14 0,'-5'3'289'0,"5"-3"-14"0,-10 4-7 16,10-4-2-16,-6 4-2 0,6-4-5 0,0 0-11 16,-6 4-14-16,6-4-20 0,0 0-11 15,0 0-21-15,0 0-21 0,0 0-32 0,0 0-33 16,23-8-45-16,-11 6-41 0,0 0-59 0,2-1-70 0,4-1-82 16,-5 1-265-16,0 1-504 0,1-2 222 15</inkml:trace>
  <inkml:trace contextRef="#ctx0" brushRef="#br0" timeOffset="30583.38">6816 10403 190 0,'-3'-4'237'0,"3"4"-8"0,-6-5-12 0,6 5-18 0,-6-3-5 16,6 3-10-16,0 0-8 0,-8-5-7 0,8 5-13 16,0 0-13-16,-8-2-12 0,8 2-16 0,0 0-14 15,0 0-14-15,0 0-8 0,0 0-11 0,-8-2-7 16,8 2-10-16,0 0 2 0,0 0-7 0,-7 12-9 15,5-6 7-15,0 3-12 0,-3 0-5 0,0-1-3 16,2 3-3-16,-1-2 2 0,1 3-4 0,1-2-4 16,-1 0-2-16,3 0 1 0,0 1-5 0,1-3 6 15,1 3-4-15,1-1 0 0,1-1 0 0,4 1 1 16,1-3-1-16,1-1-2 0,0 1 3 0,3-3-1 16,0 0-1-16,5-2 0 0,0 0-2 0,1-2 4 15,-1-1-3-15,0-1 3 0,1-3 1 0,-3 2 2 16,1-3 1-16,-4 1 2 0,-1-1 2 0,0-2 0 0,1 1 24 15,-4 0-10-15,-2-1-4 0,1-3 2 16,0 1-6-16,-3 0 9 0,0-2-13 0,-2-4-2 16,-1 1 0-16,-1 0-2 0,-1-2 1 0,-2 1 0 15,1 0 5-15,-2 0-2 0,-2 0 3 0,-3 1-9 16,1-1 3-16,-2 1-6 0,-2 1 0 0,1 1 2 0,-1 2-4 16,-3-2-7-16,1 4 3 0,1 1-3 15,0 3 4-15,-3 1-8 0,1 0-5 0,2 4-11 16,-6 0-15-16,0 2-18 0,-1 3-19 0,1 1-18 15,0 3-28-15,0 2-31 0,5 1-38 0,0 2-30 0,2 2-37 16,1-1-212-16,3 0-500 0,2-3 221 16</inkml:trace>
  <inkml:trace contextRef="#ctx0" brushRef="#br0" timeOffset="32993.68">7113 10401 12 0,'-8'2'168'0,"8"-2"-10"0,-9 0-4 15,9 0-12-15,0 0-5 0,-10 0-10 16,10 0-4-16,-9 0-8 0,9 0-1 0,-8 2-14 0,8-2-4 16,-10 0-3-16,10 0-8 0,0 0-2 0,-9 3-3 15,9-3-8-15,0 0 0 0,-10 0-4 0,10 0-4 16,0 0-7-16,0 0-7 0,0 0 1 0,-9 1-6 15,9-1 11-15,0 0-20 0,0 0-4 16,0 0-2-16,0 0-4 0,0 0-4 0,0 0 1 0,0 0-3 16,0 0-3-16,0 0 3 0,0 0-6 0,0 0-3 15,0 0 1-15,-8 2 0 0,8-2-4 16,0 0 3-16,0 0-4 0,0 0-1 0,0 0 3 0,0 0-4 16,-7 2 4-16,7-2-3 0,0 0-1 0,0 0-1 15,0 0 8-15,0 0 1 0,0 0 0 0,0 0 2 16,-8 1 1-16,8-1 2 0,0 0 0 0,0 0 0 15,0 0 1-15,0 0 1 0,0 0 6 0,0 0-3 16,0 0 2-16,0 0 0 0,0 0 0 16,0 0 3-16,0 0-1 0,0 0 2 0,0 0 0 0,0 0-2 15,0 0 2-15,0 0-4 0,0 0 0 0,0 0-1 16,0 0-2-16,0 0 0 0,0 0 0 0,0 0-3 16,0 0 0-16,0 0 0 0,0 0-2 0,0 0 0 15,0 0-3-15,0 0-3 0,0 0-2 0,0 0 2 16,0 0-2-16,0 0-1 0,0 0-2 0,0 0 2 15,0 0-4-15,0 0 1 0,0 0-2 0,0 0 0 16,0 0 2-16,0 0-3 0,0 0 1 0,0 0 5 16,0 0-8-16,0 0 1 0,0 0 1 0,0 0 1 15,0 0 0-15,0 0-3 0,0 0 3 0,0 0-3 16,0 0 2-16,0 0-4 0,0 0 3 0,0 0-2 16,0 0 2-16,0 0 2 0,0 0-4 0,0 0 7 15,0 0-3-15,0 0 3 0,0 0 3 0,0 0-8 16,0 0 7-16,0 0-5 0,0 0 1 0,0 0 4 15,0 0 2-15,0 0-3 0,0 0-1 0,0 0 2 16,0 0 3-16,0 0-2 0,0 0 4 0,0 0-3 16,0 0 2-16,0 0-3 0,0 0 4 0,0 0 1 15,0 0-3-15,0 0 0 0,0 0 0 0,0 0-6 16,0 0 2-16,0 0 2 0,37-5-5 0,-19 4 7 16,1 0-5-16,0-1-4 0,-1 1-1 0,4 1 7 15,-4-1-8-15,5 1 3 0,4-3 3 0,0 4-3 16,-6-1-4-16,-1 0 1 0,8-1-2 0,-8 1 2 15,-1 0 0-15,-1 0 0 0,0 0-3 0,0 0 1 16,1 0 3-16,0 0-4 0,0-1 1 0,2 1 1 16,-2 0-3-16,0 0 2 0,-1 0 1 0,0 1 1 15,1-1-1-15,-3 1 4 0,-1-1-3 0,-2 0-5 16,4 0 8-16,-5-1-8 0,1 1 2 0,-2 0 0 16,1 0-1-16,0-1 2 0,1 2 3 0,0-1-5 15,-3 1 1-15,1-1 5 0,0 2 1 0,-3-2-6 16,1 0-3-16,-9 0 2 0,15 0 1 0,-9 0-1 15,-6 0 3-15,11 0-3 0,-11 0 2 0,12 0 0 16,-12 0 0-16,9 0 0 0,-9 0 5 0,9 1-7 16,-9-1 2-16,12 0 5 0,-12 0-8 0,11 1 0 15,-4 1 1-15,0-1 1 0,-7-1-5 0,18 1 2 16,-11-1 7-16,2 2-6 0,-1 0 2 0,1-2 2 16,-1 1 1-16,1 0-4 0,-9-1 4 0,12 2-5 15,-12-2 4-15,10 0-1 0,-10 0 0 0,10 1-1 16,-10-1 2-16,8 1-1 0,-8-1 7 0,0 0-4 15,0 0 1-15,7 1 1 0,-7-1 1 0,0 0 0 16,0 0 3-16,0 0-2 0,0 0 2 0,0 0-1 16,0 0 3-16,0 0 2 0,0 0-6 0,0 0 0 15,0 0 0-15,0 0 0 0,0 0 0 0,0 0 3 0,0 0-5 16,0 0-1-16,0 0 2 0,0 0-2 0,9 0 2 16,-9 0-1-16,0 0 1 0,0 0 1 15,0 0 2-15,0 0-6 0,0 0 11 0,0 0 4 16,0 0 4-16,0 0 8 0,0 0 2 0,0 0-1 0,0 0-3 15,0 0 2-15,0 0-8 0,0 0 4 0,3-12-4 16,-3 12-10-16,5-8-3 0,-5 8 8 0,4-10-6 16,-2 4 0-16,-2 6-4 0,5-11-4 0,-1 3 6 15,2-2-3-15,-4 1-1 0,4-1 9 16,-2 1-12-16,0 0 3 0,0-2-8 0,0-1 2 0,2 2 1 16,-2-1 1-16,2-1 4 0,-2 2 0 0,0 0-3 15,-1 0 1-15,2 0 6 0,-3 1 4 16,1 0 0-16,1 2-5 0,-3 1 3 0,-1 6 10 15,6-10-7-15,-6 10-7 0,3-6 2 0,-3 6-8 16,4-4 0-16,-4 4-5 0,0 0-2 0,0 0-2 0,0 0 17 16,0 0-12-16,16 7-7 0,-9-2 6 15,-2 4 3-15,1 2 1 0,1 2 2 0,0 2-3 0,1-1 0 16,-2 0-3-16,1-2 3 0,-2 0 4 16,5 2-3-16,-5-2 2 0,0-2-4 0,2 0 4 0,-1 0 3 15,-1-1 1-15,0-1 2 0,0-2-8 0,-1-1 3 16,1 0 1-16,-2 0-4 0,-3-5 5 0,6 7 12 15,-6-7-4-15,5 3-4 0,-1 1-4 0,-4-4 7 16,0 0-5-16,0 0 9 0,0 0-3 0,0 0 4 16,8 1 3-16,-8-1-1 0,0 0-5 0,9-8 16 15,-9 8-1-15,6-9-16 0,-1 5-12 0,-1-2-7 16,3-4 16-16,-1 1-4 0,0-1 6 0,1 0-7 16,-2-1-5-16,2 1 1 0,0 1 1 0,-1-1-16 15,1 2 7-15,-1 1 1 0,-1 3 2 0,0-3-10 16,-1 2 6-16,-4 5-7 0,10-4 3 0,-10 4 6 15,9-2-9-15,-9 2 0 0,11 3 5 0,-6 2 0 16,-5-5-2-16,12 11 3 0,-7-3 1 0,3 1 7 16,-3-3-2-16,3 4-1 0,-3-1 1 0,1-2 4 15,1 2-7-15,-2-2 1 0,3 1 5 0,-5-3 2 16,1-2 4-16,0 1-8 0,-4-4 13 0,7 5-14 16,-7-5 11-16,3 7-5 0,-3-7 6 0,0 0 4 15,8 2-3-15,-8-2 2 0,0 0-2 0,0 0 4 16,0 0-6-16,10-9 11 0,-6 5-12 0,-4 4-4 15,4-9 2-15,1 3-1 0,0-1 2 0,-2 1-2 16,-2-1 3-16,3-2-6 0,0 0 6 0,1 1-10 16,0-2 1-16,0 2-5 0,0 0 4 0,-1 2-6 15,-2 0-4-15,2 2 4 0,-4 4-3 0,3-8-2 16,-3 8 4-16,4-4-7 0,-4 4 1 0,0 0 5 16,0 0-2-16,0 0 1 0,15 3 5 0,-15-3-5 15,8 8 6-15,-4-5-3 0,-1 2 3 0,1-1 5 16,0 3 2-16,-4-7-1 0,6 8-1 0,-3-2 1 15,1-2-3-15,-4-4 1 0,4 6 2 0,-4-6 4 16,5 4-2-16,-5-4 4 0,0 0-5 0,5 7 4 16,-5-7 4-16,0 0-7 0,0 0 10 0,0 0-18 15,11-3 2-15,-11 3-1 0,8-10-2 0,-2 2 2 16,0 3 4-16,-1-2-2 0,1-3-1 0,0 1 4 16,0-1 0-16,1 1-5 0,-2 0 1 0,3 0 1 15,-3 1 1-15,1-2-3 0,-2 5 1 0,0 0-1 16,-4 5 5-16,5-7-9 0,0 4-1 0,-5 3-1 15,4-6 1-15,-4 6 1 0,0 0-2 0,0 0 3 16,13 7 2-16,-9-3 0 0,-4-4 0 0,6 12 2 16,-1-6 0-16,-2 1 0 0,2 2 3 0,-1 1-3 15,0-1 0-15,-2-1 1 0,2 2 3 0,0-2-1 16,-3 0 1-16,3-2 2 0,-2 1 2 0,-2-7-6 16,6 9 1-16,-4-4 4 0,-2-5 1 0,4 8 1 15,-4-8-2-15,5 5 2 0,-5-5 1 0,5 4 0 16,-5-4-5-16,8 2 3 0,-8-2 6 0,8 3-3 15,-8-3 3-15,10 2-5 0,-1-2 0 0,1 0 0 16,0-1 3-16,3 0-4 0,5-2-2 0,0 2 1 16,-1 0-2-16,2-2 11 0,1 2-12 0,-1-3-3 15,3-1 7-15,0 4-4 0,-2-2 2 0,8 0-3 0,0 0 8 16,-6 1-5-16,7 0-3 0,-1 1 1 16,-7-2 0-16,7 2 2 0,-6-2-2 0,7 2 4 15,1 0-3-15,-9 0 3 0,10-2 0 0,0-1 0 16,-4 3-2-16,2-4 0 0,3 2 0 0,0-1 0 15,1 2-3-15,-2 0 2 0,-1-3-1 0,1 1 3 16,-4 1 3-16,2-3-7 0,0 2 2 0,-3-1 1 0,2 2 1 16,2-2 10-16,-3 2-12 0,-6-1 4 15,-1 0-2-15,3 3 1 0,-3-3-2 0,-2 1-2 16,0 0 1-16,-2 1-1 0,5 0 2 0,-8-2-3 0,1 3 5 16,-1-2 3-16,4 1-6 0,-5 0 5 0,-1 1-6 15,0-1 4-15,-1 0 10 0,1-2 7 16,-3 4-2-16,-2-1 0 0,-6 1 3 0,11-3 8 15,-11 3-3-15,10-2 0 0,-10 2-2 0,0 0-3 0,9-2-3 16,-9 2-3-16,0 0 1 0,0 0-3 16,10 0-1-16,-10 0-7 0,0 0-24 0,0 0-33 15,0 0-46-15,0 0-51 0,5-3-57 0,-5 3-64 16,0 0-52-16,0 0-171 0,0 0-535 0,0 0 236 0</inkml:trace>
  <inkml:trace contextRef="#ctx0" brushRef="#br0" timeOffset="33142.12">10195 10215 25 0,'0'0'238'0,"0"0"-16"0,0 0-18 0,0 0-23 0,0 0-18 16,0 0-18-16,0 0-34 0,0 0-55 0,0 0-54 16,0 0-63-16,0 0-65 0,0 0-68 0,0 0-209 15,0 0 92-15</inkml:trace>
  <inkml:trace contextRef="#ctx0" brushRef="#br0" timeOffset="35224.47">5660 10801 54 0,'-13'4'232'0,"8"-2"-7"0,5-2-7 0,-10 0 2 16,10 0-12-16,0 0-7 0,-9 0-11 0,9 0-7 15,0 0-11-15,0 0-12 0,0 0-12 0,-13 0-9 16,13 0-17-16,0 0-7 0,0 0-13 0,0 0-4 16,0 0-14-16,0 0-10 0,0 0 5 0,35 0-14 15,-18-2-10-15,-4 1-18 0,6-4-10 0,-5 3-11 16,6 1-19-16,-1-1-23 0,-3-1-31 0,2 2-37 15,-1-1-34-15,-6 4-46 0,3-2-42 0,-3 0-205 16,-4 1-457-16,-7-1 202 0</inkml:trace>
  <inkml:trace contextRef="#ctx0" brushRef="#br0" timeOffset="35448.29">5745 10679 70 0,'-5'-6'255'0,"5"6"-9"0,-3-8-10 16,3 8-16-16,0 0-20 0,0 0-17 0,-4-3-17 16,4 3-8-16,0 0-5 0,0 0 15 0,0 0-17 15,4 30-12-15,-2-17-5 0,2 3-9 0,0 3-9 16,-1 0-7-16,1 0-12 0,-2 0-13 0,0 6 0 16,1-5-9-16,-2-2-10 0,3 7-8 0,-3-6-4 15,1 1-7-15,-1-3-6 0,0 1-26 0,3-2-32 16,-3 0-38-16,2 0-37 0,-3-3-44 0,2-1-36 15,-1 0-41-15,2-1-31 0,-2-1-173 0,1 0-454 16,-1-5 201-16</inkml:trace>
  <inkml:trace contextRef="#ctx0" brushRef="#br0" timeOffset="35681.26">5940 10728 94 0,'0'-8'275'15,"0"8"-8"-15,1-11-16 0,-1 11-22 0,2-8-22 16,-2 8-21-16,0 0-17 0,0 0-5 0,0 0-1 0,0 0-4 16,0 0-16-16,4 27 10 0,-2-11-19 0,-2 1-9 15,-2 2-14-15,4 1-9 0,-2 4-11 16,0 1-9-16,-2-7 3 0,4 1-20 0,-2-1-4 16,0 1-14-16,1-1-26 0,-1-3-26 0,-3 1-17 0,2-1-38 15,0-2-38-15,1-3-37 0,-2 1-45 16,4-2-30-16,0 1-27 0,0-3-170 0,-2 0-440 15,0-7 195-15</inkml:trace>
  <inkml:trace contextRef="#ctx0" brushRef="#br0" timeOffset="35949.57">6028 10935 137 0,'0'0'239'0,"2"-8"-10"16,-2 8-19-16,0 0-14 0,3-5-18 15,-3 5-19-15,0 0-12 0,0 0-18 0,0 0-9 16,0 0-9-16,0 0-3 0,0 0-13 0,17 7 0 0,-12-4-6 15,0 1 3-15,-5-4 3 0,11 5 5 0,-4-3 4 16,2 0 2-16,-9-2-2 0,15 0-5 0,-7-2 5 16,0 2-10-16,3-2 12 0,-2 0-14 0,0 0 6 15,-9 2-7-15,12-5 3 0,-6 0-7 16,-2 1 0-16,-1-1 1 0,-3 5-7 0,8-14-8 0,-8 6-10 16,0 2-5-16,0 6-3 0,-4-13-12 0,0 7-17 15,-2-1 0-15,1-3-22 0,-2 3-26 16,1 0-29-16,-2 2-30 0,1 2-26 0,-2-3-31 15,-3 3-35-15,2 3-42 0,0 1-35 0,-2 3-25 16,2 0-225-16,2 0-542 0,2 0 239 0</inkml:trace>
  <inkml:trace contextRef="#ctx0" brushRef="#br0" timeOffset="36271.44">6262 10797 239 0,'6'-5'268'15,"-6"5"-14"-15,5-4-21 0,-5 4-19 0,0 0-20 16,0 0-9-16,0 0-3 0,10 8-9 0,-6-1-3 16,3 1-9-16,-1 2-5 0,-1 2-3 0,2-2-17 15,0 6-9-15,-2-4-12 0,3 2-6 0,-3-4-9 16,0 0-13-16,0-3-7 0,1 1-10 0,-3-1-7 16,2-2-2-16,-1 2-7 0,1-3 15 0,-1 1 11 15,1-3 15-15,-5-2 1 0,8 5 0 16,-8-5 5-16,10 3-5 0,-10-3-4 0,0 0-17 0,16-7 11 15,-10 4-12-15,3-4-1 0,-1-1-10 0,-1 1-11 16,0-4 5-16,0 1-10 0,-2-2-5 0,0-3-4 16,1 1-4-16,0-3-7 0,2 2-9 0,-5-3-30 15,3 3-6-15,-1-2-23 0,1-1-35 0,-2 3-28 16,1 5-17-16,-2-1-29 0,-2 5-38 0,1-1-51 16,-2 7-74-16,2-8-310 0,-2 8-674 15,0 0 299-15</inkml:trace>
  <inkml:trace contextRef="#ctx0" brushRef="#br0" timeOffset="37623.33">9395 10158 95 0,'-6'-6'226'0,"6"6"-8"0,0 0 6 0,0 0-10 16,0 0-12-16,-6-3-5 0,6 3-11 0,0 0-20 15,0 0-5-15,0 0-15 0,0 0-15 0,0 0-14 16,0 0-9-16,0 0-9 0,0 0-10 0,0 0-8 16,0 0-11-16,0 0-5 0,0 0-8 0,0 0-4 15,0 0-4-15,0 0-1 0,0 0-1 0,15 15-1 16,-7-8 0-16,4-1-4 0,-1-1-2 0,5 1-3 16,0 0-4-16,-4 0-1 0,4 1-4 0,1-1-5 15,2 0 2-15,-2-1-5 0,-4 0-3 0,1-1-1 16,-2 0-4-16,-1 1-2 0,-1 2 2 0,-2-2-1 15,0 3 0-15,-3 1-5 0,0 1 10 0,-4 0-13 16,-2 4-1-16,-5 3-3 0,-8 6 1 0,-6 0-17 16,0 3-18-16,-6 0-29 0,-11 6-42 0,0-1-41 15,0 2-53-15,7-9-47 0,-11 11-207 0,0-3-491 0,-3 2 218 16</inkml:trace>
  <inkml:trace contextRef="#ctx0" brushRef="#br0" timeOffset="39304.56">11578 5638 193 0,'3'-7'260'0,"-1"1"-4"0,-2-1-7 15,0 7-7-15,3-9-9 0,-3 9-10 0,0-9-10 16,0 9-17-16,0 0-12 0,-8-4-18 0,8 4 0 15,-19 10-9-15,3 1-10 0,-9 6 0 0,-2 2-18 16,-3 4-7-16,0 1-12 0,3 0-7 0,1-2-9 16,4-1-12-16,3 1-1 0,7-9 4 0,1 3-32 15,3-5 8-15,3 0-15 0,1-1-10 0,3 0 2 16,1 0-2-16,4 1-12 0,2-3 2 0,9 2-12 16,3 0-17-16,13-4-28 0,2 4-21 0,8-7-28 15,12 0-35-15,1-3-43 0,1-2-56 0,4-3-62 16,-3 2-265-16,-3 0-586 0,-14 0 260 0</inkml:trace>
  <inkml:trace contextRef="#ctx0" brushRef="#br0" timeOffset="41899.98">11007 11584 14 0,'-5'2'193'0,"5"-2"-13"16,-12 10-13-16,7-5-13 0,-2 2-10 0,2-1-9 15,-2 2-6-15,1 2 0 0,-1 1-16 16,3-1-9-16,1 0-5 0,-1 0-16 0,3 0 7 16,-2 1-5-16,4-4-5 0,-1 3-6 0,4 0 0 0,-1-1-5 15,3-2 4-15,2 1 1 0,1 0 0 0,0-2-5 16,3-1-3-16,1-1-4 0,1-1-5 0,3-1-2 16,1 1-4-16,-2-3-1 0,-3 0-4 0,1-1-6 15,5-5-1-15,-8 4-4 0,2-3 1 0,-1 2-5 16,0-3-4-16,-1 0 1 0,-2 2 0 15,-1-6 1-15,-1 4-7 0,-2-4-2 0,-1 0-1 16,-2 0 4-16,-4-1-9 0,2 0-1 0,-4-2-2 16,-2 2-4-16,-4-1 1 0,-2-2 0 0,4 4-4 0,-7-1-4 15,1 1-9-15,-2-2-16 0,-1 7-24 0,-2 0-24 16,-3 2-31-16,2 6-33 0,-8 3-32 0,1 2-26 16,-2 4-30-16,-1 3-151 0,2-5-405 0,-2 6 180 15</inkml:trace>
  <inkml:trace contextRef="#ctx0" brushRef="#br0" timeOffset="42368.13">10455 11736 103 0,'-1'-9'270'0,"-3"-1"-15"0,0 2-6 0,0 2-9 16,0 0-11-16,-1 1-9 0,0 0-29 0,5 5-16 16,-11-4-14-16,11 4-16 0,-15 3-15 0,8 1-12 15,-5 3-14-15,5 3-7 0,-5 1-12 0,3 4-6 16,1-1-7-16,3 1-7 0,3-2-9 0,2 0-8 15,0 2-4-15,1-3-4 0,3 0 18 0,1 1 0 16,2-3-10-16,1 2-17 0,0-3-10 0,5 1-11 16,0-2 0-16,-4-3-11 0,1 1-7 0,1-3-3 15,-2 1-4-15,-1-2 1 0,-3 0 2 0,-5-2 6 16,11 3-1-16,-11-3 0 0,6 1 1 0,-6-1 5 16,0 0 5-16,0 0 1 0,0 0 1 0,0 0 0 15,0 0 0-15,0 0 4 0,-21-10 1 0,21 10-2 16,-20 4 2-16,7 0 2 0,1 1 5 0,-2 0 2 15,3 2-3-15,-1 0-2 0,2 1-2 0,1 1-2 16,5-2 0-16,-2 4-1 0,3-3 1 0,3 0-3 16,3 2-1-16,5-1 6 0,1 0-22 0,7-1-26 15,3 1-26-15,11-3-43 0,3-2-50 0,5-4-83 16,-1 0-257-16,2-4-534 0,-1-2 237 0</inkml:trace>
  <inkml:trace contextRef="#ctx0" brushRef="#br0" timeOffset="45823.34">11122 7441 199 0,'0'0'245'0,"0"-9"-4"0,0 9-3 0,1-10-4 15,-1 10-9-15,0 0-11 0,0-8-19 0,0 8-14 16,0 0-16-16,0 0-18 0,0 0-18 0,0 0-15 15,0 0-9-15,0 0-6 0,0 0-1 0,0 0-9 16,4 23-3-16,-3-13-7 0,1 3-6 0,-2 4-6 16,-3 1-5-16,3-3-4 0,0 2-6 0,1 0-6 15,-1 0-2-15,0-1-3 0,2-1-5 0,-2 3-2 16,1-3-2-16,-2 2-3 0,2-5-2 0,0 1 0 16,-1-2-9-16,3 1 1 0,-2-2-4 0,-1 0-24 15,0-1-17-15,0 1-21 0,1-2-19 0,-1-1-25 16,1 2-28-16,-1-9-23 0,3 12-22 0,-3-6-10 15,0-6-20-15,1 9-20 0,-1-9-5 0,0 0-164 16,0 7-416-16,0-7 185 0</inkml:trace>
  <inkml:trace contextRef="#ctx0" brushRef="#br0" timeOffset="46137.72">11177 7397 8 0,'9'-12'165'0,"-1"1"-6"15,-1 4-7-15,1-3-2 0,0 4-8 16,2 2-12-16,-4 0-6 0,-1 0-14 0,-5 4-7 16,12-2 2-16,-12 2 4 0,14 4 5 0,-9 0-4 0,0 0-6 15,-1 1 1-15,0 4 17 0,0 1-3 0,-2-1-6 16,-1 2-11-16,-2 1-5 0,-3 0-8 0,2 0-4 16,-3 1-9-16,1-3-4 0,-3-1-6 15,1 2-7-15,-2-4-5 0,3 2-3 0,0-1-1 0,1-1-7 16,2-3-8-16,-2 2-2 0,4-6-2 0,-5 5-4 15,5-5-2-15,-5 6-1 0,5-6-4 0,0 0-3 16,-3 7 0-16,3-7-5 0,0 0-1 0,0 0-2 16,0 7-2-16,0-7-1 0,0 0-12 15,9 9-7-15,-3-6-8 0,1 2-16 0,3-1-20 0,0-2-24 16,3 5-35-16,-3-1-43 0,8 1-44 0,1-1-35 16,-6-1-168-16,0 3-438 0,5-3 194 0</inkml:trace>
  <inkml:trace contextRef="#ctx0" brushRef="#br0" timeOffset="46582.38">11651 7535 177 0,'-1'-13'313'0,"1"13"-1"0,0 0-8 0,-1-12-16 0,1 12-2 16,0 0-17-16,-3-7-16 0,3 7-18 0,0 0-16 15,0 0-13-15,0 0-25 0,-2-8-15 0,2 8-5 16,0 0-28-16,0 0-17 0,0 0-13 0,0 0-3 16,0 0-15-16,0 0-12 0,0 0-4 0,0 0-12 15,0 0-21-15,0 0 17 0,0 0-19 0,0 0 19 16,0 0-4-16,0 0 6 0,0 0-2 0,0 0 1 16,0 0 0-16,0 0-3 0,0 0 5 0,-15 12-3 15,15-12-1-15,0 0-8 0,0 0-2 0,0 0 1 16,-6 6 2-16,6-6-4 0,0 0 4 0,-4 3-4 15,4-3 3-15,-8 3-4 0,8-3-3 0,0 0 1 16,-10 5-6-16,3-2 2 0,2 1-6 0,-1 0 4 16,-1-1-3-16,-1 1-3 0,-2 3-5 0,2 1 1 15,2-4-3-15,-2 5-10 0,-1 0 7 0,3-1-2 16,1-2 0-16,-1 2-4 0,4 1 3 0,-1-1-4 16,0-1-1-16,1 1 2 0,2 1-4 0,0-9 0 15,5 14 0-15,-2-6-14 0,2 1-18 0,1-1-23 16,4-2-14-16,5 3-30 0,-1-2-40 0,4-1-34 15,-2-4-34-15,6 3-39 0,-1 1-35 0,5-3-39 16,-6-1-20-16,8-1-280 0,-11-1-664 0,1 0 294 16</inkml:trace>
  <inkml:trace contextRef="#ctx0" brushRef="#br0" timeOffset="46772.17">11954 7506 218 0,'0'0'311'0,"4"-10"-12"0,-4 10-12 16,0 0 2-16,2-6-21 0,-2 6-17 16,0 0-18-16,0 0-19 0,4-5-20 0,-4 5-16 15,8-4-17-15,-8 4-26 0,11-2-23 0,-3 1-33 0,1 0-39 16,1 1-37-16,-1-1-41 0,3-1-46 0,-3 4-42 16,1-1-49-16,0 1-33 0,-2 0-23 15,-3 0-171-15,0 2-435 0,-5-4 192 0</inkml:trace>
  <inkml:trace contextRef="#ctx0" brushRef="#br0" timeOffset="46911.7">12014 7587 260 0,'-4'5'258'0,"4"-5"-8"0,-8 4 1 15,8-4-9-15,0 0 0 0,-3 7-11 0,3-7-11 16,0 0-11-16,0 0-15 0,-5 6-17 0,5-6-22 16,0 0-35-16,0 0-41 0,0 0-32 0,0 0-35 0,0 0-42 15,21-4-54-15,-8 2-69 0,5-2-69 0,0-2-188 16,10-2-444-16,-2 4 196 0</inkml:trace>
  <inkml:trace contextRef="#ctx0" brushRef="#br0" timeOffset="48182.26">12580 7280 51 0,'0'0'142'0,"0"0"-3"0,0 0-10 16,0 0 1-16,0 0-13 0,0 0 0 0,0 0-8 15,0 0-4-15,0 0-6 0,0 0 0 0,0 0-5 0,0 0-1 16,5-4-1-16,-5 4-3 0,0 0-1 0,0 0 0 15,0 0 0-15,0 0-3 0,0 0 1 0,0 0-1 16,0 0-1-16,0 0-1 0,0 0-1 0,0 0-3 16,0 0-5-16,0 0 6 0,0 0-6 0,0 0 0 15,0 0-3-15,0 0 2 0,0 0 0 0,0 0-1 16,0 0-4-16,0 0-5 0,0 0-10 0,0-11-9 16,0 11-1-16,9-9-6 0,-4 5-8 0,3-1 2 15,4 3-7-15,-1-5 0 0,-2 4-4 0,2 0-1 16,-2-4-6-16,2 7-3 0,-3-1-3 0,-8 1-1 15,13 0-4-15,-5 1 3 0,0 2-2 0,-2 1 0 16,-1 1 3-16,-1 5 10 0,1-1 1 0,-3 2 0 16,0 1 1-16,-2 0 0 0,-5 3-4 0,-3 0-5 15,3-3 7-15,-3 3-4 0,0-2 0 0,2-1-3 16,1-3 1-16,-1 1-4 0,2-2-2 0,-2-1-3 16,4 0-4-16,-3-2-3 0,5-5-4 0,-4 9-5 0,4-9-11 15,-4 5-7-15,4-5-4 0,-3 6-3 16,3-6 4-16,0 0-1 0,5 10 1 0,-1-7 0 15,-4-3 5-15,11 5-1 0,-1-1 7 0,-3 0-1 16,3-1 5-16,0 2-2 0,-1 1 1 0,0-2 4 0,2 2 2 16,-2 1 1-16,-3 1 1 0,-1-3 3 15,1 1 2-15,-2-2 2 0,-2 2 0 0,2 0 0 16,-4-6 4-16,0 11-2 0,0-11 1 0,-4 11 5 16,-2-7-2-16,2 2-3 0,-5-1-3 0,3 1-11 0,-3 1-9 15,-1-3-10-15,2 1-14 0,-1-4-22 16,-1 4-34-16,10-5-38 0,-13 1-42 0,7-2-49 15,-6-2-136-15,12 3-403 0,-16-3 178 0</inkml:trace>
  <inkml:trace contextRef="#ctx0" brushRef="#br0" timeOffset="48356.49">12933 7432 141 0,'5'-3'284'0,"-5"3"-12"16,6-6-6-16,-6 6-5 0,4-3-5 0,-4 3-16 15,0 0-9-15,8-5-28 0,-8 5-24 0,0 0-20 16,0 0-15-16,5-4-24 0,-5 4-53 0,0 0-47 16,0 0-56-16,0 0-49 0,0 0-43 0,0 0-33 15,0 0-43-15,0 0-168 0,6 12-402 0,-6-12 177 16</inkml:trace>
  <inkml:trace contextRef="#ctx0" brushRef="#br0" timeOffset="48752.31">13072 7279 2365 0,'12'-14'113'0,"-5"4"-38"0,1 1-40 15,-2 0-22-15,0 1 1 0,-2 3 3 16,1 2 6-16,1-3 28 0,-6 6-3 0,12-6-2 0,-5 3-5 16,-7 3-5-16,8-3-5 0,-8 3-3 0,14 2-2 15,-14-2-1-15,13 3-3 0,-10 3-2 0,3-1 0 16,0 1 10-16,-2 3 2 0,-2 0-1 0,2 0-3 15,-4 0-5-15,0 4-1 0,-2-4-4 0,0 1 1 16,0 0-9-16,-1 0-12 0,0 0-5 0,-1-1-8 16,2-3-11-16,-3 2-11 0,5-2-4 0,0-6-11 15,-2 15-12-15,0-11-2 0,2-4 2 0,2 11-2 16,-2-11-4-16,3 11 5 0,1-4 5 0,0-2 3 16,1 0 3-16,0 0 8 0,1 0 2 0,-1-1 2 15,1 1 12-15,-1 1-2 0,0 0 1 0,-1-2 3 16,-2 0 5-16,-2-4 19 0,7 12 10 0,-7-6 10 15,0-6 8-15,2 7 9 0,-2-7 8 0,-2 9 2 16,2-9 2-16,-4 7 2 0,-1-2-2 0,5-5-5 16,-9 6-5-16,2-2-2 0,1-2-11 0,-1 1-19 15,-1 0-23-15,8-3-25 0,-13 3-37 0,5-1-38 16,3 0-44-16,5-2-209 0,-9 2-405 0,9-2 179 16</inkml:trace>
  <inkml:trace contextRef="#ctx0" brushRef="#br0" timeOffset="49032.82">13591 7215 1 0,'0'-7'393'0,"0"7"-26"0,2-12-14 0,-2 12-18 16,2-9-13-16,-2 9-21 0,0 0-20 0,0-8-29 15,0 8-25-15,0 0-24 0,0 0-25 0,0 0-17 16,0 0-12-16,0 0-16 0,0 0-15 0,6 26-4 16,-6-10-16-16,0 1-4 0,0-1-2 0,0 1-20 15,0 1-6-15,0-3-2 0,0 4-10 16,-2 0-2-16,1-3-10 0,1 0-13 0,-3 1-5 0,3-1-25 16,-2 0-46-16,0 0-43 0,2-7-44 0,-4 3-47 15,4-2-46-15,-2-1-49 0,1 1-38 0,-1 1-238 16,2-11-596-16,-4 13 265 0</inkml:trace>
  <inkml:trace contextRef="#ctx0" brushRef="#br0" timeOffset="49302.19">13802 7225 171 0,'0'0'245'0,"0"0"-20"0,0 0-16 16,0 0-10-16,-17 0-10 0,17 0-11 0,-14 9-13 0,7-2-11 15,-1-1-14-15,0 3-8 0,-1 0-12 16,-4 0-11-16,4-2-9 0,2 1-9 0,1-1-10 16,-1 0-7-16,3 1-9 0,1-1-1 0,0-2-12 15,3-5-4-15,0 13-7 0,-2-7-6 16,2-6 3-16,3 10-4 0,0-4-2 0,1 1-4 0,2-2-4 0,1-1-18 16,2 2-14-16,3-1-28 0,1-1-35 15,-1 0-41-15,5 0-44 0,1 1-44 0,-5-4-45 16,-1 0-126-16,1 0-401 0,0 0 178 0</inkml:trace>
  <inkml:trace contextRef="#ctx0" brushRef="#br0" timeOffset="49649.95">13930 7461 183 0,'0'0'182'16,"7"6"4"-16,-7-6-1 0,9 0-7 0,-9 0-3 15,11 0-12-15,1-2-11 0,-3 0-8 0,8-1-11 0,-3-2-6 16,-1-1-12-16,-1 2-5 0,1-2-7 15,-2 0-4-15,1-2-6 0,-3 2 1 0,4-3 1 16,-4 2 6-16,-4-3-4 0,1 2 6 0,-2-3 4 16,-1 4 10-16,-3-6 3 0,5 4 6 0,-5-4-18 0,-2 0-4 15,-1 0-17-15,0 2-1 0,2-2-9 0,1 1-12 16,-3-4-9-16,1 4 9 0,2 2-8 0,0 0 7 16,2 2-7-16,0-1-7 0,-2 9-2 15,3-12-30-15,2 6 21 0,-1 2-10 0,5 2-6 16,-1 0 2-16,-8 2-9 0,17 2-8 0,-6 3 0 0,-1-1 0 15,2 5 5-15,-3-2 20 0,-3 5-34 16,4 2 6-16,-5 1 4 0,3 2 6 0,-5-2 1 16,1 3-1-16,-2-6 9 0,-2 6-9 0,0-7 2 0,0 1 3 15,2-1-4-15,1 2-1 0,-2-4-1 0,1 1-1 16,0 0-16-16,2-4-33 0,0 0-31 0,3 1-37 16,2 0-45-16,3-3-54 0,3-2-73 15,7 0-63-15,-3-4-236 0,2-2-623 0,6-3 276 0</inkml:trace>
  <inkml:trace contextRef="#ctx0" brushRef="#br0" timeOffset="50465.73">8677 5821 47 0,'0'0'234'0,"0"0"-6"15,0 0-5-15,0 0-7 0,0 0-7 0,0 0-13 16,0 0-9-16,0 0-7 0,0 0-8 0,0 0-9 0,0 0-8 16,0 0-15-16,0 0-12 0,0 0-9 15,0 0-11-15,0 0-15 0,0 0-10 0,0 0-6 16,0 0-1-16,0 0-20 0,0 0-4 0,0 0 1 16,0 0-7-16,28 2-7 0,-16-1-4 0,-1-2-1 15,5-1-10-15,-4 2-2 0,4-3-6 0,0 1-12 16,-2 0-17-16,1 1-22 0,4-1-23 0,-7 1-30 15,2 0-25-15,-2 0-29 0,1-1-24 0,-2 1-22 16,1-2-28-16,-2 3-17 0,0-3-128 0,-5 3-391 16,-5 0 174-16</inkml:trace>
  <inkml:trace contextRef="#ctx0" brushRef="#br0" timeOffset="50682.2">8843 5667 88 0,'-4'-6'204'0,"-1"1"2"15,0 2 5-15,5 3 1 0,-7-6 1 0,7 6-5 16,-5-5-12-16,5 5-18 0,0 0-13 0,0 0-19 16,-8-4-19-16,8 4-12 0,0 0-15 0,0 0-11 0,0 0-2 15,0 21 0-15,1-10 1 0,0 2-4 16,1 4-11-16,-1 1-6 0,2-2 1 0,-1 5-7 16,1-2-7-16,-1-1-4 0,1 1-5 15,0-2-3-15,0 0-1 0,0-2-30 0,0 2-36 0,1-2-37 16,-2-2-48-16,1-1-63 0,1 0-53 0,1 2-228 0,-2-4-491 15,1 2 218-15</inkml:trace>
  <inkml:trace contextRef="#ctx0" brushRef="#br0" timeOffset="51173.44">9245 5610 57 0,'0'0'279'0,"-4"-11"-10"0,4 11-10 15,0 0-11-15,0 0-15 0,0 0-23 0,0 0-17 16,6-6-18-16,-6 6-10 0,7-5-23 0,-7 5-16 16,10-2-8-16,-10 2-16 0,7 0-8 0,-7 0-14 15,0 0-8-15,16 6-6 0,-11-2-6 0,1 2-7 16,1 3 6-16,-3-1 4 0,-1 2 8 0,4 2 1 0,-5 3 1 16,-3 2-8-16,-2-1-4 0,0 2-5 15,-4-1-13-15,-2-2-3 0,0 2-7 0,-2-3-2 16,-1-1-7-16,-2 1-3 0,3-2-4 0,3-3-3 15,2-4 0-15,-1 0-1 0,1 0 2 0,1-1-1 16,1 0-2-16,4-4 2 0,-7 5 0 0,7-5-2 16,-6 5 7-16,6-5-10 0,0 0-4 0,0 0 0 15,-4 5 0-15,4-5-3 0,0 0 0 0,0 0-4 16,0 0-4-16,0 0-5 0,0 0-15 0,30-7-15 16,-19 3-22-16,1 1-25 0,1-1-29 0,6 1-24 15,1 0-29-15,-2-1-28 0,4 0-14 0,-3-1-13 16,0 1-10-16,2-1-159 0,-1 0-428 0,-3 1 190 15</inkml:trace>
  <inkml:trace contextRef="#ctx0" brushRef="#br0" timeOffset="51464.93">9559 5693 136 0,'0'0'154'0,"0"-7"0"16,0 7 6-16,0 0 3 0,-2-12-5 0,2 12-11 16,0 0-12-16,0 0-11 0,0 0-8 15,0 0-4-15,0 0-1 0,0 0-2 0,0 0-8 16,0 0-2-16,-13 18-12 0,11-10-9 0,2-8-8 15,-1 11-6-15,1-3-5 0,0-8-6 0,1 12-7 16,3-6 0-16,1 0 11 0,-1-3 11 0,3 1 2 16,0 1 3-16,3-3 2 0,1 0 3 0,1-1-2 0,0-1-12 15,1-1 3-15,-2-2-10 0,1 2 0 16,-2-1-1-16,-2-1-2 0,-2-1-4 0,2 1-7 16,-2-1 1-16,-1-1-5 0,-1-1-3 0,-4 6-5 0,5-13 1 15,-5 6-3-15,-1-2-4 0,-3-1-6 16,0 0-10-16,-2 1-6 0,-2 0-9 0,-1 1-6 15,-1 0-15-15,-1 1-11 0,1 1-20 0,0 1-18 16,-2 1-28-16,1 2-26 0,1 2-33 0,-3 0-41 16,4 3-44-16,-5 4-190 0,5-4-475 0,2 1 210 15</inkml:trace>
  <inkml:trace contextRef="#ctx0" brushRef="#br0" timeOffset="51855.41">9771 5516 299 0,'-4'-3'294'0,"4"3"-7"0,-5-7-17 0,5 7-21 15,0 0-21-15,-6-4-23 0,6 4-19 0,0 0-26 0,0 0-16 16,0 0-12-16,0 0-13 0,0 0-14 15,7 19-9-15,0-7-11 0,2 1-4 0,-2 1-13 16,2 3-7-16,-1 1-2 0,2-3-7 0,-3 0-3 16,0 5-8-16,1-5 3 0,1-1-7 0,-4-2-1 15,1-3-2-15,0 2-3 0,-1-3-5 0,1 2 1 16,-2-5-2-16,-2 0 1 0,2 0-3 0,0 0-1 16,-4-5 6-16,4 6 6 0,-4-6 11 0,0 0 11 15,4 7 17-15,-4-7 7 0,0 0 3 0,0 0 7 16,6 2 6-16,-6-2 1 0,0 0-8 0,0 0-10 15,14-14-16-15,-6 6 1 0,3-5-10 0,0-2-20 0,-1-1-17 16,3 1-17-16,-2-2-32 0,7-4-39 0,-1 0-43 16,0 0-44-16,-2-1-51 0,1-1-67 15,1 2-60-15,-3-2-246 0,0 1-629 0,-4 4 278 16</inkml:trace>
  <inkml:trace contextRef="#ctx0" brushRef="#br0" timeOffset="52014.6">10204 5402 3593 0,'0'0'152'0,"3"3"-70"0,-3-3-41 16,0 0-16-16,0 0-6 0,0 0 3 16,0 0 4-16,0 0-2 0,0 0-1 0,0 0-16 15,0 0 0-15,5 4-19 0,-5-4-36 0,0 0-50 0,0 0-75 16,0 0-69-16,0 0-67 0,0 0-215 16,-1 14-567-16,1-14 252 0</inkml:trace>
  <inkml:trace contextRef="#ctx0" brushRef="#br0" timeOffset="55015.47">7836 10865 56 0,'0'0'284'0,"0"0"-29"15,-5-7-17-15,5 7-8 0,0 0-17 0,-2-7-11 16,2 7 1-16,0 0-26 0,0 0-14 0,0 0-10 16,0 0-24-16,0 0-12 0,-6-5-12 0,6 5-17 15,0 0-10-15,0 0-10 0,0 0-5 0,0 0-8 16,0 0-10-16,0 0 0 0,0 0-5 0,0 25 2 15,0-17-8-15,0 4-2 0,0-2-2 0,2 2-2 16,-4 1 16-16,4-2-4 0,-2 1-3 0,0 1-3 16,1-2-5-16,-1 1-2 0,3-1-6 0,-5 1 5 15,4-1-9-15,-2-2-28 0,0 2-30 0,1-1-35 16,-1-4-38-16,-1 4-35 0,2 0-37 0,1-2-39 16,0 0-216-16,-2-8-478 0,0 12 211 0</inkml:trace>
  <inkml:trace contextRef="#ctx0" brushRef="#br0" timeOffset="55249.62">8037 10905 44 0,'2'-8'265'16,"-2"8"-12"-16,3-6-9 0,-3 6-13 0,0 0-20 15,0 0-18-15,0 0-19 0,0 0-18 0,0 0-13 16,0 0-16-16,0 0-9 0,0 0 0 0,0 0-13 15,5 19-7-15,-5-19-5 0,0 13-13 0,0-4-6 16,1 2-9-16,-1 0-6 0,2 0-5 0,-1 1-5 16,-1 1-7-16,1-2-20 0,-2 1-30 0,1-2-26 15,1 2-31-15,-2-3-32 0,1 2-36 0,1-3-31 16,-2 2-33-16,1-2-28 0,-1 1-125 0,1-9-378 16,-4 9 168-16</inkml:trace>
  <inkml:trace contextRef="#ctx0" brushRef="#br0" timeOffset="55671.03">8077 10896 117 0,'0'0'235'16,"0"0"-19"-16,0-9-17 0,0 9-19 0,0 0-24 16,0 0-15-16,0 0-14 0,0 0-16 0,0 0-8 15,0 0-13-15,0 0-11 0,0 0-8 0,0 0-4 16,0 0-9-16,0 0-4 0,13 21-4 0,-10-16-6 0,2 2-3 15,0-1-1-15,1-1-4 0,2-1-4 16,-1 0-2-16,0 0 2 0,5-2-5 0,-4-1 0 16,-1 1-5-16,4 0-3 0,-1-2 2 0,-10 0-3 15,14-1 1-15,-6-2-1 0,2 0-1 0,-3-1 4 16,-2 1-2-16,3-4 3 0,-3 4 4 0,-5 3 12 0,10-9 7 16,-7 4 4-16,-3 5-1 0,9-12-4 0,-8 6 2 15,1 2-3-15,-2 4 7 0,3-12 4 16,-3 12 1-16,0-7-1 0,0 7-1 0,0 0-3 15,2-9-9-15,-2 9-10 0,0 0-4 0,0 0-9 16,0 0-6-16,0 0 0 0,0 0 6 0,0 0 7 0,0 0 3 16,5 21 2-16,-4-8 8 0,-1 1 4 0,2 3-3 15,-4 2-2-15,3-1-4 0,0 0-3 16,-1 0-4-16,0-1 1 0,0 1 3 0,0-2-18 16,-1 1-32-16,1-2-33 0,-1 1-41 0,0-1-43 0,1-3-44 15,0-1-41-15,2 2-50 0,-4-3-194 0,2 1-503 16,0-11 223-16</inkml:trace>
  <inkml:trace contextRef="#ctx0" brushRef="#br0" timeOffset="56103.12">8359 11111 115 0,'0'0'208'0,"0"0"-5"15,15 0-11-15,-15 0-9 0,12 0-8 0,-5 2-7 0,-7-2-13 16,18 0-9-16,-5-3-12 0,0 0-9 0,-2 3-10 16,1-4-5-16,-1 0-8 0,1 2-6 15,-1-3-5-15,1 0-7 0,-2 1-1 0,-1 1 1 16,-1-2-1-16,-2 2 2 0,-1-2 7 0,2 0-2 16,-2 1 5-16,-3-3-13 0,1 0 0 0,-3 7-4 0,4-16-6 15,-4 8-4-15,1-3-3 0,-2-1 1 16,-2 1-6-16,2 2-7 0,-2-3-6 0,1 2-1 15,0 1 14-15,1-2-7 0,1 2-8 0,1-2-3 16,1 3-6-16,-1 1 1 0,-1 7-9 0,6-15-3 16,-2 8-2-16,1 1-3 0,3 1-2 0,1-2 2 0,0 4-14 15,4 0 1-15,-7 4-5 0,-6-1 0 16,17 4-3-16,-6 2 5 0,-1 0-6 0,-2 0 4 16,1 4 0-16,-3-1 9 0,0 2 0 0,-3 0 7 0,3 4 14 15,-4-3-2-15,1-1-3 0,0 1-5 0,-3-1 18 16,2 0-32-16,-1-1 12 0,0-1-5 0,0 1-14 15,2-2-3-15,2 1-5 0,-1-3-28 0,3-1-27 16,3 2-34-16,0-3-34 0,3-4-45 0,6 0-52 16,2 0-47-16,0-4-46 0,-1 0-192 0,1-2-554 15,-3-1 245-15</inkml:trace>
  <inkml:trace contextRef="#ctx0" brushRef="#br0" timeOffset="57916.17">7845 9391 129 0,'1'-5'270'16,"-1"5"-15"-16,0 0-12 0,0 0-15 0,0 0-18 15,0 0-14-15,0 0-21 0,0 0-15 0,0 0-19 16,0 0-14-16,0 0-15 0,0 0-11 0,0 0 0 15,0 0-4-15,11 15 7 0,-10-4-5 0,0 0-5 16,1 1-7-16,0 1-3 0,-2 2-4 0,1 1-9 16,1-1-6-16,-4-2-6 0,4 2 25 15,-2 2-8-15,0-6-2 0,0 4-5 0,0-2-11 0,-2-1-7 16,4-2-4-16,-2 3-21 0,1-4-23 0,-1 2-29 16,0-2-28-16,1 1-33 0,-1 0-31 0,-1-1-31 15,1-1-31-15,1 1-26 0,-1-2-33 0,0-7-30 16,-1 15-139-16,1-10-442 0,0-5 195 0</inkml:trace>
  <inkml:trace contextRef="#ctx0" brushRef="#br0" timeOffset="58285.31">7843 9390 167 0,'5'-11'161'0,"0"3"-5"15,-1 4-5-15,2-2-12 0,-1 2-19 0,3 1-6 16,0 1-18-16,-8 2-10 0,17 2-7 0,-6-1-8 16,-1 3-4-16,0 1-4 0,-1 2-7 0,-1 0 8 15,-2 3 2-15,2 1-2 0,-5 0 1 0,0 1-6 16,0-1-4-16,-3 3-5 0,-4 0-3 0,0 2-5 16,-4-3-3-16,2 0-5 0,0-5 0 15,-2 3-5-15,0-2-2 0,3-3 3 0,-1-1 1 0,2 0 1 16,-1-1 4-16,5-4 6 0,-8 7 4 0,8-7 7 15,-6 1 8-15,6-1-3 0,0 0-1 0,0 0-2 16,0 0-7-16,0 0-5 0,0 0-8 0,0 0-4 16,0 0-2-16,0 0-7 0,0 0-4 0,0 0-4 15,0 0 0-15,0 0-6 0,24-1 3 0,-15 4-2 16,1 3 0-16,0 1-2 0,1-1-1 0,0 2-4 16,2 3-26-16,1-3-29 0,0 2-40 0,-2 2-44 15,4-4-46-15,-3 2-47 0,-2-2-152 0,0 1-413 16,-1-2 183-16</inkml:trace>
  <inkml:trace contextRef="#ctx0" brushRef="#br0" timeOffset="58519.21">8234 9580 233 0,'0'0'307'0,"0"0"-9"0,-3-9-13 16,3 9-26-16,0 0-20 0,0 0-24 0,0 0-29 15,0 0-20-15,0 0-17 0,0 0-11 16,0 0 0-16,0 0-11 0,0 0-7 0,0 0-7 16,-4 32-13-16,3-20-11 0,1-1-11 0,-1 0-10 15,1 2-3-15,0 2-6 0,-2-2-18 0,2 2-36 0,0-3-37 16,-1-2-39-16,1 3-37 0,0-2-32 0,-1 0-49 16,2 0-27-16,-1-1-48 0,-2 0-146 15,2-10-444-15,-2 13 196 0</inkml:trace>
  <inkml:trace contextRef="#ctx0" brushRef="#br0" timeOffset="58888.42">8253 9499 61 0,'4'-7'202'0,"0"1"-15"15,-4 6-12-15,7-8-16 0,-2 5-9 0,-5 3-15 16,12-2-8-16,-12 2-15 0,10 1-13 0,-10-1-9 15,11 5-8-15,-4-1-8 0,2-1-8 0,-4 2-5 16,3 1 8-16,-3 1 5 0,-1 2 3 16,-3-2-2-16,1 1-3 0,-2 3-7 0,0 0-5 0,-3 0-4 15,-1-1-6-15,0 1-6 0,-2-1-11 16,2-1-20-16,0 1-12 0,1-4-12 0,2 1-9 0,-2 1-5 16,3-8-15-16,0 11-2 0,3-3 3 15,-2-2 4-15,3-2-8 0,5 3 2 0,0-1 5 16,0-1 2-16,1 2 3 0,2-3 3 0,-2 1 2 15,-1 0 4-15,1-1-3 0,-4-1 10 0,0 0 8 16,-2 1 20-16,-1 0 23 0,-3-4 21 0,5 8 13 16,-5-8 12-16,3 6 3 0,-3-6 5 0,-9 7-2 15,9-7-5-15,-14 10-9 0,5-6-9 0,-2 1-5 0,-1 2-24 16,-2-3-33-16,-1 1-41 0,-2 3-57 0,5-4-74 16,-5 2-247-16,0 1-448 0,4-3 198 15</inkml:trace>
  <inkml:trace contextRef="#ctx0" brushRef="#br0" timeOffset="63382.3">9217 9486 154 0,'-9'-1'173'0,"9"1"-2"15,-21 0-5-15,13 0-3 0,1-1-5 0,7 1-7 16,-13 0-7-16,13 0-8 0,-10 1-8 0,10-1-8 16,-11 1-13-16,11-1-6 0,-10 1-8 0,10-1-9 0,-9 3-13 15,9-3-4-15,-7 3-8 0,7-3-7 0,0 0-5 16,-9 3-5-16,9-3-2 0,0 0-1 16,0 0 9-16,-7 3 2 0,7-3-2 0,0 0-2 15,0 0-4-15,0 0-4 0,0 0-3 0,0 0-7 16,0 0 6-16,0 0-3 0,0 0-3 0,30-3-2 15,-16 0-3-15,5 0-12 0,3-2-8 0,-2 3-10 16,-1-2-12-16,0 2-18 0,-4-1-20 0,-3 2-22 16,1 0-17-16,1 0-24 0,-2 1-8 0,-2 1-4 0,-1-1-19 15,-2 0-7-15,-7 0 3 0,12 2-4 0,-6 1 7 16,-6-3 11-16,8 4 8 0,-8-4 18 16,0 0 4-16,0 0 13 0,0 6 16 0,0-6 3 15,0 0 21-15,0 0 18 0,-18 5 22 0,18-5 13 0,-9 0 22 16,9 0 18-16,-8 0 14 0,8 0-2 0,0 0 0 15,-15-1 10-15,15 1 18 0,-7-2 21 0,7 2 3 16,-8-3 10-16,8 3-15 0,0 0 2 0,0 0-10 16,-12-1-9-16,12 1-6 0,0 0-13 0,0 0-3 15,-7 4 2-15,7-4 8 0,-4 12 17 0,0-4 0 16,1 2-7-16,0 2-7 0,0-1-6 0,-2 5-6 16,1 0-4-16,2 0-5 0,2 1-2 0,-2-5-5 15,0 4-5-15,0-2 1 0,1 1-5 0,0-3-7 16,1 3-2-16,-1-2 1 0,1-3-3 0,-2 2-1 15,2-2-2-15,-2 0-3 0,2 0 4 0,-3-1-11 16,2-1 11-16,-2 0-11 0,3-8-11 0,-3 13-19 16,-1-4-5-16,0-4-13 0,0 1 0 0,-1 0-10 15,0-1-3-15,-3-1-9 0,2 0 3 0,-1 2-7 16,-2-3-1-16,3-1 4 0,-3-1 1 0,9-1 10 16,-15 2-1-16,7-2 13 0,8 0 3 0,-14 0 10 15,14 0 9-15,-12-1 16 0,12 1 4 0,0 0 2 16,-12 0 7-16,12 0 4 0,-7-2-3 0,7 2 5 15,0 0-1-15,0 0-1 0,0 0 1 0,0 0-5 16,0 0-3-16,0 0-1 0,0 0 1 0,0 0 0 16,0 0-3-16,0 0 4 0,26 6-4 0,-16-5-16 15,3-1-10-15,2 0-15 0,6-1-19 0,-2 0-29 16,9-2-27-16,-6 2-26 0,-2 0-136 0,1-3-298 16,-1 1 132-16</inkml:trace>
  <inkml:trace contextRef="#ctx0" brushRef="#br0" timeOffset="63598.5">9464 9700 137 0,'0'0'217'0,"0"0"-4"0,0 0-16 0,0 0-16 16,0-9-20-16,0 9-14 0,0 0-27 0,0 0-7 16,0 0-14-16,0 0 11 0,0 0 4 15,0 0-7-15,-5 31-10 0,3-22-12 0,0 3-1 16,2-1-11-16,-1 0-13 0,0 2 1 0,0-1-8 0,-1 1-6 15,2-2-8-15,0 1-23 0,0-1-19 0,0 4-30 16,-1-4-30-16,2 0-26 0,-1 0-25 0,2 0-22 16,-2-4-23-16,0 4-9 0,0-3-127 15,0-1-319-15,0-7 142 0</inkml:trace>
  <inkml:trace contextRef="#ctx0" brushRef="#br0" timeOffset="63989.25">9449 9713 85 0,'1'-10'173'0,"-1"10"-15"0,3-9-12 15,-3 9-14-15,5-6-13 0,-5 6-12 0,9-5-10 16,0 5-5-16,-9 0-6 0,18 0-11 0,-9 1-3 16,-9-1-6-16,16 3-7 0,-5 0-6 0,-1-2-5 15,0 3-4-15,-2 0-8 0,-1-2-6 0,0 2-2 16,-1 0 11-16,-1 0 1 0,0 1 4 0,-1-1 5 15,1 0-11-15,-5-4 2 0,3 11-6 0,-3-11 0 16,-2 12-4-16,0-6-4 0,2-6-3 0,-5 13-10 16,2-7-11-16,1 2-8 0,-2-4-9 0,4-4-5 15,-4 11-5-15,3-5-11 0,1-6-1 0,0 8-14 16,0-8 3-16,0 0-2 0,4 14-3 0,0-11 4 16,1 1 11-16,1 3 0 0,-1-6 8 0,3 3 2 15,1 1 2-15,1-2 0 0,-2 3 1 0,-1-3 15 16,0-1 3-16,-7-2 6 0,10 5 15 0,-6-4 16 15,-4-1 26-15,5 5 9 0,-5-5 22 0,0 0 9 16,0 0-6-16,0 0-4 0,0 0-9 0,-17 14-8 16,7-8-18-16,-2-1-14 0,-4 1-36 0,-2 3-45 15,0-1-44-15,0-2-63 0,2 3-179 0,-3 0-356 16,0-3 157-16</inkml:trace>
  <inkml:trace contextRef="#ctx0" brushRef="#br0" timeOffset="68133.44">10541 6642 147 0,'0'0'219'0,"0"0"-8"0,-4-7-6 16,4 7-3-16,0 0-4 0,-4-8-8 0,4 8-10 15,0 0-12-15,0 0-18 0,0 0-16 0,0 0-14 0,-3-7-12 16,3 7-12-16,0 0-10 0,0 0-16 16,0 0-6-16,0 0-9 0,0 0-3 0,0 0-9 15,0 0-6-15,0 0-2 0,11 17-6 0,-6-12-1 16,0 0-5-16,0 5-1 0,0-2 0 0,1 4-4 16,2-3-2-16,-2 2 3 0,1-2-3 0,-2 1-4 15,1 2 0-15,-1-3-4 0,3 1 4 0,-4-3-4 16,2 2 1-16,-2-1-2 0,1-1 0 0,-1 1 0 15,-1-2 2-15,3-2-5 0,-2 2 3 0,-2-2 0 16,-2-4-1-16,7 7 2 0,-7-7 3 0,6 6-6 0,-6-6 1 16,4 4 3-16,-4-4-3 0,0 0 2 15,8 2-1-15,-8-2-9 0,0 0-13 0,12-3-24 16,-3-4-33-16,4-1-39 0,0-3-49 0,11-4-38 16,0-2-44-16,1 0-142 0,-5-2-415 0,3-1 185 15</inkml:trace>
  <inkml:trace contextRef="#ctx0" brushRef="#br0" timeOffset="68412.86">11211 6405 230 0,'0'0'243'0,"0"0"-13"16,0 0-13-16,0 0-16 0,0 0-13 0,0 0-16 15,0 0-19-15,0 0-14 0,4-12-14 16,-4 12-13-16,12-4-16 0,-3 0-18 0,2 1-27 16,2-1-27-16,-2 0-31 0,2 2-39 0,-3 0-35 15,3-1-31-15,-1 0-35 0,-2 2-22 0,-3 1-115 16,-7 0-305-16,11 1 135 0</inkml:trace>
  <inkml:trace contextRef="#ctx0" brushRef="#br0" timeOffset="68782.21">11237 6419 116 0,'-4'6'127'0,"4"-6"12"0,0 12 8 15,-1-4-1-15,0 3-4 0,1 0 0 16,0 4-6-16,-2 0-6 0,2 2-1 0,0 0-18 15,0-2-7-15,0 3-14 0,2-3-7 0,-2-1 2 0,1 2-11 16,-1-3-4-16,2-1-6 0,-2 0-5 0,2-2-8 16,-1 1-3-16,2 0-2 0,-2-2-4 15,0 1-3-15,-1-3-9 0,0-7 1 0,2 11-5 16,-1-5-1-16,-1-6-4 0,0 8 0 0,0-8-1 0,1 8-1 16,-1-8-1-16,0 0 2 0,-2 10 1 0,2-10-3 15,0 0-2-15,-7 4-1 0,7-4 2 0,0 0-1 16,-9 3-1-16,9-3-4 0,0 0-2 0,-13 0 3 15,13 0 3-15,0 0 4 0,0 0 2 16,0 0-2-16,-13-3 0 0,13 3-3 0,0 0-7 0,0 0 4 16,0 0-2-16,0 0-1 0,0 0-3 0,0 0-6 15,0 0 0-15,0 0-4 0,0 0-2 16,0 0 0-16,0 0 1 0,0 0-4 0,0 0-10 16,0 0-8-16,0 0-19 0,35-1-16 0,-22-1-27 0,6 1-31 15,1-2-20-15,1 0-40 0,7-3-182 0,-5 3-390 16,-6-1 173-16</inkml:trace>
  <inkml:trace contextRef="#ctx0" brushRef="#br0" timeOffset="69000.31">11674 6606 178 0,'0'0'253'0,"0"0"-7"0,0 0-6 15,-14-4-9-15,14 4-9 0,-18 7 1 0,9-1-15 16,-7 4-9-16,0 1-11 0,1 2-14 15,-3 2-8-15,1-1-19 0,5-1-8 0,-2-2-12 0,7-2-16 16,-2 1-15-16,5 0-10 0,-2 0-8 0,2 0-7 16,4-4-7-16,2 4-28 0,0-3-31 15,7 2-18-15,-1-3-26 0,2 0-20 0,3 1-36 16,6-2-36-16,1-2-43 0,8-2-43 0,1-1-243 0,-12-1-499 16,4-2 221-16</inkml:trace>
  <inkml:trace contextRef="#ctx0" brushRef="#br0" timeOffset="69516.41">10988 6370 74 0,'0'0'184'0,"0"0"-4"0,0 0-7 0,0 0-5 16,0 0-1-16,0 0-7 0,0 0-8 0,0 0-4 15,0 0-6-15,0 0-5 0,0 0-9 0,0 0-11 16,0 0-7-16,0 0-12 0,0 0-6 15,0 0-2-15,0 0-9 0,0 0-1 0,9-3-8 0,-9 3-4 16,10-1-8-16,9 1-5 0,8-2-5 0,6-5-15 16,6-1-7-16,15-3-30 0,0 2-28 0,4 0-42 15,-5 0-44-15,6-1-53 0,-5 0-64 16,-17 3-139-16,13 0-402 0,-16 2 179 0</inkml:trace>
  <inkml:trace contextRef="#ctx0" brushRef="#br0" timeOffset="70173.39">10985 6353 25 0,'0'0'152'0,"0"0"-16"0,0 0-6 16,0 0-9-16,0 0-14 0,35 1 2 0,-6-1-20 0,3-3-38 16,19-3-38-16,6-1-48 0,-1-3-115 0,0 0-162 15,1-2 72-15</inkml:trace>
  <inkml:trace contextRef="#ctx0" brushRef="#br0" timeOffset="83735.25">16065 5425 22 0,'0'0'192'16,"-1"-8"-1"-16,1 8 1 0,0 0-1 0,-5-10-9 16,5 10-6-16,-4-7-8 0,4 7-3 0,0 0-7 0,-3-8-6 15,3 8-10-15,0 0-15 0,-2-6-9 0,2 6-14 16,0 0-9-16,0 0-13 0,0 0-15 15,-5-4-4-15,5 4-7 0,0 0-10 0,0 0-5 16,0 0-4-16,0 0-5 0,0 0-1 0,0 0-4 0,12 25-7 16,-7-11 20-16,2 4-1 0,-1 0-6 0,2-1-4 15,2 6-2-15,-2-4-1 0,-1-1-1 0,1 1-2 16,5 3-1-16,-2 1-4 0,-4-7-3 16,3 1 1-16,-2-3 2 0,-1 1-5 0,1-2 0 15,0-2-4-15,-2 0-1 0,0-1 1 0,1-2-2 16,-1 1 0-16,-1-2 1 0,0 2-2 0,-1-4-2 0,0 1 4 15,-3-2-6-15,-1-4 6 0,8 10-5 0,-5-9 0 16,-3-1 3-16,6 6 0 0,-6-6 4 0,0 0 2 16,4 4 8-16,-4-4 6 0,0 0 4 0,0 0-4 15,0 0 3-15,8-13-5 0,-6 5 2 0,2-2-4 16,1-6-7-16,0-2 0 0,0 0 0 0,-2-3-3 16,2-4 0-16,-3-1 1 0,8 0-5 0,-2 2 0 15,1-3-5-15,-5 3 7 0,1-1-9 16,2-2 0-16,0 3 0 0,-3 5 1 0,1-1-3 0,-2 3-3 15,1 1-3-15,0 3-5 0,-2 2-15 0,1 2-12 16,-2 1-18-16,1 0-25 0,-2 8-35 0,3-9-30 16,-3 9-29-16,0 0-11 0,9-1-5 0,-9 1-26 15,12 10-183-15,-5-2-434 0,1 1 192 16</inkml:trace>
  <inkml:trace contextRef="#ctx0" brushRef="#br0" timeOffset="84015.4">16795 5495 234 0,'0'0'276'0,"-9"-9"-15"0,9 9-8 0,-9-1-8 16,9 1-11-16,-15 1-12 0,15-1-19 0,-18 3-17 15,5 4-14-15,-3-1-11 0,1 3-18 0,-2 3-10 16,2 2-13-16,-3 3-8 0,3-2-13 0,2 1-8 15,1 1-8-15,0-2-9 0,3 0-9 0,0 0 3 16,3 1-15-16,-1-1-4 0,5-1-2 16,-1 3-10-16,3-5-3 0,0-1-5 0,3 0-23 0,-1-1-31 15,5 0-28-15,0-1-29 0,9 1-29 0,-6-1-37 16,6-3-41-16,2-1-33 0,3-1-42 0,-1 1-169 16,1-5-469-16,7 0 208 0</inkml:trace>
  <inkml:trace contextRef="#ctx0" brushRef="#br0" timeOffset="84235.32">17165 5513 151 0,'-9'-2'260'0,"-2"4"-2"0,-2 0 2 0,-4 2-1 16,0 2-10-16,-1 4-13 0,-1 0-9 0,-6 4-9 15,2 2-14-15,4 1-13 0,-1 1-17 0,-1-1-15 16,6-3-13-16,3 0-12 0,1 1-14 0,2 1-17 15,4-6-6-15,0 5-13 0,2-4-9 0,3 1-7 16,3-2-20-16,0-1-16 0,5 1-39 16,5 0-32-16,2-1-39 0,2-2-48 0,11 0-56 0,2-1-67 15,1-3-263-15,0-3-555 0,2-3 245 0</inkml:trace>
  <inkml:trace contextRef="#ctx0" brushRef="#br0" timeOffset="84426.2">17496 5549 101 0,'0'0'327'16,"0"0"-32"-16,0 0-33 0,-7 1-34 0,7-1-28 16,0 0-28-16,0 0-26 0,0 0-26 0,0 0-26 15,25-4-27-15,-12 4-36 0,7-3-44 0,-2 3-41 16,3-1-38-16,-1 1-34 0,-7 1-39 0,6 1-101 15,-9-1-288-15,1 0 128 0</inkml:trace>
  <inkml:trace contextRef="#ctx0" brushRef="#br0" timeOffset="84579.42">17550 5636 97 0,'-10'4'232'0,"-3"2"-4"0,5-2-11 0,1-1-4 15,-1-1-35-15,2 0-12 0,6-2-23 0,-9 4-10 16,9-4-12-16,-6 3-16 0,6-3-13 0,0 0-9 15,0 0-16-15,0 0-25 0,16 6-30 16,-2-6-49-16,3 0-51 0,11-3-65 0,0 0-156 0,5-5-334 16,-1 0 147-16</inkml:trace>
  <inkml:trace contextRef="#ctx0" brushRef="#br0" timeOffset="85182.35">18232 5260 378 0,'-6'-1'369'0,"6"1"-32"15,-11-2-30-15,11 2-37 0,0 0-31 0,-9-3-34 16,9 3-28-16,0 0-26 0,-5-3-25 0,5 3-25 15,0 0-36-15,0 0-6 0,17-6-23 0,-5 3-13 16,6 2-23-16,-2-2-25 0,4 0-29 0,-2 3-34 16,-5-1-40-16,0 1-1 0,-2 0-31 0,-1-1-6 15,-3 1 6-15,-7 0-2 0,13 0 18 0,-13 0 17 16,10 0 22-16,-10 0 25 0,0 0 29 0,0 0-6 16,0 0 37-16,0 0 8 0,0 0 33 0,0 0 4 15,0 0 19-15,0 0 14 0,0 0 15 0,-26-6 10 16,26 6 11-16,0 0-1 0,-11 0-2 0,11 0-7 15,0 0-8-15,-8-2-11 0,8 2-6 0,0 0 0 16,-4 9-1-16,4-9 7 0,-4 19 12 0,3-3 13 16,-3 10 3-16,1-2-3 0,2 3-3 0,-3-1-4 15,3 0-2-15,1-6-3 0,0-1-6 0,0 0-4 16,1 0-4-16,-1 1-1 0,0-2-10 0,0-2-3 16,1 0-7-16,-1-4 1 0,-1-1-6 0,2-1-3 0,-1 1-1 15,-1-1-2-15,1-3-5 0,-1 1-2 16,1-8-5-16,-2 11-12 0,2-11-6 0,-3 9-4 15,-1-3-7-15,4-6-4 0,-4 5-4 0,4-5-2 16,-10 2-4-16,10-2 0 0,-13-2 2 0,13 2 1 16,-12-4 5-16,6 3 4 0,6 1 3 0,-10-6 15 15,10 6-8-15,-9-2 2 0,9 2-3 0,0 0 0 16,-7-1 1-16,7 1-2 0,0 0-1 0,0 0 0 16,0 0-8-16,0 0 0 0,0 0 1 0,0 0-3 15,0 0-4-15,0 0-2 0,31 3-14 0,-18-3-20 16,6 0-22-16,3 0-28 0,-2 0-41 0,10-3-39 15,-1 3-33-15,3-4-199 0,-10 1-448 0,6-3 198 16</inkml:trace>
  <inkml:trace contextRef="#ctx0" brushRef="#br0" timeOffset="85399.83">18768 5489 94 0,'0'0'215'0,"-12"-6"-7"0,6 5 2 16,6 1-11-16,-16 0-4 0,5 3-1 0,0 1 3 15,-2 3-12-15,-2 2 0 0,-2 4-4 0,-6 0-6 16,2 2-10-16,6-4-13 0,2 5-11 0,1-3-17 16,1 0-12-16,4 2-3 0,-1-1-19 0,1 0-5 0,1-3-10 15,6 3-7-15,0-4-22 0,3 2-16 16,1-1-23-16,5-1-29 0,0-2-31 0,1-1-34 16,8 0-46-16,0-1-46 0,3-2-50 0,1-1-35 15,0-1-149-15,5-5-447 0,-6 1 198 0</inkml:trace>
  <inkml:trace contextRef="#ctx0" brushRef="#br0" timeOffset="85652.89">19015 5361 114 0,'0'-11'266'0,"1"2"5"16,1 2-2-16,-2 7-1 0,2-11-9 0,-2 11-17 15,0-8-15-15,0 8-23 0,0 0-21 0,0 0-16 16,0 0-12-16,0 0 9 0,0 0-2 0,-4 31-20 15,3-14-2-15,-2 2-12 0,2 0-16 0,-2 5-15 16,-1 1-6-16,2 0-9 0,1 1-7 16,-1-6-12-16,0-1-1 0,0 0-3 0,2 0-7 0,0 1-11 15,0-3-20-15,2 2-29 0,-2-3-32 0,1 1-31 16,-1-1-21-16,0-3-48 0,0-2-37 0,0 0-39 16,1 0-63-16,-3-1-237 0,-2 0-558 0,0-4 246 15</inkml:trace>
  <inkml:trace contextRef="#ctx0" brushRef="#br0" timeOffset="85983.45">19004 5245 11 0,'6'-10'219'0,"-3"6"-15"15,2-3-12-15,-1 3-16 0,0-1-18 0,-4 5-13 16,9-5-12-16,-2 4-11 0,-7 1-1 0,13 4-12 15,-4 1-2-15,-1-2-8 0,1 5-6 0,-1 1-3 16,-2 2-15-16,1 3-4 0,-2 0-4 0,-3 0 2 16,2 1-10-16,-4 2-2 0,-1 0-9 15,-3-1 3-15,0-3-10 0,0-3-5 0,-1 0-5 0,0 0 1 16,-1-2-7-16,2-1-1 0,-1-1-5 0,0-1 2 16,5-5-2-16,-7 9-3 0,7-9-1 0,-5 7 0 15,5-7-1-15,-5 4-3 0,5-4-3 0,0 0-1 16,-4 5-2-16,4-5-5 0,0 0 0 0,0 0-5 15,0 9-4-15,0-9 7 0,0 0-3 0,6 10-5 16,0-5-9-16,-1-1-14 0,3 3-11 0,2 0-27 16,0 0-35-16,0-2-41 0,8 2-28 0,-3 0-30 15,4-4-126-15,1 1-358 0,-1-1 158 0</inkml:trace>
  <inkml:trace contextRef="#ctx0" brushRef="#br0" timeOffset="86198.48">19467 5423 108 0,'0'0'247'0,"-6"-6"-2"16,6 6-6-16,-14-4-11 0,6 5-5 0,-1 3-4 15,-4-1-8-15,-2 3-6 0,-2 4 5 0,-1 0-17 16,-3 6-7-16,6-5-18 0,0 2-12 0,4 1-12 16,-1 0-11-16,2 2-13 0,2-2-15 15,1-2-16-15,0 4-9 0,5-4-2 0,2-2-2 0,0 1-29 16,1 0-37-16,4 0-29 0,1-2-28 0,3 1-36 15,2-2-64-15,4 0-73 0,7-1-70 0,-6-3-196 16,11 0-526-16,-6-3 233 0</inkml:trace>
  <inkml:trace contextRef="#ctx0" brushRef="#br0" timeOffset="86444.32">19654 5445 119 0,'0'0'303'15,"-7"-2"-22"-15,7 2-25 0,0 0-16 0,0 0-19 16,0 0-25-16,0 0-15 0,0 0-16 0,24-9-16 16,-13 9-14-16,9-6-12 0,1 5-12 0,8-2-12 15,-1 0-17-15,3 1-28 0,-2-3-30 0,-1 1-30 16,-5 2-42-16,-2-1-43 0,-2 0-43 0,0 0-43 15,-5 2-36-15,-1-1-132 0,-7-1-374 0,2-1 165 16</inkml:trace>
  <inkml:trace contextRef="#ctx0" brushRef="#br0" timeOffset="86632.2">19909 5325 164 0,'0'0'272'0,"0"0"-8"0,-7-1-7 16,7 1-6-16,0 0-11 0,0 0-18 0,0 0-15 15,0 0-19-15,0 0-26 0,0 0-11 0,0 0-17 16,0 0-9-16,-2 17 0 0,2-7 3 0,-1 3-15 16,0 2-12-16,2 4-10 0,-2 0-3 0,-2 0-7 15,1 6-12-15,2-6-4 0,1 7-35 0,0-7-45 16,2 2-58-16,-2 3-70 0,2-6-81 0,-2 8-289 16,1-9-554-16,0-1 245 0</inkml:trace>
  <inkml:trace contextRef="#ctx0" brushRef="#br0" timeOffset="88754.39">20523 5134 111 0,'-4'-9'196'16,"4"9"-4"-16,-3-6-7 0,3 6-17 0,-1-10-1 15,1 10-1-15,-4-8-1 0,4 8-3 0,-2-8 4 16,2 8-6-16,0 0-8 0,0 0-8 0,-2-8-10 0,2 8-15 15,0 0-9-15,0 0-12 0,0 0-19 16,0 0-5-16,0 0-10 0,0 0-5 0,0 0-13 16,0 0-2-16,0 0-5 0,0 0-5 0,0 0 6 15,0 0-10-15,9 28-6 0,-5-17-2 16,1 4 4-16,2 1-2 0,-2 2-6 0,1 0 0 0,-1 1 1 0,2-1-2 16,0 0-1-16,-2 0-3 0,4 6 0 15,-3-7 1-15,-1-1-1 0,2 0-5 0,0 0 2 16,-1-2-2-16,-2-2 2 0,1 0-2 0,1-1-3 15,-2 1 1-15,1-1-1 0,0-2 2 0,1-1 0 16,-4-3-4-16,1 1 3 0,-3-6-2 0,5 8 4 16,-5-8-4-16,2 7 5 0,-2-7 1 0,4 5-1 15,-4-5 4-15,0 0-3 0,0 0-1 0,0 0-1 16,0 0 0-16,0 0 7 0,8-20 0 0,-6 11-1 16,1-3 2-16,2-3-6 0,0-4-3 0,1-1 2 15,2-5-3-15,0 3 3 0,-2 2-3 0,4-4-1 16,-4 5-6-16,4-6 3 0,-5 7-2 0,5-5 0 15,-2 7 3-15,-3-1-3 0,0 1 0 0,1 5 5 16,-2-2-11-16,0 4-12 0,1-1 0 0,-2 2-8 16,1 2-11-16,-4 6-13 0,4-10-30 0,-3 6-28 15,-1 4-33-15,0 0-23 0,9-4-22 0,-9 4-19 16,0 0-20-16,12 11-171 0,-8-1-428 0,0 1 189 16</inkml:trace>
  <inkml:trace contextRef="#ctx0" brushRef="#br0" timeOffset="89022.38">21103 5287 225 0,'0'0'259'0,"-6"-10"-1"0,6 10-20 0,-8-4-8 15,8 4-12-15,-7-4-16 0,7 4-12 0,-12 0-11 16,12 0-7-16,-13 4-4 0,1 1-24 0,0 4-2 15,-1 2-11-15,-1 0-10 0,1 3-10 0,-1-1-17 16,2 1-9-16,0 2-1 0,3-1-10 0,1 2-10 16,0-5-3-16,2 5-9 0,2-2-3 0,2 0-5 15,0-3-11-15,4 1-30 0,0-2-25 0,1 1-26 16,4-2-36-16,0 4-46 0,2-3-50 0,5-2-59 16,1-1-46-16,-1-2-156 0,5-3-477 0,2-1 211 15</inkml:trace>
  <inkml:trace contextRef="#ctx0" brushRef="#br0" timeOffset="89431.35">21410 5295 123 0,'0'0'251'0,"-8"-7"-6"0,3 4-14 0,-5-1-6 16,2 2-8-16,-4 2-6 0,-2 3-5 0,2 0-9 15,-5 1-13-15,0 3-9 0,0 1-15 0,2 0-15 16,0 3-15-16,2-2-15 0,4 0-11 0,2 0-8 15,2 1-14-15,-1 0-3 0,3-1-15 0,0 1 4 16,3-1-13-16,1 0-9 0,3-1-7 0,1 2-9 16,2 1-5-16,2-4 0 0,0 0-8 0,0 0-3 15,2-1-3-15,-2-1-6 0,0 1-5 0,-1-3 0 16,-1 2-5-16,1-4 1 0,-8-1 3 0,9 6 9 16,-5-6-3-16,-4 0-4 0,7 3 8 0,-7-3 9 15,0 0 10-15,7 3 12 0,-7-3-8 0,0 0-3 16,0 0-10-16,0 0 1 0,-19 4-2 0,6-1 8 15,-1 4-7-15,-2 0 5 0,-4 1 3 0,-4 5 7 16,4-4-10-16,1-1 14 0,3 1-5 0,0 1 2 16,4 0-4-16,0-1-9 0,4-1 3 0,1 1-1 15,0 1-9-15,2-1 5 0,3 0-6 0,2-9 0 16,0 14 1-16,6-5-4 0,2 0-11 0,5 0 0 16,4-1-21-16,4-5-16 0,10 3-24 0,-1-1-34 15,-2-2-39-15,3 0-33 0,-1-3-31 0,-1 0-39 16,-1-1-22-16,-5-2-247 0,-4 2-548 0,0-2 242 15</inkml:trace>
  <inkml:trace contextRef="#ctx0" brushRef="#br0" timeOffset="91672.57">11610 8754 45 0,'0'0'80'0,"0"0"3"15,0 0-13-15,0 0-5 0,0 0 5 16,0 0-10-16,0 0-1 0,0 0-3 0,0 0-11 16,0 0-6-16,0 0 7 0,0 0-7 0,0 0-5 0,0 0 8 15,0 0-9-15,0 0-1 0,0 0-4 0,0 0 0 16,0 0-4-16,0 0-4 0,0 0 9 16,0 0-10-16,0 0 3 0,0 0-3 0,0 0-1 15,0 0-6-15,0 0 0 0,0 0-1 0,0 0 7 0,0 0-5 16,0 0-7-16,0 0 5 0,0 0 0 0,0 0 6 15,0 0-8-15,0 0 1 0,0 0-4 0,0 0 6 16,0 0-5-16,0 0-9 0,0 0 2 0,0 0 5 16,0 0 0-16,0 0 1 0,0 0-5 0,0 0 2 15,0 0-4-15,0 0-1 0,0 0 1 0,0 0-8 16,0 0-6-16,0 0-15 0,0 0 2 0,0 0-7 16,0 0 1-16,0 0 1 0,0 0 4 0,0 0-15 15,0 0 12-15,0 0-1 0,0 0-7 0,0 0-5 16,0 0-12-16,0 0-19 0,0 0-47 0,0 0-133 15,0 0 60-15</inkml:trace>
  <inkml:trace contextRef="#ctx0" brushRef="#br0" timeOffset="92715.6">11677 8863 30 0,'0'0'74'0,"-3"-8"-1"0,3 8 0 0,0 0-2 15,0 0 11-15,0 0-4 0,0 0 3 0,0 0-7 16,0 0-7-16,0 0 4 0,0 0-1 0,0 0 1 16,0 0-10-16,0 0-19 0,-3-6 15 0,3 6-1 15,0 0-4-15,0 0-3 0,-3-6 2 0,3 6 1 16,0 0 0-16,0 0 8 0,-4-6 1 0,4 6 5 15,0 0-4-15,0 0 5 0,0 0-5 0,-4-6 0 16,4 6 1-16,0 0 1 0,0 0 0 0,0 0-7 16,0 0-5-16,0 0-3 0,0 0-7 0,0 0-3 15,0 0-4-15,0 0-1 0,0 0 0 16,0 0 1-16,0 0-7 0,0 0-2 0,0 0-1 0,0 0-5 16,0 0-1-16,0 0-7 0,11-6 6 0,-4 5-2 15,4-1-4-15,3 0-4 0,4 1 3 0,0-1-1 16,4 0-3-16,7-3 3 0,5 4-3 0,0-5-3 15,3 4 1-15,3-4 3 0,10-1-3 0,2 1-2 16,-14 2 1-16,2 0 6 0,-1 1-8 0,-1-1-1 16,0-2-1-16,-5 2 2 0,2 1-1 0,-5 0-4 15,0-1-4-15,-1 2 8 0,-2-2-5 0,-8 2 0 16,-6-1-1-16,1 3 2 0,-1-1 2 0,0 1-3 16,-1-2 0-16,-3 1 2 0,-1 0 0 0,-8 1 3 15,10-2-3-15,-10 2 1 0,7-1-7 0,-7 1 5 16,0 0 2-16,10 0 1 0,-10 0 1 0,0 0 0 15,0 0-10-15,0 0-3 0,0 0-12 0,0 0-26 16,10 1-15-16,-10-1-37 0,0 0-21 0,0 0-16 16,0 0-31-16,0 0-152 0,-14 13-347 0,5-6 154 15</inkml:trace>
  <inkml:trace contextRef="#ctx0" brushRef="#br0" timeOffset="93699.11">11972 10841 25 0,'0'0'118'0,"0"0"3"0,0 0-8 0,0 0-3 16,0 0 1-16,0 0-7 0,-21-9-13 0,21 9-5 15,0 0-8-15,0 0-1 0,0 0-1 0,-10 0 8 16,10 0-11-16,0 0 0 0,0 0 0 0,0 0-3 16,0 0-6-16,0 0-4 0,-10 0-6 0,10 0-6 15,0 0-6-15,0 0-3 0,-10-2-5 0,10 2-6 16,0 0-5-16,0 0 5 0,-8-2-8 0,8 2 2 16,0 0-2-16,0 0-2 0,0 0-2 0,0 0-2 15,0 0-1-15,0 0 4 0,0 0-1 0,0 0-3 16,-14 0-4-16,14 0 7 0,0 0-1 0,0 0 5 15,0 0 2-15,0 0 0 0,-8-2 6 0,8 2-2 16,0 0 0-16,0 0-5 0,0 0-1 0,-7-2-1 16,7 2-1-16,0 0 2 0,0 0-6 0,0 0-2 15,0 0 1-15,0 0-2 0,0 0 3 0,0 0-2 16,0 0 3-16,0 0-4 0,0 0 5 0,0 0 0 16,0 0 0-16,0 0-1 0,0 0 3 0,0 0-2 0,0 0-2 15,0 0 2-15,0 0-7 0,0 0 1 16,-6-3-2-16,6 3-4 0,0 0-11 0,0 0-13 15,0 0-31-15,0 0-24 0,0 0-14 0,0 0-15 16,0 0-30-16,0 0-44 0,4 18-148 0,-4-18-354 0,0 0 157 16</inkml:trace>
  <inkml:trace contextRef="#ctx0" brushRef="#br0" timeOffset="94424.3">12130 11669 63 0,'0'0'181'0,"0"0"4"0,-3-13-1 15,3 13 0-15,-2-7-1 0,2 7-3 0,-4-7-6 16,4 7 0-16,-5-7-3 0,5 7-9 0,-3-8-13 16,3 8 0-16,-4-7-3 0,4 7-12 0,-3-7-14 15,3 7-11-15,-3-8-10 0,3 8-14 0,-5-8-3 16,5 8-3-16,-2-8-3 0,2 8-9 0,-4-7-7 0,4 7-3 16,0 0-5-16,-3-7-5 0,3 7 1 15,0 0-11-15,-5-7-1 0,5 7-2 0,0 0-5 16,0 0-5-16,0 0-2 0,0 0-8 0,0 0 2 15,0 0-2-15,-2-6-3 0,2 6-2 0,0 0 1 16,0 0-4-16,0 0-1 0,0 0 2 0,18-2-2 0,-12 1 0 16,4 1 3-16,4-1-2 0,8-2 1 0,-3 1-4 15,4-1-1-15,5-4-14 0,3 0-8 16,-4 1-14-16,5 2-8 0,1-5-15 0,-1 2-17 0,3 4-30 16,3-7-29-16,-2 2-21 0,16-3-21 0,-17 4-14 15,2-2-13-15,1 1-8 0,0 1-174 0,-6 1-416 16,1-5 184-16</inkml:trace>
  <inkml:trace contextRef="#ctx0" brushRef="#br0" timeOffset="96119.87">12096 8980 3 0,'0'0'173'0,"-3"-11"-12"0,2 3 0 0,1 8-1 16,-1-10 0-16,1 10 5 0,-2-9-2 0,2 9-9 15,-3-6-7-15,3 6-14 0,0 0-10 0,-2-9-14 16,2 9-10-16,0 0-6 0,0 0-10 0,0 0-7 15,0 0-7-15,0 0-10 0,-2-7-7 0,2 7-7 16,0 0-2-16,0 0-8 0,0 0-5 0,0 0 5 16,4 25 1-16,1-9 7 0,-3 9-4 0,-1-5 1 15,3 10-2-15,-4 2-4 0,2 0-2 0,0 3-1 16,-1 1-3-16,2-1-4 0,-2 1 0 0,3-1 0 16,-2-5-5-16,0 2-1 0,4-2-1 0,-4-3-1 15,4 1-4-15,-5-7-3 0,3 2 2 0,0-5-1 16,-2 0-2-16,0 0 0 0,-1-7 0 0,2 6 0 15,-2-6 0-15,2-1-4 0,-1 1 3 0,-2-3-3 16,0-1 2-16,0-7-16 0,0 12-20 0,0-12-19 16,0 9-25-16,0-9-33 0,0 10-30 0,0-10-32 15,0 0-25-15,0 7-27 0,0-7-130 0,-8 6-381 16,6-1 168-16</inkml:trace>
  <inkml:trace contextRef="#ctx0" brushRef="#br0" timeOffset="96502.08">11880 9814 53 0,'0'0'243'0,"0"0"-15"15,-10-3-18-15,10 3-18 0,0 0-19 16,0 0-14-16,0 0-15 0,0 0-3 0,0 0-13 0,8 18-9 15,-1-8-1-15,3 3-6 0,0 2-7 0,1 1-9 16,2 5-6-16,-2-3-2 0,-1 0-10 0,2 2 1 16,-1-2-8-16,-1 0-4 0,-2-4-2 15,2 2-7-15,-1-3-5 0,-2-3-6 0,-1-1-1 0,-1 0-6 16,2-2 3-16,-2 0-6 0,-2-3-8 0,2 2-5 16,-5-6-1-16,3 8-1 0,-3-8 6 15,5 4 16-15,-5-4 0 0,6 5 20 0,-6-5 14 16,0 0-3-16,0 0-10 0,0 0-4 0,0 0-7 15,9-17-6-15,-7 8-8 0,2-5-3 0,1 0-14 0,2-4-20 16,-4 0-17-16,3-1-18 0,-2 1-17 0,3-8-21 16,-1 10-18-16,2-1-13 0,-2 2-17 0,1 4-11 15,-1 0-24-15,-1 3-38 0,4-1-15 16,-2 2-24-16,-1 4-181 0,1 1-445 0,1 1 197 0</inkml:trace>
  <inkml:trace contextRef="#ctx0" brushRef="#br0" timeOffset="96719.31">12399 9887 72 0,'0'0'234'0,"0"0"6"0,0 0-8 15,0 0-5-15,0 0-2 0,-18-13-7 0,18 13-7 16,0 0-13-16,-11 4-12 0,11-4-14 0,-12 5-8 16,5-1-8-16,1 3-19 0,0-1-8 0,-2 3-19 15,3 0-6-15,-1 2-6 0,2 3-13 0,1-2-9 16,2 1-8-16,1 0-8 0,0-1-2 15,2 4-10-15,0-6-27 0,2 0-26 0,2 0-28 0,4 1-24 16,-5-3-48-16,7 3-43 0,-3-2-40 0,3-4-46 16,1 1-227-16,-1-3-497 0,3-1 221 0</inkml:trace>
  <inkml:trace contextRef="#ctx0" brushRef="#br0" timeOffset="97065.81">12619 9861 180 0,'0'0'228'16,"-14"-2"-5"-16,14 2-4 0,-20 8-8 0,8-4 0 16,-1 3-18-16,-3 5-14 0,7-5-16 0,5 5-16 0,-6-4-14 15,4 1-16-15,2 4-11 0,4-2-9 16,-2-1-10-16,4 1-8 0,2-1-12 0,1-1-15 16,2 2-12-16,-1-2-8 0,5-2-12 0,1-1-11 15,-3-1-13-15,0-2-1 0,2 1-9 0,-2-2-2 16,0 2-5-16,-9-4 5 0,10 0 3 0,-4 2 5 15,-6-2-3-15,7 2 5 0,-7-2-1 0,0 0 10 16,0 0-1-16,0 0 8 0,0 0-2 0,0 0 10 16,0 0 6-16,-27 4 3 0,18 0 10 0,-3 1 6 15,1-1 1-15,0 2 2 0,-5 3-4 0,5-2 6 0,2 1-3 16,-2 3-4-16,4-5-3 0,-2 3-3 16,5-1-6-16,-2 2 1 0,4-1-3 0,2-2-2 15,0-7-4-15,5 16 1 0,-2-9-15 0,6 1-23 16,-5 0-24-16,5-2-28 0,1 1-40 0,1-1-39 0,1-1-42 15,4 2-34-15,0 0-203 0,-6-3-461 16,2 0 205-16</inkml:trace>
  <inkml:trace contextRef="#ctx0" brushRef="#br0" timeOffset="97348.39">12432 10243 173 0,'0'0'272'0,"-4"7"4"16,-1 0-8-16,5 3-2 0,-4 1-11 0,4 5-7 15,-1 2-11-15,2 9 8 0,1-1-13 0,-2 3-18 16,0-1-9-16,0 1-16 0,-2 1-9 0,2 2-6 16,2-3-16-16,-4 0-17 0,1 3-11 0,1-3-9 15,0-1-13-15,0 1-9 0,5 1-12 0,-5-7-8 16,0 4-16-16,0-8-18 0,-2 0-34 0,4-3-20 15,-2 2-24-15,0-2-28 0,0-4-30 0,0 4-40 16,-4-5-40-16,3 1-48 0,0-1-49 0,-1-1-37 16,1 0-227-16,-3 0-575 0,4-10 254 0</inkml:trace>
  <inkml:trace contextRef="#ctx0" brushRef="#br0" timeOffset="97530.34">12262 10891 280 0,'0'0'293'15,"-7"0"-22"-15,7 0-20 0,0 0-15 0,0 0-17 16,-11 0-20-16,11 0-19 0,0 0-17 0,0 0-17 16,0 0-38-16,0 0-35 0,22 9-40 0,-22-9-61 15,14 0-67-15,-3 0-63 0,0 0-205 0,0 0-391 16,-11 0 173-16</inkml:trace>
  <inkml:trace contextRef="#ctx0" brushRef="#br0" timeOffset="97884.23">12414 10816 235 0,'-4'-9'339'15,"0"-1"-15"-15,-1 3-12 0,3 0-8 0,-3 2-9 0,5 5-10 16,-4-7-24-16,4 7-26 0,0 0-26 0,0 0-18 16,0 0-24-16,0 0-5 0,0 0-1 15,0 0-9-15,16 17-14 0,-8-4-15 0,1 2 3 0,1-1-23 16,0-1-11-16,2 2-7 0,-1-2-3 0,0 1-16 15,1-2-6-15,1-1-9 0,-4-2 4 16,0-2-16-16,3-2 0 0,-2 2-15 0,0 0-6 0,-6-5-15 16,7-1-1-16,-4 2-23 0,-7-3-29 0,14-3-26 15,-5 0-27-15,-3-1-36 0,-2 0-37 0,2-5-47 16,-2 1-32-16,0-2-42 0,0-1-270 0,-4-4-614 16,0-2 273-16</inkml:trace>
  <inkml:trace contextRef="#ctx0" brushRef="#br0" timeOffset="98399.29">12037 8801 48 0,'0'0'214'0,"1"-8"-4"0,-1 8-9 0,0 0-7 16,3-9-12-16,-3 9-15 0,0 0-12 0,0 0-15 15,0 0-11-15,0 0-14 0,0 0 2 0,0 0-13 16,-13 29-6-16,4-13-13 0,0 2-1 0,-4 4-13 16,-1 2-3-16,1 1-10 0,3-2-4 0,-2-3-8 15,4-3-15-15,-1 1-27 0,1-3-34 0,3 2-38 16,-4 0-39-16,5 1-45 0,-3-2-44 0,0-2-141 16,2 0-366-16,1 1 162 0</inkml:trace>
  <inkml:trace contextRef="#ctx0" brushRef="#br0" timeOffset="98538.9">12079 8992 64 0,'5'-5'258'0,"-5"5"-26"0,7-4-27 0,-7 4-24 16,0 0-17-16,3-5-24 0,-3 5-13 0,0 0-17 15,13 0-32-15,-2 3-43 0,3-2-53 0,14-2-52 16,0 2-181-16,3-2-273 0,-1 1 121 0</inkml:trace>
  <inkml:trace contextRef="#ctx0" brushRef="#br0" timeOffset="104203.3">17367 6706 99 0,'0'0'99'0,"0"0"1"0,0 0-10 16,0 0-5-16,0 0 4 0,0 0-17 0,0 0-10 15,0 0 1-15,0 0-5 0,0 0 0 0,0 0-4 16,0 0 4-16,0 0 5 0,0 0 4 0,0 0-2 15,0 0 2-15,0 0 1 0,0 0 11 0,0 0-2 16,0 0 4-16,0 0 0 0,0 0-3 0,0 0-3 16,0 0-5-16,0 0-6 0,0 0 0 0,3-10-6 15,-3 10-6-15,0 0-3 0,0 0-4 0,0 0-5 16,0 0-4-16,-7-14 5 0,7 14-11 0,-3-5-5 16,3 5 0-16,-7-5-2 0,7 5-2 0,0 0-6 0,-9-7 2 15,9 7-3-15,-6-2-3 0,6 2 1 16,0 0-3-16,-14-2-1 0,14 2-2 0,-15 2-3 15,5 2 2-15,-2-1 0 0,-2 6-2 0,-2-1 4 16,2 2 0-16,-5 1-1 0,4 2 0 0,0 1 4 16,3 1-3-16,0-1 1 0,1 1-2 0,1-1-2 15,2 3 1-15,-1 0 0 0,4 1-1 0,1-3 3 16,2-3-2-16,0 5-2 0,2-5 3 0,2 1 0 16,0-2 2-16,3 3 12 0,4 1 8 0,1-6 4 15,5 3 4-15,0-1-3 0,4-1-4 0,1-3-2 16,7 1-12-16,-5-4-8 0,-1-1-6 0,5 3-13 15,-4-5-30-15,5 2-31 0,-7 0-39 0,1-3-43 16,-3 0-45-16,-6 0-181 0,0-3-412 0,1 0 182 16</inkml:trace>
  <inkml:trace contextRef="#ctx0" brushRef="#br0" timeOffset="104935.91">17627 6786 98 0,'0'0'281'16,"0"0"-20"-16,2-9-9 0,-2 9-10 0,0 0-14 15,3-7-14-15,-3 7-16 0,0 0-18 0,0 0-20 16,0 0-15-16,0 0-16 0,0 0-15 0,0 0-8 16,0 0-13-16,0 0-4 0,0 0-10 0,-6 29-9 15,3-22-7-15,0 2-7 0,1 5-7 0,1 2-3 16,2-1-4-16,-1-3-5 0,0-1-3 0,2 2-6 15,1-3 0-15,0 2-3 0,-1-3 2 0,3 2-2 16,-2-4-4-16,2 2-12 0,-1-2-7 0,1-3-5 16,-1 1-10-16,-1-1 0 0,1 1 1 0,3-1-2 15,-7-4 5-15,7 3-2 0,-7-3 2 0,8 3 2 16,-8-3 5-16,9-1 5 0,-9 1-6 0,11-6 2 0,-5 1 1 16,-3 0-3-16,1-4 7 0,1 2-6 15,2-2-2-15,-4 0 3 0,0 2 2 0,1-4 3 16,-2 1-4-16,0 1 1 0,2-3-1 0,-2 6 7 0,0-4-3 15,-1 2-5-15,0 0 1 0,0 1 0 16,-1 7 2-16,3-10 2 0,-1 5 2 0,-2 5 3 16,0 0-4-16,0-11 3 0,0 11 1 0,0 0-3 15,2-9 1-15,-2 9 1 0,0 0-10 0,0 0 6 16,1-8 1-16,-1 8-5 0,0 0-2 0,0 0 1 16,0 0-2-16,0 0 5 0,0 0-5 0,0 0 4 15,0 0-3-15,0 0 1 0,0 0-1 0,0 0 0 0,0 0 1 16,-4-8 2-16,4 8 3 0,0 0-4 15,0 0 3-15,0 0 4 0,0 0-2 0,0 0 3 0,0 0-2 16,0 0 0-16,0 0 1 0,0 0-1 0,0 0 0 16,0 0 2-16,0 0-5 0,0 0 1 15,0 0 1-15,0 0 1 0,0 0 1 0,0 0-4 16,0 0 0-16,0 0-4 0,0 0 3 0,0 0-1 0,0 0 1 16,0 0 5-16,0 0-7 0,0 0 1 0,0 0-1 15,0 0 1-15,0 0-2 0,0 0 1 0,0 0 1 16,0 0 1-16,0 0-1 0,0 0 3 0,0 0-4 15,0 0 0-15,0 0 0 0,0 0 0 0,0 0-3 16,0 0 1-16,0 0 2 0,0 0-1 0,0 0 0 16,0 0 0-16,0 0-4 0,0 0 5 0,0 0-2 15,0 0 0-15,0 0-1 0,0 0 0 0,0 0 0 16,0 0 3-16,0 0-4 0,0 0 0 0,0 0-7 16,0 0-9-16,0 0-12 0,0 0-17 0,0 0-17 15,0 0-23-15,0 0-23 0,0 0-18 0,0 0-8 16,0 0-15-16,0 0-16 0,0 0-11 0,0 0-9 15,0 0-19-15,0 0-116 0,0 0-351 0,0 0 155 16</inkml:trace>
  <inkml:trace contextRef="#ctx0" brushRef="#br0" timeOffset="105748.87">16980 6960 11 0,'0'0'146'0,"0"0"-17"16,-6-5-14-16,6 5-15 0,0 0-8 0,0 0-5 15,0 0-10-15,0 0 7 0,0 0 1 0,0 0-2 16,30 9-3-16,-13-6 0 0,1 2 1 0,4 0 2 16,4-5 2-16,2 1 0 0,-7 0-1 0,8-1-5 15,0-2-1-15,-8-1 1 0,1 1-4 0,-3 0 3 16,0-3-2-16,-2 1 0 0,0-3-3 0,-6 3-3 16,2-1-3-16,2-2 1 0,-5 1-7 0,-3-2-3 15,0 2-6-15,-1-5-5 0,-1 4-4 0,1-2 5 16,-4 4 7-16,1-2 2 0,0 0-2 15,-1-2-5-15,-2 9-6 0,-1-13-9 0,1 13 0 0,-4-12 0 16,3 6-2-16,1 6 1 0,-7-8-5 0,7 8-2 16,-5-4-5-16,5 4-10 0,0 0-2 0,-10 0-5 15,10 0 2-15,-8 7-5 0,8-7 0 0,-7 11 0 16,3-1 1-16,1 2-1 0,2-2 0 16,1 3-2-16,3 0 1 0,2-2 1 0,1 0 1 0,6 2 6 15,3-3 2-15,3-2 6 0,0-2-5 0,2-1-1 16,2-4 4-16,9-3 0 0,-2-2-5 0,-2-4 3 15,2 3 2-15,-5-6-1 0,-5 2 0 0,2-7 0 16,-7 7 6-16,0 1-6 0,-5-2 3 0,-1 1-1 16,-1-1 3-16,0 0-2 0,-2-2-1 0,-2 2 3 15,-5-3-5-15,1-1 0 0,-4-2-3 0,0 5-3 16,-5-4-1-16,-1 4-1 0,1 1 5 0,0 3-4 16,-5-1 8-16,-3 4-12 0,1 1-4 0,-3 5 3 15,-8 2-4-15,1 7 2 0,-1 1 0 0,1 6 1 16,-3-3 6-16,3 8-6 0,5-2 11 0,2-1-17 15,8-5-1-15,4 1-2 0,5 0 1 0,-2 2 7 16,8-1-3-16,-2 1-4 0,5-3-5 0,3 0-3 16,2-1-4-16,4-3-4 0,0-2 6 0,3-4-4 15,3-1-1-15,-1-1 1 0,3-3 0 0,-3-3-5 16,1 0 8-16,6-4-2 0,-8 1 7 0,-4-2-2 16,1-1 5-16,-6 1 12 0,-1-1 8 0,-2 0 4 15,-1-2 2-15,-3 0 0 0,-1-5-3 0,-2 4 5 16,-4-5 2-16,-3 2-3 0,-3 1-3 0,0-1-4 15,-2 1-3-15,-1 5 3 0,-2 0-2 0,3 3-4 0,-1 1-3 16,-5 0-5-16,0 3 1 0,-1 3-3 16,1 4-1-16,-2 0-11 0,-1 4-10 0,6-1-19 15,-3 1-27-15,2 4-30 0,1-1-31 0,6 3-23 16,4 2-37-16,1 1-44 0,4 0-187 0,4-1-462 16,5-3 204-16</inkml:trace>
  <inkml:trace contextRef="#ctx0" brushRef="#br0" timeOffset="106299.14">18118 6754 2666 0,'-2'-10'54'0,"1"-1"2"0,-3 1-17 16,0 2-2-16,2 1 12 0,2 7 7 0,-4-11 5 15,4 11-5-15,-4-8-4 0,4 8-5 0,-3-7-5 0,3 7-2 16,0 0-1-16,0 0-13 0,0 0-3 0,7-12-7 15,-1 11 0-15,3-1-10 0,5-1-10 0,3 2-13 16,1 1-12-16,0 0-17 0,1 0-14 16,0-2-13-16,-5 1-10 0,-1 1-1 0,-2 0-1 15,1-1 1-15,-1 1 7 0,-11 0 10 0,12 0 5 0,-12 0 6 16,11 0 10-16,-11 0 17 0,9-2 18 0,-9 2 16 16,0 0 11-16,0 0 7 0,0 0-1 15,9-1 1-15,-9 1 7 0,0 0 9 0,0 0 13 16,0 0 1-16,0 0 1 0,0 0-3 0,0 0-13 0,0 0-9 15,0 0-1-15,0 0-6 0,0 0-7 0,0 0-4 16,0 0 5-16,-6 21-1 0,4-9 6 0,1 5 2 16,-1 4 3-16,0-4 6 0,-1 9-2 15,0-1-5-15,4 2 4 0,-3-6-6 0,-1 3-1 16,2-4 0-16,0-2 0 0,1-1-3 0,-2 2-4 0,2-1 3 16,0-5-4-16,-1 3 0 0,1-5 1 15,0 0-3-15,-1-2 0 0,0-1-5 0,-1 2-4 16,0-3-6-16,2-7-1 0,-5 10 1 0,2-7-3 15,3-3 0-15,-10 7 1 0,3-6 3 0,7-1 1 0,-12 2 1 16,12-2 0-16,-13-2-1 0,13 2 1 0,-10-2 14 16,10 2-10-16,-8-6 7 0,8 6 2 0,-8-2-3 15,8 2 0-15,0 0-6 0,0 0-3 16,-3-5-7-16,3 5 1 0,0 0 0 0,0 0-8 16,15-8-12-16,-6 4-4 0,5 1-19 0,-1 2-19 0,3-2-31 15,5-1-31-15,-1-1-37 0,7 1-26 0,-6 1-29 16,1 0-187-16,0 0-442 0,-3-5 196 0</inkml:trace>
  <inkml:trace contextRef="#ctx0" brushRef="#br0" timeOffset="106499.02">18712 6811 213 0,'0'0'228'0,"0"0"0"0,-5-9-8 15,5 9-13-15,0 0-18 0,-7-3-9 0,7 3-10 16,0 0 0-16,-23 10-5 0,14 0 1 0,-5 0-12 15,-1 3-3-15,-2 5-8 0,3-2-1 0,3-1-24 16,-2 0-17-16,5-1-9 0,2-3-10 0,-1 4-10 16,4-2 0-16,1-2-16 0,0 1-18 0,3-2-19 15,3 1-29-15,0-2-38 0,5-2-35 0,1 2-31 16,7 0-66-16,4-4-50 0,0-1-223 0,8-4-489 16,2-1 218-16</inkml:trace>
  <inkml:trace contextRef="#ctx0" brushRef="#br0" timeOffset="106669.08">19082 6814 181 0,'0'0'302'16,"3"-5"-28"-16,-3 5-25 0,0 0-22 0,0 0-30 16,5-5-16-16,-5 5-35 0,10-3-31 0,-3-1-39 15,-7 4-44-15,15-2-46 0,-7 2-55 0,2 0-46 16,1 1-44-16,-3 2-112 0,-8-3-293 0,13 5 130 15</inkml:trace>
  <inkml:trace contextRef="#ctx0" brushRef="#br0" timeOffset="106800.53">19063 6942 28 0,'-6'5'205'16,"2"1"-15"-16,0-2-9 0,-2 0-8 0,6-4-4 16,-5 4-10-16,5-4-9 0,0 0-19 0,-5 8-11 15,5-8-13-15,0 0-16 0,7 9-19 0,3-8-32 16,3-1-47-16,10-1-64 0,8-4-58 0,-2 0-140 15,4-4-290-15,-1-3 129 0</inkml:trace>
  <inkml:trace contextRef="#ctx0" brushRef="#br0" timeOffset="107100.39">19608 6710 166 0,'0'0'270'15,"0"0"-13"-15,0 0-8 0,-13-2-15 0,13 2-11 16,-13 6-8-16,7 2-13 0,-3 1-9 0,-3 5-2 15,3 0-11-15,-1 0-17 0,2-1-18 0,3-2-17 16,1 6-9-16,3-2-11 0,-1 1 5 0,4-4 8 16,2 4-11-16,1-1 0 0,2-4 3 0,3-3-12 15,-1 3-4-15,2-5-14 0,7 1-7 0,0-3-7 16,4-4-3-16,-1-1-8 0,-3-2-6 0,3-1-2 16,-2-3 1-16,-2 1-9 0,-2-2 1 0,-2-2-4 15,1-1-9-15,-7 0 3 0,-2 1-9 0,2-6-13 16,-6 0 12-16,-2 3-7 0,-3-4-21 0,-5-2-16 15,0 3-20-15,-6-4-12 0,-6 2-30 0,0 2-22 16,-5 2-20-16,-5 4-15 0,-2 4-22 0,-18 3-9 16,-6 6-14-16,-5 7-44 0,2 1-43 0,-1 5-225 15,-26 8-539-15,27-7 238 0</inkml:trace>
  <inkml:trace contextRef="#ctx0" brushRef="#br0" timeOffset="108399.23">16778 7822 289 0,'-3'-11'290'16,"-2"2"-21"-16,0 0-7 0,2 2-8 0,3 7-6 15,-3-11-22-15,3 11-15 0,-4-7-28 0,4 7-17 16,0 0-24-16,-4-8-15 0,4 8-18 0,0 0-9 15,0 0-10-15,0 0-8 0,19 26-8 0,-10-10-9 16,2 6-3-16,1 4-6 0,2-2-11 0,-1 2 0 16,1 1-5-16,-2-5-3 0,3 2-5 0,-5-8-7 15,1-1 3-15,1-1-1 0,-1-1-6 0,-5-3 1 16,4-1 0-16,-3-2-3 0,-2-1 4 0,1-2-8 16,-3 2 2-16,2-3 17 0,-5-3 13 0,6 6 20 15,-6-6 26-15,5 3 9 0,-5-3 7 0,0 0-4 16,0 0-12-16,0 0-12 0,7-20-8 0,-5 11-6 15,0-5-7-15,-1-4-8 0,3 0-8 0,1-8-12 16,1-2-9-16,3 0-11 0,0-1-2 0,2-3-17 16,2 4-15-16,3 1-2 0,-5 2-11 0,1 3-8 0,-4 8-19 15,-2 4-28-15,0 1-35 0,-3 3-40 16,-1 2-52-16,-2 4-44 0,5-7-18 0,-5 7 0 16,0 0-11-16,16 11-198 0,-10-4-529 0,1 2 233 15</inkml:trace>
  <inkml:trace contextRef="#ctx0" brushRef="#br0" timeOffset="108615.73">17374 7864 136 0,'0'0'275'0,"0"0"-9"0,0 0-6 0,-17-8-5 0,17 8-9 16,-15 5-4-16,4-2-13 0,0 2-15 15,0 0-13-15,-4 5-14 0,1 2-16 0,0 4-12 16,-5 1-15-16,5 4-11 0,1-4-14 0,3 0-14 15,2-1-15-15,1-1-5 0,3 3-5 0,1-1-11 0,2 0-7 16,4-4-25-16,2 2-24 0,1-4-30 0,2 0-25 16,3 1-35-16,2 0-37 0,2-1-27 15,2-3-39-15,2-4-38 0,9 2-26 0,-7-5-214 16,2-1-496-16,-3-3 220 0</inkml:trace>
  <inkml:trace contextRef="#ctx0" brushRef="#br0" timeOffset="108815.43">17677 7911 250 0,'-3'-8'249'0,"3"8"-14"0,-4-11-4 0,0 5-7 16,-2 3-7-16,6 3-12 0,-12-4-8 0,12 4-9 15,-15 7-3-15,2 0-9 0,0 2-11 0,-3 4-7 16,3 0-9-16,-2 2-22 0,3 0-8 0,1-2-13 16,1 2-4-16,2-1-18 0,1 1-6 0,4 1-8 15,0-5-1-15,1 5-15 0,7-4-6 0,-3-1-26 16,3-1-19-16,2 0-34 0,8 2-37 0,-2-5-43 15,5 1-54-15,-2-3-40 0,7-3-52 16,8-2-222-16,-2-2-520 0,3-3 231 0</inkml:trace>
  <inkml:trace contextRef="#ctx0" brushRef="#br0" timeOffset="109112.48">18071 7813 193 0,'0'0'313'0,"0"0"-3"0,0 0-15 15,0 0-14-15,0 0-17 0,0 0-29 0,0 0-20 16,0 0-28-16,13-1-17 0,-13 1-20 0,17-4-30 16,-7 2-27-16,4-1-39 0,3 0-45 0,1 5-49 15,-6-4-57-15,6 2-63 0,-1 0-44 0,-3 2-194 16,-4-1-432-16,1 1 192 0</inkml:trace>
  <inkml:trace contextRef="#ctx0" brushRef="#br0" timeOffset="109260.09">18130 7927 184 0,'-7'2'238'0,"7"-2"-11"0,-8 6-5 0,8-6-8 16,-6 3-11-16,6-3-16 0,-4 4-6 0,4-4-25 15,0 0-15-15,0 0-19 0,0 0-11 0,11 7-28 16,1-7-31-16,0 0-45 0,8-1-55 0,-1-1-50 16,10-3-63-16,-1 1-177 0,0-1-364 0,3 0 162 15</inkml:trace>
  <inkml:trace contextRef="#ctx0" brushRef="#br0" timeOffset="109599.23">18613 7638 38 0,'-1'-7'353'0,"-3"1"-22"0,4 6-14 0,-2-10-16 16,2 10-17-16,-3-5-18 0,3 5-31 0,0 0-24 15,0 0-7-15,0 0-33 0,0 0-21 0,0 0 1 16,10 21-7-16,-1-7-13 0,-1 4 10 0,1 0-19 15,4 4-17-15,-3-3 6 0,2 1 5 0,3 2-18 0,-6-6-4 16,0 1-7-16,2-3 1 0,-1-1-15 16,-3-1-9-16,0-2-4 0,0-2 1 0,-2-2-5 0,-3 1-8 15,4-3 8-15,-6-4 4 0,6 7 11 0,-2-3 4 16,-4-4 8-16,4 4 8 0,-4-4 1 16,0 0-14-16,0 0-2 0,0 0-8 0,11-13-9 15,-4 3-5-15,-5-2-9 0,6-3-7 0,-1-3-10 0,1 2-11 16,1-3-9-16,1-6-21 0,-3 7-16 0,2-6-15 15,1 1-15-15,0-1-20 0,-4 6-21 16,1 3-19-16,-2 4-24 0,0 2-25 0,-2 4-35 16,0-3-49-16,-3 8-57 0,6-7-24 0,-6 7-5 0,0 0-233 15,9 3-617-15,-9-3 273 0</inkml:trace>
  <inkml:trace contextRef="#ctx0" brushRef="#br0" timeOffset="109819.35">19153 7690 326 0,'3'-4'314'16,"-3"4"-7"-16,0 0 4 0,0 0-1 0,0 0-2 16,0 0-12-16,0 0-14 0,0 0-13 0,0 0-19 15,-22 6-9-15,14 1-23 0,0-1-18 0,-2 1-17 16,-2 5-14-16,1 1-16 0,-2 0-16 0,4 0-14 16,0 2-13-16,0-3-10 0,7 1-9 0,-2 2-14 15,0-5-21-15,3 3-42 0,3 0-33 16,1-2-46-16,2 0-47 0,3 0-38 0,-1-1-48 0,6 1-55 15,6-4-61-15,2-3-51 0,-1-1-197 0,10-1-609 16,-1-4 271-16</inkml:trace>
  <inkml:trace contextRef="#ctx0" brushRef="#br0" timeOffset="110173.27">19604 7674 154 0,'0'0'304'0,"-7"-10"-11"0,4 3-13 16,3 7-3-16,-12-3-6 0,6 3-15 0,6 0-14 0,-21 2-19 15,10 1-8-15,-7 3-13 0,1 3-25 0,3 1-15 16,0 1-20-16,1 0-17 0,6 1-5 16,-1-3-7-16,2 1-20 0,3 0-14 0,2 1-18 15,1-1-14-15,0 1-21 0,6-3-11 0,-1 2-5 16,3-4-20-16,1 3-10 0,2-3-12 0,0-1 0 16,-1-1 0-16,-4 1 0 0,3-4 7 0,-4 2 0 15,0-1 13-15,-5-2-3 0,7 3 15 0,-7-3 16 16,0 0 16-16,0 0 4 0,0 0 17 0,0 0-3 15,0 0 7-15,-19 13-6 0,3-6 25 0,0 1 6 0,-4 1 8 16,6 0-3-16,-3 3 4 0,-3-3-4 0,8 2-12 16,0-3-1-16,1 0-7 0,4-1-14 15,1 0 4-15,2-1-12 0,1 0 1 0,3 1-7 16,0-7-3-16,11 14-5 0,-4-7-12 0,11-3-4 0,0 3-31 16,13-7-19-16,0 3-28 0,-1-4-18 0,-2-1-45 15,0 1-30-15,-7-2-34 0,-5 0-38 16,2 3-43-16,-5-2-40 0,-3 2-279 0,-2-1-640 15,-8 1 284-15</inkml:trace>
  <inkml:trace contextRef="#ctx0" brushRef="#br0" timeOffset="111499.14">17243 8722 124 0,'0'0'233'0,"-4"-5"-3"0,4 5-7 16,0 0-6-16,0 0-2 0,0 0-4 0,-3-8-10 15,3 8-6-15,0 0-12 0,0 0-20 0,0 0-13 16,0 0-16-16,0 0-11 0,0 0-11 15,0 0-12-15,-3-5-11 0,3 5-8 0,0 0-5 0,0 0-9 16,0 0-13-16,0 0-3 0,0 0-12 0,0 0-2 16,0 0-2-16,0 0-2 0,0 0-6 0,0 0-4 15,13 24-3-15,-9-16 0 0,1 3-3 0,0 1-1 16,1 3 7-16,1-5-9 0,0 7 0 0,1-1-3 16,1-2 0-16,-1 3 0 0,-2-2-4 0,1 0 3 15,0-3 0-15,-1-1-2 0,1 2 0 0,-1-2-3 16,2 0 4-16,0 3-6 0,-2-4 6 0,2-1-2 15,-2 0-1-15,2 1-5 0,-2-1 4 0,1-1 1 16,-1-2-3-16,0 2 4 0,-1-1-3 0,0-2 2 16,1-1-4-16,-3 1 4 0,1 0 2 0,-4-5 3 15,8 4 7-15,-8-4 4 0,0 0-4 0,11 1 8 16,-11-1 3-16,0 0-8 0,9-12 8 0,-3 6 2 16,-1-4-5-16,1-2-2 0,2-4-2 0,-2 0-1 15,2-4-6-15,2-3 11 0,0-3-18 0,-1 1 2 16,1 1 2-16,-1 0-4 0,-2-2-2 0,-1 2-3 15,-1-1 2-15,3 2 4 0,-4 7-2 0,-2 3-6 16,1 3 3-16,-2 1-2 0,0-1-14 0,1 3-8 16,-1 1-24-16,-1 6-23 0,1-9-23 0,-1 9-35 15,0 0-37-15,2-8-52 0,-2 8-29 0,0 0-18 16,0 0-15-16,0 0-160 0,0 0-472 0,-11 27 209 16</inkml:trace>
  <inkml:trace contextRef="#ctx0" brushRef="#br0" timeOffset="111732.05">17810 8803 124 0,'0'0'258'0,"0"0"-7"0,0 0-13 16,-16-3 0-16,16 3-10 0,-13 7-6 0,7-4-19 0,-3 5-10 15,1-1-14-15,-3 1-11 0,2 2-15 0,-1 2-9 16,0 1-3-16,1 2-28 0,1-1-11 15,3-5-8-15,-2 3-12 0,4-2-7 0,0 3-7 16,0-3-9-16,3 6-11 0,3-5-23 0,-2 1-33 0,4-1-31 16,3-1-37-16,0 0-43 0,2-2-43 15,8-2-56-15,-1-1-41 0,2 0-163 0,0-3-455 0,3-3 202 16</inkml:trace>
  <inkml:trace contextRef="#ctx0" brushRef="#br0" timeOffset="112100.39">18129 8810 5 0,'-6'-11'258'0,"2"7"-9"16,4 4-12-16,-10-4-3 0,10 4-11 0,-13 2-14 15,3 2-15-15,-1 0-16 0,2 4-16 0,-1-2-14 16,2 1-14-16,1 4-14 0,2-2-13 0,0 0-12 16,2 3-7-16,2-2-8 0,1 2-16 0,4 0-14 15,1-3-16-15,1-1-3 0,2 1-23 0,1-1-13 16,2-2-7-16,-3 1-2 0,2-2-9 0,1-2-2 15,-1 1 2-15,-3-2-1 0,0 1 4 0,-7-3 3 16,10 3 3-16,-10-3 0 0,0 0 2 0,6 0 5 16,-6 0 6-16,0 0 6 0,0 0-1 0,0 0 5 15,0 0 6-15,0 0 3 0,0 0 1 0,-28 0 4 16,19 3 1-16,-4-1 7 0,2 2 9 0,-6 1 4 16,3 2 0-16,0 0 7 0,-1 1-1 0,3-1 4 0,1 2-8 15,-1 1 3-15,5-1-7 0,-2-2-6 16,2 5-5-16,3-3-2 0,1 0-3 0,1 1 10 15,4-1-18-15,0 1-2 0,3-1-16 0,2-2-14 16,3-1-25-16,5 2-28 0,4-3-46 0,3 0-47 0,6-5-46 16,5 0-57-16,2-2-170 0,-1-2-469 15,4-3 209-15</inkml:trace>
  <inkml:trace contextRef="#ctx0" brushRef="#br0" timeOffset="112281.65">18500 8918 16 0,'-4'-10'314'0,"4"10"-19"0,-4-7-11 16,4 7-17-16,0 0-18 0,-3-7-18 0,3 7-23 0,0 0-20 15,0 0-23-15,16-7-22 0,-6 4-18 0,4 0-26 16,4-1-27-16,9-2-39 0,-6 3-48 0,0 0-56 16,1 1-51-16,4 2-45 0,-4-2-45 15,-4 2-139-15,-4 0-380 0,-2 2 170 0</inkml:trace>
  <inkml:trace contextRef="#ctx0" brushRef="#br0" timeOffset="112414.31">18691 8958 144 0,'-7'7'224'0,"-2"-1"7"0,1 1-6 15,3-4-2-15,0 3-6 0,0-3-11 0,5-3-13 16,-8 7-17-16,4-4-2 0,4-3-21 0,-2 9-11 16,2-9-12-16,0 0-17 0,9 10-23 0,2-7-31 15,1 1-42-15,7-2-60 0,7-4-63 0,5 0-66 16,1-1-228-16,0-2-432 0,4-2 191 0</inkml:trace>
  <inkml:trace contextRef="#ctx0" brushRef="#br0" timeOffset="112700.06">19346 8751 106 0,'0'0'282'0,"0"0"0"0,0 0-4 15,-25 4-6-15,16 5 2 0,0 1-11 0,-2 3-5 16,1 1-15-16,-1-1-8 0,3 2-20 0,1 1-24 15,2-6-4-15,1 7-2 0,4-5-12 0,0 0-5 16,4 0-10-16,1-1-8 0,7 1-8 0,-3-4-6 16,6-2-13-16,3-1-13 0,1-3-9 0,0 0-18 15,3-2 1-15,-3-3-11 0,0-1-3 0,-2 1-8 0,-6 0-8 16,3-1 0-16,-3-2-7 0,-4 0-2 16,1-1 0-16,-3-3-8 0,-2-1-10 0,-2 0-6 0,-2 0-15 15,-6-1-34-15,-2-3-23 0,-1-1-39 16,-8-3-34-16,-5 2-37 0,-2 3-42 0,-5 3-55 15,-2 0-44-15,-7 3-42 0,-14 5-270 0,-4-3-664 16,-3 5 294-16</inkml:trace>
  <inkml:trace contextRef="#ctx0" brushRef="#br0" timeOffset="113600.82">15678 9222 130 0,'0'0'269'0,"0"0"-23"0,0 0-18 16,0 0-17-16,14-22-14 0,-4 12-19 0,3-3-11 15,1 1-9-15,0-3-12 0,5-3-7 0,-3 4-10 16,3-7-9-16,-5 8-7 0,1 0-4 0,2-8-8 15,-5 6-4-15,0 1-8 0,1-1 3 0,-7 5-7 16,2 1 1-16,-3-1-4 0,0-3-12 16,-1 3-5-16,-2-3 1 0,0 3-9 0,-4-1 15 0,2 2 7 15,0 9 6-15,-1-11 10 0,0 4-4 0,1 7-2 16,0 0-4-16,-3-10-15 0,3 10-4 0,0 0-13 16,0 0-3-16,0 0-7 0,0 0-1 0,-23 23 6 15,14-7-9-15,2 1-10 0,0 0-4 0,1 0 0 16,1 0-3-16,1 3 1 0,3-4-12 0,1 3-23 15,1-3-26-15,3 0-30 0,-2-5-31 0,3 6-27 16,2-2-32-16,2-2-36 0,-2-1-40 0,2-3-42 16,6 0-45-16,-4-4-187 0,0 0-550 0,2-3 244 15</inkml:trace>
  <inkml:trace contextRef="#ctx0" brushRef="#br0" timeOffset="113732.06">15954 8797 30 0,'-5'-7'210'0,"2"-1"-39"16,-1 3-47-16,4 5-48 0,-2-9-27 0,2 9-39 15,0 0-26-15,13-4-26 0,-2 4-60 0,8-1-111 0,11-2 49 16</inkml:trace>
  <inkml:trace contextRef="#ctx0" brushRef="#br0" timeOffset="113971.39">16438 8685 53 0,'-1'-7'285'0,"1"7"-10"16,0 0-11-16,-15-5-7 0,15 5 0 0,-13-2-6 16,13 2-15-16,-14 3-19 0,9 1-22 0,-4 3 2 15,-2 7-7-15,1 4 3 0,1 8-10 16,-1 5-12-16,2 5-7 0,-2 12-17 0,4 0-15 0,3-12-12 16,-1 12-20-16,3-12-1 0,1-4-11 0,4 1-6 15,-2-2-6-15,1 1-6 0,3-1-18 16,1-2 5-16,-2-1-8 0,3-2-2 0,-3-1-1 15,1-7-13-15,1 7-35 0,-2-7-30 0,0 0-32 0,0 0-41 16,-3-7-44-16,1 0-48 0,-2 6-44 0,1-7-33 16,-1 0-32-16,-4-1-230 0,-1-4-581 15,-1-3 256-15</inkml:trace>
  <inkml:trace contextRef="#ctx0" brushRef="#br0" timeOffset="114115.74">16253 9160 224 0,'2'-10'209'0,"1"1"-23"16,2 0-17-16,2-1-20 0,1 1-18 0,4-3-15 16,3 1-25-16,3-3-30 0,6-1-47 0,4 3-41 15,1-2-49-15,-5 0-133 0,3-1-224 0,-3 1 100 16</inkml:trace>
  <inkml:trace contextRef="#ctx0" brushRef="#br0" timeOffset="114868.36">15498 7156 56 0,'-9'3'264'0,"1"-3"-8"0,0 1-12 0,8-1 14 15,-7 1-12-15,7-1-13 0,0 0-23 0,0 0-19 16,0 0-16-16,0 0-10 0,19-23-12 0,-3 13-11 15,2-3-11-15,6 3-10 0,-6-2-2 0,4-3-3 16,-4 2-12-16,3-2-14 0,-6 2-6 0,-1 1-6 16,1 2-7-16,-3-2-5 0,-2 4-6 0,-1-1 7 15,-3 2 10-15,-1-2 17 0,-2 2-1 0,0 1-1 16,-1 0-17-16,-2 6 8 0,-1-13-7 0,1 13 4 0,-3-9 1 16,3 9-4-16,-4-7-5 0,4 7-1 15,-5-4-10-15,5 4-7 0,0 0-6 0,-9 0-12 16,9 0-1-16,-10 7-2 0,6 2-7 0,0-1-2 15,-1 3-3-15,3-3-6 0,0 10-8 0,1-5-9 0,2 4-18 16,2-2-33-16,2-4-39 0,-2 0-32 16,5 3-32-16,0 1-27 0,1-2-29 0,-1-2-35 0,0-4-36 15,3 0-43-15,1-1-230 0,-3-3-602 16,2 0 266-16</inkml:trace>
  <inkml:trace contextRef="#ctx0" brushRef="#br0" timeOffset="115006">15770 6757 1 0,'-9'-15'235'0,"-1"4"-1"16,2 1-20-16,4 3-18 0,-1 1-23 0,1 0-19 0,4 6-30 15,-6-7-41-15,6 7-33 0,0 0-24 0,0 0-33 16,0 0-36-16,0 0-45 0,0 0-30 0,33 14-88 16,-15-12-223-16,9 5 98 0</inkml:trace>
  <inkml:trace contextRef="#ctx0" brushRef="#br0" timeOffset="115217.14">16158 6676 164 0,'0'0'272'0,"0"0"-4"15,0 0-4-15,-10-12-13 0,10 12-17 0,0 0-23 0,0 0-19 16,0 0-12-16,0 0-5 0,-13 23 6 0,9-5-1 16,-2 10-7-16,1 2-4 0,0 0-13 0,1 6-6 15,0 9-20-15,4-10-14 0,0-1-3 16,0 1-15-16,-1-1-9 0,2-2-13 0,3 2 9 15,1-2-17-15,-1-1-12 0,2-1-15 0,1-2-34 0,-1-2-42 16,1-1-36-16,-1-1-59 0,-2-5-62 0,1-2-70 16,0 1-74-16,-5 0-177 0,-1-3-554 0,-5-3 245 15</inkml:trace>
  <inkml:trace contextRef="#ctx0" brushRef="#br0" timeOffset="115382.29">16078 7143 68 0,'11'-12'273'0,"3"0"-25"16,2 3-28-16,3-1-24 0,8-2-20 0,2 1-14 15,0-2-26-15,6-2-46 0,-2 6-49 0,2 0-63 16,2-4-60-16,1 5-169 0,-3 0-273 0,-2 2 121 16</inkml:trace>
  <inkml:trace contextRef="#ctx0" brushRef="#br0" timeOffset="116682.37">17509 9899 65 0,'0'0'220'0,"1"-7"-4"0,-1 7-11 15,0 0-13-15,-3-11-12 0,3 11-4 0,0 0-5 16,0 0 2-16,-2-7-23 0,2 7-8 0,0 0-11 15,0 0-10-15,0 0-12 0,0 0-9 0,0 0-7 16,0-10-9-16,0 10-14 0,0 0-5 0,0 0-8 16,0 0-4-16,0 0-9 0,0 0-5 0,0 0-4 15,0 0-7-15,0 0-1 0,0 0-6 0,0 0-1 16,0 0-2-16,0 0-2 0,0 0-2 0,0 0-4 16,18 19 1-16,-11-11-1 0,-1 0 0 15,2 3-2-15,-1-2 10 0,2 5-6 0,0 0 2 0,3 0-3 16,-3 2 8-16,1 0-4 0,3-2 2 0,-4 2-3 15,1 0 6-15,-3-1-7 0,8 6 0 0,-8-5 0 16,3 0 0-16,-1-1-6 0,0 0 0 0,1-1 4 16,0 3-5-16,-1-4-1 0,-1-2 2 0,-1 0 2 15,2-1-3-15,-3-4-1 0,3 3 0 0,-4-4 2 16,0 2 0-16,0-2-4 0,-2-1 1 0,-3-4 0 16,6 6 3-16,-6-6 1 0,5 7 2 0,-5-7 17 15,4 6 15-15,-4-6 6 0,0 0-7 0,0 0-3 16,0 0-2-16,8-18 4 0,-5 7-15 0,0 0 1 15,3-6-4-15,-1 0-1 0,1-2-1 0,0-5-2 0,2-1-5 16,1 2-5-16,1-3 1 0,-3-1 0 0,0 3-1 16,1-2 1-16,0 8 0 0,-2 0-2 15,-2 0-9-15,2 0 5 0,-1 1 0 0,0 5-5 0,-1 1-7 16,-1 1-7-16,1 1 0 0,-3 1-10 16,0 3-14-16,-1 5-14 0,5-10-20 0,-5 10-25 15,2-7-27-15,-2 7-18 0,6-2-7 0,-6 2-20 16,0 0-28-16,14 3-9 0,-8 1-21 0,1-1-156 0,2 4-418 15,0 0 185-15</inkml:trace>
  <inkml:trace contextRef="#ctx0" brushRef="#br0" timeOffset="116985.15">18303 10037 166 0,'0'0'248'0,"0"0"-5"0,0 0-8 0,-5-14-4 16,5 14-8-16,-5-6-4 0,5 6-13 0,-7-7-21 16,7 7-2-16,-10-3-23 0,4 1-10 0,6 2-18 15,-17 5-8-15,4 2-11 0,-1 2-6 0,-2 0-11 16,3 2-9-16,0 1-7 0,0 1-9 0,2 1-2 16,-1 1-11-16,4-1-9 0,3-2-1 0,-1 4-1 15,2 0-5-15,0-3-8 0,4-2-3 0,2 1 0 16,3 3-2-16,0-5-16 0,-1 2-11 0,2-2-9 15,3-1-14-15,1-1-16 0,4 2-21 0,0-4-17 16,2-2-27-16,3 0-35 0,-2-1-30 0,2-1-23 16,1-2-36-16,-3 0-38 0,0-1-141 0,-4-2-439 15,5-1 194-15</inkml:trace>
  <inkml:trace contextRef="#ctx0" brushRef="#br0" timeOffset="117932.64">18794 10001 121 0,'0'0'173'0,"0"0"0"0,0 0-10 0,0 0-13 15,0 0-6-15,-2-11-10 0,2 11-9 0,0 0-8 16,0 0-4-16,0 0-7 0,0 0-9 0,0 0-2 15,0 0-4-15,0 0-5 0,0 0-3 0,0 0-2 16,0 0-7-16,0 0 0 0,0 0-4 0,0 0-1 16,0 0-2-16,0 0-1 0,0 0-1 0,0 0 1 15,0 0-2-15,0 0-2 0,0 0 0 0,0 0-10 16,0 0-4-16,-6-4-2 0,6 4 1 0,0 0-7 16,-10-1-1-16,10 1-5 0,0 0 3 0,-12 0 4 15,12 0-1-15,0 0-3 0,-15 0 2 16,10 2-1-16,5-2 0 0,-14 3 2 0,5 3 0 0,0-1 2 15,-3 1-9-15,3 2 6 0,0 0 1 0,-2 0-1 16,1 4-5-16,-1 1-9 0,1 0 4 0,1 2 1 16,3-7-4-16,-1 7-4 0,2-4-2 0,2-1-5 15,5 2 4-15,-3-2-2 0,2 1-5 0,2-1 0 16,2 0 12-16,0 0-24 0,3-2-1 0,-2 0-2 16,5-1-9-16,0 0-12 0,0-2-10 0,7 1-23 15,-5-3-16-15,3 1-25 0,-1-1-26 0,-2-2-27 16,4 1-24-16,1-1-18 0,-1-2-25 0,2-1-36 15,-1 1-164-15,-2-2-454 0,-2 0 201 0</inkml:trace>
  <inkml:trace contextRef="#ctx0" brushRef="#br0" timeOffset="118139.24">19167 10007 157 0,'0'0'286'0,"0"0"-8"16,0 0-12-16,0 0-18 0,0 0-14 0,-1-10-24 16,1 10-20-16,0 0-20 0,0 0-19 0,7-6-22 15,-2 5-20-15,2-2-30 0,2 2-30 16,3-3-35-16,-1 0-42 0,-1 4-45 0,-10 0-38 0,22-4-37 16,-12 4-35-16,-4 0-156 0,-6 0-365 0,0 0 162 15</inkml:trace>
  <inkml:trace contextRef="#ctx0" brushRef="#br0" timeOffset="118300.57">19177 10107 37 0,'-8'4'222'0,"3"0"3"0,0 0-2 15,5-4 0-15,-8 4-2 0,8-4-9 0,-5 6-7 16,5-6-14-16,0 0-8 0,-6 4-9 16,6-4-21-16,0 0-7 0,0 0-13 0,0 0-15 0,0 0-20 15,28 3-20-15,-14-7-32 0,5 1-44 0,2-1-47 16,6-2-68-16,3-2-67 0,0-2-59 0,-2 1-147 15,2-1-418-15,2 0 185 0</inkml:trace>
  <inkml:trace contextRef="#ctx0" brushRef="#br0" timeOffset="118532.14">19742 9839 12 0,'0'0'320'0,"-8"-6"-13"0,8 6-20 0,0 0 1 16,-4-6-27-16,4 6-20 0,0 0-26 0,0 0-21 16,14-12-23-16,0 8-17 0,4-1-14 0,4 0-23 15,6-2-21-15,1 2-19 0,1 0-27 0,-2 2-24 16,-9-3-34-16,2 4-28 0,-3 1-37 0,-4 0-30 16,-1-1-26-16,-2 1-37 0,-3 1-7 0,-8 0-15 15,11-1-3-15,-11 1 4 0,9-2-97 0,-9 2-308 16,0 0 137-16</inkml:trace>
  <inkml:trace contextRef="#ctx0" brushRef="#br0" timeOffset="118865.7">20037 9765 568 0,'-36'0'-10'0,"27"0"23"0,0 0 8 16,0-1 20-16,-3-1 37 0,3 1 7 0,9 1 13 16,-16 0 10-16,10 1 13 0,6-1-1 0,0 0 5 15,-10 0-7-15,10 0-6 0,0 0 4 0,-12 5 25 16,8 1 9-16,1 3 7 0,0 1-11 0,0 2-2 16,0 1-2-16,0 6-4 0,0 0 4 0,1 0-10 15,1 1-12-15,-1-1-5 0,1 1-12 0,-3-1-4 16,2 6-14-16,1-7-9 0,1 0-3 0,1 1-10 15,-2-3-1-15,1 1-8 0,-2-1-3 0,4-5-8 16,-4 1 16-16,4-1-25 0,-2-1-3 0,-2 0-11 16,0-3-13-16,-1 2-11 0,1-1-6 0,-2-2 5 15,0 0-20-15,-3-2 0 0,0-1-7 0,-2 2-1 16,1-3 11-16,2 0-10 0,-3-1 1 0,9-1 6 16,-14-1 0-16,14 1 8 0,-14-1-5 0,14 1 9 15,-8-3-1-15,8 3 18 0,-6-3-13 0,6 3 4 16,0 0 0-16,-4-7 7 0,4 7-2 0,0 0-4 15,0 0 2-15,14-9-1 0,-5 6-3 0,0 1-9 16,2-1-5-16,7 1-11 0,0-3-18 0,3 2-18 0,-1-1-22 16,-1 1-25-16,4 0-32 0,-3-1-23 0,9-3-25 15,-4 2-19-15,-3 0-10 0,0 0-15 16,-1 2-124-16,-4-1-392 0,2 0 173 0</inkml:trace>
  <inkml:trace contextRef="#ctx0" brushRef="#br0" timeOffset="119065.43">20197 10061 107 0,'10'-7'70'0,"0"-1"16"0,-2 1 22 0,-2-3 8 16,1-1 6-16,-3 5 25 0,-1-3 12 0,-1 3 9 15,-2 6 10-15,5-11 5 0,-5 11 9 16,0 0-3-16,-8-14 1 0,8 14-6 0,-6-5-10 0,6 5 5 16,0 0-14-16,-18 1 0 0,5 2 5 0,3 5-2 15,-2 0-1-15,-2 2-4 0,3 3-16 16,-3 0 0-16,2 0-21 0,6-3-9 0,-2 5-15 16,0-2-4-16,5-1-9 0,0 1-9 0,7-1-12 0,-3-1-21 15,4 2-2-15,2-3-30 0,3 0-21 0,3-2-39 16,2 2-30-16,2-5-40 0,2 0-39 0,1-2-42 15,1-2-49-15,7 0-27 0,-7-3-24 16,0-2-243-16,-1 0-581 0,0 1 257 0</inkml:trace>
  <inkml:trace contextRef="#ctx0" brushRef="#br0" timeOffset="119321.3">20530 9880 202 0,'4'-19'229'0,"-1"8"13"16,-2 0 15-16,-1 1 6 0,0 4-5 0,0 6 2 15,3-12-15-15,-3 12-9 0,1-7-25 0,-1 7-21 16,0 0-4-16,0 0 1 0,0 0 9 0,0 0-7 16,0 0-10-16,-1 31-13 0,-1-14-5 0,-2 8-5 15,1-5-18-15,-1 6-10 0,0-2-13 0,0 3-10 16,3-2-16-16,-2-1-5 0,5-1-8 0,0-4-10 16,-2-1-27-16,3-2-18 0,3 2-38 0,-3-3-37 15,-2-3-22-15,4 3-24 0,-4-5-22 0,3-1-11 16,-1-1-35-16,-2 0-23 0,0-3-12 0,-1-5-19 15,3 10-4-15,-3-10-16 0,0 0-16 0,0 0-12 16,0 0-162-16,0 0-468 0,0 0 207 0</inkml:trace>
  <inkml:trace contextRef="#ctx0" brushRef="#br0" timeOffset="119583.4">20561 9901 30 0,'9'-27'164'0,"1"2"3"15,3-1 4-15,-3 11 0 0,-1-2 14 0,4 3 6 16,-5 4 5-16,-1 1-7 0,1 0-11 0,-1 2-17 15,-1 4-14-15,-1 0-4 0,-5 3-1 0,11 0 5 16,-11 0 2-16,12 3-6 0,-7 3-5 0,-1-1-7 16,-2 1-18-16,2 3-3 0,-2 3 5 0,-1-2-9 15,-2 3 11-15,-2 4 0 0,-1-6-3 0,-4 3 2 0,1 2-12 16,-3-3 0-16,2 3-7 0,0-6 1 0,2 2-16 16,-2-3-13-16,2 1-3 0,-1-1-5 15,2 1-9-15,1 1-3 0,2-2-6 0,-4 0-3 16,4-2-9-16,2-7 11 0,4 16-17 0,0-8-19 0,0-3-25 15,3 1-52-15,4-1-31 0,6 0-55 0,0-2-57 16,3 1-62-16,2-4-39 0,8-2-296 0,-10 0-663 16,2 0 294-16</inkml:trace>
  <inkml:trace contextRef="#ctx0" brushRef="#br0" timeOffset="119787.49">21065 9894 72 0,'3'-6'268'0,"1"0"-1"0,-2 1-11 0,-2 5 7 16,0 0-7-16,0-10-9 0,0 10-4 0,0 0-7 15,0 0 4-15,-27 4 7 0,11 3-7 0,-5 9-9 16,0 0-6-16,-1 2 0 0,-1-1-13 0,3 3-12 16,1 2-6-16,1-2-17 0,8-7-16 0,1 0-18 15,1 3-8-15,2-1-19 0,4 0-7 0,1-4-14 16,2 0-17-16,1-3-7 0,2 3-22 0,1-3-20 16,2 0-41-16,4-2-39 0,0-2-42 0,7 1-47 15,-3 0-44-15,6-2-51 0,-2 1-52 0,-2-4-62 16,-4 2-307-16,-1 0-711 0,-2-1 315 0</inkml:trace>
  <inkml:trace contextRef="#ctx0" brushRef="#br0" timeOffset="120265.93">18404 10853 132 0,'-7'-4'323'0,"7"4"-30"0,-3-9-17 0,3 9-19 15,-4-8-26-15,4 8-23 0,0 0-19 0,9-13-26 16,1 10-12-16,5-3-14 0,4-1-17 0,11 1-1 16,-3 0-31-16,-1 1-31 0,1-1-19 0,-5 4-36 15,-2 1-35-15,-2-1-34 0,2 2-39 16,-8 0-27-16,2-2-27 0,-3 2-19 0,-4 2-21 0,-7-2-118 16,13 0-344-16,-13 0 152 0</inkml:trace>
  <inkml:trace contextRef="#ctx0" brushRef="#br0" timeOffset="120598.61">18620 10772 72 0,'0'0'116'0,"-16"0"2"0,16 0-13 16,-10-1 14-16,10 1-8 0,0 0-14 0,-14-2-1 16,14 2 4-16,-6 6 8 0,3-3-4 0,3-3 19 15,-1 13 6-15,-2-3-13 0,1 2-6 0,2 1 14 16,1 2-3-16,-1 2-9 0,1 1-10 0,-1-1-6 16,3 0-6-16,-2 0 2 0,3 2-5 0,-3-3-7 15,2 0-10-15,1 0-5 0,1 1-5 0,-3-1-8 16,2-4-5-16,-1-1-3 0,-2 0-5 0,0-1-5 0,1 0 2 15,-1 0-7-15,-1-4 0 0,0 2-5 16,0-8 5-16,0 13-10 0,-1-5-3 0,1-8-7 16,-7 7-1-16,5-1-3 0,2-6 0 0,-9 6-5 15,5-4 2-15,4-2 2 0,0 0-2 0,-10 4-2 0,10-4 2 16,-7 1-1-16,7-1 0 0,0 0 0 0,0 0 3 16,0 0 4-16,-14-2 10 0,14 2 0 15,0 0 2-15,0 0 3 0,0 0 4 0,0 0-6 0,0 0-8 16,0 0 7-16,0 0-8 0,0 0-7 0,0 0 3 15,0 0-13-15,30-3-15 0,-16 1-25 16,4 2-19-16,3-2-34 0,1 2-30 0,7-3-57 16,-1-1-27-16,-7 1-47 0,7-2-132 0,1 1-423 0,0-2 188 15</inkml:trace>
  <inkml:trace contextRef="#ctx0" brushRef="#br0" timeOffset="120799.41">19091 10960 225 0,'-6'-2'245'0,"-3"-1"1"16,9 3-5-16,-21 0 1 0,9 4-11 0,-1-1-4 16,-5 6-9-16,4-2-18 0,-2 4-6 0,1 1-18 15,3-2-12-15,3 0-14 0,1-1-18 0,1 3-13 16,4-1-8-16,-2 0-7 0,2 2-14 0,2-3-7 16,2 2-1-16,3-1-15 0,2 0-19 0,3-2-31 15,4 0-32-15,2-1-35 0,1 0-43 0,3-1-45 16,0-1-46-16,2-3-31 0,7-2-41 0,-8 0-188 15,-1-2-480-15,3 0 212 0</inkml:trace>
  <inkml:trace contextRef="#ctx0" brushRef="#br0" timeOffset="121065.76">19457 10959 109 0,'7'-5'189'16,"-7"5"-19"-16,0 0-16 0,0 0-17 0,7-4-15 0,-7 4-10 15,0 0-15-15,0 0-12 0,0 0-27 0,0 0-27 16,10 10-15-16,-10-10-34 0,-1 11-6 16,1-4-8-16,0-7-12 0,-8 16-2 0,3-6-1 15,1 0 5-15,-2 1 2 0,-2-1 4 0,3 0 13 0,-1 0 4 16,1-1 15-16,1 0 5 0,-3 0 1 0,1-1-7 16,3-1 23-16,1-1 4 0,-1 0-6 15,3-6 6-15,-1 10 10 0,0-3-9 0,1-7 20 16,4 9 6-16,-4-9-14 0,5 6-16 0,4-4-14 0,1 0-24 15,1-4-35-15,7 2-44 0,0 0-72 0,3-6-183 16,0 1 81-16</inkml:trace>
  <inkml:trace contextRef="#ctx0" brushRef="#br0" timeOffset="121465.37">19976 10710 329 0,'0'0'312'0,"0"-10"-27"0,0 10-28 0,0 0-22 15,0 0-14-15,0 0 26 0,0 0-18 0,0 0 0 16,15 19-14-16,-7-2-18 0,1-2-18 0,-2 3-8 16,1-1-10-16,5 10-16 0,-4-5-4 0,0 2-12 15,2-1-2-15,-6-6-3 0,4-2-11 0,-1 2-6 16,-2-5-19-16,2-2 4 0,-2 1-20 15,-1-2-3-15,1-1-4 0,-3-3 1 0,0 0 5 0,2 0-3 16,-5-5 0-16,5 5 6 0,-5-5 6 0,4 6 0 16,-4-6-4-16,0 0-6 0,0 0-8 0,13-7-7 15,-9 1-4-15,2-1-8 0,-1-2 1 0,0-2-8 16,-1-1-3-16,3-2-5 0,-5-3-5 0,4 0-1 16,-1 0-17-16,1-2-10 0,0 2-5 0,-1-2-11 15,-1 1-6-15,1 2-5 0,-1 5-15 0,1-4-4 16,-2 3-9-16,-1 2-23 0,2 1-19 0,-3 4-27 0,-1 5-24 15,4-11-33-15,-1 5-38 0,-3 6-29 16,0 0-15-16,7-1-20 0,-7 1-26 0,11 8-244 16,-6-1-603-16,4-1 268 0</inkml:trace>
  <inkml:trace contextRef="#ctx0" brushRef="#br0" timeOffset="121683.43">20570 10796 21 0,'0'0'284'0,"0"0"-3"0,-9-11-6 0,9 11 4 0,-14-4-1 16,4 4-2-16,10 0-2 0,-22 4-18 0,12-1 6 16,-3 3-16-16,-1 1-5 0,0-1-7 0,1 4-12 15,0 3-18-15,1-1-19 0,0 3-11 0,2-3-19 16,1 1-16-16,1 1-13 0,4-2-16 0,2 0-12 16,-1 1-3-16,3 0-15 0,1 0-22 0,3-1-25 15,3-2-32-15,1 0-31 0,0 0-61 0,4 0-45 16,2 1-51-16,0-3-58 0,3-2-68 0,2-3-53 15,-3 1-221-15,4-2-635 0,0-1 281 0</inkml:trace>
  <inkml:trace contextRef="#ctx0" brushRef="#br0" timeOffset="121900.51">20888 10816 255 0,'0'0'298'0,"-4"-9"-6"16,-1 3 0-16,5 6 0 0,-11-4-4 0,11 4 5 15,-19 3-8-15,7 4-13 0,-5 0-10 0,2 2-19 16,-1 1-27-16,1 4-16 0,0-1-23 0,4 1-16 16,-2 0-20-16,3 1-14 0,4-4-11 0,1 4-11 15,4-3-23-15,1 0-21 0,1 0-20 0,3 0-29 0,1 0-34 16,4-2-33-16,3-2-25 0,1 0-29 16,1 0-42-16,4-1-52 0,1 0-51 0,0-2-42 15,-3-1-262-15,1 1-603 0,-3-2 268 0</inkml:trace>
  <inkml:trace contextRef="#ctx0" brushRef="#br0" timeOffset="122153.45">20355 11314 203 0,'-33'6'334'0,"5"-3"-29"0,8 4-27 0,8-7-5 0,0 3-26 15,4-1-5-15,8-2-10 0,-6 4-4 0,6-4-8 16,0 0-15-16,36 0-13 0,-1-3-26 0,16-3-11 16,4-1-12-16,2-1-29 0,-2-2-10 0,3 5-28 15,-1-1-6-15,-3-2-17 0,-2 4-27 0,-12-1-32 16,-3 1-27-16,-2 2-27 0,-5 2-27 0,-3-2-34 16,-7 4-40-16,-7-1-42 0,1-1-44 0,-5 3-245 15,-4 1-532-15,-2 1 236 0</inkml:trace>
  <inkml:trace contextRef="#ctx0" brushRef="#br0" timeOffset="122406.18">20511 11513 208 0,'0'0'362'16,"0"0"-17"-16,-10-3 1 0,10 3-1 0,-9 2-9 15,9-2-6-15,0 0-21 0,0 0-28 0,-8 2-10 16,8-2 12-16,-5 15-9 0,3-3-7 0,-1 5-16 15,-1 7-22-15,-2 1-20 0,3 0-13 0,1 1-21 16,-1-6-17-16,-1 9-15 0,2-3-13 0,1 0-10 16,-1 2-13-16,1-8-13 0,1-1-10 0,1-2-16 15,1 2-23-15,0-4-20 0,-1-3-25 0,2 0-37 0,0-2-34 16,-2 0-29-16,1-3-48 0,1 4-30 16,1-5-34-16,-4-6-42 0,2 12-35 0,-1-7-32 15,-1-5-18-15,2 6-21 0,-2-6-254 0,0 0-665 16,0 0 294-16</inkml:trace>
  <inkml:trace contextRef="#ctx0" brushRef="#br0" timeOffset="122722.83">20573 11465 182 0,'9'-8'268'15,"1"2"-2"-15,-4 4-7 0,3-2-2 0,-2 2-20 16,-7 2-9-16,15-2-11 0,-9 4-4 0,-6-2-14 0,9 7-13 15,-5-2-21-15,0 5-10 0,-4 0-9 0,0-10-24 16,-4 22-13-16,-1-9 3 0,-4 1-17 0,0 2-12 16,-4-2-2-16,2 1-9 0,-3 0-11 0,0-2-5 15,-1 1 1-15,1-3 2 0,3-3-14 0,-2 4 3 16,4-5-9-16,1 0-2 0,-2 0 1 0,5-1-14 16,1 0 5-16,-1-3-9 0,3 2 4 0,2-5-6 15,-4 11 2-15,2-6-11 0,2-5 6 16,4 12-1-16,-1-7 3 0,5 2-8 0,-1-2 2 0,5 0-23 15,1 1-27-15,6-2-29 0,0-1-27 0,8 2-27 16,1-3-26-16,0-2-31 0,3 1-25 0,2-2-33 16,-2-1-8-16,2 1-17 0,-2-2-187 0,0 2-486 15,0-4 215-15</inkml:trace>
  <inkml:trace contextRef="#ctx0" brushRef="#br0" timeOffset="122922.35">21045 11691 53 0,'9'-8'159'15,"-1"1"10"-15,-3 3 18 0,-1-1 19 0,-3-1 12 16,-1 6 16-16,2-10 9 0,-2 10 8 0,-7-7 17 15,1 3 3-15,6 4 9 0,-21 0 10 0,5 4-2 16,-4 3-4-16,1 1 6 0,-4 6 6 0,0 3-4 16,3 0-9-16,-1 6-5 0,4-3-27 0,2-1-17 15,4-1-21-15,3-1-19 0,3 0-16 0,4-1-19 0,1 0-19 16,4-4-19-16,2 0-37 0,6-2-34 16,6 0-34-16,2-3-59 0,7 0-60 0,3-7-71 15,4 2-78-15,-1-4-38 0,5-4-48 0,-2 2-48 16,1-3-60-16,-9-1-296 0,3 1-803 0,-4 1 356 0</inkml:trace>
  <inkml:trace contextRef="#ctx0" brushRef="#br0" timeOffset="126253.2">18948 11055 87 0,'0'0'116'0,"0"0"-13"16,0 0-4-16,0 0-1 0,0 0-16 16,0 0-6-16,0 0-4 0,0 0-13 0,0 0-1 0,0 0-13 15,0 0-14-15,0 0-30 0,0 0-18 0,0 0-20 16,0 0-9-16,0 0-16 0,0 0-66 0,3 12-138 16,-3-12 61-16</inkml:trace>
  <inkml:trace contextRef="#ctx0" brushRef="#br0" timeOffset="126448.47">18877 11468 51 0,'0'0'171'0,"0"0"-42"0,0 0-56 0,0 0-47 16,0 0-42-16,0 0-57 0,0 0-78 0,0 0 35 16</inkml:trace>
  <inkml:trace contextRef="#ctx0" brushRef="#br0" timeOffset="129165.23">21783 11092 180 0,'0'0'288'0,"0"0"-8"0,0 0 2 16,0 0-6-16,0 0-5 0,0 0-16 0,0 0-13 15,0 0-8-15,0 0-11 0,0 0-12 0,0 0-17 0,0 0-18 16,0 0-33-16,0 0-3 0,0 0-8 0,0 0-22 16,0 0-8-16,19 0-9 0,-2-1-25 0,2 1-12 15,4-3-26-15,3 1-26 0,-4-2-19 16,7 3-19-16,-1 0-38 0,-8-1-36 0,0 2-39 0,-2 0-45 16,-4 2-39-16,-1 0-34 0,-3 2-223 0,-2 1-529 15,-3-2 235-15</inkml:trace>
  <inkml:trace contextRef="#ctx0" brushRef="#br0" timeOffset="129320.79">21831 11253 146 0,'-4'2'221'0,"4"-2"-14"0,-8 4 1 16,8-4 0-16,-5 3-5 0,5-3-6 16,0 0-13-16,0 0-14 0,0 0-15 0,0 0-16 0,0 0-13 15,0 0-10-15,21 5-23 0,-8-7-20 0,6-1-36 16,3 1-39-16,5-2-45 0,-7 2-51 0,11-4-49 15,-4 1-47-15,-6 3-139 0,6-3-360 0,-9 0 159 16</inkml:trace>
  <inkml:trace contextRef="#ctx0" brushRef="#br0" timeOffset="130117.56">22612 10858 61 0,'-4'-5'311'15,"4"5"-17"-15,-5-11-14 0,3 6-15 0,2 5-9 16,-3-7-16-16,3 7-12 0,-1-8-22 0,1 8-18 15,0 0-14-15,5-11-17 0,-5 11-19 0,8-4-14 16,-3 1-15-16,-5 3-11 0,12-1-11 0,-12 1-16 16,13 2-2-16,-5 2-7 0,1 0 5 0,-1 2-16 15,-1 1-6-15,0 2-5 0,-1 1 14 0,-1 0-10 16,-2 4 0-16,1 0 2 0,-4 2 5 0,-2-1-3 16,-2 3-2-16,-2-2 9 0,-3 0-12 0,1-2-7 15,1 2-1-15,-5-3-1 0,1 1-12 0,0-2 1 0,-2-1-8 16,2-1 9-16,4-3-5 0,-4 0 2 0,4-2-3 15,0 0-2-15,2-1-5 0,0 0 17 16,5-4-15-16,-7 5 3 0,7-5-12 0,-6 3 1 0,6-3 2 16,-5 3-1-16,5-3 1 0,0 0-2 0,0 0-8 15,0 0 8-15,0 0-1 0,0 0-2 16,22 0 0-16,-11-2-5 0,2 1 3 0,1-1-6 16,5-2-15-16,1 2-18 0,-1-2-18 0,4 3-15 0,4-3-13 15,0 0-17-15,-6 0-19 0,1 2-14 0,-3-2-17 16,4 0-11-16,4 0-8 0,-9 0-1 0,0 2 0 15,0-2 14-15,-2 1 1 0,-2 0 17 0,-1-3 13 16,1 2 13-16,-1 0 16 0,-2-3 8 0,2 0 15 16,-3 1 14-16,-1-2 1 0,1 0 34 0,0 0 11 15,-3-1 11-15,0-1 14 0,0 2 13 0,-2 0 7 16,0-2 4-16,1 1 13 0,-1 4 19 0,-3-4 21 16,2 4 9-16,-4 5 1 0,4-7-7 0,-4 7-2 15,0 0-3-15,0 0 2 0,0 0 1 0,0 0-1 16,0 0 5-16,0 0 4 0,0 0-6 0,-13 28-1 15,8-14-9-15,1-3-4 0,2 0-13 0,0 2-9 16,1-1 4-16,0-1-3 0,1 1-8 0,2 0 6 16,2-1 23-16,3-2-6 0,0 0-4 0,6-4 9 15,2 1-5-15,6 0-6 0,-1-5-2 0,2-2 1 16,5-2-1-16,2-3 1 0,-2-1-14 0,-7-1-7 16,0 1 2-16,-2 0 4 0,-3-3 3 0,-4 4-18 0,-2-3 3 15,4-3-6-15,-7 2-3 0,-2-1 0 16,0 0-3-16,-3-2-2 0,-2-3-3 0,0 0-1 15,-6 0-2-15,1 4-6 0,-4-2 1 0,-2 1-6 16,-2-1-23-16,2 1 0 0,-5 2-23 0,0 3-19 16,0 3-21-16,-4-1-12 0,1 6-14 0,-2 2-27 15,-6 3-30-15,0 4-41 0,3 1-38 0,5-1-46 16,1 2-50-16,2 1-176 0,4 1-559 0,2-1 248 16</inkml:trace>
  <inkml:trace contextRef="#ctx0" brushRef="#br0" timeOffset="130881.5">22585 11383 102 0,'-7'2'247'0,"-4"-1"-5"0,0-2-8 16,1 2-5-16,-1-1-9 0,0 1-11 0,3 0-14 0,8-1-15 15,-11 2-13-15,11-2-3 0,-12 0-9 16,12 0-4-16,-5 4-19 0,5-4-6 0,0 0-2 16,0 0 4-16,31 6-14 0,0-2-12 0,6-5-7 0,23-1-6 15,4-2-13-15,33-5-4 0,-31 2-10 0,27-6-5 16,-1 0-5-16,-28 7-8 0,2-1-2 16,23-3-10-16,-29 4-7 0,-2 0 12 0,0 0-2 15,-1 0-8-15,-5 1 1 0,-15 0-4 0,-2 1 0 0,-3 0-5 16,-4 0 2-16,-8 3-1 0,-7 0-1 15,0-1-4-15,-2 2 5 0,-2-1-4 0,0 1 6 16,-9 0-7-16,12-2-1 0,-12 2 0 0,10-1 0 16,-10 1-2-16,0 0 1 0,10 0-14 0,-10 0-9 0,0 0-27 15,0 0-36-15,0 0-36 0,0 0-41 0,0 0-49 16,0 0-59-16,0 0-48 0,-23 8-217 0,10-4-565 16,-5-3 250-16</inkml:trace>
  <inkml:trace contextRef="#ctx0" brushRef="#br0" timeOffset="136182.21">22505 11782 101 0,'0'0'142'15,"-10"0"-4"-15,10 0-2 0,0 0-6 0,0 0-2 16,0 0-5-16,0 0-1 0,0 0 1 0,0 0-5 15,0 0 1-15,0 0-2 0,0 0-1 0,0 0-3 16,0 0-5-16,0 0-2 0,0 0-2 0,0 0-3 16,0 0 0-16,0 0 1 0,0 0-2 0,0 0-14 15,0 0-6-15,0 0-10 0,0 0-6 0,0 0-5 16,0 0-9-16,0 0-5 0,0 0 6 0,20-10-14 16,-11 7-3-16,0 3-6 0,2 0-2 0,-1 0-3 15,-2-1-4-15,3 1 0 0,-11 0-1 0,12 1-8 16,-4 1-4-16,-2 0 4 0,1 3-3 0,-3-1-1 15,0 1-1-15,1 3-2 0,-4 1 5 0,-1 0-2 16,-1 4-1-16,-3-2-2 0,0 1 1 0,-2 1 1 16,-2 3 0-16,-4-4 1 0,6-1-3 0,-3 2-3 15,1-4 2-15,1 0-4 0,2-1 4 0,-2 1-1 16,3-2-1-16,0-2-6 0,2 0-2 0,-2 1-1 16,4-6-4-16,-5 9 1 0,5-9 1 0,-1 7-8 15,1-7 3-15,2 9 3 0,-2-9-1 0,10 8 0 16,-6-4 5-16,3 0-2 0,-2 0 1 0,1 1 2 15,3 0 6-15,-2 0-6 0,-1-2 0 0,3 2 0 16,-3 0 1-16,-1-3-1 0,1 3 3 0,-1 0-1 0,-1-2 1 16,-4-3 9-16,5 6-9 0,-5-6 0 0,3 9 1 15,-3-9 4-15,0 0 0 0,-7 13 10 16,0-7-7-16,0 0 1 0,-2 1-4 0,-3-2 4 16,-1 0-4-16,0 0 0 0,1 0 2 0,-1 0-13 0,0-1-15 15,2 0-18-15,-1 0-38 0,2 0-34 0,1-1-40 16,0-1-38-16,3 1-46 0,-2-1-121 0,8-2-392 15,0 0 174-15</inkml:trace>
  <inkml:trace contextRef="#ctx0" brushRef="#br0" timeOffset="136383.63">22778 11997 2398 0,'11'-6'113'0,"-4"-2"-8"0,-3 3-32 0,4 0 5 0,-5 0-10 16,-3 5-2-16,6-7-2 0,-6 7 12 0,2-6 2 15,-2 6 5-15,3-6 5 0,-3 6-10 0,0 0-5 16,0 0-13-16,4-6-2 0,-4 6-5 16,0 0-8-16,0 0-25 0,0 0-12 0,4-4-38 0,-4 4-30 15,0 0-27-15,0 0-27 0,0 0-26 0,0 0-29 16,0 0-26-16,0 0-26 0,10 10-27 0,-10-10-156 16,5 8-437-16,-5-8 194 0</inkml:trace>
  <inkml:trace contextRef="#ctx0" brushRef="#br0" timeOffset="136800.21">23107 11765 190 0,'15'-10'201'0,"1"2"-1"0,3 0-7 0,1 2-10 15,-1 0-10-15,2 2-3 0,-2 0-13 0,0 3-19 16,-1-1-6-16,-4 2-10 0,-1 0-18 0,-2 0-12 15,0 1-7-15,-1 3-9 0,-3-3-7 0,0 3-3 16,-1 0 3-16,-2-1 2 0,-1 4 3 0,-1 0 2 16,-4 3-9-16,-1 1-5 0,-3-2-7 0,-2 2-6 15,-1 2-4-15,-2 0-2 0,2-3-6 0,1-1-9 16,-2 1-4-16,2 0-5 0,2-1-7 0,-2 1-7 16,3-1-3-16,-1 0-9 0,0-1-5 0,4 1-6 15,0-1 0-15,1-1 0 0,1-7 0 0,1 17-5 16,2-11 5-16,1 2-2 0,0-2 5 0,1 0-4 15,-1 0 2-15,-1-1 1 0,1 1 1 0,1-1 1 16,-1 0 3-16,0 0-1 0,-4-5 2 0,8 6 2 16,-8-6 1-16,4 6 3 0,-4-6 0 0,0 0 6 15,2 5 12-15,-2-5-3 0,0 0 5 0,0 0 2 16,-10 9 0-16,4-6-6 0,6-3 3 0,-16 6-2 16,6-5 1-16,2 2-3 0,-2 0-1 0,-1-1-18 0,2 0-18 15,-3 1-23-15,1 0-25 0,-1-2-41 16,2 1-45-16,1 0-41 0,0-1-184 0,0 1-416 15,1-1 185-15</inkml:trace>
  <inkml:trace contextRef="#ctx0" brushRef="#br0" timeOffset="137168.48">23530 11697 261 0,'0'0'257'0,"-1"-6"-6"0,1 6-4 15,0 0-13-15,0-9-15 0,0 9-9 0,0 0-11 0,0 0-14 16,0 0-18-16,0 0-12 0,0 0-13 0,0 0-7 15,0 0-26-15,-3-7-11 0,3 7-14 16,0 0-11-16,0 0-5 0,0 0 0 0,0 0-6 16,13 16-2-16,-9-8-5 0,3 0-1 0,-2-1-9 15,2 2 0-15,2 1-5 0,0 0-4 0,-2 1-3 16,1-1-7-16,0-1 2 0,3 1-2 0,-3-2-3 0,2 2-2 16,0 0 1-16,1-2-13 0,-2 0-28 0,1 1-32 15,-3-2-37-15,0-1-42 0,2 1-44 0,-2 0-40 16,-2 2-33-16,1-2-224 0,-4-1-510 0,2 0 226 15</inkml:trace>
  <inkml:trace contextRef="#ctx0" brushRef="#br0" timeOffset="137399.19">23757 11697 56 0,'0'0'270'0,"-5"-6"-13"0,5 6-10 0,-9-4-16 15,9 4-7-15,0 0-6 0,-23 8-10 0,16 0-12 16,-4 0-17-16,-3 3-13 0,1 2-12 0,-2 3-18 16,1 4-12-16,-1-1-14 0,-1 3-6 0,5-7-5 15,1 4-14-15,1-3 1 0,-3 1-37 0,3-2-43 16,2 2-30-16,-2 0-31 0,1-1-46 0,2-1-58 16,1-2-48-16,2-2-48 0,0 0-146 0,1-2-435 15,2-1 193-15</inkml:trace>
  <inkml:trace contextRef="#ctx0" brushRef="#br0" timeOffset="137654.1">23834 11686 265 0,'3'-6'304'15,"-3"6"-21"-15,2-9-17 0,-2 9-24 0,3-7-14 16,-3 7-23-16,2-5-17 0,-2 5-18 0,0 0 4 15,0 0 12-15,0 0-4 0,0 0-2 0,12 24-19 16,-12-13-8-16,3 0-4 0,-1 2-22 0,0-1-10 0,1 5-12 16,-2 1-15-16,0 0 6 0,2 0-25 15,-2-1-1-15,1-2-8 0,-1 1-29 0,0-2-28 0,1 2-32 16,-2-4-35-16,1-2-42 0,-2 0-37 16,1 0-35-16,1-1-34 0,-1 0-28 0,0 1-26 0,0-2-218 15,0-1-522-15,0-7 231 0</inkml:trace>
  <inkml:trace contextRef="#ctx0" brushRef="#br0" timeOffset="137932.4">24008 11858 37 0,'0'0'217'0,"5"-7"-21"16,-5 7-7-16,4-5-9 0,-4 5-8 0,0 0-5 16,0 0-5-16,9 0-9 0,-9 0-7 15,0 0-14-15,0 0-8 0,12 5-10 0,-12-5-5 0,8 4-6 16,-8-4 1-16,12 3-10 0,-12-3-2 0,11 1 1 15,-11-1-1-15,10-1-8 0,-10 1 6 0,11-3-11 16,-11 3 4-16,10-7-5 0,-6 5-6 0,-4 2-6 16,5-10 11-16,-3 6-15 0,-2 4-3 0,3-11-5 15,-1 3-10-15,-2 8-6 0,-3-15 6 0,0 8-5 16,2 1-4-16,-1-4-1 0,0 4-7 0,-2-1-4 16,-1 0-8-16,0 3-11 0,5 4-15 0,-8-10-22 15,2 8-27-15,-1-1-38 0,7 3-36 0,-16 1-46 16,5 3-39-16,-1 0-50 0,-4 1-195 0,5 0-502 15,1 2 223-15</inkml:trace>
  <inkml:trace contextRef="#ctx0" brushRef="#br0" timeOffset="138349.01">24139 11543 2418 0,'2'-17'105'0,"0"4"13"16,2-3-59-16,-3 6-17 0,5 0-18 0,-1 2-10 15,2 1 2-15,1-1 8 0,5 4 11 0,-1-3 10 16,4 3 5-16,-3 0 4 0,-1 2-4 0,2 1-4 16,-2 1-2-16,0 0-8 0,-1 1-2 0,-2-2-6 15,1 2-1-15,-1 2-4 0,-3-2 1 0,0 3-7 16,-6-4 9-16,7 10 3 0,-5-4-1 0,-2 2-1 15,0 2-5-15,0-10-6 0,-4 14 2 0,0-6-7 16,0 2-7-16,-1-2-6 0,2 1-18 0,-2-4-11 16,3 2-10-16,-1 0-6 0,2 0-15 0,0 2-5 15,1-9-7-15,0 13-3 0,1-6 2 0,0-1 6 16,3-1 8-16,2 2 3 0,-1 0 4 0,2-1 8 16,-1-1 5-16,-3 0 4 0,6 1 3 0,-6-2 0 15,-3-4 5-15,6 7 12 0,-2-4 13 0,-4-3 17 16,3 5 15-16,-3-5 12 0,0 0 5 0,2 8 0 0,-2-8-4 15,0 0 2-15,-15 10-7 0,7-8-3 0,-1 2-3 16,-2-1-20-16,0 0-19 0,3 0-27 0,-2 0-42 16,-3-1-48-16,3 0-55 0,0-1-231 0,-4 0-445 15,4 0 196-15</inkml:trace>
  <inkml:trace contextRef="#ctx0" brushRef="#br0" timeOffset="138622.47">24608 11205 199 0,'0'0'345'0,"0"-12"-25"16,0 12-12-16,0 0-10 0,2-6-18 0,-2 6-12 15,0 0-23-15,4-6-23 0,-4 6-38 0,11-5-7 16,-1 1-16-16,3 1-8 0,-1-1-40 0,4-1-38 16,-2 2-28-16,2-1-40 0,-4 3-36 0,0 1-45 15,-2 1-41-15,2 0-47 0,-3 2-20 0,0 0-18 16,-2 1-22-16,-4 0-181 0,-3-4-438 0,2 10 194 0</inkml:trace>
  <inkml:trace contextRef="#ctx0" brushRef="#br0" timeOffset="138765.85">24694 11289 205 0,'-5'5'230'0,"5"-5"-7"16,0 0-2-16,0 0 0 0,-4 6 1 0,4-6-21 16,0 0-12-16,0 0-15 0,0 0-21 0,0 0-12 15,0 0-25-15,0 0-25 0,0 0-23 0,23-4-32 16,-10 2-38-16,1-2-41 0,4 0-54 0,1 0-52 16,8-1-69-16,0-1-113 0,0 0-358 0,-6 3 159 15</inkml:trace>
  <inkml:trace contextRef="#ctx0" brushRef="#br0" timeOffset="140382.19">26061 10708 13 0,'0'0'241'0,"6"-9"2"0,-2 4-9 0,-4 5-7 16,4-11-7-16,-2 7-2 0,-2 4-10 0,0 0-5 15,2-8-12-15,-2 8-13 0,5-6-15 0,-5 6-8 16,0 0-14-16,0 0-4 0,0 0-8 16,0 0-15-16,0 0-8 0,0 0-3 0,-19 14-9 0,7-1-3 15,-1 3-8-15,-6 5 1 0,3 4-13 0,-2-1-2 16,2 1-10-16,1 2-3 0,-1-2-3 15,5 1-10-15,2-2-7 0,1-3-2 0,4-4 1 16,4 2-2-16,-2 1-7 0,4-1 1 0,2-1-1 16,4 0-8-16,1-4 3 0,2-1-10 0,3 1 3 15,3-4-10-15,1-1-4 0,3-1-9 0,-4-3-2 16,6-1-5-16,-2-2-2 0,0 0 1 0,-2-2 1 16,-2-1 6-16,-3 0-7 0,-1-2 8 0,-3-3-1 0,1 2 5 15,0-2 2-15,-2-3-6 0,-2 1 7 16,-1 0-3-16,-3-2 1 0,-3-2 4 0,0 1-6 0,0 0 4 15,-5 1-1-15,-3-1 0 0,0 3 1 16,0-2 3-16,1 3-3 0,-2 0 2 0,-3 0 1 0,2 4-1 16,-1 0 0-16,-1 1-4 0,1 2-6 0,2-1-13 15,-1 1-19-15,10 0-21 0,-13 5-28 0,2-2-29 16,4 3-34-16,-2 2-41 0,3-2-47 0,-2 3-64 16,2-1-159-16,2 2-502 0,1-4 222 0</inkml:trace>
  <inkml:trace contextRef="#ctx0" brushRef="#br0" timeOffset="140998.24">26521 10903 202 0,'0'0'233'0,"0"0"-3"0,7 9-7 16,-7-9-16-16,5 10-10 0,-4-5-11 0,-1-5-12 15,2 14-8-15,0-6-11 0,0 1-5 0,-2-2-9 16,2 0-15-16,-2-7-1 0,4 11-9 0,-4-5-7 0,0-6-6 16,1 8 0-16,-1-8 3 0,0 0 10 15,2 7 9-15,-2-7 0 0,0 0 7 0,0 0 7 16,0 0 4-16,0 0-5 0,0 0-9 0,0 0-13 16,0 0-15-16,0 0-11 0,0 0-7 0,0 0-7 15,0 0-8-15,0 0-13 0,2-27-4 0,4 17-10 16,-3 1-12-16,6-3-15 0,-4 1 7 0,1 2-7 0,1-5-7 15,4 1-3-15,0-1-8 0,0 0 4 0,3 1-5 16,-7 4-2-16,2 0-3 0,2 2-12 0,-2-2 3 16,-3 4 3-16,-1 3 2 0,4-1-5 0,-9 3 2 15,13 3 4-15,-8 1 2 0,1 1 2 16,0 2 2-16,0 1-10 0,-1 2 6 0,1 1 5 16,-2 1-2-16,-1-3 7 0,2 2-6 0,-3-1 6 0,0-4-9 15,-2 2 10-15,2-2 2 0,-2-6-4 0,3 9 9 16,-3-9-6-16,0 8 13 0,0-8 4 15,4 5 6-15,-4-5 4 0,0 0-8 0,0 0-2 0,0 0 0 16,0 0 2-16,0 0-9 0,0 0 10 0,0 0-14 16,0 0-1-16,0 0-17 0,-16-19-4 0,16 19 3 15,3-12-5-15,1 2-2 0,-2 0-1 0,3 1-3 16,3-5 2-16,-1 4 1 0,5-5-5 0,1 1 13 16,-3 2-12-16,0 4 5 0,-1 0 4 0,3 0-1 15,-5 3 14-15,-1 3-23 0,1-1 9 0,-7 3 4 16,14-1-7-16,-14 1-1 0,11 4 9 0,-5 0 5 15,-1-1 0-15,2 7-6 0,-1-1 5 0,-1-1-2 16,-1 3 1-16,1 0 6 0,-1-3-21 0,1 5-34 16,-3-3-31-16,1 3-32 0,-1-2-42 0,0 0-43 15,-2 0-39-15,4-3-36 0,-2 4-33 0,-1-5-176 16,1 1-530-16,2-4 235 0</inkml:trace>
  <inkml:trace contextRef="#ctx0" brushRef="#br0" timeOffset="141398.56">27057 10897 179 0,'0'0'219'0,"4"-6"1"0,-4 6-6 0,0 0-10 16,6-5-16-16,-6 5-10 0,0 0-4 0,0 0 12 15,0 0 6-15,0 0-7 0,0 0-3 16,3 18-3-16,-3-18-8 0,0 15-14 0,0-5-13 16,0-3-10-16,0 3-7 0,0-3-7 0,0-7-4 0,0 12 5 15,0-12-6-15,0 12-5 0,0-12 0 16,2 7 14-16,-2-7 5 0,0 0 3 0,0 0 4 15,-2 8 6-15,2-8-7 0,0 0-10 0,0 0-20 0,0 0-4 16,0 0-10-16,0 0-9 0,-3-27-7 0,3 17-6 16,0-2-9-16,1-2-6 0,1-2-11 0,-2-1-6 15,6-2-5-15,-3 2-6 0,1-2-7 0,3-6-5 16,-2 1-5-16,4 0 5 0,1 1-9 0,-2 5-5 16,2 1 0-16,-3 4 3 0,-2 2-3 0,0 2-1 15,1 0-4-15,-3 5-3 0,1-1 0 16,-4 5-4-16,7-5 3 0,-7 5 0 0,0 0-1 15,13 13 8-15,-10-2 2 0,1 5 10 0,2 0 6 0,-3 1 3 16,3 2 5-16,-2-1 7 0,0 1 1 0,-2-1-4 16,2 2 1-16,1-2-2 0,-1-2-3 0,0 3-1 15,1-3-1-15,0-2 1 0,-3-3-5 0,2 1-10 16,-1-2-26-16,1-1-33 0,-2 0-58 0,5 0-59 16,-5-4-54-16,0 1-56 0,0 0-72 0,-2-6-59 15,6 10-317-15,-6-10-786 0,-2 9 348 0</inkml:trace>
  <inkml:trace contextRef="#ctx0" brushRef="#br0" timeOffset="141555.57">27081 10954 130 0,'0'-9'297'16,"0"9"-30"-16,0 0-12 0,4-14-10 0,1 9-14 0,4-2-23 16,0-2-17-16,7 2-22 0,4-2-19 15,7-2-23-15,6 3-56 0,-2-3-73 0,-3 1-88 16,5-1-79-16,-1 3-178 0,-1-1-376 0,-2-1 167 15</inkml:trace>
  <inkml:trace contextRef="#ctx0" brushRef="#br0" timeOffset="141684.64">27582 10739 113 0,'0'0'334'0,"0"0"-19"0,7-7-22 16,-7 7-6-16,0 0 1 0,7-5-18 16,-7 5 3-16,3-6-14 0,-3 6-26 0,0 0-24 0,0 0-5 15,0 0-42-15,0 0-32 0,0 0-46 0,5-3-46 16,-5 3-48-16,0 0-57 0,0 0-68 0,0 0-82 15,0 0-78-15,0 0-167 0,0 0-500 0,-27 4 222 16</inkml:trace>
  <inkml:trace contextRef="#ctx0" brushRef="#br0" timeOffset="145469.51">17565 8110 92 0,'0'0'88'0,"0"0"-6"0,0 0-10 16,0 0-12-16,0 0 0 0,0 0-27 0,0 0-16 16,0 0-21-16,0 0-27 0,0 0-48 0,0 0-84 15,0 0 37-15</inkml:trace>
  <inkml:trace contextRef="#ctx0" brushRef="#br0" timeOffset="146399.95">19729 7928 8 0,'0'0'98'0,"0"0"-9"0,0 0-6 15,0 0-21-15,0 0 1 0,0 0-8 0,0 0-6 16,0 0-5-16,0 0-6 0,0 0 2 0,0 0-2 16,0 0-7-16,0 0 0 0,0 0-6 0,0 0-1 15,0 0 4-15,0 0-9 0,0 0-3 0,0 0-4 16,0 0-1-16,0 0 6 0,0 0-3 0,0 0-5 15,0 0-4-15,0 0 2 0,0 0 1 0,0 0 0 16,0 0-2-16,0 0-1 0,0 0-5 0,0 0 6 16,0 0 1-16,0 0-7 0,0 0 2 0,0 0-1 15,0 0-3-15,0 0 8 0,0 0-6 0,0 0 0 16,0 0 2-16,0 0-2 0,0 0-3 0,0 0 6 16,0 0-6-16,0 0 4 0,0 0 2 0,0 0-5 15,0 0 10-15,0 0-10 0,0 0 6 0,0 0-8 16,0 0 2-16,0 0 3 0,0 0-1 0,0 0 6 15,0 0 0-15,0 0-4 0,0 0 3 0,0 0 1 16,0 0 1-16,0 0-9 0,0 0-2 0,0 0 6 16,0 0-7-16,0 0 8 0,0 0-13 0,0 0 6 15,0 0-5-15,0 0-1 0,0 0 12 0,0 0-2 16,0 0-6-16,0 0-2 0,0 0-2 0,0 0-9 16,0 0-11-16,0 0-15 0,0 0-19 0,0 0-6 15,0 0-49-15,0 0-129 0,0 0 58 0</inkml:trace>
  <inkml:trace contextRef="#ctx0" brushRef="#br0" timeOffset="147282">19757 8154 110 0,'0'0'172'0,"0"0"-22"0,0 0-3 0,0 0-21 16,0 0-13-16,0 0-8 0,0 0-12 0,0 0-10 15,0 0-8-15,0 0-9 0,-9 1-7 16,9-1-6-16,0 0-7 0,0 0-7 0,0 0-18 0,0 0-4 16,0 0 1-16,0 0-25 0,0 0-18 0,0 0-29 15,0 0-28-15,0 0-21 0,0 0-101 0,0 0-221 16,0 0 98-16</inkml:trace>
  <inkml:trace contextRef="#ctx0" brushRef="#br0" timeOffset="154437.38">26097 6428 59 0,'0'0'118'0,"0"0"-7"0,0 0-9 0,-9-5-12 0,9 5 4 16,0 0-13-16,0 0-3 0,-7-2-9 15,7 2 2-15,0 0-10 0,0 0-1 0,-16 4-5 0,16-4 2 16,-10 2-1-16,3-1-4 0,-1 0-4 0,-2 2 1 15,-1 0 11-15,-3 0-6 0,1-1 6 0,0 0 1 16,-2 1 4-16,3-1 4 0,-5 1-3 16,0-1 4-16,3 0-3 0,-6 1-5 0,2-1 0 0,0 0-3 15,2 1-6-15,-2 0 4 0,7-2 3 0,-1-1-2 16,-1 1-4-16,0 0-2 0,2-1 0 0,4 0 1 16,7 0 0-16,-13 3-4 0,13-3-3 0,-10 1-3 15,10-1-2-15,-9 0-5 0,9 0-1 0,0 0-5 16,-9 1-1-16,9-1 3 0,0 0 4 0,0 0-1 15,0 0-6-15,0 0-3 0,0 0-1 0,0 0-1 16,0 0 1-16,0 0-4 0,0 0-1 0,28 1-1 16,-17-3-2-16,11 2 4 0,5-3-3 15,5 0-3-15,0 1 2 0,1-3-2 0,3 3 0 16,4-3 0-16,12 0 0 0,-14 2-6 0,14-1 6 0,-1 0-2 16,-1 1 0-16,1-1-2 0,0 0-1 0,4 1 2 15,-1 0 1-15,2 1-7 0,0 1 1 0,-2-1 1 16,4 1 4-16,1-1-1 0,-1-2 0 0,3 1 2 15,-1-4 2-15,33 3-2 0,-35 0 4 0,3 0-4 16,-1 0 3-16,3-2-3 0,27 4 4 0,-31-1-2 16,6-2-2-16,25-2 2 0,-27 2 0 0,3 1-3 15,-1-1 0-15,26 1 1 0,-27 0-1 0,2 0 2 16,1-1 0-16,27-3 1 0,-31 5-1 0,27-7 3 16,-25 7-4-16,1-3 2 0,22 0 6 0,-25 2-6 15,2-2-2-15,-4 1 0 0,5-3-3 0,-4 3 0 16,0 0 5-16,3-1-4 0,1 2-6 0,23-6 6 15,-27 6-6-15,1 0 4 0,3-1 6 0,1-1-11 16,-2 0 7-16,27 0 1 0,-32-1-3 0,4 0-1 16,-2 3-6-16,5-6 2 0,-2 5 10 0,0-2-6 15,-1-1-3-15,-1 3-7 0,-1 0 11 0,0-1-4 16,0-1 6-16,-2 4-4 0,0-3-2 0,2-2 2 16,-6 1 2-16,3 1 3 0,-4-2-5 0,0 1-1 15,-4 1-6-15,-13 1 4 0,2 3-1 0,-1-1-3 16,13-4 2-16,-19 1 6 0,4 3-5 0,-4 1 0 15,-1-2 1-15,1-1-8 0,2 4 3 0,-5-5 2 16,0 2-23-16,-1 1 2 0,-2-2 2 0,-8 2 2 16,3 0-6-16,-2 2 8 0,0-2 8 0,-4 1-3 15,-2 1 1-15,-1 0-1 0,1-2 0 0,-1 0 2 16,-3 2 1-16,2-1-2 0,-4 0-5 0,-1 2 8 16,1-1 0-16,-8 1 2 0,15-3-5 0,-9 2-9 15,1-1-5-15,-7 2-3 0,7-3-17 0,-7 3-14 16,0 0-18-16,12-4-29 0,-12 4-20 0,0 0-28 15,6-1-41-15,-6 1-51 0,0 0-234 0,0 0-515 16,0 0 228-16</inkml:trace>
  <inkml:trace contextRef="#ctx0" brushRef="#br0" timeOffset="158015.97">25508 3017 122 0,'0'0'157'0,"-4"-12"-14"0,4 12-8 16,0-10-4-16,-2 4-3 0,2 6 4 0,-4-8-12 15,4 8-5-15,0 0-11 0,-4-10-7 0,4 10-17 16,0 0-5-16,-1-6-12 0,1 6-7 0,0 0-6 16,0 0-10-16,0 0-6 0,0 0-1 0,0 0-8 15,0 0-4-15,0 0 3 0,0 0 1 16,0 0-11-16,2 31-4 0,0-16 2 0,-4 4 2 0,7-3-2 16,-3 12 12-16,2-1-3 0,-2 2 4 15,3-2 27-15,0 5 6 0,-2-1 1 0,-3-1-4 0,6 4-1 16,-2-1-6-16,0-1-3 0,1 1-6 15,4 4 3-15,-4-3 0 0,0 11-2 0,-1-12-1 16,2 2 4-16,-2-1-1 0,6 12-2 0,-1-10 4 16,-2 7 1-16,1 5 3 0,0-4-2 0,-2-8 1 15,1 9 2-15,1-11-4 0,0 0-6 0,-2 2 2 0,3 9-4 16,-4-10-1-16,2-2 2 0,-3 2-3 16,3-3 0-16,-3-3 7 0,0 6-5 0,1-3 1 15,2 0 3-15,-2-1 0 0,-1 1 4 0,0-3-5 16,1 2-4-16,2 1 1 0,0 3-1 0,0-1-4 15,-1 1 3-15,0-2 1 0,-3 0-3 0,8 0-1 16,-8-1-1-16,3 2-7 0,0-2 0 0,-3 1-1 16,-1-2-21-16,2-1 18 0,1-2-1 0,-5 2 3 0,3-6 1 15,-3 4-2-15,2-7 6 0,0 3-12 16,-2 3 4-16,2-2 9 0,-2 0-3 0,1 0 6 16,-1 1-4-16,3-6-3 0,-2 3 8 0,1-4-15 15,-2 7 1-15,4 0-1 0,-1 2 3 0,2-1-3 16,-3 1 0-16,2-1-1 0,-1 2 12 0,3 0-11 15,-4 2 7-15,2-1 0 0,-1-2-1 0,-1-1 1 16,3 1 0-16,-3 1-3 0,1 0-7 0,1 0 7 16,-2 1 0-16,2-3 8 0,-3 1-1 0,3-1-13 15,-2-2 16-15,2 3-3 0,-2-2-10 0,1 2 13 16,0 1 3-16,-1-1 1 0,0-1 3 0,-2 0 3 16,2-3-5-16,0 3-1 0,0 4 3 0,1 0-4 15,-1-2 4-15,0 2 0 0,0-4-4 0,-2-2 0 16,3 2 2-16,-1 0-3 0,3-3 3 0,-5 5-2 15,4-5-4-15,-4 1 2 0,1 0-2 0,3 1 1 16,-2 0 0-16,0 0 7 0,0-7-4 0,0 1-3 16,-1-2 0-16,-1 0-2 0,2 0-5 0,0-2 1 15,0 0-2-15,0-1 0 0,-2-2 3 0,0 0-3 16,0-13 3-16,5 23-2 0,-5-12-2 0,0 1 5 16,0-12-2-16,1 24-4 0,1-8 0 0,-2-3 0 15,0 2 2-15,0-15-3 0,2 20 1 0,-2-20-4 16,0 17-3-16,0-17 3 0,0 12-2 0,0-12 1 15,0 0-6-15,0 16 5 0,0-16-6 0,0 0 3 16,0 0 0-16,0 0-3 0,0 13 0 0,0-13-1 16,0 0-2-16,0 0-7 0,0 0-11 0,0 0-20 15,0 0-31-15,0 0-43 0,0 0-68 16,0 0-66-16,0 0-47 0,0 0-41 0,0 0-46 16,-10-54-51-16,4 39-289 0,1-2-772 0,-1-2 341 0</inkml:trace>
  <inkml:trace contextRef="#ctx0" brushRef="#br0" timeOffset="161999.81">25131 3253 112 0,'0'0'148'0,"-6"-4"1"0,6 4-1 16,-4-4-8-16,4 4-4 0,-4-6-7 15,4 6-5-15,0 0-9 0,-6-5-1 0,6 5-3 16,0 0-3-16,0 0-7 0,-4-6-5 0,4 6-5 15,0 0-6-15,0 0-7 0,0 0-5 0,-7-4-6 16,7 4-7-16,0 0-6 0,0 0-7 0,0 0-5 16,0 0-8-16,0 0-4 0,0 0-4 0,0 0-4 15,0 0-2-15,0 0 0 0,0 0-6 0,0 0-1 16,0 0 0-16,0 0-2 0,0 0-2 0,22 14 2 16,-17-9 5-16,2-1 4 0,1 2 7 0,0 0-1 15,1 0-3-15,3 2 0 0,-1 1 3 0,1 0 3 16,3 2 5-16,0 0-4 0,3 0 3 0,-1 1-1 15,6 1-2-15,-8 1-2 0,8 1 3 0,0 1-9 16,-6-4 6-16,3 6-6 0,1-2-1 16,-1 1-4-16,1 0-1 0,3-2 15 0,-1 5 13 0,1-2-1 15,3 0-3-15,0-1-2 0,-4 0 3 0,4-3-4 16,2 4-6-16,-2-2 3 0,2 1 2 0,-5-1 2 16,5 1-9-16,-2-1-11 0,0-2 4 0,1 3 9 15,-1 0 6-15,0 1-1 0,2 1-8 0,0 1 9 16,-5-4 0-16,8 4-2 0,-5-4-3 0,2 3 3 15,-4-4-1-15,4 1-1 0,1-2-2 0,-6-1-1 16,3 3-6-16,-3-2 6 0,3-1 0 0,3 0 7 16,-1 1-8-16,0 0 5 0,0-1-9 0,1 2 0 15,3-2-5-15,-4 1 0 0,3-1-1 0,-1 3-5 16,-1-4 7-16,3 0 3 0,-4 2-9 0,3-1 2 16,-3-2-1-16,2 1 1 0,-3 1 4 0,-1-2-5 15,2 2 3-15,0-2 2 0,0 2-22 16,-1 0 17-16,1-1 3 0,-1-1-6 0,1 1 4 15,0-2-1-15,-10 0 2 0,8 3-7 0,0-3 3 0,-3 3-1 16,3-1-2-16,4 1-1 0,-3-1-5 0,-1 0 6 16,-2 1 1-16,6 1 1 0,-2-3-2 0,2 2 7 15,-3 1-7-15,1-1 5 0,2 0-6 0,-2 2 6 16,1-2-4-16,-3 0-1 0,-1 2-1 0,3 1-1 16,-4 1-8-16,4-1-10 0,0-2 18 0,-3 2 2 15,1-2 0-15,0 2 8 0,-1-2-3 0,1 1-10 16,-2 0 13-16,2 0 0 0,-8-4 1 0,9 4 4 15,-2-2-8-15,-2 1 0 0,2 0-1 0,-1-1-3 16,-2 0-10-16,1-1 20 0,-1 3-6 0,2-2-1 16,0 2 3-16,1-5-2 0,-3 6-8 15,2-3 6-15,1-1 0 0,-3 1-2 0,2 0 3 16,-1 1-7-16,1-1 6 0,-5-6-1 0,7 10-2 0,-4-4-2 16,4 0 5-16,-1-1-4 0,-1 0 2 0,1 2 3 15,-2-2-3-15,0 3 2 0,1-3 2 0,0 0-1 16,-1 1-2-16,2-1 5 0,-2-1-5 15,5 2 7-15,-4 0-5 0,-2 0-8 0,3 1 8 0,-1-3-3 16,1 2 4-16,1-1-1 0,-3 3-4 16,1-2 0-16,1-1 2 0,-2 4 0 0,3-4-2 0,-4 1-3 15,4-1 5-15,-2 4-2 0,0-3 1 16,-1 2-1-16,0-1-1 0,2 0 0 0,-2-1 1 0,2 3-1 16,-3-4-2-16,-2 2 3 0,4 1 0 15,-1-1 1-15,-1 1 1 0,-4-4 3 0,5 2 2 16,2 1 0-16,-2-1 3 0,-4-4 0 0,2 6-2 15,-5-5-3-15,1 1 3 0,-1 0-5 0,6 2 2 16,-6-1-2-16,0-1-2 0,6 2 1 0,-4-1 1 0,3 2-2 16,2 0 3-16,-7-4-2 0,6 5 0 15,-4-5-4-15,0 0 4 0,-1 0-1 0,1 2 0 16,6 2 0-16,-4-2-8 0,-3 0 5 0,6 0 2 16,-8-1-4-16,3 0 1 0,5 1-5 0,-1 3 5 15,-3-5 3-15,6 4 1 0,0-1 1 0,-1 2 3 0,0-3-6 16,-1 1 1-16,-5-3-2 0,5 1 0 0,-4-1 4 15,5 5 1-15,-1-5-6 0,1 3 0 0,-7-3-2 16,5 3 4-16,0-1 1 0,-2 3-6 16,-3-7-3-16,1 2 5 0,-2-1-1 0,6 6 1 15,0-1 0-15,-1 3-3 0,-6-5 0 0,1-1 1 16,6 4-2-16,-6-5-1 0,4 5 0 0,-5-5 2 16,2 1-2-16,0 0-8 0,-2-1 8 0,-2 1 3 15,3 2-1-15,-3-4 1 0,2 1 0 0,0 0-2 16,-1 1 0-16,0-1 2 0,1 1-4 0,-3-2 1 15,-1 1 1-15,0-3-1 0,-1 0 4 0,3 3 0 16,-5-3-4-16,3 0-4 0,-2 0 6 0,0 0 3 16,-1-2-4-16,1 2-2 0,-2-2 0 0,1 1 3 15,-1 0-2-15,-1-3 1 0,1 4 2 0,-1-2-7 0,-7-5 4 16,11 7 5-16,-2-3 4 0,-1 3-5 16,-2-2-1-16,-6-5-6 0,11 7 10 0,-5-4 0 15,-3 0 0-15,-3-3-1 0,0 0-5 0,11 7 3 16,-9-7 0-16,-2 0 3 0,0 0-2 0,0 0 3 15,0 0-4-15,12 7-1 0,-12-7 1 0,0 0-1 16,0 0-1-16,0 0 0 0,0 0-1 0,0 0-10 16,0 0-24-16,0 0-29 0,0 0-44 0,0 0-61 15,0 0-77-15,0 0-95 0,0 0-89 0,0 0-433 16,-41-15-928-16,20 8 411 0</inkml:trace>
  <inkml:trace contextRef="#ctx0" brushRef="#br0" timeOffset="164555.24">31195 5902 135 0,'0'0'150'0,"-8"-6"-8"16,8 6-2-16,-9-7-1 0,6 5-10 0,-3-3 0 16,6 5-3-16,-6-5-7 0,6 5-4 0,-8-6-13 15,8 6-7-15,-7-3-1 0,7 3-2 0,-8-1-5 16,8 1-4-16,0 0-4 0,-8-6-5 0,8 6-5 16,0 0-6-16,0 0-8 0,-9 0-6 0,9 0-7 15,0 0-2-15,0 0-5 0,0 0-2 0,0 0-4 16,0 0-5-16,0 0-4 0,0 0-1 0,0 0 6 15,0 0 10-15,0 0 4 0,18 21 0 0,-6-14 3 16,3 1 1-16,6 1-2 0,2 2 0 0,-3-3-4 16,-1-1-6-16,1 1-1 0,-1 0-4 0,-2 1 0 15,0-5-5-15,-3 2-5 0,-4 1 0 0,2 1-4 16,-3-1-2-16,-2 1 1 0,-1 3-3 0,-3 1-4 16,0 4-1-16,-6-3-1 0,-4 10-3 0,-1-4-3 15,-7 3-17-15,-1 2-13 0,-1-2-17 0,-5 1-27 16,3 0-33-16,-3 0-36 0,4-1-45 0,1-2-42 15,-2 2-132-15,9-4-396 0,0-3 176 0</inkml:trace>
  <inkml:trace contextRef="#ctx0" brushRef="#br0" timeOffset="165104.07">31646 6336 126 0,'0'0'225'0,"0"0"-6"0,0 0-12 16,0 0-13-16,0 0-16 0,0 0-16 0,0 0-18 16,0 0-17-16,0 0-12 0,0 0-10 0,0 0-13 15,0 0-1-15,0 0-7 0,0 0-5 0,13 24-9 16,-8-14-2-16,0 5-2 0,-1-3-4 0,4 3 2 16,-3-4-8-16,0 4-6 0,1-1-5 15,-1-2 2-15,3-1-5 0,-3 0-2 0,2-1-5 16,-4 2 3-16,3-5-10 0,-1 3-2 0,0 0-1 0,0-2-2 15,0 0-8-15,-3-2 1 0,4 0 4 0,-2 0-3 16,-1-1-3-16,2 0 3 0,-1-2-4 0,-4-3 11 16,7 7 6-16,-5-4 10 0,-2-3 5 0,0 0 9 15,7 4 10-15,-7-4 12 0,0 0 3 0,0 0 6 16,0 0-13-16,12-12-15 0,-7 4-1 0,1-3-12 16,-1 0-3-16,1-5 6 0,2-1-5 0,-3-2-4 15,3 3-7-15,-2-10-6 0,4 3 1 0,-4 4-7 16,2-4 0-16,-1 6-6 0,0-6 0 0,1 6-7 15,-2 0-6-15,-1 6-10 0,1 1-11 0,-3-1-17 16,1 4-20-16,0 1-18 0,-3-1-34 0,-1 7-36 16,4-9-51-16,-4 9-47 0,4-5-22 15,-4 5-2-15,0 0-176 0,0 0-479 0,0 0 213 0</inkml:trace>
  <inkml:trace contextRef="#ctx0" brushRef="#br0" timeOffset="165582.31">32298 6370 73 0,'0'0'174'0,"0"0"1"0,0 0-6 0,0-9-4 16,0 9-2-16,0 0-4 0,0 0-4 0,1-7 0 16,-1 7-3-16,0 0-6 0,0 0-5 0,0 0-10 15,0 0-5-15,0 0-11 0,0 0-12 0,0 0-6 16,-14-4-4-16,14 4-9 0,0 0-14 0,-19 7 1 15,8-1-1-15,0-1-8 0,-2 1-3 0,1 2-7 16,0 1-8-16,1 0-3 0,-1 3-4 0,3-5-2 16,0 3-2-16,3-1-10 0,-2 2-1 0,4-3-2 15,0 4-3-15,1-2 0 0,-2-1 0 0,3 0-1 16,4 2 0-16,0-4-5 0,1 5 6 0,0-3-8 16,4-2 7-16,1 2-6 0,-2-1 2 0,4-1-1 0,-2-1-3 15,5-2 0-15,-1 0-6 0,-1 1-10 16,3-5-11-16,-1 3-9 0,-1 1-23 0,1-2-26 15,0-1-37-15,0-1-24 0,-2-1-37 0,2-1-34 16,-2 1-35-16,1-2-147 0,-1 1-421 0,1 1 187 16</inkml:trace>
  <inkml:trace contextRef="#ctx0" brushRef="#br0" timeOffset="167276.88">32727 6335 49 0,'0'0'106'0,"0"0"-5"0,0 0-6 0,0 0-2 16,0 0-7-16,0 0 0 0,0 0-10 0,0 0-1 16,0 0-3-16,0 0-2 0,0 0-9 0,0 0 2 15,0 0-1-15,0 0 0 0,0 0-6 0,0 0-4 16,0 0 3-16,0 0-1 0,0 0-6 15,0 0 3-15,0 0-11 0,0 0 1 0,0 0 5 16,0 0-5-16,0 0-2 0,0 0-2 0,0 0-3 0,0 0-3 16,0 0 0-16,0 0 0 0,0 0-3 0,0 0-3 15,0 0 3-15,0 0-1 0,0 0-1 0,0 0 0 16,0 0-5-16,0 0 1 0,0 0 1 0,0 0 2 16,0 0 0-16,0 0-6 0,0 0 4 0,0 0-2 15,0 0-2-15,0 0 0 0,0 0 0 16,0 0-5-16,0 0 5 0,0 0-8 0,0 0 2 15,0 0-1-15,0 0-2 0,0 0-3 0,0 0 4 16,0 0-5-16,0 0 2 0,0 0-3 0,0 0-2 16,0 0-1-16,0 0 5 0,0 0 0 0,0 0-2 15,0 0 3-15,0 0-3 0,0 0 12 0,0 0-12 16,0 0 2-16,0 0 4 0,0 0-3 0,0 0-4 16,0 0 1-16,0 0-6 0,0 0 3 0,0 0 2 15,0 0 3-15,0 0-3 0,0 0 2 0,0 0 4 16,0 0-3-16,0 0-3 0,0 0 0 0,0 0-2 15,0 0 4-15,0 0-4 0,0 0 2 0,0 0-4 16,0 0 4-16,0 0 1 0,0 0-4 0,0 0 4 16,0 0 1-16,0 0-1 0,0 0 0 0,0 0 1 15,-19-13-3-15,19 13-2 0,0 0 0 0,0 0 0 16,0 0 2-16,-11-2 0 0,11 2-1 0,0 0 1 16,-10 0-3-16,10 0 1 0,0 0 3 0,-12 2-1 15,12-2 0-15,-10 3-1 0,10-3 0 0,-13 3 3 16,8 1 0-16,-3-1-3 0,0 3 2 0,1-4-2 15,2 1 1-15,-2 2-4 0,1 0 5 0,1 0-1 16,-1 1 4-16,-1 0 3 0,1 3-3 0,0-2 0 16,1 0-4-16,-1-1 3 0,2 0-1 0,3 0-2 15,0 1 2-15,1-7 2 0,-3 13-3 0,3-13-2 16,-1 10 3-16,1-10 0 0,5 10-1 0,-1-4 7 16,2 1-4-16,2-1 5 0,-1 0-3 15,3 1 5-15,0-4-3 0,-1 1 3 0,1-1-3 0,3 0 3 16,-13-3-6-16,0 0 1 0,0 0-1 0,0 0 3 15,0 0-5-15,61 9 3 0,-61-9-2 0,0 0 2 16,0 0-1-16,0 0-2 0,0 0 2 0,38-2 0 16,-38 2 4-16,0 0-7 0,0 0 8 0,0 0-8 15,0 0 7-15,0 0 2 0,0 0 2 0,0 0 4 16,0 0 3-16,0 0 4 0,0 0-2 0,0 0 1 16,0 0 3-16,0 0-1 0,0 0-4 15,0 0-6-15,0 0-4 0,0 0-2 0,7-10 5 16,-12 10 1-16,5 0-3 0,0 0-2 0,0 0-1 0,0 0-3 15,-32 8 1-15,25-6 1 0,2 1 5 0,-5 0 0 16,1 3-3-16,0-1 1 0,-2 1-1 16,2 1-1-16,1-1 1 0,-2 0-4 0,3 0-1 0,1-1-2 15,-2 3 3-15,3-2-4 0,0-3 3 16,5-3-6-16,-5 10 5 0,4-7-5 0,1-3-1 16,-2 13 4-16,2-13-1 0,3 11-4 0,0-5 7 15,-1 0 3-15,4-2 3 0,-2 2 2 0,1-2 0 0,3 3-1 16,1 1 2-16,-9-8 0 0,0 0-2 15,0 0 3-15,51 16-5 0,-51-16 2 0,35 6-5 16,-35-6-2-16,0 0 1 0,44 2-4 0,-44-2-4 16,0 0 0-16,39-1-6 0,-39 1-3 0,0 0-3 15,0 0-5-15,0 0-1 0,46-1-7 0,-46 1-1 16,0 0-14-16,0 0-8 0,0 0-13 0,0 0-21 16,30-7-28-16,-30 7-27 0,0 0-27 0,0 0-28 15,0 0-29-15,0 0-197 0,0 0-451 0,0 0 200 16</inkml:trace>
  <inkml:trace contextRef="#ctx0" brushRef="#br0" timeOffset="168632.22">25426 2996 25 0,'0'0'149'16,"0"0"0"-16,0 0-5 0,3-7-4 0,-3 7-1 15,0 0-6-15,0 0-10 0,0 0-2 0,0 0-1 16,0 0 2-16,1-8-2 0,-1 8-6 0,0 0 1 16,0 0-5-16,0 0-5 0,0 0-11 0,3-7-2 15,-3 7-9-15,0 0-9 0,0 0-9 0,0 0-2 16,0 0-8-16,0 0-6 0,0 0-8 0,0 0-4 15,0 0-6-15,0 0-5 0,0 0-2 0,0 0-7 16,0 0-10-16,0 0-9 0,0 0-3 0,0 0-3 16,0 0-1-16,0 0-11 0,0 0-16 0,0 0-11 15,0 0-9-15,0 0-12 0,0 0-28 0,0 0-31 16,-4 29-30-16,4-29-18 0,-3 12-139 0,-2-4-340 16,5-8 151-16</inkml:trace>
  <inkml:trace contextRef="#ctx0" brushRef="#br0" timeOffset="168868.25">25518 2989 144 0,'0'0'207'0,"4"-5"4"16,-4 5-7-16,0 0 0 0,0 0-7 0,0 0-13 16,5-6-9-16,-5 6 22 0,0 0-16 0,0 0-11 15,0 0-17-15,0 0-3 0,0 0-16 0,0 0-7 16,-14 17-15-16,5-10-10 0,-4 2-10 0,-3 5-8 15,-1-1-7-15,1-2-7 0,3 2-10 0,-1-2-8 16,2 0-10-16,-2 1-32 0,7-3-27 0,-5 2-31 16,2-3-35-16,1 2-37 0,1-4-51 0,3 3-33 15,1-3-27-15,-2-1-181 0,2 1-444 0,2 1 197 16</inkml:trace>
  <inkml:trace contextRef="#ctx0" brushRef="#br0" timeOffset="169068.36">25540 2998 148 0,'0'0'215'0,"4"-7"-4"0,-4 7-18 15,6-6-12-15,-6 6-17 0,0 0-13 0,4-4-18 16,-4 4-14-16,0 0-13 0,0 0-7 0,0 0-6 16,0 0-6-16,17 7-10 0,-9-4-5 0,2 1-3 15,0 2-5-15,3 0-8 0,5 0-11 0,-2 1-38 16,6 6-38-16,-2-9-57 0,-2 1-53 0,0-3-48 15,1 3-119-15,-6-5-331 0,3 2 146 0</inkml:trace>
  <inkml:trace contextRef="#ctx0" brushRef="#br0" timeOffset="169665.73">25778 2734 161 0,'0'0'245'15,"-4"-5"-14"-15,4 5-17 0,0 0-23 0,-5-6-18 16,5 6-19-16,0 0-14 0,0 0-16 0,11-12-6 16,-2 7-21-16,8 0-14 0,3-1-20 0,4-1-27 15,-3 2-24-15,1 0-32 0,-5 1-29 0,0 0-24 16,-4 1-21-16,1 0-10 0,-5 1-13 0,1-1-5 15,-2 0 2-15,-2 2 4 0,-6 1 8 0,9-3 5 16,-9 3 7-16,4-4 17 0,-4 4 8 0,0 0 21 16,0 0 20-16,0 0 17 0,0 0 21 0,0 0 12 15,0 0 12-15,-10-13 17 0,10 13 7 0,0 0 19 16,0 0 5-16,0 0 5 0,-7-5-2 0,7 5-2 16,0 0-4-16,0 0-5 0,0 0-18 0,0 0-6 15,0 0-3-15,0 0-8 0,0 0 7 0,0 0 10 16,-2 21-3-16,0-12-4 0,4 1-1 15,-4 1 20-15,-1 0 3 0,0 2-8 0,3-1-3 16,0-2-7-16,0 2-1 0,0 5-6 0,0-5 1 0,0 0-5 16,0-1-6-16,2-1-2 0,-2 2-2 0,4-2 3 15,-4-1-7-15,2-1-3 0,-2 1 0 0,0-9-6 16,0 11 2-16,0-5-4 0,2 4 1 0,-2-10-13 16,0 9-11-16,0-9-9 0,0 0-7 15,-4 13-10-15,4-13-12 0,-8 9-4 0,8-9-2 16,-9 4-8-16,9-4 1 0,-12 3-1 0,6 0 8 15,6-3 1-15,0 0 4 0,-19 0 7 0,19 0 3 16,-10 2 4-16,10-2 3 0,0 0 6 0,0 0 2 16,-13 0 15-16,13 0-5 0,0 0 11 0,0 0-3 0,0 0 4 15,0 0-6-15,0 0 1 0,0 0 9 16,0 0-4-16,0 0 2 0,0 0-1 0,0 0 1 16,0 0 3-16,0 0-3 0,52-2-10 0,-33-1-7 15,4 1-17-15,4-3-34 0,0-1-31 0,2 0-38 16,-2-1-108-16,-5 4-264 0,6-4 117 0</inkml:trace>
  <inkml:trace contextRef="#ctx0" brushRef="#br0" timeOffset="169903.09">26436 2721 72 0,'0'0'220'16,"-17"6"0"-16,3 0 1 0,3-1-3 0,-6 6-4 15,-2-1-5-15,-4 4-16 0,0 1-7 0,6-4-19 16,1 1-17-16,5 0-16 0,2-2-4 16,-2 2-23-16,6-4-10 0,1 3-11 0,0-1-7 0,4-10-6 15,4 18-7-15,0-10-8 0,5 1-15 16,9-1-5-16,1 0-15 0,12 1-17 0,0-5-37 16,3 1-32-16,0-2-46 0,-1-1-38 0,-3-3-48 15,3 1-217-15,-12 0-444 0,-2-2 197 0</inkml:trace>
  <inkml:trace contextRef="#ctx0" brushRef="#br0" timeOffset="170785.09">25408 3680 137 0,'0'0'158'16,"0"0"3"-16,0 0-9 0,0 0-3 0,0 0-5 15,0 0-2-15,0 0-1 0,0 0-5 0,0 0-6 16,0 0-2-16,0 0-7 0,0 0 3 0,0 0-3 16,0 0-2-16,0 0-9 0,0 0-8 0,0 0-3 15,0 0-13-15,0 0-7 0,0 0-8 0,0 0-7 16,21-10-8-16,-2 5-17 0,13-7-21 0,19-4-20 16,1-4-35-16,11 3-38 0,25-11-45 0,-31 9-49 15,0 0-45-15,-3-1-148 0,0 3-392 0,-10-6 173 16</inkml:trace>
  <inkml:trace contextRef="#ctx0" brushRef="#br0" timeOffset="171968.6">30506 5911 28 0,'0'0'178'0,"0"0"-3"0,0 0-5 0,0 0 0 0,-2-11-7 16,2 11-6-16,0 0-1 0,3-8-6 0,-3 8-1 15,0 0-1-15,0 0-6 0,-5-11-2 0,5 11-6 16,0 0-1-16,0 0-6 0,0 0-3 0,0 0-3 15,0 0-3-15,0 0-9 0,-1-8-1 16,1 8-2-16,0 0-5 0,0 0-1 0,0 0-1 0,0 0-13 16,0 0-3-16,0 0-2 0,0 0-8 0,0 0-6 15,0 0-5-15,0 0-4 0,0 0-8 0,0 0 0 16,0 0-12-16,0 0 2 0,0 0-16 0,0 0-2 16,0 0 6-16,0 0-16 0,0 0-4 0,0 0 3 15,-8 29-4-15,3-10-5 0,1 5 7 0,-1 3-4 16,1 3 4-16,-3 0-2 0,2 4-2 0,-3 10 10 15,4-8-5-15,0 10-3 0,3 0-31 0,-3-10-43 16,2 0-49-16,-3 11-57 0,-1 1-73 0,9-15-56 16,-8-1-240-16,2-2-586 0,-1 1 260 15</inkml:trace>
  <inkml:trace contextRef="#ctx0" brushRef="#br0" timeOffset="181183.21">23859 3768 23 0,'0'0'147'0,"-5"-15"-3"0,2 8 6 16,0 1-5-16,3 6 2 0,-6-10-8 0,3 7-3 16,-1-3-6-16,0 0-2 0,4 6-7 0,-6-9-5 15,6 9 6-15,-5-7-8 0,5 7-5 0,-8-4-11 16,4 0-14-16,4 4-7 0,-10-2-4 0,10 2-8 15,0 0-2-15,-18 8-10 0,9-1 1 0,-7 4-3 16,0 9-2-16,1 1 1 0,1 2 2 0,-4 0-1 16,4 4-6-16,-2-1-3 0,3 1-3 0,0-2-3 15,5-5-4-15,1 2-5 0,1-5-2 0,3 2-1 16,0-2 0-16,3 1-2 0,0 0 3 0,1-4-5 16,1 2-2-16,0-3-3 0,6 1 2 0,0 1-1 15,3-4-6-15,10 5-15 0,-6-6-16 0,-1-1-24 16,5 1-17-16,1-4-35 0,6 3-48 0,4-6-49 15,-9 0-37-15,1-2-157 0,-3-1-421 0,1 0 186 16</inkml:trace>
  <inkml:trace contextRef="#ctx0" brushRef="#br0" timeOffset="181604.23">24104 3852 154 0,'-4'-7'238'0,"4"7"-8"0,0 0-10 0,0 0-13 15,-5-7-20-15,5 7-16 0,0 0-17 0,0 0-13 0,0 0-11 16,0 0-11-16,-13 17-8 0,8-6-14 0,1 1-7 16,0 3-10-16,-1 1-8 0,1-4-7 0,3 4-7 15,0-3-3-15,1 0-7 0,1-2-6 0,0 0-3 16,1 2-4-16,1-2-2 0,4-2-5 0,-2-2 0 15,2 2 0-15,0-2-1 0,-1-1 0 16,2-1-3-16,0-1 2 0,-2-3-3 0,4 2 7 16,2-3-8-16,-3-1 3 0,2 1 0 0,-1-4 3 0,1-1-5 15,-1-2 4-15,-3 2 2 0,1-3-2 0,0-2-3 16,-2 1-3-16,1-3-1 0,-2 0-3 0,-3 0 2 16,1-3-1-16,-2-1-6 0,-3 0-2 15,-1-1-1-15,-1 1-3 0,0 4-9 0,-1-4-13 16,-4-1-5-16,0 4-8 0,3 4-4 0,-3 0-6 0,0 2-13 15,1 1-7-15,-1 1-34 0,-1 2-10 16,0 1-32-16,10 2-23 0,-22 2-19 0,12 0-18 0,0 4-8 16,-3 5-142-16,0 1-372 0,4-3 166 15</inkml:trace>
  <inkml:trace contextRef="#ctx0" brushRef="#br0" timeOffset="181783.65">24413 3955 121 0,'8'2'242'16,"-8"-2"-10"-16,2 6-5 0,-2-6-11 0,1 7-8 15,-1-7-12-15,-1 12-3 0,-3-3-25 0,0-1-17 16,1 2-14-16,-1-1-13 0,-3 3-15 0,1-1-8 16,2 1-32-16,-1 3-35 0,-1-1-35 0,0-1-50 15,0 1-45-15,2-3-54 0,1 2-46 0,-3-3-143 16,4 0-368-16,-1 0 163 0</inkml:trace>
  <inkml:trace contextRef="#ctx0" brushRef="#br0" timeOffset="182139.26">24689 3770 4 0,'0'0'275'16,"0"-10"-17"-16,0 10-15 0,0-8-18 0,0 8-19 15,0 0-12-15,0 0-9 0,0 0-17 0,-22 24-1 16,15-7-14-16,-5 5-16 0,-1 1-7 0,3 2-15 16,0-1-9-16,5-6-7 0,0 1-18 0,1-1-6 15,0 1-8-15,4-3-4 0,-2-2-10 0,4 1-1 16,0-1 3-16,2-2-12 0,1-3-14 0,1 0-2 16,1 0-5-16,0-2-2 0,2 0-3 0,-2-2 1 15,0-2-5-15,0-1-1 0,0 2 3 0,-1-3 0 16,2 0 1-16,-8-1 5 0,11-1 0 0,-11 1 4 15,8-7 4-15,-8 7-12 0,4-8 0 0,-3 1 0 16,-1 7-3-16,-1-13 2 0,1 3-4 0,-4 4-3 16,4 6 7-16,-7-13-4 0,1 6-6 0,0 3-5 15,1-2-14-15,0 3-10 0,5 3-18 0,-12-3-21 16,12 3-27-16,-19 1-31 0,10 3-35 16,-3 1-45-16,3 0-42 0,-2 2-199 0,-6 0-478 15,8 0 211-15</inkml:trace>
  <inkml:trace contextRef="#ctx0" brushRef="#br0" timeOffset="182365.56">24991 3673 106 0,'6'-3'298'0,"-6"3"-35"0,6-1-17 0,-6 1-10 16,12 9-1-16,-6-2-23 0,1 5-15 0,2 11-7 15,2 3-29-15,-2 2-11 0,-1-1-12 0,0 6-14 16,-2 0-11-16,-2 3-15 0,-2 8-5 0,-6 2-28 16,-2 0-32-16,-4-11-42 0,-7 10-55 15,-10 2-72-15,-3-3-82 0,-3 1-205 0,-3-4-456 16,-1-4 202-16</inkml:trace>
  <inkml:trace contextRef="#ctx0" brushRef="#br0" timeOffset="185149.43">29508 6670 102 0,'-4'-5'246'0,"4"5"-7"0,-5-5-10 0,5 5-8 16,0 0-13-16,-6-6-16 0,6 6-15 0,0 0-20 16,-9-4-16-16,9 4-16 0,0 0-13 15,-13 5-12-15,5 3-5 0,-2 3-10 0,-3 4-1 0,-2 7-4 16,-2 2 0-16,0 4-5 0,-2-2-2 15,4 4-8-15,0-2-9 0,2 2-1 0,3-4-7 0,1 0-4 16,4-2 5-16,1-5-17 0,5-1 1 16,2 2-3-16,-2 1 6 0,7 2-2 0,-1-6-6 15,7 5-7-15,3-3-9 0,2 0-18 0,1-1-16 16,2-4-20-16,3 1-24 0,-1-4-39 0,0 0-33 0,5 1-35 16,-1-3-42-16,-2-2-219 0,-7 0-468 0,1-3 208 15</inkml:trace>
  <inkml:trace contextRef="#ctx0" brushRef="#br0" timeOffset="185471.55">29737 6906 149 0,'2'-9'237'15,"0"1"-15"-15,-1 2-19 0,1 0-9 0,2-1-16 16,0 4-15-16,-4 3-12 0,8-8-25 0,-4 6-12 0,-4 2-13 15,10-4-14-15,-10 4-7 0,9 1-10 16,-9-1-3-16,8 10-8 0,-2-4 3 0,-1 5-5 16,-3-1 4-16,0 2-7 0,0 0 1 0,-2-2-3 15,0 3-1-15,-2-2 0 0,0 4-1 0,-1-2-8 0,-1-1-3 16,-1 4 1-16,-3-6-1 0,0 0-2 0,3-1 0 16,1-2-7-16,-1-1-3 0,3 1-3 0,2-7-2 15,-7 6-2-15,7-6-2 0,-2 8-1 16,2-8-2-16,0 0-4 0,-4 5-10 0,4-5-4 15,0 0-2-15,0 0-8 0,0 0-3 0,15 2-9 0,-15-2-16 16,21-4-20-16,-7 0-30 0,4 0-38 0,2-2-33 16,1 2-29-16,4-5-23 0,-4 3-147 0,-2-1-390 15,-1-2 173-15</inkml:trace>
  <inkml:trace contextRef="#ctx0" brushRef="#br0" timeOffset="185765.56">30084 6881 76 0,'0'0'177'0,"0"0"-19"0,0 0-13 16,0 0-6-16,0 0-1 0,0 0-12 0,0 0-4 16,0 0-16-16,0 0-7 0,-5 24-12 0,5-24-6 15,3 13-11-15,-2-7-3 0,3 2-8 0,-3-1 5 16,4-2 7-16,1 5 5 0,1-3 1 0,1 1 3 16,-1-4-2-16,3 1-1 0,0-1 2 15,-3-3-9-15,0 2-2 0,0 1-2 0,-7-4-4 16,12 2 5-16,-6-2 2 0,-6 0 2 0,0 0-5 0,12-2-7 15,-12 2 2-15,6-7 7 0,-3 1-6 0,-3 6-10 16,1-16-3-16,-2 6-6 0,-2 1-4 0,-4-6-11 16,1 4-2-16,1 1-7 0,-1-1-9 0,1 1-16 15,-2-1-16-15,0 4-26 0,-1 1-24 0,0 2-27 16,1 1-25-16,-4 2-31 0,11 1-33 0,-19 4-29 16,10 0-179-16,-1 2-429 0,1 0 189 0</inkml:trace>
  <inkml:trace contextRef="#ctx0" brushRef="#br0" timeOffset="185954.7">30368 7006 3 0,'0'0'287'0,"4"5"-28"0,-4-5-18 0,1 7-12 16,-1-7-14-16,0 0-15 0,-6 16-15 0,1-9-19 15,0 1-18-15,-4 0-15 0,2 3-12 0,-2 3-14 16,2 0-24-16,-2 0-39 0,4-3-45 0,-2 4-51 15,1 0-61-15,2-2-62 0,-2 3-172 0,1-4-376 16,2-2 167-16</inkml:trace>
  <inkml:trace contextRef="#ctx0" brushRef="#br0" timeOffset="186248.97">30575 6905 133 0,'0'0'298'0,"0"0"-26"0,0 0-24 16,-8-3-20-16,8 3-22 0,0 0-20 0,0 0-19 15,0 0-18-15,-12 10-16 0,12-10-12 0,0 0-15 16,7 19-5-16,-5-13-11 0,5 0-10 0,1-2-7 16,2 4-4-16,2-2-8 0,-1-2-4 0,2 1-4 15,6-1-6-15,0-1-6 0,1-1-1 0,-7-2-4 16,2-1-4-16,-1-2 6 0,-4 2 6 0,-2-3 6 15,2 3 0-15,-5-4-2 0,0-3-6 0,-1 2 0 16,-2-3-11-16,-2 9 0 0,0-17 0 0,-1 5-7 16,-4 1-16-16,1-1-8 0,-1 1-15 0,-4 1-18 15,1 2-24-15,-1 1-27 0,-3 1-34 0,0 2-37 16,1-1-38-16,-7 4-49 0,5 1-187 16,-2-2-463-16,-3-1 205 0</inkml:trace>
  <inkml:trace contextRef="#ctx0" brushRef="#br0" timeOffset="186448.41">30902 6693 2186 0,'20'-4'195'15,"-3"-3"-93"-15,-8 4-44 0,2 0-34 0,-5 1-10 16,2 0-11-16,-8 2 3 0,11 2 10 0,-4 0 18 16,0 1 10-16,-1 5 13 0,2 2-3 0,0 8 10 15,1 9-1-15,-5 2-4 0,-2 4-3 0,-3 1-5 16,-2 15-18-16,-4-1-22 0,-6-1-40 0,-7 2-48 15,-7-1-58-15,-4 0-74 0,-19 18-238 0,12-22-484 16,-7-2 214-16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0T09:21:50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1770 3630 97 0,'0'-10'147'0,"3"1"-6"0,-3 0-13 0,-3-2-4 16,3 11 5-16,0-13-9 0,-3 7-1 0,3 6-13 16,-4-10-7-16,2 5-7 0,2 5-13 0,-6-5-11 15,6 5-8-15,-9 0-4 0,-2 4-11 0,2 4 2 16,-5 2-9-16,-6 9 0 0,0 2-9 0,0 6 4 15,0-2-10-15,-1 5 3 0,1-1-6 16,2 3 2-16,2 0-2 0,2 0-3 0,5 2-2 0,3-1-2 16,-2 0 3-16,6-1-3 0,3-3-8 0,-2-1 9 15,4-1 2-15,-1-2-5 0,9-4-7 0,-3-6 4 16,4 1 2-16,-2-7 3 0,5-1-1 0,3-3 0 16,0-1 4-16,5-4-2 0,6-6 8 15,2 0-3-15,1-7 2 0,3-4 4 0,-2 0 0 16,11-11 2-16,-5-2-2 0,-3-2 2 0,-3-3-3 15,-3-1-3-15,-9 7 2 0,-3-2-4 0,-2-1-5 0,1-1 1 16,-4 0-1-16,2-11-4 0,-6-1-2 16,-4 11-2-16,0 0-1 0,-3-2-1 0,-2 0-4 15,-3 0 3-15,-3 1-3 0,-3 1-3 0,0 4 0 16,-2 1 2-16,1 6-2 0,-1 7-2 0,1 1-1 16,0 6 1-16,0 1 0 0,-1 1-1 0,-1 5-3 15,-3 2 1-15,-2 5-3 0,-3 2 2 0,-3 7 1 16,-4 5 2-16,4 4-3 0,-1 2 7 0,-2 0-3 15,2 2 5-15,2 1-3 0,3 1 1 0,0-3 0 16,6 3-5-16,4-2-3 0,3-2-8 0,3 1 4 16,3-7-1-16,4 1 1 0,5 2 3 0,3 2-6 15,3-3 2-15,0-6-7 0,4 4 7 0,3-2-10 16,0-2-1-16,2 3 1 0,2-1 4 0,-6-2 2 16,7-2 1-16,-9 0 1 0,-1-1 0 0,3 5 6 15,-6-5-1-15,1 2-10 0,-4 2 14 0,0-2-5 16,-5 1 3-16,-3 2 1 0,1-1 5 0,-5 2-4 15,-3-1-3-15,-2 2-14 0,-5-3-17 0,-2 7-25 16,-2-4-19-16,1-2-39 0,-5 2-30 16,1 0-84-16,1-4-256 0,3-4 113 0</inkml:trace>
  <inkml:trace contextRef="#ctx0" brushRef="#br0" timeOffset="167.28">1529 4273 154 0,'0'0'151'0,"39"-7"-31"0,-10 1-24 0,8-1-42 16,17-5-44-16,2-1-44 0,7 0-59 0,-5-2-99 16,5-4 45-16</inkml:trace>
  <inkml:trace contextRef="#ctx0" brushRef="#br0" timeOffset="313.01">2561 3898 72 0,'0'0'283'0,"0"0"-16"15,1-15-14-15,-1 15-22 0,3-8-22 0,-3 8-21 16,0 0-19-16,0 0-28 0,0 0-40 0,2-12-53 16,-2 12-65-16,0 0-53 0,10-6-57 0,-10 6-165 15,0 0-315-15,26-1 139 0</inkml:trace>
  <inkml:trace contextRef="#ctx0" brushRef="#br0" timeOffset="3307.28">4200 3328 197 0,'-5'-1'205'0,"5"1"-4"0,-6-6-5 0,6 6-11 16,-7-4-13-16,7 4-14 0,0 0-13 0,0 0-18 16,7-12-17-16,4 7-7 0,16-4-13 0,3 1-6 15,4-1-10-15,17-3-10 0,0 3-10 16,-12 4-12-16,9-2-29 0,-11 3-33 0,-6 3-39 0,-1 1-50 16,-1 0-36-16,-11 2-31 0,-6 2-110 0,-3 1-308 15,-4-3 136-15</inkml:trace>
  <inkml:trace contextRef="#ctx0" brushRef="#br0" timeOffset="3699.33">4387 3323 16 0,'0'0'186'0,"0"0"-20"0,0 0-18 16,0 0-16-16,-9-2-16 0,9 2-5 15,0 0-4-15,-3 13 3 0,6-3 8 0,-3 3-5 16,0 5 6-16,-1 2-1 0,1 6-14 0,-2-1-8 15,2 2-10-15,-2-2-7 0,2-6-5 0,0 10-8 0,-1-5-7 16,1-5-4-16,1 5-4 0,1-7-4 0,0 3-3 16,-2-2-7-16,0-1-1 0,0-1-6 15,1-4-1-15,0-4-2 0,-1 5-4 0,2-1-1 16,-2-12 0-16,-3 22-4 0,3-12 0 0,-1-3-5 16,-2-1-4-16,2 3-4 0,1-9-9 0,-7 10 5 15,7-10-10-15,-7 7-5 0,0-4-4 0,7-3 4 16,-12 1 1-16,12-1-6 0,-19 0-4 0,19 0 3 15,-21-4 1-15,10 1 8 0,2 0-3 0,-2-3-6 16,2 1 6-16,0 0 12 0,9 5 9 0,-10-7 7 16,10 7 0-16,-10-5-2 0,10 5-4 0,0 0 1 15,-5-2-3-15,5 2 0 0,0 0 0 0,0 0-1 16,0 0 0-16,0 0-3 0,20-5 4 0,-4 3-3 16,5-1-7-16,10 2-20 0,1 0-25 0,4 1-28 15,2-3-25-15,2 3-45 0,-4-3-36 0,1 2-136 16,-5 1-347-16,-3-3 154 0</inkml:trace>
  <inkml:trace contextRef="#ctx0" brushRef="#br0" timeOffset="4029.87">4860 3666 62 0,'0'0'132'0,"0"0"-7"0,0 0-16 16,0 0 0-16,0 0-8 0,0 0 15 0,0 0 2 15,-3 30 5-15,3-30-25 0,-4 17-1 0,1-9-9 16,3-8 2-16,-3 13-6 0,3-13-8 0,-1 11-5 15,1-11-1-15,0 0 3 0,-3 10 8 0,3-10 2 16,0 0 8-16,0 0 6 0,0 0 14 0,0 11-5 16,0-11-8-16,0 0-10 0,0 0-1 0,0 0-12 15,0 0-6-15,0 0-6 0,-5-25-8 0,5 25-5 16,5-16-6-16,-1 7-5 0,4-1-1 16,-2 0-9-16,6-4-4 0,0 0 1 0,1-1-9 0,2 1-3 15,-3 0-7-15,5 3 1 0,2 0-3 0,-3 3 0 16,2 0-2-16,3 3-2 0,0 2-2 0,-1 5 3 15,-1-1-4-15,-3 2-2 0,2 3 0 16,-4 1 3-16,-1 0-4 0,-4 2-1 0,0 1-10 16,0 4-7-16,-3 1-20 0,1 0-22 0,-3 2-23 0,-1 0-29 15,-3 1-26-15,2 0-54 0,-1-1-46 0,-2-6-125 16,2 2-396-16,-1-13 175 0</inkml:trace>
  <inkml:trace contextRef="#ctx0" brushRef="#br0" timeOffset="4315.54">6111 3497 157 0,'4'-9'265'0,"-3"-1"-1"16,0 5-7-16,-1 5-10 0,0-13-16 15,0 13-21-15,-5-7-15 0,5 7-25 0,-4-4-19 16,4 4-13-16,0 0-15 0,-16 6-9 0,4 1-9 15,-1 4-11-15,1 1-8 0,-1 1-6 0,1 1-10 16,1 1-4-16,5 1-9 0,0 3-5 0,5-2-5 0,1 2 2 16,3-4-11-16,3 0-22 0,3 1-15 15,3 1-16-15,-1-3-26 0,3 0-17 0,1-1-20 16,3-1-22-16,0-2-27 0,8 1-13 0,-6-5-25 16,1-1-15-16,-3-1-3 0,-2-3-5 0,2-1 1 15,-3-1-117-15,0-6-329 0,0 4 146 0</inkml:trace>
  <inkml:trace contextRef="#ctx0" brushRef="#br0" timeOffset="4509.1">6315 3711 947 0,'16'-13'-67'0,"-3"-1"20"15,1-7 19-15,-3 4 19 0,-1-2 29 0,4-3 21 16,-5 4 14-16,2-5 4 0,4 1 16 0,-10 5 12 16,1 6 4-16,1-3 11 0,-5 3 11 0,1 1 12 15,-1 5 0-15,1-1-9 0,-3 6-11 0,2-9-17 16,-2 9-9-16,0 0-11 0,0 0-1 0,0 0-3 16,0 0 0-16,0 26 4 0,-2-9-2 0,-3 9-3 15,-1-2 0-15,0 5-3 0,1-4-6 0,0 2-5 16,1 1-6-16,-3 2 0 0,3-5-5 0,0 1 0 15,3-5-11-15,-1-2-20 0,1-1-23 0,2-1-15 16,-2-7-27-16,1 3-13 0,0-3-40 0,0-10-46 16,3 19-46-16,-2-13-26 0,-1-6-119 0,0 0-376 15,0 0 167-15</inkml:trace>
  <inkml:trace contextRef="#ctx0" brushRef="#br0" timeOffset="4877.5">6461 3507 129 0,'9'-16'189'0,"1"-1"-13"16,3 3-6-16,-3 1-7 0,4 3-3 0,-5 1-12 16,0 2-8-16,3 2-13 0,-1 3-9 0,1 1-12 15,0 2 0-15,3 0-7 0,-1 3-8 16,-3 0-8-16,1 3-7 0,-1 1-9 0,-3-1-6 16,-2 1-1-16,-1 2-12 0,0 0 0 0,-2 0-7 0,-3 2 0 15,0-2 1-15,-3 2-11 0,-2-1 1 0,-1-1-5 16,0 1 0-16,-2-3-2 0,-1 2-5 0,3-3 0 15,-1 3-3-15,2-3-5 0,5-7-9 0,-6 12-8 16,3-5 0-16,3-7-3 0,-4 17-5 16,7-8 2-16,1-1-7 0,1 4-1 0,0-2-4 15,1 4 5-15,3-1 2 0,1 4 2 0,-1-4 1 0,2 3 1 16,0 2 2-16,1-2 3 0,-1 2-4 0,-7-8 6 16,2 6-3-16,-3-4-4 0,-2-1-1 15,0-1 4-15,-1-10 2 0,-5 20 2 0,-2-11 1 16,-5 0 2-16,1 1 0 0,-3-2 2 0,-4-3-1 15,0 1 1-15,-9 0 0 0,6-4-1 0,-5 0-4 0,-4 1-11 16,7-3-26-16,2-2-27 0,-1 1-45 0,4-1-52 16,1-2-171-16,3 2-365 0,3-3 163 0</inkml:trace>
  <inkml:trace contextRef="#ctx0" brushRef="#br0" timeOffset="5355.35">7729 3464 135 0,'0'-9'206'0,"0"9"-11"0,0 0-19 16,-7-8-18-16,7 8-6 0,0 0-17 0,-16 2-1 15,4 5-5-15,-3 3 0 0,0 3-1 0,-7 6-9 16,-1 3-7-16,1 0-10 0,4 0-12 0,5 2-7 16,2-2-7-16,-2 1-6 0,8 1-8 15,0-4-2-15,1-1-6 0,4 0-3 0,7 7-6 16,-2-7-12-16,2 6-31 0,4-9-32 0,3-2-45 0,-1 1-41 15,3-2-38-15,2-3-35 0,6 2-157 0,-5-6-374 16,4-4 166-16</inkml:trace>
  <inkml:trace contextRef="#ctx0" brushRef="#br0" timeOffset="5915.46">7973 3653 9 0,'-1'-7'191'0,"2"-3"-1"16,-1 10-6-16,-3-11-8 0,3 11-20 0,-2-8-15 15,2 8-16-15,0 0-15 0,0 0-5 0,0 0-1 16,0 0 0-16,0 0-10 0,-19 17-2 0,15-5-10 16,0-2-3-16,0 6-11 0,0-3-4 15,4 4-4-15,-2-2-6 0,2 3-4 0,2-2-3 16,2 1-4-16,-1-7-6 0,1 1-3 0,-1-2 1 0,4 2-7 16,-1-3-1-16,2-1 3 0,0 2-5 0,-3-5 1 15,-5-4 1-15,9 5-4 0,-9-5-1 16,10 3 5-16,-10-3-16 0,0 0 3 0,14-12 0 0,-8 4-2 15,1-2-7-15,-5-1 5 0,1 2-1 16,-2-5-5-16,0-1 1 0,-2-1-2 0,1-1-3 16,-1 0 0-16,-1 3 4 0,0 3-3 0,2-2 0 15,-1 0 0-15,1 1 0 0,1 2 0 0,-1-1-2 0,1 4-1 16,-1 7 2-16,4-10-4 0,0 6 8 16,-4 4-11-16,14-1 2 0,-1 5 0 0,3-1 0 15,-3 5 1-15,0 1-2 0,3 3-2 0,-4-1 3 16,2 2 5-16,-4 1-6 0,-2-3 1 0,-2 1 2 15,4 2 2-15,-6-1 2 0,4 3-2 0,-5-6 4 16,-1-1-8-16,1 0 4 0,-3-9 3 0,2 13 1 16,-2-13 8-16,4 7 17 0,-4-7 10 0,0 0-4 15,0 0 6-15,0 0-7 0,0 0 1 0,0 0 2 16,0 0 2-16,0 0-9 0,-10-32-1 0,9 21-1 16,1 11-2-16,2-21-5 0,2 8 0 0,6-1-6 15,2 0-4-15,-1-1-3 0,6 2 4 0,-2 1-8 16,3 2-1-16,1 1 1 0,2 5-3 0,-3 1-2 15,-2 0 1-15,2 3-4 0,-5 3-1 0,2-3 0 16,-1 9-1-16,-4-2 3 0,3 6 0 0,-6-3-2 16,3 6 3-16,-6-1-2 0,-2 4 2 0,0 6-9 15,-4-6-17-15,0 0-28 0,0 0-35 0,-5 4-35 16,2-3-47-16,0-4-53 0,-1 1-178 0,0-2-437 16,0-4 193-16</inkml:trace>
  <inkml:trace contextRef="#ctx0" brushRef="#br0" timeOffset="6182.74">8798 3470 4 0,'0'-13'260'0,"-2"1"11"16,1 2-7-16,-2 2-17 0,2 1-24 0,1 7-26 15,-4-9-23-15,4 9-19 0,0 0-16 0,0 0-10 16,0 0-2-16,-6 26-7 0,2-1 2 0,1 0 0 15,1 3-8-15,-1 3-16 0,1 5 16 16,-1-4-16-16,-2 3-7 0,4-2-5 0,-1 17-10 0,2-16-6 16,-1 0-7-16,-3 0-8 0,2-1-5 0,-1 0-3 15,2-3-3-15,1 0-1 0,0-2-14 0,-1-1-28 16,1-1-30-16,-4-7-33 0,1-1-28 0,-2 0-51 16,-1-2-53-16,-2-1-64 0,-1-2-219 0,-2-6-516 15,0-1 228-15</inkml:trace>
  <inkml:trace contextRef="#ctx0" brushRef="#br0" timeOffset="6482.26">8506 3759 129 0,'8'-6'194'16,"2"0"-19"-16,5 0-17 0,-1 3-16 0,4-5-17 15,4 5-9-15,5-3-11 0,2 6-13 0,-1-3-11 16,3 3-8-16,-4 0-6 0,2 0-7 0,-7 0-6 0,0 2-9 15,-1-2-3-15,-4 1-1 0,2-2-9 16,-7 1-4-16,-1 0 2 0,-11 0-1 0,17 0 5 16,-17 0 4-16,12-3 3 0,-12 3 4 0,11-7-3 15,-8 2 13-15,0 2 0 0,-3 3 15 0,8-9 6 16,-7 4 3-16,-1 5 3 0,5-6 0 0,-5 6-11 16,0 0-5-16,0 0-6 0,5-5-13 0,-5 5-9 15,0 0-4-15,0 0-1 0,0 0-5 0,0 0-4 16,0 0-2-16,4 29-23 0,-3-17-30 0,-2 5-38 15,1 3-20-15,-3-2-46 0,1 1-59 0,-1 0-210 16,-4-2-437-16,4-3 194 0</inkml:trace>
  <inkml:trace contextRef="#ctx0" brushRef="#br0" timeOffset="6666.26">9014 3524 167 0,'0'0'193'0,"0"-9"-49"0,0 9-29 0,0 0-28 15,0 0-23-15,0 0-30 0,0 0-24 0,0 0-23 16,19 19-27-16,-11-8-26 0,4 3-51 0,2 0-125 16,1 0 57-16</inkml:trace>
  <inkml:trace contextRef="#ctx0" brushRef="#br0" timeOffset="7005.89">9367 3659 179 0,'3'-8'197'0,"-3"8"-9"16,2-7-2-16,-2 7 1 0,3-6-1 0,-3 6-9 0,0 0-16 15,0 0-11-15,0 0-15 0,-5-11-15 0,5 11-15 16,0 0-8-16,-13 0-7 0,13 0-8 0,-15 5-3 16,7 0-15-16,0 2 0 0,-1 0-8 0,1 2-3 15,1-1-7-15,1-2 1 0,0 4-7 16,-1-1-3-16,4-3-3 0,1 0-6 0,2-6-1 15,0 13-4-15,2-4 0 0,1-2-4 0,1-2-2 0,1-1-3 16,1 4-2-16,-1-4 2 0,1 0-2 0,-1 0 1 16,2-1-2-16,0 0 0 0,-2 1-7 0,-5-4 1 15,11 5-3-15,-4-1-1 0,-1 2 2 0,2 1-4 16,-3-2-2-16,-1 6 1 0,1-1-4 16,-1 2 5-16,-2 1-1 0,1 3 2 0,-3 0-4 0,0 1 3 15,-3 1 2-15,-1-1-2 0,2 2 2 0,-6-2 1 16,-2 6 4-16,-2-7 1 0,-3 6 0 0,-5-4-1 15,0 1-2-15,4-5-1 0,-6 3-1 16,5-3-19-16,-4 0-26 0,5-4-30 0,0 0-42 0,-1-3-49 16,3-2-56-16,-1 0-178 0,3-2-431 15,5-3 191-15</inkml:trace>
  <inkml:trace contextRef="#ctx0" brushRef="#br0" timeOffset="7695.42">9413 3687 143 0,'1'-5'256'0,"-1"5"-18"15,2-12-29-15,-1 8-19 0,-1 4-23 0,0 0-18 16,0 0-15-16,0 0-11 0,0 0-10 16,0 0-7-16,1 25-6 0,-1-10-12 0,0 0-7 15,4 2-5-15,-1 0-10 0,1-1 1 0,1-2-10 16,2 1-4-16,2-1-3 0,-2-5-5 15,2-1-5-15,5 4-1 0,-4-5-6 0,6 3-1 0,0-4-1 0,-2-1 1 16,-3-4-8-16,2-1 3 0,0 0-5 16,-1-2 1-16,-1-2-5 0,-1-3-2 0,1 3-2 15,0-3-2-15,-2-4 1 0,-1 3-3 0,-1-2 2 16,2 0-1-16,-4-1-2 0,0-2 2 0,-1 2-2 16,0 0 4-16,0-1 2 0,1 0 3 0,-2 1-2 0,-1 1 3 15,-1 3 3-15,2 0 0 0,-3 7-2 16,3-9-2-16,-3 9 0 0,2-8-7 0,-2 8-2 15,0 0-6-15,0 0 0 0,0 0-2 0,0 0 0 16,0 0 2-16,0 0-2 0,0 0 0 0,-2 26-1 16,-1-16 1-16,2 2 0 0,-1 0 1 0,4 4-2 15,-1-4 4-15,0-2 1 0,2 3-1 0,1-4-3 0,1 1 3 16,4 0 2-16,-4-1-1 0,5-2 0 16,-1 0 3-16,2-1 0 0,-2-2 1 0,3 0 0 15,2-1-5-15,0 0 3 0,4-3 1 0,-5-1-3 16,-1-1 2-16,4-2-2 0,-3 0 4 0,-3-2-7 15,-1 1-3-15,3-2-3 0,-4-4 5 0,0 0-2 16,0 1-5-16,-2-1 2 0,-1-2-6 0,-2-1 0 16,0-2 1-16,-3 0-1 0,0 0 0 0,-1 4-1 15,0 2 1-15,-2-3 2 0,-1 4 6 0,1-1 0 16,-1 4 1-16,1-1 2 0,1 1-4 0,2 6 3 16,-3-8-3-16,3 8 0 0,0 0 0 0,0 0 0 15,2-12 0-15,-2 12-6 0,0 0-2 0,0 0 1 16,3-6 4-16,-3 6 1 0,14 3 0 0,-2 0 1 15,6-1 2-15,-2 2 3 0,6-1-3 0,-2 2-4 16,-1 0 3-16,-6-1-2 0,-1 2 0 0,2-2 1 16,-5 2-1-16,1 2 1 0,-1-1 0 0,0 0-2 15,-2 3 2-15,-1-1-3 0,-1 1 4 0,-2 0 1 16,0 2 4-16,0 5 1 0,-3-1-2 0,0 0-12 16,0-3-28-16,0-2-28 0,-1 3-34 0,1 0-38 0,-2-1-52 15,2-2-29-15,2 0-163 0,-2 0-414 16,0-11 183-16</inkml:trace>
  <inkml:trace contextRef="#ctx0" brushRef="#br0" timeOffset="8058.79">10482 3763 152 0,'5'-16'188'0,"-3"1"1"16,-2 4 1-16,0 0-15 0,-1 2-11 0,1-1-4 15,-4 3-9-15,-1 1-16 0,0 1-9 0,-1 2-19 16,6 3-10-16,-18 4-6 0,2 4-5 0,-1-2-4 15,-3 3-5-15,-4 8-7 0,2-1-4 0,2-1-8 16,6-3-5-16,4 1-4 0,-2-1-4 0,7-2-5 16,1-2-2-16,2 2-5 0,-1-1 0 0,4-3-5 15,-1-6 2-15,5 12-6 0,-1-7 2 0,1-1-5 16,3-3-2-16,1 2-4 0,-1-3 2 0,-8 0-3 16,19-3 0-16,-9-1-1 0,-2 1-1 0,3-3-3 15,-3 0-1-15,1-1 2 0,0 0-3 0,-5 2 1 16,2-4 1-16,-1 1 5 0,-1-1 0 0,0 0-7 15,1 1 6-15,0 1 3 0,-3 1 4 0,-2 6 0 16,4-6-7-16,-4 6 3 0,4-7-6 0,-4 7 0 16,0 0-8-16,0 0 1 0,0 0 0 0,0 0 1 15,0 0-3-15,7 20 2 0,-6-7 2 0,0-3 2 16,-1 5-2-16,0 1-1 0,0 0-25 0,0 0-21 16,2-2-47-16,-1 1-49 0,1 1-70 0,0 0-231 15,-1-6-475-15,1-2 210 0</inkml:trace>
  <inkml:trace contextRef="#ctx0" brushRef="#br0" timeOffset="8327.43">10746 3615 1616 0,'9'-27'124'0,"-4"-1"-65"0,2 2 21 15,-5 7 9-15,1 8 9 0,1-5 26 0,-2 6 5 16,-2 1-7-16,1 3-17 0,-1 6-15 0,2-10-9 15,-2 10-14-15,0 0-7 0,0 0-4 0,0 0 2 16,7 29 10-16,-4-5 2 0,2 4 7 16,-1 1-7-16,0 1-5 0,2 2-4 0,-3 0-9 15,-2 0-5-15,0 0-1 0,-1 0-1 0,-1-3-9 16,-2 1 1-16,1-2-18 0,-1-3-1 0,-1-6-25 0,3-2-27 16,-4 1-28-16,-1-3-19 0,2 0-35 15,0-3-32-15,1-4-35 0,0-2-33 0,0-1-33 0,-2-2-181 16,-4-1-464-16,9-2 206 0</inkml:trace>
  <inkml:trace contextRef="#ctx0" brushRef="#br0" timeOffset="8617.34">10643 3706 67 0,'10'-2'142'0,"9"0"3"0,2-1-15 16,8 1-5-16,2 1-7 0,-3 0-4 0,4-1-11 15,-2 1-11-15,1 0-2 0,-2-2-7 0,1 4-6 16,-3-2-6-16,-9 0-1 0,1-1 3 0,-1 2 1 16,-7 0-1-16,0-1-3 0,-4 1-1 0,-7 0-3 15,13 0 1-15,-13 0-4 0,9 1-5 0,-9-1-5 16,0 0-4-16,7 2 0 0,-7-2-1 0,3 5-2 16,-3-5 1-16,1 10 7 0,-1-3 5 0,1 2-6 0,-2 3-1 15,0-1-6-15,-2 4-4 0,0-2 0 16,3 3-7-16,-4-3 1 0,0 4-8 0,1 1-19 0,2-4-30 15,-1 3-32-15,0-2-40 0,1-3-30 16,-2-1-53-16,3 0-38 0,-1 0-138 0,1-11-380 16,-3 14 168-16</inkml:trace>
  <inkml:trace contextRef="#ctx0" brushRef="#br0" timeOffset="8811.61">11128 3533 33 0,'-1'-12'233'0,"-3"2"-15"0,3 0-12 0,-2 4-15 15,3 6-14-15,-2-13-23 0,2 13-15 0,-1-8-23 16,1 8-27-16,0 0-19 0,0 0-22 0,0 0-27 16,0 0-51-16,0 0-57 0,19 18-51 0,-12-9-102 15,2 1-260-15,2-1 115 0</inkml:trace>
  <inkml:trace contextRef="#ctx0" brushRef="#br0" timeOffset="9356.78">11386 3682 46 0,'0'0'188'16,"0"0"-3"-16,-12 5-5 0,3 0-2 0,-2 2 1 16,-4 1-4-16,0 2-9 0,-2 0-15 0,3 1-9 15,-1 2-9-15,-1 0-11 0,1 1-9 0,4 1-13 16,-1-2-10-16,7-2-8 0,-4 0-5 0,7-1-12 15,-2-1-2-15,2 3-9 0,2-1-4 0,2 0 1 16,3-1-6-16,0 0-3 0,3-1-5 0,1-2-3 16,1 0-3-16,1-3-1 0,2-2-7 0,0 1-3 15,1-2-3-15,-1-2-11 0,-2-2-4 0,7-3-1 16,-9-1-4-16,4-3-13 0,-3 1 2 16,-1-4 1-16,-1 2 0 0,-3 0-1 0,0-5 2 15,1 2 1-15,-4 1 1 0,-1-2 2 0,0-1 0 0,0 5 0 16,1-3 0-16,0 2 1 0,3 1 0 0,-5 3 5 15,4-4 11-15,-3 8-6 0,1-3 0 0,2 2 0 16,-4 5-4-16,9-7-2 0,-9 7-1 0,13 1 1 16,-3 2 0-16,0 2 0 0,0 3 2 0,3 2-6 15,-3 3 4-15,-1-2 0 0,-1-1 2 0,-2 1 2 16,1 4 0-16,1-2 6 0,-4-1-1 0,3-1 8 16,-5-2 3-16,2-1-5 0,-2 0-2 0,0-2 5 15,0-2 14-15,-2-4 19 0,0 0 14 0,2 9 10 16,-2-9-7-16,0 0-8 0,0 0-5 0,0 0-5 15,0 0-1-15,0 0-9 0,0 0 2 0,0 0-8 16,0 0-3-16,-8-31-6 0,8 31 0 0,5-15-6 16,4 5-12-16,-1-1 9 0,5 0-2 0,4-1 0 15,0 1 2-15,8-1-6 0,-5 6-8 0,-1-2 3 16,-1 3 0-16,-2 2-2 0,2 0 0 0,-5 1-2 16,-2 2 4-16,-11 0-7 0,18 5 5 0,-9 2-1 15,0-1-2-15,-1 2 3 0,2 1-6 0,-3 6 4 16,-3-3 4-16,1 3-9 0,-2-3-24 0,-4 7-32 15,1-4-41-15,-2 2-48 0,-1-4-79 0,-1 4-257 16,-4-2-528-16,3-4 234 0</inkml:trace>
  <inkml:trace contextRef="#ctx0" brushRef="#br0" timeOffset="9523.15">12037 3969 207 0,'0'0'250'0,"6"0"-15"0,-6 0-21 0,0 0-21 16,0 0-20-16,0 0-14 0,-1 13-20 0,1-13-10 16,-5 15-25-16,-1-5-52 0,-6 4-60 15,3 2-84-15,-2-1-79 0,-5-1-93 0,1-2-286 16,-4-2 126-16</inkml:trace>
  <inkml:trace contextRef="#ctx0" brushRef="#br0" timeOffset="12636.57">12293 3661 143 0,'2'-5'191'0,"-2"5"4"0,4-10-1 0,-4 10-5 15,6-7-8-15,-6 7-6 0,0-6-19 0,0 6-14 16,0 0-19-16,0 0-14 0,0 0-11 0,0 0-12 16,0 0-7-16,0 0-9 0,0 0-10 0,-20 20-2 15,11-5-7-15,1-1-3 0,-1 1-9 0,3 1 1 16,1-5-5-16,3 6-1 0,0 1-5 0,4-2-1 15,-1-4-3-15,2-1-3 0,2 0-1 0,1-1 4 16,1 0-7-16,5-3 2 0,3 0-5 0,1 0 2 16,4-4-2-16,-2 0 1 0,3-3-4 0,-2-1-2 15,2-1 0-15,-3-1 0 0,-5-1-1 0,-2-1-7 16,1-2-2-16,-1 1-6 0,-5-2-10 0,2-1-12 16,-4-2-5-16,1 0 2 0,-1 0 3 0,-2-1 5 15,-2-1-6-15,-2 1 0 0,-4-5 1 16,3 3 0-16,-4 0 7 0,2 2 1 0,-1 2 0 0,0-1 2 15,-1 3 1-15,-1 2 0 0,4 0 2 0,-4 2-2 16,3 1 3-16,-4-3 0 0,9 6 2 0,-14 0 3 16,14 0-3-16,-12 0 2 0,12 0-3 0,0 0-5 15,-11 0 2-15,11 0-4 0,0 0-5 0,0 0-2 16,0 0 9-16,0 0 4 0,23 8-4 0,-5-8 0 16,4-1 0-16,13-3-4 0,-4 1-4 0,7 0 7 15,-6-7 11-15,-1 2-9 0,0-1 5 0,-5 0 2 16,-1-1 1-16,-8-1-9 0,-1 1 15 0,-3-1-2 15,-4 1 3-15,1-2 3 0,-2-3 8 0,-3 4 0 16,1-5 9-16,-2 5 3 0,-1-1 13 0,0 1 0 16,-1 1 9-16,0 2 0 0,-2 0 5 0,0 8-8 15,0-9-6-15,0 9-6 0,0 0-5 16,0 0-1-16,0 0-10 0,0 0-1 0,0 0-1 16,-20 33 3-16,11-9 2 0,-1 7-1 0,-3 2 3 0,-5 11 0 15,5-11-1-15,-6 12 0 0,6-13 1 16,-1 14 4-16,8-13-5 0,-1-2-2 0,0 2-4 0,-1-1 0 15,2-2 3-15,2 1 1 0,4-3-5 0,-2 0-3 16,0 0-19-16,2-4-33 0,-2 1-34 0,-1-4-32 16,4-4-40-16,-2 0-42 0,-1-1-145 0,-2-4-367 15,-3-2 164-15</inkml:trace>
  <inkml:trace contextRef="#ctx0" brushRef="#br0" timeOffset="13134.84">13603 3660 156 0,'0'0'185'16,"-16"0"-13"-16,16 0-4 0,-30 8-15 0,13 1-5 16,-1 2-10-16,-5 8-15 0,1-1-16 0,4 2 3 15,3 3-11-15,1-2-7 0,5 4-12 0,5-9-9 16,-2 1-4-16,6-4-7 0,5 4-6 0,0-3-7 15,1-3-2-15,1 0-9 0,3-3-5 0,0-1 2 16,1-1-9-16,3-1-9 0,-3-2-2 0,2-3-4 16,1-1 1-16,-1-3-4 0,1-5 0 0,-3 4-1 15,3-7-1-15,-3 6 4 0,0-4-3 0,1-3 0 16,-3 0 2-16,3-3-2 0,-4 3 3 0,1-2 7 16,-5 1 3-16,1 4 6 0,-1 1 7 0,-4 9 4 15,7-13 0-15,-4 9-9 0,-3 4-4 0,0 0-7 16,4-9 0-16,-4 9-5 0,0 0 2 0,0 0 0 15,0 0-2-15,6 22 0 0,-6-22-1 0,-4 29-6 16,4-12-24-16,0-1-23 0,2 1-36 0,2 0-34 16,-1 1-36-16,1-1-25 0,3-2-163 0,0 1-365 15,4-3 162-15</inkml:trace>
  <inkml:trace contextRef="#ctx0" brushRef="#br0" timeOffset="13386.05">14332 3633 205 0,'3'-18'248'0,"-1"4"-4"15,-1 2 1-15,-2 1-2 0,1 11-15 0,1-13-23 16,-1 7-21-16,0 6-24 0,0 0-22 0,0 0-10 16,0 0-11-16,0 0-13 0,0 0-5 0,-8 51-4 15,4-18-7-15,-3 11-9 0,1 3 1 16,-4 0-13-16,3-13-1 0,3 1-10 0,0 0-8 0,-1 0-2 15,3-4-4-15,0 0-20 0,2 0-27 0,-2-3-19 16,-1 0-39-16,2-2-33 0,5-10-42 16,-4 1-45-16,0-5-20 0,2-2-25 0,-2 0-156 0,0-10-414 15,0 0 184-15</inkml:trace>
  <inkml:trace contextRef="#ctx0" brushRef="#br0" timeOffset="13612.5">14323 3569 26 0,'9'-9'127'0,"3"2"-6"15,-1 2-9-15,0 3-1 0,1 2-3 0,-2 0-9 0,-1 3-4 16,1 3-13-16,-1 2 5 0,-1 1-8 0,2 3-2 16,-2 4 0-16,-3-2-11 0,0 4-1 0,-2-1-7 15,-3 0-7-15,-3 2 0 0,-2 0-10 0,-6 4 4 16,-1 1-8-16,2-9-5 0,-2 1-7 0,-3-3-19 15,1-1-26-15,-4-2-31 0,9 0-23 16,-2-3-42-16,-5-1-121 0,3-1-255 0,1-3 113 0</inkml:trace>
  <inkml:trace contextRef="#ctx0" brushRef="#br0" timeOffset="13838.89">14524 3711 1314 0,'11'-9'105'15,"-3"0"-3"-15,-1 1-7 0,-1 3-8 0,0-2-17 16,-4 2 18-16,-2 5-7 0,7-7-15 0,-5 3-11 0,-2 4-6 16,0 0-7-16,0 0-5 0,0 0-7 15,0 0 3-15,0 0 9 0,6 23-3 0,-8-7 6 16,0-1-2-16,0 4-6 0,-1 2-2 0,-1 4-1 16,-2 0-1-16,3-6-7 0,-4 7 1 0,3-9-4 15,-3-1-15-15,5 0-27 0,-2-1-28 0,2-2-28 16,1-3-48-16,1 0-57 0,0-10-26 0,-1 14-127 15,1-14-361-15,0 0 160 0</inkml:trace>
  <inkml:trace contextRef="#ctx0" brushRef="#br0" timeOffset="14008.37">14607 3704 25 0,'0'0'127'16,"0"0"-10"-16,9-6-7 0,-9 6-2 0,11 0 4 15,-11 0-9-15,22 4-14 0,-11-2-8 0,1 3-6 16,6 2-10-16,2 0-8 0,0 0-36 0,5 2-22 16,2 1-53-16,-5-3-44 0,-6-1-59 15,2-2-168-15,0 0 74 0</inkml:trace>
  <inkml:trace contextRef="#ctx0" brushRef="#br0" timeOffset="14198.43">15039 3591 121 0,'1'-8'222'16,"0"2"-3"-16,-1 6-10 0,1-8-21 0,-1 8-19 16,0 0-20-16,3-7-20 0,-3 7-12 0,0 0-9 15,0 0-8-15,0 23-8 0,0-7-6 0,-3 10-8 16,2-7-4-16,0 4-10 0,-1-3-4 0,0 8-4 16,0 0-4-16,-1-2-23 0,3 1-37 0,0-1-45 15,-2-7-49-15,2 1-44 0,2-2-190 0,-4-3-363 16,-1-5 160-16</inkml:trace>
  <inkml:trace contextRef="#ctx0" brushRef="#br0" timeOffset="14425.27">15353 3669 103 0,'1'-9'264'0,"0"2"-8"0,2 0-18 0,-3 7-19 16,0-9-30-16,0 9-25 0,0 0-16 15,0 0-18-15,0 0-2 0,0 0-9 0,0 0-5 0,-4 48-12 16,3-20-4-16,-3 0-6 0,-1 4-10 0,1-3-6 16,-2 2-5-16,3-5-8 0,0 2-2 0,0-2-9 15,-2-1-10-15,1-7-21 0,4 0-31 0,-2-1-36 16,0-6-32-16,1 3-48 0,-2-3-47 0,2-3-32 16,1-8-161-16,-6 14-396 0,6-14 175 15</inkml:trace>
  <inkml:trace contextRef="#ctx0" brushRef="#br0" timeOffset="14651.34">15376 3628 10 0,'12'-5'147'0,"-2"2"-12"0,0 0-8 0,2 3-4 15,-1 0-4-15,1 4-5 0,-2 2-10 16,0 3-3-16,-2-1-6 0,2 5 0 0,-6-2-5 15,-2 3-4-15,-2-1-8 0,-2 2-2 0,-5 3-7 16,-1-1 0-16,-4-2-12 0,-3 7 0 0,-2-3-7 16,2-5-2-16,-7 2-13 0,-1 0-21 0,6-6-40 15,-1 0-34-15,-1-2-42 0,4 1-48 0,-3-2-111 16,4-2-281-16,0-3 124 0</inkml:trace>
  <inkml:trace contextRef="#ctx0" brushRef="#br0" timeOffset="14933.9">16183 3530 30 0,'3'-11'307'0,"-1"6"-23"0,-2 5-25 15,0-13-32-15,0 13-23 0,0-8-26 0,0 8-18 16,0 0-16-16,0 0-5 0,0 0-3 0,-3 35-5 0,1-10-2 15,0 1-2-15,0 4-18 0,2-1-4 16,-3 1-9-16,-1-1-7 0,2 2-9 0,-2 1-10 16,1-1 0-16,1-1-8 0,-2-1-6 0,-1-4-8 15,0 1-1-15,4-8-16 0,-2 0-24 0,-1 0-24 16,2-1-27-16,-1-4-39 0,0-1-32 0,2 0-39 0,-3 0-22 16,2-3-21-16,-2 1-28 0,3-4-161 15,1-6-418-15,-8 7 185 0</inkml:trace>
  <inkml:trace contextRef="#ctx0" brushRef="#br0" timeOffset="15529.63">16172 3713 98 0,'14'-2'129'15,"-2"2"-10"-15,1 3 2 0,-1-2-8 0,0 2-9 16,1 4 0-16,-3 0-1 0,0 2-6 0,3 2 1 15,-3 5-9-15,1-2-13 0,-4 2 4 0,-1 0-10 16,0 0-4-16,-3-4-10 0,-1-1 2 0,-1 6-7 16,-1-5-5-16,-3-3-1 0,2-2-3 0,1 3-6 15,0-10-5-15,-4 12 0 0,2-7-5 0,2-5 5 16,-8 7-5-16,2-5 0 0,6-2-6 0,-9 3 1 16,9-3-1-16,0 0 0 0,0 0-2 0,-12-7-9 15,12 7-1-15,-2-9 1 0,2 9 2 0,0 0-8 16,6-15-4-16,-1 7 3 0,3-1-7 0,1 3-3 15,5-3-5-15,4 1-2 0,-3-2 0 0,4 1-1 16,-1-1 1-16,1 1-3 0,-2-2 1 0,1 3 6 16,-2-1 1-16,0 1-3 0,-1-2 8 0,-6 3-1 15,0 1 2-15,-1 1 8 0,-1 0 8 0,-3 2 3 16,-4 3 12-16,8-7 4 0,-8 7-1 0,4-4-6 16,-4 4-5-16,0 0 1 0,0 0-9 0,0 0 3 15,0 0 0-15,0 0-3 0,0 0 5 0,-14 25-1 16,6-17-1-16,3 3 0 0,-2 0 3 0,4-1-7 15,-3 0-4-15,4 0 5 0,-1-2-1 0,3 2-4 16,0-10 5-16,3 15-4 0,-2-9 4 0,3 0-7 16,0 0 2-16,2-2-3 0,2-1-1 0,2 1-7 15,-2-3 6-15,1-2 1 0,3-2 1 0,-1 1-1 16,-2-3 2-16,2 0-3 0,-1-2 1 0,2-4 0 16,-2-2 3-16,-2 1-2 0,1-1 3 0,2-1 10 15,-3 0-7-15,-3 3 6 0,0-1 9 0,0 1 5 16,0 5 3-16,-1 0 3 0,-3 1-5 0,2 0-3 15,-3 5-8-15,0 0-3 0,3-7-6 0,-3 7-3 16,0 0 0-16,0 0 4 0,0 0-2 0,-3 30 2 16,2-12-2-16,1-1-13 0,-3 0-32 0,2 1-32 15,0 2-30-15,-1-1-46 0,2-1-36 0,0 1-178 16,-2-2-389-16,4-2 172 0</inkml:trace>
  <inkml:trace contextRef="#ctx0" brushRef="#br0" timeOffset="15894.32">16822 3933 66 0,'-3'-6'248'0,"3"6"-5"0,-5-16-13 0,1 11 10 0,3-3-12 16,-2-1-14-16,1-1-11 0,-1 4-28 0,3 6-13 16,-2-13-17-16,2 13-16 0,3-19-14 0,-1 9-13 15,1-1-9-15,3 3-8 0,4-6-10 0,3 3-8 16,-1-2-7-16,2 1-7 0,3 0-9 0,2 1-4 15,-2-1-5-15,7-1-7 0,-7 4-6 16,-2 2 2-16,-3 2-3 0,-1 3-6 0,-2-1-3 0,0 2-2 16,-9 1-4-16,14 4 3 0,-8 0-3 15,0 0-5-15,-3 4 0 0,5 2-1 0,-5 3 1 0,-2 2 1 16,0 3-3-16,0-3 1 0,-1 2 0 0,0-2 7 16,0-2-5-16,3 2-2 0,-3-3 2 0,0-6 2 15,4 3-4-15,-3-2 4 0,3-1 0 0,0-1 2 16,6 0 2-16,-2-4-6 0,3-1 0 0,2-1-3 15,1 0-5-15,0-2-13 0,-2 1-24 0,0-3-19 16,0 0-25-16,-2-2-14 0,-1-1-22 0,0-2-24 16,-4-1-4-16,-1 3-31 0,0-1-9 0,-2 2-20 15,0 0-110-15,-2 7-348 0,2-9 154 0</inkml:trace>
  <inkml:trace contextRef="#ctx0" brushRef="#br0" timeOffset="16673.53">17173 3933 160 0,'0'0'211'0,"22"-16"-13"0,-13 8-11 16,1-5-17-16,2 1-16 0,1 0-7 0,0 0-14 16,4-1-4-16,1-6-17 0,-3 5-2 0,-1 0-10 0,3 1-6 15,1-5-7-15,-4 5 1 0,-3-2-14 0,1-1-4 16,1 5-7-16,-4-2 3 0,1-1-6 15,-5 2-4-15,-3 2-7 0,3-2-1 0,-2 6 3 16,-3 0-2-16,1-2-5 0,-1 8-4 0,2-10-7 16,-2 10-4-16,0-8-9 0,0 8 0 0,0 0-3 15,0 0-3-15,0 0 0 0,-18 4-5 0,18-4 0 0,-12 9-1 16,6 1 1-16,1-1-5 0,1 1 1 16,-1 2 1-16,1 1-3 0,3 2 0 0,-2 1 2 15,4-1-1-15,1 3-5 0,-1 0 2 0,1 0 1 16,3 0 0-16,1-3 0 0,-1 3-1 0,-1-3 0 15,0-3-1-15,-1 0-1 0,2-2 1 0,-3 0-2 16,-1 0 3-16,-1-3-6 0,0-7 2 0,0 14-1 16,1-10 5-16,-1-4-3 0,0 0 4 0,0 0-3 15,-1 14 6-15,1-14-2 0,0 0 0 0,0 0-8 16,0 0-2-16,0 0-4 0,0 0 1 0,0 0-7 16,0 0 3-16,0 0-9 0,0 0-7 0,0 0-2 15,8-43-9-15,-1 36 3 0,2 0-3 0,8-3 6 16,-1 1-1-16,2-1-1 0,9 0 5 0,0-5-2 15,-3 2 6-15,-1-2 3 0,-3 6 3 0,4-5 0 16,-8 3 8-16,0 2 7 0,-3-1 3 0,0-1 23 16,-5 3 1-16,-1-1 1 0,-1 1 6 0,-1-1 1 15,-5 9 6-15,4-12 1 0,-4 12 8 0,4-10-4 16,-4 10-3-16,2-7-8 0,-2 7-7 0,0 0-5 16,0 0-3-16,0 0 1 0,0 0 0 0,0 0 0 15,0 0 5-15,-23 21-8 0,18-11-4 0,-3 0 1 16,1 1 0-16,2 1-2 0,0 0-1 0,1 0 0 15,3 3 5-15,-1-4-4 0,2 0 2 0,0-11-2 16,4 17 0-16,-1-6-2 0,1-5-5 0,1 0 9 16,3-1-9-16,0 0 0 0,-8-5 1 0,16 0-2 15,-16 0 1-15,20-2-1 0,-11 0 8 0,1-3-6 16,-1 1-2-16,1-3-2 0,0 0 4 0,0-2-1 16,-3-1 0-16,2 1 0 0,-3-1 2 0,-2 1-1 15,4-1-1-15,0 1-1 0,1-2 1 0,-4 2-4 16,0 0 6-16,-1 2-5 0,0 2 5 0,-4 5-4 15,5-6 0-15,-5 6-8 0,0 0 5 0,0 0-6 16,0 0 4-16,0 0 2 0,0 0 1 0,2 23 0 16,-2-23 9-16,-5 30-6 0,0-11-1 0,0-3 1 15,2 3-1-15,1-2 8 0,-5 2-24 0,2-1-32 16,-1-1-38-16,2-2-49 0,3-3-45 0,-2 0-48 16,-1-1-128-16,4-11-388 0,-6 13 172 0</inkml:trace>
  <inkml:trace contextRef="#ctx0" brushRef="#br0" timeOffset="16833.59">17678 3566 22 0,'0'0'-4'0,"0"0"-4"0,0 0 2 15</inkml:trace>
  <inkml:trace contextRef="#ctx0" brushRef="#br0" timeOffset="17063.52">18123 3500 182 0,'3'-5'271'0,"1"1"6"16,-4 4-7-16,4-9-17 0,-4 9-23 0,3-4-25 15,-3 4-30-15,0 0-18 0,0 0-13 0,0 0 3 16,2 29-13-16,-6-9-3 0,3 6-11 0,-3 4-13 16,2-3-9-16,-1 2-6 0,-2 2-7 0,4 1-9 15,-2-2-6-15,1-2 2 0,-1 4-14 0,2-5-11 16,-2-1-16-16,1-1-33 0,2-6-41 0,0-2-36 16,0-2-39-16,-2-3-48 0,4-1-57 0,-1-2-28 15,-1-9-174-15,-4 12-461 0,4-12 203 0</inkml:trace>
  <inkml:trace contextRef="#ctx0" brushRef="#br0" timeOffset="17397.14">18178 3706 37 0,'20'-4'154'0,"0"-1"-8"15,7 3-6-15,-6 0-7 0,-2 1-11 0,-4 2-11 16,-1 2-9-16,-3-1-6 0,-1 2 0 0,1 1-15 15,-2 3 4-15,-1 0 5 0,-5-1-12 0,-1 2 3 16,-1 2 4-16,2 2-4 0,-3-1-2 0,0 0-7 16,0-12-7-16,-4 23-3 0,5-14-9 0,2 1 1 15,-3-10-3-15,2 18 2 0,-2-9-11 16,3-1 1-16,-3-8 0 0,9 11-5 0,-4-7-2 0,-5-4-4 16,13 6 1-16,-7-3-4 0,-6-3 1 0,14 0 1 15,-14 0-1-15,15-4 8 0,-4 1 3 0,-2-3-3 16,1 1 2-16,-4-5 0 0,-2 3-2 0,3 0-2 15,-2-10-4-15,-3 5-4 0,3-5-5 0,-5 5-2 16,0-3-11-16,-2 1-20 0,-1 1-17 0,-1 4-18 16,2-3-12-16,-2 2-35 0,0 1-46 0,4 9-40 15,-11-8-39-15,11 8-153 0,-20-2-399 0,20 2 177 16</inkml:trace>
  <inkml:trace contextRef="#ctx0" brushRef="#br0" timeOffset="17795.24">18528 3953 180 0,'11'-3'221'0,"0"0"-15"0,-11 3-6 15,22-3-13-15,-13-2-13 0,2 0-18 16,-1 1-14-16,-1-6-7 0,2 4-13 0,2-5-11 0,-3 4-5 16,-1-2-13-16,0-1-5 0,-1-5-9 0,2-2-8 15,-4 1-6-15,2-2-8 0,-3-1-4 16,-2 1-4-16,1 0-4 0,-3 0 4 0,1 1 7 15,0 3 2-15,-1 3 7 0,-2 0 0 0,-3 0-10 16,3 2 2-16,1 9-4 0,-3-12-3 0,3 12-4 16,-1-9-4-16,-2 4-5 0,3 5-5 0,0 0-5 15,-4-6-5-15,4 6-3 0,0 0-3 0,0 0-4 0,0 0 2 16,0 0-2-16,0 0-2 0,0 0-6 16,22 0 10-16,-10 4-5 0,-1 0 4 0,8-1-5 15,3 0-1-15,-4 1-1 0,2 1 3 0,-1-2-1 16,-6-1-5-16,-1 0-6 0,-1 0 7 0,-3 1-3 15,-2-1 0-15,2 2 0 0,-3 1-3 0,-1 1 0 16,0 4-1-16,-2-1 6 0,-2 4 0 0,0 2 13 0,-2 4 3 16,-2-1 2-16,-1 1-1 0,-4 5-1 15,4-6-5-15,-2-1 0 0,2 1-24 0,0-1-39 16,3-1-53-16,-1-3-54 0,2 1-72 0,-2-2-273 16,3-12-541-16,3 16 241 0</inkml:trace>
  <inkml:trace contextRef="#ctx0" brushRef="#br0" timeOffset="21323.7">19738 3403 135 0,'3'-8'219'0,"-1"-2"23"16,1 5-12-16,-3 5-11 0,1-10-19 15,-1 10-15-15,3-7-23 0,-3 7-18 0,0 0-14 16,0 0-18-16,1-7-13 0,-1 7-10 0,0 0-8 15,0 0-8-15,0 0-9 0,2 32-4 0,-2-14-5 16,-2 8-3-16,-3-1-5 0,0 1-2 0,1 1 1 16,-1 0 1-16,-3 2-8 0,2-3 0 0,0-1-7 0,3 4-1 15,-1-5 0-15,0 2-4 0,3-7 2 16,-1 6-6-16,0 1 2 0,-1-9-10 0,6 1-17 16,-6-2-22-16,3 0-12 0,-1 1-37 0,1-5-30 15,-1-1-28-15,0 0-37 0,-1 0-52 0,0-1-159 0,2-10-410 16,-12 12 182-16</inkml:trace>
  <inkml:trace contextRef="#ctx0" brushRef="#br0" timeOffset="21936.49">19705 3606 39 0,'16'-8'133'0,"1"2"-12"0,2 2-9 0,-1-2-15 15,1 1-14-15,-2-1-8 0,1 1-1 0,-3 1-7 16,-1-1-12-16,-2 1-2 0,-1 1-2 16,-2-2 5-16,1-1-4 0,-1 1 5 0,0-2-1 0,-1-1 5 15,-2 0 9-15,-1 2 6 0,3-2 1 0,-4-1 6 16,1-1-3-16,-4 1-2 0,2-1 0 16,-3 4-1-16,1-1-1 0,2 1-4 0,-3 6-5 0,1-8-3 15,-1 8-5-15,0 0-12 0,3-8-13 0,-3 8-6 16,0 0 3-16,0 0-3 0,0 0-2 0,-4 33-6 15,2-14-1-15,0 6 1 0,-2 1-3 0,-1-1 0 16,1 2 0-16,-2 1-2 0,2-8-3 16,-3 6 2-16,2-6-5 0,1-2 0 0,-1 1 5 15,-1-2-6-15,1 1 1 0,1-4 0 0,0 3-1 0,0-6-2 16,0-2-1-16,2 0-4 0,2-9 7 0,-4 12-7 16,4-12 3-16,0 0-1 0,-2 12 0 0,2-12 3 15,0 0-3-15,0 0-1 0,0 0-1 0,0 0-2 16,0 0-4-16,0 0 1 0,28-15-1 0,-18 12 2 15,1-1-1-15,3 2-2 0,-3-1 2 0,0 2 1 16,-11 1 1-16,24 4-2 0,-12 0-1 16,3-2 2-16,6 1 1 0,-3 2 1 0,2 0-2 0,-1-1 0 15,2 1 12-15,6 0-10 0,-6-3 4 0,1-2-7 16,-2 1 5-16,2-2 0 0,-3-3-1 0,-1-1 0 16,0 2 2-16,-1-5 1 0,-1 2 2 15,-5-2 0-15,-2 0-3 0,-2-2 1 0,3 1 4 16,-2-1-1-16,-3 0 0 0,0-6-5 0,0 6 2 15,-3-3 5-15,-1 2 1 0,-1-2-4 0,1 2 2 0,-1 1-2 16,-2 1 5-16,-1 2-7 0,3 7 1 0,-6-13-1 16,6 13-1-16,-10-3 1 0,10 3-3 0,-25 6 1 15,11 1 0-15,-2 3 2 0,0 4-5 0,2 1-2 16,-1 6-15-16,5-3-13 0,1 4-38 0,4-4-51 16,2 1-49-16,4-1-59 0,-1 1-115 15,7-4-373-15,3-1 164 0</inkml:trace>
  <inkml:trace contextRef="#ctx0" brushRef="#br0" timeOffset="23318.12">21379 3570 45 0,'-4'-8'270'0,"0"2"-15"0,-1 2-20 15,5 4-17-15,-13-4-15 0,3 3-16 16,-1 4-10-16,-9 4-8 0,5 5-12 0,-1 2-15 16,-1-2-13-16,0 8-9 0,0 1-15 0,6-4-5 15,5-2-8-15,1 2-13 0,2 4-6 0,3 5-4 16,5-1-8-16,2-7-5 0,4 3-11 0,3-3-8 16,4-1-15-16,4-2-19 0,2-4-16 0,-6-1-14 15,2-3-6-15,1 1-16 0,-1-5-4 0,0 0 4 16,0-3 1-16,-2-1 2 0,0-3 4 0,-2 0 8 15,1-2 0-15,-3 0 10 0,0-5 0 0,2 0-3 16,-3-1 6-16,-1-2 4 0,2-1 1 0,-1-1 1 16,-2 1 3-16,5-8 2 0,-2 1 8 0,-4 5 7 15,-2-1 3-15,1 0-2 0,-2 0 2 0,1 4 9 16,-3-2 2-16,0 6 10 0,-1 1 3 0,0 3 0 16,-3 0-5-16,-1 6-3 0,3-5-8 0,-3 5-1 15,0 0 4-15,0 0 12 0,0 0-3 0,-11 30 4 16,6-13 0-16,-2 2-2 0,-2 6 3 0,1-1-7 15,2 0-3-15,0-5 2 0,5 7 0 0,0-6-1 16,2-4-1-16,2 2-4 0,1-4 0 0,2 0 1 16,2-2-3-16,2-3 0 0,0-3-6 0,5 2-5 15,0-2-11-15,0-4-2 0,-2 0-2 0,3-3-1 16,0 2-2-16,-4-5 4 0,1-1-3 0,1-1-2 16,-2 0 0-16,-2-2 2 0,0-6 3 0,3 0 0 15,-3-2 0-15,-1-2 4 0,2 2-5 0,-1-3 4 16,1-4-2-16,-2 5 2 0,1-7-1 0,-3 8 3 15,-2-3-1-15,2 4 0 0,-3 2 4 0,0 3 10 16,1 3 6-16,-2 1-2 0,-3 7-4 0,4-9-7 16,-4 9 1-16,1-6-3 0,-1 6-2 0,0 0 3 15,0 0 3-15,0 0 2 0,2 28-1 0,-2-16 2 16,-1 3 4-16,0 3 3 0,0 0-3 0,-2-2 2 16,3-1 0-16,0 1 3 0,1 3-3 15,2 0 3-15,-1-2-3 0,2-5 0 0,5 4 3 16,-4-5-2-16,2-2 3 0,2 1 0 0,1 0-2 0,3-4-3 15,-2-1 0-15,2-1-3 0,0 0 4 0,1-3-4 16,4-2-3-16,-4 0-6 0,1-3-2 0,-1-1 0 16,-4-2-5-16,2-1 5 0,-2 1-8 15,2-9-3-15,0 1-5 0,1-6 0 0,-4 4-7 16,4-5 1-16,-7 4 2 0,-1 0-3 0,-1 1 1 16,-1-1 5-16,-3-1-4 0,-1 3 5 0,-1 0 3 15,-3 4 2-15,2 1 4 0,1 4 5 0,-1-2-4 0,1 4 3 16,2 5-2-16,-4-10-2 0,4 10 2 0,-3-8 0 15,3 8-4-15,-3-5-2 0,3 5-5 0,0 0 1 16,0 0 2-16,0 0 7 0,0 0-6 16,0 0 4-16,20 9-1 0,-11-5 1 0,2-3 1 15,1 3 1-15,2-1-1 0,3-3 6 0,-3 1-1 16,-2-1 2-16,0 1 0 0,-1 1-1 0,2-1 0 0,-5 1-2 16,3-2-1-16,-11 0 1 0,11 2-1 15,-11-2-1-15,9 2 3 0,-4 1-2 0,-5-3 2 16,6 8 0-16,-5-2 7 0,2-1-5 0,-3-5 3 15,1 17 5-15,-2-8-1 0,2 2 2 0,1 1-3 16,-2 0 3-16,0 0-1 0,1-3-1 0,0 8 2 16,2-1 2-16,-1-3-2 0,1-1 0 0,-1 0 2 15,5-3-2-15,-2 1 1 0,0 0-3 0,1-3 0 0,2 0 3 16,2-1-4-16,-1 2 3 0,-2-5 1 16,-7-3 0-16,17 2-9 0,-8 1-9 0,-9-3-8 15,21-5-8-15,-11 2-1 0,-2-3-7 0,1-1-9 16,-3-1-1-16,0-3-2 0,2-2-7 0,0-2 6 15,-2 1-3-15,-3 1-1 0,-2-3 0 0,-2 0-4 16,-2-1 9-16,-1 2 5 0,-3-1 2 0,2 1 9 16,-1 5 6-16,1-1 11 0,1 2 5 0,1 3 4 15,-1-1 1-15,4 7 1 0,-3-10-2 0,3 10 3 16,-1-7-3-16,1 7 2 0,0 0-2 0,13-4 3 16,-4 4-2-16,5 1-3 0,-3 2 5 0,6 1 1 15,1 2-2-15,0-1-1 0,-3 0 0 0,2 3 1 16,-8-2 3-16,0 2 3 0,1 0-2 0,-3 1 8 15,5 4 1-15,-7-3 11 0,-2 1-2 0,0-2 1 0,0 0 3 16,-2 4 1-16,0-1-5 0,2 0 3 16,0 0-1-16,-2 3 4 0,1-3-8 0,0 5 1 15,-1-7 0-15,2-1 2 0,4-2-3 0,-2 2-2 16,3-1 0-16,-2 0-1 0,3-4-1 0,3 2 0 16,-2-6-1-16,0 3 0 0,4-3-2 0,-14 0-2 15,31-6 1-15,-16-1-1 0,-3-1-3 0,-2 0 1 16,0-1 1-16,7-1-3 0,-9-1 5 0,-1-2-6 15,2-1 3-15,-2-3-3 0,-2 1 6 0,-1-3 2 16,-1 3 0-16,1-1 3 0,-4 6 2 0,0 0 12 16,-1 0 3-16,0 2-5 0,-2 2-5 0,3 7-5 15,-2-11-3-15,2 11-4 0,-9-4 2 16,9 4-2-16,0 0-1 0,-34 17-4 0,15-7-1 0,5 2-21 16,-2 3-24-16,1 5-34 0,-2-1-46 0,8-1-54 15,3 2-60-15,1-2-173 0,0 0-438 0,4-2 193 16</inkml:trace>
  <inkml:trace contextRef="#ctx0" brushRef="#br0" timeOffset="23553.46">23134 3814 72 0,'6'-18'251'0,"0"1"-14"0,1 0-10 0,0 0 8 15,1-1-13-15,1 1-7 0,-1 0-18 0,-1 2-16 16,4 0-18-16,-2 5-19 0,0 1-8 15,-4 1-21-15,4 0-10 0,2 5-12 0,-1 1-9 0,3 0-12 16,-3 6-3-16,2-1-9 0,-1 6-10 16,-2 0-2-16,3 4-7 0,-2 0-3 0,-4 2-5 15,-2 0-1-15,-2-2-4 0,-1 5-2 0,-1 2 1 0,-3-4-21 16,1 3-29-16,-2-3-53 0,-1-1-49 0,0-1-57 16,2-5-51-16,1 2-195 0,2-11-464 0,-4 14 205 15</inkml:trace>
  <inkml:trace contextRef="#ctx0" brushRef="#br0" timeOffset="23794.64">23576 3527 253 0,'1'-10'275'15,"0"4"-18"-15,2-1-20 0,-3 7-27 0,2-9-27 16,-2 9-15-16,0 0-3 0,0 0 3 0,3 25-4 15,-4-8-5-15,1 9-16 0,-4 0-10 0,1 0-9 16,1 1-13-16,-2-3-4 0,2 1-17 0,0 2-2 16,5 1-8-16,-2 0-6 0,3-2 1 0,-2-1-23 15,-2-5-3-15,2-2-31 0,-2-3-45 0,0 0-46 16,0-15-57-16,-2 20-56 0,2-10-56 0,0-10-213 16,0 0-492-16,-7 13 218 0</inkml:trace>
  <inkml:trace contextRef="#ctx0" brushRef="#br0" timeOffset="23947.76">23444 3666 149 0,'3'-6'184'16,"-3"6"-5"-16,11-4-13 0,-11 4-11 0,22-3-17 16,-3 5-13-16,11-2-14 0,5 2-11 0,-1 0-36 15,1 2-36-15,2-2-98 0,3 1-152 0,-2-3-240 16,-2 0 107-16</inkml:trace>
  <inkml:trace contextRef="#ctx0" brushRef="#br0" timeOffset="24517.3">24927 3579 191 0,'-11'-4'206'0,"2"1"-15"16,-7 2-8-16,-2 1-10 0,-9 3-17 0,0 6-6 16,2 3-15-16,-2 3-11 0,1 0-12 0,6 3-5 15,-1 0-14-15,8-4-7 0,-4 7-8 16,9-3-8-16,-2-2-3 0,6 4-8 0,0-4-3 15,6 1-5-15,3-2-5 0,1-2-5 0,4 0-3 0,3-1-2 16,2-1-2-16,1-5-4 0,3 0-1 0,1-1-4 16,-3-2 0-16,3-3-2 0,-3-3 0 0,1-2-2 15,0-1-3-15,-3 0-4 0,2-4 3 16,-3 0-6-16,-4 0 7 0,5-3-4 0,-6-2 2 0,3 2-1 16,-3 0 9-16,0-1-1 0,1 0-2 0,-4 3 3 15,2 3 3-15,-5 1 0 0,3-1-3 0,-6 4-6 16,4-1-5-16,-4 5-8 0,0 0 2 15,0 0 3-15,0 0 1 0,0 0-9 0,0 0 1 16,-4 32 1-16,-5-9 1 0,1 3-7 0,-2-3-20 16,1 2-44-16,0 2-51 0,-1-3-46 0,2-1-22 15,-2 2-41-15,2-7-150 0,2-1-405 0,1-3 180 0</inkml:trace>
  <inkml:trace contextRef="#ctx0" brushRef="#br0" timeOffset="25089.37">25200 3760 161 0,'0'0'161'0,"5"-3"-12"0,-5 3-11 16,0 0 6-16,0 0-18 0,0 0-3 0,-2 28-13 0,-1-17-3 15,2 2-9-15,0-5-10 0,-1 4-4 16,1-3-12-16,0 3-5 0,1-3-1 0,-4-2-9 15,4-7 1-15,-3 9 10 0,3-9 14 0,0 10 20 0,0-10 10 16,0 0-1-16,0 0-12 0,0 0-10 0,0 0-11 16,0 0-4-16,0 0-10 0,-6-23-6 15,1 13-6-15,5 0-1 0,0 1-3 0,3-3-7 16,-1 1-7-16,0-1-4 0,5 1-2 0,-3-1-2 16,7-1-3-16,-1-2-1 0,5 1-1 0,1 2-3 0,-2-3-8 15,5 4-4-15,-1 1-1 0,9 0-2 16,-8 4 3-16,1 3-2 0,-4 2-1 0,-2 1-2 15,0 1-3-15,-1 3 2 0,0 4 1 0,0 2-7 0,-4-2 2 16,2 3 4-16,-5 0-4 0,2 3 3 16,-2-4 1-16,-1 5 2 0,-1-4-3 0,-1 2 0 0,1-1-1 15,-2-1 4-15,0-4-2 0,-1-1 2 0,0 0-2 16,-1-6 7-16,2 10-5 0,-2-10 12 16,0 0-10-16,0 0-2 0,0 0 1 0,0 0 0 15,0 0-1-15,0 0-6 0,0 0 2 0,-16-23 2 16,13 13-2-16,3 2-1 0,-2-3-2 0,6 0 1 15,-3 1-2-15,3 0 1 0,2-1-1 0,3-3 2 0,3 2 0 16,1-2 0-16,3 3 0 0,1 0-1 16,-1 2 1-16,0 2-2 0,0 2 0 0,2 2-2 15,-4 1 4-15,-2 2-3 0,0 2 1 0,1 4 1 16,1 3-4-16,-3-2 5 0,-4 3-1 0,2 4-1 16,0 3 0-16,-6-1 2 0,3 1 1 0,-6 0 1 0,4 9-1 15,-4-8 2-15,0 1-23 0,0-2-39 16,-4 1-48-16,2 0-46 0,-1-2-53 0,1-5-206 0,-4 0-448 15,0-4 198-15</inkml:trace>
  <inkml:trace contextRef="#ctx0" brushRef="#br0" timeOffset="25349.89">25935 3646 1573 0,'15'-25'51'0,"-1"-1"-18"16,1-2-1-16,-7 4 10 0,-1 6 40 0,-1 3 13 15,-1 3 8-15,0 2-5 0,-1 1 20 0,-1 4-9 16,-1-1-11-16,-2 6-18 0,0 0-2 0,0 0-9 16,0 0-4-16,0 0 16 0,0 36 0 0,-4-11-5 15,1 5 1-15,-4 0-4 0,4 0 6 0,-1 1-5 16,2 1-4-16,0 1-1 0,-3-1-4 0,3 0-14 16,0-2 5-16,0-1-11 0,2-1-1 0,-2-1-8 15,2-1-5-15,0-1-12 0,0-8-33 16,0 1-38-16,-2-1-37 0,-1-3-35 0,2-1-38 0,-1-2-50 15,0 1-29-15,-5-2-236 0,1-2-516 0,-3-1 228 16</inkml:trace>
  <inkml:trace contextRef="#ctx0" brushRef="#br0" timeOffset="25577.43">26005 3621 183 0,'14'-15'219'0,"-3"0"-13"0,5 3-11 0,-1 2-9 0,1 3-15 16,-5 1-16-16,3 5-12 0,3 2-16 0,-4 3-9 16,2 3-13-16,-2 4-3 0,5 2-9 0,-9-1-10 15,3 2-7-15,-4-1-8 0,-1 3-6 0,-3 1-3 16,-1-1-10-16,-4 0-2 0,-1-1-5 16,0 0-3-16,-2 2-10 0,-3-2-19 0,-4-2-21 0,-1-4-36 15,0-1-43-15,2 0-51 0,-3-5-58 16,-4 5-148-16,4-5-375 0,13-3 166 0</inkml:trace>
  <inkml:trace contextRef="#ctx0" brushRef="#br0" timeOffset="25801.46">26324 3552 1815 0,'11'-16'3'0,"0"1"46"15,-3 3 60-15,-2 1 2 0,-2 6-12 0,-1-1-5 16,3 0-12-16,-2 3-16 0,-4 3-14 0,4-9-4 15,-4 9-10-15,0 0-3 0,0 0-1 0,0 0 16 16,6 16 5-16,-8-3-6 0,4 3 1 0,-4 4-4 0,2-1-3 16,0 5-1-16,0 1-1 0,-4 3-6 15,4-8-2-15,0 7-5 0,-4-2-2 0,8 1-20 16,-4-2-40-16,2-7-49 0,0-1-47 0,-2 0-55 16,0-3-55-16,0-13-172 0,0 19-445 0,0-19 197 15</inkml:trace>
  <inkml:trace contextRef="#ctx0" brushRef="#br0" timeOffset="25982.09">26591 3642 128 0,'5'-5'240'16,"-3"0"-17"-16,-2 5-26 0,5-5-21 0,-5 5-18 16,0 0-9-16,0 0 4 0,0 0-5 0,0 20-11 15,0-8-7-15,-2 2-15 0,-3 4-10 0,3-2-9 16,-3 4-7-16,0 6-10 0,1-6-13 0,2-2-43 15,-2 0-47-15,1 1-61 0,1-4-70 0,-2 1-203 16,-2-6-389-16,0-2 172 0</inkml:trace>
  <inkml:trace contextRef="#ctx0" brushRef="#br0" timeOffset="26417.66">26982 3420 21 0,'0'-10'245'15,"0"10"-22"-15,2-7-25 0,-2 7-21 16,0 0-18-16,0 0-17 0,0 0-15 0,0 0 10 16,-15 35 18-16,1-10-12 0,3 4-6 0,-3 0-12 0,1 3-7 15,0-1-8-15,-1 2-5 0,3-1-5 16,-1-2-4-16,1 2-7 0,1 0 4 0,2-1-14 15,1-1-9-15,3 0-9 0,-2-2 0 0,-1-3-4 16,3-2-3-16,0 3-8 0,2-7-5 0,0-1 1 16,0-2-7-16,2 2-1 0,-2-2-5 0,0 0-5 15,2 0-39-15,-2-5-39 0,-1 1-31 0,3-3-36 16,-2 0-45-16,2-9-40 0,-2 14-42 0,2-14-159 0,-12 5-440 16,12-5 195-16</inkml:trace>
  <inkml:trace contextRef="#ctx0" brushRef="#br0" timeOffset="26734.4">26821 3682 65 0,'33'3'101'0,"5"0"-16"15,3 0 0-15,10 4-14 0,-1-1-6 0,-12-4-14 16,-2-1-10-16,0 1-12 0,-3-2 3 0,-4 0-7 15,0 0-3-15,-10-3 11 0,1 1 10 0,-7-1 0 16,-2-1 27-16,1-1 6 0,-5-2 12 0,0 1-2 16,-1-1 5-16,1 1 5 0,-4 0 3 0,1 1 11 15,-4 5 5-15,4-8-1 0,-4 8-8 16,5-5-16-16,-5 5-11 0,0 0-10 0,0 0-12 0,0 0-6 16,0 0-2-16,0 0-5 0,2 21-4 0,-2-9-2 15,-4 5-4-15,1 1-3 0,-1 0 0 0,0 1-3 16,1 0-1-16,-4 4-6 0,4-5-31 0,0-1-39 15,2-1-46-15,-1-1-58 0,0-4-58 16,2-11-125-16,-2 17-363 0,2-17 160 0</inkml:trace>
  <inkml:trace contextRef="#ctx0" brushRef="#br0" timeOffset="26901.56">27353 3583 1484 0,'2'-19'2'0,"0"2"43"0,0 4-4 16,-2 3-1-16,0 3-15 0,0 0-10 0,0 7-11 16,2-12-16-16,-2 12-11 0,4-5-2 0,-4 5-23 15,0 0-13-15,0 0-60 0,15 13-107 0,-9-7-247 16,4 2 109-16</inkml:trace>
  <inkml:trace contextRef="#ctx0" brushRef="#br0" timeOffset="27094.29">27715 3608 11 0,'0'0'202'0,"0"0"-10"16,4-2-13-16,-4 2-21 0,0 0-11 15,0 0-3-15,0 0 14 0,-9 19-6 0,2-8-9 16,-2 3-2-16,0 2-3 0,1 0-14 0,-2 0-8 16,3 1-11-16,1 0-6 0,2 0-12 0,-1 0-7 15,3 2-8-15,2-2-3 0,2-2-20 0,-2-1-25 16,7 3-32-16,-1-2-43 0,3-5-59 0,5 0-55 15,1 0-211-15,1-2-408 0,2-4 181 0</inkml:trace>
  <inkml:trace contextRef="#ctx0" brushRef="#br0" timeOffset="27452.54">28023 3702 130 0,'0'0'179'16,"-1"-10"-18"-16,1 10-15 0,0 0-12 0,-14-5-4 15,14 5 1-15,-21 9 5 0,2-3-5 0,1 3-7 16,0 0-8-16,-2 1-13 0,3 1-10 0,2 1-11 16,3 1-4-16,2-5-7 0,1 1-6 0,4 1-8 15,1-2 0-15,2 0-5 0,2-2-10 0,0-6-9 16,0 0-9-16,2 18-14 0,-2-18-18 0,11 3-11 16,-11-3-5-16,17 1-11 0,-7-2 6 0,-10 1 4 15,20-3 0-15,-11-2 6 0,0 0 3 0,1-1-2 16,0 0 6-16,-3 0-3 0,3-1 6 0,-10 7 2 15,11-10 8-15,-4 3-4 0,-1 1 5 0,3 1 6 16,-9 5 1-16,5-10-1 0,-5 10 7 0,8-4-13 16,-8 4-3-16,0 0-1 0,0 0 0 0,0 0-1 15,0 0 6-15,0 0 5 0,0 0 4 0,5 26-4 16,-5-16 2-16,0 2-1 0,-1-2 3 0,-1 3 5 16,4 0-6-16,-1-1 1 0,-1 5 0 0,0-5-17 15,4 2-42-15,2-3-55 0,-2 0-52 0,4-1-157 16,-1-5-337-16,2-3 150 0</inkml:trace>
  <inkml:trace contextRef="#ctx0" brushRef="#br0" timeOffset="27706.58">28325 3536 213 0,'0'0'227'15,"0"0"-25"-15,1-8-23 0,-1 8-16 16,0 0-4-16,0 0-1 0,0 0 10 0,-1 37-1 0,-1-11-8 16,0 0-14-16,-3 1-8 0,3 2-10 0,-3 2-7 15,1 2-15-15,1-2-3 0,0-1-12 0,2-1-4 16,-1-3-11-16,-2 0-2 0,2-7-14 16,-3 0-5-16,4-2-10 0,0 2-13 0,-1-7-21 15,1 0-28-15,-6 2-39 0,6-6-57 0,1-8-55 16,0 14-51-16,-1-11-193 0,1-3-447 0,0 0 198 0</inkml:trace>
  <inkml:trace contextRef="#ctx0" brushRef="#br0" timeOffset="27989.97">28184 3751 142 0,'1'-11'209'0,"-1"11"-18"0,3-8-16 0,-3 8-14 16,5-8-14-16,2 4-12 0,4 0-17 0,2 3-10 15,6-1-11-15,3-1-4 0,8 0-5 0,-2 2-11 16,0 2-3-16,-9-1-6 0,3-1-2 0,-1 1-5 16,-3 0-1-16,-4 0 1 0,-1-1-2 0,-2 1 3 15,0 0-1-15,-4 1 2 0,-7-1-2 0,13-1-3 16,-13 1-4-16,10 0-5 0,-10 0-5 0,0 0-6 16,9 1-10-16,-9-1-5 0,4 5 1 0,-4-5-2 15,5 9-3-15,-5-9-3 0,4 13 1 0,-3-3-4 16,1 4 1-16,-2-2-7 0,-2 4 4 0,2-1-2 15,-1 0-18-15,-2-2-38 0,2-1-44 0,-4-2-51 16,2 2-49-16,-2-4-210 0,-1 1-434 0,-3-1 192 16</inkml:trace>
  <inkml:trace contextRef="#ctx0" brushRef="#br0" timeOffset="28182.68">28543 3588 1607 0,'4'-24'-25'0,"-3"8"33"0,-1 4 34 15,2 1 5-15,0 1-36 0,-2 5-8 0,0 5-13 16,0-10-21-16,0 10 0 0,0 0-10 0,0 0-14 16,0 0-35-16,0 0-47 0,9 15-80 0,-9-15-234 15,16 16 104-15</inkml:trace>
  <inkml:trace contextRef="#ctx0" brushRef="#br0" timeOffset="28732.12">28792 3660 38 0,'0'0'178'0,"0"0"-9"16,0 0-1-16,-25 15 7 0,14-8-14 0,3 0-11 15,-4 5-12-15,1 1-9 0,-3-2-13 16,7-1-7-16,-1 7-5 0,2 0-5 0,1-1-9 15,0 1-9-15,4 0-7 0,-1-5-6 0,2 0-4 16,2 0-8-16,-1-2-5 0,4-1-6 0,0 0-2 16,-5-9 1-16,6 10-7 0,-6-10 0 0,16 5-3 0,-16-5-4 15,14 0-1-15,-14 0-3 0,13-6-2 0,-13 6-5 16,14-10-1-16,-4 1-1 0,-4 1 0 0,1-4 1 16,-1-1-2-16,0-4-1 0,1 3-2 15,-3-2-3-15,2 1-2 0,-3-1 1 0,2 5 6 16,-1-1-1-16,-1 1-2 0,-1 0 0 0,3-1 0 15,-1 3 7-15,-4 9-1 0,4-12-6 0,1 7 2 0,-5 5-9 16,5-6-2-16,-5 6 0 0,9 1 0 16,-9-1 0-16,0 0-1 0,15 17 0 0,-5-7 0 15,-2 4 2-15,1 3 0 0,-3 1-3 0,2-2 5 16,-4 1-1-16,2-2 3 0,-2 1-2 0,0 0 1 16,-2-5-1-16,5 1 4 0,-5-6-2 0,-2-6 5 15,0 0 15-15,-1 15 14 0,1-15 20 0,0 0-5 16,0 0-6-16,0 0-4 0,0 0-9 0,0 0-1 15,0 0-16-15,0 0-5 0,17-26-1 0,-13 16-14 16,1 0-8-16,1-1 4 0,0 3-6 0,5-6-5 16,1 1-5-16,1 2 0 0,0 0 2 0,2 3-2 15,-4 2-2-15,-1 1 2 0,-2 2 2 0,3-1-2 16,0 3 1-16,-11 1 6 0,17 1-4 0,-9 4 5 16,1-3-4-16,-3 4 3 0,2 2 3 0,-4 3-1 15,1 4-1-15,1 2-2 0,-5-1 4 0,1-5 5 16,-2 6-3-16,-2-6-2 0,1 6-19 0,-2-5-45 15,0 2-41-15,-1-1-47 0,0-2-60 0,0 1-186 16,2-5-438-16,2-7 193 0</inkml:trace>
  <inkml:trace contextRef="#ctx0" brushRef="#br0" timeOffset="29289.6">30347 3411 176 0,'0'0'250'0,"-3"-12"-21"0,3 12-22 0,-4-10-20 16,4 10-20-16,-5-7-18 0,5 7-16 0,0 0-12 15,-8 0-12-15,8 0-6 0,-15 13-3 0,5 1-4 16,-6 7-3-16,2 4 2 0,-1 2-8 0,1 2-5 16,4 1-2-16,-2 1-5 0,3 2 1 15,-1 11-2-15,1-9 2 0,4-1-7 0,0 1-3 16,1-1-4-16,3-1-9 0,-4-1-1 0,5-1-8 0,-3-4 0 15,-2 0-2-15,2-1-4 0,2-7-8 0,-1 0-9 16,-1-2 12-16,-1-2-10 0,0-3-1 16,0-1-4-16,-1-1-13 0,3 0-16 0,-4-1-23 15,2-2-34-15,-2-1-24 0,1-2-21 0,5-4-40 16,0 0-35-16,-16 3-46 0,16-3-182 0,0 0-451 16,-18-10 200-16</inkml:trace>
  <inkml:trace contextRef="#ctx0" brushRef="#br0" timeOffset="29755.34">30063 3737 171 0,'5'-4'166'0,"2"1"-20"0,4 1-17 16,2-2-4-16,7 3-16 0,9-1-1 0,1 1-5 16,3 1-14-16,1 1-7 0,6-2-1 0,-3-1-8 0,-4 2-7 15,0 0-5-15,-4 2 1 0,-9-4-4 16,1 2 1-16,-4 0 7 0,-5-2 2 0,-6 1 4 15,5-1 0-15,-4-2 2 0,2 1-2 0,-2-1 2 16,-2 0 1-16,-5 4 3 0,9-5 7 0,-9 5 5 16,5-2-7-16,-5 2-5 0,0 0-11 0,0 0-11 15,5-6-11-15,-5 6-5 0,0 0-9 0,0 0-3 16,0 0-1-16,0 0-3 0,-14 17-2 0,-3-6-4 16,4 3-1-16,-1-2-3 0,0 0 1 0,-5 5 0 15,8-2-1-15,-2-3-2 0,5-1-3 0,-1 2 1 16,4-3-1-16,0-2-6 0,5 0-1 0,-2-3-5 15,3 5 2-15,-1-10 0 0,2 12-9 0,3-9-2 16,-5-3-3-16,12 7-2 0,-3-5-7 0,-9-2-1 16,19-3 4-16,-19 3-2 0,17-9 6 0,-10 3-3 15,2 2 6-15,-1-2 0 0,0 0 0 0,2-3 8 16,-4-2-3-16,2 0-1 0,-2 3 1 0,2-2 3 16,0 4 1-16,-5 0 5 0,-3 6-3 0,6-7-6 15,-4 3 2-15,-2 4-3 0,0 0-6 0,0 0 6 16,0 0 2-16,0 0-3 0,0 0 5 0,0 0-3 15,4 28 5-15,-5-17-1 0,-1 0 0 16,4 2-9-16,-1-2-19 0,1 2-31 0,0-1-46 0,0-1-46 16,3 1-66-16,2-3-141 0,1-1-392 0,2-2 173 15</inkml:trace>
  <inkml:trace contextRef="#ctx0" brushRef="#br0" timeOffset="29975.47">30927 3715 195 0,'-3'-11'232'0,"3"11"-19"0,-2-9-21 15,2 9-15-15,-7-6-21 0,7 6-7 0,-14 6-8 16,6 1-1-16,-4 2-14 0,1 0-9 0,-1 4-11 16,0 1-6-16,2 5-7 0,1-3-12 15,1 2-4-15,6-1-5 0,2 2-7 0,3 0-10 16,3-2-22-16,3 0-34 0,3-1-47 0,8-1-38 15,4-1-56-15,1-2-37 0,2-3-165 0,-9-3-373 0,3-2 164 16</inkml:trace>
  <inkml:trace contextRef="#ctx0" brushRef="#br0" timeOffset="30218.54">31263 3571 205 0,'0'0'208'0,"1"-7"-25"0,-1 7-21 16,0 0-3-16,0 0-9 0,0 0 25 16,-5 24 7-16,1-7-10 0,-1 8-8 0,0 1-4 15,0 0-13-15,2-1-8 0,-1 1-11 0,-1 0-10 16,1 2-13-16,0-1-7 0,1-1-11 0,0-1-6 16,1-5-9-16,-2-2-17 0,1 2-20 0,1-4-26 15,2 1-34-15,-3-5-34 0,2-1-53 0,1-11-46 16,-1 13-34-16,1-13-35 0,-3 9-144 0,3-9-401 15,-12 1 178-15</inkml:trace>
  <inkml:trace contextRef="#ctx0" brushRef="#br0" timeOffset="30553.25">31167 3776 103 0,'13'-5'164'0,"8"2"-6"0,-2-1-8 0,2 4-6 16,2-2-6-16,-3 2-4 0,2 1-2 0,5 0-7 0,-7 1-7 15,2 1-9-15,-5-2-6 0,-3-1-9 0,-1 3-4 16,-2 0-9-16,-11-3-10 0,15 2-3 0,-15-2-12 16,11 5-6-16,-11-5-4 0,9 10 2 0,-9-10-7 15,2 11 0-15,-1-4-5 0,-1-7-4 0,3 19-5 16,-3-11 3-16,1 4-4 0,-1-12-2 16,2 21-2-16,-2-13-2 0,1 2-1 0,-1-10 1 15,5 18-2-15,-2-12-3 0,-3-6 0 0,6 10 1 16,-1-5-2-16,0-3 6 0,2 2-3 0,-7-4 7 0,10 3 10 15,-3-3 7-15,-7 0-8 0,15-4 21 16,-9 1-3-16,3-3-1 0,-2-3-8 0,0-1-4 16,-1 0 1-16,1-1-7 0,-2-1-6 0,-1 0-5 15,-2 0-9-15,3-3-17 0,-5-1-21 0,0 5-18 0,0 11-26 16,-2-18-22-16,-2 12-38 0,4 6-48 0,-11-12-33 16,1 8-22-16,-2 4-125 0,12 0-386 15,-31 0 171-15</inkml:trace>
  <inkml:trace contextRef="#ctx0" brushRef="#br0" timeOffset="30979.79">31579 3993 77 0,'8'2'283'16,"0"-2"-19"-16,-8 0-12 0,15-4 5 0,-6 2-11 16,0-2-23-16,-2 1-15 0,5-1-17 0,-3-2-18 15,-1 0-13-15,2-1-14 0,0-1-14 0,1 0-16 16,-1-3-9-16,3-2-10 0,-3 1-13 0,0-3-2 15,-5 0-13-15,4 1-4 0,-1-3-7 0,-4 0 1 0,2-1-13 16,-3 0-5-16,-3 0-3 0,-3 2-3 0,3 4-2 16,-4-3-5-16,1 4 2 0,0 1 1 15,2 4-1-15,1 6-3 0,-3-10-4 0,3 10-4 16,-3-10 1-16,3 10-3 0,0 0-4 0,-1-10 0 16,1 10-7-16,0 0 0 0,0 0-12 0,0 0 11 15,0 0-7-15,4-7 0 0,-4 7 0 0,0 0 1 16,0 0 0-16,28 11 3 0,-7-8 1 0,-1 2-1 15,7 1-3-15,2 0 2 0,-1-1-3 0,-7-3 4 0,-1 1-4 16,1-1 5-16,-1 1-2 0,-4-2 1 16,-2 0-4-16,-3 1 3 0,-1 1-6 0,-2-3-2 15,-4 3 2-15,1 1-3 0,-1 1 1 0,0 0-5 0,-2 0 1 16,2 5 7-16,-3-1-3 0,-1 7 2 16,-1-3 2-16,1-2 1 0,-1 4 0 0,-3 2 2 15,1 1 0-15,1-1 5 0,-2 1-8 0,1 0-2 16,2-6 2-16,1 4-29 0,1 0-33 0,1-4-43 15,-1 0-51-15,1-2-77 0,0 2-62 0,-2-12-173 16,-4 12-510-16,4-12 226 0</inkml:trace>
  <inkml:trace contextRef="#ctx0" brushRef="#br0" timeOffset="32301.29">5471 5246 43 0,'7'-19'150'0,"1"-6"4"16,2 2-9-16,2 0-1 0,-5 5 14 0,1 0-10 15,0 0 2-15,-2 1-23 0,0 2-4 0,0 4-9 16,-1-3 7-16,-1 3-4 0,-1 2-3 0,0-1-11 16,-1 4-8-16,1-1-3 0,-2 0 3 0,-1 7 1 15,4-10 2-15,-3 6-1 0,-1 4-8 0,0 0-1 16,3-8-4-16,-3 8-8 0,0 0-2 0,3-7-11 15,-3 7 0-15,0 0-10 0,2-7-5 0,-2 7-7 16,0 0 0-16,0 0-3 0,8-9-5 0,-4 4-5 16,1-1 0-16,4-2-9 0,7-5 1 0,-2 0-4 15,0 1 1-15,0-1 0 0,3-1-3 0,-4 1-2 16,1-2 2-16,0 1-4 0,-2-1-2 0,0 1-1 16,0-2-1-16,-3 2-3 0,1 0 0 0,-1 0 1 15,0 0 3-15,-4 3 0 0,1 3-3 0,-2-1-4 16,-1 2 7-16,-1 1 1 0,-2 6 4 0,4-9-6 15,-4 9 3-15,0-7-5 0,0 7 1 0,3-7-5 16,-3 7 4-16,0 0-5 0,0 0-1 0,0 0-3 16,0 0 0-16,0 0 0 0,0 0-1 0,0 0 0 15,-21 28 1-15,12-11 5 0,-6 4-2 0,4 4 2 16,0-2-4-16,1 2 6 0,2-2-4 0,1 2 1 16,3-8-1-16,3 0 4 0,1-1-5 0,0-1 12 15,3-3-7-15,1-1 8 0,8 2-11 0,-3-4 0 16,1-1-2-16,1-1 0 0,2-2 0 0,6 1-15 0,1-3 8 15,0-3-1-15,0 0-3 0,1-3-4 16,-2-1 2-16,1 0-4 0,0-4 0 0,-3-1 5 16,-2-1 2-16,0 0-3 0,-4-4 1 0,2 1-1 15,-1-4 6-15,-3 3-3 0,-3-4 1 0,2 1 1 16,-5 0 0-16,3-1 2 0,-4 0 1 0,1 0 0 16,-2 6 0-16,0 1 1 0,-1 1 5 0,2 1-4 0,-2 1 6 15,0 8-5-15,-2-11 1 0,2 11-5 16,0 0 2-16,0 0-4 0,0 0 5 0,0 0-3 15,0 0 3-15,0 0 0 0,-6 38 4 0,3-21 2 16,-1 2 0-16,-1 0 0 0,-2 4 3 0,2 2-2 16,2-5 6-16,-1-1-2 0,0 0 0 0,3-2-3 0,-2 1 3 15,2 0 3-15,0-1-8 0,0-3-26 16,-2 1-28-16,2-4-29 0,0 2-39 0,-3-2-48 16,3-1-47-16,-2 1-206 0,-1-2-456 0,-2-2 202 15</inkml:trace>
  <inkml:trace contextRef="#ctx0" brushRef="#br0" timeOffset="32470.83">5753 4551 2072 0,'-1'-15'-5'0,"-1"3"8"0,4 1-10 0,-4 1-4 15,2 2-31-15,0 8 0 0,2-9-9 16,-2 9-9-16,9-4-12 0,1 4-19 0,4 1-27 15,4 4-145-15,0 3-285 0,2-2 127 0</inkml:trace>
  <inkml:trace contextRef="#ctx0" brushRef="#br0" timeOffset="32941.25">7210 4824 195 0,'-4'-9'227'0,"4"9"-16"0,0 0-11 16,-2-7-17-16,2 7-17 0,0 0-11 0,0 0-3 15,0 0-14-15,0 0-4 0,-18 17-1 0,10-4-9 16,-1 2-8-16,1 2-6 0,-3 6-10 0,3-6-10 16,2 3-8-16,-2-5-6 0,4 1-8 0,1 0-7 15,1 2-5-15,4-7-4 0,3 6-4 0,1-6-6 16,0-2-2-16,2 1-1 0,4-4-8 0,0 1 4 16,3 1-5-16,-3-4-2 0,5 1-2 0,1-3-4 15,-3-3-2-15,4 0 1 0,0 0-1 0,-7-2-6 0,6-2 3 16,-3-2-2-16,-3 3-1 0,2-8-1 15,-1 3-2-15,-2-4 0 0,0-1 0 0,-1-3 2 16,-3 0-9-16,-2-3-3 0,-2 0 3 0,-6-3-4 16,-2 4 3-16,-1-1-2 0,-6-4 0 0,2 1 0 15,-1 9-3-15,0-1-4 0,-3 4 2 0,4 3 1 0,1-1 3 16,-1 4-19-16,-3 1-21 0,1 2-17 0,-1 3-21 16,2 3-20-16,-5 0-41 0,4 4-44 15,2 0-50-15,-3 4-185 0,2 0-451 0,2 2 200 16</inkml:trace>
  <inkml:trace contextRef="#ctx0" brushRef="#br0" timeOffset="33153.11">7687 4891 196 0,'0'0'271'0,"6"-3"2"0,-6 3 0 0,0 0-6 16,0 0-10-16,0 0-14 0,0 0-19 0,0 0-13 15,0 0-21-15,0 0-21 0,0 0-18 16,0 0-19-16,0 0-11 0,0 0-11 0,0 0-25 16,3 13-38-16,-3-13-36 0,0 12-36 0,1-5-42 15,-1-7-47-15,0 15-62 0,1-7-49 0,-1 1-213 16,1-2-474-16,1 0 210 0</inkml:trace>
  <inkml:trace contextRef="#ctx0" brushRef="#br0" timeOffset="33645.18">8143 4691 154 0,'-10'-8'257'0,"-2"1"-10"0,0 1-17 0,-5 2-12 15,-1 1-16-15,-1 3-15 0,1 1-16 0,-1 3-13 16,1 3-4-16,-9 7-22 0,8-3-13 0,1 6-11 15,3-3-10-15,2 0-12 0,1-2-3 0,5 4-11 16,0-4-8-16,3 1-6 0,2-2-5 0,2 0-4 16,0 3-4-16,2-4-5 0,2 1-6 0,1 0-1 15,2-4-8-15,3 2 0 0,0-3-9 0,0 1-7 16,-1-3-2-16,3-1-2 0,-4-1-3 0,2-1-1 0,-10-1 5 16,16-3-5-16,-9 3-1 0,2-3 3 15,0-1-5-15,-3-3 3 0,3 1-1 0,-3-2 3 16,1 0-3-16,-1-2 12 0,-1 0 6 0,-1 0 1 15,1-1 0-15,0 0 4 0,-1 2-1 0,-1-1 14 16,1 0 3-16,-2 4 0 0,-1 0 3 0,-1 6 3 16,6-9-3-16,-6 9-7 0,1-7-5 0,-1 7-3 15,0 0-6-15,0 0-2 0,0 0-3 0,0 0 0 16,0 0 3-16,0 0-4 0,0 25 6 0,0-9 5 16,-3 3 3-16,-1 6-7 0,1-4 10 0,-1 3-6 15,0 0-1-15,0 0 0 0,-2 1-6 0,2-6-2 16,1 7 3-16,1-7 5 0,-1 0-5 0,1-1-6 15,-1-1-1-15,0-2-2 0,2 2 5 0,-1 0-5 16,2-2-22-16,-2-4-27 0,4 2-25 0,-2-2-31 16,0-2-36-16,-2 2-33 0,2-11-51 0,2 16-47 15,-2-11-44-15,0-5-163 0,0 0-505 0,0 0 225 16</inkml:trace>
  <inkml:trace contextRef="#ctx0" brushRef="#br0" timeOffset="34140.25">8353 4813 1 0,'0'0'231'0,"3"-7"-13"0,-3 7-13 16,4-5-26-16,-4 5-15 0,0 0-6 0,0 0 1 16,0 0 18-16,6 17-8 0,-3-7-9 0,0 3-10 15,1 3-4-15,1 1-10 0,0 1-10 0,0-1-5 16,2-1-12-16,0 1-13 0,1 0-5 0,-1 0-1 15,1 0-7-15,0-1-6 0,-1 0-4 0,1-1-13 16,-2-5-1-16,-2 1-6 0,-1 0-10 0,-2-2 1 16,-2-1-6-16,-2 2-5 0,-2-2-17 0,-5-1-10 15,1 0-20-15,-6 1-8 0,-2-1-8 0,-2-4 2 16,1 0 0-16,1-3-9 0,4-1-1 0,-4-2 5 16,6 1-4-16,-1-3-5 0,3-1-3 0,0-1 2 15,3-1-1-15,-2 0 4 0,3-1 4 0,2 1 0 16,3-2-10-16,4 1 1 0,2-6 7 0,4 1 0 15,-2 4 8-15,5-3 0 0,7-3 3 0,1-1 4 16,2 0-3-16,-1 0 4 0,-6 4-1 0,7-1 6 16,-2-4 1-16,3 4 4 0,-9 1 0 0,6-3 2 15,-6 4 5-15,-4 1 7 0,0-1 7 0,-4 1 2 16,1-3 12-16,-4 4 5 0,0 0 2 0,-2-2-2 16,-2 2 4-16,0 1 2 0,-2-2 6 0,0 3 1 15,-1 2-5-15,-1 0 0 0,4 6-4 0,-9-8-1 16,1 5-6-16,-2 3-1 0,1-1-6 0,-4 3 0 15,0 3 1-15,-3 4-3 0,0 1 0 0,-1-1-1 16,-3 1-17-16,4 0-22 0,3 3-31 0,-1 0-31 16,2 1-48-16,1-3-52 0,6 1-44 0,0-1-162 15,1-1-422-15,3-1 186 0</inkml:trace>
  <inkml:trace contextRef="#ctx0" brushRef="#br0" timeOffset="34653.3">8810 4775 182 0,'4'-5'210'16,"-4"5"-19"-16,0 0-15 0,0 0 11 0,0 0-8 16,0 0-8-16,0 0 5 0,8 19-19 0,-5-8-8 15,0 0-12-15,2 5-5 0,0-1-11 0,0 2-5 16,2-2-7-16,2 2-9 0,-2 1 3 0,2-4-9 15,8 8-3-15,-8-6-6 0,0 0-12 0,1-1-5 16,0-1-5-16,-2 1-7 0,-2-5-6 0,2 1-4 16,-3-2-5-16,-1 1-4 0,0-1-7 0,-3-2 4 15,0-1-4-15,-1-6-5 0,-4 13 2 0,1-8-7 16,-3-1-6-16,-4 1-11 0,1-1-5 0,-2-3-13 16,-3 1-2-16,1-1-5 0,0-2-7 0,2-1 1 15,-1 0 0-15,3-1-8 0,4-1 0 0,0-1 4 16,0-1-4-16,1-3 2 0,1 0 1 0,5-1 5 15,-2 0 1-15,2-1 2 0,5-1 2 0,-1-3-7 16,4 1 0-16,-1-2-3 0,4 1-3 0,5-5-1 16,-6 6 0-16,7-5-1 0,-1 0 0 0,-4 4-1 15,-2 1-1-15,4-2 4 0,-5 1 4 16,1 1 4-16,-2 0 1 0,-1-1 11 0,-1 0 12 16,-1 0 13-16,-3 2 2 0,-1 2 0 0,-2-1 15 0,-2 0 1 15,-1 0-3-15,0 1 7 0,-2 1 4 0,-2 3-2 16,-1-1-1-16,-1-1-1 0,2 5-3 0,-4 1-3 15,0 2-4-15,-1 1 0 0,-1 1 0 0,0 2 1 16,1 3-10-16,1 1-1 0,0-1 0 0,1 3-3 16,4 1-7-16,-2 2-23 0,3-1-36 0,0 5-40 15,3 0-42-15,1-4-53 0,4 4-36 0,0-1-145 16,1-3-405-16,2-2 179 0</inkml:trace>
  <inkml:trace contextRef="#ctx0" brushRef="#br0" timeOffset="34813.75">9317 4963 186 0,'0'0'240'0,"8"3"0"15,-8-3-5-15,0 0-6 0,6 3-22 0,-6-3-18 16,0 0-23-16,0 0-14 0,2 7-16 0,-2-7-37 16,0 0-61-16,0 0-70 0,0 0-80 0,-5 17-218 15,5-17-356-15,0 0 159 0</inkml:trace>
  <inkml:trace contextRef="#ctx0" brushRef="#br0" timeOffset="39655.96">10522 4698 115 0,'0'0'204'0,"0"-11"-7"0,0 11-1 0,-1-11-10 16,1 11-4-16,-1-7-18 0,1 7-20 0,0 0-17 16,0 0-14-16,-1-9-13 0,1 9-9 0,0 0-11 15,0 0-10-15,0 0-6 0,0 0-8 0,-3 40 1 0,2-16-10 16,-2 2 0-16,2-7-4 0,0 8-5 15,-2 0-2-15,-1-3-3 0,2 2-2 0,-1 0-2 0,2-7-6 16,-2 1 2-16,3-1-2 0,-2 0-2 16,2 0-4-16,0 0-4 0,-3-2-21 0,3 0-28 15,-1-1-27-15,0-1-52 0,2-3-28 0,-1-1-34 0,0-3-162 16,-1 3-367-16,-3-5 164 0</inkml:trace>
  <inkml:trace contextRef="#ctx0" brushRef="#br0" timeOffset="39905.5">10452 4710 104 0,'32'0'159'16,"-1"2"5"-16,-2 3-11 0,2 2 1 0,-3 2-15 15,-4 3-11-15,-1 2-11 0,0 1-8 0,-7 0 3 16,0 5-19-16,-2 3 1 0,-3-6-11 0,-3 7-4 15,-1 0-8-15,-4-5-6 0,-3 7-5 0,-4-2-10 16,-4-5-2-16,-6 6-1 0,-1-4-6 0,-7 1-13 16,-1-2-21-16,-5-2-24 0,-2-2-29 0,1-3-18 15,-2-1-23-15,2-2-30 0,2-2-22 0,0-1-24 0,0-1-83 16,6-3-266-16,0-1 118 0</inkml:trace>
  <inkml:trace contextRef="#ctx0" brushRef="#br0" timeOffset="40230.01">10524 5161 56 0,'20'-1'163'15,"9"0"-5"-15,-8-1 0 0,9 1-10 0,0 0-5 16,0-1-9-16,-2-2-8 0,4 2-10 0,0 0-13 16,-2 0-10-16,-2-3-13 0,-1 1-4 0,0-1-8 0,-8 1-3 15,2-1-3-15,-3-2-5 0,2 1-5 16,-2-2-4-16,-4-2 6 0,3-1-1 0,-6-2-8 15,1-1 0-15,0 0-3 0,-4-2-5 0,1-3-1 16,0 2-2-16,-7 1-3 0,1-1 3 0,-3 2 8 16,1-1 1-16,1 5-5 0,-4 2-1 0,1-1 0 0,0 2-3 15,-3 3-5-15,4 5-7 0,-11-9-3 0,2 8-2 16,-4 3-1-16,-4 5-4 0,-2 1-5 0,-4 6 3 16,-1 2 1-16,-1 3-4 0,6-1 3 15,3 1-6-15,5-2 3 0,3 1-4 0,2 0-5 0,6-1-5 16,0-1-12-16,4 1-19 0,3-2-29 0,3 2-35 15,4-4-42-15,2-1-52 0,1 1-163 0,2-2-386 16,8-3 170-16</inkml:trace>
  <inkml:trace contextRef="#ctx0" brushRef="#br0" timeOffset="40455.71">11435 4778 154 0,'2'-9'264'0,"0"-1"-7"16,-2 2-18-16,0 8-21 0,1-9-26 0,-1 9-24 0,0 0-22 16,0 0-12-16,0 0-11 0,0 0-2 0,-11 28-6 15,4-9-8-15,0 10-11 0,-2 0-9 0,-2 3-8 16,5-1-7-16,-4-1-11 0,5 0 0 16,0 0-5-16,1-2-14 0,0-1-24 0,4 1-27 15,-7-2-42-15,6-6-34 0,-1-2-49 0,2 1-38 0,-4-3-39 16,0 1-147-16,0-8-389 0,-1-1 172 0</inkml:trace>
  <inkml:trace contextRef="#ctx0" brushRef="#br0" timeOffset="40603.6">11210 4924 112 0,'18'-3'114'0,"3"0"-26"0,1 3-28 15,8 0-40-15,-2 5-35 0,-7 2-49 0,-1 0-68 16,-1 1 30-16</inkml:trace>
  <inkml:trace contextRef="#ctx0" brushRef="#br0" timeOffset="41135.71">11470 5206 11 0,'0'0'191'15,"11"-2"-2"-15,-11 2-16 0,13-8-16 0,-2 3-13 16,3-3-6-16,3 0-15 0,-3-1-13 0,4-1-7 16,4-3-10-16,-3 4 0 0,-1-1-5 15,-4 0 4-15,0-2-7 0,5 1-10 0,-7-3-8 0,2 0-3 16,-3-1-6-16,-1 0-6 0,-1-3-6 0,-1 3-2 16,1 0-3-16,-6 3-3 0,-1-1 7 15,-1 4-11-15,-2-2-4 0,-4 3-6 0,2-3 0 16,0 6-2-16,-4 0-8 0,1 3-2 0,6 2-3 15,-22 0-3-15,10 5 4 0,-5 2-6 0,1 2 1 0,-8 6 1 16,6 1 3-16,1-1-5 0,0 4 0 0,4-4 1 16,0-1-2-16,4 2 3 0,2-1-5 15,3-3 0-15,1 0 5 0,3 1-6 0,3 0 5 16,1 2 1-16,-1-4 4 0,5-1-6 0,1 2 2 0,4 1-3 16,-2-2 1-16,6-2 2 0,-2 0-2 0,2-3 2 15,1-2-1-15,1 1 0 0,-6-2-2 0,1-1 2 16,-1 1 5-16,0-3-6 0,0-2 3 0,1 1-2 15,-2-3 1-15,-6-2 0 0,4 2-3 0,-1-5-2 16,0 2 5-16,-2-3-8 0,0-1 5 0,0-3 0 16,-1-2-1-16,-1 0-1 0,0 0 7 0,3-1-9 15,-4-1 1-15,1 1 1 0,-2 1 0 0,2-1-2 16,4 2-3-16,-1 0 2 0,0 1 2 0,1 4-3 16,-4 1-1-16,4 1 0 0,-2 2-4 0,-2 3 0 15,3 1-1-15,-8 2 4 0,19 5-4 0,-9 1 4 16,4 4 3-16,-3-2-4 0,-2 6 3 0,3 0 0 15,-4 3 3-15,-1-1 1 0,-1 1 0 0,-3 1 2 16,0 0 0-16,-5 0 0 0,0 1-26 0,-4 0-31 16,2 0-46-16,-1-4-73 0,-2 2-207 0,1-3-412 15,-4 0 182-15</inkml:trace>
  <inkml:trace contextRef="#ctx0" brushRef="#br0" timeOffset="41929.61">12138 5069 143 0,'0'0'196'0,"0"0"-14"0,0 0 3 0,0 0-5 16,0 0-11-16,0 31-5 0,0-18-7 0,2 1-1 15,0 3-13-15,-2-2-5 0,1-4-17 0,0 1-13 16,-1-2-5-16,2 0-16 0,-2-1 5 0,1-4-19 15,-1-5-4-15,5 12-6 0,-5-8 3 0,0-4 10 16,0 0 10-16,0 0-2 0,0 0-7 0,0 0-7 16,0 0-6-16,0 0-2 0,0 0-9 0,-16-24-3 15,13 15-1-15,0-1-10 0,3-1-1 0,0-3 0 16,2-1-8-16,2 0-1 0,-2-1-3 0,2-1-3 16,6 1-4-16,1 1-6 0,4-5 0 0,4-1 2 15,-4 7-9-15,3-3-4 0,-1 6 2 0,-1 2-3 16,3 2 1-16,-2 2-4 0,-3 3 0 0,4 1-2 15,-4 4-2-15,3 1 2 0,-1 4 3 0,-2 2-5 16,0 1 2-16,-1 2-1 0,1 2 3 0,-4-1 0 16,-1 1-1-16,1 1 0 0,-6 0 2 0,3-4-2 15,-5 2 1-15,2-3 2 0,-1 0 1 0,-1-2-3 16,0-1 3-16,1-2-5 0,-3-6 1 0,4 9 12 16,-4-9-7-16,1 7 1 0,-1-7 4 0,0 0-1 15,0 0-4-15,0 0 0 0,0 0 7 0,0 0-1 16,0 0-2-16,0 0-2 0,0 0-1 0,-15-20-1 15,15 20 0-15,2-14-1 0,0 4-1 0,1 3 7 16,0-3-9-16,1 2 8 0,1-5-15 0,6-1-7 16,1 1-1-16,0-2-6 0,4 4-2 0,2 0-1 15,-2 0 2-15,0 4 2 0,2 0-1 0,-5 3 8 16,1 3-8-16,-1 0 4 0,-4 3-4 0,2 0 4 16,0 3 5-16,-4 3-1 0,3 1 1 0,1 4 0 15,-5-2 0-15,1 4 3 0,2-1 7 0,-2 0-8 16,-1 1 7-16,-2-3-2 0,3-2 2 0,-1 3 0 15,0-4 2-15,0 1 3 0,1-1 0 0,0 0-1 16,0-2 3-16,2 0-2 0,2 0 2 0,0-4 0 16,2 0 3-16,6 1-4 0,0-4 6 0,0-1-10 15,1-1 2-15,0 0 5 0,-2-1 1 0,-2-3-10 16,2-2 2-16,-3 1-1 0,-3 0 0 0,-3-2 0 16,-1 1 0-16,4-4-4 0,-5 2 6 0,-1 1-2 0,-1-1-1 15,-1 0 0-15,1 0-2 0,-5-1 1 0,0-1-1 16,0 3 2-16,-5-1-1 0,3 2-1 15,-2-1-3-15,1 4-3 0,-1-1 0 0,4 6 2 16,-13-4-1-16,5 2 1 0,8 2 2 0,-21 6-1 16,7 0 15-16,1 3-6 0,-3 1 0 0,7-3 2 0,-2 6 0 15,1-2-2-15,4-1 7 0,1 2-6 0,1-1-3 16,4 2-16-16,4-1-27 0,-2 6-46 16,7-7-61-16,5 3-52 0,1-3-215 0,2 0-454 0,0-1 200 15</inkml:trace>
  <inkml:trace contextRef="#ctx0" brushRef="#br0" timeOffset="42321.58">14083 4866 6 0,'-4'-10'226'0,"4"10"-5"0,-1-7-3 0,1 7-3 16,0 0-22-16,1-12-22 0,-1 12-14 0,4-10-15 16,5 6-17-16,0 0-10 0,2-2-13 0,10 2-11 15,6 0-9-15,2 0-9 0,0 1-7 0,3-2-8 16,-5 3-10-16,4 0-22 0,-13 1-28 0,2 1-27 16,0 0-36-16,1-2-35 0,-3 1-36 15,-1 0-30-15,-3 0-141 0,-3 1-331 0,-3-1 147 16</inkml:trace>
  <inkml:trace contextRef="#ctx0" brushRef="#br0" timeOffset="42712.18">14355 4782 77 0,'0'0'146'0,"-9"2"-14"0,9-2-10 0,0 0-10 0,-6 9 17 15,1 1 6-15,0 1 10 0,-4 3-5 0,-4 9-7 16,5-6-15-16,0 2-4 0,1 5-9 0,-5 2 4 15,6-3-8-15,-1 2-1 0,-1 0-5 16,1-1-8-16,2-5-9 0,5 0-1 0,0 0-8 0,0 0-6 16,0-1-9-16,5 7 1 0,-2-6-8 0,-2-4-2 15,0 0-6-15,3-2 5 0,0-1-11 0,-3-1-6 16,3 1-1-16,-4-2-2 0,4 0-1 16,-4-10-4-16,3 17-7 0,-2-11-12 0,-1-6-14 0,0 12-6 15,0-12-5-15,0 0 0 0,-8 13-7 0,1-10-5 16,7-3-2-16,-14 4-8 0,14-4-6 0,-17 2 7 15,6-4-5-15,-3 1 8 0,1-2 0 0,1 0 8 16,1-1 2-16,1 0 5 0,2 0-1 0,1 2 7 16,1-2 17-16,6 4 7 0,-9-5 9 0,2 3 3 15,7 2 3-15,0 0-1 0,-7-6-1 0,7 6-1 16,0 0 0-16,0 0-3 0,19-9 1 0,-9 7-4 16,5 1-5-16,4 1 3 0,3 1-1 0,10 0 0 15,0-2-11-15,3 1-15 0,1 0-13 0,-2-1-59 16,3 1-47-16,-4-2-38 0,-1 0-138 0,1 1-340 15,-3 0 151-15</inkml:trace>
  <inkml:trace contextRef="#ctx0" brushRef="#br0" timeOffset="43603.75">12985 4916 158 0,'0'0'200'0,"-2"-14"-1"0,2 14-9 15,-3-10-5-15,3 10-10 0,-4-9-13 16,4 9-10-16,0 0-13 0,-2-8-8 0,2 8-14 0,0 0-13 16,0 0-11-16,0 0-6 0,0 0-16 0,0-9-9 15,0 9-22-15,0 0-18 0,0 0-15 16,0 0-30-16,0 0-44 0,0 0-43 0,0 0-64 15,-5 31-146-15,5-20-347 0,-2-1 153 0</inkml:trace>
  <inkml:trace contextRef="#ctx0" brushRef="#br0" timeOffset="44217.38">13201 5151 126 0,'0'12'197'0,"0"-6"-7"0,0-6-8 16,0 13 1-16,-2-6-11 0,2 3-11 0,-3-1-7 16,3 1-10-16,0-1-13 0,0-9-12 0,0 13-10 15,0-7 2-15,0-6-14 0,0 14-9 0,0-14-6 16,0 10-9-16,0-10 1 0,0 7-9 0,0-7 5 15,0 0 0-15,0 0 11 0,-1 9 7 0,1-9 8 16,0 0 3-16,0 0 5 0,0 0-20 16,0 0-7-16,0 0-6 0,0 0-9 0,0 0-4 0,0 0-5 15,0 0-5-15,-8-20-4 0,8 20-3 0,0-13-4 16,0 13-9-16,2-16-2 0,0 4-3 0,3 1-5 16,4-1-7-16,0-1-2 0,0-2-6 15,5 1 0-15,-3 0-4 0,2 2 0 0,-2 1-1 0,-4 3 0 16,2 1-1-16,-2 2 1 0,0 2-6 0,-3-1 4 15,-4 4-1-15,13-1-5 0,-13 1 3 0,12 3 0 16,-8 0-3-16,5 3 3 0,-5-2 2 0,4 5-3 16,-2 0 4-16,-3 1 0 0,1-2 0 0,2 2 2 15,-1-1 4-15,2 4-1 0,0-3-2 0,1-2-1 16,-1 1-1-16,1-2 3 0,0 0-4 0,1-3-1 16,1 0-2-16,0-1 2 0,-1-1-5 0,-2-1-1 15,-7-1 1-15,16-1-11 0,-16 1 2 0,11-5 4 16,-5 1-4-16,0-2 1 0,2 1 4 0,-3-2 3 15,1-2 0-15,2-1 2 0,-4 0 4 0,-2-1-4 16,2 0 6-16,-1 0-6 0,-3-1 1 0,0 1 0 16,2-1 2-16,-2 3 0 0,0-2 8 0,0 5 5 15,0 6 0-15,0-11 1 0,0 11-6 0,0-7-4 16,0 7-1-16,0 0 0 0,0 0 0 0,-15 4-1 0,15-4 5 16,-14 16-4-16,5-6 3 0,-1 2-6 15,2 0-2-15,3 5-17 0,3-2-22 0,2 3-22 16,6-2-35-16,3 1-34 0,10 1-63 0,8-1-52 15,2-2-177-15,18 6-465 0,-11-11 205 0</inkml:trace>
  <inkml:trace contextRef="#ctx0" brushRef="#br0" timeOffset="44681.68">14627 5285 57 0,'0'0'267'0,"0"-9"-3"0,0 9-10 0,0 0-4 0,0 0-16 16,-2-10-28-16,2 10-21 0,0 0-19 0,0 0-19 15,0 0-17-15,0 0-11 0,0 0-7 0,0 0-3 16,-2 41-5-16,0-21-3 0,-1 0-1 15,1 5-8-15,0-6-7 0,-1 1-6 0,0 0-3 16,2-2-6-16,-4-1-12 0,3 2-5 0,2-2-6 0,0-1-2 16,-1 1-3-16,0-5-5 0,-2-2 1 0,2 1-6 15,1-4-22-15,-1 0-32 0,1-7-35 0,-4 11-29 16,4-11-26-16,0 7-21 0,0-7-20 16,0 0-29-16,0 0-38 0,-5 4-26 0,5-4-147 0,0 0-426 15,0 0 188-15</inkml:trace>
  <inkml:trace contextRef="#ctx0" brushRef="#br0" timeOffset="45059.92">14629 5257 160 0,'9'-12'199'16,"4"1"2"-16,-1 2-7 0,3 2-3 0,-6 0-7 16,4 2-13-16,4 1-16 0,-4 4-11 0,0-3-15 15,-1 5-8-15,2-1-5 0,-1 2-14 0,-3 2 1 16,2 0-9-16,-3 3-2 0,-2 1-4 0,0 0 4 15,0 1-8-15,-5-1-10 0,3 4-1 0,-4-1-5 16,-1 1-6-16,0-4-3 0,-4 3-8 0,2 0 0 16,-4-3-1-16,0-1-7 0,0 0-1 0,-1 0-6 15,0-2-2-15,-2 0-3 0,2 1-5 0,1-4-3 16,1 0 1-16,5-3-4 0,-8 7-4 0,3-4-6 16,5-3-11-16,-5 3-8 0,5-3-15 0,-4 6-1 15,4-6 2-15,0 0 3 0,0 0 0 0,8 12-2 16,-3-7 6-16,0 4-5 0,4-1 1 0,2 3 4 15,1 2 1-15,-4-4 0 0,1 2-1 0,1 2 5 16,-6-1 0-16,5-2-1 0,-2 1-1 0,-3-2 2 16,1 2 1-16,-3-2-1 0,1 0 3 0,-3-2 2 15,0-7 1-15,-5 14-1 0,-2-9 1 0,-1 1-1 16,-2-1 1-16,-2-1 2 0,-1-1-15 0,-5 0-28 16,-2-1-40-16,-1-2-45 0,-1 0-56 0,-8-1-240 15,1-3-462-15,-4-3 204 0</inkml:trace>
  <inkml:trace contextRef="#ctx0" brushRef="#br0" timeOffset="48841.91">16080 5088 185 0,'0'0'234'0,"0"0"0"0,0 0 2 16,0 0-4-16,0 0-1 0,0 0-8 0,0 0-15 15,0 0-13-15,0 0-19 0,0 0-18 0,0 0-7 16,0 0-24-16,16-19-15 0,-6 11-11 0,0 0-12 16,7 0-2-16,-4-3-12 0,0 0-10 0,-2 2-6 15,2 0-4-15,-2 0-25 0,1-2-5 0,-2 2-1 16,-1-1 5-16,1-3-17 0,-1-1 0 0,-3 3-10 15,2 1 0-15,-3-2-1 0,-1 2 2 0,1-1 1 16,0 4-6-16,-4 1 2 0,1 0-4 0,-2 6 3 16,2-9-5-16,-2 9 0 0,0 0-3 0,0 0-1 15,0 0 4-15,0 0-3 0,0 0 0 0,0 0 5 16,-20 22-1-16,12-9-1 0,-1 1 0 0,3 0 5 16,1 1-6-16,1 1-16 0,3-4-3 0,2 3-16 15,1 2-14-15,4-1-13 0,4-2-28 0,1 1-16 16,3-2-34-16,12 0-27 0,2-1-27 0,-1-1-189 15,2-1-422-15,2-6 187 0</inkml:trace>
  <inkml:trace contextRef="#ctx0" brushRef="#br0" timeOffset="49002.71">16399 4615 5 0,'-5'-2'116'0,"5"2"-26"16,-8 0-22-16,8 0-29 0,-5 8-27 0,5 3-26 16,4-1-39-16,2 5-58 0,5 2 27 0</inkml:trace>
  <inkml:trace contextRef="#ctx0" brushRef="#br0" timeOffset="49248.47">17026 4705 69 0,'-3'-14'214'0,"1"8"-10"0,-1-1-2 16,3 7-13-16,-7-5-19 0,7 5-19 0,-5-7-18 15,5 7-16-15,0 0-6 0,-16 13 1 0,2 1-11 16,-1 8 2-16,-4 5-10 0,1 1-4 0,-9 10-7 16,8-7-6-16,0 2-4 0,-2 8-7 0,6-9-5 15,1 0-7-15,1-2-4 0,4 3-2 0,1-3-7 16,2 1 1-16,0 2-4 0,1-3-7 0,3-2-10 15,1 0-30-15,-2-3-19 0,2 4-25 0,1-1-33 16,-1-2-33-16,1-9-24 0,0 2-38 0,0-1-169 16,-4-1-380-16,3-6 168 0</inkml:trace>
  <inkml:trace contextRef="#ctx0" brushRef="#br0" timeOffset="49406.89">16670 5053 13 0,'0'0'140'0,"11"0"-15"0,-1 3-13 15,9 0-22-15,2 1-30 0,8 0-53 0,5 2-51 16,-4-1-41-16,6-1-90 0,2-2 40 0</inkml:trace>
  <inkml:trace contextRef="#ctx0" brushRef="#br0" timeOffset="49971.42">18028 4925 2092 0,'3'-10'4'0,"-1"-3"9"0,-2 4 27 0,1-2-3 16,1 3-5-16,-1 2-1 0,-1 6 0 0,4-9-5 15,-2 3-2-15,-2 6-3 0,8-9-5 16,2 4-1-16,8 2-1 0,9-2 0 0,6 1-5 0,0 4-4 15,-1-2-18-15,0 4-28 0,-2-1-21 0,-7-1-22 16,-4 3-24-16,0-2-23 0,-4-2-15 0,-3 4-2 16,-4-3-3-16,-2 0 4 0,-6 0 10 0,0 0 16 15,0 0 13-15,0 0 10 0,0 0 10 0,0 0 14 16,0 0 8-16,0 0 25 0,-31-9 15 16,22 5 25-16,0 2 12 0,2-2 17 0,-1 0 8 0,8 4 16 15,-13-3 9-15,8 1 20 0,5 2-9 0,-10-1-2 16,10 1-8-16,-8-3-1 0,8 3-10 0,0 0-3 15,-7 5-1-15,4 1 12 0,-1 2 20 0,0 8 1 16,-1 0-5-16,3 4 6 0,-3 4-1 16,-1 0-2-16,4-4-3 0,-1 5-5 0,2 1-8 0,1-1 0 15,1-1-6-15,-1-4-5 0,2 4-3 0,-2-6-3 16,0 2-7-16,0-1-3 0,0-1-2 0,0-1-3 16,1-1-1-16,-2-4-3 0,1 1-2 0,-2-2-9 15,1-2-12-15,0 0-9 0,-2-2-10 0,-1 3-4 16,-1-4-9-16,-1 0-9 0,-2 0-12 0,-2-1-6 15,-1-1-3-15,0-2 14 0,1-2-10 0,-1-1 11 16,0-2 0-16,-1 1 6 0,4 0 5 0,2-4 2 16,-2 2 20-16,1 2 9 0,7 2 1 0,-12-7 14 15,12 7 6-15,-7-6 4 0,3 3-1 0,4 3 0 16,0 0-7-16,-6-3-2 0,6 3-2 0,0 0 2 16,0 0-2-16,0 0 0 0,0 0 1 0,32 7-3 15,-14-2-4-15,2-1 0 0,8 3-10 0,3-2-21 16,1 0-28-16,1 3-44 0,1-8-41 0,-1 4-37 15,-1 1-104-15,-2-4-302 0,5 0 134 0</inkml:trace>
  <inkml:trace contextRef="#ctx0" brushRef="#br0" timeOffset="50357.5">18808 5163 148 0,'0'0'222'16,"-3"-13"-10"-16,-2 8-12 0,5 5-14 0,-6-8-22 0,-1 5-16 15,7 3-15-15,-19 0-7 0,7 3-5 0,-3 4-11 16,-4 2-9-16,-5 1-2 0,8 2-11 0,0-1-4 16,3 2-11-16,2-1-5 0,0 1-8 0,3 3-2 15,3-5-10-15,3 1-2 0,4 3-2 0,2-1-1 16,7-2-5-16,3-2-3 0,2 1-7 0,3-2-3 16,-1-1-7-16,3 0-3 0,-1-5-3 0,-3 3-4 15,-6-2 3-15,2-2-1 0,-4-1-2 0,-1-1-4 16,-8 0 0-16,12-1 0 0,-12 1-3 0,8-2 2 15,-4-2-2-15,-4 4 3 0,0 0-3 0,0 0-1 16,-10-13 8-16,10 13-7 0,-19-1-3 0,6 3 7 16,-1-2-2-16,-6 3 8 0,-6 2-1 0,5 1-1 15,1 2 1-15,-1 0 6 0,2 1 4 0,2 0-3 16,0 1 5-16,4 0-2 0,0-2-3 0,4-2-1 16,0 4 1-16,4-2 0 0,-1 4-1 15,6-3-1-15,0 2-1 0,6-1 1 0,2 0-8 0,6 2-8 16,1-2-20-16,4-2-34 0,2 1-47 0,6-2-42 15,1-2-27-15,-2-1-29 0,3-2-17 0,-1-1-148 16,-8 2-394-16,8-4 175 0</inkml:trace>
  <inkml:trace contextRef="#ctx0" brushRef="#br0" timeOffset="50553.92">19427 5199 9 0,'3'-7'271'16,"-3"7"-7"-16,4-10-11 0,0 6-17 0,-4 4-19 16,9-8-22-16,-6 4-22 0,4 1-20 0,0-1-15 15,6 1-12-15,5 2-21 0,1-1-32 0,1 2-40 16,-1 0-41-16,-1 2-48 0,1-1-60 0,-8 2-37 16,1 1-32-16,-6-1-103 0,-1 0-312 0,-5-3 138 15</inkml:trace>
  <inkml:trace contextRef="#ctx0" brushRef="#br0" timeOffset="50689.02">19376 5288 108 0,'0'0'178'0,"-9"4"-8"0,9-4-18 0,0 0-18 16,0 0-6-16,0 0-13 0,0 0-10 16,0 0-10-16,36 12-11 0,-15-9-33 0,9 1-57 0,5-3-57 15,-1 1-146-15,1-1-226 0,-3-1 100 0</inkml:trace>
  <inkml:trace contextRef="#ctx0" brushRef="#br0" timeOffset="51476.02">20358 4863 205 0,'5'-7'220'0,"-5"7"-3"16,4-6-11-16,-4 6-13 0,0 0-10 0,2-4-17 15,-2 4-13-15,0 0-16 0,0 0-11 0,0 0-12 16,0 0-13-16,5-7-7 0,-5 7-11 0,0 0-7 16,0 0-8-16,0 0-6 0,0 0-6 0,0 0-4 15,0 0-4-15,0 0-6 0,0 0 0 0,0 0-8 16,0 0-4-16,0 0-5 0,0 0-2 0,0 0 0 0,0 0-3 16,0 0 0-16,0 0-2 0,0 0-2 15,0 0 0-15,0 0-2 0,0 0 0 0,0 0 4 16,0 0 3-16,0 0 2 0,0 0 4 0,0 0 6 15,0 0-3-15,0 0 4 0,0 0 4 0,0 0 2 0,0 0 3 16,0 0-1-16,0 0 8 0,0 0-8 0,0 0 0 16,0 0-4-16,0 0 9 0,0 0-10 0,0 0-6 15,0 0-2-15,0 0-1 0,0 0-5 16,0 0-2-16,0 0-3 0,0 0-2 0,0 0-7 16,0 0-1-16,0 0-4 0,0 0 0 0,0 0-4 0,0 0 8 15,0 0-10-15,0 0 3 0,-8 20-3 16,5-9-1-16,0 1 1 0,-2 5 4 0,-1 2 0 15,-2 4 0-15,1-5 2 0,-2 6 1 0,5 0 3 16,0-4 1-16,-4-1-2 0,6 0 3 0,-1-1 3 16,-2 0-3-16,2 1 3 0,0-1-4 0,-1-1 1 0,1 1-1 15,-1-2 1-15,3-3 6 0,-1 1-3 0,-2-2-4 16,3 0-1-16,1-2-2 0,-3 0 1 16,0 0-2-16,1-1 4 0,2-9 0 0,-5 17-3 15,2-9-14-15,3-8-25 0,-4 11-22 0,4-5-20 0,0-6-16 16,-10 11-29-16,4-7-38 0,6-4-43 0,-12 6-34 15,12-6-33-15,-18 5-176 0,9-2-480 0,9-3 213 16</inkml:trace>
  <inkml:trace contextRef="#ctx0" brushRef="#br0" timeOffset="51661.53">20406 5124 205 0,'0'0'233'0,"0"0"-4"0,7-6-8 15,-7 6-14-15,0 0-15 0,4-4-15 16,-4 4-20-16,0 0-21 0,0 0-15 0,0 0-26 0,0 0-23 16,0 0-14-16,0 0-27 0,0 0-36 0,0 0-30 15,9 9-41-15,-9-9-33 0,6 8-29 0,-2-5-27 16,0 2-103-16,1-1-290 0,-5-4 129 16</inkml:trace>
  <inkml:trace contextRef="#ctx0" brushRef="#br0" timeOffset="51968.21">20728 4985 1 0,'6'-4'194'0,"-6"4"-20"16,7-5-14-16,-7 5-14 0,10 0-12 0,-10 0 5 16,11 7-15-16,-4 1 10 0,2-1-14 0,-2 1-6 15,-2 1-9-15,1 1-6 0,-1 2-12 16,-1-1-5-16,-3 1-9 0,-1 0-8 0,0 0-4 15,-5-1-7-15,0 1-3 0,-4 1-5 0,0 1-2 0,-2-5-6 16,2-1-4-16,-3 1-2 0,-3-3-1 0,3 1-3 16,0-1-3-16,1-3 1 0,2 1-7 0,3-1 1 15,-1 0-2-15,0 0-1 0,7-3-2 0,-8 4-4 16,8-4 2-16,-6 3-3 0,6-3-1 0,0 0-4 16,0 0 0-16,-4 6-1 0,4-6 3 0,16 7-5 15,-5-4-10-15,9 0-30 0,6 9-29 0,3-5-37 16,3 0-40-16,-1-3-22 0,0 2-11 0,-1 1-135 15,-3-1-338-15,-7-3 149 0</inkml:trace>
  <inkml:trace contextRef="#ctx0" brushRef="#br0" timeOffset="52544.28">21162 5153 63 0,'0'0'178'0,"5"-8"-9"0,-5 8-3 0,4-4-13 16,-4 4-14-16,0 0-22 0,0 0-13 0,0 0-8 0,0 0-8 15,0 0-7-15,0 0 3 0,0 0-4 0,-2 22 1 16,0-11-8-16,1-2-5 0,-3 1 5 0,1 1-8 16,2 0-6-16,-4-1-6 0,1 0-5 0,0-2-8 15,4-8 1-15,-5 13-6 0,2-6 3 0,3-7 4 16,-2 7 14-16,2-7 14 0,-3 7 13 16,3-7 5-16,0 0-6 0,0 0-8 0,0 0-9 0,0 0-1 15,0 0-6-15,0 0-3 0,-9-20-10 0,8 14-2 16,1 6-2-16,1-13-4 0,-1 4-2 0,3 1-7 15,-2 1-2-15,2-3-4 0,1-1-1 0,2 1-2 16,3 0-1-16,0-3-5 0,1-1 0 16,4 2-1-16,-1 2-3 0,1-1-4 0,0 1-1 0,1 2 1 15,-1 1-1-15,0 2-2 0,-3 0-2 0,-1 4 2 16,-2 1-5-16,3 0-4 0,-5 2 0 0,2 2 3 16,1 1 0-16,-3 2 1 0,1 1-1 15,-2 0 0-15,0 4-4 0,-1-1 2 0,0-2 1 0,-2 1 10 16,0 1-11-16,-1-1 4 0,0 1 0 0,-1-1 3 15,0-1-2-15,0-9-2 0,-1 12 4 0,0-7-3 16,1-5 4-16,0 0 1 0,0 11 6 0,0-11-1 16,0 0 15-16,0 0-1 0,0 0-6 0,0 0-4 15,0 0 4-15,0 0-2 0,0 0-7 0,0 0 3 16,0 0-6-16,14-19 5 0,-9 12-1 0,2 0-5 16,2-1 4-16,2 0-9 0,4-1 9 0,0-1-7 15,1 2 1-15,-1 1-2 0,3 1 0 0,-7 1-2 16,2 1 3-16,-3-1-3 0,-1 4 1 0,-1 0-3 15,-8 1-1-15,14 0-1 0,-9 2-1 0,0 3 0 16,0-1 3-16,-5-4-2 0,8 12 3 0,-6-5 0 16,0 4 1-16,-2-1 1 0,-2 1-3 0,1-1 3 15,-3 2-7-15,1 0-29 0,-1-1-35 0,0 1-46 16,1-1-37-16,0 1-58 0,0-3-57 0,-2 2-145 16,5-11-449-16,-4 16 198 0</inkml:trace>
  <inkml:trace contextRef="#ctx0" brushRef="#br0" timeOffset="53009.09">21814 5240 72 0,'3'-5'182'0,"-3"5"0"0,0 0 11 0,0 0-3 15,0 0-10-15,0 0-5 0,-6 22-17 0,3-13-14 16,1 1-6-16,1 0-7 0,-2 0-8 0,-1 0-12 15,1 1-6-15,2-3-11 0,-1 1-6 0,0-2-12 16,2-7-5-16,-2 10-7 0,2-10-5 0,0 8 4 16,0-8 10-16,0 0 22 0,-3 8 18 0,3-8 12 15,0 0-5-15,0 0-7 0,0 0-17 0,0 0-9 16,0 0-3-16,-5-20 5 0,5 20-19 0,-2-13-4 16,0 4-7-16,2 1-8 0,0-2-4 0,2-1-11 15,-1-2 4-15,2 1-2 0,0-2-12 0,2-3-6 16,2 1 1-16,-1 0-3 0,3-3 3 0,1 2-7 15,2-5-1-15,1 0-3 0,-2 5 1 0,-1 1-5 16,1 0-2-16,1 4 1 0,-5 1-2 0,1 2 2 16,2 2-3-16,-7 1-1 0,3 1-1 0,-3 1-7 15,3 0-1-15,-6 4-4 0,0 0 5 0,16 6 10 16,-9 1-12-16,-4 2-4 0,1 3 5 0,1-1-1 16,2 6 11-16,-5 0-7 0,2 1-1 0,-1-2 4 15,-1 3 1-15,0-2-4 0,-2 2 2 0,-2-3 1 16,1 2 3-16,2-1 3 0,-1-1-2 0,0 1-4 15,0-1-1-15,2 0-25 0,-2 0-29 0,0-3-24 16,1-1-39-16,-1-1-36 0,-3 1-39 0,1-2-35 16,-2 0-30-16,-1-1-32 0,-4-1-154 0,-1-3-482 15,-1 1 213-15</inkml:trace>
  <inkml:trace contextRef="#ctx0" brushRef="#br0" timeOffset="53154.15">21773 5223 115 0,'0'0'151'0,"2"-9"-10"16,3 5-19-16,-5 4-6 0,17-5-23 0,-3 4-6 15,6-1-38-15,8 2-54 0,6-1-62 0,-6 1-67 16,5-2-145-16,-2-1 64 0</inkml:trace>
  <inkml:trace contextRef="#ctx0" brushRef="#br0" timeOffset="54739.67">22674 5353 106 0,'0'0'192'0,"0"0"-15"0,0 0-13 0,0 0-4 0,-2 11-11 16,2-11-16-16,-6 9-17 0,2-4-9 0,-1 3-8 15,-3 5-20-15,-2-1-34 0,1 2-44 0,-2 0-39 16,2 0-52-16,-2-1-144 0,0 0-253 0,2-5 112 16</inkml:trace>
  <inkml:trace contextRef="#ctx0" brushRef="#br0" timeOffset="55068.09">23361 5105 1912 0,'-11'-16'-18'0,"3"-3"63"0,-2 2 31 0,0 5 14 0,2 2-34 15,3 0 3-15,0 3-13 0,2 2-6 0,-2 0-10 16,5 5-2-16,-4-9-4 0,4 9-7 0,-4-4-1 15,4 4-5-15,0 0 5 0,0 0 2 0,-6 13 13 16,2-3-4-16,1 0 2 0,-2 6-2 0,0-5-3 16,0 7-2-16,0-1 1 0,-1 2-4 0,2-1 4 15,-1 0-3-15,-3-2-3 0,3 2 1 0,-1-1-1 16,0 1-2-16,1-1-6 0,-1 1-12 0,1-2-22 16,1-4-32-16,0 3-35 0,0-3-36 0,0 0-26 15,1-1-47-15,-4-2-154 0,1 1-384 0,-1-4 170 16</inkml:trace>
  <inkml:trace contextRef="#ctx0" brushRef="#br0" timeOffset="55255.91">23203 5043 119 0,'0'0'147'0,"10"-3"-2"0,-10 3-21 0,13-2-1 16,1 5-7-16,1 1-12 0,5 1-5 0,6 2-9 15,1 3-9-15,4 1-9 0,-2 2-6 0,3-2-18 16,-1 1-28-16,-2 1-20 0,0-3-34 0,-3 0-31 16,-6-4-41-16,1 4-86 0,-6-4-207 0,-2-1 91 15</inkml:trace>
  <inkml:trace contextRef="#ctx0" brushRef="#br0" timeOffset="55435.39">23692 5037 202 0,'3'-8'202'0,"-1"2"-4"0,-2 6-6 0,4-11-11 16,-4 11-16-16,3-6-21 0,-3 6-14 0,0 0-17 16,0 0-10-16,0 0-14 0,0 0-5 0,0 0-11 15,-4 25-3-15,0-10-7 0,0 3-5 0,-1 0-5 16,-1 7-5-16,0-5-22 0,0 4-33 0,0 0-35 16,-1 0-40-16,2 0-30 0,0-5-40 0,0 0-149 15,-4 7-324-15,3-9 144 0</inkml:trace>
  <inkml:trace contextRef="#ctx0" brushRef="#br0" timeOffset="55699.34">23716 5356 8 0,'11'-6'188'0,"5"-6"-3"0,0 3-9 0,-1-1-8 16,-1 0-8-16,1 0-15 0,2-1-14 0,-2 1-11 15,-1 0-6-15,0-1-12 0,1 1-9 0,-2 1-6 16,-4-1-7-16,0 2-4 0,0-2-8 0,-2 2 3 15,-1-1 6-15,-2 3 3 0,0 1-1 0,-3-2-1 16,-1 7-10-16,0-11-8 0,0 11-8 0,-2-9-1 16,2 9-12-16,-8-5-4 0,8 5-5 0,-14 1-5 15,2 4-1-15,1-1-2 0,-6 2-3 0,3 5-2 16,1-3 0-16,4 0-6 0,0 5-11 0,3-1-17 16,2-2-25-16,3 2-9 0,1 4-32 0,1-4-22 15,4 3-31-15,4-2-32 0,4 2-27 0,0-2-132 16,1-3-353-16,5 2 156 0</inkml:trace>
  <inkml:trace contextRef="#ctx0" brushRef="#br0" timeOffset="56101.8">24323 5256 106 0,'6'-18'196'0,"-5"7"-11"0,0 0 12 0,-1 0-4 15,0 1-11-15,-1 1-16 0,-3 3-17 0,1-1-11 16,-3 3-15-16,-3 1-12 0,-1 3-12 0,-9 0-10 15,2 4-8-15,-1 4-10 0,0-1-4 0,-1 0-7 16,4 2-7-16,-2-1-3 0,7 1-7 0,1-2-3 16,3 3-6-16,2 0-4 0,1-1-5 0,2 1-10 15,2-3-10-15,-1-7-6 0,5 12-5 0,2-3 2 16,-1-5-7-16,2 2 4 0,-2-3 1 0,3-1 1 16,0 0 2-16,-9-2 1 0,13-3 1 0,-4-1-1 15,2-2 1-15,-4 3 5 0,2-4 2 0,0 0 16 16,-2 2 3-16,2-1-2 0,-2-1 3 0,-1 3-4 15,2 1-1-15,-8 3-1 0,10-5-5 0,-8 3-3 16,-2 2-3-16,0 0 0 0,12 0-5 0,-12 0 1 16,8 10 1-16,-5-1-1 0,-3 3-1 0,2 8 1 15,-4 5-3-15,-3-5 5 0,-2 6-1 0,-1-2 5 16,-2 3 2-16,-3-3 5 0,0 1-2 0,-3-2 3 16,-2 1-1-16,-3-2-1 0,1 0-1 0,-3-1 0 15,-1-2-4-15,-2 0-3 0,1 0-14 0,0-4-17 16,2-1-25-16,7-7-28 0,0 1-34 0,3-4-39 15,4-1-17-15,4 1-54 0,-1-2-130 0,6-2-378 16,0 0 168-16</inkml:trace>
  <inkml:trace contextRef="#ctx0" brushRef="#br0" timeOffset="56319.95">24633 5084 159 0,'0'0'219'0,"4"-7"-20"0,-4 7-25 16,0 0-2-16,0 0 5 0,0 0 4 0,0 0-12 15,1 31 0-15,-2-15-17 0,1 1-12 0,-2 2-14 16,2 7-12-16,-5-6-11 0,3 6-9 0,-5 2-27 16,5-2-32-16,-2-2-44 0,3 0-41 0,-3 1-36 15,2-7-45-15,-1 0-43 0,-1-2-160 0,-4 1-361 0,-1-2 160 16</inkml:trace>
  <inkml:trace contextRef="#ctx0" brushRef="#br0" timeOffset="56569.23">24640 5431 45 0,'18'-11'172'16,"5"-2"-4"-16,4-5-10 0,-4 6 11 0,4-2-16 16,1 1-5-16,-2-3-10 0,-1 3-10 0,0-1-4 0,-1 2-14 15,-6-1-9-15,-2 2-2 0,0 0-4 16,-4 1-8-16,-4 1-3 0,2 0 3 0,-4 1 2 15,-3 2 3-15,-1-1-11 0,-2 7 1 0,-2-12-6 16,2 12-9-16,-5-10-7 0,-3 6-9 0,-3 2-1 0,1 4-6 16,-9-1-2-16,1 2-4 0,-1 4-6 15,2 1-5-15,0-1-1 0,1 3-1 0,3 1-1 16,1-1-1-16,3 4-7 0,0-1-1 0,4-1-7 16,3 0-32-16,2 4-22 0,0-4-31 0,5 4-37 0,1-2-41 15,7-1-48-15,0 1-200 0,0-3-436 16,5-2 193-16</inkml:trace>
  <inkml:trace contextRef="#ctx0" brushRef="#br0" timeOffset="56778.42">25242 5235 118 0,'2'-11'231'0,"0"1"4"0,-2 2-16 0,0 8-13 15,-2-13-19-15,0 7-18 0,2 6-18 0,-9-5-15 16,9 5-5-16,-11 1 0 0,1 5-4 0,-4 0-15 15,-1 4-10-15,0 3 0 0,1 0-14 0,0 1-7 0,4 0-3 16,1 0-11-16,4 4-6 0,0 0-16 16,5 0-24-16,2-2-18 0,2 0-32 0,6-1-43 15,1-1-42-15,3-1-42 0,1-5-45 0,4 3-171 16,-2-6-402-16,2 1 177 0</inkml:trace>
  <inkml:trace contextRef="#ctx0" brushRef="#br0" timeOffset="56991.86">25468 5123 86 0,'3'-13'240'0,"1"2"1"0,1 1 2 0,-4 0-6 15,2 5-15-15,-1 0-23 0,-2 5-24 0,0 0-19 16,0 0-18-16,0 0-11 0,0 0 5 0,0 0-3 16,-2 30-5-16,-2-14-12 0,3 3-10 0,-3 0-8 15,0 8-8-15,-1-2-6 0,3 3-5 16,-4-1-11-16,3 0-1 0,0-2-15 0,-1 3-28 0,2-9-37 15,-1-2-45-15,-1 2-47 0,-2-1-58 0,-1-4-39 16,-4 1-50-16,1-1-140 0,-1-6-429 16,0-3 189-16</inkml:trace>
  <inkml:trace contextRef="#ctx0" brushRef="#br0" timeOffset="57127.83">25379 5296 189 0,'6'-5'178'15,"-6"5"-14"-15,12-8-17 0,-3 4-9 16,3 2-21-16,1 0-27 0,4 2-48 0,12-2-68 16,1 3-50-16,3 1-85 0,2-2-174 0,4 2 77 0</inkml:trace>
  <inkml:trace contextRef="#ctx0" brushRef="#br0" timeOffset="63563.66">26695 5177 187 0,'0'0'201'0,"-2"-11"-4"0,2 11-11 15,-8-11-7-15,4 7-12 0,4 4-9 0,-5-8-12 16,5 8-33-16,-6-5-14 0,6 5-9 0,-9-2-15 16,9 2-1-16,0 0-6 0,-22 6-6 0,11-1 0 15,-3 7-4-15,-1-2-7 0,0 3-2 0,2 0-4 16,-3 1-1-16,3 2-4 0,1-1-1 0,1 1-8 15,3-2 6-15,1 4-10 0,0-2 2 0,4-1-3 16,1 0-1-16,2 1-6 0,2-5 1 0,1 4-11 16,4-5-7-16,0 0-16 0,-1-1-14 0,5-1-13 15,-1 0-13-15,3-4-8 0,-2 2-15 0,3-3-4 16,4 0-7-16,-3-1 12 0,2-3-6 0,2 0 10 16,-3-4 9-16,2-2 3 0,-2 0 11 15,-1-2 2-15,1 0 4 0,-1-3 5 0,-1 1 7 16,-3-1 18-16,-2 2 17 0,3-3 9 0,-5 3 6 0,-1 2 7 15,0-1 6-15,0 3 14 0,-2 2-7 0,0-1 2 16,-4 5-5-16,3-5-7 0,-3 5-4 0,0 0-3 16,0 0-1-16,0 0-2 0,0 0 7 0,0 0 1 15,0 0-4-15,-19 22 2 0,15-12-5 0,0 1-4 16,2-1 2-16,2 2-4 0,-3 0 2 0,6-1 2 16,1-1-2-16,4 0 1 0,2-3 1 0,5 6-4 15,0-7 1-15,2 2 0 0,6-3-2 0,-5-1-4 16,2 0 2-16,0-1-5 0,1-5 4 0,-6 0 0 15,-2-1 3-15,1-2 1 0,-5-2-1 0,3 0-8 16,-4-1-2-16,-1-2 3 0,3-4 4 0,-4 0-5 16,-2-2-2-16,-1 1-1 0,-6 2-2 0,1-3-3 15,-5 1-3-15,0 4-3 0,1 1-10 0,-3-2-2 16,-1 3-2-16,-3 1-9 0,0 2-18 0,1 2-18 16,-1 1-24-16,1 2-16 0,-1 1-23 0,0 3-23 15,1 1-127-15,-5 0-304 0,5 0 135 0</inkml:trace>
  <inkml:trace contextRef="#ctx0" brushRef="#br0" timeOffset="63799.75">27231 5110 11 0,'5'-9'218'0,"0"0"-10"0,-1 3-12 0,-2 3-23 16,-2 3-23-16,5-8-14 0,-5 8-16 0,0 0-14 15,0 0 3-15,0 0 4 0,2 24-1 0,-4-8-2 16,-2 1-11-16,1 2-6 0,-4 0-9 0,2 6-7 16,3-6-3-16,-6 5-12 0,5 1-3 0,-1 1-5 15,2-1-3-15,2-1-14 0,-2-6-23 0,0 2-31 16,0-3-42-16,0 0-50 0,2-4-43 0,-2 0-32 16,2-2-141-16,-2-1-350 0,2-10 155 0</inkml:trace>
  <inkml:trace contextRef="#ctx0" brushRef="#br0" timeOffset="63985.83">27361 5163 92 0,'5'-10'211'0,"-2"2"-16"16,1 2-17-16,-1 1-23 0,-3 5-18 0,4-6-15 16,-4 6-7-16,0 0-11 0,0 0-6 0,0 23-5 15,0-11-8-15,-2 5-1 0,-1 7-11 0,-1 1-7 16,-1 2-8-16,0 0 1 0,-1 0-10 0,2 0-33 15,-1 0-41-15,1-2-44 0,1 3-32 0,-1-2-42 16,-1-6-133-16,-2-3-298 0,-1-1 132 0</inkml:trace>
  <inkml:trace contextRef="#ctx0" brushRef="#br0" timeOffset="64243.43">27393 5499 13 0,'18'-10'172'0,"3"1"-7"0,4-5-6 0,1-1-10 0,0 2-13 15,-3 0 1-15,0 3-16 0,-3 0-8 0,-2-2-9 16,5-3-3-16,-6 3-17 0,-2 1 4 0,-3 1-10 16,0-4-1-16,-1 1-9 0,-3 2 3 0,-3 0-4 15,-3 2-8-15,3-1 11 0,-2 4-1 0,-3-1-8 16,0 7-5-16,0-8-7 0,0 8-3 0,-8-6-9 16,8 6-4-16,-17 0-6 0,1 4 1 0,-2 6-2 15,-2 0-1-15,2-2-5 0,0 5 3 0,2-2-4 16,3 2 3-16,2 0-11 0,1 3-11 0,4-1-10 15,-1-1-19-15,5 1-23 0,2 2-22 0,5-2-45 16,1-3-44-16,10-1-45 0,-1 1-114 0,10-3-349 16,2-2 156-16</inkml:trace>
  <inkml:trace contextRef="#ctx0" brushRef="#br0" timeOffset="64459.58">28055 5266 188 0,'-3'-6'193'0,"1"-3"-11"0,2 9-11 16,-10-6-16-16,5 3-6 0,5 3-11 0,-19 3-5 16,7-1-12-16,-1 4-6 0,-1 0-5 0,5 1-8 15,0 2-7-15,1 2-6 0,2-1-3 0,-3 6-10 16,1-3-3-16,6 4-12 0,1-4-3 0,2 4 4 16,1-1-8-16,6-1-21 0,1 1-15 0,1-3-42 15,6 1-23-15,4 3-40 0,-3-10-35 0,11 5-42 16,-9-7-27-16,1 1-114 0,-3 0-330 0,1-6 146 15</inkml:trace>
  <inkml:trace contextRef="#ctx0" brushRef="#br0" timeOffset="64673.21">28285 5096 151 0,'1'-10'225'0,"-1"5"-23"0,0 5-19 0,3-11-26 16,-3 11-14-16,0 0-13 0,0 0-2 0,0 0-3 15,0 0 0-15,-9 40-2 0,5-22-6 0,-1 7-1 16,1-5-9-16,0 4-8 0,0 2-8 0,3 1-10 16,-6 0-6-16,5 0-8 0,-2-2-4 0,2-4-10 15,-1 3-22-15,1-7-38 0,0 2-30 0,0-2-48 16,1 0-39-16,-3-5-25 0,2-2-19 0,-3 1-16 16,0-3-123-16,-1-2-332 0,2-4 148 0</inkml:trace>
  <inkml:trace contextRef="#ctx0" brushRef="#br0" timeOffset="64961.36">28178 5340 67 0,'6'-9'110'0,"3"1"5"0,2-1 1 0,0 2-11 15,3 2-13-15,-1 1-7 0,-2 1-4 0,7-1-2 16,-8 2-8-16,4 4-10 0,-4 0-2 0,1 3-2 16,0-1-5-16,-3 5 2 0,0-2 7 0,-1 2 0 15,-2-2-9-15,2 1-2 0,-3 1 11 0,-2 0-3 16,3 0-7-16,0 0-4 0,-1 1-1 0,4-2-5 15,-6-1 0-15,3 1 2 0,2-2 2 0,3 0-6 16,-2 0 6-16,-1-1 9 0,2-3-1 16,3-1 1-16,-2 0-3 0,0-1-2 0,2-4 0 15,-2 1 8-15,0-3 4 0,-2 2-7 0,1-3-5 0,-5-1-8 16,1-3 1-16,0 0-5 0,-1 0-9 0,-4 2-3 16,2-8-11-16,-2 4-20 0,-4 2-16 0,1-1-23 15,-2 3-14-15,-1-2-22 0,-1 2-35 0,-2 3-33 16,0 1-15-16,-3 3-13 0,-1 4-131 0,2 1-332 15,-4 0 147-15</inkml:trace>
  <inkml:trace contextRef="#ctx0" brushRef="#br0" timeOffset="65310.04">28495 5541 185 0,'14'-3'196'0,"-2"-1"-5"0,4-6-10 0,0 4 0 0,0-4-15 16,-4 1-20-16,4-3 1 0,-5 0-13 0,1-2-14 15,-1 0-12-15,0-2-7 0,-2-1-12 16,-1 1-5-16,-1-4-10 0,-1 1-8 0,-1-6-6 0,3 2-9 16,-8 3-4-16,-1 2-4 0,1 2 4 0,-4 0-11 15,3 0-1-15,-2 5-1 0,1 1-1 0,-1 2-1 16,3 1 1-16,0 7-4 0,-1-10-4 0,1 10-5 16,0 0 0-16,-3-10-7 0,3 10-1 0,0 0-2 15,0 0 1-15,7-6-4 0,-7 6-1 0,0 0 0 16,16 6-1-16,-6-2-2 0,1 1 2 0,6 0 2 15,-1 3-3-15,-5-2-1 0,2-1 1 0,3 2-1 16,-3 4-1-16,-2-3-2 0,-1 1-1 0,-2 1-3 16,-1 0 5-16,1 2-2 0,-2-2-2 0,2 6 3 15,-4 0 3-15,-1 1-5 0,2-2 2 0,-3 3 1 16,2-1 2-16,-3 1-12 0,-1-1-38 0,0 1-29 16,0-2-48-16,0 1-48 0,3 1-43 0,0-1-147 15,4-2-392-15,5-2 174 0</inkml:trace>
  <inkml:trace contextRef="#ctx0" brushRef="#br0" timeOffset="65883.42">29325 5614 147 0,'10'-5'252'0,"-1"-2"-15"15,2 0-7-15,3-2-15 0,-3 1-14 0,2-1-16 16,2-3-17-16,1 1-10 0,2-1-13 0,-3 1-11 15,5-8-13-15,-1 2-7 0,0-2-9 0,0-2-16 16,-4-2-6-16,3-2-6 0,-3-2-4 0,-2 2-9 16,0-5-2-16,-2 0-15 0,-1 0-5 0,-1-3 2 15,-1 1-3-15,1-1-12 0,-3 2-1 0,0 6 6 16,-4 8 15-16,1 3-3 0,-1 2 0 0,-1 2-6 16,-1 5-6-16,3-3-7 0,-3 8-1 0,1-9-10 15,-1 9-7-15,0 0 0 0,0 0 3 0,0 0-10 16,-16 14 3-16,3 0 1 0,-4 9-2 0,-1 4-1 15,1-1-2-15,1 3 5 0,-2-3-1 0,7 1-2 16,-2-1 4-16,7 0 0 0,-1 0 2 0,2 0-2 16,5-1-1-16,0-1 5 0,1-5-5 0,2 0 1 15,2 0 4-15,0-1 0 0,4-1 0 0,5-3 0 16,-2 2-4-16,2-4 0 0,4 0 13 0,-6-7-12 16,6 4-2-16,-1-3 0 0,0-2 2 0,0-3 0 15,5 1-2-15,-1-2 3 0,-1-2-4 0,0-1 0 16,-3-3 4-16,2-2-3 0,-1 1-1 0,4-8 0 15,-9 1 1-15,7-5-8 0,-2 2 2 0,-5 2-2 16,2-6-1-16,-5 6 1 0,1-2-5 0,-3 1 4 16,-1 4-2-16,-3 0 1 0,0 3-1 0,-2-2-3 15,-1 4 3-15,1 0-4 0,-2 7 5 0,-2-11-7 16,2 11 0-16,-5-7-3 0,5 7 4 0,-13-1 1 16,1 2-8-16,-2 6 9 0,-3 1-2 0,0 2 5 15,2 1 4-15,0 2-6 0,-1-1 1 0,5 2 2 16,0 1 0-16,4-1-2 0,1 2 4 0,4-1-2 15,1 0-13-15,2 1-14 0,4-1-11 0,5 0-28 16,1-3-26-16,2 0-33 0,3 0-30 0,2-2-39 16,1-3-11-16,-1 2-27 0,0-3-153 0,-6-2-420 15,0-2 186-15</inkml:trace>
  <inkml:trace contextRef="#ctx0" brushRef="#br0" timeOffset="66257.81">30125 5444 8 0,'8'-16'138'0,"0"-2"35"0,-5 7-4 0,3 1-13 15,-3 0-9-15,-1 1 8 0,0 2 2 0,-2 0-6 16,0 7-14-16,2-10-14 0,-2 10-17 0,0 0-12 16,0 0-10-16,-9-6-11 0,9 6-2 0,0 0-4 15,-23 10 1-15,11-3-6 0,2 1-2 0,-3 4-8 16,1 0-5-16,4-2-1 0,0-1-8 0,0 2-4 16,3-1 1-16,0 2-4 0,4 0-5 0,-2-4 2 15,6-1-2-15,-1 3-3 0,3-2 6 0,-1-2-4 16,1-1-10-16,6 0-5 0,-4-3 2 0,1 2-2 15,-2-4-1-15,-6 0 3 0,17-4-5 0,-11 2 3 16,3-1-4-16,0-1-2 0,-1-2 1 0,0-3-3 16,-3 1 2-16,0-1-4 0,-1-1 3 0,2 0-6 15,-2-2 5-15,-2 1-4 0,1 1 3 0,-2 3 4 16,1 2 1-16,-2 5-3 0,1-12 0 0,-1 12-1 16,2-7-3-16,-2 7-5 0,0 0 1 0,0 0 0 15,0 0 1-15,0 0-1 0,0 0 4 0,0 0-3 16,-7 21 5-16,7-21-2 0,4 18 1 0,-3-9 0 15,1 3 2-15,4-1-2 0,-3 0-11 0,6 0-26 16,2 2-25-16,0-2-21 0,6-2-35 0,-2-1-26 16,-1-3-23-16,1 0-12 0,3-1-144 0,-6-2-349 15,0-2 155-15</inkml:trace>
  <inkml:trace contextRef="#ctx0" brushRef="#br0" timeOffset="66471.13">30433 5195 106 0,'4'-13'198'0,"-1"3"9"0,2 1-6 0,-3 2-18 16,1 1-16-16,-3 6-19 0,4-8-18 0,-4 8-16 15,0 0-9-15,0 0-8 0,0 0-11 0,2 21 0 16,-2-10 4-16,-1 7 2 0,2 0-2 0,-2 1-2 16,0 9-4-16,-1-8-9 0,-1 5-5 0,1 2-7 15,-4-3-5-15,2 2-3 0,0 0-6 0,2-2-16 16,0-3-32-16,-4 2-44 0,2-4-44 0,3 2-52 15,-2-6-55-15,2 2-176 0,0-6-399 0,-3-3 177 16</inkml:trace>
  <inkml:trace contextRef="#ctx0" brushRef="#br0" timeOffset="66750.72">30666 5237 186 0,'2'-4'223'0,"-2"4"-21"0,3-8-19 16,-3 8-25-16,0 0-15 0,0 0-14 0,0 0-16 16,0 0-8-16,0 0-14 0,-27 15-5 0,12-5-14 15,-6 0-1-15,-4 5-3 0,6-4-14 0,5-2-10 16,-3 2-4-16,7-5-7 0,2-1-3 0,3-1-3 0,-3 0-2 16,8-4 0-16,-7 6-6 0,7-6-1 0,-5 6-3 15,5-6-2-15,0 0-1 0,1 10 1 16,-1-10 2-16,8 8-8 0,-3-2 3 0,7 0-2 15,-3 1-5-15,5 3 3 0,0-1-18 0,3 3-42 16,0 0-23-16,6-1-35 0,-3 0-36 0,3 1-33 0,-6-2-97 16,-1-2-300-16,4 0 133 0</inkml:trace>
  <inkml:trace contextRef="#ctx0" brushRef="#br0" timeOffset="67743.67">30948 5350 82 0,'4'-12'159'0,"0"3"11"0,0-2-9 0,-3 3-2 16,1 2-5-16,-2 6-10 0,2-9-13 0,-2 9-18 16,0 0-14-16,0 0-10 0,0 0-9 0,0 0 0 15,-15 1-1-15,-2 7-3 0,3 3-5 0,-3-1-7 0,2 2 3 16,-2 1-13-16,3-2-6 0,3 1-3 16,-2-1-6-16,5-2-3 0,2 0 2 0,0-1-4 15,2 2-6-15,1-5-8 0,2 4 1 0,0-4-9 16,1-5 0-16,-2 8-4 0,2-8 5 0,0 0-5 15,0 0-6-15,9 6-2 0,-9-6 1 0,0 0 1 16,17-8 1-16,-11 6-4 0,2-3 3 0,0-1-3 0,-1-1 2 16,1 0-2-16,-3-1 4 0,4 1-1 15,-3-3-3-15,2 0 6 0,0 0-3 0,2-3 2 16,-5 4 8-16,-1 4 0 0,0 0 4 0,0 1-7 16,-4 4-3-16,4-6-1 0,-4 6-4 0,0 0-2 0,0 0 3 15,0 0-4-15,0 0 5 0,0 0-2 16,6 19 2-16,-6-12 5 0,0 3-6 0,0-3-1 15,1 3 2-15,0-1-1 0,2 3 3 0,2-2-7 16,0 0-4-16,4-1-11 0,1 0-12 0,7 1-9 16,-1-2-16-16,1-3-8 0,2 1 4 0,2-4-4 0,-2 2-4 15,1-3 21-15,-4-3-3 0,3 0 5 16,-1 1 15-16,-5-1 12 0,-1-2 1 0,1 0 7 0,-1-3 15 16,-1-1 1-16,-2 0 2 0,3-5 5 15,-2 4 6-15,0-4 3 0,-1-2-5 0,0 0-2 16,0 2 2-16,-4-3 3 0,0 5 3 0,-2 2 5 0,-3-3 1 15,1 6 9-15,2 1 0 0,-3 5 0 0,0-12-8 16,0 12-3-16,-3-10-4 0,3 10 0 0,-13-3-1 16,13 3-8-16,-19 3 1 0,9 1-6 15,-3-1 0-15,2 3-2 0,1 1 0 0,-1 0-2 16,2 1 5-16,3-1-8 0,-1 3 4 0,3 1-8 0,-1-3 0 16,3 0-12-16,2 0 2 0,0-8-3 0,2 10 5 15,-2-10-4-15,5 7-1 0,-1-4 1 16,-4-3 1-16,11 3 3 0,-6 0 3 0,-5-3 4 15,0 0 1-15,12-2-5 0,-12 2 7 0,9-4 5 16,-9 4 3-16,7-3 5 0,-7 3-3 0,8-3-5 0,-8 3 1 16,0 0 1-16,7-2-2 0,-7 2-5 0,0 0-1 15,0 0 0-15,0 0-4 0,6 7 3 16,-7 3-2-16,-1 1 3 0,-2 7-3 0,-5 6 2 16,1 3 3-16,-1 1-1 0,-5 4 10 0,3-1 5 15,-5 0 10-15,5 3 1 0,-2-1 4 0,-1-4-2 0,2 0-2 16,1 1-4-16,1-3 1 0,0-3-2 0,-2 1 0 15,3-3 3-15,-1-5-5 0,0-1-1 16,3-6 5-16,-2 1-5 0,2-3-6 0,-5 0-3 16,3-2 5-16,3-3 0 0,-7-1-2 0,2-2 0 15,0-3 2-15,-1-1-4 0,0-2 0 0,2-1-1 0,2-2 2 16,3-1-5-16,1-2-7 0,2 0-4 0,4-5 4 16,3 1-17-16,9-6 11 0,6 2-12 0,4-2-2 15,5 1-11-15,12-5 0 0,3 2-6 16,-1 0-7-16,3 2-4 0,-12 5 5 0,14-6 3 15,-5-2 1-15,1 3 2 0,2-2 5 0,-16 3 3 0,2 4 1 16,-1-6 5-16,-3 1-1 0,-3 2 4 0,-4 0 4 16,-3-2 3-16,-3 2 7 0,-6 3-1 0,1 0 16 15,-4 4 0-15,-2 3 7 0,-3-2 7 0,-1 4-4 16,-1 0 1-16,1 8-4 0,-8-11-6 0,0 8 1 16,-5 0 0-16,-2 1-1 0,-4 2 3 0,1 2-5 15,0 5 2-15,0 0-2 0,3 4 1 0,1 3 1 16,4 2-4-16,1 0 5 0,1 4-4 0,4 5-6 15,6 0-11-15,6 1-34 0,4 1-31 0,6-1-42 16,5 0-42-16,4 0-42 0,-1 0-149 0,3-3-379 16,-1-2 168-16</inkml:trace>
  <inkml:trace contextRef="#ctx0" brushRef="#br0" timeOffset="69815.89">6479 6083 115 0,'-5'-6'166'15,"-3"-1"-5"-15,-1 0-14 0,-2 3-2 0,1-1-4 16,-3 4-22-16,-4-2 10 0,3 2-8 0,-5 1-8 16,-1 2-5-16,-1 4-7 0,-5 4-2 0,1 5-5 15,1-1-6-15,-1 4-6 0,5 3-9 0,-1 3-3 16,6-2 9-16,1 3-9 0,1-2-4 0,6-4-6 16,3 0-5-16,3 0-6 0,3 1-6 0,2-1-3 15,5-1-4-15,6 3-2 0,-1-6-4 0,7 3-2 16,2-3-8-16,2-4 1 0,2-2-4 0,1-1-6 15,1-3-6-15,3 0-2 0,0-4-8 0,-1 0-1 16,-3-1-6-16,-7-1 4 0,0 0-6 0,6-5-2 16,-8 0 1-16,-2 2 1 0,2-6 0 0,-3 2 3 15,-2-2 2-15,-2-1 3 0,0 0-2 0,-1-1 0 16,-2-3 1-16,0 0 3 0,0-2 3 0,-1 2 8 16,-2 1 11-16,-2-4-3 0,1 1 0 0,2-1 3 15,-4 2 7-15,0 3-1 0,-2 3 0 0,2 1 2 16,-3 9 2-16,4-13-6 0,-4 13-5 0,2-7-5 15,-2 7-3-15,0 0-1 0,0 0-1 0,0 0 0 16,0 0 0-16,-4 27 0 0,1-10 1 0,0 2-2 16,-2 0-1-16,1 5 2 0,3 0 0 0,1-5 3 15,0 0-5-15,1-2 3 0,0 0-2 0,3-3 0 16,1 1 1-16,0-3 0 0,4 2-2 0,0-5 1 16,2 1-2-16,-2-2-6 0,1 0 0 0,-1-2-1 15,0-3-5-15,-3 0 1 0,3 0 2 0,-3-2 1 16,2 2 3-16,-8-3-2 0,15-5 1 0,-8 2 0 15,2-5 2-15,-3-1-1 0,2 0 0 0,1-5-1 16,-2-1 4-16,0 0-4 0,-3-2 2 0,2-4 0 16,-2 1 0-16,0-5-1 0,-2 6 0 0,2-5-1 15,0-1 5-15,0 8 5 0,-2 5 4 0,1 1 4 16,-2 1 0-16,-1 4 6 0,0 6-6 0,1-13 1 16,-1 13-12-16,0-7 5 0,0 7-5 0,0 0-1 15,0 0-2-15,0 0 2 0,-2 28-2 0,-2-12 3 16,3 0-3-16,-1 2 2 0,0-1 1 0,2 0-3 15,2 0 2-15,0-2 2 0,3 3-1 0,0-2 1 16,0-2-3-16,0-2 5 0,3-1-1 0,1-2 2 16,0-1 0-16,1-2 0 0,3 2 2 0,-2-3-3 15,7 0-2-15,-1-4 4 0,-1 1-1 0,-3-2-1 16,2-2 2-16,-3 1 0 0,-2-2-4 0,3-4 3 16,-4 1-2-16,0-2-6 0,0 0 4 0,-2-4-2 15,1-2-2-15,-1-2-2 0,-2 0-7 0,0 0-4 16,-4-2 0-16,1 1 0 0,1 0 3 0,-6 1-3 15,1-2 5-15,-4 2-1 0,2 5-1 0,-1 2-1 16,-2-3 2-16,2 3 0 0,1 0 2 0,2 4 1 16,2 5-4-16,-7-7 2 0,7 7-1 0,-3-7-5 15,3 7-10-15,0 0 3 0,0 0 2 0,0 0 4 16,0 0-4-16,0 0 1 0,0 0 0 0,0 0-3 16,21 22 2-16,-9-17-1 0,-1 1 5 0,1-2 2 15,-1 1-1-15,7 3 3 0,-6-5 2 0,0-2 1 16,0 3-3-16,-2 1 4 0,0-1-3 0,-1 0-1 0,-2 1 7 15,0 2-5-15,-2-2 1 0,1 1 0 16,-3 3 4-16,0 0 0 0,1 1 5 0,-2 0 5 16,1 1 2-16,-2 1 2 0,3-2-1 0,-3 3 0 15,2 0-2-15,-3-1 7 0,1 0-9 0,2 0 1 0,-1 0 3 16,3-1-1-16,1 0-2 0,-3-3 3 0,4 1-4 16,-4-2 3-16,5 0-4 0,-4-2 6 0,4-2-3 15,-1 1-2-15,-2-1 0 0,2-1-1 16,-7-2 1-16,14 2 1 0,-14-2-2 0,10-3-9 15,-3-1-7-15,-4-3-1 0,3 0 3 0,-3-3 1 0,1 1-1 16,1-3-1-16,-2 1 2 0,-1-5-2 16,0-2 0-16,-2 3 6 0,1-2-6 0,2 0 3 15,-2 3-2-15,1 2-1 0,2-4 4 0,0 5-4 16,2 2-5-16,-2 1-1 0,3 0-1 0,2 1-2 0,2 5-2 16,1 0 6-16,0 4 0 0,2 0-3 0,3 3 2 15,-2 3 3-15,-2 2 0 0,0 0-1 16,-4 5 1-16,1-2 2 0,-5 4 1 0,3-3 0 15,-4 1 4-15,-2-1 0 0,0 2-1 0,-1-2-1 16,0-5 9-16,-1 3-7 0,0-3 3 0,1 4-2 0,1-5 3 16,-1 0 3-16,0-2-1 0,-1-6 2 0,4 11-3 15,-1-8 7-15,-3-3 0 0,7 8-1 0,-2-7 0 16,2 1 3-16,-7-2-2 0,14 0 2 16,-3-2-2-16,0-3 2 0,-2-1-2 0,2-1 2 15,-2 0-2-15,6-5 1 0,-4-1-1 0,-1 2 1 0,0-2 7 16,-2-3-11-16,-1-1 3 0,0 0 2 0,0 0-2 15,-4 1 10-15,-2-3-3 0,0 4 4 0,1 0 4 16,-2 3 7-16,0 2 1 0,-2 1-2 16,2 9-4-16,-2-11-6 0,1 5 0 0,1 6-3 15,0 0-3-15,-14 2-1 0,14-2-2 0,-15 15-1 0,4-3-1 16,2 4-16-16,-1 0-25 0,0 0-29 0,2 2-32 16,2 0-32-16,3-1-27 0,-1-2-30 0,5 2-17 15,-2 1-145-15,2-2-373 0,1-6 165 16</inkml:trace>
  <inkml:trace contextRef="#ctx0" brushRef="#br0" timeOffset="70041.34">7924 6445 55 0,'3'-10'177'0,"1"0"4"0,0 1 3 16,-1-2 1-16,0-1-10 0,1-1-13 0,1-3-2 15,-1 6-6-15,1-1-13 0,1-1-8 0,-1 1-7 16,1 2-4-16,-3 4-11 0,0 1-9 0,0-2-16 15,-3 6-12-15,6-4-3 0,-6 4-6 0,0 0-9 16,15 7-6-16,-7 0-7 0,-2 0-4 0,2 2-1 16,-2 1-6-16,-1 1-3 0,2 3-1 0,-1 1-9 15,0-1-17-15,-2 2-26 0,-2 0-41 0,0-3-47 16,1-2-41-16,-2 1-48 0,-1-2-174 0,0-10-405 16,0 12 180-16</inkml:trace>
  <inkml:trace contextRef="#ctx0" brushRef="#br0" timeOffset="70287.34">8347 6001 200 0,'0'-6'273'0,"0"6"-28"15,-1-9-25-15,1 9-24 0,0 0-21 0,0 0 1 16,0 0 10-16,0 0-5 0,-4 38-9 0,7-12-10 15,-4 3-7-15,-1 1-8 0,1 1-13 0,4-1-14 16,-3-1-10-16,1 0-2 0,-2 0-17 0,1 0-10 16,1-1-8-16,1-1-4 0,1-2-28 0,0-5-37 15,-2 0-33-15,0-3-46 0,0-2-53 0,1 3-48 16,0-6-46-16,1-1-227 0,-3-2-485 0,-4-1 215 16</inkml:trace>
  <inkml:trace contextRef="#ctx0" brushRef="#br0" timeOffset="70435.39">8271 6264 140 0,'19'0'121'0,"3"0"-4"16,11 1-11-16,-1 1-33 0,6-2-64 0,-1-3-104 15,0 3-102-15,-1-1 45 0</inkml:trace>
  <inkml:trace contextRef="#ctx0" brushRef="#br0" timeOffset="70561.57">8786 6303 301 0,'0'0'316'0,"5"3"-36"0,-5-3-21 0,0 0-28 16,0 0-20-16,0 0-25 0,0 0-33 0,6 4-47 16,-6-4-66-16,0 0-76 0,0 0-76 0,0 0-211 15,5 5-349-15,-5-5 155 0</inkml:trace>
  <inkml:trace contextRef="#ctx0" brushRef="#br0" timeOffset="84872.93">10390 6999 10 0,'0'-10'149'0,"0"10"-5"0,0 0-14 0,-2-10-2 16,2 10-2-16,0 0-11 0,-2-9-5 0,2 9-5 15,0 0 1-15,-5-9 0 0,5 9-6 0,0 0-16 16,-3-5-1-16,3 5-8 0,0 0-7 0,0 0-9 15,-6-6-2-15,6 6-10 0,-7-3-4 0,7 3-2 16,-10-2-4-16,10 2-6 0,0 0-3 0,-10-2-1 16,10 2-7-16,0 0 3 0,-8-2-3 0,8 2-2 15,0 0-5-15,0 0 2 0,-9-3 1 0,9 3-5 16,0 0-2-16,0 0 2 0,0 0 2 0,0 0 0 16,0 0-5-16,0 0-1 0,0 0 0 0,0 0 1 15,30 6 3-15,-11-5-5 0,10 0-1 0,2 2 0 16,0-2-1-16,1 3 0 0,1-3-4 0,-3 3-10 15,-1-2-18-15,-1 1-31 0,-9 0-6 0,1 0-28 16,-1-3-19-16,-1-1-22 0,-5 2-14 0,0-1-121 16,-5 3-289-16,2-2 129 0</inkml:trace>
  <inkml:trace contextRef="#ctx0" brushRef="#br0" timeOffset="85474.82">10578 6960 76 0,'0'0'115'0,"0"0"0"0,0 0-13 0,0 0-4 0,-8-1-6 15,8 1 1-15,0 0-21 0,0 0 6 16,0 0-6-16,0 0-7 0,0 0 0 0,0 0-13 15,0 0-1-15,0 0-6 0,0 0-12 0,0 0 2 0,0 0 2 16,-5 11-1-16,5-4 5 0,0-7 3 0,0 16-6 16,0-4 0-16,0 2 1 0,0 2 0 0,1 2-3 15,-2 0 1-15,1 1 4 0,0 5-3 0,0-4-7 16,0 0-1-16,0 5 4 0,2-1-5 0,-3-5 2 16,0 0 1-16,2 0-6 0,-1 0-2 0,0 1-1 15,0-4-6-15,0 1 1 0,0-1 2 0,0-3-6 16,0-1 4-16,-1-2-3 0,1 2-2 0,-2-1-3 15,2-2 2-15,-1-1-6 0,0 0 3 0,1-8 1 16,0 13-2-16,0-13-6 0,-4 10 5 0,4-10 1 16,1 7-2-16,-1-7 0 0,-2 6 1 0,2-6 0 15,0 0-2-15,-4 5 4 0,4-5-1 0,0 0-3 16,0 0-3-16,-11 0 3 0,11 0 0 0,0 0-2 16,-12-8 4-16,8 5-6 0,-2-1 1 0,6 4-4 15,-13-9-1-15,4 5 1 0,1-2 2 0,-2 3-6 16,1-3 2-16,-1 2 3 0,0-1-3 0,1 0-2 15,1 3-1-15,-2-2 1 0,1 0 4 0,1 2 0 16,8 2 0-16,-11-3-1 0,3 0 1 0,8 3-2 16,0 0-1-16,-10-4 1 0,10 4 5 0,0 0-7 15,-8-1 0-15,8 1 2 0,0 0 4 0,0 0-2 0,0 0 1 16,0 0 2-16,0 0-3 0,0 0 3 16,28 8-1-16,-11-5 1 0,3-2 1 0,10 1 4 15,-3 1-5-15,3-1-2 0,1 1-5 0,2-2-21 16,-2-1-30-16,1 0-25 0,-5 0-20 0,2 0-26 0,-7 2-24 15,0 0-118-15,-1-4-293 0,-2 0 129 0</inkml:trace>
  <inkml:trace contextRef="#ctx0" brushRef="#br0" timeOffset="85715.4">11104 7343 89 0,'0'0'192'0,"-1"-8"-6"0,1 8-13 15,0 0-8-15,-10-8-13 0,10 8-10 0,-13-2-11 16,1 0-2-16,2 4-7 0,-2 0-11 0,-7 2-4 16,0 2-1-16,1 2-4 0,0-1-8 0,-8 4-12 15,8 0-5-15,0-2-8 0,2 1-3 0,4 3-9 16,-1-2-3-16,1 0-3 0,5-1-6 0,2-1-5 16,2-1 0-16,1 2-6 0,4 1-3 0,-1-2-3 15,3 1-9-15,4-1-19 0,6 1-32 16,0-2-37-16,4-1-30 0,10 2-42 0,2-2-36 0,3-2-186 15,-1-1-393-15,3-3 174 0</inkml:trace>
  <inkml:trace contextRef="#ctx0" brushRef="#br0" timeOffset="85893.28">11750 7400 51 0,'6'-5'200'0,"-6"5"-12"15,7-2-19-15,-7 2-21 0,0 0-12 0,11-2-20 16,-11 2-31-16,11 0-18 0,-11 0-27 0,18 2-24 16,-11 0-41-16,1 0-30 0,0 3-19 0,-1-3-28 15,-4 1-58-15,5 3-174 0,-8-6 77 0</inkml:trace>
  <inkml:trace contextRef="#ctx0" brushRef="#br0" timeOffset="86019.89">11758 7486 14 0,'-5'2'160'0,"5"-2"-16"0,0 0 1 15,0 0-9-15,0 0-9 0,0 0-14 0,0 0-11 16,-3 7-6-16,3-7-11 0,0 0-13 0,13 6-21 16,-2-3-43-16,1-1-53 0,8 1-57 0,2-2-83 15,11-1-199-15,3 0 88 0</inkml:trace>
  <inkml:trace contextRef="#ctx0" brushRef="#br0" timeOffset="86469.23">12933 7252 1461 0,'0'-14'53'0,"0"3"26"0,0 11 7 16,0-10-14-16,0 10-7 0,-2-11-13 0,2 11-6 16,0 0-7-16,0 0-9 0,-2-7-5 15,2 7-3-15,0 0 7 0,0 0 17 0,-18 22-3 0,9-8 1 16,-5 3-4-16,-1 5 6 0,-4 0 0 0,0 0-2 15,-2-1-6-15,-2 0-1 0,2 1-2 0,2-2-1 16,-1-2 4-16,0 0 1 0,-3-2-4 0,1-2 1 16,-3-1 1-16,7-3 0 0,-2-2-3 0,0-1 3 15,-7 1 1-15,5-3-2 0,-5-2-4 16,6-1-3-16,-1-2 3 0,0 0-6 0,1-2-3 16,1-2-2-16,0 2 3 0,2-4 6 0,6 3 4 15,1-1-5-15,-1-4 2 0,6 1-3 0,2 0-2 0,0-1-1 16,2-1-3-16,3-1-3 0,2-2-4 0,6-3-1 15,3-1-3-15,9-3 0 0,-2 0-1 0,5 1-5 16,-2 4 5-16,1 1-8 0,-5 5 0 0,2 1 3 16,-2 0-1-16,3 3-5 0,-4 2 1 0,1 1 8 15,-5 1-13-15,0 3 2 0,0 1-3 0,-3 0 2 16,2 3-3-16,-3 1 3 0,2 0 0 0,0 4-3 16,0-2 1-16,-4 2 2 0,7 1 5 0,-7 0-5 15,3 1-7-15,0 1-23 0,-1-2-25 0,-1-1-38 16,-1 2-31-16,2 1-44 0,2-3-42 0,0 1-43 15,5-1-141-15,-2-5-429 0,4 2 191 0</inkml:trace>
  <inkml:trace contextRef="#ctx0" brushRef="#br0" timeOffset="86674.09">13417 7289 1824 0,'-6'-11'83'0,"2"0"-18"0,0-1-5 16,3 4 3-16,1-2-5 0,0 0-16 0,0 10-7 16,1-14-15-16,7 7-2 0,2 3 0 0,5-6 1 0,3 1-3 15,3 5-2-15,7-4-6 0,1 2-20 0,1 1-26 16,-1 2-30-16,-2-1-29 0,-6 2-35 0,-4 0-23 16,-3-1-153-16,-1 2-331 0,-3-2 146 0</inkml:trace>
  <inkml:trace contextRef="#ctx0" brushRef="#br0" timeOffset="87012.33">13511 7135 126 0,'-3'8'148'0,"-4"3"-3"0,3 5 2 16,1 0 0-16,-1 3-10 0,0 1-2 0,2 0-3 16,-5 5-2-16,2-6-2 0,1-2-6 0,3 2-15 15,-3 1-9-15,0-4-7 0,2 3-3 0,2-2-10 16,-3 1-5-16,1-2-7 0,2-5-4 0,-2 7-8 15,0-10-1-15,2 2-7 0,-2 1-5 0,0-5-3 16,2 0-5-16,-4 2-3 0,4-8-2 0,0 9 0 16,0-9-3-16,0 0 4 0,-2 6-9 0,2-6 1 15,0 0-3-15,0 0 0 0,-11-2-2 0,11 2 1 16,0 0-5-16,-13-9 3 0,8 5-4 0,5 4-2 16,-7-9-4-16,7 9 2 0,-4-7 2 0,4 7-3 15,-6-5-4-15,6 5 0 0,0 0 4 0,0 0-6 16,-3-5-4-16,3 5 7 0,0 0-2 0,0 0-2 15,0 0-3-15,0 0 2 0,0 0 0 0,22 12-17 16,-8-8-18-16,5 2-25 0,9-1-22 0,-1 3-29 16,7-4-27-16,2 2-21 0,-2 1-25 0,4-3-139 15,-4 1-352-15,1-2 156 0</inkml:trace>
  <inkml:trace contextRef="#ctx0" brushRef="#br0" timeOffset="87369.7">14085 7465 92 0,'2'-4'158'0,"-2"4"7"0,0-11-6 0,0 11-4 0,0 0-12 16,-13-8-11-16,5 8-6 0,8 0-5 0,-23 2-1 16,7 2 0-16,-2 2 2 0,0 0-12 0,1 1-5 15,-2 0-7-15,4 1-10 0,3-1-11 0,1 0-3 16,3 2-14-16,-2-1 0 0,5 1-6 0,-1 0-1 16,4-2-10-16,2 0 0 0,0-7-5 0,4 16-2 15,1-7-5-15,1-1-3 0,2-1-7 0,0-2-6 16,-1-2-6-16,1 3 1 0,0-4 0 0,-1 0-3 15,-1 2 0-15,0-1-1 0,-6-3 3 0,7 4-4 16,-7-4 2-16,0 0-2 0,5 2-2 0,-5-2 1 16,0 0-2-16,0 0-1 0,0 0-5 0,0 0 4 15,-29-2 0-15,13 4 3 0,0 0 3 16,-6 2 3-16,1-1 7 0,2 3 7 0,-4-2-4 0,5 1 9 16,2 1-3-16,4-2 0 0,-5 1-2 0,8 0-3 15,-2-1-3-15,4 1 5 0,5 1-6 0,-2 1 1 16,4-7-5-16,-3 15 5 0,6-9-5 0,5 2-11 15,8 0-23-15,2 2-35 0,13-1-48 0,1 0-51 16,20 1-43-16,-14-6-218 0,0 3-452 0,2-4 200 16</inkml:trace>
  <inkml:trace contextRef="#ctx0" brushRef="#br0" timeOffset="87569.84">14621 7506 1954 0,'-3'-10'72'0,"3"0"4"0,-2 0-13 16,0 4 2-16,2 6 19 0,-2-13 6 0,2 13-1 16,0-9-1-16,0 9-20 0,0-7-6 15,0 7-6-15,10-9-2 0,-3 6-11 0,4 1-5 16,8-1-5-16,3 2-12 0,-2 0-18 0,7 1-26 16,0 0-30-16,-5 0-30 0,-4 1-34 0,-4 0-29 15,-1-2-32-15,-3 1-20 0,-4-1-163 0,-6 1-389 16,8-2 172-16</inkml:trace>
  <inkml:trace contextRef="#ctx0" brushRef="#br0" timeOffset="87758.85">14703 7323 146 0,'0'0'186'0,"-3"-8"-1"0,3 8-3 0,-4-5-5 16,4 5-12-16,0 0-13 0,-6-4-20 0,6 4-10 16,0 0-19-16,0 0 6 0,0 0-6 0,-9 21 8 15,7-10-4-15,-1 5 3 0,-6 1-9 0,5 1-3 16,0-1-8-16,-3 8-8 0,4-2-10 0,-4-7-3 15,5 4 0-15,-2 0-14 0,2-2-4 0,-1-2-10 16,1 1-20-16,0 3-23 0,-2-9-38 0,3 6-63 16,-3-8-46-16,4 2-40 0,0-2-204 0,0-2-426 15,0-7 189-15</inkml:trace>
  <inkml:trace contextRef="#ctx0" brushRef="#br0" timeOffset="88372.72">15173 7260 5 0,'10'-5'177'0,"2"1"-3"0,6-1-13 15,2-2-3-15,1 2-7 0,9-2-14 0,0 4-9 16,2 0-16-16,1 1-7 0,-3-3-13 0,2 4-2 15,-3 0-15-15,-8 1-16 0,-2-3-22 0,-3 0-30 0,-6 0-10 16,1 2-15-16,-3-2-20 0,-2-1-20 0,0 2 10 16,-6 2-11-16,7-4 2 0,-7 4-1 15,0 0 1-15,0 0 5 0,0 0 3 0,-16-12 2 16,8 9 13-16,0 0 11 0,1 1 10 0,7 2 20 16,-12-4 11-16,12 4 4 0,-9-2 20 0,9 2-9 15,-9 0 27-15,9 0-19 0,0 0 2 0,0 0 11 16,-14 4 10-16,8 0 19 0,2 5-3 0,-4-3 2 15,5 4-6-15,-4 0 8 0,2 7 5 0,-2 1 3 16,0-1 1-16,1 2-10 0,1 6-5 0,2-6 0 0,0 1-6 16,-1 4-2-16,1-6-5 0,1 2-2 15,2-1-8-15,-1-3-3 0,1 0-6 0,0 0-4 16,1 2-3-16,-1-6-2 0,2 2-6 0,-2-4 0 0,2 2 3 16,1-1-12-16,-2-4-1 0,0 0 0 0,-1-7-5 15,2 9 2-15,-2-2-9 0,0-7-4 0,0 0-10 16,1 8-2-16,-1-8-16 0,0 0-10 0,0 0-7 15,0 0-15-15,0 0-13 0,-19-6-2 0,10 1 2 16,-2 1 2-16,-1-1 0 0,-1 0 4 0,4 0 11 16,-2-2 4-16,0 1 2 0,2 2 8 0,-1-1-2 15,2 3 9-15,1-1 2 0,7 3 18 0,-12-6 7 16,9 4 9-16,3 2 2 0,-8-2 12 0,8 2-1 16,0 0 2-16,-7-4-4 0,7 4 8 0,0 0-7 15,0 0 4-15,0 0-1 0,0 0-1 0,32 5-3 16,-11-2-2-16,-1 3-1 0,10 1-1 0,2-3-2 15,5 2-24-15,-2-2-28 0,2 1-31 0,1-2-27 16,-1 1-30-16,-4 0-34 0,1-1-21 0,1 2-119 16,-7-2-329-16,1-3 145 0</inkml:trace>
  <inkml:trace contextRef="#ctx0" brushRef="#br0" timeOffset="88878.24">16056 7524 124 0,'3'-5'185'0,"-3"5"-3"0,5-9-7 0,-5 9-5 15,-2-10-11-15,2 10-14 0,-7-11 2 0,3 8-12 16,4 3-12-16,-13-8-6 0,2 6-1 0,0 2-6 16,-8 1 1-16,0 4-4 0,-3 1 2 0,-6 3 5 15,0 3 6-15,1-1-8 0,3 2-8 0,-2 1 6 16,3-1-20-16,8-3-7 0,0 1-7 0,4 0-9 16,0 4-3-16,3-4-8 0,2 3-4 0,2-2-10 15,3 0 3-15,2 0-4 0,2 1-7 0,4 1-9 16,4-2-30-16,1-1-25 0,1 0-37 0,13 0-37 0,-2-1-29 15,-4-3-14-15,1-1-23 0,7-1 10 16,0 0-11-16,2-1 2 0,-2-3 2 0,1 0 9 16,-7-1 11-16,-2-2 14 0,1-1 14 0,-1 0 16 15,-2 0 18-15,0-5 13 0,-1 2 33 0,-5 1 5 0,2-4 7 16,-3 1 31-16,-1 1 12 0,-3 0 20 16,-1 2 20-16,-1-1 21 0,-5 6 8 0,9-4 8 15,-7 0 2-15,-2 4-9 0,0 0-10 0,0 0-6 16,0 0-6-16,0 0 5 0,0 0 11 0,0 0-4 0,0 0 3 15,0 0 0-15,-14 13-2 0,14-13-6 0,-5 12-3 16,5-7-6-16,0-5-2 0,4 17-5 16,-1-10-6-16,4 3-3 0,5-3-4 0,0 3-7 15,5 0 0-15,-2-1-2 0,4-5-3 0,-1 1-2 0,0-2-2 16,0-2-2-16,-1-1-2 0,-3-1-3 0,-1-4 1 16,-2 2-4-16,-2-1 0 0,0-5-2 0,-1 1 5 15,-2-1 1-15,-2-3-3 0,-3 2-4 16,-2-6 0-16,-2 6 0 0,-3-3-1 0,-2-2-7 0,-5 1-4 15,-6-5-13-15,-4 4-13 0,-6 4-20 0,1 1-21 16,-8 0-25-16,-2 5-34 0,-1 3-42 0,-13 0-36 16,0 3-227-16,15 0-465 0,-17 1 205 0</inkml:trace>
  <inkml:trace contextRef="#ctx0" brushRef="#br0" timeOffset="95121.32">16038 8311 166 0,'0'0'221'0,"0"0"-13"0,0 0-14 15,0 0-17-15,-10-8-12 0,10 8-17 16,0 0-17-16,-13-2-12 0,13 2-10 0,-15 2-11 16,3 1-10-16,2 0-8 0,-3 3-9 0,2-1-5 0,-1 2-4 15,0-1 3-15,-3 5-3 0,-1 1-10 16,-2 5-1-16,3-4 0 0,2 1-8 0,-5 5-2 16,5-3-6-16,2 1 1 0,-2 5-3 0,3-6-7 15,2 0 4-15,3 0-6 0,1 1-11 0,0-1 5 0,4 0 2 16,2-1-5-16,0 2-3 0,5-5 4 0,-2 4-1 15,6-4-1-15,1 3 0 0,2-6 3 0,1 1-2 16,5-2-4-16,0-1 3 0,8-2 4 16,-1-2-5-16,5-3 4 0,0-1 2 0,-2-3 7 0,0-1 1 15,-1-4 4-15,-1-1 9 0,-2-1 1 0,-2-2-1 16,-7 1 1-16,5-5 4 0,-2-2-3 0,-8 3 14 16,1-9-11-16,0 3-8 0,-8 5-6 0,0-9 0 15,-3 7-6-15,-4-6-2 0,-3 0-4 0,-3 8-1 16,-7-5-6-16,-3 2-4 0,-5 5-10 0,-5 0-15 15,-8 5-11-15,-15 2-16 0,-6 5-19 0,-1 4-40 16,-2 7-43-16,-3 4-54 0,5 0-58 0,-2 1-191 16,-1 4-485-16,5-2 214 0</inkml:trace>
  <inkml:trace contextRef="#ctx0" brushRef="#br0" timeOffset="95612.83">14699 8590 146 0,'0'0'212'0,"0"0"-8"16,0 0-18-16,-5-9-5 0,5 9-10 16,0 0-2-16,-4-7-1 0,4 7-4 0,0 0 3 15,-3-6-14-15,3 6-5 0,0 0-8 0,0 0-12 0,0 0-5 16,0 0-13-16,0 0-16 0,7-7-6 0,-7 7-8 16,20-1-8-16,-2 1-6 0,9-2-12 0,4 2-2 15,-1-2-6-15,1 2 6 0,2 2-14 0,-3-2-28 16,-3 0-22-16,-7 0-22 0,-2 3-25 0,0 0-33 15,-4-2-36-15,-2 1-36 0,0-2-34 0,-2 0-35 16,-2 3-151-16,-8-3-416 0,0 0 184 0</inkml:trace>
  <inkml:trace contextRef="#ctx0" brushRef="#br0" timeOffset="95793.95">14937 8401 126 0,'0'0'265'0,"-3"-9"-16"0,3 9-22 15,0 0-22-15,-3-7-24 0,3 7-8 0,0 0 2 16,0 0 0-16,-9 18-11 0,4-6-4 0,2 5-14 16,-3 2-11-16,4 5-18 0,-3 4-6 0,1 0-13 15,3 2-9-15,-3 0-24 0,-1 1-41 0,3 2-45 16,-1-1-59-16,0 2-77 0,-2-4-62 0,-2-2-183 16,-1-2-435-16,-4-2 193 0</inkml:trace>
  <inkml:trace contextRef="#ctx0" brushRef="#br0" timeOffset="96523.7">12942 7837 81 0,'0'0'96'0,"0"0"-9"0,0 0-16 0,0 0-14 15,0 0-25-15,0 0-34 0,0 0-69 0,0 0-76 16,0 0 34-16</inkml:trace>
  <inkml:trace contextRef="#ctx0" brushRef="#br0" timeOffset="97436.81">11288 8329 59 0,'0'0'242'0,"0"0"-20"0,0 0-15 16,0 0-12-16,0 0-17 0,0 0-19 0,0 0-16 16,0 0-13-16,17-12-13 0,-8 10-14 0,1 1-9 15,3 0-9-15,1 2-9 0,2-4-3 0,-2 3-14 16,0-1-23-16,-1 0-34 0,1 1-43 0,-1 2-33 16,0-2-44-16,-2 2-33 0,-4-1-149 15,-7-1-324-15,7 2 144 0</inkml:trace>
  <inkml:trace contextRef="#ctx0" brushRef="#br0" timeOffset="97612.92">11173 8446 123 0,'0'0'186'0,"-6"8"8"0,6-8-5 0,0 0-3 16,0 0-6-16,0 0-13 0,0 0-15 0,0 0-16 15,16 3-11-15,-5-5-12 0,3 5-12 0,1-1-13 16,6 1-7-16,-4-1-23 0,4 1-38 0,-3 0-34 15,1 0-41-15,-1 0-36 0,1-1-33 0,-1 1-40 16,-3-3-112-16,2 1-298 0,1 0 133 0</inkml:trace>
  <inkml:trace contextRef="#ctx0" brushRef="#br0" timeOffset="97957.42">11733 8309 204 0,'0'-8'226'0,"0"8"-14"0,0 0-10 0,-5-9-15 0,5 9-13 16,-9-1-13-16,9 1-5 0,-14 2-9 0,3 4-6 16,-1-1-9-16,1 1-9 0,-5 4-6 15,2-1-15-15,1 4-4 0,-2-2-9 0,4-1-8 16,1 4-9-16,1-5-7 0,2 5-5 0,1-4-6 0,4 1-5 16,-1 0 1-16,3-2-10 0,0 1 2 15,3-3-7-15,3 0-3 0,-2-1 6 0,3-2-10 16,5 2-3-16,-3-4 0 0,0 1 1 0,3-3-10 0,-1 0 9 15,0-2-11-15,2-1 5 0,-1-4-3 0,3-2-1 16,-2-1-2-16,-2 1-1 0,1-4-2 0,-3 1 1 16,0-5-5-16,0 3 8 0,-4 1-10 15,-1-5 1-15,-2 3-3 0,0-1 6 0,-4 1-6 0,0-2-8 16,-3 2-3-16,1 4-5 0,-5-1-7 0,4 4-12 16,-5-1-14-16,2 3-12 0,-1 0-20 0,0 5-22 15,1 1-23-15,8 0-28 0,-17 4-22 0,6 0-27 16,3 2-35-16,-4 2-120 0,4-1-383 0,3 3 169 15</inkml:trace>
  <inkml:trace contextRef="#ctx0" brushRef="#br0" timeOffset="98119.93">11908 8407 131 0,'0'0'227'0,"10"-3"-12"15,-10 3-13-15,0 0-14 0,0 0-17 0,0 0-19 16,-2-9-19-16,2 9-12 0,0 0-32 0,0 0-31 15,0 0-30-15,0 0-43 0,0 0-28 0,0 0-42 16,0 0-28-16,0 0-29 0,-2 20-78 0,2-20-238 16,6 4 105-16</inkml:trace>
  <inkml:trace contextRef="#ctx0" brushRef="#br0" timeOffset="98532.31">12185 8213 53 0,'1'-7'209'0,"1"1"-15"0,-2 6-17 0,0-12-11 0,0 12-13 16,-7-6-16-16,7 6-5 0,-14 0-8 0,3 1-6 16,-7 7 1-16,0 2-12 0,0-2-5 15,-7 5-9-15,8-3-8 0,-5 7-3 0,7-7-9 0,4-1-7 16,1 1-4-16,2 0-11 0,0-1 2 0,3 0-6 16,1-1-6-16,1 0-5 0,3-3-3 0,0-5-4 15,3 14 2-15,1-9-6 0,0 0 1 0,1-1-4 16,5-1-2-16,0-1-3 0,-1-1 2 0,3-2-2 15,-2-1 0-15,3 0-4 0,-3-4-3 0,3 2 2 16,-1-4 0-16,-3-1-5 0,0 3 5 0,0-2-4 16,0-1 0-16,-2-2-1 0,3-1 3 0,-5 1 2 15,2 2 7-15,0 0 3 0,-3 3 4 0,0 0 5 16,-2 0-2-16,-2 6 1 0,3-7-7 0,-3 7-1 16,4-7-4-16,-4 7-7 0,0 0 1 0,0 0-2 15,0 0 1-15,0 0 6 0,3 26 9 0,-8-15-2 16,0 5 5-16,1 0 1 0,0 3-3 0,-3-2 7 15,1 1 0-15,-2 1-7 0,-1 4 1 0,3 3-3 16,0-7 1-16,0 0-7 0,0-1-4 0,0 0 1 16,1-1-15-16,0 1-33 0,-2-2-24 0,0 0-39 15,3-3-39-15,2 2-37 0,0-5-32 0,-3 1-27 16,4-3-198-16,-2-1-464 0,3-7 205 0</inkml:trace>
  <inkml:trace contextRef="#ctx0" brushRef="#br0" timeOffset="98963.76">12331 8358 75 0,'5'-5'184'0,"-5"5"-10"0,5-6-16 16,-5 6-11-16,0 0 1 0,10 0-9 0,-10 0 1 16,9 8-2-16,-6-3 0 0,4 4-9 15,-3 0-13-15,3 1-2 0,-1 1-5 0,-3 0-11 0,4 4-9 16,-5-2-11-16,1 3-5 0,-1-5-7 0,-1 1-5 15,-1-1-8-15,-3-2-9 0,2 4 3 16,-3-5-6-16,-3-1-7 0,0 0-2 0,-2-1-4 0,-1-1-7 16,0-2-4-16,1-2-4 0,-5 0-3 0,3-1-1 15,0-3-4-15,1-1 2 0,2 0-6 16,-1-2-2-16,5 0-3 0,-2-2 3 0,2-2-4 0,4 2-4 16,0-1 2-16,2-3-5 0,5 2 1 0,2-4-1 15,4 1 1-15,0 0 1 0,1 0 0 0,1-2 2 16,0 3-3-16,1-1 0 0,-3-1 5 0,3 3-1 15,-3-4 0-15,1 3 4 0,-7 2 0 0,-1 0 5 16,-1 0 5-16,1 1-2 0,2-1 7 0,-6 0 4 16,-2 3 7-16,4-2-1 0,-4 2 4 0,0 7-5 15,-4-13-4-15,2 7-2 0,2 6-3 0,-6-9 1 16,6 9-3-16,-12-4-2 0,5 2 0 0,7 2-2 0,-17 2-3 16,7-1 6-16,-1 1-7 0,1 3 1 0,0 0-20 15,0 2-17-15,1-1-22 0,2 5-35 16,3-2-27-16,0 0-32 0,2 2-42 0,1 1-170 15,1-2-392-15,3-1 174 0</inkml:trace>
  <inkml:trace contextRef="#ctx0" brushRef="#br0" timeOffset="99416.89">12639 8356 152 0,'0'0'154'0,"0"0"21"0,9 7-1 0,-9-7-11 0,2 10 1 16,1-1 4-16,1 1-10 0,1 1-8 0,1 1-9 16,-2-2-10-16,2 3-3 0,2 0-7 0,-1 1-10 15,-3-4-11-15,2 3-9 0,0-4-4 0,-2 3-9 16,-1-4-10-16,1 0-6 0,0 2-7 0,-2-6-4 16,-1 3-5-16,-1-7-5 0,4 10-6 0,-4-10 3 15,-2 11-9-15,2-11 0 0,-9 4-8 0,-2 0-14 16,1-2-16-16,-3-5-10 0,-5 3-4 0,3-1 0 15,1-1 1-15,0-1 1 0,6 0 0 0,-2-4 1 16,2 0-1-16,3-1 6 0,3 0 4 0,4-5-5 16,-2 1 4-16,4-1 0 0,5-2 2 0,1 1 1 15,1 0 4-15,-1 1-4 0,4-3 1 0,0 5 2 16,-2-4 0-16,1 2 1 0,1 0 2 0,-1-2 0 16,-4 2 3-16,2-1-4 0,0 3 0 0,-2-3 3 15,-5 3 1-15,4 2-1 0,-4-3-1 0,0 1 2 16,-1 1 3-16,-1-1-3 0,0 2 3 0,-2 2-3 15,0 7 0-15,-2-12 0 0,-3 7 0 0,5 5-4 16,-11-6 3-16,2 3-2 0,0 2 0 0,-4 3 0 16,-1 0 1-16,-3 1-2 0,3 1 1 0,0 5-4 0,-2-2-16 15,4 0-23-15,2 1-22 0,1 0-33 0,3 1-29 16,1 1-21-16,1 0-41 0,-2 0-120 0,4 2-338 16,2-12 149-16</inkml:trace>
  <inkml:trace contextRef="#ctx0" brushRef="#br0" timeOffset="99662.01">12976 8295 265 0,'0'0'275'0,"4"-7"-16"0,-4 7-18 0,5-4-17 15,-5 4-26-15,0 0-18 0,0 0-21 0,0 0-8 16,0 0-7-16,11 11 1 0,-7-3-8 0,1 2-8 15,1-1-15-15,0 5-1 0,2 1-15 0,1 1-11 16,-5-1 4-16,6 0-23 0,-1 2-3 0,-1-3-1 16,-1-4-7-16,3 6-6 0,-1-2-30 0,-1-4-28 15,-4 2-32-15,2-1-49 0,0 0-49 0,-1-4-59 16,-1 1-49-16,-2 1-193 0,-2-3-474 0,0-6 210 16</inkml:trace>
  <inkml:trace contextRef="#ctx0" brushRef="#br0" timeOffset="99853.22">13193 8365 76 0,'3'-10'275'0,"-3"2"2"0,0 2-7 0,0 6-17 16,3-12-17-16,-3 12-24 0,0 0-25 0,0 0-17 16,-8-6-10-16,8 6-7 0,-15 12-12 0,-1-1-14 0,-4 4-14 15,-3 6-8-15,-4 0-6 0,3 0-19 0,4-2-26 16,-5 2-35-16,5-1-41 0,-1-1-55 15,3-1-43-15,8-6-61 0,-4 4-64 0,1 0-149 16,-1-6-426-16,5 1 188 0</inkml:trace>
  <inkml:trace contextRef="#ctx0" brushRef="#br0" timeOffset="101232.03">13398 8263 137 0,'0'0'231'0,"2"-8"-3"0,-2 8-13 0,2-7-15 16,-2 7-20-16,0 0-19 0,0 0-18 0,0 0-17 16,0 0-7-16,0 0-4 0,0 0 3 0,0 0-7 15,0 0-5-15,-6 27-3 0,2-12-8 0,1-2-8 16,-1 6-3-16,-1-3-8 0,0 4 1 0,1-1-7 16,0 1-1-16,-1-2-9 0,1-1-4 0,2 3-5 15,-2-1-3-15,0 0-7 0,2-3-2 0,-2 0-4 16,4 1-13-16,0-1-26 0,-2-4-43 0,-1 3-46 15,1 0-54-15,2-6-48 0,-2 3-50 0,2-1-167 16,-4-1-447-16,2-6 198 0</inkml:trace>
  <inkml:trace contextRef="#ctx0" brushRef="#br0" timeOffset="101408.6">13482 8542 1652 0,'4'-9'115'16,"4"1"10"-16,-3-2-38 0,-3 5-10 0,0-1-2 15,-2 6 9-15,5-9 6 0,-4 2 1 0,-1 7-6 0,4-5-1 16,-4 5-8-16,0 0-9 0,0 0-6 0,4-6-8 16,-4 6-15-16,0 0-24 0,0 0-22 0,0 0-26 15,0 0-40-15,0 0-37 0,0 0-48 0,9 18-49 16,-9-10-172-16,0-8-412 0,4 7 182 0</inkml:trace>
  <inkml:trace contextRef="#ctx0" brushRef="#br0" timeOffset="101717.34">13798 8359 175 0,'6'-1'208'0,"1"-1"-9"16,-7 2-7-16,14-1-12 0,-7 4 3 0,1 0 0 16,0 4-8-16,1 0-1 0,-3 3-14 0,0 1-11 15,0 3-7-15,-4 5-5 0,2-3-12 0,-4 3-17 16,-4-4-15-16,-1 1-2 0,0 1-9 0,-3-2-6 15,-3 1-4-15,-3-1-9 0,1-3-5 0,-1 1-1 16,-2-4-3-16,0 2 3 0,1-4-10 0,1 3-3 16,3-7 9-16,3 2-12 0,0-2 2 0,3 1 8 15,5-4-13-15,-12 4-2 0,12-4 8 0,-5 2-13 0,5-2-1 16,0 0-6-16,0 0-5 0,0 0-1 16,0 0-2-16,25 8-2 0,-3-6 3 0,7 2-9 15,7-1-11-15,3 0-15 0,-1-1-34 0,14 2-29 16,-15 0-39-16,1 0-49 0,-4-1-42 0,6-1-45 0,-8 1-221 15,-3 0-515-15,0-2 228 0</inkml:trace>
  <inkml:trace contextRef="#ctx0" brushRef="#br0" timeOffset="102357.26">9849 8209 1599 0,'-5'-6'-1'0,"-1"0"64"0,2 1 2 15,4 5 13-15,-5-9-10 0,2 5 4 0,3 4-12 16,-4-8-6-16,4 8-9 0,0 0-5 0,8-13-9 16,3 9 2-16,5-3-4 0,4 2 0 0,7-1-8 15,5 2 0-15,1 0-6 0,2 1 2 0,-3 2-4 16,-2 1-22-16,1-1-36 0,-9 1-29 0,-3 1-19 15,0 0-31-15,-6 2-26 0,0 0-21 0,-7-2-110 16,-1 2-305-16,-5-3 134 0</inkml:trace>
  <inkml:trace contextRef="#ctx0" brushRef="#br0" timeOffset="102744.61">10043 8159 55 0,'0'0'156'0,"-11"-1"-7"0,11 1 0 0,0 0-8 16,-9 2-9-16,9-2-8 0,0 0-17 0,0 0-8 15,-5 3 5-15,5-3 25 0,-3 14-5 0,1-6-2 0,0 4-7 16,0 5-3-16,1 0-7 0,-1 1-6 16,0 6 1-16,-2 2-9 0,1-8-7 0,-2 10-1 15,4-2-8-15,-3-2-13 0,3-4 1 0,-2-2-6 16,1 3-5-16,0-4-7 0,0 2-3 0,-1 0-6 0,2-4-3 16,0-4-3-16,1-1 1 0,-3-1-7 0,3 1 0 15,0-3-4-15,1 0 1 0,-1-7-12 16,-2 12-6-16,2-12-5 0,-4 9 3 0,4-9-1 15,-7 4-11-15,7-4-2 0,-10 3-2 0,4-1-3 0,-2-1-4 16,8-1-3-16,-15-3 6 0,5 1-1 0,-3 1 0 16,4-2 0-16,0 2 2 0,-2-2 4 0,3 2-2 15,-1-2 3-15,9 3 1 0,-16-2 1 16,9 1-1-16,7 1 1 0,-10-2 0 0,10 2 5 0,0 0-1 16,-12 3-3-16,12-3 1 0,0 0 4 0,0 0 1 15,0 0 0-15,0 0 1 0,0 0 0 0,29 10 1 16,-16-7-2-16,7-2 4 0,1 1-3 0,6 0-10 15,-4 0-27-15,7 1-17 0,2-1-31 0,-2 1-31 16,1-1-41-16,0 0-16 0,-11-1-156 0,8-1-360 16,-6 0 159-16</inkml:trace>
  <inkml:trace contextRef="#ctx0" brushRef="#br0" timeOffset="102954.1">10451 8521 85 0,'-9'-6'182'15,"3"4"1"-15,-6 1 0 0,2 2 0 0,-2 1-6 0,-5 2 9 16,-1 3-14-16,-7 5-3 0,8 0-6 16,0 1-10-16,-1-2-13 0,4 5-9 0,-1-2-14 15,3 2-9-15,6-1-11 0,-1 2-10 0,6-1-5 16,2 1-12-16,4-2-4 0,2 2-4 0,3-2-6 16,5-1-12-16,1-1-26 0,2-1-26 0,6 1-36 15,4-1-40-15,0-3-44 0,3 0-31 0,0-1-29 16,-1-2-197-16,-8-3-415 0,6-2 184 0</inkml:trace>
  <inkml:trace contextRef="#ctx0" brushRef="#br0" timeOffset="107914.32">8655 9424 207 0,'-7'-9'205'0,"-3"3"1"0,2-2-6 15,0 0-2-15,0 2-6 0,5 1-4 0,-4 1-9 16,4 0-9-16,3 4-12 0,-6-7-14 0,6 7-14 15,-5-6-15-15,5 6-7 0,0 0-17 0,0 0-3 16,0 0-8-16,26-7-14 0,-4 7-4 0,12 0-9 16,2-2-5-16,3 1-9 0,0 2-22 0,-1 1-26 15,-3-2-30-15,-5 1-46 0,-9 1-40 0,-2-2-28 16,-6 1-31-16,-2 0-28 0,-3 0-145 0,-8-1-385 16,0 0 170-16</inkml:trace>
  <inkml:trace contextRef="#ctx0" brushRef="#br0" timeOffset="108321.5">8754 9340 169 0,'0'0'173'0,"0"0"-13"16,0 0-8-16,0 0-16 0,0 0-14 0,0 0-6 16,0 0 6-16,0 0 3 0,-7 18 8 0,7-5 2 0,-2 4-8 15,-1 2-10-15,1 6-10 0,-3 1-7 16,-3 1-4-16,2-1-6 0,-1 4-9 0,-1-6-7 15,0 3-8-15,3-2-4 0,1-6-8 0,0 2-4 16,-3 1-5-16,2-2-5 0,0-2-7 0,1-2-1 0,1 0-3 16,-1 0 1-16,0-3-5 0,1 0-3 0,1-1-2 15,-1-1-6-15,2 0-10 0,0-1-8 0,-1-3-10 16,2-7-8-16,-1 14-6 0,-1-11-1 16,2-3 1-16,-3 9 4 0,3-9 1 0,-1 7 8 0,1-7-1 15,0 0-1-15,-8 2 0 0,8-2 3 0,0 0-1 16,-14-8-1-16,6 3 2 0,-1-1 5 0,0 0-2 15,-2-1 1-15,2 1 0 0,0 0 2 0,-1-1 3 16,0 1 2-16,3 1 0 0,2 1 2 0,5 4 0 16,-8-7 6-16,2 4-2 0,6 3-5 0,-5-5 4 15,5 5 0-15,0 0 0 0,0 0 2 0,0 0 0 16,0 0-1-16,28 1-9 0,-9 3-16 0,8-1-12 16,4 1-24-16,2-1-15 0,3 1-31 0,2 0-30 15,13-1-24-15,-12 0-31 0,-4-3-103 0,2 0-316 16,2-3 140-16</inkml:trace>
  <inkml:trace contextRef="#ctx0" brushRef="#br0" timeOffset="108535.08">9167 9731 16 0,'1'-9'193'0,"-1"9"1"0,0-10-1 0,0 10-7 16,0 0-3-16,0-11-17 0,0 11-16 0,0 0-21 15,0 0-10-15,0 0-7 0,0 0-5 0,0 0 6 16,0 0-1-16,-12 28-5 0,7-12-11 0,1 0-11 15,-1 0-6-15,-2-2-8 0,2 2-7 0,0 2-8 16,-1-1 4-16,1 0-14 0,0 1-5 0,1-1-18 16,-1 0-19-16,3-2-20 0,0 1-30 0,1-4-29 15,1-1-24-15,-1-2-28 0,1 0-25 0,-1-2-17 16,1-7-8-16,1 9-131 0,-1-9-332 0,0 0 147 16</inkml:trace>
  <inkml:trace contextRef="#ctx0" brushRef="#br0" timeOffset="108890.9">9169 9765 147 0,'16'-14'155'0,"1"4"-7"0,0 0 8 0,2 2-2 15,-3 0-6-15,3 3-8 0,-2 4-3 0,2-1-8 16,-4 4 2-16,-2-1-6 0,4 6-3 0,-5-1 2 16,-3 0-13-16,2 4-6 0,-3-3-14 15,-3 1-3-15,0 0-10 0,-2 2-2 0,-2 1-6 0,-3-2-5 16,-2 2-6-16,-3-3-5 0,0 3-4 0,-5 0-4 15,5-2-10-15,0-1 1 0,-1 1-7 0,2-1-4 16,0-2-1-16,1-1-10 0,-1 3-7 0,4-2-11 16,-1-1-3-16,3-5 0 0,-4 10-4 0,4-10-3 15,0 10-2-15,0-10 2 0,6 9 1 0,-4-2 0 16,3-3-4-16,2 4 11 0,2-2-5 16,-2 2 1-16,0-2 5 0,0 1-1 0,0-2-3 0,-1 3 3 15,-2-2-1-15,1 2 1 0,-2 0 2 0,-1-3 7 16,0 2 4-16,-2-7 5 0,-4 13 2 0,0-6 2 15,-1-1-4-15,-3-1 1 0,-2 1-3 0,-2-1 3 16,0-1-1-16,0 2-7 0,-5 0-12 0,3-2-23 16,3-2-31-16,-3 0-38 0,-3 0-44 0,3-2-42 15,4 2-205-15,-2-5-420 0,12 3 186 0</inkml:trace>
  <inkml:trace contextRef="#ctx0" brushRef="#br0" timeOffset="109062.77">9867 9845 1 0,'11'1'144'0,"0"-1"-21"0,-4 0-6 0,5 3-23 16,-2-2-38-16,-3 0-30 0,1 3-27 0,-3-1-32 15,-5-3-56-15,0 0-94 0,6 6 42 0</inkml:trace>
  <inkml:trace contextRef="#ctx0" brushRef="#br0" timeOffset="109198.42">9838 9937 106 0,'0'0'142'15,"-4"5"-5"-15,4-5-3 0,0 0 3 0,0 0-8 16,0 0-13-16,7 15-7 0,-3-12-7 0,3 1-17 16,4-3-5-16,2 5-19 0,4-1-28 15,4 0-28-15,12-1-55 0,1 1-64 0,3-1-88 0,14 1-220 16,-11-5 98-16</inkml:trace>
  <inkml:trace contextRef="#ctx0" brushRef="#br0" timeOffset="109815.55">11066 9681 180 0,'0'0'204'0,"0"0"-17"15,0 0-24-15,10-10-22 0,3 6-11 0,5 2-12 16,2-1-11-16,11 1-8 0,0 1-13 0,-1 1-20 0,-2 1-21 15,-6-1-23-15,-3 0-27 0,-7-1-21 0,-1 1-10 16,-1 0-11-16,-2 0 3 0,-8 0-5 0,12-1 5 16,-12 1 5-16,9-4-4 0,-9 4 2 0,0 0 11 15,0 0 14-15,0 0-6 0,0 0 13 0,-18-14 10 16,11 11-2-16,7 3 2 0,-15-1 19 0,7 0-4 16,8 1-7-16,-11 0 16 0,11 0 3 0,-12 4-1 15,12-4 19-15,-8 4 5 0,3 3 3 16,0 2 15-16,2 3 8 0,-4 1 11 0,3 6 1 0,2-2-1 15,-2 2-1-15,0 6-3 0,1-6-4 0,1 1 9 16,-2-4-7-16,3 4-9 0,-3-1-5 0,1 0-3 16,2 0-10-16,-3-1 0 0,0 0-7 0,1 0-6 15,1-3-2-15,-3 1-4 0,3-4-3 0,-3-1-2 16,0-2 1-16,1 0-7 0,0-2-3 0,-1 3-2 16,-2-3-7-16,1-2-4 0,1-1-3 0,-3-1-5 15,2 0 0-15,6-3 1 0,-14 4-1 0,7-4 0 16,7 0-2-16,-11-1 2 0,11 1 2 0,-12-3-1 15,12 3-2-15,-7-6 2 0,7 6-2 0,-6-5 2 16,6 5 0-16,0 0-2 0,-5-4 1 0,5 4 1 16,0 0-4-16,0 0 1 0,0 0-2 0,0 0 3 15,0 0 1-15,30 12-3 0,-14-9-4 0,1 1 5 16,1 2-12-16,2 1-16 0,3-1-27 0,4-1-21 16,2 2-24-16,1 0-17 0,3-3-30 0,0 0-19 15,-2-1-22-15,1 1-143 0,-2-3-358 0,-1-1 158 16</inkml:trace>
  <inkml:trace contextRef="#ctx0" brushRef="#br0" timeOffset="110176.04">11756 10029 133 0,'7'-9'146'0,"-4"-1"2"0,1-3-6 15,-3 3-3-15,-2 0-9 0,-2 2 11 0,-1-1-5 16,-3 2 2-16,3 0-9 0,-5 3-6 0,-1 1-6 16,0 3 0-16,-8 3-4 0,-1 5 2 0,-1 0-8 15,3 2-5-15,-1 0-6 0,-4 6-6 0,0 0-6 16,9-3-10-16,1 0-7 0,1 1-4 0,4 1-5 15,2-5-7-15,2 6-4 0,2-4-8 0,1 0 2 16,1-2-6-16,4 0-2 0,0-3-3 0,5 3-3 16,-1-4-3-16,0 0-4 0,3-1 0 0,-1 1-4 15,-2-3 0-15,-1 0-7 0,-1-1 0 0,1 0 0 16,-8-2-1-16,8 1-2 0,-8-1-3 0,0 0-3 16,9-5 0-16,-9 5-1 0,0 0 0 0,0 0-4 15,0 0 1-15,0 0 4 0,-31-6-2 0,22 8 1 16,-5-1-1-16,3 3 3 0,-2 0 5 0,1 1 2 15,-1 1 3-15,-3 1 5 0,1 2 3 0,0-1-2 16,2 2 6-16,2-1-6 0,4 0 1 0,-1 0-4 16,3 2 1-16,1-2 1 0,3 3 0 0,1-2-3 15,1 0-2-15,3 0-3 0,4-1-11 0,6 3-24 16,0-3-19-16,2-1-35 0,4-1-40 0,0 0-43 0,9-4-56 16,-2 4-231-16,5-6-488 0,-5-2 217 15</inkml:trace>
  <inkml:trace contextRef="#ctx0" brushRef="#br0" timeOffset="110361.89">12222 10101 225 0,'0'0'231'0,"0"0"-9"0,8-4-16 15,-8 4-21-15,9-1-14 0,-9 1-19 0,18 3-12 16,-7-2-16-16,5 2-10 0,5 1-15 15,-2-1-28-15,2 0-49 0,8-3-62 0,-1 1-54 0,1-1-54 16,-10 0-132-16,0-1-304 0,-5-1 135 0</inkml:trace>
  <inkml:trace contextRef="#ctx0" brushRef="#br0" timeOffset="110539.9">12659 9854 128 0,'0'0'214'0,"3"-9"-13"0,3 6-21 16,-6 3-14-16,14-5-8 0,-6 3-16 0,4-1-13 16,4 2-15-16,2 2-9 0,0-1-12 0,2 1-9 15,0 1-18-15,0 2-29 0,-6-4-43 0,-1 1-45 16,-2-1-39-16,1 2-34 0,-6-4-134 0,-6 2-279 16,9-1 123-16</inkml:trace>
  <inkml:trace contextRef="#ctx0" brushRef="#br0" timeOffset="110941.16">12814 9810 146 0,'0'0'164'16,"0"0"-10"-16,0 0-10 0,0 0-3 0,0 0-9 15,0 0 6-15,-6 8 5 0,6-8 0 0,0 9 3 16,0 3-5-16,0-1 4 0,-2 7 1 0,1 0 2 16,-1 1-12-16,0 0-14 0,-7 6-7 0,6-2-6 15,-3 2-9-15,1-5-9 0,3-1-11 0,0 0-5 16,-2-1-6-16,2 0-7 0,1 0-8 0,-2 0-4 0,3-1-6 15,0-3 2-15,-2-1-7 0,2-1-7 0,2-1-4 16,-2-1-1-16,-2-3-1 0,2-7-3 16,-2 15-3-16,2-8-1 0,0-7-2 0,-2 12 0 15,2-7-2-15,0-5 6 0,-5 8-17 0,5-8-2 0,-4 6 3 16,4-6-7-16,-8 4-3 0,8-4 0 0,-12 0 1 16,12 0-1-16,-11-3 0 0,11 3-1 0,-9-3-1 15,9 3 6-15,-10-5-2 0,4 1 3 16,6 4-4-16,-7-4 1 0,3-2 3 0,4 6-3 0,-7-4 3 15,7 4 1-15,0 0 4 0,-9-6-3 0,9 6 2 16,-4-4 1-16,4 4 0 0,0 0 2 0,0 0-2 16,0 0 1-16,0 0-1 0,0 0 1 0,0 0-1 15,0 0 2-15,0 0-2 0,24 7 0 0,-5-3-2 16,2 1-11-16,6-1-29 0,3-2-29 0,1 2-35 16,1-1-39-16,1-3-28 0,3-1-30 0,1 3-21 15,-4-1-17-15,3 1-153 0,-4 1-420 0,3-3 186 16</inkml:trace>
  <inkml:trace contextRef="#ctx0" brushRef="#br0" timeOffset="111164.67">13385 10207 120 0,'0'0'217'16,"-2"-10"-5"-16,2 10 0 0,-10-9-4 0,2 4-6 16,-5 2-3-16,-6 1-4 0,-2 4-4 0,-6 1 1 15,1 5-5-15,-1 0-1 0,-2 4 1 0,2 0-6 16,2 0-15-16,10-1-14 0,-3 2-14 0,7 0-6 15,-1 3-14-15,3 0-7 0,5-2-10 0,4-3-10 16,4 6-11-16,3-1-4 0,5 0 0 0,9 2-14 16,2-4-8-16,8-1-12 0,1 1-35 0,-1-4-36 0,1-2-31 15,-1-2-29-15,-4 1-41 0,-8-2-45 0,-2-1-51 16,3-3-46-16,-2 2-247 0,-4-2-563 16,-3 0 249-16</inkml:trace>
  <inkml:trace contextRef="#ctx0" brushRef="#br0" timeOffset="111746.43">8524 10747 1965 0,'-15'-7'49'0,"3"0"51"15,2 0-27-15,-2 1-24 0,3 1-5 0,3 1-7 16,1 2-3-16,5 2-1 0,-10-5 0 0,10 5 3 16,0 0 1-16,0 0 9 0,0 0 7 0,57 13 2 15,4-9 3-15,44 8-1 0,17-3-3 0,18-2 2 16,14 0-1-16,19 1-6 0,16 1-4 0,4 3-1 15,7-1-4-15,6 0-2 0,3 0-1 0,10 3 1 16,2 4 12-16,11 0 0 0,4 2-10 0,4 4 0 16,-6-3 11-16,-2 6-3 0,-6-1 8 0,-11-2 17 15,-15-1-3-15,-14 0 6 0,-15-4 15 0,-16-3-14 16,-16 0 16-16,-20-4 0 0,-13-2 6 0,-41-3-2 16,-4 0-5-16,-8 0-10 0,-16-4 0 0,-6 1-8 15,-9-2-7-15,-4-1-5 0,-7 1-3 0,1-2-7 16,-5 2-5-16,1-2-7 0,-8 0 1 0,0 0-8 0,5 3-32 15,-5-3-57-15,0 0-31 0,0 0-65 0,-45-3-63 16,9 3-80-16,-16-2-97 0,-10-3-251 16,-33-6-696-16,3-5 309 0</inkml:trace>
  <inkml:trace contextRef="#ctx0" brushRef="#br0" timeOffset="112715.65">1830 11342 167 0,'-5'-12'228'0,"-3"3"-18"0,0 2-21 0,-1 1-18 15,2 2-13-15,7 4-14 0,-23 5-12 0,8 3-15 16,-4 5-7-16,-3 8-9 0,-2 6-4 0,-6 14-6 16,-1 5-1-16,4-1-7 0,2 7-3 0,4-6-10 15,11-1-7-15,-3-1-7 0,3-13-4 0,6 1-26 16,0-1 4-16,9-1-3 0,2-5-1 0,-4 0-3 16,4-7 1-16,1-2-2 0,3 0 2 0,3-2-3 15,5-4 0-15,-1-2 2 0,10-4-2 0,0-2 4 16,4-2-5-16,-1-3-3 0,2-7 3 0,1 0-7 15,1-7 4-15,-3-1-1 0,9-14-4 0,-5 0 0 16,0-5-1-16,-3-1-1 0,-4-3 0 0,-3-4-4 16,-3 1 0-16,-6-3 2 0,0-2 0 0,-3 1-6 15,-3 1 3-15,-5 1-1 0,-7 12 2 0,-3-13 0 16,-5 15-1-16,-1 0-5 0,-8 1 6 0,0 5 0 16,-6 4-3-16,-4 1-4 0,-3 4 1 0,-4 6-1 15,1 3 0-15,-4 7-5 0,-12 7 4 0,13 3-1 16,-14 9 2-16,6 5-1 0,-1 5-1 0,9 2 11 15,10-7-12-15,4 4-1 0,8 3 4 0,3-2-8 0,6 0 6 16,10 3 2-16,6-2 1 0,10 0-1 16,18 10-2-16,1-4 5 0,3-1-5 0,10-2 3 15,0-2 1-15,1-1-4 0,-5-2 1 0,-4 2 2 16,-14-6 1-16,-1-1-1 0,-3 1-1 0,-3 3-2 16,-3-1 0-16,-6 0 0 0,-1 1 1 0,-1-2-3 0,-5 1-12 15,-1-1-19-15,-2 1-16 0,-2-5-34 16,-2 4-38-16,1-6-53 0,-2 0-56 0,-2-4-128 15,-1-2-392-15,-1-3 174 0</inkml:trace>
  <inkml:trace contextRef="#ctx0" brushRef="#br0" timeOffset="112869.2">2529 11891 3232 0,'23'-16'55'15,"-8"3"-9"-15,-2 6-32 0,-6 0-12 0,1 0 5 16,1 1-1-16,-4 2-4 0,0-1 0 0,0 3-2 0,-5 2-5 15,7-6-33-15,-7 6-49 0,0 0-38 16,0 0-34-16,0 0-51 0,6 15-247 0,-7-5-496 16,-3-2 220-16</inkml:trace>
  <inkml:trace contextRef="#ctx0" brushRef="#br0" timeOffset="133246.24">4940 11336 129 0,'-16'-6'144'0,"16"6"4"16,-11-3-6-16,11 3 4 0,-12-1-5 0,12 1 6 15,-11-1 7-15,11 1-7 0,-7-3-2 0,7 3-6 16,0 0-7-16,0 0-9 0,-10-1 2 0,10 1-14 16,0 0-9-16,0 0-13 0,0 0-5 0,0 0-12 15,0 0-9-15,19-8-5 0,0 5-5 0,9-2-5 16,4 1-4-16,4 1-10 0,-1-1-3 0,3 2-8 15,-4 1-21-15,-1 0-30 0,-3 2-36 0,-9 0-44 16,-3 1-44-16,-2 0-26 0,-5 0-27 0,1 1-136 16,-7-1-368-16,-5-2 163 0</inkml:trace>
  <inkml:trace contextRef="#ctx0" brushRef="#br0" timeOffset="133491.47">4913 11292 143 0,'-10'-1'203'0,"10"1"-25"16,0 0-13-16,0 0-17 0,-11 6-11 0,7 0 9 15,0 4 5-15,-4 5 1 0,1 3-7 0,-2 12 1 0,-5 4-6 16,-2 11-11-16,0-2-13 0,3-9-9 0,-2 9-10 16,4-10-11-16,2-1-7 0,-1 0-11 15,3-4-3-15,0 2-5 0,-1-2-6 0,2-3-7 16,0-1-6-16,2-4-19 0,0-1-32 0,3-6-38 0,-2-1-23 15,3-1-31-15,-1 1-34 0,1-6-19 0,0-6-21 16,0 11-20-16,0-11-127 0,0 0-347 0,0 0 153 16</inkml:trace>
  <inkml:trace contextRef="#ctx0" brushRef="#br0" timeOffset="133917.46">4649 11639 95 0,'0'0'139'0,"0"0"-14"0,0 0-2 0,20-3 3 16,-3 4-13-16,3 1-10 0,14-1-4 0,0 4-10 16,6-3 0-16,15-2-6 0,0 3-5 0,2-3-5 15,-2 4-2-15,-5-5-5 0,1 2-3 16,-15-1-11-16,0-1-3 0,-6 2-5 0,-2-1-7 0,-6 0-1 16,-9 0-5-16,-3 1 1 0,3-1-3 0,-4-1 5 15,-9 1 4-15,11-1-1 0,-11 1 6 0,8 0 1 16,-8 0-4-16,0 0 2 0,0 0-6 0,0 0-4 15,0 0-6-15,0 0 3 0,-20 9-3 0,8-3 2 16,-1 1 0-16,-3 0 0 0,-1 3 0 0,-1-1-2 16,2 3 0-16,-1-1-4 0,2 1-3 0,3 1-2 15,-1-2-3-15,4 2 3 0,3-3-4 0,2 2 3 16,3 0-2-16,0-2-3 0,2-1 1 0,4 1-1 16,3 0 2-16,-1-2-3 0,5 0 0 0,-1-3-2 15,7 1-1-15,0-2 1 0,3 0-3 0,-1-3 1 16,2 1-5-16,-1-2 6 0,1 0-4 0,-3-2 0 15,-1-1 0-15,-5-1 0 0,0 1-2 0,-4-2 3 16,0-2-2-16,-2-2-1 0,-2 3-4 0,-1-4-9 16,-2-1-19-16,-2 1-17 0,-4 1-7 0,-3-2-16 15,-3-2-14-15,0 3-26 0,0 3 4 0,-6-2-20 16,1 5-6-16,-2-1-16 0,0 4-13 0,-1 2-106 16,-3 0-289-16,6 5 128 0</inkml:trace>
  <inkml:trace contextRef="#ctx0" brushRef="#br0" timeOffset="134267.76">5566 11986 95 0,'17'-11'141'0,"1"1"2"0,-3-1-3 0,-2-2 8 15,-3 0-4-15,1-1-6 0,-4 0-14 0,-2 1-18 16,-2-2 6-16,-3-2-7 0,-1 1-11 0,-2 0 6 15,-2 0-10-15,1-1-2 0,-1 5-5 0,-1-4 3 16,-3 3-5-16,3 1-2 0,-1 3-11 0,1-2-2 16,0 5-2-16,4 0-8 0,2 6-8 0,-8-8-3 15,7 3-10-15,1 5-1 0,0 0-5 0,0 0-2 16,0 0-6-16,17-9-1 0,-2 8-1 0,2 2-2 16,3 1-5-16,9-1 2 0,2 1-4 0,-2 4-1 15,-1-5-3-15,-7 4 2 0,-2 0-4 0,1 3 4 16,-4-3-5-16,-3 3 1 0,-3-1-4 0,0 1 3 0,-1 2-1 15,0-1 0-15,-4 0 1 0,-1 4-1 0,-3-1-1 16,2 1 0-16,-4-1 0 0,-3 2-5 0,0 2-31 16,-1-2-38-16,-3 2-43 0,0-1-39 15,1-2-46-15,-1 1-159 0,3-5-389 0,-1 1 173 0</inkml:trace>
  <inkml:trace contextRef="#ctx0" brushRef="#br0" timeOffset="134671.26">7018 11705 13 0,'-1'-8'233'16,"-3"-1"-16"-16,0 1-16 0,-6 3-11 0,0 1-16 15,-2 2-7-15,-5 5-14 0,-4 3-6 0,-7 6-7 16,-1 2-11-16,2 1-7 0,-3 3-11 0,2 2-11 15,4 1-14-15,1-1-6 0,4 1-6 0,5-5-8 16,5-2-3-16,1 0-11 0,4-2 0 0,2-2-9 16,2 1-1-16,5 0-4 0,0-3-3 0,1 0-3 15,3-1-2-15,3-2-5 0,-1-1 1 0,6-2-6 16,3-3-2-16,-1 0-1 0,1-5 0 0,0 0-2 16,7-3-2-16,-8 2-5 0,-1-3 9 0,1 0-7 15,-3 0-1-15,-1-2-1 0,-2 1 2 0,-1-4-3 16,-1 3-1-16,-1-4 1 0,-4 6 1 0,2 0-1 15,-3 0 1-15,0 1-4 0,-2 2-2 0,-1 3-2 16,-2 4-2-16,5-8-2 0,-5 8 1 0,0 0-2 16,0 0 2-16,0 0-1 0,4 19 3 0,-6-6-1 15,-1 5 3-15,1-2-10 0,0 9-22 0,1-5-25 0,2 6-43 16,-1 1-47-16,2-8-43 0,-1-1-49 16,0-1-140-16,7-1-408 0,-5-4 182 0</inkml:trace>
  <inkml:trace contextRef="#ctx0" brushRef="#br0" timeOffset="134952.74">7664 11646 183 0,'4'-18'216'0,"1"4"-3"16,-3 3-6-16,1 2-12 0,-1 0-16 15,0 3-15-15,-2 6-21 0,0 0-16 0,1-7-12 0,-1 7-2 16,0 0 0-16,4 20-2 0,-6-2 3 0,0 8-1 16,-1 5-11-16,1 1-9 0,-1 2-8 0,1 0-9 15,-2 0-7-15,-1-2-3 0,1 0-10 0,-1 0-1 16,-2-3-7-16,4 0-8 0,-1-2-6 0,0 0 1 16,0-1-20-16,1-7-32 0,-2 0-25 0,-2-1-35 15,0-1-48-15,3-1-39 0,1-4-31 0,-1-4-43 16,-3 2-133-16,2-5-401 0,5-5 177 0</inkml:trace>
  <inkml:trace contextRef="#ctx0" brushRef="#br0" timeOffset="135200.44">7749 11537 127 0,'13'-11'157'0,"4"-1"-12"16,-2 5-7-16,2 1-5 0,-1 2-2 0,0 4-7 15,2 4-4-15,-1 2-7 0,0 1-14 0,0 3-3 16,-2 3-8-16,-1 1-5 0,1 8-10 0,-7-5-6 16,-3 2 3-16,-1 5 1 0,-4-3-9 0,-3-2-3 15,-7 5-7-15,0 1-4 0,-4-4-1 0,-5 0-1 16,-4-2-2-16,0-1-6 0,-3-2-3 0,-2-1-7 0,4-1-6 16,5-5-26-16,-6 1-24 0,5 0-29 15,5-3-42-15,2-4-38 0,2 2-36 0,-2-1-130 16,5-2-329-16,1-1 145 0</inkml:trace>
  <inkml:trace contextRef="#ctx0" brushRef="#br0" timeOffset="135423.78">8151 11714 114 0,'3'-3'202'0,"-3"3"-15"0,6-4-18 0,-6 4-13 16,0 0-13-16,0 0 6 0,0 0 8 0,0 0 2 15,5 15-5-15,-8-5-14 0,1 1-8 0,-2 0-16 16,0 7-2-16,0-2-16 0,-1 3-8 0,1-2-10 16,-1 0-8-16,0 1-7 0,1-2-5 0,0 1-4 15,0 0-7-15,-1-1-23 0,2-1-25 0,0 0-25 16,0-4-29-16,2-1-47 0,-2-1-43 0,2-2-39 16,-1-1-183-16,2-6-395 0,-8 9 175 0</inkml:trace>
  <inkml:trace contextRef="#ctx0" brushRef="#br0" timeOffset="135613.24">8120 11727 37 0,'0'0'156'0,"17"1"-12"0,-3 1-11 15,-2 0-7-15,9 1-7 0,-3-1-16 0,3 1-11 16,9 3-9-16,-3-2-10 0,1 0-6 0,1 1-21 15,-8 0-30-15,6 0-29 0,-6-2-35 0,-2 2-22 16,-2-1-29-16,-4 0-63 0,-3-2-174 0,-1 0 78 16</inkml:trace>
  <inkml:trace contextRef="#ctx0" brushRef="#br0" timeOffset="135807.81">8510 11685 120 0,'0'0'167'16,"-1"-13"7"-16,1 13-1 0,1-11-12 0,-1 11-13 15,0 0-19-15,-1-7-13 0,1 7-5 0,0 0 2 16,0 0 6-16,0 0 0 0,1 40-5 0,-4-21-7 16,2 0-5-16,-2 8-12 0,0-1-8 0,-1 0-12 15,-3-2-3-15,2-4-7 0,1-2 2 0,3 1-13 16,-3-2-9-16,2 0-14 0,-2 0-34 0,4-4-40 16,-1 2-42-16,1-4-42 0,-2-1-43 0,2-2-170 15,-1 0-373-15,1-8 165 0</inkml:trace>
  <inkml:trace contextRef="#ctx0" brushRef="#br0" timeOffset="136039.2">8756 11750 164 0,'3'-7'221'16,"-2"3"-14"-16,-1 4-20 0,4-7-23 0,-4 7-11 0,0 0 2 15,0 0 2-15,0 0-4 0,-5 30-2 16,0-11-2-16,1 5-15 0,-1 2-11 0,-2 2-7 15,1-1-11-15,0-2-12 0,1 0-11 0,2-6 2 0,-2 1-17 16,1-1-7-16,1-2-3 0,2 2-2 0,1-2-8 16,-2-5-17-16,0 0-30 0,2-1-34 15,-2 0-28-15,1 0-35 0,-1-4-34 0,2-7-36 0,-1 11-20 16,1-11-31-16,-4 4-119 0,4-4-364 16,0 0 162-16</inkml:trace>
  <inkml:trace contextRef="#ctx0" brushRef="#br0" timeOffset="136256.34">8914 11640 91 0,'19'-8'156'0,"0"2"-4"16,-2 1-6-16,0 3-6 0,-4 2 2 0,1 2-5 16,-2 3-3-16,-2 1-5 0,0 4-5 0,-5 1-4 15,0 0-3-15,-2 3-5 0,-3 2-6 0,-3 1-1 16,-4-1-7-16,-3 0-7 0,-5 5-12 15,-2 0-5-15,-3-2-8 0,-3 0-5 0,-1-2-12 0,-5-2-20 16,-1 1-27-16,1-2-33 0,0-1-49 0,4-2-45 16,5-2-54-16,-1-1-163 0,6-1-369 0,-3-1 165 15</inkml:trace>
  <inkml:trace contextRef="#ctx0" brushRef="#br0" timeOffset="136593.62">10134 11688 67 0,'-4'-17'236'16,"3"0"-19"-16,-2 2-5 0,2 3-7 0,-2 3-5 15,0-1-2-15,3 3-10 0,0 7-12 0,-4-11-21 16,4 11-16-16,-1-8-18 0,1 8-14 0,0 0-10 16,0 0-6-16,0 0-5 0,-9 29-2 0,5-10 9 15,1 9-12-15,-1 4-13 0,2 0-5 0,-2 4-7 16,-2-3-3-16,4 0-8 0,-3 2-3 0,3-4-5 16,-3 0-2-16,-2 1-7 0,3-7 4 0,-4 5-11 15,1-3-4-15,2 0-16 0,-2-2-25 0,-3-1-38 16,1-6-33-16,-1-1-43 0,1-3-61 0,-2 1-21 15,-2-3-200-15,2-4-453 0,-2-2 202 0</inkml:trace>
  <inkml:trace contextRef="#ctx0" brushRef="#br0" timeOffset="137223.17">10002 11827 94 0,'27'6'162'0,"0"1"-6"0,0 1-6 16,1 3-8-16,-2-1-1 0,-2 3-8 16,0 3-8-16,-6-5-7 0,-3 2-15 0,1 1-6 15,-1 1-5-15,-2-3-6 0,-2 3-10 0,0-3-9 0,-5-2-9 16,-1 1 0-16,-2-1-7 0,-2 1-6 0,-2-4-5 16,-2 0 4-16,-3 0-3 0,-1-1-9 15,-3 0 6-15,-3-2-3 0,2 0-1 0,-2-1 0 0,0-2 2 16,2-1-1-16,1 0-2 0,-1-1-2 0,5-2-2 15,6 3-2-15,-15-4-7 0,9 0-3 0,3 1 0 16,3 3-10-16,-2-10-1 0,2 10-13 0,12-19-3 16,2 7-3-16,3 0-4 0,8-3-5 0,3 1-1 15,2 0-4-15,3 1-4 0,-1-1 0 0,4-2 3 16,-3 6 4-16,0-2-1 0,0 1 6 0,-1 0-1 16,-4 3-2-16,-2-1 9 0,-7 0 2 0,-4 2 3 15,-2 4 6-15,-1-1 4 0,-3 0 11 0,-3 1 8 16,-1 1-2-16,-5 2 0 0,9-3-1 0,-9 3-3 15,0 0-1-15,0 0 5 0,0 0 1 0,0 0 12 16,0 0 1-16,-19 27 3 0,6-14 0 0,2 1-4 16,-5-4-2-16,5 4-1 0,-2-1-5 0,3-1 1 15,2-3-9-15,2 2 6 0,-1-3-3 0,4 2-1 16,0-2-4-16,0 2 0 0,3-1-6 0,0-9 6 16,3 14-2-16,0-9-4 0,3-1 3 0,3-1-2 0,0 0-3 15,2 0-1-15,2-3-7 0,-1 0 0 16,3-1-1-16,-4-3-1 0,1-1-1 0,1-1 1 15,-2-1-4-15,1 0 4 0,-1-5 1 0,-3 2 3 16,-2-4-4-16,2 2 2 0,-3-2-4 0,1-2 3 0,0-2 2 16,-3 3-1-16,-1 4-1 0,0-1 7 0,-2 4 3 15,4 2 3-15,-4 6 2 0,2-9-8 16,-2 9-2-16,2-7 1 0,-2 7-6 0,0 0 6 16,0 0 0-16,0 0 0 0,-5 27-5 0,2-16 4 15,2 4 1-15,-2 0-2 0,2 3 1 0,2-1-8 0,-1-2-25 16,0 3-33-16,2-2-30 0,-1 2-35 0,3-3-30 15,-2 0-35-15,-2-2-155 0,0-2-378 0,0 0 168 16</inkml:trace>
  <inkml:trace contextRef="#ctx0" brushRef="#br0" timeOffset="137533.76">10805 12050 143 0,'4'-11'158'0,"1"-1"-4"0,1-2-10 0,2-1 1 15,0-2-3-15,-1 2-5 0,2 2-13 0,4-4-9 16,3-6-3-16,0 8-11 0,-1 2-6 0,2 3-10 16,0-2-6-16,0 4-7 0,3 1-6 0,-4 2-6 15,2 5-5-15,-5 0-7 0,0 3-2 0,-2 0-4 16,0 4-5-16,0 2-4 0,-5 1-3 0,-2 1-1 16,0 6-1-16,-4 0 4 0,0 2-3 0,-1-4-3 15,-2 2 2-15,-2-2-5 0,1-3-1 0,3 1 1 16,-4-5-6-16,4 3-4 0,1-1 4 0,-2-4-1 15,2-6-3-15,9 12-2 0,-4-8 2 0,7 0-3 0,2-2 1 16,6-2-7-16,1-2-13 0,0 0-5 16,6-4-23-16,-1 0-21 0,-7 3-24 0,0-3-12 15,-3-1-15-15,1-1-11 0,0 1-14 0,-5-1-15 16,-1-4-18-16,-2 5-103 0,-1-1-291 0,-2 0 129 0</inkml:trace>
  <inkml:trace contextRef="#ctx0" brushRef="#br0" timeOffset="138316.15">11294 12108 190 0,'11'-7'183'0,"0"0"-13"0,7-2-7 0,-2-3-11 15,-1 1-13-15,-1-1-10 0,2 2-11 0,2 0 0 16,-5-3-5-16,-2-1-12 0,1-1-13 0,3 0-7 15,-4-1-4-15,0 0-5 0,-2 1-6 0,3-2-13 16,-5 0-3-16,0-2 1 0,1 5-9 0,-2-4 0 16,-2 3 1-16,-4 2-7 0,2 3-5 0,-2 0 3 15,0 2-1-15,0 0-5 0,0 8-4 0,-2-9-1 16,2 9-9-16,0 0 1 0,0 0 0 0,0 0-6 16,0 0 4-16,0 0-2 0,-16 14-4 0,14-5 2 15,-1 1-1-15,3 6-1 0,-2 0 0 0,0-3 0 16,4 3-3-16,-2 0 5 0,2 2-3 0,2-1 1 15,-1-2 3-15,-1 2-2 0,2-1 1 0,-3-1 1 16,3-1-2-16,-3-3 2 0,-1 1 0 0,0-1-3 16,2-2-2-16,-4 1 2 0,1-1-3 0,0-2 1 15,1-7-2-15,-8 12 3 0,4-6-3 0,-1-1 5 16,-3 0-5-16,0-2 0 0,1 1 1 0,-1-2-4 16,8-2-1-16,-14 0 3 0,14 0-1 0,-11 0 0 15,11 0-5-15,-6-3-1 0,6 3-6 0,0 0-2 16,0 0-4-16,12-18 3 0,1 11-1 0,1-4 0 0,4 0-1 15,0 1 3-15,8 0-1 0,0-3-3 0,0 0 4 16,1 1 4-16,-3-1-3 0,0 2 1 16,-6 1 3-16,9-1 6 0,-9 0-5 0,0 1 4 15,-7 3 0-15,-1 0 3 0,1 0 0 0,-2 2 3 0,-2 0 3 16,-3 1 4-16,-4 4 0 0,9-5 4 0,-9 5-6 16,4-4-3-16,-4 4-1 0,0 0-9 15,0 0 10-15,0 0 0 0,0 0-3 0,-22 22 4 0,15-14-2 16,-2 3 1-16,2-2-1 0,0 0 9 0,3-1-5 15,0 0-3-15,0 0 2 0,3-3-3 0,1 4 0 16,1-1 0-16,3-1 4 0,2-3-2 0,1 2 2 16,2-1-3-16,2-1 1 0,3 0 1 0,-3-3-5 15,6-1 0-15,-3 0 5 0,5-1-2 0,-2-4-3 16,0 1 4-16,0-2-3 0,-1 0 1 0,-1-1-2 16,-3 0 3-16,-1 0-5 0,0-6 3 0,-1 5 0 15,-4-1-1-15,3 0 2 0,-3-1-2 0,2-1 1 16,-1 1-3-16,-1-1 0 0,-2 3 3 0,0-1-3 15,2 1 3-15,-4 5-6 0,-2 3 2 0,3-7-4 16,-3 7 2-16,0 0-3 0,0 0 3 0,0 0-2 0,0 0 5 16,-1 26-3-16,-3-16 3 0,-2 2 0 15,2 4 2-15,-3 1-4 0,2-2 1 0,0 2 3 16,0 0 0-16,0-2-2 0,1 1-3 0,-1 0-8 16,1-5-23-16,0 1-37 0,-1-1-43 0,4 0-24 0,-2 0-43 15,-2-4-179-15,0-2-389 0,1 0 172 16</inkml:trace>
  <inkml:trace contextRef="#ctx0" brushRef="#br0" timeOffset="138481.34">11752 11692 142 0,'0'0'124'0,"0"0"-24"0,0 0-29 15,0 0-48-15,24 8-43 0,-10 3-54 0,2-4-79 16,4 1 35-16</inkml:trace>
  <inkml:trace contextRef="#ctx0" brushRef="#br0" timeOffset="138719.46">12299 11678 160 0,'6'-11'205'0,"0"2"-13"0,-3 4 11 15,1-1-15-15,-4 6-19 0,6-7-14 0,-6 7-12 16,0 0-7-16,0 0 14 0,12 16 4 0,-11 1-13 16,7 7-3-16,-8 7-3 0,2 0-6 0,-4 0-13 15,0 2-11-15,-1-2-9 0,0 1-7 0,-1-1-9 16,-1-2-9-16,2 1-2 0,-4-3-12 0,1 0-2 16,3-8-5-16,-1 0 2 0,-1 0-14 0,3-2-14 0,-1 0-23 15,-1 1-27-15,2-7-39 0,-2-1-34 16,1 1-34-16,-2-3-45 0,3-3-26 0,-1 0-27 15,-3 0-164-15,-3-3-427 0,9-2 190 0</inkml:trace>
  <inkml:trace contextRef="#ctx0" brushRef="#br0" timeOffset="139067.93">12234 11956 56 0,'14'-3'150'0,"4"-5"-3"0,1 3-4 0,1 4-1 0,-3-3-6 15,1 2-13-15,0 2-6 0,-2 3-7 16,1 0-7-16,-3-1-8 0,-1 3-12 0,-3 2-3 0,-1-1-7 16,0 0-4-16,-3 4 0 0,2-2-1 15,-2 0-5-15,-2 1-8 0,1 2-4 0,-1-4-1 16,-1 1-3-16,-1 1 1 0,3 1 0 0,-3-2-2 0,3 1 2 16,1-3 7-16,1-1 0 0,4 1 3 0,0-2-2 15,0 0 0-15,7-1-3 0,-2-2 3 0,2-1-9 16,-5-2 0-16,8 0-6 0,-3-2 1 0,-2-2-3 15,-1 0 2-15,-1-3-3 0,-3 2 0 0,0 2 1 16,-2-4 0-16,-2 0-3 0,0-1-3 0,-2-1 0 16,-1-1 4-16,-2 0-14 0,0 1-3 0,-2-1-1 15,-2 2-3-15,0-3-9 0,-3 2-4 0,-2 3-21 16,0 0-16-16,-3 2-18 0,1 2-17 0,-3 4-19 16,-6 3-24-16,-2 1-31 0,4 2-32 0,-1 2-23 15,0 2-31-15,0-1-127 0,3 4-383 0,7-2 169 16</inkml:trace>
  <inkml:trace contextRef="#ctx0" brushRef="#br0" timeOffset="139445.79">12705 12185 145 0,'13'0'198'0,"-2"0"8"0,5-3-7 0,-3 2-4 0,-1-5-5 16,-1 3-9-16,-1-1-12 0,2-2-6 0,-1 2-13 15,0-1-12-15,-1-2 0 0,0 1-21 16,1-3-8-16,-1 1-11 0,1-5-8 0,-4 3-3 15,5-5-4-15,-4 1-11 0,1-2-2 0,0 0-13 0,-4 0-4 16,-1 0-3-16,-2-1-4 0,-2 5-4 16,0-2 16-16,0-1-13 0,-4 3-7 0,2 0-3 15,0 2 4-15,0 3 0 0,1-1-6 0,-1 2-3 16,2 6-7-16,-5-10 0 0,5 10-1 0,-2-9-3 16,2 9-1-16,0 0 6 0,0 0-12 0,0-8 0 15,0 8-1-15,9-2-5 0,-9 2 2 0,13-2-5 16,0 4 0-16,4 1 11 0,3 0-8 0,-2 1 4 0,0-2-6 15,-5 3-1-15,1-2-2 0,-3 2-4 0,0 1 2 16,-1-1-3-16,-4 2 0 0,3 2 4 0,-5-1-1 16,0 3-3-16,0-2 2 0,-2 2 9 0,-2 1-10 15,2 0 0-15,-4 2 0 0,2 3 4 0,-4-5 0 16,-2 4-3-16,2-2 1 0,-1 1-1 0,1-4-5 16,0 5-32-16,-1-6-30 0,-2 0-41 0,0 5-52 15,3-4-35-15,2-3-34 0,0-1-227 0,-1-1-496 16,3 1 219-16</inkml:trace>
  <inkml:trace contextRef="#ctx0" brushRef="#br0" timeOffset="139597.6">13310 12221 180 0,'9'1'200'16,"1"2"-4"-16,-1 0 6 0,-1 1 2 0,-2 1 6 16,-2 1-7-16,-4 0-8 0,2 3-14 0,-2 1-18 15,-2 2-16-15,-2 0-13 0,-2 3-14 0,2 0-11 16,-3-4-19-16,1 5-48 0,-4-3-62 0,-1 2-74 0,3-5-88 15,-9 1-198-15,2-2-412 0,-3-2 182 16</inkml:trace>
  <inkml:trace contextRef="#ctx0" brushRef="#br0" timeOffset="143510.23">14755 11714 110 0,'-4'-1'210'15,"4"1"-19"-15,-5-6-24 0,5 6-15 0,0 0-14 16,0 0-14-16,22-6-11 0,-4 5-12 0,3 2-8 15,8-1-14-15,2 4-6 0,0-2-8 0,1 2-11 16,-1-1-24-16,-3 1-30 0,-1 1-31 0,-9-1-32 16,-1-1-26-16,-5 0-35 0,-2 3-109 0,-2-2-251 15,-6-1 112-15</inkml:trace>
  <inkml:trace contextRef="#ctx0" brushRef="#br0" timeOffset="143871.31">14911 11758 138 0,'0'0'152'0,"-4"10"8"0,4-10 9 16,0 15-10-16,1-4-10 0,-2 2 4 0,2 6-5 15,-1-2-2-15,0 7-10 0,-2-4-11 0,3 6-3 0,-1-2-11 16,0 1-11-16,0-6-6 0,-1 0-6 0,1 0-10 16,-1-1-9-16,-3 2-5 0,4-2-6 15,-2-3-5-15,0 3-4 0,-1-3-7 0,-2 1-3 16,3-5-3-16,0-1-7 0,1-1 2 0,-1 0-5 0,-1-2-5 15,0-1-1-15,-1 1-11 0,-1-2-1 16,1 0-9-16,-3-2-4 0,-2 0-12 0,0 1 3 16,-1-2-2-16,0-1 4 0,-1-1-3 0,-1 0 5 15,1 0-2-15,11 0 5 0,-15-2-2 0,5 1 4 16,5-2-2-16,5 3 3 0,-13-4-2 0,4 2 1 0,9 2 2 16,-6-2 4-16,6 2 2 0,0 0 2 0,-7-6-2 15,7 6-1-15,0 0-3 0,0 0 0 0,27-9 1 16,-10 8-1-16,4-1-1 0,8 0-17 0,-1 0-12 15,1 1-26-15,0-1-23 0,-2 1-24 0,3-2-21 16,-10 3-17-16,1-1-8 0,-2 1-13 0,-1-2-133 16,-4 0-319-16,-2 0 141 0</inkml:trace>
  <inkml:trace contextRef="#ctx0" brushRef="#br0" timeOffset="144062.51">15215 12079 98 0,'0'0'155'0,"0"-10"6"16,0 10 5-16,3-7-4 0,-3 7-5 0,0 0-13 15,-2-10-12-15,2 10-15 0,0 0-6 0,0 0 6 16,0 0 13-16,0 0-5 0,0 0-1 0,-5 36-6 0,4-24-12 16,-3 0-11-16,-2 5-7 0,3 0-12 15,-1 8-3-15,1-9-7 0,-3 1 0 0,3 0-16 16,-1-1-15-16,2 1-27 0,0 0-25 0,2-6-36 16,-1 1-33-16,-2-1-33 0,3-2-34 0,0 1-32 15,-4-1-160-15,2-2-373 0,2-7 165 0</inkml:trace>
  <inkml:trace contextRef="#ctx0" brushRef="#br0" timeOffset="144429.37">15238 12098 65 0,'9'-5'182'0,"3"-2"-7"0,-1 3-1 15,-1 1-10-15,2 2-7 0,-1 1 1 0,0 4-8 16,0 1-5-16,1 1-2 0,-2-1-18 0,0 4-6 15,-2-2-13-15,1 2-7 0,-4 1-9 0,1 0-5 16,-2 1-8-16,-3 0-8 0,-1 2-4 0,-2-1 0 16,-2-1-10-16,-4 5-6 0,3-6-5 0,0 0-4 15,-3 2-6-15,3-4-6 0,-4 0-11 0,4-1-10 16,1-1-7-16,2-1-6 0,-3 2-9 0,3-2-5 16,0 1-2-16,2-6-4 0,-4 10 6 0,4-10 3 15,5 7 4-15,-5-7-1 0,8 10-2 0,-3-6 3 16,0 0 1-16,0-1 2 0,2 1-1 0,0-1 4 15,-3 1-3-15,2 0 5 0,0 2-4 0,-3-2 5 16,-3-4 5-16,5 11 7 0,-2-7 5 0,-3-4 5 16,-1 11-1-16,1-11 3 0,-7 11-1 0,1-4-4 15,-3 0-1-15,0 0-1 0,-1-2-4 0,0 0-9 0,-1 2-15 16,-1-3-26-16,1-1-22 0,2 0-34 0,1-1-28 16,8-2-36-16,-13 3-186 0,2-3-377 15,11 0 167-15</inkml:trace>
  <inkml:trace contextRef="#ctx0" brushRef="#br0" timeOffset="144737.87">15813 12203 83 0,'13'-2'187'0,"-3"1"-13"0,2-1-18 0,-5 0-19 16,-7 2-12-16,15 2-13 0,-8 1-5 0,-7-3-17 0,9 3-9 15,-5 2-22-15,-4-5-15 0,2 8-14 0,-2-8-14 16,2 9-10-16,-2-9-5 0,-2 10-7 0,2-10-7 16,-3 7 0-16,3-7 6 0,-6 8-3 0,6-8-4 15,-10 6 3-15,8-2 19 0,2-4-2 0,-8 5-4 16,2 0 6-16,6-5-3 0,-7 5 9 0,7-5 4 16,-9 5 3-16,9-5 6 0,-5 5-4 0,5-5 4 15,0 0 1-15,-4 5 2 0,4-5 0 0,0 0 2 16,0 0-2-16,0 0-9 0,18 7 7 0,-8-7-9 15,1 2 3-15,1-1-15 0,3-2-26 0,5 0-45 16,8 1-50-16,-7 0-144 0,-1-1-278 0,0 1 123 16</inkml:trace>
  <inkml:trace contextRef="#ctx0" brushRef="#br0" timeOffset="145359.13">16664 11932 225 0,'2'-9'230'0,"-1"3"-7"0,-1-2 1 0,0 8-6 16,1-12-10-16,-1 12-22 0,2-8-18 0,-2 8-20 16,0 0-13-16,0 0-16 0,1-7-13 0,-1 7-13 15,0 0-5-15,0 0-6 0,-4 27-7 0,1-15-10 16,3 0 0-16,-1 5-6 0,1 1-11 15,1 0-3-15,1-1-1 0,2-2-6 0,-1 0-4 0,2-2 0 16,2 3-1-16,-3-5-4 0,3 3-4 0,0-3-1 16,2-4 1-16,-2 0-4 0,1-1-3 0,1 0-2 15,4-3 5-15,-4 0-3 0,-2-2 1 16,5-1-4-16,-12 0-2 0,13-5-1 0,-6 0 0 0,3-2 0 16,-3 0-4-16,2-2-1 0,-3 1 1 0,1-3-2 15,-1 4 3-15,0-3-3 0,3-3 3 0,-1 4-1 16,-6-3 3-16,4 2 0 0,-1 3 3 0,-4-1 6 15,2 2 2-15,-3 6 1 0,5-9-7 0,-5 9-4 16,2-6-1-16,-2 6-5 0,0 0 0 0,0 0-1 16,0 0-1-16,2 21 9 0,-4-10 2 0,1 7-4 15,-3 0 5-15,0-2 1 0,-1 1-4 0,1 1 1 16,-1-1-1-16,1 1 0 0,-2 0 4 0,4 0-6 16,-2-3 5-16,0 1-4 0,1-4 2 0,3-1-5 15,-2 2 0-15,0-1-4 0,0-1 12 0,-2 0-24 16,-1-3-28-16,1 2-27 0,2-2-17 0,-4 1-33 15,4-3-39-15,-2 1-36 0,4-7-36 0,-3 9-26 16,3-9-189-16,-2 9-474 0,2-9 210 0</inkml:trace>
  <inkml:trace contextRef="#ctx0" brushRef="#br0" timeOffset="145641.78">17071 12073 8 0,'2'-4'189'0,"0"-1"-15"15,-2 5-13-15,5-7-17 0,-5 7-11 16,0 0-8-16,0 0-18 0,0 0 0 0,0 0 5 0,9 12-1 16,-7-2-10-16,1 2-2 0,1 1-5 0,2 5-2 15,2-4-12-15,-1 0 2 0,4 4-2 0,0-1-4 16,3 5-6-16,-2-9-4 0,-1 2-4 0,1-3 1 16,-1 2-6-16,-5-4-5 0,1 0-7 0,-1-1-1 15,0 0-5-15,-3 0-1 0,1-1-3 0,-3-2-8 16,-1-6 2-16,-1 11 0 0,-4-4-4 0,-3-1 0 15,-1-2-1-15,-5 1-6 0,-2 2-9 0,-1-4-14 16,0 1-27-16,-2-4-15 0,1 2-24 0,-1-4-31 16,1 1-24-16,3-5-36 0,-2-1-22 0,6 2-25 15,-6-4-107-15,3-2-342 0,1 2 152 0</inkml:trace>
  <inkml:trace contextRef="#ctx0" brushRef="#br0" timeOffset="145793.54">17186 11966 120 0,'18'-4'116'16,"-6"1"-10"-16,8 3-11 0,-4 0-6 0,3 2-12 15,-2 0-10-15,5 1-15 0,-2 2-12 0,-1-1-25 16,3-1-24-16,5 1-25 0,-5 1-37 0,-3 2-40 16,0-4-119-16,-2 3 52 0</inkml:trace>
  <inkml:trace contextRef="#ctx0" brushRef="#br0" timeOffset="146397.6">17544 12364 200 0,'0'0'251'15,"11"-17"-13"-15,-7 13-14 0,1-2-12 0,0-1-11 16,3-2-13-16,0-1-15 0,1-1-13 0,-1 3-16 16,1-6-4-16,-1 2-13 0,2 1-6 15,2-5-15-15,-5 2-6 0,2 0-8 0,0-1-6 0,-4 3-12 16,3-4-7-16,1 1-4 0,0-2-8 0,-4-1-8 15,3 3 2-15,-2-1-6 0,1 2-7 0,-1 3-2 16,-4 2-5-16,2-1 1 0,-2 4-4 0,1 1 0 16,-3 5-5-16,3-9 6 0,-3 9-14 0,3-5-4 15,-3 5 0-15,0 0-8 0,0 0 5 0,0 0-3 16,0 0 6-16,-7 27-6 0,5-15 2 16,-4 3 4-16,3 1-4 0,0 0 0 0,1-1 1 0,0 2-4 15,0-2 4-15,3-1-2 0,0-4-2 0,3 1 1 16,0 1-2-16,0-3 7 0,1-2-2 0,4-2 3 15,-3 1 1-15,6-1-1 0,-1-2-6 0,2-3 5 16,-1 2-1-16,0-4-3 0,1 1-1 0,-3-3 0 16,3 1 4-16,-3-3 0 0,-1-2 0 0,-1 0-2 15,2 1-1-15,-2-3 1 0,0 2-2 0,-2-3 7 16,1 0-1-16,-3-1-3 0,0 1 2 0,0 1 2 16,0-1 0-16,0 2 1 0,-3 2 5 0,4 1 8 0,-5 6-13 15,3-8-3-15,-3 8-6 0,1-6-1 16,-1 6-4-16,0 0 1 0,0 0 4 0,0 0-5 15,-10 19 2-15,7-7 3 0,-2-1 2 0,1 1-3 16,-1 2 0-16,0 4 2 0,2-8-4 0,-2 8-11 0,2 0-30 16,-1-3-34-16,1 3-39 0,3-2-49 0,-4-1-43 15,6-5-35-15,-1 2-237 0,0-3-518 0,2-1 229 16</inkml:trace>
  <inkml:trace contextRef="#ctx0" brushRef="#br0" timeOffset="146799.37">18115 12282 136 0,'0'0'188'15,"0"0"6"-15,0 0-3 0,0 19-10 0,0-19 5 16,-5 13-13-16,4-5-10 0,-2 0-11 0,0-2 0 16,2 1-21-16,1-7-12 0,-3 12 0 0,3-12-7 15,-1 9-1-15,1-9 2 0,-1 7 8 0,1-7 20 16,0 0-13-16,0 0-16 0,0 0-3 0,0 0-13 15,0 0-9-15,0 0-8 0,10-24-7 0,-5 13-5 16,-2-1-1-16,2 2-6 0,1-6 1 0,-1 0-11 16,1-1-3-16,0 1-3 0,1-3-4 0,4-6-6 15,0 2-6-15,-3 4-4 0,9-4 2 0,-2 2-7 16,0-2 4-16,2 3-4 0,-4 6-4 0,-2 1 0 0,2-1-4 16,-5 6 1-16,1 0-5 0,-2 2-4 15,0 2 4-15,0 3-1 0,-7 1-5 0,12 1 2 16,-8 4-2-16,3 2 1 0,-2 2-2 0,-1 2 15 15,1 6-13-15,-1-2 1 0,-1 1 12 0,0 2-7 16,-1-2 6-16,-1 4-5 0,4-1 0 0,-3-2-6 0,0 2 3 16,-1-6 1-16,1 6 1 0,-1-2-3 15,0 0 5-15,2 1-8 0,-2-2-25 0,0-3-29 16,-1-1-40-16,2 0-43 0,-2-1-47 0,-2-2-60 0,2 1-43 16,-2 0-242-16,-2-4-572 0,-1 1 254 15</inkml:trace>
  <inkml:trace contextRef="#ctx0" brushRef="#br0" timeOffset="146969.6">18114 12294 202 0,'-5'-5'226'0,"5"5"-3"0,0 0-7 16,0 0-8-16,0-11-16 0,0 11-18 0,0 0-16 15,14-3-11-15,-3 4-18 0,1 1-14 0,8-2-12 16,-2 0-32-16,4 0-50 0,1 0-67 0,5 0-76 15,-8 0-215-15,2-3-363 0,6-1 161 0</inkml:trace>
  <inkml:trace contextRef="#ctx0" brushRef="#br0" timeOffset="148823.73">19263 11978 111 0,'0'0'133'0,"0"0"-9"0,0 0-1 0,0 0-9 15,0 0-3-15,0 0-4 0,0 0-5 16,0 0-10-16,0 0-6 0,0 0-4 0,-20-7 2 0,20 7 1 16,0 0 2-16,-9-6-2 0,9 6 2 0,-6-2 3 15,6 2-5-15,0 0-1 0,-8-5 0 0,8 5-4 16,0 0 4-16,0 0-1 0,-6-2-3 0,6 2-4 15,0 0-5-15,0 0-1 0,0 0-13 0,0 0-7 16,0 0-3-16,0 0-5 0,25 0-7 0,-6 0-2 16,1 0 1-16,9 3-8 0,2 1-2 0,3-4-3 15,1 2-2-15,0 1-1 0,-2-2-6 0,-1 2-13 16,-3 0-21-16,-7-2-24 0,-1 1-24 0,-4 1-18 16,-3-2-33-16,-2 0-8 0,-2-1-20 0,-3 0-7 15,-7 0-4-15,12 0-18 0,-12 0-122 0,0 0-325 16,9-3 144-16</inkml:trace>
  <inkml:trace contextRef="#ctx0" brushRef="#br0" timeOffset="149237.17">19545 11945 52 0,'0'0'124'0,"0"0"-13"0,-13 0 3 16,13 0 15-16,0 0-17 0,-4 8 8 0,3-2 4 15,-1 4 6-15,0-1 0 0,-2 7-9 0,1 1-3 16,-1-1-5-16,0 0-12 0,1 3 1 0,2-4-4 15,-3 3-3-15,2 0-7 0,0-1-8 0,-1 1-11 0,-1-1-1 16,2 0-4-16,1-1-7 0,0 0-5 16,-2 0-3-16,2-5-5 0,1 1-7 0,-1-2-4 0,-2-1-1 15,2-3-5-15,-1 5-1 0,2-11 0 0,-3 11-4 16,3-3 0-16,0-8-3 0,-5 11-3 16,1-7-1-16,0 3 1 0,4-7-8 0,-9 6-1 0,0-3-8 15,3-1-6-15,-3-2-6 0,0 2-4 0,1 0 1 16,-1-1-2-16,-1-1-1 0,10 0 0 0,-19-3-1 15,11 3 0-15,-1 0 3 0,0-7-2 0,3 6 3 16,-1-2 0-16,7 3 4 0,-11-4 1 0,11 4 1 16,-9-4 1-16,9 4 4 0,-6-2-6 0,6 2 9 15,0 0-4-15,0 0 2 0,-7-4 1 0,7 4 1 16,0 0-1-16,0 0 0 0,0 0 0 0,0 0-1 16,0 0 5-16,0 0-1 0,0 0 1 0,30 8-1 15,-17-6 2-15,-2 0 4 0,3 0-5 0,4 2 1 16,1-1 1-16,2-1-5 0,-3 2-11 0,1 0-18 15,0-3-41-15,-1 1-32 0,2-1-20 0,-2 0-35 16,1-1-18-16,0 1-124 0,-6 1-324 0,1-4 144 0</inkml:trace>
  <inkml:trace contextRef="#ctx0" brushRef="#br0" timeOffset="149489.99">19824 12255 129 0,'0'0'189'0,"-7"-9"-7"0,7 9-7 16,-7-3-11-16,7 3 0 0,-18 0-2 0,4 2-5 0,2 3-11 16,-4 2-9-16,0-2 1 0,-3 4-9 0,4 0 0 15,-2 2-10-15,4 1-5 0,-1-1-9 0,4-2-11 16,2 5-7-16,-1-4-5 0,4 1-9 0,3 0-2 16,-1-1-3-16,2 1-1 0,2 0-13 0,2-1-6 15,2 1-3-15,4-2-7 0,-2 1-4 0,4-2-11 16,4 1-21-16,0-2-27 0,2 3-29 0,1-4-33 15,0-2-33-15,-2 0-28 0,3-1-21 0,1 0-28 16,-4-2-28-16,-3-1-125 0,-1-1-380 0,-1 0 169 16</inkml:trace>
  <inkml:trace contextRef="#ctx0" brushRef="#br0" timeOffset="149666.71">20147 12264 34 0,'6'-2'163'16,"7"-2"-11"-16,-5 3-12 0,2 0-7 0,8 1-12 16,-7 1-14-16,7 0-20 0,-1 3-3 0,-4-2-23 15,-2 0-26-15,-11-2-30 0,15 5-29 0,-8-3-24 16,-1 1-26-16,-3 1-13 0,-3-4-62 0,-1 11-160 16,1-11 71-16</inkml:trace>
  <inkml:trace contextRef="#ctx0" brushRef="#br0" timeOffset="149792.01">20151 12396 3 0,'0'0'123'0,"0"0"-1"0,0 0-13 0,0 0-12 0,0 0-5 15,0 0-13-15,25 7-11 0,-14-6-6 0,1-2-36 16,2-1-49-16,3 1-49 0,-4-1-43 0,5-1-124 16,-2 1 56-16</inkml:trace>
  <inkml:trace contextRef="#ctx0" brushRef="#br0" timeOffset="150141.31">20686 12160 127 0,'0'0'142'0,"0"0"-3"0,0 0-13 0,0 0-6 15,0 0-1-15,7 11 11 0,-7-11-2 0,-2 11-6 0,2-4-3 16,0 2-17-16,-1 1-11 0,2 0-5 0,1 0-7 15,0-1-7-15,1 3-6 0,1-2-4 16,1-1-5-16,1 3-4 0,2 2-1 0,-2-3 2 16,1 0-6-16,0-1 1 0,2 0-6 0,-1 0-3 0,3 2-3 15,-2-4-3-15,2 4-2 0,-4-2 3 0,2 0-6 16,-3-1-2-16,1-2-3 0,1 1-3 0,-5-4-2 16,1 1-4-16,-1 1 0 0,-3-6-3 0,4 7 1 15,-4-7 1-15,0 9 6 0,0-9 5 0,-8 6-3 16,-2-3-5-16,-1-3 1 0,-2 1 3 0,-4 1-6 15,0-2-3-15,1 0-11 0,-2 0-13 0,1-2-14 16,-1-1-23-16,0 1-15 0,7-1-26 0,-1-1-25 16,0-1-10-16,3 0-16 0,-2-1-8 0,3-2-19 15,1 0-127-15,1 0-318 0,-1 1 141 0</inkml:trace>
  <inkml:trace contextRef="#ctx0" brushRef="#br0" timeOffset="150281.41">20674 12221 51 0,'10'-10'93'0,"-3"3"13"0,1 1 0 15,1 0 2-15,0-1 2 0,0 3-3 0,0 0-4 16,1-1 5-16,-1 1-9 0,1 1-9 0,3 3-5 16,0-3-1-16,0 3-14 0,4 0-6 0,4 0-6 15,-4 1-19-15,0 3-32 0,3-3-45 0,-1 3-53 16,-1-1-136-16,-6 0-245 0,5 1 109 0</inkml:trace>
  <inkml:trace contextRef="#ctx0" brushRef="#br0" timeOffset="150462.87">21038 12330 44 0,'0'0'206'15,"0"0"0"-15,0 0-8 0,0 0-9 0,0 0-8 16,2 10-16-16,-2-10-15 0,4 5-14 16,-4-5-14-16,5 7-13 0,-5-7-22 0,7 5-32 0,-5 0-45 15,-2-5-46-15,5 6-55 0,-5-6-24 0,7 7-41 16,-5-5-88-16,-2-2-263 0,8 1 116 15</inkml:trace>
  <inkml:trace contextRef="#ctx0" brushRef="#br0" timeOffset="150900.81">21312 12186 60 0,'4'-5'200'0,"-1"-1"-1"0,0 2-15 0,-3 4-14 15,6-6-18-15,-6 6-12 0,0 0-19 0,0 0-1 16,0 0 1-16,0 0 6 0,0 0-1 0,0 0-6 15,-6 30 0-15,0-20-6 0,2 6-3 0,1-4-10 16,-1 2-10-16,1-2-8 0,2 1 0 0,2 0-10 16,0-1-2-16,2 0-10 0,2-2-2 0,4 4-6 15,-1-4-5-15,1-1-1 0,1-1-9 0,4 1-2 16,-2-2-2-16,3 0-6 0,-1-3-2 0,4-2-1 16,-5 0-5-16,3-3-2 0,2 0 0 0,0-2-6 15,-6 0 0-15,-1-1 2 0,0-2-4 0,0-1-4 16,-1-1 5-16,1 0-6 0,0-5 0 0,-4 4-1 15,2-2-2-15,0-2 2 0,-1 3-1 0,2-4-2 16,-6 3 10-16,1 3-9 0,-2-2 0 0,0 4 4 0,1 0-3 16,-1 2 5-16,-3 4 0 0,3-10-2 15,-3 10-5-15,3-6 2 0,-3 6-1 0,0 0 8 16,0 0 4-16,0 0 10 0,0 0 16 0,0 26-12 16,-1-15 5-16,1 1 4 0,-2 0-1 0,0 0 7 15,0 3 0-15,-1 0-6 0,2 0 4 0,-3-2-2 16,1 3-8-16,2-4 0 0,0 0 0 0,1 1-2 15,-2-2-1-15,1 1-8 0,0-1 3 0,-2 0-3 16,3-1-19-16,-1 0-20 0,-1-1-29 0,2-9-23 16,-2 13-20-16,2-5-34 0,0-8-38 0,0 10-41 0,0-10-29 15,-1 9-12-15,1-9-27 0,0 0-147 0,3 5-451 16,-3-5 199-16</inkml:trace>
  <inkml:trace contextRef="#ctx0" brushRef="#br0" timeOffset="151176.87">21890 12318 38 0,'4'-4'178'16,"-4"4"-7"-16,5-5-16 0,-5 5-12 0,5-4-11 15,-5 4 5-15,0 0-8 0,0 0-4 0,0 0 8 16,13 11 2-16,-11-5-2 0,1 2-11 0,2 1-4 16,-1-1-7-16,1 2 1 0,3 1-8 0,-2 0-8 15,6 3-3-15,-3 0-5 0,1-6-10 0,1 4-4 16,1 0-7-16,1-1-2 0,-6 1-9 0,0-3-6 15,2-1-7-15,-3-1 2 0,-1 2-7 0,0-3-4 16,-1 2-6-16,0-4 7 0,1 1-12 0,-5-5-3 16,3 4-7-16,-3-4 0 0,0 0-11 0,-11 8-14 15,11-8-26-15,-15 2-23 0,2-4-28 0,3 2-34 16,-3-4-21-16,-1 1-39 0,1-2-7 0,-4-2-30 16,1 0-127-16,0-1-375 0,1-1 167 0</inkml:trace>
  <inkml:trace contextRef="#ctx0" brushRef="#br0" timeOffset="151303.23">21966 12266 136 0,'20'-8'119'0,"5"0"-5"0,2-1 1 15,-1 4-17-15,1 1-3 0,2 0-18 0,-1 2 1 16,2 1-15-16,-1 1-5 0,-2 0-31 0,-7 0-24 0,1 0-43 16,-2 3-36-16,-6 1-69 0,-1 1-157 0,-1-2 71 15</inkml:trace>
  <inkml:trace contextRef="#ctx0" brushRef="#br0" timeOffset="151887.44">22353 12429 115 0,'1'7'200'15,"-1"-7"-7"-15,0 0-4 0,-1 12 2 0,1-12-3 16,-2 10 0-16,2-10-19 0,-1 9-13 0,1-9-17 15,-1 8-14-15,1-8-10 0,-3 6-5 0,3-6-3 16,-1 6-7-16,1-6-2 0,0 0-4 0,0 0-4 16,-4 8 9-16,4-8-7 0,0 0 12 0,0 0-1 15,0 0-6-15,0 0-6 0,0 0-4 0,0 0-3 16,0 0-7-16,0 0-7 0,-5-23-6 0,5 23-5 16,0-16-9-16,3 6 3 0,-2 1-13 0,5-2-2 15,-2 0-4-15,3 1 1 0,-1-1-8 0,3-4 7 16,2 2-10-16,1-3 0 0,1 3-4 0,1-1-3 15,2 0-3-15,-2 2 5 0,-1 1-5 0,-1 3-3 16,-2 2 0-16,1 0-3 0,-3 1-8 0,0 3 4 16,3 4-2-16,1 0 0 0,-5 6-2 0,3-3-1 15,0 5 6-15,-4-1-4 0,2 7 0 0,-1-3 1 16,-3-2-7-16,1 6 7 0,-2-7-2 0,-1 3 10 16,0-1-16-16,-1-1 4 0,-1 1 4 0,0-5-5 15,1 0-1-15,-1-7 4 0,2 11 0 0,-2-11-3 16,-2 8 9-16,2-8-1 0,0 0 0 0,0 8 2 0,0-8 1 15,0 0 3-15,0 0-3 0,0 0 1 0,0 0-2 16,0 0 0-16,0 0-1 0,-5-25 7 16,5 25-7-16,3-15 1 0,1 7-5 0,1-1-1 15,2 0-2-15,5-5 4 0,1 2-5 0,2 0 2 0,-1 1 1 16,4 3 0-16,-1-1 2 0,-1 4-9 0,-2-2 5 16,0 3-2-16,-1-1 15 0,-4 2-17 0,2 2-4 15,-3 1 4-15,-8 0 5 0,12 3 0 16,-2 1-2-16,-5 3-6 0,-1-1 6 0,0 2 1 0,-3 0 0 15,0 2-5-15,1-1 2 0,-4 1 0 0,1 2-2 16,0-2-18-16,-3 0-29 0,1 0-22 0,1-1-49 16,-4 2-53-16,-1-3-47 0,2-1-35 15,-2 1-275-15,5-3-578 0,2-5 256 0</inkml:trace>
  <inkml:trace contextRef="#ctx0" brushRef="#br0" timeOffset="152333.29">23048 12414 192 0,'8'-3'196'0,"-8"3"-2"0,0 0-7 0,0 0-6 15,0 0-2-15,0 0-6 0,0 19 16 0,-3-10-13 16,-1 0-13-16,2 1-4 0,-2 0-14 0,0 1-4 16,2-3-10-16,-1 3-11 0,2-4-10 0,-1 1-7 15,2-8-12-15,-1 10-7 0,1-10 3 0,-4 7 15 16,4-7 5-16,-1 7 16 0,1-7 22 0,0 0-19 15,0 0-7-15,0 0-15 0,0 0-11 0,0 0-10 16,0 0-5-16,2-26-12 0,0 16-8 0,-1-1-9 16,2 0 0-16,-1-3-8 0,2-1 4 0,1 5-11 0,2-7 1 15,0 1-6-15,2 0-3 0,0 0-6 0,4 0 5 16,-3 0-11-16,5-9 3 0,0 4 3 16,-4 5-4-16,2 0-4 0,-2 6 6 0,-3-1-11 15,0 4 16-15,-1 0-23 0,-2 2 4 0,1 0-2 0,-6 5-10 16,7-5 4-16,-7 5 2 0,10 7-7 0,-7-1 12 15,2 3-6-15,-1 5 4 0,-1 1 8 16,-1 4-5-16,-1-4-8 0,-1 4 5 0,0-2 1 16,0 1 2-16,0-1-6 0,0 1 10 0,0 1 0 0,0-1 18 15,2 0-16-15,-1 0-3 0,3-1-2 0,-3-2-2 16,1-4 2-16,0 1 8 0,0-2-13 16,0 2-15-16,0-4-39 0,1 2-26 0,-2-3-33 0,-1 2-32 15,1-3-37-15,-1-6-37 0,0 0-47 0,-2 11-26 16,2-11-21-16,-8 1-203 0,8-1-557 0,-14-4 248 15</inkml:trace>
  <inkml:trace contextRef="#ctx0" brushRef="#br0" timeOffset="152489.9">23031 12427 81 0,'0'0'223'16,"-5"-5"-12"-16,5 5-8 0,0 0-4 0,0 0-18 15,0 0-10-15,14-12-17 0,-3 10-15 0,6 2-16 16,5 0-10-16,5 0-10 0,1 3-19 0,-1-4-52 15,1 1-53-15,0 0-69 0,-6-2-55 0,-4 1-149 16,2-1-318-16,-2-2 141 0</inkml:trace>
  <inkml:trace contextRef="#ctx0" brushRef="#br0" timeOffset="157371.47">7322 12732 51 0,'0'-15'135'0,"-1"5"-20"0,1 3 32 16,0 7-1-16,-2-14-8 0,0 4-14 0,2 3-4 0,0 7 8 15,0-15-5-15,0 8 0 0,0 7-4 0,0-12-3 16,0 12-9-16,0-8-5 0,0 8-4 16,0 0-10-16,0-10-2 0,0 10-11 0,0 0-6 15,0 0-6-15,0 0-5 0,0 0-8 0,0-10-5 16,0 10-5-16,0 0-3 0,0 0-1 0,0 0-5 0,0 0-6 15,0 0-5-15,0 0 6 0,0 0-7 0,0 0-4 16,0 0-2-16,0 0 0 0,0 0 0 16,0 0-8-16,0 0 7 0,0 0-7 0,0 0 2 0,0 0-1 15,0 0-1-15,3-7 0 0,-3 7-3 0,0 0 0 16,0 0 0-16,0 0 0 0,0 0 1 0,0 0 2 16,0 0-4-16,0 0 1 0,0 0 0 15,0 0 0-15,0 0-3 0,0 0-1 0,0 0 7 0,0 0-8 16,0 0 5-16,0 0 1 0,0 0 1 0,0 0-3 15,0 0-2-15,0 0 3 0,0 0 2 0,0 0-5 16,0 0 0-16,0 0 8 0,0 0-7 16,0 0 0-16,0 0 3 0,0 0-4 0,0 0 1 0,0 0 1 15,0 0 4-15,0 0-4 0,0 0 2 0,0 0-4 16,0 0 2-16,0 0-1 0,0 0 2 0,0 0-1 16,0 0 1-16,0 0-2 0,0 0 2 0,0 0-1 15,0 0-3-15,0 0 4 0,0 0-1 0,0 0-1 16,0 0 0-16,0 0-4 0,0 0 7 0,0 0-6 15,0 0 4-15,0 0 1 0,0 0-1 0,0 0-1 16,0 0-1-16,0 0 1 0,0 0 0 0,0 0-4 16,0 0 5-16,0 0-4 0,0 0 1 0,0 0-1 0,0 0 0 15,0 0 4-15,0 0 1 0,0 0-2 16,0 0 0-16,0 0 1 0,0 0-1 0,0 0 0 16,0 0 1-16,0 0-2 0,0 0 0 0,0 0 1 15,0 0 0-15,0 0 0 0,0 0-6 0,0 0 6 0,0 0-3 16,0 0 4-16,0 0 3 0,0 0-6 15,0 0 3-15,0 0 1 0,0 0-1 0,0 0 1 16,0 0-1-16,0 0 0 0,0 0 0 0,0 0 5 16,0 0-6-16,0 0 2 0,0 0-3 0,0 0 3 0,0 0-1 15,0 0 0-15,0 0 2 0,0 0-1 0,0 0-3 16,0 0 4-16,0 0-1 0,0 0 2 0,0 0 0 16,0 0-2-16,0 0 4 0,0 0-4 15,0 0-1-15,0 0-1 0,0 0 4 0,0 0-2 0,0 0-2 16,0 0 1-16,0 0 2 0,0 0-1 15,0 0 1-15,0 0-2 0,0 0 0 0,0 0-1 0,0 0 3 16,0 0-4-16,0 0 4 0,0 0-3 0,0 0 0 16,0 0-1-16,0 0 3 0,0 0 0 0,0 0 1 15,0 0-6-15,0 0 6 0,0 0-5 0,0 0 1 16,0 0-4-16,0 0 5 0,0 0 0 0,0 0 0 16,0 0-2-16,0 0 9 0,0 0-8 15,0 0 1-15,0 0-1 0,0 0 0 0,0 0 1 0,0 0 1 16,0 0-3-16,0 0 6 0,0 0-5 0,0 0 0 15,-19 3-2-15,19-3 3 0,0 0-3 0,-18 2 6 16,12 1-5-16,6-3 2 0,-11 3-3 0,11-3 0 16,-10 3 1-16,5 0 3 0,5-3 18 0,-13 6-4 15,7-3-7-15,-2 1 6 0,-2-1-5 0,2 4 4 16,0-2-6-16,-3 0-2 0,2 3 0 0,1-4-1 16,1 3 3-16,-2-1-6 0,1-2 0 0,2 4-1 15,-2-2 2-15,0 2-2 0,2 0 1 0,0 1 1 16,-1 0-1-16,0 3 1 0,0-2-3 0,1 1 0 15,-2 2 3-15,0 1-2 0,1-3 0 0,0 4 3 16,2-3 2-16,-1 0-3 0,-2 5 4 0,2 0-3 16,-2-3 2-16,3 2-4 0,-1 2 2 0,-1 0 2 0,2 0-2 15,0 8 3-15,0-2 0 0,0-6 2 16,2 2-2-16,-1-3 0 0,-1 2 0 0,3 0 0 16,-2-2 1-16,3-2 1 0,-1 1-1 0,0 0-2 15,1-3 0-15,-2-2-2 0,3 1 2 0,-1 1-1 16,-1-2-1-16,1 0-9 0,-2-1-16 0,3-1-10 15,-2-2-19-15,1 0-18 0,1-7-33 0,-4 13-31 16,4-13-30-16,-1 9-20 0,1-9-25 0,1 7-149 16,-1-7-385-16,0 0 170 0</inkml:trace>
  <inkml:trace contextRef="#ctx0" brushRef="#br0" timeOffset="157709.65">6967 13013 86 0,'10'-5'147'0,"-1"2"-17"0,3 1-5 0,3-1-9 15,3-1-12-15,4 3-2 0,6-1-11 0,0 2-12 16,0-3-7-16,1 2-9 0,0 1-5 0,-4 1-1 16,-2 0-9-16,-1 1-5 0,5-2-3 0,-7-2-8 15,1 2-1-15,-2 2-5 0,-6-2-2 0,-1-2-4 16,0 0-2-16,-2 1 1 0,-10 1 13 0,17-2 15 0,-17 2 9 15,11 0 6-15,-11 0 0 0,7-3 5 16,-7 3 5-16,6-2 3 0,-6 2-5 0,0 0-2 0,0 0-8 16,6-4-4-16,-6 4-7 0,0 0-7 0,0 0-2 15,0 0-2-15,0 0 3 0,-2 16-5 16,2-16-2-16,-8 19 0 0,4-8-2 0,1 5-1 16,-1-2-8-16,0-2-1 0,3 0-2 0,-1-2-11 15,1 6-23-15,-2-2-29 0,2-4-27 0,0 2-56 0,-2-4-41 16,3 2-39-16,-1 1-142 0,1-11-376 0,-5 12 167 15</inkml:trace>
  <inkml:trace contextRef="#ctx0" brushRef="#br0" timeOffset="158103.31">7620 13055 169 0,'0'0'200'0,"-1"-12"-6"0,1 12-16 0,1-18-4 16,4 10-16-16,-2-4-15 0,3 1-10 0,-1 2-14 15,4 0-5-15,1-1-13 0,0 4-9 0,0 0-11 16,2 2-9-16,0 0-4 0,2 3-7 0,-1 1-10 16,0 4-2-16,-1 0-2 0,-1 2-6 0,3 4-9 15,-5 6-2-15,-2-3 0 0,0 3-4 0,0-1-23 16,-2 2-30-16,1-1-31 0,-5-2-37 0,4 1-33 15,-2-1-28-15,-1-1-21 0,1-1-111 0,-1-3-311 16,3-3 137-16</inkml:trace>
  <inkml:trace contextRef="#ctx0" brushRef="#br0" timeOffset="158528.81">8151 12947 143 0,'-7'-4'215'0,"-2"-2"-3"16,0 2-8-16,-1 1-6 0,-3 1-10 0,2 4-12 16,-3 1-13-16,1 1-8 0,-4 6-18 0,2 2-11 15,-1 0-14-15,1 4-11 0,4-3-10 0,1 4-8 16,2-2-8-16,1-1-5 0,1 2-9 0,2 1-2 16,3-6-9-16,2 0-2 0,1 1-4 0,4-3-3 15,-1 1-6-15,3-2-1 0,2-2-6 0,1-2-2 16,2-1-4-16,1-1-4 0,0-1 3 0,5-4-6 15,-7 0-1-15,1-1-2 0,3-3-2 0,-1-2-1 0,0 0 2 16,-1-3-4-16,-1-1 2 0,-3-4-4 16,-1 0 2-16,0-1-1 0,-3 0-4 0,2-5 2 15,-3-1 3-15,1-2-4 0,-2 1 1 0,-3 0-1 16,1 4-1-16,-1-3 1 0,-1 5-3 0,0 0 4 16,-1-5 0-16,-1 5 0 0,2 4-2 0,-1 1 3 15,2 3 1-15,-1 1 5 0,-1 1 1 0,1 9-6 16,0-11 0-16,0 11-3 0,0 0-1 0,0 0 1 15,0 0 0-15,0 0 11 0,1 36-2 0,2-13-2 16,-4 6 1-16,-1-1 1 0,1 5-2 0,0 0-1 16,-3-1-4-16,-1 0-13 0,3 2-23 0,-1-2-34 15,0-3-54-15,2 0-49 0,-1-3-52 0,-2-1-216 16,2-8-471-16,2-5 208 0</inkml:trace>
  <inkml:trace contextRef="#ctx0" brushRef="#br0" timeOffset="158833.31">8492 13089 12 0,'0'0'212'0,"0"0"2"0,0 0-7 16,0 0-8-16,0 0-2 0,5 14-3 16,-5-14-19-16,-3 12-15 0,5-5-13 0,-2 1-9 15,0-8-16-15,1 15-10 0,0-10-11 0,3 2-5 0,0 0-8 16,1 1-7-16,5-2-5 0,-1-2-3 0,4 0-2 15,5-3-7-15,1 1-2 0,-1-4 0 0,4 0 0 16,-1-3-11-16,0 1 5 0,1-3-5 16,-5 1 5-16,-1-1-3 0,-1-4-2 0,-5 3-4 15,-2-1 1-15,0-1-10 0,-1-5-2 0,-4 4-2 0,-2 0-3 16,-2-7-5-16,-4 1-7 0,-3 3-11 16,0-1-20-16,-3 2-22 0,-4 0-16 0,-1 5-25 15,-2 0-26-15,2 2-27 0,-5 3-36 0,4-1-23 16,-2 1-34-16,4 3-33 0,1 3-130 0,3-2-416 0,3-1 184 15</inkml:trace>
  <inkml:trace contextRef="#ctx0" brushRef="#br0" timeOffset="159423.94">8833 12982 123 0,'0'0'203'0,"5"6"18"0,-2-1 0 16,-3-5-10-16,0 16-5 0,0-4-10 0,-2-2-6 15,1 3-13-15,0 0-11 0,0 3-16 0,-1 0-13 16,1-1-10-16,1 1-14 0,0-4-6 0,1 0-8 16,1 0-10-16,1-2-4 0,3-1-12 0,-1-1-5 15,4 0-4-15,-2-2-8 0,4-2-6 16,2-1 2-16,4 0-7 0,2-5-5 0,-3-2-4 0,3 0-3 16,-1 1-4-16,-2-6 0 0,2 3-2 0,-1-2 2 15,-3-2 3-15,-1-1-8 0,-4 2 0 0,2-4-2 16,-4 3-1-16,0 0-4 0,0 0 4 0,-2-2 0 15,0 2-3-15,-3-1-7 0,1-1 3 0,-2 5-4 16,0 0 0-16,-1 7-3 0,2-10-2 0,-2 10 2 16,0 0-3-16,0 0-2 0,0 0 1 0,0 0 2 15,0 0 0-15,-12 24 1 0,7-14-1 0,1 4-2 16,1 1 1-16,0-4 2 0,0 1-4 0,2 1 4 16,2-1-3-16,1-2 2 0,0 1-1 0,3 0 12 0,2-2-6 15,0 0-6-15,2-4 5 0,4-1-4 16,0 0 0-16,6 0 2 0,2-7-2 0,0 2 1 15,1-2 0-15,-3-3-4 0,0 1 5 0,-3-3-2 16,2-1-3-16,-3-1-1 0,-2-2 2 0,0-1 2 16,-2-2 3-16,-2 0-5 0,-1-1 2 0,-3-2-5 15,2 2 3-15,-3-4-1 0,-1-6-1 0,2 2 7 16,-3 5-7-16,0 1 0 0,-1-2 2 0,2 1 4 16,-5 2-3-16,1 4-1 0,0 3 4 0,-1-2-1 15,2 3 8-15,0 9-6 0,2-11-11 0,-2 11 4 16,0 0-3-16,0 0 5 0,0 0 9 0,0 0 15 15,0 0 2-15,-5 42-4 0,1-24 7 0,0 6-2 16,-4 3-2-16,3 0 4 0,1 4-3 0,-2-5-3 0,-1 0-13 16,4 0 7-16,-4-1 3 0,5-6 1 0,-2 0-17 15,0-4-20-15,1 1-37 0,2-2-29 0,-1-3-37 16,-1 0-55-16,-2 1-60 0,0-3-70 0,-1 1-259 16,-2-5-605-16,1-2 267 0</inkml:trace>
  <inkml:trace contextRef="#ctx0" brushRef="#br0" timeOffset="159575.67">9282 13001 74 0,'8'0'116'0,"4"0"-38"15,6 0-48-15,0 2-50 0,4 0-27 0,6 4-50 16,9-2 22-16</inkml:trace>
  <inkml:trace contextRef="#ctx0" brushRef="#br0" timeOffset="159867.31">10147 12933 11 0,'-3'-11'268'0,"1"0"-7"16,-2 3-3-16,4 0-13 0,0 8-19 0,-4-10-23 15,3 5-20-15,1 5-20 0,0 0-11 0,0 0-3 16,0 0 9-16,-3 32 2 0,1-7 2 0,2 7-13 16,-6 3-17-16,3 0-5 0,-4 1-9 15,1-3-19-15,-3 0-6 0,3 1-3 0,-3-1-15 0,2-5-10 16,-3 2-1-16,1-2-9 0,2-4-20 0,-1 1-31 15,4-6-32-15,-1-2-31 0,1-6-42 0,-2 0-47 16,2-1-60-16,0-3-41 0,1-2-237 0,-3-1-526 16,6-4 233-16</inkml:trace>
  <inkml:trace contextRef="#ctx0" brushRef="#br0" timeOffset="160461.93">10087 13085 51 0,'10'-8'132'0,"0"2"3"0,3-2-8 16,-1 3-2-16,3-4-4 0,1 3-4 0,-4-1-1 16,2 1-4-16,-4 2 0 0,3 0-9 0,-3-3-6 0,1 3 0 15,-1-2 14-15,-1-1-1 0,-2 2-8 16,1-1-2-16,1-2-10 0,-3 1 1 0,1 1-3 16,-3-1-1-16,1-2-9 0,0 2-7 0,-3 1-4 15,1 0-1-15,-3 6-11 0,4-12 1 0,-2 7-10 0,0-2-1 16,-2 7-5-16,3-12-3 0,-3 12-4 15,2-8-5-15,-2 8-4 0,2-5-4 0,-2 5-5 16,0 0-3-16,0 0-1 0,0 0 0 0,5 17 1 16,-5-5 3-16,-1 7 3 0,-1 1-1 0,-1 5 0 0,-1 4-3 15,0-1-1-15,-1 0-1 0,-1-2-2 16,-3-1 0-16,0 1 3 0,1-8-3 0,1-1 1 16,0-2-5-16,2 1 1 0,0-5-2 0,2-1 2 15,-1-1 3-15,2-2-6 0,-1 0 0 0,3-7-2 16,-3 10-1-16,0-7 6 0,3-3-1 0,-2 6-3 0,2-6 0 15,0 0 0-15,0 0 0 0,0 0 0 0,0 0-1 16,0 0-2-16,0 0 3 0,15 3-4 0,-15-3 0 16,18-3 2-16,-6 3 0 0,1 0 0 15,1 0 1-15,3 2-2 0,-2-1 0 0,2 3-3 0,2-1 3 16,-1 0 1-16,1 1 0 0,1 0 2 0,-3-1 0 16,4 2 2-16,-1-2-3 0,-2 0 0 15,2-1 0-15,0-1-2 0,-1 0 3 0,-1-2-3 16,-2-2 0-16,0 0 1 0,-5-1 4 0,1 0-5 0,-1 0 6 15,-1-3-4-15,-1 1 4 0,-1-1 4 0,-2-1 1 16,-1 0 2-16,-1-2 0 0,0 0-7 0,-1 2 3 16,-2-3 5-16,-1 1 2 0,0 1-4 15,-3 0 5-15,0 1-4 0,3 8 4 0,-6-11-3 0,6 11-7 16,-7-6 0-16,0 5 1 0,7 1-4 0,-19 1 4 16,8 2-3-16,1 2 0 0,-5 5 0 0,1 3 0 15,2-2-7-15,0 3-18 0,3 2-27 0,3-1-34 16,2 2-61-16,4-6-80 0,0 5-268 0,2-5-531 15,2 0 236-15</inkml:trace>
  <inkml:trace contextRef="#ctx0" brushRef="#br0" timeOffset="160889.44">11408 13293 2300 0,'-4'-20'43'0,"-1"-3"12"16,1 8 46-16,1 4-11 0,0 1-23 0,0 1-15 15,1 3-12-15,2 6-8 0,-1-10-8 0,1 10-1 0,0 0-4 16,0 0-5-16,0 0 0 0,0 0 0 16,0 0-1-16,10 18-1 0,-6-3 0 0,0 2 1 15,1-2 5-15,2 3-1 0,-3 0-2 0,0-1 4 16,-1 2 0-16,0-2-3 0,1-1 2 0,-1 0 19 15,2-1-2-15,-1-4-2 0,-1-1-2 0,0 0-1 16,1-1-1-16,-1-3-5 0,0-1 5 0,0 1 3 0,-3-6 5 16,4 8 5-16,-4-8 13 0,2 6 10 15,-2-6 8-15,0 0-4 0,10 0-5 0,-10 0-9 0,9-8-4 16,-1 0-1-16,2 0 4 0,3-6-9 0,0 0-12 16,-1 0 2-16,1-2 2 0,3-8-12 0,-1 1 9 15,2 2-13-15,-2-3 3 0,1 3-3 16,-1-2-5-16,0 1-16 0,-1 0 17 0,-1 5-15 0,-2 1-7 15,-1 4-12-15,-3 4-25 0,1-1-35 0,-2 2-37 16,-2 2-28-16,-4 5-22 0,3-4-34 0,-3 4-7 16,0 0-18-16,0 0-23 0,0 23-16 0,-3-11-167 15,3-2-464-15,0 3 206 0</inkml:trace>
  <inkml:trace contextRef="#ctx0" brushRef="#br0" timeOffset="161265.28">11925 13269 157 0,'1'-6'211'0,"-1"6"10"0,3-10 6 16,-3 10-13-16,0 0-3 0,-7-13-9 0,7 13-15 15,-9-5-11-15,3 5-9 0,6 0 2 0,-29 8-16 16,10-1-10-16,-5 6 0 0,6-4-25 0,-9 8-9 16,6 1-8-16,2 0-12 0,2-3-10 0,5-2-8 15,2 0-4-15,2-2-6 0,5-1-7 0,1 1-5 16,0-4-3-16,4 3-3 0,-2-3-2 0,4-1-6 15,1 0-1-15,7-3-3 0,1 1-5 0,5-1 2 16,-1-3-6-16,2-3 0 0,0 2-1 0,0-3-7 16,-2 0 3-16,-1-3-2 0,0 0-4 0,-4 0-3 15,1-1 6-15,1-3 0 0,-4 3-6 0,-3 0-2 16,1-3-1-16,0 1 1 0,-2-1 2 0,-1 1-4 16,-1 2-3-16,-2 1 3 0,-1 1-4 0,-1 6 1 15,5-8-5-15,-5 8 1 0,0 0 1 0,0 0-4 16,0 0 3-16,0 0-3 0,0 0 3 0,0 28-1 15,-6-13 2-15,2 0 3 0,0 3-3 0,-1-1 4 16,4-1-2-16,-2 0-24 0,1 1-28 0,0-5-30 16,2 4-37-16,-1-4-49 0,2-1-63 0,-1-1-60 15,0 0-187-15,4-5-518 0,-2 0 230 0</inkml:trace>
  <inkml:trace contextRef="#ctx0" brushRef="#br0" timeOffset="161503.56">12163 13022 135 0,'2'-11'267'0,"0"3"-16"0,-2 0-23 16,0 8-25-16,3-7-20 0,-3 7-8 0,0 0-13 16,0 0 8-16,6 36 1 0,-4-10-1 15,-2 5-13-15,-2 2-14 0,2 2-13 0,-5-1-9 16,3 0-12-16,-2 2-3 0,0-1-20 0,0-4-9 0,-1-1-10 15,-1 2-11-15,2-6-27 0,-4-1-36 0,3-6-46 16,1 1-52-16,-3-4-61 0,4-3-47 0,-1-2-46 16,-1-1-141-16,4-4-431 0,-2 0 191 15</inkml:trace>
  <inkml:trace contextRef="#ctx0" brushRef="#br0" timeOffset="162252.17">12305 13289 171 0,'4'-4'212'0,"-4"4"-21"0,0 0-2 0,0 0 1 16,0 0 0-16,0 0 12 0,0 0-5 0,-7 22-10 15,3-6-8-15,1-5-19 0,-1 2-13 0,2 3-16 16,-2 2-7-16,3-3-12 0,-1-3-14 16,2-2-4-16,2 2-8 0,-1-1-9 0,5-1-7 0,-2 0-6 15,1-2-3-15,4-2-2 0,2 0-9 0,0-1-7 16,1-2-5-16,3-2-2 0,-3 0-6 0,7-3 3 15,-2 0-4-15,0 1-5 0,1-5-3 0,-9 2 1 16,3 0-2-16,-1-4-6 0,-3 1 2 0,5-5-2 16,-3 4-3-16,-3-3-3 0,2-4 4 0,-6 3-7 15,3 0 6-15,-2 1-4 0,-2 0-1 0,3 0 0 16,-3 5-2-16,0 1-1 0,-2-2 3 16,0 7-6-16,8-9-1 0,-8 9-3 0,0 0 1 0,0 0 2 15,0 0 0-15,0 0-3 0,4 23 7 0,-6-13-8 16,2 1 4-16,0 0-1 0,-2-2 2 0,4 1 0 15,0 3-1-15,0-2 1 0,1-3-1 0,3 2 7 16,0-2-5-16,1-1 5 0,3-1-1 0,1 1-1 16,0-3 1-16,3-4-2 0,1 0-3 0,3 0 1 15,-1-2 3-15,0 0 7 0,-1-3-12 0,1 1 5 16,-3-1-2-16,-3 1 2 0,0-4 0 0,1 0-1 16,-3-1 0-16,-1 1 0 0,2-1-1 0,-1-4-3 15,-5 0 5-15,3 0-3 0,-3-2 2 0,-1 2-5 16,0 0 4-16,-4-1-3 0,-1 1 1 0,-3 2-2 15,1 1 2-15,1 2-4 0,-1 1-1 0,0 2 4 16,4 5-5-16,-5-9-2 0,5 9 6 0,-14 1 6 16,5 6-7-16,-7 0 3 0,5 3 2 0,-2 4-1 15,2-2 1-15,0 1 0 0,2 1-1 0,5-2 4 16,-2 3 3-16,6-3-2 0,0-1 0 0,0 1 5 16,6-2 4-16,2 1-9 0,1-1-1 0,2-2 5 15,5 0-1-15,3-2-4 0,0 2 6 0,2-4-3 16,8-1-1-16,-10-2 2 0,2-1-8 0,-1-1 0 15,0-2 3-15,1 1 2 0,-3-2-5 0,-3-2 6 16,2-2-7-16,-2 1 3 0,-3 0 3 0,-2-1-4 16,1-5 2-16,1 0-1 0,-3 1-1 0,-3-5-4 0,1 6 2 15,0 1-1-15,-2-2 4 0,-1 2 0 16,-2 2-6-16,0 2 5 0,-2 6-1 0,3-10-3 16,-1 6 1-16,-2 4-7 0,0 0-1 0,0 0 2 15,0 0 0-15,0 0 1 0,-4 24 7 0,1-12-3 0,1 2 3 16,-4 2 1-16,1 2-3 0,-2-2 0 0,2 4 14 15,1-4-14-15,2 2-3 0,-5-1-21 0,5 1-44 16,-2-4-50-16,-2 3-51 0,4-6-63 16,0 1-62-16,-2-3-192 0,1-2-526 0,2-2 233 15</inkml:trace>
  <inkml:trace contextRef="#ctx0" brushRef="#br0" timeOffset="162881.5">13595 13348 130 0,'0'0'205'0,"0"0"3"0,0 0 0 16,8 10-8-16,-8-10 0 0,-2 17-8 0,2-6-5 0,-3 1-13 16,0 4-12-16,-1 0-15 0,0-5-7 15,4 3-9-15,0-3-14 0,0 0-10 0,0 1-8 16,2-3-3-16,0 0-7 0,2 0-13 0,0-4-4 15,0 1 1-15,2-2-9 0,-1 0-5 0,4 0-6 0,-2-2-6 16,2 1 0-16,2-2-10 0,-5-2 4 0,4-2-7 16,1-1-3-16,-3 0-4 0,0-3 0 0,-2-1 1 15,-1-1-8-15,1-2 0 0,-4-1-1 0,0-5-4 16,-1-1-7-16,-1 0 5 0,-1-1-7 0,-3-9 3 16,0 4 1-16,-1 5-5 0,-3 1-2 0,3 2 3 15,0 2-8-15,-1 4 4 0,1 0 0 0,3 4-4 16,-2 1 2-16,4 5-2 0,-2-9 2 0,2 9-3 15,0 0-2-15,0 0 3 0,0 0 0 16,0 0 5-16,0 0-2 0,0 0-2 0,0 0 0 0,23 11 3 16,-11-6 1-16,6 0-3 0,2-2 1 0,7 3 2 15,3-5-2-15,1 1 0 0,-2-5 0 0,-2 0 1 16,-5 0 3-16,-1-1-2 0,-3-2-3 0,-1 0 0 16,-7 0 8-16,7-4-4 0,-8-4-5 0,1 2 1 15,-2-1-1-15,-3 0 3 0,2-1-3 0,0-1 4 16,-3-1-5-16,1 0 6 0,-3 0-4 0,2-4 10 15,3 4-11-15,-5 1 2 0,3 3 1 0,-5 3 3 16,4 3 3-16,-4 6 4 0,1-10-3 0,-1 10-1 0,0-8-8 16,0 8 3-16,0 0-2 0,0 0 10 15,-12 24 19-15,1 1-1 0,0 2 4 0,-3 2 12 16,-1 3-8-16,-1 10 8 0,-2 2 2 0,4-13 6 16,1 0-9-16,3 3 2 0,0 0-2 0,-1-4 2 15,1 2 5-15,3-3-20 0,-1-1 1 0,3 1-3 16,1-2 2-16,-2-2 2 0,2 0-7 0,-2-1-5 0,3 0-4 15,2-6-30-15,-2-2-22 0,3 1-35 16,-4 1-42-16,2-3-31 0,-2-4-47 0,0 1-40 0,2-3-43 16,0-1-40-16,0 1-209 0,-5-4-565 0,3-1 250 15</inkml:trace>
  <inkml:trace contextRef="#ctx0" brushRef="#br0" timeOffset="163046.87">13850 13557 184 0,'0'0'224'0,"7"-7"-24"0,-7 7-12 16,6-5-9-16,0 3-13 0,2 0-22 15,5 1-13-15,6 0-13 0,-2 1-16 0,12 0-24 0,-2 0-44 16,2 1-54-16,1-2-56 0,1-1-64 0,2 2-112 16,-1 2-273-16,6-2 120 0</inkml:trace>
  <inkml:trace contextRef="#ctx0" brushRef="#br0" timeOffset="167277.72">15155 13230 59 0,'3'-11'160'0,"-3"11"13"0,0-8-15 15,0 8-13-15,0 0-15 0,0 0-10 0,0 0-4 16,-13 0 2-16,13 0-9 0,-26 15-6 16,10-4-6-16,-6 6-6 0,-3 0-9 0,0 1-1 0,3 1-10 15,-2 0-6-15,2 2-6 0,0-2-3 0,3 0-2 16,-2-2-9-16,5-3-2 0,2-3-4 0,-2 0-6 16,2 0 1-16,-3-2-3 0,4 3 0 15,3-6-3-15,0-1 9 0,3 0-5 0,1-1 8 16,-1-3 20-16,7-1-1 0,-12 2-9 0,12-2-4 0,-13-2-4 15,13 2-3-15,-12-7-5 0,8 2 0 0,-2-3-6 16,3-1 0-16,-1 1-3 0,4-4-2 0,0-1-3 16,2-2-4-16,0-2-1 0,3 1-1 15,-1-1 0-15,0-1-3 0,4 1-2 0,-1 0 1 0,-1 2-4 16,4 2-2-16,2-1 0 0,-5 5 1 0,4 0-3 16,-2 3 4-16,-2 0-2 0,1 5-5 0,1-3-2 15,-1 5 2-15,2 5 0 0,-2-2-1 0,3 2-2 16,-4 4 3-16,0 0-3 0,1 5 6 0,1 0-5 15,-4 0 0-15,1 1-1 0,-2 0-1 0,-1 2 8 16,3 0-1-16,-1 0-4 0,-4 0 2 0,3 1 0 16,0 6-20-16,-1-9-22 0,1 2-31 0,3 0-34 15,-2 0-43-15,1-1-28 0,-2-1-45 16,1 1-149-16,-1-5-402 0,0-2 178 0</inkml:trace>
  <inkml:trace contextRef="#ctx0" brushRef="#br0" timeOffset="167465.34">15222 13668 146 0,'0'0'153'0,"0"0"-17"0,0 0-8 0,0 0 4 16,0 0-10-16,0 0-11 0,0 14-6 0,0-14-15 15,0 0-9-15,-11 17-13 0,6-7-31 0,-1 1-33 16,3-3-42-16,-2 1-43 0,3 1-36 0,-2 1-63 15,4-11-194-15,-4 14 85 0</inkml:trace>
  <inkml:trace contextRef="#ctx0" brushRef="#br0" timeOffset="167769.29">15756 13379 131 0,'1'-10'206'16,"1"3"-7"-16,1 2-20 0,0-1-15 0,-3 6-20 15,1-7-13-15,-1 7-16 0,0 0 0 0,0 0 0 16,0 0 3-16,0 0-1 0,-3 29-6 0,2-13-2 0,-4 4-8 16,2 4-5-16,0-4-6 0,-5 3-4 15,7 2-6-15,-4-7-12 0,3 3-1 0,-3-2-8 16,3 1-5-16,0-3-9 0,-3 2-2 0,3-3-3 15,-2 1-4-15,0-2-6 0,1 2-10 0,2 0-13 0,-1-5-26 16,-1 4-26-16,-1 0-24 0,3-4-30 16,0-2-35-16,-1 0-16 0,0 1-27 0,-1-2-29 15,3 0-124-15,0-9-357 0,0 14 159 0</inkml:trace>
  <inkml:trace contextRef="#ctx0" brushRef="#br0" timeOffset="168218.31">15821 13319 53 0,'5'-15'148'0,"3"0"-7"0,-1 2-1 16,3 3-7-16,-1 1-5 0,2 2-11 0,4-2-6 15,-3 4-10-15,0 2-8 0,0 3-3 0,1 0-3 0,-1 3-10 16,1 0-5-16,0 1-6 0,-3 3-2 15,1 0-8-15,-1 2-10 0,-5 0 0 0,0 1-2 16,-1 0 1-16,-2 0-2 0,0 2-2 0,-5 0-1 16,-2-2-1-16,0 0-2 0,-7 3-1 0,2-4-5 15,0 2-4-15,-4 1-3 0,5-5 0 0,0 0-5 0,-3-1 0 16,7-2-5-16,-1 0-1 0,1 0-1 16,5-4-1-16,-8 4 1 0,8-4-3 0,-5 6 1 15,5-6-1-15,0 0 0 0,-6 3-7 0,6-3 1 16,0 0 2-16,0 0 6 0,0 0-9 0,11 8 3 0,-11-8-3 15,13 6 3-15,-7-2-4 0,3 1-2 0,1-1-1 16,-2 2 8-16,0 2-6 0,-2-3-4 0,-2 1 0 16,0 1 3-16,-2-1-3 0,1 1 6 15,-2-2-5-15,-1-5 0 0,0 12-1 0,0-12 5 0,-6 11 2 16,2-5-6-16,-2-1 2 0,-1-1-1 0,-2 0 0 16,3 0 3-16,-4 0-2 0,-1-1-5 0,2-1-11 15,-2 2-25-15,2 0-18 0,-1-1-18 0,2-2-23 16,8-1-30-16,-14 3-34 0,6-3-128 0,8 0-315 15,-14 3 140-15</inkml:trace>
  <inkml:trace contextRef="#ctx0" brushRef="#br0" timeOffset="169617.42">16673 13476 144 0,'0'0'151'0,"-3"-10"-10"0,3 10-6 16,-4-4-8-16,4 4-12 0,-4-7 4 16,4 7-9-16,-5-6 4 0,5 6-13 0,-7-6-6 0,7 6-5 15,-7-6-7-15,7 6-7 0,-8-5-7 0,2 3-1 16,6 2-1-16,-17-2-8 0,7 1-4 0,-2-1-2 15,0 0-4-15,-1 1-5 0,0 2 0 0,0-1 2 16,-5 3-2-16,5-2-4 0,1 2-7 0,-2 1 4 16,1-1-1-16,0 3-2 0,-2 0-2 0,-3 0-4 15,4 1-1-15,1-3-1 0,3 5 16 0,-2-4-6 16,1 1-2-16,2 1 1 0,0 0-2 0,1 2-4 16,1-1-1-16,1 1-5 0,3 0-2 0,1 3 4 15,2-5-5-15,2 5-3 0,0-2-1 0,1 2-1 16,3-2 2-16,4 4-4 0,-3-3 0 0,6 0 1 15,0 1-4-15,0-1 3 0,3-3-3 0,-6-2-3 16,8 2 0-16,-3-5 2 0,-3 1-5 0,2-1 1 16,0-2 0-16,0-1 3 0,-1 0 1 0,-1-1 0 15,0-2-1-15,-1 1-3 0,2-2-2 0,-3-1 0 16,1-2 2-16,-1-2-3 0,-1 1 3 0,0 0-1 16,0-1 0-16,-2-1 1 0,-2-1-2 0,1 0-2 15,-1 0 0-15,1 1 1 0,-2-2-1 0,-2 3 0 16,1 1 1-16,1 0-2 0,-3-2 2 0,-1 10 2 15,0-12-5-15,0 12 5 0,1-10 2 0,-1 10-6 16,2-5-3-16,-2 5 0 0,0 0-3 0,0 0 2 16,0 0 0-16,0 0-3 0,0 0 3 0,0 0 1 15,0 0 0-15,0 0 2 0,-9 23-2 0,5-13 1 16,1-1 4-16,-2 0 0 0,1 1 0 0,2-1-2 16,-1 0-2-16,1 3 2 0,0-5 1 0,0 3 5 15,1-2-8-15,-1-1 2 0,0 2 2 0,2-9-1 16,-2 14-1-16,5-5 0 0,-2-3-4 0,1 1-5 15,0 2-23-15,1-4-26 0,1 4-34 0,-1-6-33 16,-3-3-41-16,12 13-42 0,-7-9-186 0,-5-4-428 16,10 8 190-16</inkml:trace>
  <inkml:trace contextRef="#ctx0" brushRef="#br0" timeOffset="170015.75">16823 13566 30 0,'0'0'141'0,"4"17"-14"15,-4-17 12-15,-1 15-13 0,1-8 9 16,-2 2-6-16,1 0-4 0,2-1-4 0,-2 1-9 16,1-9-9-16,-1 13-2 0,-1-8-4 0,2-5-8 15,0 10-6-15,0-10-6 0,-1 9 5 0,1-9 0 16,0 0 12-16,-3 8 5 0,3-8 11 0,0 0 1 15,0 0-5-15,0 0-13 0,0 0-9 0,0 0-6 16,0 0-8-16,0 0-5 0,0 0-10 0,0 0-5 16,8-32-5-16,-4 23-6 0,5 1-4 0,1-5-3 0,-1 4-2 15,5-4-6-15,0 0 0 0,0 2-3 0,-2 0 1 16,4-1-2-16,-2 5-6 0,-2 1-2 0,-1 0-1 16,0 2-4-16,-2 1-1 0,-2 3 0 15,-7 0 0-15,14 2-1 0,-7 1-4 0,0 3 2 0,0 2-5 16,-2-1 3-16,1 5-3 0,-1 4 2 0,-1 0 1 15,1-2 1-15,-3-1-2 0,-1 5 0 0,-1-2-10 16,-1 0-25-16,1 1-25 0,-3-2-42 0,3-2-40 16,-1 1-24-16,1-1-26 0,-3-3-41 15,3 4-157-15,0-14-422 0,0 13 187 0</inkml:trace>
  <inkml:trace contextRef="#ctx0" brushRef="#br0" timeOffset="170489.23">17432 13609 92 0,'-2'-9'194'15,"2"9"-7"-15,-4-11 8 0,1 7-9 0,3 4-17 16,-8-8-10-16,-3 7-12 0,4 0-12 0,7 1-9 16,-25 6-9-16,10 1 3 0,-3-1-18 0,0 2 0 15,3 1-12-15,0-2-9 0,1 2-9 0,6-2-5 16,-2 2-7-16,2-1-7 0,2-2-6 0,2-1 0 15,0 1-6-15,1 3-5 0,1-4-2 0,2-5-2 16,1 13-4-16,-1-13-2 0,6 9-1 0,1-4 3 16,1-3-8-16,2 4 3 0,1-5-7 0,0-1 0 15,2 0-1-15,-1-3 0 0,1 2-2 0,-2-2-1 16,0-4-3-16,0 1 2 0,-2-1-2 0,0-2 1 16,-1 0-2-16,3-4 1 0,-2 0-4 0,0-3 2 15,-1-1-5-15,-1 1 2 0,-2-5-3 0,5-2 0 16,-7 4 2-16,5-7 0 0,-4 0 0 0,1 2 1 15,-1-1 0-15,1 2-4 0,-1 3 3 0,2 1-1 16,-2 1-1-16,1 4 0 0,-1 1 3 0,-3 4 2 16,2 2 0-16,-2 0-3 0,2 1 2 0,-3 6-5 15,0 0-1-15,0 0 1 0,0 0-2 0,0 0 2 16,0 0 0-16,-3 32 3 0,-2-15 2 0,-2 2 4 16,2-1-2-16,-1 1 3 0,1 6-2 0,-2 0 1 15,2-6-1-15,-1 0-1 0,1 1 1 0,-1 4 2 16,0-6-5-16,1 0-3 0,0-1-24 0,2-1-30 15,-2-1-27-15,0 0-40 0,2 1-48 0,0-4-34 16,3-1-43-16,-3-2-132 0,3-9-408 0,3 16 181 16</inkml:trace>
  <inkml:trace contextRef="#ctx0" brushRef="#br0" timeOffset="171103.53">17876 13447 1406 0,'1'-11'45'0,"2"1"18"16,-2-1-29-16,0 1-3 0,2 3-2 0,-2-1-10 15,3 2-5-15,4-1 11 0,1 2 6 0,2-2 12 16,5 1-4-16,4 0 6 0,2 2 3 0,6-2-4 0,1 0-3 16,-1 3 1-16,0 0-6 0,2-1 2 15,-3 2-9-15,-4 1-3 0,-3 1-3 0,-2-1-15 16,-4 1-25-16,-5 0-23 0,1 0-22 0,-10 0-9 15,14 0-20-15,-9 1-9 0,-5-1-11 0,0 0 12 0,0 0 8 16,0 0 10-16,0 0 1 0,0 0 14 16,0 0 2-16,-29 7 8 0,20-6 7 0,0 0 7 15,-1 2 22-15,2-3 0 0,8 0 12 0,-13 3 8 16,13-3 17-16,-11 1 6 0,11-1 12 0,-8 1 13 0,8-1 3 16,-6 2 2-16,6-2-2 0,0 0 3 0,-8 3 2 15,6 2 9-15,2-5 5 0,-7 15-5 16,3-5 12-16,0 0 5 0,-1 5 1 0,0 2 2 15,0-2 6-15,0 1-11 0,3 1-6 0,-2-1-1 0,1 1-3 16,-1 0 3-16,2-2-4 0,-2 1-5 0,1 0-5 16,1-4-3-16,-1 1-9 0,2-1-2 0,0 0-3 15,-2-1-3-15,2-2-6 0,0 2-2 0,-2-1-5 16,2-3 0-16,-2 1-3 0,1 0-2 0,-1-2-2 16,3-6-5-16,-5 12-2 0,4-7 0 15,1-5 4-15,-5 10-9 0,1-6-9 0,-1 0-6 0,5-4-6 16,-11 5-5-16,3-4-4 0,8-1-7 0,-13 3 1 15,6-2 0-15,7-1-4 0,-14 0-1 0,14 0 0 16,-11-2-2-16,4-2-2 0,7 4 4 0,-14-3 2 16,10 0 6-16,4 3 1 0,0 0 4 0,-11-4 6 15,11 4 5-15,0 0 0 0,-9-2 4 0,9 2 1 16,0 0 3-16,0 0-1 0,0 0 1 0,0 0-1 16,-5-4 1-16,5 4 2 0,0 0-3 0,0 0 2 15,28 2-1-15,-14-2 2 0,3 1 1 0,3 0-9 16,1-1-19-16,7 2-32 0,0 0-33 0,1-2-48 15,-1-2-31-15,4 4-27 0,-4-2-103 0,3-2-326 16,-3 2 145-16</inkml:trace>
  <inkml:trace contextRef="#ctx0" brushRef="#br0" timeOffset="171535.24">18626 13585 123 0,'0'0'189'0,"0"-12"-7"15,0 12-9-15,0 0-16 0,0 0-13 0,-11-7-5 16,11 7 4-16,-12 3-8 0,2 0 2 0,-3 1-5 16,3 2-8-16,0-2-5 0,0 5-15 0,-1-3-5 15,2 2-10-15,-1 1-8 0,1-1-9 0,1 2-8 16,3-3-5-16,-1 1-4 0,1 3-5 0,4-2-1 16,1 0-7-16,1 0-3 0,-1-9-6 0,5 14 1 15,1-4-4-15,3-3-3 0,2 1-3 0,-1-2 0 16,0 1-3-16,0-3 0 0,2 0-5 0,-2 0-1 15,1 0-1-15,-3-3 0 0,2 3-3 0,-3-3 3 16,-1 0-3-16,-6-1 1 0,0 0-1 0,11-1-4 16,-11 1 2-16,0 0 3 0,0 0-2 0,7-6 0 15,-7 6-1-15,0 0 0 0,-19-7-5 0,9 6 5 16,-6-1-2-16,-2 4 3 0,-2-1 3 0,1 2 7 16,-7 0-5-16,4 2 1 0,2 0 6 0,1 2 4 15,1 0-2-15,1 0 6 0,2 1 2 0,1 1 0 16,4-2 2-16,3 1 0 0,1 0-8 0,1 1 2 15,2 0-2-15,1-2-2 0,2 0-1 0,1 3-2 16,5-2 0-16,3 1 0 0,3 0-6 0,3 0-5 0,3-1-19 16,0-1-24-16,4-1-28 0,3 3-23 15,-4-2-39-15,-1-2-32 0,2 1-29 0,-2-3-38 16,-1 1-28-16,1-1-170 0,-6-2-455 0,3 2 201 16</inkml:trace>
  <inkml:trace contextRef="#ctx0" brushRef="#br0" timeOffset="171667.74">18919 13898 181 0,'0'0'171'0,"7"-3"-20"15,-7 3-18-15,0 0-13 0,0 0-21 0,0 0-41 0,0 0-33 16,7-2-46-16,-7 2-46 0,0 0-75 0,0 0-153 16,0 0 67-16</inkml:trace>
  <inkml:trace contextRef="#ctx0" brushRef="#br0" timeOffset="177060.3">4828 12805 104 0,'0'0'158'16,"-2"-13"-11"-16,1 7 7 0,1 6 4 0,0-13-1 15,1 6-8-15,-1 7-12 0,0-12-8 0,0 12 3 16,0-13 5-16,0 6-4 0,0 7-1 16,0-9-8-16,0 9-3 0,2-7-10 0,-2 7-12 0,0 0-10 15,0 0-5-15,0 0-13 0,-4-9-10 0,4 9-7 16,0 0-4-16,0 0-8 0,0 0-8 0,0 0 3 15,0 0-6-15,-9 24-2 0,9-16-4 16,-1 2 2-16,-2 1-6 0,1 0 2 0,-1 1-3 0,2 4-2 16,-3 0-4-16,3-5 0 0,-2 5 3 0,2-1-5 15,-3 1-1-15,3-4 0 0,-2 4-9 0,1-3-15 16,0-1-21-16,0 5-20 0,-1-2-33 0,-2 0-39 16,0 0-29-16,2-2-30 0,1-4-33 0,-3 3-151 15,-2-4-398-15,1 0 177 0</inkml:trace>
  <inkml:trace contextRef="#ctx0" brushRef="#br0" timeOffset="177244.72">4894 12611 47 0,'0'0'151'15,"0"0"-26"-15,3-6-32 0,-3 6-17 0,0 0-31 16,0 0-41-16,0 0-30 0,0 0-61 0,2 23-92 16,-2-23 41-16</inkml:trace>
  <inkml:trace contextRef="#ctx0" brushRef="#br0" timeOffset="177470.87">5264 12744 128 0,'14'10'149'16,"-3"2"1"-16,-2 1-4 0,-4 2 5 0,-2 0 3 15,-3 2-4-15,-3 1-13 0,2 0-6 0,-3-1-5 16,-2 2-5-16,-1 0-6 0,-7 4-11 0,4-6-11 16,-8 2-8-16,7-4-7 0,-5 6-5 0,2-8-11 15,-2-1-23-15,-5 4-28 0,3-6-27 0,2 0-32 16,-3-1-31-16,-1-2-24 0,1-4-24 0,-3 0-30 15,2-2-123-15,-1-5-301 0,1-2 134 0</inkml:trace>
  <inkml:trace contextRef="#ctx0" brushRef="#br0" timeOffset="177681.31">4483 12704 54 0,'-23'15'166'0,"0"3"-8"16,2 0-3-16,3 4-19 0,1-1-9 0,6-4-11 15,4 1-8-15,0 7-14 0,5-7-3 0,3 6-7 16,7-7-9-16,3 7-15 0,8-5-26 0,3 0-40 16,4-2-48-16,4-4-47 0,0 0-116 0,0-5-233 0,0-5 103 15</inkml:trace>
  <inkml:trace contextRef="#ctx0" brushRef="#br0" timeOffset="177888.87">4886 12407 44 0,'-2'-11'262'0,"-2"2"-23"0,0 3-24 0,4 6-24 15,-3-12-19-15,0 9-16 0,3 3-23 0,0 0-17 0,0 0-28 16,0 0-36-16,0 0-23 0,-8 22-33 16,7-12-34-16,0 6-26 0,-3 2-20 0,4 0-32 0,-4 7-117 15,-2 0-250-15,2 1 111 0</inkml:trace>
  <inkml:trace contextRef="#ctx0" brushRef="#br0" timeOffset="178365.81">4227 14001 234 0,'2'-7'235'0,"-2"7"-9"0,1-12-5 0,0 7-10 16,-1 5-16-16,0-9-16 0,0 9-16 15,0 0-21-15,0 0-12 0,3-6-14 0,-3 6-14 0,0 0-10 16,0 0-2-16,0 0 3 0,-2 23-5 0,1-9 0 16,-3 4-11-16,2-1-4 0,-4 7-2 0,0 0-11 15,1-5-6-15,0 1-5 0,0-1-6 16,0-1-2-16,0 1-7 0,-1-2-9 0,1 0-35 15,0-2-35-15,0 2-31 0,0-7-40 0,1 1-48 0,0-2-37 16,0 0-25-16,1 0-157 0,-1-4-414 0,-3 0 183 16</inkml:trace>
  <inkml:trace contextRef="#ctx0" brushRef="#br0" timeOffset="178585.49">4310 13996 176 0,'-1'-9'225'16,"1"9"-8"-16,0-10-19 0,0 10-13 0,0 0-24 16,0-9-14-16,0 9-12 0,0 0 2 15,0 0 13-15,0 0-10 0,-3 28-13 0,1-11-10 16,-2 0-11-16,3 2-12 0,-3 0-7 0,1 6-7 0,0-4-6 16,0-2-8-16,-1 1-2 0,-1-3-40 0,2-1-31 15,1-1-28-15,-2 2-37 0,-1-5-41 16,2-3-67-16,2 0-45 0,-3-2-122 0,2-2-375 15,2-5 166-15</inkml:trace>
  <inkml:trace contextRef="#ctx0" brushRef="#br0" timeOffset="178780">4537 14004 137 0,'3'7'189'0,"2"2"-1"15,-2 2-8-15,-2 2-4 0,-1 5-11 0,0 1-17 16,0 5-11-16,-4-3-13 0,-3 3-13 0,3-7-10 16,-4 9-9-16,2-8-23 0,-1-3-40 15,-3 3-42-15,1-5-39 0,1-3-39 0,-3 2-37 16,0-5-133-16,-6 2-282 0,0-5 125 0</inkml:trace>
  <inkml:trace contextRef="#ctx0" brushRef="#br0" timeOffset="178983.79">3848 14034 83 0,'-9'7'221'16,"-4"8"-4"-16,1 1-14 0,0 6-13 0,3 2-18 15,1-1-14-15,3 2-16 0,3-5-11 0,1-1-8 16,4 6-18-16,3-1-9 0,6-1-11 0,-2-5-29 15,0-1-45-15,2-3-54 0,12 0-53 0,0 0-76 0,-7-7-109 16,3-4-303-16,7 2 134 0</inkml:trace>
  <inkml:trace contextRef="#ctx0" brushRef="#br0" timeOffset="179160.63">4461 13704 174 0,'0'0'203'0,"1"-10"-29"0,-1 10-40 0,0 0-31 15,0-8-30-15,0 8-25 0,0 0-47 0,0 0-27 16,0 0-61-16,0 0-47 0,9 31-143 0,-5-23 64 0</inkml:trace>
  <inkml:trace contextRef="#ctx0" brushRef="#br0" timeOffset="181825.87">6851 14059 30 0,'0'0'91'0,"0"0"1"0,0 0-8 15,0 0-4-15,0 0-6 0,0 0 1 0,0 0-11 16,0 0 2-16,0 0 1 0,0 0-11 0,0 0-6 0,0 0-1 15,7 3-7-15,-7-3-5 0,0 0 2 16,0 0 4-16,0 0-5 0,0 0-8 0,0 0-6 16,0 0 2-16,0 0-8 0,0 0-2 0,0 0 1 15,0 0-3-15,0 0-2 0,0 0 6 0,0 0 2 0,0 0-3 16,0 0-8-16,0 0 2 0,0 0-3 0,0 0 6 16,0 0 0-16,0 0 1 0,0 0-9 15,0 0 3-15,0 0 3 0,0 0 1 0,0 0-9 16,0 0 3-16,0 0 3 0,0 0-9 0,0 0 1 15,0 0-2-15,0 0 3 0,0 0 2 0,0 0 1 0,0 0-2 16,0 0 1-16,0 0-5 0,0 0-2 0,0 0 22 16,0 0-16-16,0 0-7 0,0 0 3 0,0 0-1 15,0 0-3-15,0 0 10 0,0 0-6 16,0 0 3-16,0 0-4 0,0 0-1 0,0 0 1 0,0 0 2 16,0 0-1-16,0 0-3 0,0 0-4 0,0 0 11 15,0 0-8-15,0 0 5 0,0 0 2 0,0 0-4 16,0 0 3-16,0 0 1 0,0 0-2 15,0 0-3-15,0 0 5 0,0 0-6 0,0 0 3 16,0 0-1-16,0 0-2 0,0 0 11 0,0 0-7 0,0 0 0 16,0 0-2-16,0 0 3 0,0 0-3 0,0 0 4 15,0 0 1-15,0 0-5 0,0 0 3 0,0 0 0 16,0 0-7-16,0 0 7 0,0 0-3 0,0 0 0 16,0 0 0-16,0 0 2 0,0 0 5 0,0 0-4 15,0 0 8-15,0 0-14 0,0 0 4 0,0 0-2 16,0 0 1-16,0 0 3 0,0 0-4 0,0 0 2 15,0 0-1-15,0 0-1 0,0 0 1 0,0 0-5 16,0 0 2-16,0 0 9 0,0 0-3 16,0 0 4-16,0 0-5 0,0 0 7 0,0 0 7 0,0 0-5 15,0 0 0-15,0 0 4 0,0 0 2 0,0 0 0 16,0 0 0-16,0 0 6 0,0 0-11 0,0 0 9 16,0 0-8-16,0 0 4 0,0 0 6 0,0 0-4 15,0 0 1-15,0 0 0 0,0 0 2 0,0 0-1 16,0 0 1-16,0 0 2 0,0 0 2 0,0 0-3 15,0 0 3-15,0 0 1 0,0 0-4 0,0 0 2 16,0 0 1-16,0 0 0 0,0 0 2 0,0 0 1 16,0 0-1-16,0 0-4 0,0 0-3 0,0 0-3 15,0 0 3-15,0 0 2 0,0 0-8 0,0 0 3 16,-21-8-4-16,21 8 2 0,0 0-1 0,0 0 1 16,-9-4-2-16,9 4 4 0,0 0 0 0,0 0-3 15,-9-2 1-15,9 2-1 0,0 0 3 0,0 0-6 16,0 0 2-16,0 0-1 0,0 0 4 0,-6-2-6 15,6 2 2-15,0 0-4 0,0 0 1 0,0 0-1 16,0 0 2-16,0 0 0 0,28 7 2 0,-14-4-6 16,5 0 3-16,9 4-1 0,1-1 0 0,0-2-1 15,1 0 0-15,1 1-4 0,0-3 5 0,-3 3-5 16,-5-2 1-16,-4 0-5 0,1-1-13 0,-1 3-14 16,-2-2-17-16,-2 0-21 0,-4 1-20 0,-1-1-18 15,0 0-21-15,-2-1-29 0,-2-2-19 0,-1 3-128 16,-5-3-327-16,0 0 145 0</inkml:trace>
  <inkml:trace contextRef="#ctx0" brushRef="#br0" timeOffset="182588.93">6990 14092 22 0,'-4'-6'194'0,"4"6"-9"0,-4-5-17 0,4 5-1 0,-3-5-2 16,3 5-11-16,0 0-1 0,-7-8-4 0,7 8-5 15,0 0-8-15,0 0-1 0,-1-9-10 0,1 9-5 16,0 0-13-16,0 0-10 0,0 0-7 0,0 0-11 15,0 0-7-15,0 0-5 0,0 0-7 0,0 0-7 16,-2-5-6-16,2 5-4 0,0 0-6 0,0 0-4 16,0 0-5-16,0 0-1 0,0 0-5 0,0 0 1 15,0 0-3-15,0 0-2 0,0 0-1 0,0 0-1 16,0 0-1-16,0 0-3 0,0 0 2 0,0 0-4 16,0 0 3-16,0 0-1 0,0 0-5 0,0 0-1 15,0 0-2-15,0 0 0 0,-4 18 3 0,4-18-2 16,0 0-1-16,0 0-1 0,0 0 1 0,0 0-2 15,0 0 4-15,1 13-2 0,-1-13 2 0,-1 13 4 16,-1-7 0-16,2 2 0 0,0 3 6 0,-1 1-6 16,1 1 4-16,-2-1-15 0,0 4 4 0,1 1 5 15,-3-1-1-15,1 2 2 0,-4 0 2 0,3-1-3 16,2 1-1-16,0-2 3 0,0 3-5 0,0-3-1 16,0-4 5-16,-1 5-1 0,-1-2-6 0,6-2 3 15,-4-3 2-15,2 1 1 0,-1 1 0 16,1-3-4-16,1 1 10 0,-2-2-3 0,1-8-4 0,0 15-4 15,-1-9-1-15,1-6 0 0,-3 12-5 0,2-7 6 16,1-5-2-16,-1 8-3 0,1-8 3 0,0 0 3 16,-3 8-1-16,3-8 1 0,0 0 0 0,0 0 1 15,-1 6 0-15,1-6-3 0,0 0-1 0,0 0 1 16,0 0-7-16,0 0-3 0,0 0-5 0,0 0-8 16,0 0-4-16,-15-6-1 0,15 6 1 0,-12-5 2 15,12 5 2-15,-11-8-4 0,4 5 9 0,-1 2-6 16,0-3 2-16,1 2 0 0,-3-2 3 0,0 1 3 15,1 0 0-15,9 3-2 0,-13-3 4 0,7 3 1 16,6 0 1-16,-12-1 3 0,12 1-1 0,-8-2-2 16,8 2 2-16,0 0 0 0,-9-1 0 0,9 1 0 15,0 0 1-15,0 0-4 0,0 0 6 0,0 0 2 16,0 0-1-16,0 0 1 0,26 5 0 0,-9-1-1 16,3 0 3-16,9 0-1 0,1-2 4 0,-2 1-20 15,0-1-14-15,2 1-24 0,-1 1-31 0,-1-2-38 16,-7 0-25-16,0-1-26 0,0-2-13 0,-1-1-158 15,-3 2-375-15,-4 0 167 0</inkml:trace>
  <inkml:trace contextRef="#ctx0" brushRef="#br0" timeOffset="182824.87">7290 14386 30 0,'0'0'189'0,"4"-4"-7"16,-4 4-9-16,0 0-11 0,0 0-20 0,0 0-12 15,0 0-7-15,0 0 11 0,0 0 6 0,0 0 3 16,0 0 6-16,-5 23-1 0,3-12-13 0,-2 1-9 16,0 0-12-16,0 2-13 0,-1 3-7 0,0 0-9 15,1-3-9-15,-1 2-4 0,1 2-10 0,0-6-4 16,2 1-5-16,-1 2-15 0,1-4-22 0,0 1-16 16,1-6-30-16,-1 1-32 0,-1-1-30 0,3-6-31 15,-1 13-34-15,1-13-20 0,0 8-15 0,0-8-149 16,-3 8-368-16,3-8 163 0</inkml:trace>
  <inkml:trace contextRef="#ctx0" brushRef="#br0" timeOffset="183195.91">7262 14398 107 0,'8'-10'164'0,"1"1"-2"15,1 2 0-15,2 1-10 0,-2 2-10 0,0 2-4 16,3 2-3-16,0 1-8 0,-3 2-2 0,0 2-6 15,4 1-2-15,-5 1-8 0,0 2-10 0,0-1-3 16,1 6-9-16,-3-5-3 0,-1 1 1 0,-2-1-18 16,0 2-1-16,-2-1-6 0,-3 0-8 0,-3 2-4 15,0-3-3-15,-2 0-8 0,1 1 2 0,-2 0-8 16,1-2-2-16,1-4-5 0,0 1-1 0,2 0-6 16,3-5-7-16,-4 9-3 0,4-9-4 0,-2 7 1 15,2-7-1-15,4 9-1 0,-4-9 2 0,9 10-6 16,-2-7 3-16,2 2-2 0,2 2-2 0,1-3 2 15,2 3 0-15,-2 0-3 0,-1-1 3 0,-2-1 0 16,0 0-2-16,-1 1-2 0,-3-3 1 0,-2 3 0 16,2-2 0-16,-5-4 0 0,4 9 3 0,-4-9 0 15,0 0 5-15,-7 12 1 0,7-12 0 0,-13 5 2 16,6-1-1-16,-5-4-4 0,2 3 9 0,-4-1-14 16,1-1 5-16,-1 2-21 0,-3 0-29 0,0-6-26 15,2 4-52-15,3-2-52 0,-1 0-212 0,-5 1-422 16,7-2 187-16</inkml:trace>
  <inkml:trace contextRef="#ctx0" brushRef="#br0" timeOffset="185585.75">8345 14679 63 0,'0'0'184'16,"2"-13"-16"-16,1 1-21 0,3 3 2 0,1-2-11 0,0-5-10 15,4 2-10-15,1-3 0 0,0 2-11 0,2-5-9 16,5 0-2-16,-5 6-8 0,0 0-2 15,4-5 10-15,1 0-6 0,-3 7 1 0,-5-3-1 16,1-1-10-16,0 2-2 0,0-2-8 0,-2 2-6 0,2-1-5 16,-3 1-7-16,0-2-4 0,-2 0-3 0,-3 3-9 15,0 3-2-15,0-1-4 0,-2 3 0 16,0 1-6-16,-2 7-2 0,1-11-4 0,-1 11-1 16,-1-8-3-16,1 8-2 0,-8-3-2 0,8 3-1 15,-15 2-2-15,3 2 6 0,2 1-10 0,-2 1 2 0,1-2 1 16,1 3 0-16,-2-2-2 0,4 1-2 15,2 2 2-15,2-3-1 0,2 1-1 0,-1 1 1 16,3-7-2-16,1 11 4 0,2-4 0 0,2-1-4 16,3 1 3-16,1-1 1 0,7 1 3 0,0 0-5 0,0-1-2 15,1 0-1-15,1-1 2 0,2 1 1 0,-4-1-1 16,-4-2-2-16,-1 2 0 0,0 0 0 0,-2 0 0 16,0 1-2-16,-1 1-1 0,-1-1 0 0,-2 1 3 15,0 3-1-15,-2 1-1 0,-2 0 1 0,-1 4 6 16,-1 1-1-16,-2 1-1 0,1-2 0 0,-1 0 0 15,0 1 1-15,0-2 1 0,1-4 0 0,-1 3-2 16,4-3 3-16,1 0-3 0,0 0 2 0,3-2 1 16,1 3-1-16,1-4-1 0,4-2 2 0,3 1 0 15,3-3 0-15,4-1-2 0,-2 0-2 0,1-2 3 16,3-2-4-16,-1 1 1 0,-2-1 1 0,2-2-1 16,-2-3 1-16,0 1-2 0,0-1 4 0,-2 0 0 15,-3-1-3-15,-1-2 0 0,2 1 4 0,0 2-5 16,-3-5 1-16,-3-1-3 0,-2 4 4 0,-3 0-3 15,0-2-5-15,0-1 2 0,-1 0-2 0,-2 3-2 16,-1 2 2-16,-1-1-3 0,0 8-3 0,-3-11 3 16,3 11 3-16,-4-10-2 0,4 10 2 0,-7-4-4 15,7 4 5-15,-18 1-3 0,18-1-1 0,-17 8 0 16,6-3 2-16,2 4 8 0,1-3-7 0,2 2 0 16,-2-1 1-16,2 4-5 0,0-4-5 0,3 3-10 15,1-1-2-15,4 0-5 0,-1-1-8 0,3 1-1 16,2-1-3-16,1-2-12 0,8 2 0 0,-4-3-3 15,7 1-7-15,3 0 1 0,-1-4-4 0,7 1 6 16,1-1 4-16,-5-2 1 0,-2-1 9 0,7-1 2 16,-8 1 6-16,8-2 4 0,-7-3 1 0,-1-2 3 15,1 3 6-15,-1-3 8 0,-1-1 5 0,0 1 3 16,-3-3 6-16,-5 4 14 0,2-4 5 0,-5 0 12 16,-2 1 13-16,-2 1 0 0,0-1 1 0,-3 1 12 15,-1 1 1-15,0 8 4 0,-5-15 2 0,1 10-3 16,-1 0-1-16,0-1-4 0,5 6-2 0,-17-3-3 15,6 4 6-15,0 1 1 0,0 4-5 0,-2-3-3 16,-2 4-1-16,2 1-7 0,4-1-1 0,0 1-4 16,-1 1-4-16,4 0-3 0,2 0 1 0,0-1-3 15,1-1-3-15,1 2 0 0,2-9-2 0,4 15-3 16,-1-11 0-16,5 3-1 0,2-1-5 0,-2-3 2 16,2-1 3-16,2 0-3 0,-1-1 0 0,1-1-5 15,-2-3 3-15,0 3-3 0,1-2 1 0,-11 2-1 16,15-3 0-16,-9 0-3 0,-2-1 0 0,2 0-2 15,-2-1 3-15,1-1 0 0,-5 6 0 0,5-6 1 16,-5 6-2-16,6-4 0 0,-6 4 0 0,0 0-5 16,5-5-3-16,-5 5 1 0,0 0 0 0,0 0 2 15,0 0 8-15,-8 31 2 0,2-14 2 0,-5 7-3 16,2-1 1-16,-1 2 2 0,0 1-2 0,0-2 2 16,-1 1 0-16,1-1-2 0,1 1-15 0,4-7 2 15,0 0-1-15,0 1 0 0,1-1-2 0,0-7 4 16,3 2-2-16,-4-1 1 0,5-1 6 0,-1-2-2 15,-2 0 1-15,2-1 5 0,1-8-5 0,-1 12-3 16,1-12 13-16,-2 7-7 0,2-7 2 0,0 0-1 16,0 0 3-16,0 0-3 0,0 0 3 0,0 0-5 15,0 0 0-15,27-18 0 0,-14 4 1 0,1-1-3 16,0 1-1-16,5-7 3 0,-1-1 0 0,1-1 0 16,-1 1 0-16,5-4 0 0,-1-3-1 0,0 5-2 15,-1-4 0-15,0-1-1 0,0 0 0 0,0 1 1 16,-1 0-3-16,1 1 1 0,-6 0 4 0,2 5-5 15,-4 0 2-15,-2 7 2 0,-2 3-1 0,-1 3 0 16,-2 0 1-16,2 2-1 0,-4 1-2 0,-2 0 11 16,1 1-14-16,-3 5 0 0,4-5-2 0,-4 5-2 15,0 0-1-15,0 0 4 0,0 0 0 0,0 0 5 16,1 22 2-16,-4-11 1 0,-1 1-2 0,2 3 4 16,-1 2-2-16,-2 1 2 0,4-1 0 0,-3 0 10 15,3-1-8-15,1-5 1 0,-1 2 2 0,2-1-1 16,1-3 3-16,1 2-7 0,2-2 6 0,0 0-1 15,2-1-1-15,2 0-3 0,1-5 3 0,-1 1-1 16,2 1 1-16,2-1 1 0,0-2 2 0,0-2-8 16,-2 0 5-16,2-3-2 0,-2 0-1 0,2 0 1 15,-1-1-1-15,0-4 2 0,-1 1-3 0,1 1-2 16,-1-1 4-16,-2-2-8 0,-3-4 5 0,0 4 3 16,1-3-1-16,-2-3 0 0,-3 2-1 0,1 3-4 15,-3-3 4-15,1 1 1 0,-3 2-3 0,3-1-1 16,-1 3 2-16,0 8-4 0,0-14 4 0,0 14-3 15,-1-9 0-15,1 9-3 0,0 0-6 0,0 0 4 16,0 0-4-16,0 0 4 0,0 0 1 0,0 0 0 16,0 0 3-16,-11 29-1 0,10-17-3 0,0 0 4 15,-2 0 0-15,3 4 2 0,-1-4 2 0,0 0-6 16,-2-1 2-16,7 0 6 0,-3-2-2 0,2 2 0 0,-2-1-1 16,3 0 1-16,0-3 1 0,0 0-2 15,2-2 1-15,-2-3 4 0,3 3-4 0,1-3 3 16,1 3-1-16,4-4-4 0,-2-2 1 0,2 1-1 15,0-1 0-15,0-2-2 0,1-1 11 0,-4 0-6 16,0 0 2-16,2-2-3 0,-1-1 1 0,0-2-1 0,1-4 1 16,-3 5-3-16,-2-3 11 0,0-1-2 15,1-3-7-15,-3 5-3 0,-1-1-2 0,1-5 2 16,-2 10 1-16,-2-1-2 0,1 0 4 0,-2 7-4 16,3-12 10-16,-3 12-13 0,-1-10 5 0,1 10-6 15,0 0 0-15,0 0-2 0,0 0-2 0,0 0 3 16,0 0-1-16,0 0 4 0,0 0 1 0,-12 38-2 15,10-26 1-15,-2 0 2 0,3 1 11 0,-3 3-10 16,0-3 6-16,1 1-9 0,3 2 6 0,0-4-3 16,3-1 7-16,-2-2 0 0,0 0-7 0,2 1 4 15,0-3 1-15,0 0 0 0,3 0 2 0,0-1-1 16,1 0-2-16,0-3-1 0,-1 0 6 0,1-2-4 0,2 2-2 16,-9-3 0-16,16-3-1 0,-4 2 4 15,-2-2-3-15,-1 0-1 0,-1 0 5 0,2-2-2 16,0 1 0-16,-2-2-2 0,1-1-3 0,-3-3 3 15,0 2-1-15,2-3 1 0,-3 1 0 0,3 0 1 0,-3-6-5 16,-1 5 4-16,0 0-2 0,1 1 0 16,-1 0-1-16,1 1 0 0,-2-1 4 0,1 3-7 0,2 2 3 15,-4 1-2-15,-2 4-2 0,9-9 1 16,-1 7 1-16,-2 0 1 0,-6 2-7 0,13 2 11 16,-4-2 0-16,-3 4-9 0,2 3 9 0,-2 0-9 0,2 1 1 15,-1 1-1-15,-1 2 3 0,0 3 0 0,-2-2-2 16,0-1 1-16,-2 1 3 0,1-1-6 15,1 0 3-15,-2-1-2 0,1 0 6 0,-1-1-1 16,0-3 2-16,1-1 1 0,0 3-4 0,0-4 4 16,-3-4 3-16,6 12-1 0,3-11-2 0,-4 2 5 15,3 0-12-15,-1-3 9 0,4 0-2 0,-1 0-3 16,0 0 2-16,1-3 1 0,0 0 1 0,-1-1-2 16,1-2 2-16,-2 0-1 0,0 0-4 0,0-4 1 15,-2 2 1-15,-1-2 2 0,1-2 1 0,-2 1 2 16,5-3-5-16,-6 2 3 0,1-2-3 0,-4 2 2 0,-1 2-2 15,1 0-2-15,-1 2 2 0,0 8-2 0,0-12-5 16,0 12 9-16,-1-8-7 0,1 8-6 16,0 0 5-16,0 0 1 0,-14 2-1 0,4 5 0 15,1 1 4-15,-1-1-1 0,-2 1-1 0,4 2-2 16,-1-2 0-16,1 2-9 0,0-1-15 0,3 1-22 0,0-2-6 16,2 2-12-16,2-3-19 0,-1 2-25 0,2-9-26 15,3 13-17-15,2-8-37 0,4 2-11 0,3-2-6 16,0-1 0-16,6 2-130 0,3-2-367 15,-2-2 163-15</inkml:trace>
  <inkml:trace contextRef="#ctx0" brushRef="#br0" timeOffset="185999.37">11003 14653 41 0,'4'-6'69'0,"-4"6"15"16,8-13-3-16,-8 13 30 0,-2-12-1 16,2 12 5-16,-6-18-8 0,6 18 11 0,-10-8-4 15,2 2 1-15,0 3-6 0,8 3-1 0,-21-1-4 16,7 4-4-16,1 1-3 0,-4 2-5 0,2 0 1 0,5 4-13 15,-2-3-5-15,2 1-7 0,3 1-5 0,0 2-4 16,1-4-7-16,2 3-1 0,2-1-6 0,1-2 0 16,1 1-10-16,3-1 1 0,1 3-6 15,2-3 5-15,0-2-11 0,4 0-2 0,1-2 2 16,1-1-3-16,-1-2-3 0,0 1-4 0,3-1 1 0,-2-3-3 16,-2-2 1-16,0 0 0 0,1 1-2 0,-3-1 1 15,3-4-3-15,-2 0-1 0,-3-1-2 16,-1-2 0-16,1 1 2 0,-2 0-1 0,3-6-3 15,-3 0 9-15,0 0-3 0,-3 1-8 0,4-3 1 16,-3 1 1-16,2 1-1 0,0-2-2 0,0-2 2 0,1 4 1 16,-1 0 0-16,0 0 2 0,2 1 5 0,-4 6 7 15,1-1 9-15,0 3 5 0,-2 2-2 0,-1 6-6 16,1-9-5-16,-1 9-2 0,0 0-1 0,0 0 1 16,0 0-2-16,10 15 4 0,-8-2 3 15,-2 3-2-15,-3 2 0 0,2 8 2 0,0-1-5 0,-3-1 5 16,1-6-7-16,-1 8 2 0,0-7 0 0,-1 6-8 15,2-7 0-15,-2 1-29 0,2-2-30 0,-1 1-42 16,2-7-39-16,-1 2-62 0,3-4-47 0,-3 3-169 16,3-3-443-16,0-9 197 0</inkml:trace>
  <inkml:trace contextRef="#ctx0" brushRef="#br0" timeOffset="186267.29">11703 14397 42 0,'3'-4'222'0,"2"0"-13"15,-5 4-26-15,0 0 3 0,8-3 2 0,-8 3 3 16,0 0 13-16,-5 21-8 0,2-6 10 0,-2 0-12 16,-1 4-20-16,2-2-1 0,-3 8-24 15,0 0 0-15,2-7-17 0,-1 6-14 0,0-5-11 0,3-1-10 16,-1 2-9-16,0-5-5 0,-1 2-9 0,2-1-11 15,3-3-2-15,0 0-11 0,-4-2-13 0,3 0-24 16,1-2-24-16,-1-1-28 0,-1 0-37 0,2-8-28 16,-2 12-37-16,1-5-33 0,1-7-39 15,-2 8-23-15,2-8-197 0,-6 3-469 0,6-3 209 16</inkml:trace>
  <inkml:trace contextRef="#ctx0" brushRef="#br0" timeOffset="186677.79">11466 14557 174 0,'12'-5'169'0,"-1"3"-4"0,2-1-5 15,8 1-10-15,7 1-6 0,2-2-16 0,0 6-3 16,3-2-14-16,-2 2-7 0,1-4 0 16,-1 6-3-16,-4-4-7 0,-6 2-9 0,-1-2-2 15,-2 1-5-15,-1 0-12 0,-5 0-7 0,-3 3-3 16,0-2-5-16,-2 3-6 0,0-1-4 0,-3-1-1 0,0 3 7 15,-2 2-7-15,-2-3 1 0,0 4 3 0,0-10-1 16,0 13-4-16,0-7-5 0,0 4-1 0,0-10-1 16,0 12-3-16,3-4-2 0,-2 0-1 15,0-3 1-15,4 1-2 0,-1 0-1 0,3 0 0 0,0-2-2 16,1 1 1-16,6-1 0 0,-1-1-5 0,3-3 7 16,-1 0-3-16,-2-2-1 0,4-1 2 0,-3-1-4 15,-1-1 3-15,-3 0-3 0,2-1 0 0,2-4-1 16,-5 0 1-16,2-3-4 0,-4 0 0 15,-1-3 3-15,0 4 2 0,-2-3 4 0,0 2-3 0,-4-3 2 16,0 1-2-16,0-1-1 0,-4 3-5 0,-1 1-4 16,0 2 1-16,-5-2 5 0,-1 4-8 0,1 0-7 15,-3 4 2-15,-6 0-5 0,0 2-15 0,0 1-27 16,-9 2-24-16,6 1-43 0,-5 5-25 0,8-4-64 16,-1 4-56-16,0-3-176 0,3 3-466 0,1-2 206 15</inkml:trace>
  <inkml:trace contextRef="#ctx0" brushRef="#br0" timeOffset="188307.22">12935 14628 183 0,'-10'-2'184'0,"10"2"-2"16,0 0-18-16,0 0-12 0,0 0-19 0,0 0-3 15,0 0 26-15,-5 8 1 0,5-8-15 0,-5 6-17 16,5-6-11-16,-5 10-8 0,3-3-4 0,2-7-3 16,-4 12-7-16,2-6-10 0,2-6-3 0,-4 11-5 15,2-5-3-15,2-6-8 0,-3 7-2 0,3-7-7 0,0 6 3 16,0-6-9-16,0 0 2 0,-5 10 2 0,5-10 3 16,0 0 8-16,0 0 3 0,0 0 11 15,0 0 16-15,-4 5-17 0,4-5 5 0,0 0-19 16,0 0-8-16,0 0-8 0,0 0-5 0,-5-22-5 15,3 14 5-15,0-2-8 0,2 2-1 0,-2-5-9 0,2 1 2 16,-3-4-3-16,6 2 0 0,-1-4-5 0,2 3-3 16,1-2 4-16,4 0-5 0,0 1-3 15,0 1 6-15,3 1-8 0,0 0-3 0,5 5-1 16,-7-2 3-16,4 3-4 0,4 1 1 0,-5 5-1 16,5-2 5-16,1 2-8 0,-4 4-1 0,6 4 1 0,-10 0-2 15,5 1 0-15,-5 6-3 0,4 0 3 0,-3 0 1 16,-2 1 3-16,-3 3-7 0,0-2 1 15,0 0 9-15,-5-2 11 0,2 3-21 0,-1-5 4 16,-1 1 0-16,-2-2 1 0,2-1-4 0,-2-2 3 0,0-7 3 16,-2 11-1-16,2-11-2 0,2 8 7 0,-2-8 10 15,0 0-12-15,-4 6-1 0,4-6-9 0,0 0 11 16,0 0 1-16,0 0-3 0,-7-19 2 0,7 19-2 16,-2-12 0-16,2 12-6 0,2-13 6 15,2 8 0-15,1-3-3 0,-1-2 0 0,6 3 0 0,1-6-8 16,2 3 5-16,1 1 0 0,-3 2-6 0,3 1 6 15,1 0-4-15,3 0 0 0,-7 2 2 0,0 3-2 16,3-1 0-16,-14 2-2 0,21 2 3 16,-10 2-5-16,-3 0 10 0,2 4-3 0,-4-1-3 15,1 2-2-15,-3 4-7 0,-2-3-23 0,-1 3-15 0,-1-2-18 16,0 1-29-16,-1 4-21 0,-3-5-35 0,-2 7-42 16,3-8-28-16,-1 3-35 0,-4-3-185 0,4 0-483 15,2-3 215-15</inkml:trace>
  <inkml:trace contextRef="#ctx0" brushRef="#br0" timeOffset="188932.18">13664 14604 59 0,'0'-13'234'0,"-6"3"-9"0,-2 0 0 0,1 0-6 15,-2 3-10-15,-1 0-16 0,-2 1-13 0,1 5-12 0,-3 1-5 16,-4 1-14-16,4 2-9 0,-1 5-12 0,-3-1-7 15,5 1-12-15,-2 2-2 0,5-2-16 0,3 2-6 16,-2-1 7-16,6 2-24 0,1 0-4 0,-2-3-5 16,6 3-5-16,2-2-9 0,3-1-1 15,3 2-3-15,-2-3-3 0,3-1-3 0,1-1-6 0,5-1 1 16,2-2-3-16,-9-2-4 0,3 2-3 0,-1-5-1 16,-1-1 0-16,1-1-1 0,-3-1-3 0,-1 1-4 15,0-2 0-15,1 1 3 0,-3-2-4 16,1 1 5-16,-3-3-7 0,2 3-3 0,-2-1 3 15,-2 1-2-15,2 0 4 0,-4 7-7 0,3-8 2 0,-3 8 1 16,2-7-2-16,-2 7-7 0,0 0-2 0,4-4 5 16,-4 4 1-16,0 0-7 0,0 0 2 0,0 0-3 15,0 22 7-15,0-22 0 0,0 15 0 16,0-4 0-16,4-1-1 0,-1 0 2 0,0 1 1 16,1-2 2-16,3 0-1 0,1 3 0 0,4-5 0 0,1 0 5 15,6 2-4-15,-4-4-2 0,5-1 9 0,0-3-9 16,-2-1-1-16,1-1 5 0,-4 1-6 0,-1-5 4 15,-3-2 0-15,0 0 1 0,3-4-3 0,-1-2-4 16,-4-1 5-16,-2 0-3 0,2-1 3 0,-5-2-2 16,3-1 6-16,-5 0-4 0,3-2 3 0,1-4-3 15,-3 5 1-15,-3-5 2 0,4 6 10 0,-4 1 5 16,4 0 8-16,-3 1 10 0,0 5 1 0,0 1 13 16,-1 2 8-16,0 0 2 0,0 8-12 0,2-9-6 15,-2 9-10-15,0 0-3 0,0 0-6 0,0 0-1 16,0 0 12-16,0 0 13 0,-7 40-13 0,3-20 1 15,2 5 8-15,-3 0-3 0,-6 3-8 0,6 0 6 16,-1-2-2-16,-1 0 3 0,3 0-22 0,-4 1 7 16,4-2 4-16,-1 0-8 0,-1-2 3 0,2-4-8 15,2 0-22-15,-3-1-27 0,0-3-36 0,1 3-32 16,-1-2-54-16,1-5-36 0,2 1-38 0,-1-4-40 16,1 1-26-16,2-2-28 0,0-7-209 0,-2 8-572 15,2-8 254-15</inkml:trace>
  <inkml:trace contextRef="#ctx0" brushRef="#br0" timeOffset="189385.28">14139 14519 129 0,'4'-4'144'0,"-4"4"-6"16,0 0 3-16,0 0 3 0,0 0 1 0,0 0 1 15,0 0-13-15,-21 17-12 0,11-8-9 0,-1 3-10 16,-5-2-12-16,1 2-5 0,-1-2-12 0,1 0-7 15,0-1-5-15,4-4-4 0,0 3-12 0,2-2-3 16,2-4 0-16,1 3-6 0,6-5-5 0,-11 7 0 16,6-5-8-16,5-2 6 0,0 0-8 0,-7 2-1 15,7-2-3-15,0 0 1 0,0 0-6 0,0 0-1 16,0 0-2-16,0 0 1 0,25 9-4 0,-16-6-2 16,3 1-1-16,-2 0 3 0,1 3 1 0,1-3 3 15,-1 3-7-15,7 0 6 0,-4-1-7 0,4 4 7 16,2-4-4-16,-2 0-2 0,4 1 4 0,-4-3-2 15,2-1 1-15,3-1-2 0,-3 1-1 0,1-5 0 16,6 1 2-16,-5 1-2 0,-6-3 0 0,2-1 2 16,-1-1-10-16,-2-1 10 0,-1 1-4 0,-2-3 5 15,-3 0-4-15,-2 0 4 0,2 0 2 0,-2-4 4 16,-1 2 4-16,-1-3 12 0,-3-2-7 0,0 3 6 16,0 1 1-16,-2-1 9 0,-2 4 17 0,2-2 8 15,0 10-9-15,-4-10-3 0,-5 6-11 0,9 4-3 16,-18-1-6-16,3 3 0 0,-4 4-1 0,1 5 0 15,0 0-9-15,-5 6 4 0,8-3-8 0,3 1-1 16,2 2-12-16,3-1-20 0,0-1-28 0,5 2-42 16,3 0-59-16,5-2-52 0,4 3-233 0,6-5-467 15,0-1 207-15</inkml:trace>
  <inkml:trace contextRef="#ctx0" brushRef="#br0" timeOffset="190041">15333 14582 110 0,'0'0'257'0,"0"-10"-8"0,0 10-19 15,-5-11-10-15,2 8-22 0,3 3-15 0,-17-1-6 16,5 2-6-16,-6 3-10 0,-3 6-2 0,-4 3-8 0,0 1-3 16,1 5-14-16,0-1-11 0,5-1-10 15,3-2-11-15,5-1-9 0,-2 2-8 0,4-2-9 16,5 1 0-16,2-2-7 0,3 2-9 0,-1-2-9 15,4-2-3-15,7 5-4 0,3-6-4 0,1 3 2 0,1-4-12 16,10 4 4-16,-10-5-5 0,2-1 3 16,0-1-7-16,5-3-18 0,-3-1 3 0,2-2 1 15,-3 0-3-15,-1-2 0 0,0 0-2 0,0-3-2 16,-2-2 6-16,-4 2-10 0,0-1-6 0,-1-2 0 16,1 0 4-16,-4-1-4 0,3-4-3 0,0-2-1 0,-4 5-1 15,-1 0 5-15,-1 1 4 0,0 1-8 16,-2 0 2-16,-1 2 1 0,-2 6-3 0,4-7 0 15,-4 7-3-15,0 0 5 0,0 0-1 0,0 0 0 16,0 0 0-16,0 0 1 0,-9 21 2 0,4-12 2 16,3-3-2-16,-1 6-19 0,3-2 5 0,0 2-1 0,2-2 6 15,-1 2 1-15,5-2 2 0,-2-1 0 0,2 0 11 16,-1-2-5-16,6 0-1 0,-2-2 2 16,1 0 4-16,0-1-2 0,1-3-4 0,-3-2 5 15,4 0 1-15,-2-2 2 0,-1-2 1 0,-3 2-1 0,2-3-6 16,0-2 7-16,-3 1 0 0,-1-5-3 0,-1 3 2 15,0-2-3-15,-2-2 4 0,-3-2-5 0,-3-1 2 16,3 3-1-16,-3-1-3 0,0-1-6 0,-2-1-4 16,1 6-12-16,1 2-12 0,-1-1-13 15,1 4-14-15,-6 0-24 0,5 2-19 0,-4 2-32 0,10 1-22 16,-22 1-34-16,14 2-34 0,-3 2-154 0,2-2-417 16,9-3 185-16</inkml:trace>
  <inkml:trace contextRef="#ctx0" brushRef="#br0" timeOffset="190299.89">15720 14541 53 0,'6'-11'180'0,"1"-4"-6"0,-2 4 14 15,-3 1 0-15,1 2 0 0,-3 4-12 16,0 4-22-16,5-10-18 0,-5 10-14 0,0 0-9 0,0 0 4 15,0 0 4-15,9 30-10 0,-10-13 2 0,-3 4-9 16,1 6-10-16,3 0-10 0,-2 0-3 0,-5-1-13 16,4-1-2-16,-4-1-6 0,5 0-6 15,-5 0-6-15,2 0-11 0,1-6-26 0,-1-2-38 16,0 3-37-16,1-4-34 0,-2 0-35 0,3-3-52 0,2-3-32 16,-1 1-137-16,-1-3-382 0,2-1 170 0</inkml:trace>
  <inkml:trace contextRef="#ctx0" brushRef="#br0" timeOffset="190513.43">15914 14541 40 0,'1'-7'221'16,"1"1"-21"-16,-2 6-21 0,5-7-19 0,-5 7-6 15,0 0 9-15,0 0 6 0,-8 26 0 0,4-8-4 16,-2 7-8-16,-3 3-11 0,1 1-17 0,1-3-12 0,-2 0-13 15,0 2-10-15,2-1-13 0,-2 0 0 0,1-3-24 16,1-5-29-16,1 5-35 0,-1-6-40 16,1-1-41-16,2-1-47 0,0 1-26 0,2-6-30 15,-2 2-141-15,-1-3-357 0,2 0 158 0</inkml:trace>
  <inkml:trace contextRef="#ctx0" brushRef="#br0" timeOffset="190783.2">15923 14923 104 0,'18'-10'160'16,"-1"-1"-13"-16,3-5-2 0,-2 5-11 0,0 0-3 0,6-6-10 16,-6 6 5-16,4-5-3 0,-1 0 0 0,-5 4-4 15,2-3-4-15,-5 2-11 0,0-1 1 0,-1-2-1 16,-3 2 0-16,-1 3 8 0,-2 0-6 16,-2 0-6-16,-3 1-4 0,0 5-12 0,-1 5-4 15,0-14-10-15,-6 10-6 0,-2 0-8 0,-3 4-5 0,-3 2-6 16,-4 2 2-16,-10 5-9 0,1 2-3 0,5 0-2 15,3 1-5-15,1 0-1 0,3 0 0 0,2 2-4 16,2-1-4-16,2 4-2 0,5-1-4 0,1-1 2 16,3 1-9-16,3-1-24 0,3 0-25 15,5-1-29-15,1 1-42 0,2-3-43 0,11-1-37 0,-4-4-37 16,6 3-157-16,-1-3-421 0,1-1 186 0</inkml:trace>
  <inkml:trace contextRef="#ctx0" brushRef="#br0" timeOffset="191000.46">16531 14743 28 0,'-1'-12'195'0,"1"12"-5"0,-4-13-5 0,2 10-14 0,2 3-5 16,-12-6-8-16,5 6-5 0,7 0 0 0,-26 6-11 16,11 1-4-16,-3 1-13 0,1 5-8 15,2-2-14-15,2 3-4 0,-1 1-13 0,2-2-8 0,2 5-5 16,4-5-9-16,2 4-3 0,0-3-9 0,4-3-5 15,3 3-2-15,1-3-25 0,5 3-24 0,3-2-38 16,1-1-50-16,2-1-41 0,3-2-44 16,3 0-191-16,-2-4-396 0,2-2 175 0</inkml:trace>
  <inkml:trace contextRef="#ctx0" brushRef="#br0" timeOffset="191248.92">16760 14572 196 0,'2'-7'256'0,"-1"1"-22"0,-1 6-25 0,0-9-15 15,0 9-22-15,0 0 1 0,0 0 4 0,0 0-6 16,-16 25 6-16,10-10-14 0,-3 2-7 16,-1 9-14-16,2-2-10 0,-1 1-6 0,2 1-17 15,0-3-5-15,3-4-5 0,-3 6-13 0,-1-1-7 0,3-6-10 16,1 0-2-16,2-2-6 0,-1 2-20 0,2-5-27 15,-3-1-30-15,4-1-41 0,-3 1-33 16,1-2-54-16,-1-2-40 0,3-8-46 0,-5 10-19 0,1-5-158 16,-1-2-440-16,5-3 195 0</inkml:trace>
  <inkml:trace contextRef="#ctx0" brushRef="#br0" timeOffset="191595.91">16586 14754 148 0,'11'-2'164'0,"0"0"-3"16,2 0-1-16,0 2 2 0,6 1-9 0,1-2-4 16,0 2-8-16,6 3-9 0,-5 0-15 0,-3 2-5 15,-1 1-1-15,-1 0-11 0,-3-1-15 0,-2 2-3 16,-2-3-4-16,3 3-8 0,-3 0-2 16,-2 1 3-16,-2-3-9 0,2 3-6 0,-4 0-3 0,1-3-5 15,0 4-3-15,-1-4-2 0,-2 0-1 0,2 0 0 16,1 1 6-16,-2-2 2 0,4 2 1 0,-2-4 0 15,1 1 1-15,-5-4-1 0,15 4-2 0,-2-2-7 16,-2-2 2-16,0-2-2 0,1 1-2 16,-1 0 1-16,2-1-6 0,-3-5-3 0,-1 2 0 0,1-2-5 15,-1 0 1-15,0 0-2 0,-1-3 1 0,-2-1 1 16,1 1-18-16,-2-1 7 0,-1-4-5 0,-2-1 1 16,0 6-5-16,-2-3-4 0,-2 3 1 0,0-2-26 15,0 2-17-15,1 0-25 0,-3 3-35 16,-1 1-27-16,-5 3-37 0,10 3-24 0,-22-4-22 0,8 7-38 15,-4 2-150-15,-1 3-428 0,-10 2 189 0</inkml:trace>
  <inkml:trace contextRef="#ctx0" brushRef="#br0" timeOffset="192009.2">16947 15005 121 0,'13'-3'174'0,"-2"-2"-12"15,1 0 1-15,3-2-4 0,-3 1-12 16,4-3-7-16,-6 1-6 0,4-3-8 0,0 0-10 0,0-3-7 16,-1 0-10-16,-1 0-7 0,2-2-8 0,-4 1-6 15,0-2-1-15,0 1-2 0,-2-1-4 0,-1-1-5 16,-2 2-7-16,-2 3 1 0,0-4 12 0,-3 5-9 16,4 2-5-16,-4 1-1 0,-3-1-9 15,2 3 0-15,1 7-1 0,-8-10-8 0,6 4-1 0,2 6-5 16,-5-7 1-16,5 7-9 0,-4-5-4 0,4 5-5 15,0 0 1-15,0 0 2 0,-3-7-2 0,3 7 0 16,0 0 0-16,0 0 0 0,0 0-5 0,22 13 2 16,-10-5 0-16,4-4-4 0,2 1 2 0,2 3-3 15,-2-5 1-15,3 1-1 0,-2 2-1 0,-1-1 0 16,-5-1-3-16,-1-1-3 0,-3 1 1 0,2 0-3 16,-2 2 4-16,-4 0-4 0,-1 2 8 0,-1 0 0 15,-1 2 6-15,-2 2 8 0,-3-2 0 0,2 0 3 16,-3 2-3-16,0-1-6 0,0 0 6 15,0-1-5-15,1 2 2 0,-1 0-5 0,-3-2-5 0,1 0-12 16,1 0-22-16,1-1-30 0,-1 2-37 0,2-3-51 16,1-2-59-16,-2 0-55 0,4-6-173 0,-4 11-465 15,4-11 206-15</inkml:trace>
  <inkml:trace contextRef="#ctx0" brushRef="#br0" timeOffset="193670.99">18109 14633 63 0,'-6'-7'216'0,"1"4"-6"0,-5-2-4 0,-3 5-12 15,-4 0-10-15,-3 6-8 0,0 3-8 0,-7 1-6 16,1 4-13-16,3 2-11 0,0-2-14 0,7-1-1 16,3 2-18-16,-5 4-8 0,8-3-8 15,5 2-6-15,2-3-8 0,3 4-7 0,1 0-6 0,5-3-6 16,4 2 1-16,5 2-9 0,6-4-37 0,0 0-13 15,4-3-22-15,-6-3-23 0,5 0-27 16,-3-5-28-16,-2 1-22 0,1 0-15 0,2-3-4 16,-2-2-13-16,-2-1 3 0,0-1 4 0,0-1-3 15,-4 1 9-15,0-3 6 0,0 0-84 0,2-1 190 0,-4-1-148 16,0 0 157-16,-1-1-57 0,1-1 15 0,-3-1 25 16,0-1 16-16,1-3 12 0,-2-2 13 15,-2 4 11-15,0 0 7 0,1-1 16 0,-2 1 21 16,-1 1 0-16,0-1 6 0,-2 2 8 0,1 0 18 15,-1 4 10-15,-2 5 0 0,2-9-5 0,-2 9-10 0,0 0-1 16,0 0-1-16,0 0 7 0,0 0 10 0,0 0-3 16,-12 21-3-16,5-9 0 0,0 3-7 0,1 2 1 15,-1-1-5-15,5 0-7 0,-2 1-7 0,1-2-4 16,2 1-5-16,2-4-6 0,2-1-5 16,1 2-4-16,-1-3-4 0,5 0 0 0,2 0-9 0,-2-3 0 15,4-3-1-15,0 3-6 0,4-1 0 0,-2-4-1 16,-2 1-2-16,2-3-1 0,-1-1-3 0,0-2-1 15,0 0 1-15,0 0 3 0,-1-4-9 0,0 1 0 16,-4-3 0-16,-1 1 0 0,9-4-4 0,-6-1 2 16,-3-2-5-16,1-1 4 0,0 1-5 0,0 0 3 15,0-3-1-15,-1 1-1 0,-1 3-4 0,-1 0 4 16,-1 3 1-16,-3 4 0 0,2 0 6 0,-2 1 1 16,3 0-1-16,-4 6 0 0,0 0-7 0,1-10 1 15,-1 10 5-15,0 0 2 0,0 0-10 0,0 0 1 16,-5 26 4-16,1-13 0 0,2-2 0 0,1 2 1 15,-3 3 1-15,1-4 11 0,1 3-3 0,0-2-5 16,2-1 6-16,0-1-2 0,2 2 1 0,0-1-4 16,2-1 5-16,1-2 7 0,0 1-7 0,7-3 2 15,2 2 1-15,-2-5-6 0,4 2-3 16,2-2 1-16,-1-2 1 0,2 0-1 0,-2-1-4 0,0-2 9 16,-3-1-10-16,-1-1-3 0,-1-2 4 0,1-1-1 15,-1 0 0-15,1 0-1 0,-2-7-5 0,0 1 7 16,-3-2-10-16,0-1 7 0,-3-1-3 0,-1-3-5 15,0 1 8-15,-3-3-3 0,-1-5-8 16,-1 8 1-16,-2 0-5 0,1-1 2 0,-5 3 6 0,2 2 3 16,-1 5-7-16,2-1 1 0,-1 0-1 0,-3 6-4 15,2-5-1-15,-3 5 1 0,4 0 2 0,5 4 3 16,-10-3-4-16,10 3 2 0,-8-1 0 16,8 1 3-16,0 0 1 0,0 0-4 0,0 0 6 15,0 0 1-15,0 0-5 0,0 0 5 0,20 18 5 0,1-11-8 16,7 0 3-16,4 1 2 0,-3-3-3 0,1 1-3 15,-9-4 1-15,-1 2 3 0,-3-3 0 0,-2 0-6 16,-3 1 6-16,0-1 13 0,-4 0-13 0,0 0 2 16,-8-1-6-16,11 0 0 0,-6 2-1 0,-5-2 1 15,5 5-6-15,-5-5 5 0,0 10 0 0,0-10 5 16,-3 12-5-16,-1-1 4 0,-1 0 4 0,1-1 1 16,-4 5 11-16,0-1-5 0,2 0-6 0,0-2 4 15,1-2-1-15,1 2 0 0,-1-2-2 0,3-1 2 16,1 2-1-16,-1-2 2 0,5 1 0 0,1 0 0 15,1-2-5-15,0 0 5 0,1-1-2 0,3 2 3 16,1-4-3-16,-2 1 1 0,2-3-4 0,2 1 9 16,-5-2-7-16,0 0 3 0,1 0-5 0,-8-2 6 15,12 1-3-15,-12-1 5 0,12-5-10 0,-8 3-1 16,1-3-6-16,-5 5-2 0,7-13-9 0,-3 3-2 16,0 1-1-16,-1-3-2 0,-2-1 0 0,0-4-3 15,-1 0-4-15,1 2 1 0,-2-4 5 0,0 2 2 16,1 1-2-16,-1-1 5 0,1 5 0 0,0 0 3 15,0 2 0-15,0-1 0 0,1 1 1 0,0 2 4 16,-1 8-3-16,1-9 3 0,-1 9-4 0,7-8 5 16,2 6-2-16,0 0 5 0,5 0-3 0,0 2 2 15,3 4 0-15,2 0 3 0,-1 0-5 0,-3 3 1 16,3 2 0-16,-3 1 9 0,-5-2-9 0,3 5 0 16,-4-1 1-16,-2 1 3 0,-4-2-2 0,2 0 0 15,-2 5 2-15,-1-3 0 0,1 0 1 0,-3-2 0 16,0 0 0-16,-3 0 2 0,2-1 0 0,1 0 3 15,1-2-3-15,1 0 6 0,-2-8 0 0,1 15 5 16,0-9-3-16,4-2 0 0,1 2 3 0,5-1 0 16,-2 1-2-16,3-3 0 0,0 1-2 0,6-2-1 15,-4 0 1-15,-1-2-2 0,1 0 1 0,-1-2 4 16,-2 0-3-16,2-2 0 0,-3-1 0 0,1 0 1 16,0-3-5-16,-3-1 4 0,1 1 0 0,-2-3-7 15,1-2 3-15,0-3 3 0,-4-1-3 0,-2 2 8 16,-1 1-11-16,-1-1 0 0,0 3-1 0,-1 3 7 15,0-1 0-15,0 4 5 0,1 6-2 0,-3-13-1 16,3 13-6-16,-4-6 2 0,4 6 2 0,-11 0-5 16,11 0 0-16,-22 6-1 0,10 1 1 0,1 2-2 15,2-1 1-15,-1 5-13 0,-3-2-24 0,8 0-28 16,-3 2-28-16,4-1-43 0,-1-1-52 0,4 2-46 16,5-2-230-16,0 0-502 0,2 1 222 0</inkml:trace>
  <inkml:trace contextRef="#ctx0" brushRef="#br0" timeOffset="193957.42">19719 15073 84 0,'4'-6'196'16,"1"-2"-6"-16,0 0-5 0,0 0-13 0,-1-4 6 16,0 0-7-16,1 2-18 0,1-1-5 0,0-4-10 15,1 4-11-15,2-3-8 0,1-3-4 0,2 2-2 16,-3 2-5-16,2-1-7 0,1 3-10 0,-3 2-4 0,1 0-1 15,-3 5-7-15,-1-3 5 0,-1 3-17 16,-1 0-8-16,-4 4-6 0,7-3-11 0,-7 3 2 16,0 0-4-16,13 9-4 0,-8-2-5 0,-2 1-3 15,-1 3-5-15,2 1 1 0,-3 0-3 0,-1-1 1 16,3 1-6-16,-3-2 5 0,0 4-3 0,0 1-2 16,0-2-10-16,0-3-15 0,0 1-17 0,0-1-26 15,-3 2-38-15,3-2-28 0,4 0-35 0,-3-2-56 16,2-2-45-16,-3-6-144 0,2 10-429 0,1-6 191 15</inkml:trace>
  <inkml:trace contextRef="#ctx0" brushRef="#br0" timeOffset="194220.64">20236 14602 192 0,'0'0'221'0,"6"-11"-26"16,-6 11-17-16,0 0-12 0,0 0 6 0,0 0 2 16,0 0 3-16,-9 27-11 0,3-11-5 0,1 0-10 15,3 3-5-15,-5-1-7 0,2 7-12 0,3-7-12 16,-2 1-8-16,0-1-8 0,0 1-6 0,2-1-17 16,-5 0-3-16,5-1-9 0,-1-1-5 0,2-1-4 15,0-2-13-15,-1-2-29 0,1 0-38 0,-1-1-48 16,-1-3-51-16,0 2-45 0,3-9-35 0,-2 12-30 15,-1-8-155-15,-4-1-422 0,7-3 188 0</inkml:trace>
  <inkml:trace contextRef="#ctx0" brushRef="#br0" timeOffset="194407.23">20075 14811 168 0,'4'-4'166'0,"-4"4"-4"0,12-5-8 0,-5 4-6 0,4-2-7 15,-2 0-10-15,2 2-7 0,-1 0-17 0,1 1-9 16,1 0-8-16,-3 1-8 0,3 0-8 0,-1 0-12 16,-4 1-10-16,-7-2-18 0,14 1-31 0,-8 1-45 15,-6-2-20-15,0 0-37 0,12 0-34 0,-12 0-111 16,0 0-263-16,0 0 116 0</inkml:trace>
  <inkml:trace contextRef="#ctx0" brushRef="#br0" timeOffset="196446.42">20561 14896 73 0,'4'-8'221'16,"1"3"-8"-16,-1-1-5 0,-2-1-7 0,-2 7-8 15,6-4-15-15,-6 4-18 0,3-7-14 0,-3 7-15 16,0 0-32-16,0 0 2 0,0 0 8 0,0 0-3 16,-11 24-11-16,7-12-4 0,0 2-7 0,-1 2-7 15,4 0-11-15,-1 2-3 0,4-2-5 0,0 1-5 16,3-1-6-16,-1 1-2 0,0-6 0 0,5 4-6 16,-3-4-6-16,1-1-4 0,0 0-1 0,3-3 0 15,-2 1-8-15,3-1 3 0,-4-3-3 0,1-1 0 16,-1-1-2-16,-7-2-6 0,15-1-14 0,-9-2-7 15,-6 3-5-15,14-6 6 0,-9-2-4 0,-1-1-7 16,0 0-3-16,-3-2 1 0,2-5 2 0,-2 0-4 16,0-2 1-16,-1 0 5 0,-2 0-1 0,-2-1 2 15,-1-1 1-15,-2 2 6 0,1 0-3 0,-3 4 0 16,4 3 5-16,-1 0 0 0,0 3 1 0,2 1 1 16,1 2-1-16,3 5-3 0,-9-9 1 0,9 9 1 15,-3-5 0-15,3 5 3 0,0 0 0 0,0 0 0 16,0 0-1-16,0 0 4 0,0 0 1 0,35 12-2 15,-16-9 3-15,12 5-2 0,-3-3-1 0,4-1 2 16,-2-2-5-16,2-2 4 0,-2 0 1 0,-7-1-1 16,-3-1 9-16,1-2-8 0,-2 1-1 0,-1-3 3 15,-7 0 2-15,1-1-2 0,-3 0 2 0,2-3 0 16,-6 1 4-16,0-3-3 0,2-4 2 0,-3 0 1 16,-1-1-1-16,-1 1 4 0,-1 1-3 0,-1-2 4 15,-1 7 4-15,-1-2 5 0,1 6-4 0,1 6 5 16,-1-14-9-16,1 14-2 0,-4-7-1 0,4 7 2 15,0 0 0-15,-17 16 4 0,3 6 6 0,3 2 7 16,-4 3-5-16,0 5 5 0,-6 9 4 0,3 3 0 16,2-11 3-16,4 1-9 0,-1-3 5 0,3 1-5 15,1 1-5-15,0-2 0 0,2-1 1 0,2 1-1 16,-1-3-6-16,2 0 1 0,-2-2-19 0,3-7-26 16,1 4-35-16,-1-5-35 0,0-1-38 0,0-2-39 15,1-4-37-15,-2 0-37 0,-2-3-162 0,-1-1-445 16,-2-2 198-16</inkml:trace>
  <inkml:trace contextRef="#ctx0" brushRef="#br0" timeOffset="196598.34">20906 15060 59 0,'22'-4'120'0,"5"2"-17"16,1 4-8-16,5 0-16 0,-1-2-21 0,4 1-46 15,-3 2-40-15,0-1-55 0,0 0-91 0,-1-1 41 16</inkml:trace>
  <inkml:trace contextRef="#ctx0" brushRef="#br0" timeOffset="196825.79">21623 14768 64 0,'3'-10'227'0,"2"1"-5"0,-4 4-15 15,3-2-20-15,-4 7-23 0,0 0-17 0,0 0 3 16,0 0 6-16,0 0 8 0,0 0-2 0,-8 40-3 16,0-16-5-16,1 1-7 0,0 2-15 0,0-1-15 15,0 0-15-15,1 0-4 0,1-7-9 0,0 6-13 16,0-1-5-16,2-5 3 0,1-1-24 0,-2-1-33 16,1-3-17-16,1 1-39 0,0-2-37 0,0-1-41 15,0-1-39-15,2-2-33 0,-2 1-32 0,2-4-169 16,0-6-422-16,-1 9 187 0</inkml:trace>
  <inkml:trace contextRef="#ctx0" brushRef="#br0" timeOffset="197113.12">21774 14955 8 0,'0'0'167'0,"6"14"-1"0,-6-8-6 0,0-6-14 16,2 17-4-16,0-7-9 0,-1 0-6 0,4-1-9 15,-1 2-7-15,3-3-5 0,-1 2-9 0,3-2-2 16,4-2-5-16,-2 0-2 0,5-3-7 0,0 1 0 16,2 1-3-16,-1-4 3 0,1-1-2 0,2-3 5 15,-7 0-11-15,0-1 1 0,-2-2-3 0,-1-1-4 16,-2 0 3-16,1-2-1 0,-4-1-2 0,-2-1-12 16,-3-1-6-16,-2-1 1 0,-2-2-10 0,-1 4 0 15,-2-1-9-15,-2-1 1 0,-3 2-3 0,2 2-4 16,-5 2-4-16,1 4-11 0,-4-2-27 0,0 4-20 15,5 2-27-15,-1 2-32 0,3-1-34 0,-1 2-43 16,1 0-34-16,2 5-192 0,0-3-430 0,1 1 190 16</inkml:trace>
  <inkml:trace contextRef="#ctx0" brushRef="#br0" timeOffset="197663.64">22176 14991 14 0,'0'0'189'0,"8"-1"-3"0,-8 1 8 0,0 0 14 16,0 0-5-16,8 9-3 0,-6-3-13 0,-1 1-10 15,-1-7-15-15,0 15-10 0,2-7-17 0,-1 1-4 16,0 0-8-16,1-3-8 0,-1 1-11 0,-1-7-8 16,1 10-9-16,1-4-9 0,-2-6-7 0,0 8-7 15,0-8 1-15,0 0 4 0,0 0 3 0,1 11 5 16,-1-11-4-16,0 0-6 0,0 0 4 0,0 0-19 15,0 0-5-15,0 0-3 0,0 0-2 0,0 0-6 16,4-28-6-16,-4 19 1 0,1 2-6 0,2-3-3 16,-1-3-2-16,3 1 3 0,0-3-7 0,2 0-3 15,0-2 3-15,2 2-9 0,1-2 8 0,3 0-4 16,0 4-2-16,1-1 7 0,-1 5-12 0,0 2-2 16,-4 1 0-16,2 2-1 0,-2 4 0 0,1 2-5 0,-1 2 7 15,1 3-4-15,1 2-4 0,-5 1 1 16,4 3 0-16,-3 4 2 0,-1-3 4 0,-2 1 5 15,-1 1-10-15,0-1 8 0,1-1 0 0,-4-5-9 16,0 3-3-16,1-5 4 0,-1 1 3 0,0-8 3 16,2 11-6-16,-2-11 6 0,0 8 2 0,0-8 1 15,0 0-2-15,0 8 4 0,0-8-3 0,0 0-4 16,0 0 2-16,0 0 3 0,0 0-1 0,11-16 2 16,-7 8-8-16,1 1 6 0,4 0 0 0,1-1 1 15,3-2-12-15,1-2 3 0,2 1 1 0,0 2 0 16,0-2 1-16,1 2 0 0,-1 4-1 0,-1-3-2 15,-3 5-2-15,-1 0 2 0,-3 1-3 0,-2 2 5 16,-6 0-6-16,14 2 5 0,-9 1-4 0,0 2 0 16,0 0 1-16,1 0 1 0,-3 1-9 0,0 0-20 15,-2 3-25-15,-1 0-21 0,-1 1-42 0,-3 0-48 16,2 2-50-16,-1-3-27 0,-1 2-234 0,-1-2-522 0,2 0 231 16</inkml:trace>
  <inkml:trace contextRef="#ctx0" brushRef="#br0" timeOffset="198139.51">22982 15051 98 0,'0'0'207'16,"6"-4"-14"-16,-6 4-15 0,6-3-6 0,-6 3-1 15,0 0 0-15,0 0-10 0,0 0-4 0,0 0-2 16,-10 19-11-16,6-15-8 0,2 4-8 0,-2-1-8 0,0 0-13 15,0 1 0-15,2-2-18 0,-1 0-7 16,-2 0-8-16,5-6-6 0,-2 8-4 0,2-8-4 16,0 0 3-16,-3 8 5 0,3-8 2 0,0 0 15 15,-3 6-3-15,3-6 8 0,0 0-6 0,0 0-9 0,0 0-7 16,0 0-3-16,0 0-9 0,0 0-4 0,9-29-10 16,-5 18-3-16,-1 0-2 0,2-3-6 15,-1-2-6-15,-2-3 0 0,3 1-2 0,0 0-1 16,4-8-5-16,-1 4 3 0,2-2-4 0,3 0-1 15,-1 2 2-15,-2-2-3 0,6 4-3 0,0-1-1 0,-2 5 0 16,-4 5-3-16,-1 1 0 0,0 1-3 0,-3 3 1 16,2 1-6-16,-3 1 1 0,4 2-2 15,-9 2 2-15,13 7-4 0,-4 0 5 0,0 3-4 16,0 5 0-16,-3 3 9 0,-2 1 5 0,0 0-5 16,-2 1 8-16,1-1-3 0,-2 0 5 0,-1-1 3 0,-1 3 0 15,-2-4 1-15,3 2-3 0,-1-4-9 16,1 3 6-16,-1-2-1 0,1-1 1 0,-2-3-2 0,1 1-9 15,0-1-14-15,1-2-13 0,0-1-43 16,0-1-33-16,-1 0-28 0,1-8-30 0,-7 15-28 16,3-9-28-16,2-1-30 0,-3-2-22 0,-3 1-18 0,3 0-151 15,5-4-471-15,-14 1 210 0</inkml:trace>
  <inkml:trace contextRef="#ctx0" brushRef="#br0" timeOffset="198286.89">23030 15026 69 0,'0'0'173'0,"9"-1"-13"16,-1-2-16-16,4 2-19 0,7 1-14 0,3 1-4 15,7 0-20-15,4 2-40 0,3-3-26 0,2 3-53 16,3-2-33-16,12 0-26 0,-16-2-52 0,-2 0-155 16,2-1 69-16</inkml:trace>
  <inkml:trace contextRef="#ctx0" brushRef="#br0" timeOffset="198399.58">23653 15025 61 0,'10'-3'180'0,"1"3"1"15,-4-1-3-15,-7 1-13 0,10-2-11 0,-10 2-3 16,10-1-9-16,-10 1-11 0,0 0-13 0,6-2-11 16,-6 2-14-16,0 0-21 0,0 0-30 0,0 0-44 0,0 0-48 15,9 3-68-15,-9-3-150 0,0 0-290 0,0 0 128 16</inkml:trace>
  <inkml:trace contextRef="#ctx0" brushRef="#br0" timeOffset="214200.53">23633 7206 66 0,'13'3'72'0,"0"0"-11"0,0 0-10 0,-1 1 8 15,0 1-5-15,1-1-4 0,-3 2-6 0,1-2-6 16,-2 1 3-16,0 2 0 0,0-2-3 0,0 1 2 0,-1 0-5 16,0 1-2-16,-1 0-4 0,3 1-2 15,-2 0 7-15,0 1-7 0,-2 2 4 0,2-1 0 16,-2 1-5-16,-1 1-3 0,2 3 0 0,0-2 2 15,-2 2-5-15,2 3-3 0,-2-2-3 0,0 1 1 0,-1 0 1 16,2 8 6-16,-1-1-2 0,1 1-2 0,-3 0 12 16,1 3-2-16,-1-1-2 0,-2 2-4 15,0 1 3-15,1-1 1 0,-2 0-1 0,1 3 0 0,-2 1 1 16,2-2 2-16,-4 5-3 0,3-1 2 0,-1 12 7 16,0-13-10-16,-6 13-1 0,5-11-2 0,-2 8 5 15,-2-8 1-15,-1 13-4 0,1-2 3 16,-1 0 1-16,2-2-6 0,0 5-1 0,0 1-1 0,-2-1 1 15,0-1-2-15,2 1-3 0,1-2 0 0,3 4 3 16,-3-5 0-16,3 3-1 0,-3-2 0 0,0 0-1 16,-1 0-1-16,2 1-1 0,0 3 0 0,1-1 4 15,-2 1-7-15,2 0 9 0,1-2-5 0,-2 0 3 16,3 5-1-16,0-1-4 0,-1 0 5 0,2-3-5 16,-1 1 2-16,-6 0-4 0,5-1 2 0,1 1 1 15,-3-2-4-15,-1 4 2 0,-2-2 1 0,3 6 1 16,-5-4 2-16,-4 5 0 0,1-3 0 0,0 2-2 15,1-1 0-15,-2 0-2 0,1-1 2 0,2-1 0 16,0 1 1-16,1-2-2 0,-1 0-4 0,3 3 5 0,-2 0 0 16,4-1 0-16,2 0 0 0,-2-1-3 15,0 3 0-15,0-3 0 0,6 0 1 0,-2 0-1 16,1 2 5-16,3-4-3 0,3 2-4 0,-2 2 5 16,3-3 0-16,1 1-1 0,2 4-3 0,5 21 3 15,-3-29-1-15,-4 3-2 0,-2-3 0 0,-3 3-3 16,2-3 1-16,-1 2-1 0,-3-3 0 0,-2 1 0 15,-2-3 0-15,2 0 1 0,-1 0 0 0,-1 2 2 16,0-2 1-16,-3-1 0 0,2 2 1 0,-4-2-1 0,2-11 3 16,0 11-6-16,-3 0 3 0,1 1-2 0,-1-1 3 15,1 3 0-15,2-4 2 0,-1 1 2 16,2-1-2-16,0-12 0 0,3 13 1 0,-5 0-4 16,3 2 1-16,0 0 3 0,1-4-2 0,1 0-4 0,3 1 2 15,-1 0-1-15,-3-12 3 0,1 14 2 0,1-1-1 16,-2 0-5-16,2-1 6 0,2-1-3 0,0 0 1 15,-2-10-1-15,0 11 3 0,3 0-1 0,-2 3-2 16,4-3 4-16,0 4 1 0,3-2-3 0,1-1-6 16,-3-1 6-16,-1 4-2 0,3-3-2 0,0 0 2 15,2-2-4-15,-4 1 4 0,1-1-5 0,0 1 0 16,-3-11-2-16,-1 1-2 0,-1-1-1 0,0 13 5 16,-2-15-4-16,-3 17 2 0,3-4-2 0,-4-10 0 15,3-1 1-15,-7 12 1 0,3-15-3 0,4 2 5 16,1 13-5-16,-1-12-2 0,-3-2 2 0,0 0 5 15,-2-1-2-15,-2 2-2 0,3-2-1 0,1-1 0 16,-4 0-1-16,6 0-1 0,-3-1 7 0,-2-1-4 16,2 2 2-16,3-4-3 0,-5 1 0 0,3 1 4 15,-1-2-3-15,1-2 5 0,1 1-7 0,1-1 2 16,-1 1 2-16,0 1-2 0,0-8-1 0,3 0 0 16,-2 6 19-16,-1 2-3 0,2-8-3 0,-2 1 0 15,3 5-1-15,-1 0-4 0,0 2 3 0,0-2-5 16,-2 2 6-16,-1-1-5 0,2 0-1 0,-1 1 3 15,1-3-18-15,-2-4-5 0,-3 5 1 0,1 2-1 16,1-8 1-16,-4 6 4 0,4 1-3 0,-3-3 4 16,0 1-3-16,2-5 3 0,0 6 2 0,-1 3 4 15,-2-6-6-15,-1 3-1 0,2-7 3 0,-2 5 5 16,-2 2-7-16,2-1 3 0,3 1-2 0,-3 1 6 16,1-3-5-16,0-5 3 0,2 7-1 0,-4-8 0 15,2 5 4-15,-3 2-4 0,4-7 1 0,-2 0 2 16,0 0-5-16,-1 0 2 0,1-2 1 0,-1 2 1 15,-1-2-3-15,0-1 3 0,-2 3-3 0,1-6 30 16,-1 3-1-16,-4-3 3 0,0 1-6 0,0-2-4 16,-6 1-3-16,4-3-5 0,-11 2 1 0,2-1 0 15,-1-7-2-15,-7 0-10 0,-13-1-7 0,11-3 4 16,2 0-3-16,-13-8-11 0,-3 5-7 0,15-3-23 16,-12-2-20-16,12 3-19 0,-13-6-30 0,12 5-29 15,-12-6-31-15,16 0-35 0,0-1-20 0,0 0-167 16,-8-9-431-16,11 3 191 0</inkml:trace>
  <inkml:trace contextRef="#ctx0" brushRef="#br0" timeOffset="-214377.12">24974 7310 15 0,'0'0'170'16,"0"0"-11"-16,0 0-13 0,0 0-20 0,0 0-7 16,0 0-3-16,0 0-7 0,27-7-11 0,-14 6-11 15,4-1-1-15,3 1-13 0,-1-1-3 0,2 1-10 0,8-2-5 16,-4 3-3-16,-3-2-4 0,-3 0-8 15,0 2-15-15,-2 0-23 0,-4 0-29 0,1-2-24 16,-3 2-23-16,2-1-14 0,-7 1-29 0,-6 0-100 16,8-5-235-16,-8 5 105 0</inkml:trace>
  <inkml:trace contextRef="#ctx0" brushRef="#br0" timeOffset="-213952.02">25162 7225 40 0,'0'0'144'0,"0"0"-13"15,0 0-18-15,0 0-1 0,0 0-4 0,-5 13 9 16,5-13 4-16,-1 14 8 0,-1-5-3 16,2 4-9-16,-4 6 3 0,3-1-6 0,-3 7-7 0,2 0-7 15,-1-6-6-15,-1 6-8 0,0 3-9 0,-1-4 2 16,-1 6 0-16,2-11-8 0,0 0-1 0,-1-2-2 16,1 4 4-16,0-2-14 0,2-1-3 0,1-2-4 15,2-3-6-15,-1-2-6 0,2 2 1 0,-2-2-9 16,2-1 0-16,-2 2-4 0,0-3-2 0,0-1-4 15,0-2 4-15,0-6-8 0,2 10-1 0,-2-10 2 16,0 9-1-16,0-9-4 0,0 0 7 0,0 10-11 16,0-10-3-16,0 0 2 0,-4 7 3 0,4-7-5 15,0 0 2-15,-9 0-2 0,9 0 3 0,-12-1 0 16,12 1 2-16,-13-4-7 0,5 2-1 0,0 1-2 16,8 1 3-16,-13-5-4 0,6 4 2 0,7 1 3 15,-11-4-6-15,11 4 5 0,-11-3-5 0,11 3 2 16,0 0 0-16,-9-2-2 0,9 2 5 0,-6-3-5 15,6 3 1-15,0 0-2 0,0 0 4 0,0 0-2 16,0 0 2-16,0 0-1 0,0 0 1 0,0 0-1 16,0 0-3-16,25-1 3 0,-13 1-3 0,1 0 3 15,1 0-8-15,4 0-21 0,1 0-25 0,0 1-31 16,-2 2-37-16,2-1-41 0,0-2-27 0,0 1-33 16,-1-1-143-16,-1 0-396 0,1-3 175 0</inkml:trace>
  <inkml:trace contextRef="#ctx0" brushRef="#br0" timeOffset="-213520.89">25558 7579 18 0,'-2'-12'211'0,"2"12"-4"16,-4-8-2-16,4 8-7 0,-8-5-12 15,2 1-15-15,6 4-5 0,-16-2-10 0,7 2-10 0,9 0-13 16,-19 5-3-16,6-1-8 0,2 0-17 0,-1 3-7 15,2 1-12-15,-1-1-7 0,0 3-9 0,3 0-1 16,2-1-8-16,-3-1-7 0,5 3-5 0,2-4-2 16,-1 4-10-16,6-3 1 0,-1 0-3 0,2 2 1 15,3-3-7-15,2-2 0 0,2 3-8 0,1-3 3 16,6 0-5-16,-6-3-1 0,7 1 3 0,-6-2-6 16,-1-2-4-16,-1 2 1 0,-5-1-2 0,-6 0-2 15,12 2 3-15,-5 0 1 0,-7-2-3 0,9-2 0 16,-9 2-2-16,0 0 2 0,0 0-3 0,0 0 2 15,0 0 0-15,6-6 2 0,-6 6 0 0,0 0-3 16,0 0-1-16,0 0 0 0,0 0 3 0,-34 4-3 16,22 0 5-16,-1-1 0 0,2 1-8 0,-2 1 5 15,1 0 1-15,2 0 5 0,-4-1-5 0,3 2 4 16,0 1-4-16,3 0 3 0,0 0-4 0,3 2 1 16,-1-3 1-16,4 1-2 0,2 0-1 0,0-7 8 15,4 9-13-15,1-3-12 0,4 0-17 0,2-1-20 16,2-3-31-16,5 5-34 0,0-4-28 0,2 0-38 15,3-3-23-15,3 2-33 0,-7-1-165 0,4-4-433 16,-2 3 191-16</inkml:trace>
  <inkml:trace contextRef="#ctx0" brushRef="#br0" timeOffset="-213224.25">26194 7525 145 0,'-5'-6'236'0,"5"6"-12"15,0 0-5-15,0 0-13 0,-2-6-12 0,2 6-12 16,0 0-18-16,0 0-17 0,0 0-16 0,0 0-14 15,12-8-13-15,-1 6-11 0,-1 0-9 0,5 1-13 16,2 1-13-16,-3-1-33 0,1 1-26 0,-1 0-36 16,-3 0-33-16,1-2-49 0,-4 2-13 0,-8 0-23 15,11 2-15-15,-11-2-116 0,2 4-311 0,-2-4 138 16</inkml:trace>
  <inkml:trace contextRef="#ctx0" brushRef="#br0" timeOffset="-213071.33">26149 7578 27 0,'0'0'178'0,"-5"3"2"16,5-3-1-16,0 0 0 0,0 0-5 0,0 0-20 16,0 0-14-16,0 0-11 0,0 0-14 0,0 0-8 15,16 9-12-15,-2-7-7 0,-1-2-11 0,5 3-16 16,3-2-34-16,0 0-34 0,7-1-47 0,1-1-54 16,2-2-36-16,-2 2-123 0,7-3-288 0,-4-1 128 15</inkml:trace>
  <inkml:trace contextRef="#ctx0" brushRef="#br0" timeOffset="-211429.54">26969 7286 132 0,'0'0'241'0,"0"0"-15"0,-4-9-16 0,4 9-19 15,0 0-19-15,0 0-17 0,6-12-18 0,3 7-14 16,0-1-10-16,5 2-14 0,5-3-9 16,8-1-9-16,0 2-11 0,2 2-18 0,-1-2-20 15,-5 4-33-15,-2-1-14 0,-1 2-27 0,-3 1-14 0,-2-3-3 16,-3 3-24-16,1 0 11 0,-6 0-1 0,1-1 1 16,-8 1 1-16,12-1 8 0,-12 1-2 0,0 0 11 15,11-2 11-15,-11 2-2 0,0 0 9 0,0 0 3 16,0 0 10-16,0 0 6 0,0-7 20 0,0 7 4 15,0 0 12-15,0 0 4 0,0 0 5 0,0 0 8 16,0 0 4-16,0 0-8 0,0 0-5 0,0 0 1 16,0 0 6-16,0 0 0 0,0 0 7 0,0 0 19 15,-19 18 9-15,15-7-3 0,0 2 1 0,0 2 0 16,-1 2-6-16,3-3-4 0,-4 5-2 0,3-3 5 16,-1 4 3-16,1-2-4 0,1-2-4 0,-1 1 0 15,1 3-9-15,-2-5-2 0,2 2-8 0,-1-1 3 16,3 0-5-16,-2-4-4 0,0 0-5 0,2 1 3 15,0 1-4-15,-4-4-4 0,4-1-11 0,-2 1-9 16,0-2-9-16,-2-1-5 0,0-1-7 0,-1-2-4 16,-1-1-9-16,2 2-15 0,-6-2 3 0,2-1 3 15,-3-2-3-15,11 0 9 0,-19 0 2 0,10-3 7 16,1 1-5-16,-2-1 5 0,3-1 4 0,1 0 5 16,0 1 6-16,-2-3 2 0,8 6 3 0,-5-6 5 15,5 6-6-15,-4-7 0 0,4 7 2 0,0 0 3 16,7-10 0-16,5 5 1 0,-1 2-1 0,3 2 2 0,5-4-7 15,0 3-6-15,0 0-4 0,4-2-21 16,4 1-13-16,-4 3-22 0,-4-3-7 0,0 2-14 16,-1-1-3-16,-3 1 9 0,-4 0-6 0,3-3 8 0,-1 3 4 15,-3-2 8-15,1 1 6 0,-3-3 4 0,-3 1 13 16,4-1 5-16,-4 0 9 0,1-1 12 0,-1 0 27 16,1 1 1-16,-3 0 16 0,1-1 6 15,-1 1 20-15,-3 5 17 0,4-10 6 0,-4 10 11 0,4-5 0 16,-4 5 1-16,0 0-10 0,3-8 0 0,-3 8-8 15,0 0-11-15,0 0 7 0,0 0 18 0,0 0 9 16,0 0-2-16,-7 25-3 0,3-12 1 0,0-2-6 16,-2 4-9-16,2 2-4 0,-1 0 0 0,1-2-8 15,0 2-5-15,1-6-3 0,-1 2-5 0,2 0-9 16,0 1-19-16,-1-4-24 0,3 2-24 0,0-4-23 16,-2 2-27-16,2-3-27 0,0-7-32 0,0 11-4 15,0-11-18-15,-1 7-121 0,1-7-313 0,0 0 139 16</inkml:trace>
  <inkml:trace contextRef="#ctx0" brushRef="#br0" timeOffset="-211069.15">27474 7429 37 0,'9'-9'149'0,"3"2"1"0,-2-1-3 0,-1 3-11 16,1-2-12-16,0 5-8 0,0 1-4 0,-3 1-3 15,-7 0-11-15,13 3 2 0,-4 4-2 0,0-2-2 16,0 1-6-16,-4-2-8 0,1 5-7 0,0 2-9 15,-1-1-2-15,-4 2-10 0,3-1-6 0,-4 0 1 16,-2 0-5-16,-1 2-5 0,-4-3-4 0,3-1-6 16,-1 0 3-16,-1-1-4 0,1 1-7 0,-4-2-9 0,7-1-11 15,-2 1-3-15,1-2-10 0,3-5-5 16,-6 10-3-16,6-10 0 0,-2 7 2 0,2-7-3 16,0 9 5-16,0-9 5 0,4 8-2 0,-4-8 1 0,11 7 3 15,-4-3-2-15,-2 0 1 0,1-1 5 16,1 3-7-16,-1-2 1 0,1-1-2 0,-4 3 6 15,3-1 3-15,-1 1 2 0,-5-6 12 0,4 9 13 16,-2-5 10-16,-2-4 3 0,-2 10 13 0,2-10 9 0,-5 9-1 16,-5-4-5-16,-4 0-3 0,-1 3-1 0,-4-4-7 15,2-1-3-15,-3 1-2 0,1-1-5 0,1 2-15 16,4-4-24-16,1 1-32 0,-1 0-44 0,4 0-44 16,1-4-56-16,9 2-171 0,-14-2-384 0,14 2 169 15</inkml:trace>
  <inkml:trace contextRef="#ctx0" brushRef="#br0" timeOffset="-210865.22">27982 7442 210 0,'0'0'194'15,"9"-3"-18"-15,-9 3-16 0,10-2-19 0,-3 0-9 16,3 0-14-16,0 2-14 0,0-1-10 0,2 1-22 15,-2 1-25-15,1 1-34 0,1-2-20 0,-2 0-26 16,2 0-13-16,-12 0-18 0,14-3-11 0,-10 2-6 16,-4 1-28-16,9-6-66 0,-9 6-189 0,5-8 84 15</inkml:trace>
  <inkml:trace contextRef="#ctx0" brushRef="#br0" timeOffset="-210677.36">28106 7361 20 0,'-5'-7'129'0,"0"2"6"0,3-1 8 15,2 6 13-15,-6-12-5 0,5 6 10 0,1 6 1 16,-4-10 3-16,4 10-7 0,-4-6-5 0,4 6-15 15,0 0-17-15,-4-5-11 0,4 5-14 0,0 0-4 0,0 0-3 16,0 0 7-16,-6 18-3 0,4-7-5 0,-1 2 0 16,-1 1 8-16,-1 3-8 0,0-1-7 15,0 0-4-15,2-3-9 0,1 3-5 0,-2 0-8 16,-1 2-4-16,3-1-7 0,1 1-7 0,0-5-37 0,1 2-31 16,-4 0-31-16,1 2-42 0,5-1-47 15,-4-6-45-15,2 3-41 0,-2-4-168 0,0-2-437 16,2-7 195-16</inkml:trace>
  <inkml:trace contextRef="#ctx0" brushRef="#br0" timeOffset="-210123.58">28392 7267 129 0,'7'-6'189'0,"5"2"-22"0,1 1-11 0,5-4-20 16,0 3-13-16,1-2-15 0,-2 4-20 0,-3-1-5 16,-3 0-17-16,0 2-20 0,0 0-14 0,-2-1-8 15,-2 2-9-15,-7 0-2 0,12-2-9 0,-12 2-1 16,6-2-10-16,-6 2-7 0,6-4-7 0,-6 4-2 16,0 0 18-16,0-9-8 0,0 9 12 0,0 0 1 15,0 0 12-15,0 0 12 0,0 0 2 0,0 0 10 16,-6-13 9-16,6 13-1 0,0 0 1 0,0 0-3 15,0 0-1-15,0 0-2 0,0 0-5 0,0 0 8 16,0 0 5-16,0 0 2 0,0 0 2 0,-6 30 2 16,5-17 3-16,-3 4 6 0,-1 2 6 0,4 0 5 15,-2-1-1-15,1 2-6 0,0-1-4 0,-1-1-5 16,3 1-4-16,-2 0-3 0,1-2-4 0,0 1-6 0,-1-4-3 16,2-1-3-16,-1 0 4 0,0-1-12 15,0-2 3-15,-1 1-6 0,0-3-2 0,0 1-1 16,0-2 1-16,2-7-3 0,-3 11 2 0,2-5-6 15,-3-1 2-15,4-5-4 0,-11 5-2 0,4 0 0 0,-2-3 3 16,0-1-7-16,0-2 0 0,-3-1-2 16,0 2 0-16,1-2-7 0,-1 1 4 0,1-5-4 15,2 5-1-15,-1-2 3 0,-1 0 1 0,5-1-3 16,6 4 1-16,-11-2 1 0,11 2 1 0,-8-4-1 0,8 4 1 16,0 0 0-16,-8-2-3 0,8 2 2 0,0 0 0 15,0 0-3-15,0 0 3 0,0 0-2 16,0 0 5-16,0 0-5 0,29 2 3 0,-13 1 0 15,2-2-9-15,2 1-20 0,6-1-21 0,2-1-34 0,-1 0-26 16,3 2-38-16,0-2-33 0,0-2-34 0,-1 2-145 16,-4-2-390-16,-2 1 173 0</inkml:trace>
  <inkml:trace contextRef="#ctx0" brushRef="#br0" timeOffset="-209886.95">29029 7452 13 0,'5'-6'226'0,"-5"6"-1"0,0 0-8 0,0 0-10 16,0 0-9-16,0 0-13 0,-12-11-6 0,12 11-12 16,-16 2-8-16,2 2-3 0,-2 1 1 0,-1 3-16 15,0 1-10-15,-1-2-7 0,3 4-8 0,-2-3-3 16,4 3-7-16,1-1-15 0,4-1 5 0,3 0-20 16,0 1-6-16,3 0-9 0,2-1-4 0,2 1-1 15,5 1-7-15,1-1-7 0,5 3 10 0,2-1-23 16,3 0-20-16,0-2-23 0,9-1-34 0,0-3-37 15,1 1-47-15,-2 0-38 0,2-4-40 0,1-2-35 16,-4 3-189-16,-3-3-471 0,-3-1 209 0</inkml:trace>
  <inkml:trace contextRef="#ctx0" brushRef="#br0" timeOffset="-207749.33">30267 7286 58 0,'0'0'210'0,"0"0"-6"16,8-6 9-16,-8 6-9 0,0 0-6 0,0 0-15 15,4-6-9-15,-4 6-18 0,0 0-11 0,0 0-15 16,0 0-15-16,0 0-11 0,4-4-14 0,-4 4-7 15,0 0-12-15,0 0-9 0,0 0-7 0,0 0-7 16,0 0-4-16,1 17-3 0,0-9-3 0,-1-8-4 16,-2 13-6-16,0-2 0 0,2-2-4 0,-1 0-3 15,1 1 3-15,0-2-2 0,0 4 0 0,0-12 1 16,0 13-3-16,-1-7-1 0,1-6 4 0,0 9-3 16,0-9 6-16,2 8 1 0,-2-8 7 0,0 0 9 15,2 7-5-15,-2-7 5 0,0 0-1 0,5 4-2 16,-5-4-4-16,19-3-6 0,1-1 0 0,13-3-7 15,16-4-9-15,6-4-15 0,6 1-30 0,29-9-33 16,-2 0-36-16,3-2-56 0,11-9-61 0,0 4-249 16,11-6-503-16,2-3 223 0</inkml:trace>
  <inkml:trace contextRef="#ctx0" brushRef="#br0" timeOffset="-203669.67">25484 8692 95 0,'5'-13'152'16,"-1"2"-2"-16,0 1 1 0,1-3-4 0,-3 3-4 16,2-2 1-16,1 3-6 0,0-1-3 0,-2 3 0 15,1-1-5-15,-2 2-12 0,-2 6-11 0,4-8-13 16,-4 8-10-16,2-4-12 0,-2 4-6 0,0 0-13 0,0 0 1 15,0 0-11-15,0 0-4 0,0 0-7 0,0 0 0 16,-13 24-1-16,6-13-2 0,-2 5-5 0,-2 1 3 16,-2-2 0-16,1 6-4 0,-6-1-1 15,1 1-1-15,-2-2-2 0,2 0 0 0,-2 1-4 0,5-7-2 16,1 1-1-16,-2-2-7 0,-1-1 2 0,3 0-2 16,1-4 0-16,-1 2 0 0,2-2 0 0,-1 2-1 15,-1-5-2-15,0-1 5 0,2 1-2 0,1 0-2 16,-4-2-3-16,3-1 3 0,0-1 5 0,0 0-2 15,2-2-1-15,-3 0 0 0,4-1 0 0,1-1 4 16,-1-1-7-16,0-1-2 0,2 1 5 0,3-2-3 16,-3-2 6-16,3-1-7 0,2-2 2 0,0-5 0 15,1 5-3-15,-2 0 2 0,6-6-2 0,-1 7-2 16,3-4 4-16,-2 3-2 0,1 3 1 0,4-1-1 16,-2-1 1-16,0 4 0 0,1 0-2 0,2-1-1 15,-3 4 0-15,0-2 1 0,4 3-3 0,-4 1 0 16,3 0 1-16,-1 2 2 0,-9 0-3 0,17 4 1 15,-9-1 2-15,2 3-3 0,-1 0 3 0,1 1-1 16,-1 0 2-16,-2 3 1 0,5 2-5 0,-2-2 1 16,0-1 3-16,-1 2 0 0,-1 1-2 0,0-2 2 15,-1 2 0-15,5 1 0 0,-8-3 1 0,5 1-2 16,-3-1 4-16,3 2-1 0,-1-2-3 0,-1-1 4 16,2 1-6-16,-5-1-24 0,3-1-18 0,0 2-30 0,1-3-35 15,-4 1-38-15,2-2-23 0,-3-1-24 0,1-1-124 16,-4-4-345-16,6 5 153 0</inkml:trace>
  <inkml:trace contextRef="#ctx0" brushRef="#br0" timeOffset="-203509.56">25760 8790 69 0,'10'1'106'0,"0"1"-25"15,1 2-21-15,-1 0-27 0,-4 0-30 0,1 0-24 16,-2 0-35-16,-5-4-60 0,7 7 27 0</inkml:trace>
  <inkml:trace contextRef="#ctx0" brushRef="#br0" timeOffset="-203354.81">25678 8910 39 0,'0'0'166'0,"0"0"-8"0,-7 5 2 0,7-5-12 15,0 0-6-15,0 0-15 0,0 0-14 0,0 0-6 16,0 0-12-16,0 0-8 0,17 12-11 0,-3-8-17 16,4 1-31-16,3 0-43 0,12 0-43 0,5-1-50 15,0 0-113-15,14-3-240 0,-14-1 107 0</inkml:trace>
  <inkml:trace contextRef="#ctx0" brushRef="#br0" timeOffset="-202782.96">26461 8542 95 0,'-7'-5'204'0,"3"1"-18"0,4 4-15 15,-6-6-19-15,6 6-16 0,0 0-15 0,0 0-12 16,19-12-9-16,-3 10-15 0,7 1-3 15,3-1-12-15,5 2 1 0,-1 0-24 0,-1-1-18 0,-8 2-19 16,1-1-23-16,-11 2-22 0,2-4-18 0,-1 4-16 16,-3-1 1-16,-3-1-2 0,-6 0-4 0,0 0-2 15,0 0 9-15,10-3 11 0,-10 3 2 0,0 0 9 16,0 0 3-16,0 0 11 0,-25-7 14 0,19 7 5 16,-4-6 1-16,10 6 18 0,-11-1 11 0,4-2-10 15,7 3 18-15,-11 0 0 0,11 0 1 0,0 0 4 16,-13 0 3-16,13 0 0 0,0 0-3 0,-9 3 17 15,9-3-3-15,-4 8-1 0,3 1 8 0,-4 0 4 16,1 5 4-16,0 3 6 0,-1 3-2 0,1-2-1 16,0 2 4-16,1 4-1 0,-4-5-4 0,2 0-6 15,3 5-2-15,-2-5-2 0,0 0-6 0,-1 0-6 16,3-2-1-16,0-6-5 0,-3 6-7 0,2-6-2 16,1 1-1-16,0-1 0 0,0-2-2 0,0 2-3 15,-1-4-1-15,3-7-1 0,-2 11-3 0,0-7-7 0,2-4-3 16,-4 9-8-16,4-9-3 0,-10 3-11 15,10-3-3-15,-11 0-5 0,11 0-2 0,-11-2-4 16,11 2 4-16,-14-4 5 0,8-2-5 0,1 3-2 16,5 3 14-16,-8-9 5 0,3 4 4 0,2 1-2 0,3 4-4 15,-4-8 5-15,4 8 3 0,-2-7 0 0,2 7-5 16,0 0 4-16,0 0 0 0,12-10 2 16,-12 10-2-16,11 0 1 0,-1 2 0 0,4 0 1 0,2 2 2 15,4 0-9-15,3 0-27 0,1 0-27 0,7 0-24 16,1 1-33-16,-3-2-26 0,0 1-101 0,2-2-270 15,-1 0 120-15</inkml:trace>
  <inkml:trace contextRef="#ctx0" brushRef="#br0" timeOffset="-202562.98">27045 8771 48 0,'2'-11'194'0,"-2"11"-12"0,-2-9-4 0,2 9-5 16,0 0-15-16,-4-8-13 0,4 8-7 0,0 0-5 15,0 0-1-15,-21 6-3 0,12-1-5 0,-1 1-8 16,-2 2-9-16,-1 1 2 0,2 2-13 0,1-2-11 16,1 1-7-16,1 0-3 0,3-1-11 0,2 2-6 15,1 0-6-15,4-1 0 0,1 1-14 0,2 2-11 16,3-3-28-16,1-1-29 0,5 4-35 0,-3-1-27 16,5-1-32-16,-1-4-34 0,2 0-33 0,-7 0-148 0,1-2-367 15,-1-1 164-15</inkml:trace>
  <inkml:trace contextRef="#ctx0" brushRef="#br0" timeOffset="-202351.18">26562 9051 53 0,'-7'1'184'0,"1"1"-16"0,6-2-14 16,-3 5-5-16,3-5-8 0,0 0-11 0,19 10-7 0,-2-7-5 15,13 4-6-15,7 0-14 0,17-2-6 0,1 3-13 16,5 2-5-16,-3-6-7 0,3 2-7 0,-6-5-13 16,0 1-22-16,-17 0-39 0,-5 0-34 0,0-2-44 15,-10 0-40-15,-6 2-133 0,-5-4-287 0,-4 2 127 16</inkml:trace>
  <inkml:trace contextRef="#ctx0" brushRef="#br0" timeOffset="-201345.38">26663 9199 73 0,'-9'1'205'0,"9"-1"-16"0,0 0-13 16,-7 3-11-16,7-3-20 0,0 0-6 0,0 0-11 16,46-6 3-16,-13 6-13 0,3-1-8 0,0 2-8 15,16-2-9-15,-16 5-9 0,1-1-11 0,-5 0-11 16,-3-1-13-16,-6 0-26 0,-3-1-23 0,-4-1-17 15,-2 2-32-15,-4-1-14 0,-5 0-24 0,-5-1-8 16,9 0-7-16,-9 0 9 0,0 0 8 0,0 0-1 16,0 0-1-16,0 0 15 0,-29 7 4 0,17-6 12 15,2-1 2-15,-4 2 8 0,0-1 12 0,1-2 14 0,2-1 9 16,2 4 8-16,-3-2 8 0,4 0 7 16,8 0 15-16,-11 0-6 0,11 0 5 0,-10 0 12 15,10 0 10-15,-9 0-6 0,9 0-9 0,0 0 21 16,-9 2 1-16,9-2 6 0,0 0 8 0,-8 5-5 0,8-5-2 15,-5 9 3-15,5-4 8 0,0-5-1 0,-3 12 5 16,1-3 3-16,2 1-4 0,0 1 1 16,0 0 5-16,0 0-1 0,0 1-1 0,0 1-4 0,4-2-3 15,-4 0-2-15,1 0-9 0,-1-1-4 0,0 2-7 16,0-3-3-16,2 2-3 0,-2-3-5 0,-2 0-4 16,2 1-4-16,0-9-2 0,0 13-1 0,0-7-7 15,0 1-1-15,0-7-3 0,-1 11-1 0,1-11 0 16,-2 9-5-16,2-9 3 0,-4 9-6 0,4-9 0 15,-4 7-9-15,4-7 0 0,-9 4-6 0,9-4-2 16,-10 3 0-16,10-3-5 0,-8 2 3 0,8-2-1 16,-9-2 0-16,9 2-1 0,-12-3 3 0,12 3 2 15,-9-5 1-15,9 5-2 0,-11-5 4 0,11 5-3 16,-6-4 6-16,6 4-5 0,-8-3 1 0,8 3 5 16,0 0-1-16,-8-3 2 0,8 3-1 0,0 0 3 15,0 0-3-15,-5-4 0 0,5 4-3 0,0 0 3 16,0 0-3-16,0 0 0 0,0 0 1 0,0 0 1 15,0 0 1-15,27 1-1 0,-14-1-7 0,4 3-18 16,2-3-21-16,0 2-24 0,3-1-18 0,-2 0-17 0,3 0-10 16,-3-1-18-16,2 0-5 0,1 0 1 15,-3 0 5-15,1-1-4 0,7 1 12 0,-8 0 4 16,1-2 4-16,-3 1 9 0,0 0 8 0,-7-2 10 16,3 2 13-16,-3-2 16 0,1 0 9 0,-2-1 21 15,-3 1 23-15,1 0 16 0,-2 0 9 0,0-2 19 16,1 2 14-16,-7 3 15 0,7-7 18 0,-5 3 3 15,-2 4-2-15,0 0 5 0,4-6-3 0,-4 6 2 16,0 0-5-16,0 0-3 0,0 0-9 0,0 0 7 0,0 0-4 16,-17-4-1-16,17 4 3 0,-19 4-2 0,8 2-5 15,-1-2-3-15,2 0-3 0,-1 0-9 0,1 1-8 16,2 0-1-16,1 1-8 0,-2 0-1 0,0 2-2 16,4-4-5-16,1 2-2 0,4-6-1 0,-4 10-4 15,4-10 1-15,4 10-4 0,0-3-1 0,3 0-1 16,3-3-1-16,-2 2-6 0,-1-4-1 0,4 3-3 15,-2-3-1-15,0 1-3 0,-1 0 1 0,-2-2-1 16,-6-1-1-16,13 3-1 0,-13-3 1 0,9 1-1 16,-9-1 6-16,7 3-6 0,-7-3-2 0,0 0 1 15,7 0 1-15,-7 0 0 0,0 0 4 0,0 0 1 16,0 0-2-16,0 0 2 0,0 0 0 0,-28 0 1 16,16 0 0-16,0 1 2 0,1 1 1 0,-1 2 2 15,1 0 1-15,0-2 0 0,1 2 1 0,-1-1 2 16,5 4-7-16,0-4 0 0,6-3 0 0,-12 8-1 15,10-5 6-15,2-3-7 0,-1 10-1 0,1-10 3 16,5 9 1-16,3-3-5 0,2 1-8 0,6-1-18 16,2-3-20-16,-5-1-26 0,7 2-32 0,-1-3-21 15,0 1-36-15,2-2-10 0,0 0-37 0,0-3-168 0,-2-1-402 16,5 1 179-16</inkml:trace>
  <inkml:trace contextRef="#ctx0" brushRef="#br0" timeOffset="-200989.23">28003 9124 119 0,'0'0'229'0,"-6"-5"-3"16,6 5-7-16,-7-5-4 0,4 1-10 0,3 4-13 16,0 0-17-16,-5-5-14 0,5 5-19 0,0 0-13 15,0 0-16-15,0 0-6 0,0 0-17 0,0 0-8 16,0 0-5-16,13-4-9 0,-13 4-24 0,21 2-21 15,-8-2-32-15,1 2-33 0,3-1-22 0,0 3-24 16,-5-2-22-16,1 0-17 0,1 1-11 0,-2 0-8 16,-3 0-5-16,0 0-14 0,-3 0-98 0,-1-1-285 15,-5-2 127-15</inkml:trace>
  <inkml:trace contextRef="#ctx0" brushRef="#br0" timeOffset="-200863.04">28063 9182 119 0,'0'0'116'0,"0"0"-2"0,0 0-11 15,-7 3-1-15,7-3-8 0,0 0-10 0,0 0-12 16,0 0-4-16,19 9-10 0,-7-6-34 0,6 0-32 16,0-2-30-16,11 2-41 0,-8-1-60 0,0-2-149 0,0-2 66 15</inkml:trace>
  <inkml:trace contextRef="#ctx0" brushRef="#br0" timeOffset="-200050">29047 8901 28 0,'0'0'187'0,"6"-5"-3"0,-6 5-12 16,6-4-14-16,-6 4-15 0,0 0-22 0,4-5-10 15,-4 5-5-15,0 0-10 0,0 0-9 0,0 0 2 16,4 14-3-16,-4-14-6 0,2 13 0 0,-2-5-6 15,2 3-1-15,-2-2-3 0,1 1-5 0,1-1 5 16,-1-2-5-16,1 0 5 0,0-1-4 0,2 3 1 0,-2-2 4 16,3-1 2-16,-2-2 3 0,4 0-2 0,5-1-2 15,7 0-2-15,10-3-9 0,5 1-6 0,19-4-3 16,-3-3-6-16,6-2-9 0,3-3-6 16,1-1-3-16,0-3-28 0,26-7-23 0,-22 3-30 0,24-9-51 15,4-3-52-15,4-3-43 0,0 4-228 0,6-9-462 16,1-2 204-16</inkml:trace>
  <inkml:trace contextRef="#ctx0" brushRef="#br0" timeOffset="-197397.14">19973 12707 30 0,'-10'0'67'0,"10"0"-2"0,0 0 0 0,-13 1 0 15,13-1-5-15,-8 0 3 0,8 0-3 0,-10 0-8 16,10 0 1-16,-7 1-11 0,7-1 0 0,0 0-5 15,-11 2 2-15,11-2-2 0,0 0-1 0,0 0-4 0,-11 0-1 16,11 0 1-16,0 0-2 0,0 0-3 0,0 0 9 16,0 0 2-16,-7 2 4 0,7-2-1 15,0 0 1-15,0 0-7 0,0 0-4 0,0 0 0 16,0 0 1-16,27 1-8 0,-15-1 1 0,2-1-6 0,6 0 10 16,10 1-20-16,-1 0 0 0,3 0-8 0,8-1-6 15,-3 2-3-15,15-1-6 0,2-3-9 16,-2 1 1-16,1 2-19 0,-2-2-11 0,1 0-16 0,2 2-10 15,1 0-15-15,-4-3-75 0,3 1-181 0,-16 2 80 16</inkml:trace>
  <inkml:trace contextRef="#ctx0" brushRef="#br0" timeOffset="-196782.94">16482 12511 135 0,'11'0'164'0,"7"-2"1"0,4 4-13 0,11 0-4 16,4-1-11-16,15 0-11 0,8 2-10 15,3 0-13-15,28-1-21 0,-26 3-28 0,32 0-35 16,0-1-45-16,9-4-31 0,2 0-46 0,-1 6-100 0,-2-9-219 15,6 0 97-15</inkml:trace>
  <inkml:trace contextRef="#ctx0" brushRef="#br0" timeOffset="-191291.17">25194 10320 7 0,'0'-7'133'0,"0"7"-3"0,0 0-3 0,0-9-4 16,0 9-4-16,0 0-4 0,2-8-6 15,-2 8-10-15,0 0-3 0,0 0-5 0,0 0-5 16,0 0-4-16,0 0-5 0,0 0-4 0,0 0-3 16,0 0-8-16,0 0-2 0,0 0-5 0,0 0-4 15,0 0 0-15,0 0-3 0,0 0-3 0,0 0 2 16,0 0-4-16,-4-8-2 0,4 8 0 0,0 0 1 15,0 0-1-15,0 0-4 0,0 0-2 0,0 0-2 0,0 0-1 16,0 0-8-16,3-9 1 0,-3 9-3 0,0 0-1 16,0 0-2-16,0 0-4 0,5-7 0 0,-5 7 1 15,0 0-2-15,5-4 1 0,-5 4 1 0,0 0-4 16,4-7-1-16,-4 7 1 0,0 0 1 0,0 0-3 16,0 0 0-16,0 0 2 0,4-6 1 0,-4 6-5 15,0 0 1-15,0 0-2 0,0 0-3 0,0 0-4 16,0 0 4-16,0 0-3 0,0 0-3 0,0 0 3 15,0 0-2-15,0 0 1 0,0 0 0 0,0 0 0 16,1 26 1-16,-1-16-1 0,-1 3-1 0,1 2 3 16,-3 1-2-16,-2 0 2 0,3 2-1 0,-2 0 2 15,3-1 2-15,-3 1-4 0,2-1 3 0,-3 2 0 16,3-2 2-16,-1 0 1 0,2 0-6 0,-4-2 0 16,5 2 4-16,-4-3 0 0,3-1 0 0,-2 0 2 15,2-1-2-15,-3 0-1 0,2 0 1 0,-1-2 3 16,2 2-5-16,-2-5 0 0,3 0 0 0,-4 0 2 15,4-7-2-15,-1 12-1 0,0-6 2 0,-2 1 1 0,3-7-2 16,0 0 0-16,-1 11-1 0,1-11 0 16,-2 5 0-16,2-5 0 0,0 0 4 0,0 0 2 15,0 0-2-15,0 0-3 0,0 0 1 0,0 0 1 16,0 0 3-16,1 10-2 0,-1-10-2 0,0 0 6 16,0 0-19-16,0 0-16 0,0 0-16 0,0 0-22 15,0 0-30-15,0 0-31 0,0 0-18 0,0 0-15 16,0 0-19-16,1-29-154 0,-1 29-358 0,5-13 158 0</inkml:trace>
  <inkml:trace contextRef="#ctx0" brushRef="#br0" timeOffset="-190569.68">25260 10327 70 0,'-1'-10'158'0,"-1"3"-18"16,2 7-2-16,0-16-12 0,2 7-5 0,-2-1-2 16,1 0-10-16,1-1-6 0,1 2-8 0,3-1 4 15,-3 1-4-15,2-2-6 0,0 0-5 0,-1 1-4 16,3-1-8-16,0 3-5 0,-2-3 3 0,2 2 0 16,-1 1-10-16,-2 0-7 0,1-2-3 0,0 4-6 15,-1 1 0-15,0 0-2 0,1 0-5 0,-5 5-1 16,7-5-4-16,-7 5-6 0,6-4-2 0,-6 4-1 15,0 0-5-15,14 2 3 0,-9 0-4 0,3 3-4 16,-2 2-2-16,0 0 0 0,-2 2 1 0,1 0 2 16,-1 1-4-16,0-1-2 0,-2 3-1 0,0-2 0 15,-1 3 2-15,-2-2 2 0,1 1-3 0,-1-1 1 0,-3 0-5 16,-3-1 3-16,2-1-2 0,-4 1 3 16,-2-2-2-16,0-1-1 0,-3 3 2 0,3-3-4 15,2-3 0-15,-2 1 3 0,2-1-2 0,2-2-1 16,1 1-2-16,6-3 5 0,-10 4-2 0,2-2-3 0,8-2 5 15,-5 3-4-15,5-3 4 0,0 0-6 0,-9 2 3 16,9-2-5-16,0 0 0 0,0 0-1 16,0 0-1-16,0 0 3 0,0 0-2 0,17 17 2 15,-8-10 0-15,1 0-1 0,5 1 1 0,-1 3-1 0,-5-4 0 16,2 1 3-16,5 3-3 0,-7-1 1 16,1-2 1-16,0 1-1 0,-1-1-3 0,-2 2 4 15,0-2-3-15,-2 1 1 0,-1-3 2 0,-2-1-2 0,0 2 3 16,-2-7-1-16,0 11-1 0,0-11 3 0,-6 8 0 15,-1-5-2-15,-3 1-2 0,-1-1 4 0,-5-1 0 16,3-2-3-16,1 1 0 0,-7-2 4 0,6 1-3 16,-3 0 3-16,4-2-3 0,-4 2 3 0,3-1-4 15,1 1-3-15,4-2-7 0,8 2-15 0,-13-1-17 16,4 0-30-16,9 1-29 0,-9-2-35 0,9 2-27 16,0 0-34-16,-9-3-114 0,9 3-337 0,0 0 149 15</inkml:trace>
  <inkml:trace contextRef="#ctx0" brushRef="#br0" timeOffset="-190378.18">25868 10462 26 0,'13'0'129'0,"1"1"-17"16,-1 0-5-16,6 3-13 0,-8-3-25 15,5 2-12-15,-3 0-32 0,-1-3-22 0,-1 3-14 16,1 0-15-16,-4-2-25 0,-1 2-38 0,-7-3-97 16,8 3 42-16</inkml:trace>
  <inkml:trace contextRef="#ctx0" brushRef="#br0" timeOffset="-190211.92">25852 10526 76 0,'-9'2'167'0,"9"-2"-2"0,0 0 12 0,0 0-5 15,-9 1-4-15,9-1-12 0,0 0-15 16,0 0-12-16,0 0-12 0,23 4-9 0,-8-2-15 16,6 0-8-16,8 1-12 0,-7-1-20 0,7 1-24 0,-2-2-41 15,0 3-28-15,3-1-39 0,-3-2-33 0,-6 2-15 16,-4-1-130-16,-5 1-278 0,3-1 123 0</inkml:trace>
  <inkml:trace contextRef="#ctx0" brushRef="#br0" timeOffset="-189915.1">25996 10478 219 0,'-4'-3'222'0,"4"3"-9"0,0 0-13 16,0 0-18-16,0 0-16 0,0 0-14 0,0 0-14 0,0 0-17 15,13-12-10-15,-4 12-10 0,0-1-9 16,4 0-12-16,-1-1-3 0,-1 2-12 0,1 0-8 16,1 2-18-16,0-1-25 0,1 0-27 0,-3 0-36 15,0 2-18-15,1-2-36 0,-2 0-20 0,2 1-26 0,-5 0-19 16,-1 0-96-16,-2 1-284 0,-4-3 127 15</inkml:trace>
  <inkml:trace contextRef="#ctx0" brushRef="#br0" timeOffset="-189718.19">25927 10582 154 0,'-9'4'228'0,"9"-4"1"0,-10 0-7 0,10 0-14 16,0 0-16-16,0 0-20 0,-6 2-20 0,6-2-9 15,0 0-12-15,23 3-16 0,-6-1-9 0,3-2-14 16,1 2-9-16,6 0-9 0,3 1-20 16,-3 0-19-16,-6-2-35 0,6 2-25 0,-4-3-45 0,-1 3-40 15,5 0-24-15,0-2-39 0,-7 0-140 0,-2 2-340 16,-4-2 151-16</inkml:trace>
  <inkml:trace contextRef="#ctx0" brushRef="#br0" timeOffset="-185688.78">25956 10156 14 0,'0'0'15'0,"4"-6"1"0,-4 6-2 0,0 0-6 16,0 0 3-16,4-5 3 0,-4 5-5 0,0 0 0 16,5-5-3-16,-5 5 0 0,0 0-3 0,0 0 1 15,6-3 1-15,-6 3 1 0,0 0-6 0,0 0 0 16,8-2-3-16,-8 2 1 0,0 0-7 0,0 0 2 16,0 0-14-16,0 0 18 0,7-3-14 0,-7 3-16 15,0 0 8-15</inkml:trace>
  <inkml:trace contextRef="#ctx0" brushRef="#br0" timeOffset="-184017.46">26661 10223 19 0,'-9'-6'149'0,"0"0"-1"16,5 2 3-16,-1 0 1 0,5 4 0 0,-8-6-11 16,8 6 0-16,-6-5-9 0,6 5-1 0,-4-5-4 15,4 5-9-15,0 0-7 0,0 0-13 0,0 0-11 16,0 0-9-16,0 0-6 0,23-7-7 0,-5 5-6 16,4 4-8-16,5 0-1 0,2 1-10 0,0-1-7 15,1 2-6-15,-1-3-10 0,-6 1-13 0,-4-2-18 16,2 2-13-16,-3-2-9 0,-7 1-8 0,2-1-9 15,-4 0-17-15,-4 0-12 0,-5 0-8 0,11 0-9 16,-11 0-4-16,8-1 0 0,-8 1-8 0,0 0-2 16,4-6 12-16,-4 6 8 0,0 0 10 0,0 0 5 0,-17-12 9 15,7 9 5-15,2-1 8 0,-1-2 14 16,1 2 5-16,-1-1 7 0,1 0 22 0,0 1 1 16,3 1 10-16,-1-1 4 0,-2 1 7 0,8 3 1 0,-8-5 9 15,8 5 0-15,-7-5-6 0,7 5 3 16,0 0 4-16,0 0 20 0,-13 4 12 0,13-4 0 0,-7 9 9 15,2 0 3-15,1 0 4 0,-1 2 4 0,-1 5 5 16,-1-2-12-16,0 3 0 0,1-2-3 16,-1 0-3-16,3 1-12 0,-4 1 5 0,4-1-7 0,-1-1-4 15,1-1-1-15,2 1-6 0,-2 2 0 16,-1-5-6-16,3 2-7 0,-3-4 2 0,5 2 1 0,-3 1-4 16,1-3-6-16,0 0-2 0,0-1 0 15,0-1-2-15,0 0-1 0,2-1-2 0,-2 1-2 0,2-8 1 16,-3 9-4-16,3-9-1 0,-2 8 2 0,2-8-2 15,0 0 1-15,-4 5 1 0,4-5-4 0,0 0 3 16,0 0-4-16,-14-2 2 0,14 2 1 0,-11-6-2 16,7 1 1-16,4 5-2 0,-10-6-4 0,5 1 4 15,5 5 3-15,-8-6-4 0,8 6-3 0,-7-5 3 16,7 5-2-16,-4-3 0 0,4 3-5 0,0 0 6 16,-7-5-6-16,7 5 3 0,0 0-7 0,0 0 1 15,0 0-3-15,0 0-4 0,0 0-4 0,29 5-13 16,-15-3-13-16,1 0-28 0,5 4-14 0,1-2-16 15,1-1-16-15,3 1-17 0,-3 0-19 0,6 0-102 16,-7-3-278-16,0 0 123 0</inkml:trace>
  <inkml:trace contextRef="#ctx0" brushRef="#br0" timeOffset="-183779.51">27187 10392 132 0,'0'0'134'0,"-7"-3"15"0,7 3-1 0,-18-2-8 16,7 4-8-16,-3 1 5 0,-4 2-3 0,-2 3-10 0,1 0-7 16,0-1-9-16,1 1-8 0,2 3-4 0,2-4-5 15,2-1-8-15,-1 5-5 0,3-3-10 16,1-1-7-16,5 0-2 0,-2 0-4 0,4 2-5 0,0-1-5 16,4 1-5-16,2 2-4 0,4-3-5 0,1 5-5 15,2-5-24-15,3 3-23 0,3-2-28 0,-1 3-36 16,9 1-28-16,-6-6-30 0,0 0-23 0,0 2-135 15,-4-4-324-15,-2-1 144 0</inkml:trace>
  <inkml:trace contextRef="#ctx0" brushRef="#br0" timeOffset="-183549.76">26502 10679 166 0,'0'0'168'0,"0"0"7"16,0 0-10-16,20 11-14 0,9-7-14 0,7 2-11 15,16 2-7-15,0-1-17 0,8 0-10 0,-4 1-6 16,4-1-20-16,-3-2 2 0,5 6 1 0,-7-6-13 16,-16-5-31-16,0 6-38 0,-5-3-19 0,0-2-43 15,-5 0-41-15,-9 2-141 0,-6 0-276 0,-4-3 123 16</inkml:trace>
  <inkml:trace contextRef="#ctx0" brushRef="#br0" timeOffset="-183356.46">26718 10874 1554 0,'-6'1'51'16,"6"-1"-17"-16,0 0-17 0,0 0-9 0,0 0 6 0,0 0 5 15,0 0 11-15,0 0 5 0,37 0 6 16,-18 0 4-16,9 0-1 0,1-3 1 0,2 5-6 15,-1-1-1-15,-1 1-8 0,2 0 1 0,-2 0-8 16,-11-1-7-16,0 0-24 0,-5 1-27 0,-3-2-32 0,-1 1-23 16,-9-1-32-16,10-1-14 0,-10 1-20 15,0 0-94-15,0 0-272 0,0 0 121 0</inkml:trace>
  <inkml:trace contextRef="#ctx0" brushRef="#br0" timeOffset="-182993.23">26867 10905 58 0,'0'0'149'0,"0"0"6"0,0 0 4 16,-8 5 1-16,8-5 0 0,-3 8-2 0,3-8-3 16,-2 9-5-16,0-4-2 0,0 4-7 0,-2 1 8 15,1 1-13-15,-2 2-7 0,1-2-8 0,-3 0-11 16,3 2-11-16,-1 2-7 0,1-1-4 16,-3 1-8-16,2-4-5 0,3 2-6 0,-4-3-7 0,3 2-10 15,-1-1-4-15,2-1-3 0,-2-1-7 0,-2 1-3 16,2 0 0-16,1-2-3 0,-1 2-5 0,2-5-3 15,-2 1-7-15,1 1-9 0,-1-3-11 0,4-4-3 16,-10 8-7-16,4-5-4 0,6-3-12 0,-9 4 0 16,3-2-5-16,6-2 0 0,-10 0-6 0,10 0-1 15,-13-3-2-15,13 3 3 0,-12-3-3 0,12 3 4 16,-8-3 4-16,8 3 5 0,-11-4 0 0,11 4 5 0,-7-3 2 16,7 3 1-16,0 0 1 0,-7-4 6 15,7 4-2-15,0 0 5 0,-5-4 0 0,5 4-5 16,0 0 10-16,0 0-2 0,0 0 2 0,0 0-1 15,0 0 1-15,0 0-6 0,29 4-12 0,-20-3-20 0,7 0-20 16,1 1-25-16,0 0-31 0,1 0-24 0,0-1-31 16,-4 0-120-16,-1-1-321 0,1 0 141 15</inkml:trace>
  <inkml:trace contextRef="#ctx0" brushRef="#br0" timeOffset="-182745.72">27003 11117 41 0,'0'0'197'0,"4"-6"-2"0,-4 6-1 16,0 0-16-16,4-4-16 0,-4 4-7 0,0 0 12 0,0 0-3 16,0 0-5-16,0 0-7 0,2 19-5 0,-2-19-8 15,-6 19-2-15,2-9-8 0,2 0-14 0,-3 2-7 16,0 0-8-16,0 0-10 0,-1-1-8 0,2 0-7 16,-1 1-5-16,3-1-3 0,-2-1-12 0,1 1-5 15,0-1-5-15,-1-1-7 0,0-1-11 0,4-1-20 16,0-7-21-16,-5 16-22 0,3-12-20 0,0 1-25 15,2-5-18-15,-4 9-28 0,4-9-16 0,-1 5-21 16,1-5 4-16,0 0-21 0,0 0 1 0,0 0-8 16,0 0-115-16,-4 5-328 0,4-5 145 0</inkml:trace>
  <inkml:trace contextRef="#ctx0" brushRef="#br0" timeOffset="-182405.6">26976 11205 83 0,'6'-16'119'0,"5"0"5"0,-1 3 2 0,3 2-4 16,-2-1 9-16,0 5-3 0,2-4 3 0,-1 5-9 15,1-2-4-15,1 4 0 0,-1 0-2 0,-2 4-3 16,1-2-6-16,-1 4-9 0,1-2-7 0,-5 2-2 16,-1 0-1-16,3 2-6 0,-3 0-1 15,0 1-8-15,-2-1 1 0,-4-4-6 0,8 8-4 0,-7-1 2 16,-1-7-9-16,2 10-10 0,-3-2-3 0,1-8-4 16,-4 11-1-16,-2-4-2 0,2-1 1 0,-2-2-12 15,0 2 1-15,-1-2-8 0,5 1-1 0,-4-1-1 16,1 2 2-16,-2 0-12 0,7-6-11 15,-9 8-7-15,6-3-10 0,3-5-3 0,-4 8 2 0,4-8 6 0,3 10-2 16,-3-10-1-16,4 12 1 0,-4-6 2 16,4 0 2-16,-2 0-2 0,0 1 3 0,1-1 5 15,0 0-1-15,1 0 2 0,-2-1-1 0,-1 2-2 0,-1-7 1 16,2 10 2-16,-2-10 1 0,0 0-1 0,-5 12 4 16,1-7 0-16,4-5-2 0,-10 7-2 0,1-6-6 15,-2 1-7-15,0 2-17 0,0-2-17 16,-3 0-19-16,3-1-31 0,0 0-32 0,-1-2-52 0,-1 1-153 15,-1-1-368-15,3-1 163 0</inkml:trace>
  <inkml:trace contextRef="#ctx0" brushRef="#br0" timeOffset="-156601.28">27663 10759 101 0,'-2'-5'157'0,"2"5"-1"0,0 0 1 0,0 0-5 15,-5-7-6-15,5 7-10 0,0 0-11 0,0 0-7 16,0 0-4-16,0 0-5 0,-2-7-4 16,2 7-2-16,0 0 0 0,0 0 5 0,0 0-11 15,0 0-8-15,0 0-1 0,0 0-11 0,0 0-2 0,0 0-11 16,0 0-5-16,11-8-7 0,-4 4-6 0,2 2-1 15,4-1-8-15,5 1-2 0,0 1-6 0,3 1-6 16,-1-3-18-16,1 0-12 0,0 2-25 0,0 1-19 16,-4-2-25-16,4 2-25 0,-3 0-36 0,0 0-28 15,-4 0-16-15,-4 0-147 0,1 2-353 0,-4-1 157 16</inkml:trace>
  <inkml:trace contextRef="#ctx0" brushRef="#br0" timeOffset="-156430.93">27700 10777 25 0,'0'0'160'15,"-9"-2"-11"-15,9 2-9 0,0 0-6 0,0 0-12 16,0 0-11-16,0 0-13 0,26 6-7 0,-6-4-15 16,-1 2-21-16,3 0-29 0,6-1-38 0,-7 0-37 0,-1 1-41 15,1 0-83-15,-4 0-188 0,1-2 84 0</inkml:trace>
  <inkml:trace contextRef="#ctx0" brushRef="#br0" timeOffset="-152887.02">28602 10662 129 0,'8'-19'134'0,"-1"2"5"16,1 1-15-16,3-1-6 0,-3 1 12 15,1 1-12-15,1 0 3 0,-1 1-6 0,-2 3 12 0,-1 2-8 16,1-1 0-16,0 1-8 0,-3 3-4 0,-2 1-10 15,-2 5-11-15,6-6-11 0,-6 6-9 16,3-4-7-16,-3 4-8 0,0 0-6 0,0 0-3 0,0 0-2 16,0 0-5-16,-11 24-3 0,6-14 0 0,-4 5-2 15,-3 2 1-15,1 3-2 0,-2-3 2 0,4 0-1 16,-6 5-1-16,1-6 1 0,3 1-9 0,-3 6 1 16,1-2 0-16,5-3-4 0,-2-1-2 0,1-2 0 15,1 4-2-15,-1-2-1 0,3-1-2 0,-1-1 3 16,1-1-2-16,-2 0-9 0,2-2-27 0,2-2-27 15,-3 2-25-15,3-2-39 0,-1-1-40 0,2-2-42 16,-4 3-161-16,4-7-388 0,-4 1 173 0</inkml:trace>
  <inkml:trace contextRef="#ctx0" brushRef="#br0" timeOffset="-152532.97">28824 10590 70 0,'19'-2'139'0,"-2"2"2"0,0 3-2 15,1 1-6-15,-2 1-8 0,-4 2 1 0,-2 0-4 16,0 1-10-16,-2-1-14 0,-2 3-7 0,-3 1-12 16,-1-1-2-16,-2 1 5 0,-2 4-4 0,-3-2-4 15,-2-3-5-15,-3 3-6 0,-3-2-5 0,2-2 1 16,-3-1 3-16,-3 0-1 0,-2-3-8 0,1 3 5 15,0-4 3-15,5-2-6 0,-3-1-3 0,3 1-4 16,0-2-4-16,3 0-1 0,2 2-1 0,8-2 3 16,-14 0-3-16,14 0-2 0,-9 0 2 0,9 0-8 0,-9 1-3 15,9-1-4-15,0 0-4 0,0 0-1 0,-10 3-1 16,10-3-5-16,0 0-3 0,0 0 9 16,17 10-9-16,-6-5-1 0,7 3-1 0,1 1-16 15,7 1-18-15,2-2-33 0,4 3-35 0,0 0-27 0,0-1-27 16,0-3-31-16,-1 0-21 0,-1 1-157 0,0-4-382 15,-2-2 170-15</inkml:trace>
  <inkml:trace contextRef="#ctx0" brushRef="#br0" timeOffset="-152319.78">29496 10626 24 0,'6'-8'191'0,"0"0"2"0,-3 2-15 0,1 1-14 16,-4 5-20-16,6-6-14 0,-6 6 17 0,0 0 0 15,0 0-7-15,0 0-15 0,-26 27-6 0,14-11-11 16,-4 6-1-16,1 2-15 0,1 2-10 0,-1 2-5 16,2-3-10-16,1 1-2 0,1 1-8 0,-1 1-6 15,-1-1-24-15,4-3-20 0,-1 0-25 0,-1 2-30 16,2-4-28-16,0-4-13 0,-3-1-20 0,3 0-25 16,0-1-30-16,-1 1-137 0,0-4-326 0,2-1 145 15</inkml:trace>
  <inkml:trace contextRef="#ctx0" brushRef="#br0" timeOffset="-118425.5">21651 15512 20 0,'0'0'98'0,"0"0"-11"0,0 0 6 0,-8-4-10 15,8 4 10-15,0 0-4 0,0 0-11 0,-11-3-4 16,11 3 10-16,-8-3-15 0,8 3-3 0,-9 0 1 16,9 0 4-16,-9-4-2 0,9 4-1 0,-12-3-8 15,12 3 2-15,-9-2-3 0,9 2-1 0,-9-3 0 16,9 3-3-16,-8-2-2 0,8 2-2 0,-6-2-3 15,6 2-1-15,0 0-1 0,0 0 0 0,0 0-6 16,0 0-5-16,0 0-2 0,0 0-5 0,0 0 0 16,0 0-3-16,0 0 4 0,39 3-9 0,-9-2-2 15,3 2-1-15,6-2-3 0,15 0-1 0,6-2 0 16,5 0-2-16,26 3 0 0,1-6 0 0,-27-1 1 16,30 0 8-16,-2 0 13 0,-28 2 1 0,-3-4 0 15,-2 7-3-15,-1-7 6 0,-7 2 2 0,-15 3-4 16,-5-1-5-16,-1 2 3 0,-12 1-1 0,-1-1 10 15,-5 2 0-15,-6-2 4 0,1 1 2 0,2-2-1 16,-10 2 0-16,13-1 1 0,-13 1 0 0,10 0-6 16,-10 0 1-16,0 0-9 0,0 0-3 0,8-1 2 15,-8 1-8-15,0 0 7 0,0 0-13 0,0 0-21 16,0 0-10-16,0 0-19 0,0 0-24 0,0 0-13 16,0 0-15-16,0 0-24 0,0 0-22 0,0 0-26 15,0 0-31-15,0 0-33 0,0 0-139 0,0 0-389 16,0 0 172-16</inkml:trace>
  <inkml:trace contextRef="#ctx0" brushRef="#br0" timeOffset="-116284.9">25203 12281 39 0,'0'0'45'0,"0"0"-14"0,0 0 3 0,0 0-10 16,0 0-8-16,0 0 1 0,0 0-14 0,0 0-5 15,0 0-5-15,0 0-2 0,0 0-2 0,0 0-6 16,0 0-11-16,0 0-29 0,0 0 13 0</inkml:trace>
  <inkml:trace contextRef="#ctx0" brushRef="#br0" timeOffset="-114113.13">25297 12169 45 0,'2'-6'110'0,"-2"6"-6"0,0 0 4 16,0 0-2-16,0 0-7 0,0 0-10 0,0 0-7 15,0 0-2-15,0 0-6 0,0 0-9 0,0 0 2 16,0 0-10-16,0 0 3 0,0 0-11 0,0 0-6 16,0 0 2-16,0 0-4 0,0 0 0 0,0 0 1 15,0 0-2-15,0 0 5 0,0 0-3 0,0 0-5 16,0 0 6-16,0 0 1 0,0 0-3 0,0 0-3 16,0 0-2-16,0 0-3 0,0 0-4 0,0 0-2 0,0 0-4 15,0-9-4-15,0 9 0 0,2-8-3 16,-2 8-1-16,0 0 2 0,0-7-1 0,0 7 7 15,0 0 2-15,0 0 3 0,0 0-1 0,1-9 1 16,-1 9 2-16,0 0-1 0,0 0-5 0,0 0 3 0,5-6 0 16,-5 6-7-16,0 0 2 0,0 0 0 0,0 0-3 15,0 0-1-15,0 0 2 0,0 0-6 0,0 0-3 16,0 0 1-16,0 0-4 0,0 0 1 0,0 0-1 16,4-6 0-16,-4 6-4 0,0 0-1 0,0 0 1 15,0 0-2-15,0 0 1 0,0 0 1 0,0 0-1 16,0 0-1-16,0 0-2 0,0 0 0 0,0 0-3 15,0 0 0-15,0 0 4 0,0 0-1 0,0 0-3 16,0 0 3-16,0 0-3 0,0 0 4 0,0 0-1 16,0 0 2-16,0 0-5 0,0 0 1 0,0 0 0 15,0 0 2-15,0 0 0 0,0 0 3 0,0 0-4 16,0 0 0-16,0 0-1 0,0 0 2 0,0 0-2 16,0 0 1-16,0 0 1 0,0 0-1 0,0 0-2 15,0 0 1-15,0 0 5 0,-14 18-5 0,14-18 4 0,0 0-2 16,0 0 0-16,0 0 1 0,0 0-2 15,0 0 2-15,0 0 0 0,0 0-2 0,0 0 5 16,0 0-5-16,0 0 0 0,0 0 3 0,0 0 0 0,0 0-3 16,0 0 1-16,0 0 1 0,0 0-2 0,0 0 1 15,0 0 2-15,0 0-2 0,0 0 1 0,0 0 2 16,0 0-4-16,0 0 4 0,0 0 1 0,0 0-2 16,0 0-1-16,0 0 2 0,0 0 0 0,0 0 1 15,0 0-1-15,0 0-1 0,0 0 1 0,0 0 0 16,0 0 3-16,0 0 1 0,0 0 3 0,0 0-1 15,0 0 3-15,0 0 2 0,0 0 0 0,0 0 0 16,0 0-4-16,0 0 1 0,0 0-2 0,0 0 2 16,0 0 0-16,0 0-1 0,0 0 4 15,0 0 4-15,0 0-2 0,0 0 0 0,0 0 1 0,0 0 3 16,0 0-4-16,0 0 2 0,0 0-2 0,0 0-1 16,0 0 1-16,0 0 0 0,0 0 2 0,0 0-7 15,0 0 4-15,0 0-2 0,0 0-4 0,0 0 2 16,0 0 0-16,0 0-2 0,0 0 2 0,0 0 1 0,0 0-2 15,0 0-5-15,2-22 2 0,-2 22-2 16,0 0 2-16,0 0-3 0,0 0 4 0,0 0-2 16,0-9-11-16,0 9-1 0,0 0 5 0,0 0-6 0,2-9 6 15,-2 9 0-15,0 0 0 0,0 0 3 0,0 0-4 16,0 0 3-16,0 0-5 0,0 0 2 0,0 0-4 16,0 0 3-16,0 0-2 0,0 0 0 15,0 0 1-15,0 0-2 0,0 0 3 0,0 0-3 0,8 25 5 16,-6-14 2-16,0 0-2 0,0 8-3 0,-2-2 3 15,0 2-3-15,1 4 7 0,-2-4-2 0,0-2-1 16,0 1-1-16,-1-1 4 0,2 2-4 16,-2 0 3-16,-2-4 2 0,1 4 3 0,2-2 0 0,-3 0-1 15,4-1-2-15,-6 1 2 0,5-4 3 16,-2 3-6-16,0-1 3 0,1 0 1 0,-3-4-3 0,3-1 2 16,0 2-3-16,0 0 5 0,-1-2-3 0,-2 1 1 15,4-2-1-15,-1 1-1 0,1 0-4 0,1-3 3 16,0-7 2-16,0 13 1 0,-2-7-6 0,2-6 0 15,-2 12-12-15,2-12-21 0,0 8-19 0,0-8-25 16,-2 8-17-16,2-8-20 0,0 0-29 0,-2 8-15 16,2-8-18-16,0 0-21 0,0 0-137 0,0 0-360 15,0 0 159-15</inkml:trace>
  <inkml:trace contextRef="#ctx0" brushRef="#br0" timeOffset="-113853.33">25145 12141 110 0,'0'0'148'0,"-1"-12"-4"0,1 5-1 16,0 7-17-16,4-14-15 0,-2 9-5 0,6-2-17 15,2 1-6-15,7 1-5 0,3-2-11 0,7 2-9 16,6 1-3-16,1 3-4 0,1-1-8 0,-2 4-6 0,1-1-17 16,-2 2-27-16,-3 0-25 0,-10 1-33 0,2 0-29 15,-7 1-119-15,-3 0-229 0,-4-2 103 16</inkml:trace>
  <inkml:trace contextRef="#ctx0" brushRef="#br0" timeOffset="-113647.41">24999 12707 105 0,'0'0'136'0,"-2"6"-5"0,2-6-8 15,8 8-13-15,1-5-10 0,3 2-6 0,6-3-15 16,11 1-15-16,2 2-37 0,0-3-39 0,4-2-29 15,0 0-48-15,-4-1-50 0,1-2-148 0,-3-1 66 16</inkml:trace>
  <inkml:trace contextRef="#ctx0" brushRef="#br0" timeOffset="-113109.93">25518 12590 44 0,'0'0'158'0,"0"0"17"16,0 0-5-16,0 0-9 0,0 0-11 0,4 24-14 0,-3-14 2 16,1-1-7-16,-2 4-6 0,0-2-16 15,2 0-5-15,-2 0-9 0,2-1-6 0,-2 1-10 16,2-2-4-16,-2 3-7 0,2-4-8 0,-1-1-5 16,0 3-2-16,0-3-11 0,1 0-2 0,0-1-3 0,-2-6-2 15,4 10-4-15,-4-10-1 0,0 6-3 0,0-6 14 16,0 0 12-16,4 5 3 0,-4-5-9 0,0 0-1 15,0 0-7-15,0 0-6 0,14-18 2 16,-9 9-7-16,0-1-2 0,2 0-3 0,0-5-3 0,3 1-3 16,-3-3-1-16,3 2-2 0,0-2-2 0,1 4 7 15,1-3-10-15,-1 4 0 0,0 0-1 0,3 2 1 16,-5 3-4-16,4 0 0 0,-2 2-2 0,-2 1-1 16,1 3-4-16,-1 1 2 0,1 0 1 0,-3 3-1 15,1-1 2-15,-2 3-2 0,0 0-3 0,1 2 3 16,-5 1-5-16,3 1-1 0,-3 0 3 0,-1-2 2 15,-4 3 0-15,0 0 1 0,-1-1-8 0,-3 0-5 16,3-1-2-16,-2-2-6 0,1 0-11 0,3-1-7 16,2-5-4-16,-8 10-1 0,6-6-4 0,2-4 2 15,-4 8 1-15,4-8 2 0,-2 8 5 0,2-8 0 16,0 0 6-16,4 9 1 0,-4-9 10 0,2 8-3 16,-2-8 1-16,7 4 4 0,-4 0 2 0,-3-4 3 15,5 6-3-15,-5-6 4 0,0 0 1 0,1 8-3 16,-1-8 6-16,0 0-1 0,-2 9 4 0,2-9-1 15,-7 6 4-15,7-6-4 0,-9 5 3 0,0-1 1 16,3-1-9-16,-3 2-12 0,-2-1-20 0,4-2-34 16,-3 1-21-16,2-1-35 0,8-2-24 0,-13 3-120 15,8-3-301-15,5 0 134 0</inkml:trace>
  <inkml:trace contextRef="#ctx0" brushRef="#br0" timeOffset="-112857.14">26088 12662 22 0,'9'3'101'0,"-9"-3"-14"16,8 6-10-16,-6-2-21 0,-2-4-2 0,0 10-7 16,0-4-2-16,0-6-13 0,-3 12 3 0,3-12-9 15,-2 9 8-15,-3-3-12 0,5-6 3 0,0 11-4 16,0-11 12-16,-5 10 0 0,5-10 3 0,0 7-8 15,0-7 6-15,0 0-1 0,3 12 0 0,-3-12-7 16,2 5 16-16,3-1-14 0,0 0 3 0,3 0-5 16,1 0-14-16,3-1-33 0,5-1-21 0,4-1-49 15,-1-1-64-15,9 0-167 0,0-3 75 0</inkml:trace>
  <inkml:trace contextRef="#ctx0" brushRef="#br0" timeOffset="-112587.15">26904 12451 1365 0,'13'-22'14'16,"-6"3"35"-16,4 0 14 0,-4 4 45 0,-3 7 10 0,1-2-14 16,-1 2-14-16,0 3-15 0,-4 0-14 15,0 5-5-15,6-8-3 0,-6 8-6 0,0 0-8 16,0 0 3-16,0 0 8 0,0 0 15 0,4 21 2 15,-8-5 0-15,4 2-10 0,0 2-7 0,-4 4 5 0,0 4-10 16,2-5-4-16,-2 3-7 0,-1-2-2 0,1-5-3 16,0-1-8-16,-1 2-12 0,2-4-35 0,-1 1-40 15,2 1-34-15,1-3-41 0,-1-2-34 0,0-2-30 16,0 0-161-16,0-5-396 0,2-6 176 0</inkml:trace>
  <inkml:trace contextRef="#ctx0" brushRef="#br0" timeOffset="-112320.93">27099 12594 83 0,'0'0'127'16,"7"5"3"-16,-7-5 8 0,12 8 0 0,-2-4-3 16,-3-1-3-16,2 0-8 0,5 1-2 0,-1-2-9 15,3 1-5-15,-3-2-6 0,1-1 2 0,-1-1-5 16,-2-1 6-16,-1-1-7 0,-2-1-12 0,1-2-6 15,0 0-9-15,-4-2 1 0,-3 2-4 0,0-4-4 16,-2 1-9-16,0 1-2 0,0 8-2 0,0-15-3 16,-4 7-11-16,2 3-1 0,-6-1-10 0,2-1 2 15,-3 2-12-15,0 1-16 0,-3 3-14 0,1 2-17 16,-3 0-14-16,1 2-23 0,3 1-26 0,-4 2-52 16,3 1-27-16,2-1-174 0,-3 2-375 0,5-2 166 15</inkml:trace>
  <inkml:trace contextRef="#ctx0" brushRef="#br0" timeOffset="-111813.47">27472 12633 174 0,'0'0'189'16,"4"10"-7"-16,-4-6-13 0,0-4 2 0,3 13-9 15,-1-7 1-15,-2 1-14 0,0-7-14 0,2 10-8 16,-2-10-14-16,0 10-9 0,0-10 0 0,0 0 3 0,2 8 3 16,-2-8 10-16,0 0-6 0,0 0-9 0,0 0-13 15,0 0-6-15,0 0-11 0,0 0-5 0,0 0-10 16,-2-32-4-16,0 22-4 0,2 0-4 0,2-2-9 16,3 2-1-16,0-3-6 0,-1-2-5 0,6-1-3 15,-3 1 0-15,3 1-4 0,1 0-1 0,-1 2-2 16,0 3-1-16,3-1-4 0,-4 4-2 0,5 1-1 15,-1 2 0-15,-3 2-4 0,3 3 0 0,-4 0-2 16,3 4 5-16,-4 1-6 0,3 1-1 0,-3 1 1 16,0 3 1-16,0 1-4 0,-3-4 2 0,0 4-2 15,-2-5 1-15,1 3 1 0,-2-5-3 0,-2 3-1 16,0-4 7-16,0-5-5 0,4 12 0 0,-4-12 4 16,2 5 2-16,-2-5 0 0,0 0 4 0,1 8-3 15,-1-8-1-15,0 0 1 0,0 0-2 0,0 0-1 16,0 0-2-16,12-17 1 0,-9 12 4 0,-3 5-5 15,11-13 2-15,-4 4-3 0,2 1-3 0,3-1 6 16,3 0-9-16,-3 2 3 0,1 1-2 0,-4 1 2 16,5 1-1-16,-5 2-4 0,1 0 1 0,0 2 0 15,-10 0 2-15,13 3 0 0,-8 2 0 0,-2 1-3 16,-3 1-13-16,-1 4-26 0,-2 0-16 0,-1-2-47 16,0 4-34-16,-5 1-38 0,0-3-36 0,-1 2-211 15,2-4-463-15,1 0 206 0</inkml:trace>
  <inkml:trace contextRef="#ctx0" brushRef="#br0" timeOffset="-111438.98">28028 12619 84 0,'3'-5'176'0,"-3"5"-17"0,0 0-7 15,0 0 6-15,0 0 4 0,0 0 0 0,5 16-1 16,-5-16-13-16,-5 17-8 0,3-7-9 0,1-1-16 15,-1 1-11-15,0 0-2 0,0-3-9 0,-2-2-12 16,2 2-5-16,2-7-8 0,-1 9 2 0,1-9 9 16,0 0-2-16,0 0-8 0,0 0-4 0,0 0-8 15,0 0-4-15,0 0-8 0,13-20-3 0,-8 9-2 0,0 0-6 16,4-4-4-16,-1 1-4 0,1-3-1 16,1 2-5-16,-1-2 5 0,-1-1-5 0,3-4-4 15,-3 3-1-15,2 3-4 0,0 0 5 0,-3 0-6 16,2 4 1-16,-2 2-3 0,1 1 0 0,0 2-4 0,-5 1 0 15,3 3-3-15,-6 3-1 0,8 0 0 16,-8 0-1-16,8 6-1 0,-4 2 5 0,-2 1-2 0,0 3 2 16,0 4 1-16,-2 4-1 0,0-1-2 15,2-2 2-15,-4 4-2 0,0-2 3 0,0 7-1 16,0-8-1-16,2 1-18 0,0 0-29 0,0-1-39 0,0 0-49 16,0-1-49-16,0-5-50 0,-4 0-183 0,-2-3-449 15,4-2 199-15</inkml:trace>
  <inkml:trace contextRef="#ctx0" brushRef="#br0" timeOffset="-111282.58">28045 12646 167 0,'10'-3'150'0,"2"-1"-7"0,8 0-7 0,8 2-15 0,3 2-10 15,1 2-14-15,-2 0-15 0,-2 1-25 0,-1 3-41 16,-6-2-42-16,-2 1-29 0,-1 2-112 0,-9-4-180 15,-2 1 80-15</inkml:trace>
  <inkml:trace contextRef="#ctx0" brushRef="#br0" timeOffset="-111068.92">27218 12864 221 0,'-8'0'205'15,"8"0"-7"-15,-4 5 5 0,4-5-16 0,27 6-11 16,7 0-18-16,20-1-5 0,36 1-13 0,2-1-13 16,1-2-9-16,-28 0-14 0,35 2-11 0,-4-2-8 15,-30-2-15-15,-2 4-8 0,-1-1-23 0,-3-1-36 16,-20 1-32-16,-9-2-36 0,-4 4-35 0,-11-5-32 16,-4 2-37-16,-6 0-140 0,-6-3-333 0,0 0 149 15</inkml:trace>
  <inkml:trace contextRef="#ctx0" brushRef="#br0" timeOffset="-110846.86">27472 12955 197 0,'0'11'202'16,"0"-11"-7"-16,2 17 3 0,0-5-6 0,3 6-3 15,-3 1-5-15,-2-1-13 0,0 3-9 0,-2 4-12 16,1 0-10-16,-3 0-8 0,0 2-13 0,-1-8-10 15,-1 6-2-15,-4-1-15 0,4-6-13 0,-1-1-8 16,0 1-10-16,-2-3 14 0,3 1-23 0,-3-1-22 16,2-2-28-16,0 2-40 0,3-4-49 0,-1-3-39 15,1 0-54-15,3-2-46 0,-2 1-150 0,3-7-406 16,0 0 179-16</inkml:trace>
  <inkml:trace contextRef="#ctx0" brushRef="#br0" timeOffset="-110571.16">27654 13185 1483 0,'18'-10'89'0,"-2"-3"13"16,-1 5-32-16,-4 0-21 0,-2 3-4 0,0 1-2 15,2 4 16-15,-1 2 5 0,-10-2-1 0,14 5 0 16,-10 0 5-16,0 1 3 0,-1 0 0 0,-1 2 0 16,-2-1-6-16,0-7-3 0,-5 18-1 0,1-8-9 0,2-2-3 15,-2 1-4-15,-5 0 0 0,1 0-6 16,-1-1-2-16,-1-2-3 0,0 0-2 0,5-2-4 15,-3-1-4-15,3 2 2 0,5-5-1 0,-7 6-3 16,7-6 1-16,-2 5-1 0,2-5 1 0,0 0-7 16,0 0 2-16,0 0-2 0,0 0-4 0,25 5 0 0,-3-4 2 15,5-1-8-15,-7 1-16 0,13-1-24 0,-3 1-37 16,1-2-48-16,-4 0-36 0,2 1-42 16,-7-2-32-16,-3 1-172 0,4-3-435 0,-5-1 193 15</inkml:trace>
  <inkml:trace contextRef="#ctx0" brushRef="#br0" timeOffset="-110369.06">28207 13104 20 0,'0'0'220'0,"0"0"-19"16,6-6 3-16,-6 6 21 0,0 0-8 0,0 0-2 16,2 20-11-16,-2-10-10 0,-4 6-9 0,3 1-15 15,-3-2-9-15,2 3-10 0,0-3-17 16,-2 2-11-16,0 0-12 0,2 0-13 0,-2 2-9 0,1-3-4 15,1 3-10-15,-1-3-15 0,1-3-27 0,2-3-28 16,-3-1-45-16,3 0-42 0,3 1-54 0,-2-5-59 16,4 1-260-16,3 0-492 0,-2-3 218 0</inkml:trace>
  <inkml:trace contextRef="#ctx0" brushRef="#br0" timeOffset="-110168.55">28906 13068 38 0,'4'-3'248'15,"-4"3"-18"-15,4-6-18 0,-4 6-25 0,11-5-20 16,-11 5-13-16,14-3-16 0,-7 3-15 0,-7 0-14 16,18 4-27-16,-11-1-39 0,4 1-38 0,-5-3-45 15,4 4-37-15,-5-1-29 0,0 1-25 0,-1 0-100 16,-4-5-250-16,0 10 112 0</inkml:trace>
  <inkml:trace contextRef="#ctx0" brushRef="#br0" timeOffset="-110046.81">28966 13153 105 0,'0'0'185'15,"-5"4"-2"-15,5-4-1 0,0 0 1 0,0 0-6 16,0 0-13-16,0 0-14 0,13 7-16 0,-5-5-9 16,2 0-16-16,4-1-9 0,5 1-26 0,4-1-49 15,6 0-47-15,5 1-62 0,3-2-70 0,-2-3-119 16,5 0-296-16,-2 0 131 0</inkml:trace>
  <inkml:trace contextRef="#ctx0" brushRef="#br0" timeOffset="-109577.22">30396 12769 64 0,'3'-4'210'0,"1"-2"-18"0,-4 6-20 0,7-8-5 16,1 6-15-16,2 1-9 0,1 2-6 0,0 1-9 16,2 2-11-16,3 1-9 0,-5 1-9 15,3 4-5-15,-4-2-8 0,-2 2-11 0,1 3-6 16,-2 1-4-16,-2 2-10 0,-4-4-3 0,1 5-4 15,-4-1-6-15,0 2-6 0,-6-1 0 0,1 1-5 0,-4 0-3 16,1-2-2-16,0 1-1 0,0-2-5 0,-7 5 0 16,7-7 0-16,1 2-6 0,-1 1-21 0,2-2-4 15,3-3-23-15,-2 3-16 0,1 2-25 0,0-6-21 16,1 3-37-16,2 1-16 0,-1 2-41 0,2-4-108 16,2 1-322-16,1 0 142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1T11:05:47.3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27361 9736 86 0,'0'0'147'0,"0"0"-17"0,0 0 2 15,0 0-14-15,0 0-10 0,0 0-12 0,0 0-1 16,0 0-13-16,0 7-6 0,0-7-4 0,0 0-14 16,0 0-8-16,0 0 3 0,0 0 4 0,0 0-7 15,0 0 1-15,0 0 1 0,0 0-3 0,0 0 2 16,0 0-4-16,0 0-7 0,0 0 5 0,0 0-3 16,0 0 5-16,0 0-5 0,0 0 0 0,0 0-5 15,0 0 2-15,0 0-5 0,0 0 0 0,0 0 0 16,0 0-6-16,0 0-4 0,0 0-3 0,0 0-2 15,0 0-3-15,0 0-1 0,0 0 2 0,0 0-1 16,0 0-6-16,0 0 0 0,0 0-1 0,0 0-3 16,0 0 4-16,0 0-4 0,0 0 1 0,0 0-2 0,0 0 4 15,0 0-3-15,0 0 1 0,0 0-2 16,0 0-5-16,0 0 4 0,0 0-4 0,0 0 2 16,0 0 0-16,0 0 3 0,0 0-1 0,0 0-2 0,0 0-1 15,0 0 4-15,0 0-4 0,0 0 1 16,0 0-1-16,0 0 1 0,0 0-2 0,0 0 1 15,0 0-1-15,0 0-4 0,0 0 5 0,0 0 1 16,0 0-2-16,0 0 0 0,0 0-2 0,0 0 4 0,0 0-2 16,0 0 3-16,0 0-2 0,0 0 1 0,0 0 1 15,0 0-3-15,0 0-2 0,0 0-2 0,0 0 1 16,0 0 0-16,0 0 3 0,0 0-2 0,0 0 0 16,0 0 1-16,0 0 0 0,0 0 2 0,0 0 0 15,0 0 1-15,0 0-2 0,0 0 0 0,0 0 1 16,0 0-1-16,0 0 1 0,0 0-4 0,0 0-5 15,0 0-4-15,0 0 1 0,0 0 0 0,0 0-2 16,0 0 2-16,0 0-4 0,0 0-2 0,0 0 5 16,0 0-3-16,0 0 0 0,0 0-1 0,0 0-11 15,0 0-4-15,0 0-5 0,0 0-7 0,0 0-10 16,0 0 0-16,0 0-7 0,0 0-7 0,0 0-12 16,0 0-10-16,0 0-2 0,0 0-1 0,0 0 1 15,0 0-14-15,0 0-23 0,0 0-67 0,0 0-211 16,0 0 95-16</inkml:trace>
  <inkml:trace contextRef="#ctx0" brushRef="#br0" timeOffset="41221.12">9845 8791 1 0,'8'-1'56'0,"-8"1"-7"0,0 0-4 15,6-4-9-15,-6 4 5 0,0 0-5 16,0 0-3-16,0 0-4 0,9 0-8 0,-9 0 3 16,0 0-6-16,0 0-2 0,0 0 2 0,0 0-5 0,0 0 1 15,0 0-3-15,0 0-5 0,9-2 4 0,-9 2 0 16,0 0-1-16,0 0-7 0,0 0 6 0,0 0-2 16,0 0-3-16,0 0 2 0,0 0 4 15,0 0-4-15,0 0 1 0,0 0-8 0,0 0 5 0,0 0 5 16,0 0-8-16,0 0 1 0,0 0-1 0,0 0 5 15,0 0 1-15,0 0-5 0,9 0 0 0,-9 0 2 16,0 0-4-16,0 0-1 0,0 0-1 0,0 0 3 16,0 0-3-16,0 0-10 0,0 0 11 0,0 0-8 15,0 0 1-15,0 0-3 0,0 0-8 0,0 0 3 16,0 0-11-16,0 0-1 0,0 0-12 0,0 0-22 16,0 0-68-16,0 0 30 0</inkml:trace>
  <inkml:trace contextRef="#ctx0" brushRef="#br0" timeOffset="41957.22">12896 7678 39 0,'0'0'65'15,"0"0"4"-15,0 0-12 0,0 0 1 0,0 0-9 16,0 0-9-16,0 0 2 0,0 0-9 0,0 0-1 16,0 0-5-16,0 0-8 0,0 0 7 0,0 0-2 15,0 0 0-15,0 0-7 0,0 0-7 0,0 0 7 16,0 0-4-16,0 0-2 0,0 0 2 0,0 0-5 15,0 0-5-15,0 0 1 0,0 0-3 0,0 0-14 16,0 0 3-16,0 0 1 0,0 0-4 0,0 0-3 16,0 0-9-16,0 0-5 0,0 0-13 0,0 0-48 15,0 0-98-15,0 0 44 0</inkml:trace>
  <inkml:trace contextRef="#ctx0" brushRef="#br0" timeOffset="42908.42">14074 7724 41 0,'0'0'77'0,"0"0"-6"0,0 0-14 15,0 0 3-15,0 0-9 0,0 0-3 0,0 0-8 0,0 0 2 16,0 0-6-16,0 0 0 0,0 0-14 0,0 0 8 15,0 0-9-15,0 0 11 0,0 0-13 0,0 0-6 16,0 0 7-16,0 0 2 0,0 0-7 16,0 0 7-16,0 0 2 0,0 0-4 0,0 0-6 0,0 0 8 15,0 0-11-15,0 0 8 0,0 0-6 0,0 0-4 16,0 0-1-16,0 0 0 0,0 0 2 0,0 0-3 16,0 0 0-16,0 0 3 0,0 0-7 0,0 0-12 15,0 0 11-15,0 0-3 0,0 0 9 0,0 0-2 16,0 0-1-16,0 0-5 0,0 0 10 0,0 0-1 15,0 0-6-15,0 0 1 0,0 0-3 0,0 0-3 16,0 0 9-16,0 0 0 0,0 0-5 0,0 0 4 16,0 0 0-16,0 0-4 0,0 0-2 0,0 0 4 15,0 0 6-15,0 0-4 0,0 0-4 0,0 0-5 16,0 0 2-16,0 0 7 0,0 0-1 0,0 0-16 16,0 0 17-16,0 0-6 0,0 0 8 0,0 0-13 15,0 0 10-15,0 0-8 0,0 0-5 0,0 0-3 16,0 0-9-16,0 0-12 0,0 0-2 0,0 0-8 15,0 0-8-15,0 0-13 0,0 0-70 0,0 0-144 16,0 0 65-16</inkml:trace>
  <inkml:trace contextRef="#ctx0" brushRef="#br0" timeOffset="46282.75">13513 8754 87 0,'0'0'84'0,"0"0"0"15,0 0-15-15,0 0 4 0,0 0-10 16,0 0-5-16,0 0-6 0,0 0-4 0,0 0-5 0,0 0-1 16,0 0-5-16,0 0-1 0,0 0-4 0,0 0 0 15,0 0-10-15,0 0-6 0,0 0 4 0,0 0-5 16,0 0 6-16,0 0-1 0,0 0-10 0,0 0 3 15,0 0-8-15,0 0 1 0,0 0 2 0,0 0-2 16,0 0 0-16,0 0-2 0,0 0-1 0,0 0-2 16,0 0 9-16,0 0-4 0,0 0-2 0,0 0 1 15,0 0-9-15,0 0 2 0,0 0 5 0,0 0-4 16,0 0 11-16,0 0-10 0,0 0 0 0,0 0-2 16,0 0-2-16,0 0 9 0,0 0-5 0,0 0 3 15,0 0-7-15,0 0 8 0,0 0-5 0,0 0 1 16,0 0-4-16,0 0 4 0,0 0-6 0,0 0 8 15,0 0-1-15,0 0 0 0,0 0-3 0,0 0 3 16,0 0-3-16,0 0 5 0,0 0-11 0,0 0 5 16,0 0-6-16,0 0 3 0,0 0 3 0,0 0-4 15,0 0-2-15,0 0 3 0,0 0 3 0,0 0-9 16,0 0 3-16,0 0 0 0,0 0 5 0,0 0-4 16,0 0-4-16,0 0 1 0,0 0 1 0,0 0-22 15,0 0 12-15,0 0 0 0,0 0-11 0,0 0 4 16,0 0-2-16,0 0-5 0,0 0-4 0,0 0 0 15,0 0-4-15,0 0-3 0,0 0-3 0,0 0-38 16,0 0-91-16,0 0 41 0</inkml:trace>
  <inkml:trace contextRef="#ctx0" brushRef="#br0" timeOffset="47217.2">9436 10146 10 0,'0'0'29'16,"0"0"0"-16,0 0 1 0,0 0-5 0,0 0 1 16,0 0-4-16,10 0-2 0,-10 0-2 0,0 0 1 15,0 0-1-15,0 0 5 0,0 0-3 0,0 0 1 16,0 0 2-16,0 0 1 0,0 0-4 0,0 0-13 16,0 0 11-16,0 0 3 0,0 0 2 0,0 0-5 15,0 0-1-15,0 0 4 0,0 0-5 0,0 0-4 16,0 0 1-16,0 0 3 0,0 0-8 0,0 0-1 15,0 0 6-15,0 0 0 0,0 0-5 0,0 0-1 16,0 0 5-16,0 0-5 0,0 0-5 0,0 0 2 16,0 0-2-16,0 0-1 0,0 0-4 0,0 0-2 15,0 0-11-15,0 0 4 0,0 0-13 0,0 0-5 16,0 0-13-16,0 0-43 0,0 0-91 0,0 0 41 16</inkml:trace>
  <inkml:trace contextRef="#ctx0" brushRef="#br0" timeOffset="47730.48">10107 10046 46 0,'0'0'92'0,"0"0"-15"16,0 0 3-16,0 0-13 0,0 0-4 15,0 0-7-15,0 0-11 0,0 0-8 0,0 0-15 0,0 0-6 16,0 0-9-16,3-1-20 0,-3 1-4 16,0 0-15-16,0 0-19 0,0 0-32 0,0 0-89 15,0 0 40-15</inkml:trace>
  <inkml:trace contextRef="#ctx0" brushRef="#br0" timeOffset="48068.26">11589 9847 17 0,'0'0'107'0,"0"0"13"16,0 0-7-16,0 0-7 0,0 0-10 0,0 0-8 15,0 0-12-15,0 0-3 0,0 0-26 0,0 0-13 16,0 0-18-16,0 0-22 0,0 0-15 0,0 0-17 16,0 0-13-16,0 0-4 0,10 0-3 0,-10 0-53 15,5 5-120-15,-5-5 53 0</inkml:trace>
  <inkml:trace contextRef="#ctx0" brushRef="#br0" timeOffset="49425.52">13373 10349 7 0,'0'0'121'0,"0"0"-5"15,0 0-7-15,0 0-9 0,0 0-10 16,0 0-4-16,0 0-3 0,0 0-1 0,0 0-9 0,0 0-12 16,0 0-5-16,0 0-7 0,0 0-9 0,0 0 1 15,0 0 7-15,0 0-19 0,0 0-1 0,0 0-5 16,0 0 3-16,0 0-2 0,0 0-9 0,0 0-3 16,0 0 3-16,0 0-4 0,0 0 4 0,0 0-7 15,0 0 9-15,4 5-8 0,-4-5 4 0,0 0-9 16,0 0 6-16,0 0-1 0,0 0 5 0,0 0 6 15,0 0-3-15,0 0-3 0,0 0 6 0,0 0-3 16,0 0 10-16,0 0-7 0,0 0-3 0,0 0-9 16,0 0 0-16,0 0 4 0,0 0-1 0,0 0 2 15,0 0-7-15,0 0 1 0,0 0 1 0,0 0-7 16,0 0 8-16,0 0 1 0,0 0-3 0,0 0-3 16,0 0-1-16,0 0 0 0,0 0-2 0,0 0 1 15,0 0 3-15,0 0-9 0,0 0 5 0,0 0 1 16,0 0-2-16,0 0-2 0,0 0-4 0,0 0 3 15,0 0-3-15,0 0 6 0,0 0-2 0,0 0 0 0,0 0-5 16,0 0 9-16,0 0-6 0,0 0 0 16,0 0-3-16,0 0 5 0,0 0-2 0,0 0 7 15,0 0-5-15,0 0-4 0,0 0 7 0,0 0-8 0,0 0 10 16,0 0-3-16,0 0-4 0,0 0 6 0,0 0 1 16,0 0-8-16,0 0 4 0,0 0 0 0,0 0-1 15,0 0 2-15,0 0 5 0,0 0-5 16,0 0-2-16,0 0 1 0,0 0 1 0,0 0-6 0,0 0 21 15,0 0-23-15,0 0 2 0,0 0 3 0,0 0 1 16,0 0-6-16,0 0-9 0,0 0 12 0,0 0 3 16,0 0 0-16,0 0 2 0,0 0-4 15,0 0 1-15,0 0 4 0,0 0-6 0,0 0 8 0,0 0-1 16,0 0-4-16,0 0 6 0,0 0-7 0,0 0 4 16,0 0-5-16,0 0 2 0,0 0-7 0,0 0 7 15,0 0-4-15,0 0 7 0,0 0-10 0,0 0 6 16,0 0-5-16,0 0 4 0,0 0-11 0,0 0 15 15,0 0-9-15,0 0 4 0,0 0 0 0,0 0-7 16,0 0 1-16,0 0 3 0,0 0-5 0,0 0 7 16,0 0 0-16,0 0 1 0,0 0-1 0,0 0 0 15,0 0-3-15,0 0 1 0,0 0-6 0,0 0 0 16,0 0 3-16,0 0-1 0,0 0-7 0,0 0 0 16,0 0-6-16,0 0 5 0,0 0-2 0,0 0 4 15,0 0 3-15,0 0 1 0,0 0-8 0,0 0-3 16,8-13 18-16,-8 13-3 0,0 0 0 0,0 0-3 15,0 0-1-15,0 0 1 0,0 0-2 0,0 0 5 16,0 0 3-16,0 0-7 0,0 0 6 0,0 0 2 16,0 0 7-16,0 0-5 0,0 0-2 0,0 0 1 0,0 0 0 15,0 0 1-15,0 0 3 0,0 0 3 16,0 0-9-16,0 0 8 0,0 0-4 0,0 0 6 16,0 0-4-16,0 0 2 0,0 0-9 0,0 0 2 15,0 0-5-15,0 0 11 0,0-8-6 0,0 8 5 0,0 0-3 16,0 0 4-16,0 0-6 0,0 0-2 0,0 0-2 15,0 0-6-15,0 0 11 0,0 0-1 16,0 0 4-16,0 0-6 0,0 0 0 0,0 0 6 16,0 0-6-16,0 0 5 0,0 0-5 0,0 0 6 0,0 0-4 15,0 0 4-15,0 0 2 0,0 0 0 16,0 0-13-16,0 0 10 0,0 0-8 0,0 0 5 16,0 0 3-16,0 0-3 0,0 0-1 0,0 0 6 15,0 0-8-15,0 0 7 0,0 0-6 0,0 0-3 16,0 0-4-16,0 0 4 0,0 0-10 0,0 0 7 0,0 0-5 15,0 0-11-15,0 0 0 0,0 0-2 0,0 0 5 16,0 0-14-16,0 0-5 0,0 0-42 0,4-7-95 16,-4 7 42-16</inkml:trace>
  <inkml:trace contextRef="#ctx0" brushRef="#br0" timeOffset="57313.79">9064 10049 59 0,'0'0'90'0,"0"0"2"0,0 0-16 16,0 0-22-16,0 0 2 0,0 0 1 0,0 0-1 15,0 0-7-15,0 0-13 0,0 0 3 0,0 0-3 16,0 0-19-16,0 0 6 0,14-6-3 0,-14 6-1 16,0 0-5-16,0 0-3 0,0 0-1 0,0 0 2 15,0 0-11-15,0 0 5 0,0 0 2 0,0 0-8 16,0 0 0-16,0 0-1 0,0 0-1 0,0 0-1 16,0 0 8-16,0 0-1 0,0 0-8 0,0 0 0 15,0 0 8-15,0 0 1 0,0 0-14 0,0 0 12 16,0 0-3-16,0 0 5 0,0 0-2 0,0 0-14 15,0 0 14-15,0 0 5 0,0 0-8 0,0 0 0 16,0 0 4-16,0 0-8 0,0 0 1 0,0 0 7 16,0 0-10-16,0 0-3 0,0 0-5 0,0 0 5 15,0 0-1-15,0 0 1 0,0 0-3 0,0 0 4 16,0 0-7-16,0 0-1 0,0 0 8 0,0 0-1 0,0 0 8 16,0 0-3-16,0 0 0 0,0 0-9 15,0 0 3-15,0 0 6 0,0 0-1 0,0 0 7 16,0 0 1-16,0 0-5 0,0 0 4 0,0 0 3 15,0 0-4-15,0 0-1 0,0 0 6 0,0 0-5 16,0 0 5-16,0 0 2 0,0 0 0 0,0 0 2 16,0 0-13-16,0 0 8 0,0 0 1 0,0 0-2 0,0 0 2 15,0 0-1-15,0 0 5 0,0 0-1 16,0 0 2-16,0 0-5 0,0 0-5 0,0 0 6 16,0 0 1-16,0 0-5 0,0 0 0 0,0 0 3 0,0 0-3 15,0 0 0-15,0 0-6 0,0 0 3 16,0 0-6-16,0 0 8 0,0 0-12 0,0 0 5 15,0 0 7-15,0 0-11 0,0 0-2 0,0 0 0 16,0 0-3-16,0 0-5 0,0 0-5 0,0 0-12 0,0 0-4 16,0 0-13-16,0 0-45 0,0 0-107 0,0 0 48 15</inkml:trace>
  <inkml:trace contextRef="#ctx0" brushRef="#br0" timeOffset="58128.79">11535 10288 45 0,'0'0'78'0,"0"0"-4"0,0 0-4 0,0 0-8 15,0 0-8-15,0 0-7 0,0 0 7 0,0 0-16 16,0 0-2-16,0 0-6 0,0 0-13 0,0 0-4 16,0 0-16-16,0 0-7 0,0 0-6 0,0 0-9 15,4 3-3-15,-4-3-1 0,0 0-17 0,0 0-32 16,0 0-83-16,0 0 38 0</inkml:trace>
  <inkml:trace contextRef="#ctx0" brushRef="#br0" timeOffset="59375.67">9191 10056 18 0,'0'0'19'0,"0"0"2"0,0 0-1 15,5 9-5-15,-5-9 6 0,0 0-12 0,0 0 7 16,0 0-4-16,0 0 6 0,0 0-11 0,0 0 3 15,0 0-2-15,0 0 2 0,0 0 0 0,0 0-3 16,0 0 0-16,0 0 1 0,0 0-5 0,0 0 2 16,0 0 5-16,0 0-2 0,0 0-5 0,0 0 2 15,0 0-2-15,0 0-5 0,0 0 7 0,0 0 2 16,0 0-4-16,0 0 0 0,0 0-1 0,5 4 2 16,-5-4-6-16,0 0 7 0,0 0-6 15,5 3 2-15,-5-3 0 0,0 0 1 0,0 0-1 0,0 0 2 16,0 0-5-16,0 0 4 0,0 0 1 0,0 0-2 15,0 0 4-15,3 6-2 0,-3-6-3 0,0 0 5 16,0 0 3-16,0 0 2 0,0 0-2 0,0 0 6 16,0 0-5-16,0 0-4 0,0 0-3 0,0 0 4 15,0 0-5-15,0 0 4 0,0 0-8 0,0 0 7 16,0 0-8-16,0 0 8 0,0 0 2 0,0 0-7 16,4 5-3-16,-4-5 0 0,0 0-7 0,0 0 2 15,0 0 3-15,5 3-11 0,-5-3-6 0,0 0-31 16,0 0-58-16,7 4 26 0</inkml:trace>
  <inkml:trace contextRef="#ctx0" brushRef="#br0" timeOffset="60796.58">8806 9916 8 0,'0'0'40'16,"9"2"-15"-16,-9-2-24 0,12 3-14 0,-7-1-13 16,-5-2 6-16</inkml:trace>
  <inkml:trace contextRef="#ctx0" brushRef="#br0" timeOffset="61166.31">10894 10257 43 0,'0'0'59'0,"0"0"-15"0,0 0-8 15,0 0-12-15,0 0-17 0,0 0 3 0,0 0-15 16,4 4-11-16,-4-4-18 0,4 4-36 0,-4-4 15 16</inkml:trace>
  <inkml:trace contextRef="#ctx0" brushRef="#br0" timeOffset="62288.22">12956 10186 14 0,'0'0'123'0,"9"-1"-15"15,-9 1-16-15,0 0 5 0,0 0-14 0,0 0-10 16,0 0-1-16,0 0-8 0,0 0-6 0,0 0-7 15,0 0-10-15,0 0 0 0,0 0-1 0,0 0-13 0,9 0 6 16,-9 0-10-16,0 0 4 0,0 0-13 16,0 0 11-16,0 0-5 0,0 0-2 0,0 0-2 15,0 0 0-15,0 0-1 0,0 0-9 0,0 0 6 16,0 0-1-16,0 0-1 0,0 0-2 0,0 0-5 0,0 0 14 16,0 0-16-16,0 0 7 0,0 0-6 0,0 0-1 15,0 0 4-15,0 0 3 0,0 0-6 16,0 0 2-16,0 0-3 0,0 0 4 0,0 0-4 15,0 0-2-15,0 0 4 0,0 0-3 0,0 0-9 16,0 0 12-16,0 0-5 0,0 0 8 0,0 0-4 16,0 0 4-16,0 0-1 0,0 0-5 0,0 0 1 15,0 0-6-15,0 0 8 0,0 0-8 0,0 0 5 16,0 0-2-16,0 0 6 0,0 0-6 0,0 0 4 0,0 0 4 16,0 0-15-16,0 0 7 0,0 0 8 0,0 0 7 15,0 0-17-15,0 0 3 0,0 0-7 0,0 0-3 16,0 0-11-16,0 0-7 0,0 0-1 0,0 0-16 15,0 0-1-15,0 0-10 0,0 0-11 0,0 0-19 16,0 0-65-16,0 0-164 0,0 0 73 0</inkml:trace>
  <inkml:trace contextRef="#ctx0" brushRef="#br0" timeOffset="64061.49">11720 9532 95 0,'0'0'178'0,"0"0"-20"16,0 0-18-16,0 0-14 0,0 0-15 0,0 0-10 16,0 0-7-16,0 0-14 0,0 0-6 0,0 0-2 15,0 0-15-15,0 0 0 0,0 0-14 0,0 0-4 16,0 0 3-16,0 0 0 0,0 0-11 0,0 0 5 16,18 14-2-16,-18-14 1 0,5 4 0 0,-5-4 3 15,0 0 3-15,9 5 2 0,-9-5 8 16,6 3-1-16,-6-3 3 0,9 0-2 0,-9 0-5 0,19-7-3 15,-2 0-6-15,1-4-8 0,14-5-15 0,10-11-25 16,8-5-32-16,4 0-43 0,29-22-39 0,0 0-56 16,-9-3-108-16,3-1-312 0,-2 2 139 0</inkml:trace>
  <inkml:trace contextRef="#ctx0" brushRef="#br0" timeOffset="65190.85">13427 9826 77 0,'0'0'167'15,"0"0"2"-15,3-6-10 0,-3 6-10 0,0 0-3 16,0 0-12-16,0-9-16 0,0 9-11 0,0 0-8 15,0 0-12-15,4-5-10 0,-4 5-8 0,0 0-6 16,0 0-26-16,0 0-29 0,0 0-22 0,0 0-42 16,0 0-33-16,2-7-39 0,-2 7-103 0,0 0-248 15,0 0 110-15</inkml:trace>
  <inkml:trace contextRef="#ctx0" brushRef="#br0" timeOffset="66754.3">9035 10024 26 0,'0'0'64'16,"0"0"-6"-16,0 0-8 0,3-5 1 0,-3 5-13 15,0 0-12-15,0 0-9 0,0 0-17 0,0 0-15 0,0 0-38 16,0 0-57-16,8 12 26 0</inkml:trace>
  <inkml:trace contextRef="#ctx0" brushRef="#br0" timeOffset="97074.67">27411 7745 70 0,'0'0'77'0,"4"-13"-16"0,-4 13-1 16,3-5-22-16,-3 5-9 0,6-5-7 0,-6 5-28 15,10-4-11-15,-10 4-39 0,11 1-61 0,-11-1 28 16</inkml:trace>
  <inkml:trace contextRef="#ctx0" brushRef="#br0" timeOffset="97340.25">28786 7548 84 0,'2'-9'101'16,"-2"9"-8"-16,3-8-14 0,-3 8-6 0,4-7-8 15,-4 7-11-15,1-6-5 0,-1 6-3 0,0 0-5 0,0 0-3 16,3-8-4-16,-3 8-9 0,0 0 1 16,0 0-12-16,0 0-9 0,0 0-10 0,0 0-23 15,0 0-8-15,0 0-21 0,0 0-61 0,0 0-126 16,4 19 56-16</inkml:trace>
  <inkml:trace contextRef="#ctx0" brushRef="#br0" timeOffset="98529.11">20539 12419 54 0,'0'0'131'0,"0"0"-13"15,-1-7-10-15,1 7-15 0,0 0-15 0,0 0 1 16,0 0-8-16,0 0-21 0,0 0-8 0,0 0-30 0,0 0-29 15,0 0-36-15,0 0-75 0,0 0-139 0,0 0 62 16</inkml:trace>
  <inkml:trace contextRef="#ctx0" brushRef="#br0" timeOffset="103301.95">27445 10459 22 0,'0'0'34'0,"0"0"0"0,0 0-8 0,0 0 4 16,0 0-5-16,0 0-11 0,0 0-11 0,-5 28-14 16,1-16-19-16,-2 5-32 0,-4 0 15 0</inkml:trace>
  <inkml:trace contextRef="#ctx0" brushRef="#br0" timeOffset="103500.89">27120 11510 59 0,'0'0'60'0,"0"0"-27"0,0 0-22 0,0 0-39 0,0 0-29 16,0 0 13-16</inkml:trace>
  <inkml:trace contextRef="#ctx0" brushRef="#br0" timeOffset="112382.43">9309 15126 6 0,'0'0'35'0,"0"0"4"0,0 0-10 0,0 0 0 15,0 0 0-15,0 0-8 0,0 0-10 0,0 0-16 16,1 15-28-16,-1-15-35 0,2 20 16 0</inkml:trace>
  <inkml:trace contextRef="#ctx0" brushRef="#br0" timeOffset="119470.8">6856 14531 28 0,'4'-3'160'0,"-4"3"-5"0,0 0-11 0,0 0-8 0,1-7-14 16,-1 7-9-16,0 0-16 0,0 0-8 0,0 0-13 16,0 0-4-16,0 0-11 0,0 0-11 0,0 0-24 15,0 0-24-15,1-8-24 0,-1 8-44 0,0 0-24 16,0 0-19-16,0 0-65 0,0 0-189 0,0 0 83 16</inkml:trace>
  <inkml:trace contextRef="#ctx0" brushRef="#br0" timeOffset="160674.68">25249 13180 137 0,'0'0'142'0,"0"0"-5"0,0 0-13 15,0 0-3-15,0 0-7 0,0 0-3 0,0 0-12 16,0 0-3-16,0 0-10 0,0 0-6 0,0 0-6 16,0 0-10-16,19-8 0 0,-19 8-8 15,9-4-3-15,-9 4-7 0,13-2-3 0,-2 0-7 0,2 1-1 16,7-4-3-16,4-2-3 0,7 2-6 0,6-4 3 15,16-5-19-15,2-4-32 0,32-10-50 0,3-1-51 16,-7-1-143-16,7 2-290 0,2-3 129 0</inkml:trace>
  <inkml:trace contextRef="#ctx0" brushRef="#br0" timeOffset="161665.35">25607 12657 87 0,'0'0'77'0,"0"0"-5"0,0 0-3 15,0 0-1-15,0 0 1 0,0 0 6 0,0 0-8 16,0 0 2-16,8 29-14 0,-4-19 6 0,0 2-11 15,-3-1 9-15,3 6 1 0,0-2-13 16,0 0-1-16,1 1 4 0,0 0-5 0,-1-5-7 0,-3 1 2 16,2 1 0-16,2-3 0 0,-3 0-5 0,-1-1-14 15,1-1 12-15,-1-1 3 0,2 0-7 16,0 0 1-16,-3-7-3 0,2 9-5 0,-2-9-2 16,2 10 1-16,-2-7 0 0,0-3-4 0,0 0-2 0,0 0-3 15,2 9-2-15,-2-9 3 0,0 0-3 16,0 0-4-16,0 0 4 0,0 7-16 0,0-7-16 0,0 0-15 15,0 0-16-15,0 0-5 0,0 0-19 0,0 0-16 16,0 0-37-16,0 0-70 0,0 0-215 0,0 0 95 16</inkml:trace>
  <inkml:trace contextRef="#ctx0" brushRef="#br0" timeOffset="162130.63">25630 12617 17 0,'0'0'94'15,"2"-6"4"-15,-2 6-11 0,4-11-9 0,-3 6-2 16,-1 5-4-16,7-6-12 0,-7 6-9 0,6-6-6 16,-6 6 3-16,7-3-11 0,-7 3 10 0,0 0-13 15,11 1 8-15,-11-1 1 0,9 5 5 0,-7 0 14 16,3-1-2-16,-3 5 0 0,0-2-2 0,-2 5-1 15,2 0-7-15,-1 0 1 0,-4-1-7 0,3 4 7 16,0-1-4-16,-2-3-13 0,2 0 0 0,-2 1-9 16,0-3-2-16,2 2 1 0,-4-3-3 0,1-2-2 15,3 1 1-15,0-7-9 0,-2 11 4 0,2-11-1 16,-5 9-1-16,5-9-4 0,0 9-1 0,0-9 1 16,0 0-6-16,-3 7 1 0,3-7 0 0,0 0-1 15,6 7 0-15,-6-7-5 0,6 6-1 0,-6-6 1 16,11 2-5-16,-4 0-7 0,0 0 2 0,2-1 1 15,2-1-7-15,1 2 2 0,1-1 7 0,-4 1-2 16,2 1-5-16,-4-2 3 0,-1 2 2 0,-6-3-5 16,11 0 5-16,-11 0 0 0,8 2 0 0,-8-2 0 15,0 0 6-15,0 0 1 0,0 0-1 0,0 0 0 16,0 0 4-16,-17 15-2 0,11-12-4 0,-5 1 1 16,1-1-12-16,2 1-30 0,-3-2-8 0,-1 1-33 15,3 2-34-15,-4-1-84 0,-1-3-224 0,3 2 101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0T09:27:35.8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2878 3317 22 0,'0'0'144'0,"-3"-4"-3"0,3 4-29 15,0 0-12-15,-4-6-9 0,4 6-12 0,0 0 0 16,0 0-2-16,0 0-6 0,-18 16 3 0,11-6-6 15,-1 3 6-15,-1 2-7 0,-1 3-6 0,-3 7-4 16,0 3-2-16,-3 2 6 0,0 3-5 0,-7 6-7 16,5-7-5-16,-5 10 1 0,2 0-3 0,4-8-2 15,-2 7-4-15,5-7-5 0,-2 12 3 0,1-1-6 16,7-11 0-16,-1 1 1 0,6-1-2 0,-2 0-5 16,1 13 1-16,4-13 5 0,0-1-13 0,1-1 4 15,2-1-4-15,0-4 1 0,4 1 0 0,0-5-2 16,2 0 1-16,2-6-2 0,0-2-3 0,2-2 0 15,1-2 3-15,1 0-5 0,4-3 3 0,2-1 1 16,-2-4 1-16,11-2 2 0,-1-1 1 0,2-5 2 16,-1-1-1-16,2-4 4 0,0-3 1 0,-1-5 1 15,12-7-2-15,-3-3 2 0,-3-7 0 0,-4 1 2 16,8-3-3-16,-9-5 0 0,-8-1 2 0,2-2-9 16,-3-2-1-16,-3-3 0 0,-2 1-3 0,-4 2 4 15,-1-4-7-15,-4 0 3 0,-1 2-7 0,-2 0-1 16,-5-1-2-16,2 2 4 0,-7 2-3 0,0 12-2 15,-3-2 2-15,-2 2-1 0,-2 4-4 0,-1 1 2 16,1 3-2-16,1 2 1 0,-1 9 0 0,0 1-4 16,-3 3 3-16,-2 1-3 0,-2 4 0 0,-4 3-7 15,-7 6 8-15,-5 3-2 0,0 1 2 0,-3 7 5 16,-12 8-3-16,1 3-26 0,3 4 3 0,2-3 2 16,0 4 4-16,17-8 0 0,1-1 0 0,6 0 1 15,3 1 4-15,3-1 2 0,5-6 1 0,3 4-2 16,3-3-4-16,3 2 8 0,6 0-3 15,1 0-4-15,6 6 3 0,8-5-1 0,1 1 1 16,4-2-3-16,1 2 0 0,1-2 2 0,7 0-2 16,-4 3 2-16,9 6 1 0,-12-5 0 0,2-1 4 15,-6 5-5-15,1-2 6 0,-4 1 0 0,2 0 1 0,-5 3 3 16,-1-3-2-16,0 2 2 0,-6-2-1 0,0 5 6 16,-3-5-2-16,-1 0-3 0,-2-1 4 0,-3-4-2 15,-1-1-1-15,1-2-2 0,-6 3-12 16,2-7-16-16,-3 1-20 0,2-1-29 0,-2-2-43 15,0-2-33-15,-2 3-98 0,6-12-277 0,-11 13 123 16</inkml:trace>
  <inkml:trace contextRef="#ctx0" brushRef="#br0" timeOffset="179.2">3572 3867 129 0,'5'-4'176'0,"-5"4"-18"16,4-4-11-16,-4 4-26 0,0 0-7 0,0 0-12 16,0 0-20-16,16 7-31 0,-16-7-14 0,9 15-48 15,-2-5-37-15,1 5-34 0,-1 0-81 0,-3 0-176 16,-1 0 77-16</inkml:trace>
  <inkml:trace contextRef="#ctx0" brushRef="#br0" timeOffset="362">3014 4498 67 0,'-5'5'198'0,"5"-5"-16"0,0 0-16 16,0 0-16-16,54-10-16 0,-21 0-9 16,21-3-14-16,8-4-13 0,31-5-26 0,-5 0-24 15,0 4-30-15,-24 4-32 0,25-4-27 0,-26 6-27 0,-1-1-20 16,-2 2-7-16,-3-2-83 0,-2 1-191 0,-4-1 85 15</inkml:trace>
  <inkml:trace contextRef="#ctx0" brushRef="#br0" timeOffset="108367.59">5418 3379 36 0,'-4'-9'153'0,"2"5"-9"0,-3-1-12 15,5 5-11-15,-10-9-6 0,4 3 3 0,1 4-3 16,5 2-5-16,-11-7-6 0,3 3-7 0,-1 1-10 15,1 0-7-15,8 3 3 0,-11-2-4 0,5 0-2 16,6 2-4-16,-8-4-10 0,8 4 5 0,0 0-4 16,-7-2-4-16,7 2 2 0,0 0-6 0,0 0-3 15,0 0-10-15,0 0-6 0,26-16-2 0,-2 7-3 16,7 1-5-16,7-3-2 0,15-2-1 0,0 0-7 16,4 0-9-16,-7 4-15 0,-13 1-18 0,-2 2-13 15,0 1-19-15,-7 1-25 0,-10 2-20 0,2 0-22 16,-6 2-25-16,-2 0-7 0,-3 0-5 0,-3 2-89 15,1 0-271-15,-7-2 121 0</inkml:trace>
  <inkml:trace contextRef="#ctx0" brushRef="#br0" timeOffset="109084.24">5747 3259 31 0,'-10'1'51'0,"-1"-1"2"0,3 2 9 0,8-2 5 16,-16-2 10-16,7 4 12 0,9-2 1 0,-13 0 6 15,13 0 2-15,-10 0-4 0,10 0-11 16,0 0-6-16,-8 0-10 0,8 0 0 0,0 0-11 0,-7 7 2 15,5-3 9-15,-1 7-1 0,1 5 13 0,0 3 0 16,-1 6 2-16,1 3 0 0,0-1-8 0,1 2 1 16,-2-1-2-16,2 1-5 0,-1 0-6 15,2-4-5-15,-3 1-5 0,0 0-6 0,3-9-6 16,0 8 3-16,-1-9-9 0,2 1 1 0,-1-1-6 0,2 3 0 16,-2-3-6-16,0 1-1 0,-2-1 0 15,1-4-3-15,1-1-6 0,-1-1-5 0,-3 2-14 0,3-3-10 16,1-9 1-16,-5 13-11 0,5-13 6 0,-7 11-12 15,2-6-5-15,5-5-4 0,-14 7-7 0,7-6 8 16,7-1-2-16,-17 0 4 0,17 0 5 0,-15-4-1 16,15 4 3-16,-15-3 5 0,15 3 4 15,-11-3 2-15,11 3 7 0,0 0 5 0,-10-3 1 16,10 3 2-16,0 0 3 0,0 0 1 0,0 0-5 16,-9-4 5-16,9 4 2 0,0 0-3 0,0 0 2 0,0 0 4 15,0 0-4-15,34-4 3 0,-21 4-4 16,5-1 2-16,-1-3-3 0,2 3-15 0,0 1-7 15,2-3-14-15,-1-2-11 0,0 3-20 0,7-4-3 16,-6 0-4-16,-2 1-3 0,0 1-2 0,-5-1 7 16,5 0 6-16,-2-2 14 0,-6 3-4 0,6-2 12 15,-7 0-2-15,0-2 10 0,-1 1 14 0,0 0 7 16,-4 0 5-16,2 1 8 0,-1-3 7 0,-6 9 10 0,8-8 15 16,-8 8-7-16,6-6 2 0,-6 6-5 15,0 0-2-15,0 0-7 0,0 0 14 0,0 0 15 16,0 0 3-16,18 14 5 0,-14-5 5 0,-3 0 3 15,2 1 4-15,-3 3-3 0,1-1 1 0,-1-1 0 16,1 0-3-16,-1 0-1 0,2-1-1 0,-2-10-3 16,1 15 0-16,-1-15 9 0,-1 11 15 0,1-11 15 15,0 0 11-15,0 0-1 0,0 0-6 0,0 0-11 16,0 0-9-16,0 0-3 0,0 0-6 0,0 0-3 16,-7-30-7-16,7 30-3 0,1-22-6 0,-1 6-3 15,4 2-8-15,2-2 0 0,-1-3-5 0,1 3-3 16,2-2-1-16,1 1-3 0,-2 0-5 0,5 1-1 15,-2 0 0-15,3 3-5 0,0 2-3 0,-3 2 0 16,0 3-2-16,-1 1-2 0,-1 3-3 16,-2 1 3-16,-6 1-3 0,19 5-1 0,-9 0-3 0,2 2 1 15,-3 3 3-15,2 0-4 0,1 3 2 0,-2 0 2 16,-2 2-14-16,1 0-21 0,-4 2-33 0,0 1-38 16,0 1-41-16,-1-2-51 0,1 8-193 0,-5-8-426 15,0 1 189-15</inkml:trace>
  <inkml:trace contextRef="#ctx0" brushRef="#br0" timeOffset="110428.25">7096 3517 141 0,'-2'-13'157'0,"2"13"-12"0,-3-12-8 0,1 5-11 15,-4 1-15-15,1 2-5 0,-1-1 6 0,-4 1-13 16,0 2-10-16,-2 1-14 0,-2 2 1 0,-1 4-11 16,-6 2-8-16,-6 2 6 0,4 4-14 0,0 3-4 15,2-1-2-15,-2 1-7 0,3 2 1 0,4-6-3 16,-2 8-2-16,8-5-5 0,-2 0 1 16,1 1-5-16,3 0 2 0,3-1-7 0,1 0 2 0,4 2-3 15,0-1 3-15,3-4-3 0,0-1-3 0,4 2 0 16,3-1 2-16,3-1-2 0,-2-3 0 15,6 0-3-15,0-2 2 0,3-2-1 0,2-2-1 0,-4 0-6 16,3-6 6-16,0-1 2 0,-2 0-5 0,7-3 2 16,-9 0-3-16,-1-1 0 0,-1-2-2 0,-2 1 2 15,0-4-1-15,-4 6 2 0,0-6 0 0,-3 3 0 16,2-4 3-16,-2 1 6 0,-2 2-3 0,-2-2 2 16,0 3-4-16,-1 0 2 0,-1 3 6 0,0 0 8 15,1 1-6-15,-1 7 1 0,0-10-6 0,0 10-4 16,0 0-3-16,2-7-7 0,-2 7 3 15,0 0 1-15,0 0-3 0,0 0 2 0,5 22-3 16,-5-10 2-16,2-1-2 0,3 5 1 0,-3-3-10 0,5 10-9 16,0-3-16-16,-2-1-36 0,5-1-28 0,3 6-33 15,0-2-33-15,1 0-34 0,-5-5-107 0,1-3-328 16,0-2 146-16</inkml:trace>
  <inkml:trace contextRef="#ctx0" brushRef="#br0" timeOffset="110695.53">7848 3447 78 0,'0'-9'253'16,"1"4"-8"-16,-1 5-24 0,1-10-17 0,-1 10-26 15,2-6-18-15,-2 6-21 0,0 0-8 0,0 0-10 16,0 0 4-16,2 21-7 0,-1-10-10 0,1 4-3 15,-1 2-13-15,0 0-5 0,-1 2-6 0,2 0-11 16,-2 0-4-16,2-3-8 0,-1 8 0 0,-1-6-9 0,3-1-4 16,-2 0-10-16,3 2-6 0,-4-3-26 15,1-1-30-15,0-3-29 0,1 0-26 0,-1-3-24 16,2 2-35-16,-1-1-34 0,-2-10-23 0,2 13-148 16,-2-13-374-16,0 0 165 0</inkml:trace>
  <inkml:trace contextRef="#ctx0" brushRef="#br0" timeOffset="110883.64">7814 3488 115 0,'3'-6'149'0,"1"0"-1"0,1 1-17 0,0 2-4 16,5-1-12-16,1 0-7 0,-1 3-12 0,4-2-2 16,3 3-13-16,0-1-7 0,4 3-4 0,-2 0-7 15,3 1-7-15,-4 1-4 0,10 1-9 0,-9 0-25 16,-1 1-20-16,0 0-27 0,-2 1-25 0,0 0-27 15,-4 0-15-15,0-2-15 0,-2 0-1 0,0 0-65 16,-3 0-190-16,-1-1 85 0</inkml:trace>
  <inkml:trace contextRef="#ctx0" brushRef="#br0" timeOffset="111070.03">8199 3459 67 0,'-1'-10'130'0,"0"0"-3"0,-2-1 7 0,3 2-1 15,-1 1 13-15,1 8 0 0,-3-10-7 0,3 10-10 16,-1-6-15-16,1 6-14 0,0 0-10 15,0 0-9-15,0 0-10 0,0 0 2 0,0 0-7 0,-3 26-2 16,5-8-3-16,-4 0-5 0,1 1-4 0,1 0-6 16,-1 6 4-16,2 2-12 0,0-8-1 15,2 6-16-15,-4-1-16 0,2-5-36 0,-1 0-36 0,4 0-29 16,1-2-45-16,-1-1-42 0,-2 2-94 16,3-7-299-16,-1-2 133 0</inkml:trace>
  <inkml:trace contextRef="#ctx0" brushRef="#br0" timeOffset="111250.65">8441 3589 67 0,'4'-7'235'0,"-4"7"-7"0,5-7-18 0,-5 7-19 16,5-4-22-16,-5 4-18 0,7-4-17 0,-7 4-14 15,13-3-13-15,1 2-30 0,-1 0-30 0,6-1-30 16,0 1-39-16,4 1-41 0,4-2-40 0,-5 2-24 15,6 2-15-15,-7-4-74 0,-1 1-234 0,2-2 103 16</inkml:trace>
  <inkml:trace contextRef="#ctx0" brushRef="#br0" timeOffset="111455.64">8842 3384 6 0,'0'0'207'0,"-1"-12"-3"15,-1 6-12-15,2 6-21 0,0 0-17 0,-3-9-17 16,3 9-17-16,0 0-10 0,0 0-6 0,0 0-4 15,-2 25 0-15,4-8 2 0,-4 1-3 0,5 6-5 16,-4-5-7-16,4 6-3 0,-4 2-13 0,1-3-8 16,-1-7-1-16,0 9-2 0,1-7-8 0,0 0-4 15,-2 0-4-15,2-2-14 0,-1 2-27 0,1-2-28 16,-4-1-30-16,4-4-30 0,0 4-34 0,-1-4-38 16,1-1-38-16,-4-1-117 0,-2-1-337 0,6-9 149 15</inkml:trace>
  <inkml:trace contextRef="#ctx0" brushRef="#br0" timeOffset="111687.17">8882 3321 115 0,'11'-4'162'15,"-2"1"-14"-15,0 3-2 0,0 0 0 0,1 3-13 16,-1 3-6-16,1 1-5 0,-2 2-3 0,0 1-11 0,-1 4-13 15,1 1-7-15,-4 2 3 0,-4-1 3 16,1 0-15-16,-1-1-8 0,-4 0-9 0,-3 2 1 16,-1-4-11-16,-1 2-4 0,-2-3-5 0,-1 2-16 15,0-5-20-15,-1 2-33 0,1-4-39 0,2 1-40 16,-4 1-57-16,3-2-136 0,-1-3-324 0,1 1 144 16</inkml:trace>
  <inkml:trace contextRef="#ctx0" brushRef="#br0" timeOffset="111843.35">9104 3611 93 0,'21'-3'164'0,"-10"0"-17"0,0 1-14 0,2 1-12 16,3 0-33-16,3 1-52 0,-3-3-52 0,2 1-41 15,-5 1-62-15,1-2-128 0,-1 2 57 0</inkml:trace>
  <inkml:trace contextRef="#ctx0" brushRef="#br0" timeOffset="112045.98">9496 3359 4 0,'0'0'175'16,"3"-10"-19"-16,-3 10-9 0,0 0-2 0,0 0 7 15,0 0-4-15,4 25 1 0,-2-14-1 0,-2 3-15 16,0 1-7-16,1 3-10 0,-1-3-5 0,0 4-11 15,0 0-10-15,0-2-6 0,0 2-8 0,0-2-8 16,-1 1-4-16,1-5-13 0,0 5-22 0,-1-3-35 16,1-3-37-16,0 1-40 0,-1-2-48 0,1 0-48 15,-3 0-126-15,3-11-331 0,-7 12 146 16</inkml:trace>
  <inkml:trace contextRef="#ctx0" brushRef="#br0" timeOffset="112221.56">9494 3445 95 0,'0'0'189'15,"0"0"-11"-15,5-7-15 0,-5 7-12 0,11-4-15 16,0 4-12-16,3 0-11 0,2 1-15 0,3-1-8 16,2 3-6-16,7-3-16 0,-6 2-37 0,5 0-51 15,-4-1-58-15,-3 2-44 0,-1 0-95 0,0-1-235 16,-5-2 104-16</inkml:trace>
  <inkml:trace contextRef="#ctx0" brushRef="#br0" timeOffset="112424.14">9845 3305 40 0,'0'0'242'0,"0"0"-20"0,-4-9-23 0,4 9-21 15,0 0-18-15,0 0-8 0,0 0 11 0,0 0 6 16,0 0-14-16,-2 31-9 0,4-19-7 0,-2 5-7 15,2 1-11-15,-1 3-14 0,0-2-7 0,2-1-10 16,-1 2-8-16,1-1-7 0,1 1-13 0,-2-2-23 16,2-2-30-16,-1 1-38 0,-1-2-60 0,2 1-54 15,0-2-56-15,-4 0-188 0,1-5-420 0,-1-9 186 16</inkml:trace>
  <inkml:trace contextRef="#ctx0" brushRef="#br0" timeOffset="112850.88">10653 3198 118 0,'2'-11'255'0,"1"2"-5"15,0 2-1-15,-2 1-15 0,0 0-20 0,-1 6-25 16,2-8-21-16,-2 8-21 0,0 0-19 0,0 0-2 15,0 0-14-15,11 25-5 0,-9-6 24 0,1 9-8 16,0-1-13-16,-1 4-10 0,-1-2-4 0,1 2-9 16,-2-2-11-16,1 0-9 0,-2 0-4 0,1-2 0 15,-3-1-13-15,3 0 0 0,4 0-7 0,-1-3-4 16,-1-5-7-16,1 0-23 0,-2 0-27 0,3-1-27 16,-2 0-27-16,0-4-35 0,-1-1-32 0,1 1-41 15,0-3-29-15,-2-10-28 0,-2 14-169 0,2-14-438 16,-3 11 194-16</inkml:trace>
  <inkml:trace contextRef="#ctx0" brushRef="#br0" timeOffset="113489.58">10554 3471 115 0,'8'-3'127'16,"-1"1"-3"-16,4 0-1 0,2 4-10 0,0-2 5 15,5 3-11-15,2-1-4 0,1 3-9 0,0 1-8 16,5 4-7-16,-2-2-8 0,0 4-5 0,-6-4-1 16,-1 3-7-16,-2-1-2 0,-2 1-2 0,4 0-9 0,-6 1-1 15,-2-3-3-15,-3-1-7 0,1 2-3 0,-3-1-6 16,-2 0 0-16,1 1-5 0,-3-10 3 16,1 13-3-16,-1-13-1 0,-5 10-3 0,5-10 3 15,-9 10-4-15,2-7 1 0,7-3 1 0,-13 3-4 16,13-3 0-16,0 0-1 0,-17 0 2 0,17 0-3 15,-13-6 2-15,13 6-5 0,-5-10 0 0,5 10-1 16,-3-11-3-16,3 11-3 0,6-17-2 0,-1 6 1 0,6-2-5 16,-2 1-4-16,4-3-8 0,3 3 6 15,1-3-8-15,4-2 9 0,3 1-12 0,2-1 2 16,-1 1 0-16,-3 1 4 0,2 1-1 0,-1 0 1 16,-5 1 2-16,-2 4 5 0,0-2-6 0,-5 4 7 15,-2 0-3-15,0 0 8 0,-4 2 9 0,2 1 6 16,-2 1 1-16,-5 3 2 0,5-6-8 0,-5 6 6 15,0 0-2-15,5-3-1 0,-5 3 4 0,0 0-3 16,0 0 9-16,-2 19 9 0,0-10 2 0,1 3 0 16,-3-2-6-16,2 1 0 0,-2 2 0 0,2-3 0 15,1 2-5-15,1-1 2 0,-3-2-4 0,2 1 6 16,1-2-8-16,1-1-2 0,2-1 2 0,-3-6-2 16,5 11 7-16,-1-5-6 0,3-4-5 0,-2 2 3 15,5-3-2-15,-3 1 1 0,6-2 0 0,-4-2-4 16,3-2 3-16,-2-1-4 0,3 0 0 0,-3-1 2 15,2-3-1-15,-1 1-6 0,-5-1 0 0,3-1 2 16,1-2 5-16,-4 1-4 0,0-2-1 0,-1 3 0 16,-1-1 1-16,2 4 2 0,-3 0 3 0,2 2 2 15,-2-1-4-15,-3 6-3 0,2-7 0 0,-2 7-4 16,0 0-4-16,0 0 4 0,0 0-3 0,0 0 3 16,10 17-4-16,-4-7 9 0,-4 1-5 0,2 1 2 15,-2 0-7-15,5 3-11 0,-2 2-43 0,1-2-35 16,4 1-56-16,-3-2-50 0,-1 0-136 0,-2-3-364 15,1 0 162-15</inkml:trace>
  <inkml:trace contextRef="#ctx0" brushRef="#br0" timeOffset="114447.75">11518 3587 41 0,'1'-16'206'0,"-1"7"3"16,0-1-10-16,0 0-10 0,2-1-2 0,0-5-14 15,2 5-17-15,0-5-13 0,4 4-9 0,-4 0-11 16,3-3-11-16,0 0-13 0,4 2-9 0,-5 3-9 16,3 1-9-16,-2 1-10 0,3-1-5 15,-4 3-8-15,1 2-3 0,1 2-8 0,0 2-2 0,-8 0-7 16,17 6-5-16,-5 0 0 0,-5 3-5 0,2 3-1 16,-1 3 1-16,1-2-5 0,-2 4 0 15,-3 0 1-15,-3-4-2 0,3 1-1 0,3 2-4 16,-2-4 3-16,1-2 3 0,-1-2-5 0,1 1 6 0,0 0-5 15,2-1 1-15,-2-1 1 0,1-2-2 16,1-1-1-16,4-2 3 0,0 0-3 0,0-2-1 16,1-2-3-16,0 0 3 0,-1-3-2 0,0 1-3 0,-1-3 0 15,-1 2 2-15,-2-4 1 0,1 2 0 0,-4-2 1 16,4 2-4-16,-4-4-1 0,-3 1 3 0,3-1-4 16,-1 1 1-16,-2-5 0 0,2 2-2 15,-2 2 2-15,0 0-1 0,-4-2-6 0,5 2 6 16,-4 0-2-16,1 0 1 0,-4 4-3 0,4 7 0 15,-4-11 0-15,4 11-3 0,-2-8 1 0,2 8-1 0,-3-5-3 16,3 5 0-16,0 0-1 0,0 0 2 16,0 0 2-16,0 0-2 0,0 0 2 0,0 0 3 15,1 28 1-15,-1-18-2 0,2 1-1 0,-1-1 3 16,2 0-2-16,-1 2 1 0,0-2 2 0,2 1 0 16,-1 0 1-16,2-2-1 0,-2 3-1 0,-1-3 3 15,1 1 0-15,0 1 0 0,-1-2 1 0,0 2 0 16,-2-4-1-16,0 0 0 0,0-7 1 0,0 14 0 15,0-9-4-15,0-5-2 0,0 13 2 0,0-13-2 16,0 7-2-16,0-7 3 0,0 0 0 0,0 8 3 16,0-8 1-16,0 0-1 0,0 0 1 0,0 0 0 15,0 0 1-15,0 0-5 0,0 0 3 0,0 0-1 16,0 0-1-16,0 0-1 0,0 0-8 0,8-24 1 16,-4 17-4-16,2 2 2 0,2-3-4 0,3-1 2 15,-2 1 2-15,4 0 0 0,1-1-2 0,-4 1 5 16,3 0 0-16,4-2 2 0,-4 3 1 0,-1-1 0 15,-4 0-2-15,1 2 3 0,1-1 2 0,-3 0 0 16,-1-1 3-16,-2 3 3 0,0-1-3 0,0 1-1 16,0-3 2-16,-1 2 5 0,-3 6-3 0,3-10 2 15,-3 10-1-15,0 0 6 0,3-7-7 0,-3 7-1 16,0 0-6-16,0 0 0 0,0 0-3 0,0 0-1 16,0 0 1-16,0 0 1 0,0 0-3 0,0 0 7 15,0 0 0-15,0 23 4 0,2-15-2 0,0-1-2 16,-2 0 2-16,4 3-1 0,1-1 2 0,2 1 2 15,0-3-1-15,0-1 3 0,3 0-5 0,0-2 6 16,1-1-3-16,5 0 4 0,-3-4-2 0,2 1 3 16,4-2-6-16,-1-2 1 0,-1-1-2 0,-3-1 3 15,-3 2-3-15,1-3 2 0,-1 0-1 0,0-2 1 16,-2 2 1-16,-2-3-2 0,0-1 3 0,-1 1 3 16,-1 2 1-16,1-3 5 0,-3 3-5 0,1 2 0 15,-3 0 4-15,-1 6 1 0,4-11-3 0,-4 11-1 16,2-8-3-16,-2 8-4 0,0 0-5 0,0 0 1 15,0 0 1-15,0 0-1 0,0 0 2 0,3 22-2 16,-3-8 3-16,-1 1 2 0,-3 2 0 0,0 0-4 16,2 0 4-16,-1 0-5 0,-2 3 2 0,5-4 0 15,-4 0-2-15,4 0-32 0,-1 1-23 0,0-4-39 16,1-1-30-16,-2-2-38 0,4 0-38 0,-2-10-151 16,-3 17-380-16,3-17 168 0</inkml:trace>
  <inkml:trace contextRef="#ctx0" brushRef="#br0" timeOffset="114615.4">12244 3363 76 0,'0'0'78'0,"0"0"-36"16,0 0-22-16,0 0-39 0,0 0-15 0,0 0-35 15,0 0 16-15</inkml:trace>
  <inkml:trace contextRef="#ctx0" brushRef="#br0" timeOffset="114837.18">12653 3219 143 0,'4'-4'208'0,"-4"4"-4"0,6-8-14 0,-6 8-18 15,5-6-17-15,-5 6-20 0,0 0-13 0,0 0 3 16,0 0-12-16,7 24-2 0,-7-8-6 0,-3 9-3 16,3 0-8-16,3-1-10 0,-1 3-8 0,-4-1-7 15,-3 1-6-15,3-2-8 0,2-5-2 0,-2 6-8 16,2-7-3-16,0-3-21 0,2 0-31 0,0 1-20 16,0 1-36-16,2-7-37 0,2 3-53 0,-2-3-198 15,-2-1-383-15,0-3 169 0</inkml:trace>
  <inkml:trace contextRef="#ctx0" brushRef="#br0" timeOffset="115187.76">12670 3438 76 0,'2'-8'183'0,"-2"8"-10"15,4-6-14-15,-4 6-11 0,0 0-12 16,6-3-12-16,-6 3-9 0,11 0-10 0,-11 0-7 15,12 3-8-15,-4 1-8 0,-1 0-7 0,4 2-8 16,-2 2-6-16,0-1-8 0,0 0-4 0,0 2-5 16,0 0-7-16,-2 0 2 0,1-1-2 0,0 1-9 0,-1-2 0 15,1-1-3-15,-3 1 1 0,1-2-1 0,1 0 2 16,-2-2 2-16,1 1 5 0,-6-4 6 0,11 4 0 16,-3-6 1-16,-8 2 1 0,13-4 2 15,-7 1 0-15,1 0 0 0,0-3 5 0,0-1 8 16,-3 1-7-16,3-2 0 0,-3 0-9 0,1-2 3 15,-2 0-5-15,1 2-2 0,-2-2-4 0,0 1 2 16,-2-1-10-16,-2 1-3 0,0 0-12 0,0 2-12 16,0-2-7-16,2 9-13 0,-5-11-31 0,-2 4-22 15,2 3-24-15,5 4-26 0,-12-5-32 0,12 5-29 16,-13 4-15-16,3 0-138 0,1 4-366 0,-3-1 161 16</inkml:trace>
  <inkml:trace contextRef="#ctx0" brushRef="#br0" timeOffset="115537.79">12974 3567 96 0,'11'-3'211'15,"-2"-2"-17"-15,2-1-6 0,1 2-19 0,-3-3-4 16,-1-1-13-16,2 2-11 0,-4-3-13 0,1 2-8 16,-1-1-10-16,1-1-7 0,-2 1-7 0,0-1-7 15,-3-3-7-15,0 3-3 0,-2-3-1 0,0 1-7 16,-2-2-12-16,-2 2 1 0,3-2-3 0,-4 1-3 15,1 2-2-15,2 1-6 0,-1 3-7 0,1-1-2 16,2 7-3-16,-4-10-5 0,2 4-6 0,2 6-1 16,-3-7 0-16,3 7-4 0,0 0-8 0,0 0-5 15,-2-9-1-15,2 9 2 0,0 0 0 0,0 0-4 16,16 0 1-16,-5 2 0 0,0-1 2 16,0 2-1-16,3 0 0 0,-1 0-2 0,1 1 4 0,-3 2-6 15,-2-2-1-15,3 1 0 0,-4 2-2 16,3 0 1-16,-6 0-2 0,4 2 3 0,-2 0 0 0,-1 2-1 15,1-2 2-15,-2 1 0 0,-3 1 3 0,0 0-2 16,1 2-17-16,-6-3-23 0,3 2-31 0,0 2-29 16,-4-4-51-16,2 2-47 0,-3 1-187 0,0-3-416 15,1 0 184-15</inkml:trace>
  <inkml:trace contextRef="#ctx0" brushRef="#br0" timeOffset="115703.92">13457 3549 6 0,'0'0'218'0,"0"0"-16"0,0 0-9 16,11 4-13-16,-11-4-14 0,7 10-1 0,-7-10-13 15,0 14-15-15,-3-3-11 0,3-11-11 16,-5 25-18-16,1-14-33 0,0 1-44 0,-1-1-51 16,1 2-76-16,-2 1-178 0,0-3-307 0,-7 2 137 15</inkml:trace>
  <inkml:trace contextRef="#ctx0" brushRef="#br0" timeOffset="118083.86">14338 3247 130 0,'-3'-17'186'0,"0"6"4"0,1 1-7 16,2-2-8-16,0 4-12 0,0 8-11 0,-4-11-14 15,4 11-18-15,-2-7-20 0,2 7-4 0,0 0-12 16,0 0-6-16,0 0-11 0,0 0 2 0,2 40-6 15,2-12 6-15,-4 4-1 0,0 3-6 0,5 0-2 16,-8 1-1-16,8-2-1 0,-5 1-6 0,1-2-4 16,1 2-1-16,0-4-7 0,-2-1-2 0,0 0-4 15,0-2-4-15,0-2-1 0,2-1-4 0,0-7-16 16,1 1-22-16,-1-3-24 0,2 2-32 0,-4-7-40 16,0 1-44-16,0 2-40 0,-4-4-165 0,-1 2-389 15,-4-3 172-15</inkml:trace>
  <inkml:trace contextRef="#ctx0" brushRef="#br0" timeOffset="118805.42">14454 3407 41 0,'15'-9'104'0,"-5"2"1"0,4-5-1 0,-6 3 9 0,-1-1-9 15,1 1 7-15,-2 1 5 0,-2-2-16 16,0 2 2-16,-1-2 0 0,1 1-4 0,-4-1-13 16,0 3-5-16,2-1-4 0,-2 8-6 0,0-14 3 0,0 14-5 15,0-10-6-15,0 10-8 0,0 0-6 0,0-9-8 16,0 9-4-16,0 0-5 0,0 0-2 16,0 0-6-16,0 0-2 0,4 24 0 0,-3-7 26 15,2 2-5-15,-3 5-3 0,1 0-6 0,4 2-2 16,-2-1-5-16,-3 2 0 0,0-2 0 0,0-6-3 15,1 1-4-15,0-1 0 0,-1-2-5 0,0 1 1 0,0-6-5 16,0-1 9-16,0-1-16 0,0 0-5 16,0-3-9-16,2-2-1 0,-2-5 3 0,0 8 1 15,0-8-1-15,0 0 1 0,2 9 2 0,-2-9-2 16,0 0 5-16,0 0-5 0,0 0 0 0,0 0-1 16,19-9 3-16,-11 5-1 0,2 0 2 0,-1-1-1 15,1 3 4-15,1-3-3 0,0 2 2 0,1 2 1 16,0 1-1-16,1 0-1 0,0 0 0 0,0 1 9 15,5 0-6-15,-1 4-7 0,-4-5 8 0,0 2-5 16,5 0 6-16,-3-1-2 0,3-1 4 0,-1 0-3 16,2-2 2-16,-5-1 2 0,-1 0-3 0,-2-1 3 15,1 0 0-15,-1-2 8 0,1-2-4 0,-5 1-1 16,1-2 4-16,1 0-2 0,-4-1 6 0,0 1 6 16,0-1-1-16,-2 0-3 0,1-1 0 0,-2-2 1 15,1 2 1-15,-2-1-5 0,2-1-6 0,-3 2 2 16,2 0-2-16,-2 0 2 0,0 2-3 0,0 3 0 15,0 6-4-15,0-13 0 0,0 13 0 0,0-9 1 16,0 9-10-16,0 0 1 0,0 0 2 0,0 0 1 16,0 0-2-16,-25 25-4 0,12-12 5 15,-4 9 3-15,5-5-3 0,-1 3 2 0,4-4-2 0,0-1 0 16,4 1 1-16,1-5 1 0,2 2-1 0,2-1 1 16,2 0 1-16,4-1 5 0,1-2-1 0,9 1-1 15,0-2 2-15,9 2 0 0,3-4-1 0,-1-3 4 16,3-1-8-16,3 1 2 0,3-3-1 0,-2-1 2 15,-3-3 1-15,-8 4-2 0,-3-1-1 0,-7-2-4 16,1 2-8-16,-2-1-7 0,-3 0-24 0,-9 2-23 16,11-6-15-16,-11 6-11 0,9-7-20 0,-9 7-4 15,5-6-22-15,-5 6-12 0,0-7-13 0,0 7-95 16,0 0-277-16,0 0 123 0</inkml:trace>
  <inkml:trace contextRef="#ctx0" brushRef="#br0" timeOffset="119400.78">15588 3615 183 0,'2'-9'236'16,"-1"-2"-23"-16,2 0-5 0,-3 0-15 0,2 1-15 15,2-3-14-15,-2 0-16 0,1 1-10 0,-2 1-11 16,3-2-11-16,1 1-5 0,-1 1-7 0,-1-1-13 16,-1-1-8-16,2-3-5 0,-3 3-10 0,4 2-4 15,-3-1-6-15,-2 0-6 0,0 2-3 0,0 0-6 0,-2 1 0 16,2 9-9-16,-2-13-1 0,2 8-1 16,0 5-7-16,-7-9-3 0,7 9-1 0,-6-6-9 15,6 6 3-15,-8-4-4 0,8 4 0 0,-6-3-9 16,6 3-12-16,0 0-10 0,0 0 0 0,0 0 0 15,0 0-4-15,0 0 3 0,0 0-2 0,0 0 6 16,19 19 2-16,-5-14 0 0,2 0 5 0,10 1-4 16,-8 0 2-16,-2-1-1 0,0 1 5 0,-3-1-4 15,0 0 2-15,-2 0-2 0,0 2-1 0,-1-3 4 16,-3 4-2-16,1 2 0 0,-4 1 3 0,-3 1-1 16,2 0 1-16,-3 3 2 0,0 1 0 0,-3-3 1 15,3 3 3-15,0-3-2 0,-1-1 2 0,2 0 0 16,-1 0 1-16,5-3-1 0,-2 0 2 0,2 0-1 15,1-3 5-15,1 2-2 0,-1-3-1 0,3-3 3 16,2-1 1-16,7 0 0 0,-1-2-2 0,2-1 0 16,-2-4 1-16,3 1-2 0,-2-2 0 0,-1-1 2 15,-3-2-1-15,-1-1 1 0,-1-1 1 0,-4 3-5 16,0-1 3-16,-3-2-2 0,-1 4-2 0,1-4 2 16,-3-2 0-16,-2 2-2 0,2 1 3 0,-1 0-1 15,-4 2 0-15,2-1-1 0,-1 4-6 0,2 6 3 16,-6-8-2-16,6 8 0 0,-9-1-1 0,9 1-1 15,-17 8 1-15,6 1-5 0,0 2-15 0,-3 5-22 16,3 0-28-16,1 0-40 0,5 2-57 0,3 0-188 16,-2-2-389-16,3-3 172 0</inkml:trace>
  <inkml:trace contextRef="#ctx0" brushRef="#br0" timeOffset="119741.83">16255 3439 58 0,'2'-9'226'0,"-2"9"-24"16,0 0-20-16,0 0-17 0,0 0-5 16,0 0-14-16,0 0-10 0,15 21-6 0,-6-6-12 15,-4-2-8-15,0 3-15 0,0-1-6 0,1 0-10 0,-3-3-5 16,4 3-8-16,-5-3-6 0,2-2-5 0,0 0-8 15,1-2-2-15,-2-2 1 0,0 1 0 0,-3-7 4 16,7 9 12-16,-7-9 18 0,2 5 17 16,-2-5 1-16,0 0-5 0,8 0 3 0,-8 0-12 15,0 0-6-15,9-13-5 0,-5 3-7 0,0 2-3 16,-1-2-9-16,2-2-1 0,-1-4-12 0,0 4-1 0,1-5-9 16,2 2-6-16,2-4-6 0,-3 2-24 0,2-1-26 15,-2 0-28-15,3 1-36 0,-3 1-32 16,2 0-53-16,1 4-49 0,2 0-37 0,-4 6-159 15,-2 0-459-15,-5 6 203 0</inkml:trace>
  <inkml:trace contextRef="#ctx0" brushRef="#br0" timeOffset="120838.04">16631 3553 170 0,'8'-3'227'0,"-2"0"-11"0,3-2-14 0,-2 2-15 15,2-2-13-15,-1-2-13 0,-1-1-17 0,2 0-12 16,0-1-11-16,0 2-6 0,-2-3-14 0,0 3-3 16,-1-5-13-16,2 2-8 0,-6-1-5 0,1-1-6 15,1 0-4-15,-3 1-3 0,0-1-5 0,-1 2-6 16,-2 0-7-16,-1 0-3 0,1 5-6 0,-2-3-3 16,0 2-4-16,4 6-1 0,-8-8-3 0,3 4-10 15,5 4 1-15,-15 1-2 0,3 3 5 0,2 1-6 16,-5 8-4-16,1-1 1 0,0 1-1 0,2 1 0 15,1 2-1-15,1-1-1 0,3 2 1 0,3-1 0 16,-1 2-2-16,2-6 0 0,2 0 5 0,1 3-4 16,1-2-2-16,5-1 4 0,-1-1-2 0,1-1 0 15,3-1 2-15,1 0 3 0,4-1-2 0,3 0 2 16,-2-3-1-16,3-1-2 0,1 0 1 0,-1-2-1 16,4-2 1-16,-2 2 0 0,1-4 0 0,-2 0 2 15,-1-1-5-15,0 0 2 0,0-2 2 0,-5 1-3 16,3-3 0-16,-7-1 0 0,4-3-2 0,0-1 3 15,-6 2-3-15,2-4-5 0,-5 2-3 0,0-3-2 16,1-2-6-16,-4-2 2 0,1 1-2 0,-1-2 1 16,-2-4 0-16,-2 5 3 0,-2 4-1 0,1-2 1 15,-1 1 0-15,2 5 2 0,-7-2 1 0,5 3 0 16,-2 3-1-16,0 2 5 0,3 1 0 0,4 4-2 16,-8-7-3-16,8 7 4 0,-5-6-4 15,5 6-1-15,0 0-8 0,-5-6 0 0,5 6 0 16,0 0 5-16,0 0 1 0,0 0 0 0,0 0 1 0,0 0 1 15,22 10 2-15,-15-8 4 0,1-1 0 0,3 0 2 16,-1 1-2-16,1-2 1 0,0 0 2 0,-1 0-2 16,-10 0 0-16,15 0 2 0,-8 0-1 0,-7 0 2 15,11 0-3-15,-11 0 2 0,10 0 0 0,-10 0 0 16,0 0-6-16,9 0 3 0,-9 0-5 0,5 4 0 16,-5-4 4-16,3 10-1 0,-1-2 4 15,0 2-5-15,-1 0 4 0,-2 3-2 0,-1 2 5 0,2-3-2 16,0 4 4-16,2-1 1 0,-1-2-3 0,0 0 1 15,2-2 3-15,1 0-4 0,-2 1 3 0,1-2 0 16,2-1 2-16,-3-1-2 0,2-1 1 16,1 0 3-16,2-3-2 0,-2 1 5 0,3-4-3 15,1 1 0-15,1-2 1 0,1 2-1 0,0-4-3 16,1-1 3-16,-3 0 1 0,1-2-4 0,0 0-2 0,0-3-1 16,-1 0 1-16,1-1-1 0,-4-1 0 0,0-1 1 15,1-5-1-15,-3-2-1 0,1 3-1 16,-3-2 1-16,1 2-4 0,-2-2 0 0,-1 6-1 15,1-5-2-15,-1 6 1 0,0 1-2 0,0 3 2 16,0 6 0-16,0-11-3 0,0 11-1 0,2-9-9 16,-2 9-8-16,0 0 8 0,0 0-1 0,0 0 5 15,-14 18-5-15,10-2 8 0,0 1 1 0,1-1-1 0,0 5 0 16,3 3 5-16,0-5-1 0,1 6 5 16,0-6-3-16,0 0 1 0,1 0 3 0,0 0-1 15,0-2-1-15,-1 1 2 0,-1-5-2 0,3-1 6 16,-2 2 4-16,-1-4-7 0,1 2-4 0,-1-1-1 15,-1-3-4-15,1 2-8 0,0-10-6 0,-1 11 4 16,-2-5-8-16,3-6 11 0,-4 7 0 0,4-7 3 16,-4 4-1-16,4-4 2 0,0 0 2 0,0 0-2 15,0 0-2-15,0 0-1 0,0 0-5 0,-1-23-2 16,6 17-10-16,0-5-4 0,4 0-4 0,1-3-5 16,2-2 5-16,2 0-4 0,3-4 2 0,0 1 7 15,0-3-2-15,-2 2 7 0,-2-3 0 0,-3 5 9 16,1 0 3-16,-5 4 17 0,0-1 9 0,-1 3 25 15,-2 4 8-15,-2-2 12 0,-1 4 8 0,0 6-5 16,3-9-8-16,-3 9-5 0,0 0-6 0,0 0-4 16,0 0-4-16,0 0 2 0,-22 9-3 0,12-2 1 15,-3 5-7-15,0 2 0 0,-1-1-2 0,5 1 0 16,-1 1-3-16,2 1-4 0,1-1-27 0,3 0-28 16,3 2-47-16,5-2-46 0,2 0-55 0,1-2-144 15,5 1-363-15,6-5 161 0</inkml:trace>
  <inkml:trace contextRef="#ctx0" brushRef="#br0" timeOffset="121234.68">17914 3592 61 0,'7'-8'275'0,"0"-3"-3"0,1 2-11 0,3-5-19 15,-2 0-2-15,3-2-28 0,-1 1-17 0,5-5-21 16,2-1-12-16,-3-1-19 0,5 1-11 15,0-1-16-15,0 1-11 0,2-5-11 0,-1 4-13 0,0-1-8 16,-2 0-6-16,-1-1-5 0,-3 1-9 0,1 0-4 16,-7 7-7-16,-3 5-8 0,-1 0 1 0,0-1-3 15,0 7-6-15,-3-3-1 0,-1 0-3 16,-1 8-6-16,2-6-3 0,-2 6-6 0,0 0 2 0,-15-3-9 16,4 6-2-16,-8 2-12 0,-1 5 1 15,-4 3-8-15,-3 0-10 0,4 2-10 0,9-3-13 16,0 0-8-16,4 2-4 0,3 2 5 0,1 1-2 0,5-3 4 15,1 2 6-15,4 0 9 0,3 2 1 0,4 0 4 16,2-3 7-16,7 3 0 0,0-2-1 0,2 2 8 16,-7-6 0-16,2 2 5 0,-2-1 0 15,-1-1 3-15,-1 0-1 0,-5-3 5 0,2 1-1 16,-2-1-1-16,-3-2 2 0,-3 2-1 0,1-2 2 16,-1-1 4-16,-2-6-3 0,-5 13 4 0,-2-6 0 15,-4-1-18-15,-5 1-23 0,-3 0-36 0,1-1-32 16,-1 2-43-16,1-4-157 0,-5 0-343 0,6-1 152 15</inkml:trace>
  <inkml:trace contextRef="#ctx0" brushRef="#br0" timeOffset="121643.66">18597 3259 177 0,'-2'-7'251'0,"2"7"-17"0,2-10-26 16,-2 10-20-16,0 0-21 0,-8-4-18 0,8 4-12 16,-17 9-12-16,3 3-8 0,0 1-12 0,-1 6-9 15,1-3-3-15,0 5-9 0,1-3-8 0,3-3-6 16,1 1-10-16,4-2 2 0,-1 1-9 0,2-4-3 16,0 2-6-16,4-4-2 0,1-1-6 0,2 2-2 15,1-4-3-15,-2-1-3 0,-2-5 0 0,11 6-5 16,-4-4 1-16,-7-2-5 0,18-1 1 0,-11 0-4 15,1-2 0-15,1-2-1 0,0-1-2 16,0 1-1-16,-4-1-4 0,3-2 3 0,-2 0-3 0,0-4-1 16,-2 4 0-16,1-2-1 0,1-1-1 0,-1 3-1 15,2-1-1-15,-5 3-2 0,0 2 2 0,-2 4-2 16,3-9-7-16,-3 9-3 0,0 0 0 0,0 0 0 16,0 0 0-16,0 0 5 0,0 0-4 0,7 18 3 15,-7-7 2-15,0 2 2 0,3-1 2 0,-3 3-4 16,3 1 2-16,-3-1-17 0,0 2-11 0,1-5-24 15,0-2-25-15,3 2-29 0,-4-2-31 0,5 0-32 16,-1-1-38-16,2-2-142 0,-6-7-380 16,9 7 169-16</inkml:trace>
  <inkml:trace contextRef="#ctx0" brushRef="#br0" timeOffset="121890.07">18827 3189 178 0,'7'-27'181'0,"-2"3"14"0,1 5 16 16,-3 1 15-16,0 1-3 0,-2 6-4 0,1 1-19 16,-2 4-17-16,0 6-26 0,0-10-19 0,0 10-14 0,0 0-9 15,0 0-11-15,0 0-2 0,-2 40-6 0,2-16-3 16,-2 6 0-16,-1-2-9 0,3 1-2 16,0 3-6-16,0-3-8 0,-2 3-3 0,0-4-8 15,2-1-6-15,-1 2-8 0,4-2 0 0,-3 1-2 16,2-5-16-16,-1-3-21 0,-2-2-45 0,2-3-22 15,1 2-30-15,-2-6-37 0,0 1-50 0,0-12-47 16,-3 19-34-16,-1-11-153 0,4-8-448 0,-9 9 198 16</inkml:trace>
  <inkml:trace contextRef="#ctx0" brushRef="#br0" timeOffset="122577.8">18713 3344 15 0,'10'-7'139'0,"4"-3"-8"0,4 2-6 0,0 2-3 16,0-1-13-16,1 2-10 0,2 2-5 0,-1-1-11 16,0 1-9-16,-2-1-7 0,2 0-4 0,-3 2-12 15,-2 0-2-15,-4 1 1 0,0 1-12 0,-3-1 4 16,-8 1-10-16,11-2-3 0,-11 2-3 0,10 6 7 16,-7-3 15-16,0 4 3 0,-3-7 3 0,5 14 5 15,-5-5 6-15,-1 4-5 0,1-2 1 0,0 0-2 16,1 1-4-16,-1 0-3 0,3 0-4 0,-2 0-4 15,3-2-3-15,-2 2-6 0,5-3 12 0,-2 1-14 16,-1-2-3-16,2-1-3 0,1 0-2 0,0-1-2 16,1-2 2-16,-2 1-8 0,2-2-1 0,2 0-3 15,0-3-7-15,-2-2-5 0,2 1-2 0,-2-2 1 16,0-2-2-16,-1-1 2 0,0-1 7 0,0-3-9 16,0 3 0-16,-4-3 3 0,1 0-3 0,2-1-1 15,-3 0 1-15,2 0 0 0,-1 1 1 0,-1-1 0 16,1 1 2-16,-3 3-3 0,0 0 6 0,2 1 3 15,-3 6-2-15,4-9 1 0,-4 9-2 0,2-7 3 16,-2 7-12-16,0 0 1 0,0 0 0 0,0 0 4 16,0 0 2-16,0 0-2 0,3 23 7 0,-5-11 6 15,4-1 2-15,-2 2 5 0,-2-1 4 0,4 0-1 16,-2 1 7-16,1-2-4 0,3 0 3 16,-2-2 0-16,2 1-3 0,1-1-3 0,0-1 2 0,1-4-4 15,2 3 3-15,0-1-1 0,0-4 1 0,1 0-4 16,1 1-1-16,-1-3-3 0,0 0 5 0,2 0-5 15,-2-3 0-15,2 1-2 0,-5-2 0 0,1 0 1 16,1-3-3-16,-1 0 0 0,-2-1 0 16,2 0-3-16,-2-2-3 0,1 0 7 0,-1-1-11 15,-3 1 3-15,1-2-5 0,-3-2 0 0,1 3 4 0,-1-5-4 16,0 4 0-16,2 1 1 0,-1 1 1 0,0 2 0 16,3-2-1-16,-3 3-2 0,-1 7 0 0,4-11-4 15,-2 7 0-15,-2 4 0 0,4-7-3 16,-4 7 5-16,0 0-2 0,0 0-1 0,0 0-2 15,14 10 1-15,-10-6 2 0,1 4 2 0,-1 0-3 16,3 5 4-16,-6-4 2 0,4 4 1 0,-4-2 3 16,3 2-4-16,-1-1 1 0,-1-2 2 0,1 2-1 0,-2 0 1 15,1-1-5-15,2 0-15 0,-4-2-29 0,0-9-21 16,3 16-52-16,-3-16-35 0,4 12-44 0,0-8-38 16,1 2-130-16,-5-6-397 0,20 4 175 15</inkml:trace>
  <inkml:trace contextRef="#ctx0" brushRef="#br0" timeOffset="122956.38">19844 3252 208 0,'-4'-13'208'0,"-2"11"-19"16,-3 1-10-16,-4 2-5 0,-5 4-1 0,-7 1 3 15,-3 6-10-15,2 1-6 0,7-3-15 0,1 1-7 16,1 0-15-16,3 1-8 0,3-1-10 0,2-1-8 15,2 1-9-15,2 0-7 0,0-1-8 0,4 0-5 16,2-1-10-16,2 1 2 0,1-2-6 0,2 1-5 16,0-2-7-16,4-2-2 0,2-1-4 0,0-1-6 15,2-1-2-15,-1-1-5 0,0-2-1 0,-1-2-8 16,1 1 1-16,0-2 1 0,-4-3-9 0,2 2 6 16,-1-4-4-16,1 1 0 0,0 1-5 0,-1-5 8 15,-2 2-4-15,3-1-3 0,-2 1-1 0,-4 2-4 16,2 0 7-16,-3 2 5 0,1 0 4 0,-2 2-2 15,-3 4-4-15,7-7-5 0,-7 7-2 0,0 0-6 16,0 0 9-16,0 0-7 0,0 0 4 0,6 11 3 16,-4-4 0-16,0 3-4 0,0-1 3 15,-2 4-1-15,0-3-1 0,1 4-2 0,1-2 0 0,2 2-21 16,0-3-35-16,0 2-27 0,0-1-42 0,-1-1-50 16,4-2-54-16,-1-2-213 0,-1-2-476 0,-5-5 210 15</inkml:trace>
  <inkml:trace contextRef="#ctx0" brushRef="#br0" timeOffset="123218.08">20169 3082 248 0,'2'-16'278'15,"0"5"3"-15,-1 0-9 0,-1 5-16 0,2 0-29 16,-2 6-27-16,-1-9-25 0,1 9-26 0,0 0-1 0,0 0 0 15,4 32-8-15,-3-14-12 0,1 11 3 0,-2-3-8 16,2 3-26-16,-2 1 10 0,0-2-12 0,1-1-2 16,-1 2-9-16,0 0-7 0,0-5-6 15,2 1-9-15,-5-5-6 0,4 6 7 0,-1-7-19 16,0 0-2-16,2-3-35 0,-2 1-24 0,0-2-48 16,0-1-47-16,-2-3-36 0,1 0-48 0,1-11-52 15,1 20-47-15,-3-11-159 0,2-9-492 0,-5 7 219 16</inkml:trace>
  <inkml:trace contextRef="#ctx0" brushRef="#br0" timeOffset="123509.77">20100 3347 205 0,'0'0'197'0,"1"-11"5"16,-1 11-13-16,0-11-10 0,0 11-16 0,1-11-18 15,3 7-15-15,-4 4-14 0,15-8-12 0,-2 4-11 16,4 1-10-16,2-1-9 0,0 4-6 0,0-2-6 15,0 0-6-15,2 0-5 0,-3 1-5 0,1-1-6 16,-6 2-3-16,1 0-4 0,-3-1-2 0,0 1 0 16,-4-2-10-16,2 4 2 0,-9-2 0 0,9 0-4 15,-9 0-1-15,0 0-2 0,14 0-2 16,-14 0 3-16,6 2-4 0,-6-2 2 0,6 9 6 0,-3-3 5 16,1 1 5-16,0 2 4 0,-1 4-7 0,-1-1-3 15,1 4 2-15,-6-1 1 0,3 0-4 0,-1-2-2 16,1 5-2-16,-2-4-15 0,-1-1-41 0,2-1-40 15,-3 2-44-15,4-4-47 0,-2 0-50 0,1 1-148 16,1-11-396-16,-2 12 175 0</inkml:trace>
  <inkml:trace contextRef="#ctx0" brushRef="#br0" timeOffset="123707.58">20451 3205 1557 0,'-1'-12'-35'16,"-3"2"87"-16,4 5 18 0,0 5-40 0,-4-13-7 15,4 13-12-15,0 0-12 0,-2-12-17 0,2 12 7 16,0 0 2-16,0 0 0 0,0 0-24 0,0 0-37 16,0 0-31-16,19 16-34 0,-10-7-86 0,-4-5-238 0,3 5 106 15</inkml:trace>
  <inkml:trace contextRef="#ctx0" brushRef="#br0" timeOffset="124247.99">20615 3285 22 0,'0'0'176'0,"0"0"0"0,-5 13-2 16,1-6 1-16,-1-2-10 0,-2 2-9 0,2 1-3 16,-2 3-10-16,0-4-5 0,1 3-2 0,0 0-14 15,-2 2-7-15,4-2-2 0,0 1-16 0,0-3-9 16,3 2-6-16,-2-3-6 0,3 4-8 0,0-11-3 15,4 11-10-15,-1-5-4 0,2 1 0 0,0-3-10 16,2 0-1-16,3 0-1 0,-3-2-7 0,3 1 1 16,-3-2-5-16,-7-1-3 0,15-1-9 0,-7-3-2 15,-3 1-6-15,0-1-4 0,0-2-6 0,-1 1-6 16,1-4 1-16,0 2-2 0,-1-1 3 0,0-2-2 16,0 0 0-16,-2 1-6 0,1-2 3 0,1 1 0 15,0-1-1-15,-1 1 0 0,4 0 5 0,-2 1 1 16,-1-1-3-16,-1 4 1 0,1 2 0 0,-1-2-4 15,-3 6 2-15,5-4 0 0,-5 4 5 0,0 0-3 16,0 0-1-16,0 0 2 0,11 14 2 0,-8-5 2 16,-3 3-1-16,3-2 4 0,-2 1 3 0,0 0 8 15,-1 0 4-15,1 0-10 0,-1-2 2 0,0-3-3 16,0-6 4-16,3 12-2 0,-3-12 5 0,1 9 7 16,-1-9 10-16,0 0 14 0,0 0 14 0,0 0-2 15,0 0-7-15,0 0-13 0,0 0 3 0,0 0-5 16,0 0-2-16,13-22-4 0,-8 14 1 15,-1-3-4-15,2 0 1 0,2 1-9 0,2-5 13 16,3 2-11-16,2-1 0 0,1 0-11 0,0 2 8 0,6-3-3 16,-3 5 0-16,-1 3 2 0,-1-1 0 0,2 2 3 15,-2 2 2-15,-4 1 1 0,-1 3-2 0,0 3-6 16,-1 0-6-16,1 2 8 0,-2 1 2 0,-3 1-1 16,0 2 1-16,1 0-6 0,-2 5 1 15,2-4 4-15,-5 2-3 0,1 3 4 0,-1-4-12 16,-3 2-19-16,2-1-36 0,0-2-52 0,-1 3-54 0,-1-4-62 15,0 2-281-15,0-11-543 0,-4 12 240 0</inkml:trace>
  <inkml:trace contextRef="#ctx0" brushRef="#br0" timeOffset="126009.89">21877 3176 103 0,'0'0'205'0,"-7"-7"-8"0,0 4-12 16,7 3-17-16,-17-1-12 0,10 2-11 0,-3 3-12 0,-2 4-6 16,-2 1-3-16,-1 4 21 0,1 2-9 0,-3 7-11 15,3 1-16-15,4 1-9 0,0 0-12 0,1 0-3 16,5-7-9-16,3 2-6 0,3-2-7 16,0 2-4-16,1-2-6 0,3 0-3 0,4-3-4 15,0 2-3-15,4-6-3 0,4 1 0 0,2-3-11 16,7 2 2-16,-6-3-6 0,0-4-2 0,6 0-9 15,1 0-6-15,-7-2-5 0,0-1-1 0,0-4-8 0,-2 1 2 16,0-2-2-16,-1-1 6 0,-4-2-6 16,0-2-2-16,-2 1 2 0,1-1 1 0,0-2 2 15,-3-3-1-15,-1 0 0 0,1-1 2 0,-4 0-1 16,2 0-3-16,-3 0 3 0,-2-1-3 0,3 1 5 16,-2 5 2-16,-1 2 2 0,0 2 2 0,-2 2 1 15,1-2-2-15,-2 7-4 0,1-9-4 0,-1 9-2 16,0 0 3-16,0 0 0 0,0 0 1 0,0 0 1 15,-7 35 0-15,2-22 0 0,3 4 6 0,-2 2-3 16,3-1 3-16,0-1 0 0,3-1 0 0,-1 1 3 16,2-5-3-16,-1-1 2 0,3 0-2 0,2-1 3 15,-1 0-2-15,4-3 2 0,-1 0 0 0,2-3-2 16,1 0-2-16,0-2-1 0,2 0 0 0,4-2-6 0,-7 0 0 16,0-4-1-16,-1 0 0 0,0-1 2 15,0-3 1-15,-1 0-4 0,-1 1 4 0,1-5-4 16,-4 3 4-16,0-2-1 0,-1-1 2 0,0-1-1 15,-2 2-1-15,1-4 1 0,1 0-1 0,1-2-2 16,-3 3 5-16,0 4-1 0,0-1 2 0,-1 2-5 16,-1 3 0-16,0 6-1 0,2-10-3 0,-2 10 1 15,1-7-1-15,-1 7-2 0,0 0-2 0,0 0 3 16,0 0-3-16,0 0 13 0,0 0-10 0,1 34 9 16,1-21-1-16,-4 1 2 0,4 2 1 0,-2-1 4 15,0-4 0-15,2 1 4 0,3 0 4 0,-2-1-3 16,1 0 3-16,2-1 1 0,-1-2-1 0,3 2-2 15,1-5 2-15,2 2 0 0,-1-1-1 0,2-2 1 16,1-1-3-16,3-1 2 0,-2-2-5 0,3 1-1 16,1 0 0-16,-5-5-4 0,1 1 2 0,-4-1 1 15,3-2 0-15,-4-1-2 0,1-2-1 0,-2-1-5 16,-3 0 1-16,2-4 0 0,-3 3-3 0,-1-7-5 16,-2 1-6-16,-1 0 1 0,-1-3 0 0,-4 2 0 15,1 1-2-15,-3 1 3 0,0 0-1 0,3 5 4 16,-2 1 0-16,2 1 2 0,-1 3-1 0,-2 0 0 15,2 1 0-15,0 1 3 0,5 4 0 0,-10-6-3 16,10 6 4-16,-12-3-3 0,12 3-1 0,0 0-1 16,-9 2 0-16,9-2 0 0,0 0 6 0,0 0-2 15,0 0-1-15,0 0 1 0,0 0 3 0,23 15-2 16,-12-12 4-16,3-1-2 0,-3-1 0 0,7 1 3 16,-5 0 0-16,1-2-1 0,-1 1-1 15,-2-1 4-15,2-1-1 0,-5 2-4 0,1-1-1 16,-1 0 1-16,-8 0 1 0,12 3 0 0,-7-2 0 0,-5-1-2 15,9 7 1-15,-3-4 3 0,-1 3-3 0,-1-1 4 16,-1 2-4-16,3 0-1 0,-2 4 5 0,0 0-1 16,0 0 2-16,-2 1 1 0,1 0-3 0,-2 2 5 15,3-3-1-15,0 2-3 0,-3-2 0 16,4 5 3-16,-2-6 1 0,2 3 0 0,1-4 0 16,2 5 3-16,-8-5-7 0,8 0 3 0,-2-2-3 15,0-3 2-15,-6-4 1 0,9 11-2 0,0-7-4 0,-3-1 2 16,-3 0-6-16,-3-3-3 0,13 0-5 0,-13 0-3 15,0 0-1-15,12-5 0 0,-12 5-3 0,6-8 3 16,-5 0-5-16,3 1 0 0,-3 0-1 0,1-2 1 16,-2-4-1-16,-3-3 3 0,-1 4 2 15,7-4-1-15,-6 4 2 0,-1-5 3 0,-1 3 2 16,-1 1 1-16,1-1 0 0,2 3 3 0,1 0 0 16,-1 2 0-16,-1 1 0 0,4 8 4 0,0-12-2 15,0 12 2-15,3-11-3 0,-3 11 1 0,6-7 4 16,-1 4-1-16,3 1-4 0,5-1 5 0,-2 3-6 0,1 0 2 15,7 0 3-15,0 4 3 0,-4-1-3 16,-3-1 1-16,1 1-1 0,-4 1-1 0,0 1 2 16,-1 0-4-16,-1 1 5 0,-2-2-4 0,0 3 1 15,-3-2-1-15,5 2 4 0,-4-1-2 0,-1 1 2 16,3 2-1-16,-2-2-1 0,-1-1 3 0,2 3 5 16,-1-1-3-16,2 1 1 0,3-2 1 0,-5 0 3 15,4 0-1-15,1-1 3 0,0 0-2 0,3-2 2 16,-4 0-2-16,6-2 2 0,-3 0 2 0,1 0-2 15,3-3-1-15,-4 1 1 0,0-1 0 0,3-1 4 16,-4-3 2-16,1 0-2 0,-1-1-3 0,-1 0 6 16,-2-2-5-16,2-3 3 0,-2 1 3 0,-2 0-1 15,1-3 1-15,-1 2 4 0,-3 0 1 0,0-3 0 16,1 4-2-16,-2 0 13 0,0 1 3 0,0 9-4 16,-2-13-5-16,2 13 0 0,-3-7-10 0,3 7 0 15,-8-3-9-15,8 3 4 0,0 0-1 0,-27 15-3 16,11-4-8-16,0 2-29 0,1-1-36 0,-2 8-41 15,6-4-49-15,4-2-49 0,-2 3-38 0,4 1-138 16,4-6-410-16,3-2 181 0</inkml:trace>
  <inkml:trace contextRef="#ctx0" brushRef="#br0" timeOffset="126244.03">23453 3360 183 0,'5'-11'214'0,"0"-5"-10"0,3 0-14 0,-1 2-7 16,3-1-20-16,-3 0-9 0,1 1-11 0,1 4-16 16,2-2-11-16,0 5-10 0,-2 0-16 0,-2 3-7 15,2 0-10-15,-1 3-7 0,-8 1-7 0,16 6-3 16,-8-1-7-16,1 4 0 0,-4 0-6 0,4 1-5 16,-2 4-8-16,-2-2 2 0,-1 4-5 15,-2-1-4-15,-1-1-4 0,2 1-20 0,-1-3-23 16,2 3-33-16,-4 1-33 0,1-4-62 0,-1-2-44 15,0 1-138-15,0-11-361 0,0 12 160 0</inkml:trace>
  <inkml:trace contextRef="#ctx0" brushRef="#br0" timeOffset="126482.15">23888 3110 70 0,'0'-9'269'0,"1"2"-1"0,-1 7-14 0,2-9-27 16,-2 9-27-16,0 0-23 0,0 0-19 0,0 0-9 0,0 0 2 16,0 0-11-16,-3 26-2 0,3-7-5 15,-3 0-9-15,-1 7-10 0,3-6-7 0,1 5-11 16,-1 2-9-16,3-2-7 0,1 1-7 0,-1-7-5 16,2 0-12-16,0 0-33 0,1-1-24 0,-1-3-38 15,1 1-44-15,-2-5-48 0,-1-1-50 0,1-2-41 16,-1 0-196-16,-2-8-453 0,0 0 202 0</inkml:trace>
  <inkml:trace contextRef="#ctx0" brushRef="#br0" timeOffset="126633.92">23751 3245 4 0,'11'-4'190'0,"3"0"-13"0,7 1-15 16,1-2-13-16,8 0-18 0,5 2-13 0,-2 1-18 15,-1 0-45-15,1-1-63 0,-2 3-69 0,-3 0-91 16,-7-3-180-16,-1 1 81 0</inkml:trace>
  <inkml:trace contextRef="#ctx0" brushRef="#br0" timeOffset="130850.09">24410 3311 138 0,'0'-9'199'0,"0"9"1"0,2-7-4 0,-2 7-11 16,0 0-14-16,0 0-12 0,0 0-16 0,1-8-15 15,-1 8-17-15,0 0-11 0,0 0-16 0,0 0-7 16,0 0-7-16,0 0-8 0,0 0-2 0,-3 23 19 16,2-10-9-16,0 2-5 0,1 2-4 0,1 0-5 15,-2-2-7-15,3 2-3 0,-3 2-2 0,2-3-7 16,-1 1-1-16,3-2-5 0,-4-1-19 0,2-2-21 16,-2 1-24-16,2-3-36 0,-1 4-29 0,-1 1-25 15,1-4-37-15,-2-1-37 0,1-3-133 0,1-7-358 16,-10 14 158-16</inkml:trace>
  <inkml:trace contextRef="#ctx0" brushRef="#br0" timeOffset="131241.01">24616 3528 16 0,'0'0'253'0,"0"0"-18"0,0 0-11 15,0 0-12-15,10-11-17 0,-7 6-4 0,-3 5-6 16,2-14-19-16,-2 8-12 0,6-3-17 0,-3 1-12 0,1-1-15 16,0-1-6-16,2-3-15 0,2 3-6 15,-1-4-11-15,-1 5-5 0,0 1-16 0,3 0 2 16,-1 1-10-16,-4 2-9 0,2 3-4 0,-6 2-5 16,15-1-10-16,-15 1-10 0,16 5-7 0,-7 0-12 15,-2 4-11-15,1 0-23 0,-4 3-20 0,2 2-20 16,1 2-38-16,-4-1-24 0,0 0-36 0,1 4-176 15,-7-3-391-15,1-1 174 0</inkml:trace>
  <inkml:trace contextRef="#ctx0" brushRef="#br0" timeOffset="131518.81">25504 3248 47 0,'0'0'243'0,"-2"-12"-10"0,2 12-18 15,0-7-17-15,0 7-20 0,0 0-23 0,-2-8-17 16,2 8-13-16,0 0-10 0,0 0-7 0,-21 18-11 16,11-4-8-16,-2 0-8 0,1 4-4 0,2-2-11 15,2 0 0-15,-3 4-11 0,6-2-2 16,0 0-8-16,0 0 2 0,3 0-21 0,6-2-26 0,-1 1-33 15,1 0-23-15,4-2-21 0,0-2-51 0,2 0-28 16,5-3-34-16,-7-3-114 0,9-1-327 0,2-2 145 16</inkml:trace>
  <inkml:trace contextRef="#ctx0" brushRef="#br0" timeOffset="131729.7">25845 3259 28 0,'3'-16'217'0,"1"6"-2"0,1 1 9 15,-5 2-5-15,0 7-10 0,3-8-26 0,-3 8-16 16,0 0-20-16,0-11-18 0,0 11-11 16,0 0-11-16,0 0-7 0,1 25-3 0,-1-14-5 15,-1 8-5-15,2 5 3 0,-1 1-11 0,-3 0-3 16,2 1-5-16,-4 0-9 0,5-1-7 0,0 1-3 16,-2-9-17-16,2 4-24 0,0-4-29 0,0 2-38 0,2-2-38 15,-2 1-42-15,3-1-37 0,-1-1-37 16,-2-4-155-16,-2-1-393 0,2 0 175 0</inkml:trace>
  <inkml:trace contextRef="#ctx0" brushRef="#br0" timeOffset="132103.65">25902 3260 70 0,'9'-14'191'0,"2"2"1"0,0-1-15 16,-2 6-10-16,1-2-14 0,0 2-14 0,-1 4-12 15,3 3-12-15,5-3-13 0,-7 6-6 0,3-1-12 16,-4 2-8-16,1 1-8 0,0 3-4 0,-3-1-7 16,-1 5-7-16,-3-4-4 0,2 4-4 0,-5-1-8 15,0-1-1-15,-2 3-2 0,-2-4 0 0,0 2-3 16,-2-1-3-16,-1 0-3 0,1 1-4 0,0-3-1 16,0 2-3-16,1-1-6 0,1-2-10 0,0-1-12 15,2 1-20-15,-1-1-4 0,3-6-3 0,-2 11 1 16,2-11 5-16,2 11 5 0,1-5 4 0,3 2 0 15,-1-1 8-15,1 1-4 0,2-1 5 0,0 1 3 16,1-1 2-16,-1 2 4 0,0-1-2 0,-2 0-2 16,1 0 5-16,-3 1-5 0,1-3 5 0,-3 3 2 15,-2-9 5-15,6 13-9 0,-6-6 7 0,0-7 3 16,-1 14 0-16,1-14 2 0,-9 12 4 0,2-5 0 16,-2 1-3-16,-2-2 1 0,2 1-8 0,0-2-16 15,-5 0-30-15,3-2-46 0,-4 3-43 0,-3-1-122 16,-1-4-282-16,4-1 124 0</inkml:trace>
  <inkml:trace contextRef="#ctx0" brushRef="#br0" timeOffset="132402.81">26877 3287 142 0,'-4'-6'260'0,"-2"-2"-16"0,2 5-12 15,-3-1-21-15,7 4-22 0,-15-2-17 0,5 3-17 16,0 4-11-16,1 0-14 0,-7 5-10 16,1 3-11-16,2-1-11 0,1 5-5 0,0-2-10 15,7 0-6-15,1 2-6 0,0 1-10 0,4-3-3 0,2 2-4 16,2 1-7-16,3-1-5 0,2 0-13 0,2-2-24 15,2-1-24-15,4-2-32 0,-1 1-20 16,1-4-49-16,10 2-38 0,0-4-31 0,-6 0-25 16,0-5-120-16,-2-1-363 0,-2-1 161 0</inkml:trace>
  <inkml:trace contextRef="#ctx0" brushRef="#br0" timeOffset="132614.65">27197 3277 158 0,'3'-20'155'0,"1"1"13"15,0 2 15-15,-2 6 14 0,-2-1-2 0,2 3-3 16,0 2-5-16,-2 0-15 0,0 7-16 0,0-10-20 16,0 10-19-16,0 0-11 0,0 0-13 0,0 0-6 15,0 0 4-15,-8 26-7 0,6-11-3 0,-5 9 1 16,5 2-5-16,-2-1-11 0,2 2-3 0,0-1-5 0,2 3 0 16,-2-4-11-16,4 2-4 0,-4-7-24 15,2 4-21-15,-2-5-46 0,-1-2-42 0,0-1-57 16,3-4-41-16,0-1-59 0,0 1-145 0,0-12-424 15,-2 13 188-15</inkml:trace>
  <inkml:trace contextRef="#ctx0" brushRef="#br0" timeOffset="132877.66">27407 3271 92 0,'4'-5'224'0,"-4"5"-19"0,4-7-23 0,-4 7-14 15,0 0-19-15,0 0-12 0,0 0-9 0,0 0-14 16,-25 10-10-16,11-1-8 0,-3 0-9 0,0 0-10 16,0 1-8-16,2-2-4 0,1 2-7 15,5-2-4-15,-1-3-8 0,2 0-5 0,6-1-6 0,-4-1-3 16,6-3-2-16,-5 7 0 0,3-2-6 0,2-5 4 16,-4 9-6-16,4-9-1 0,0 12-5 0,2-5 3 15,0 3-3-15,4-2-3 0,-3 2 0 0,7 0-14 16,-4 0-25-16,3-2-36 0,-1 0-43 15,8 2-52-15,-1-2-43 0,0-1-108 0,-2-2-332 16,3-1 147-16</inkml:trace>
  <inkml:trace contextRef="#ctx0" brushRef="#br0" timeOffset="133099.06">27689 3183 220 0,'3'-9'263'15,"1"-1"3"-15,-2 1-3 0,1 3-21 0,-3 6-25 16,0-9-24-16,0 9-22 0,0 0-20 0,0 0-14 0,0 0-11 16,0 0-5-16,5 29-6 0,-5-13-7 0,2 5-10 15,-4-2-11-15,4 6-10 0,-2 2-4 0,2-2-11 16,-2 0 1-16,0-6-14 0,0 5-15 0,0-5-37 16,0 1-36-16,0-2-45 0,0-2-52 15,0 0-58-15,0-4-53 0,-4 0-159 0,2-2-440 16,-6-2 196-16</inkml:trace>
  <inkml:trace contextRef="#ctx0" brushRef="#br0" timeOffset="133248.49">27654 3314 170 0,'7'-8'172'0,"-3"4"-16"0,5 0-16 16,0 2-23-16,4 0-39 0,7 2-57 0,1-2-59 15,9 2-98-15,-1 2-148 0,4 0 66 0</inkml:trace>
  <inkml:trace contextRef="#ctx0" brushRef="#br0" timeOffset="133769.6">28296 3457 210 0,'6'-4'248'0,"-6"4"3"15,7-8-13-15,-2 4-21 0,3-3-24 0,0 1-18 16,-1-1-15-16,2 0-16 0,0-1-12 0,4-1-8 16,1 1-10-16,-4 1-3 0,4-3-12 0,2-2-6 15,-3 1 0-15,-1 0-1 0,1 0-5 0,1-3-2 16,-1-1-11-16,-4 2-2 0,1-1-7 16,-2-1-4-16,-2 1-5 0,1 3 2 0,-4 3 9 15,0 0 1-15,1 3-1 0,-2-1-10 0,-2 6-9 16,3-7-5-16,-3 7-11 0,2-6-7 0,-2 6-4 0,0 0-13 15,0 0 10-15,0 0-4 0,0 0 4 0,-14 26-7 16,9-13 3-16,0-2-2 0,-3 4-2 0,6-2 0 16,-1 1 6-16,2-1-5 0,1-1-6 15,0 1 4-15,4-1-12 0,2 1 10 0,-2-4 4 0,4 1-2 16,1-2-2-16,2 1 3 0,1-6-7 16,0 4-3-16,0-3-2 0,1-2 0 0,-2-1 1 0,0-2 4 15,-1 0-2-15,1-4-4 0,-3 0 7 0,0 0-10 16,0-2 1-16,-1-2 4 0,-1 0-1 0,0-2-1 15,0 1 0-15,-1-7 2 0,-3 5-1 0,1-4 1 16,-2 0-6-16,1 3 6 0,-1 3-2 16,0-1 4-16,-1 1-6 0,1 0-1 0,1 3 6 15,-2 7 3-15,0-10-4 0,0 10-7 0,2-6-1 16,-2 6 1-16,0 0-2 0,0 0-2 0,0 0 0 0,0 0 6 16,0 0-3-16,-13 30 3 0,8-20 8 0,-1 7-9 15,1 0 3-15,0 0 3 0,0 0-4 0,-2 0 4 16,3 1-1-16,-2-2 1 0,2 1-7 15,-1-2-27-15,1 0-33 0,-2 0-45 0,1-4-41 16,0-1-64-16,2-1-42 0,-3 1-221 0,-1-3-520 16,-2-3 231-16</inkml:trace>
  <inkml:trace contextRef="#ctx0" brushRef="#br0" timeOffset="133957.75">28397 3075 2151 0,'0'-15'25'0,"-2"4"78"0,0 1-7 16,1 3-36-16,1 7-17 0,-2-11-16 0,0 5-9 15,2 6-5-15,0 0-15 0,-1-9-18 0,1 9-29 16,0 0-12-16,0 0-34 0,0 0-41 0,0 0-58 16,0 0-137-16,12 32-356 0,-8-24 158 0</inkml:trace>
  <inkml:trace contextRef="#ctx0" brushRef="#br0" timeOffset="142883.99">5471 4666 131 0,'-7'-5'215'0,"7"5"-3"0,-3-4-7 16,3 4-7-16,0 0-13 0,0 0-9 0,0 0-14 15,0 0-11-15,0 0-13 0,0 0-8 0,-4-6-12 16,4 6-11-16,0 0-8 0,0 0-16 0,0 0-6 16,0 0-8-16,25-5-5 0,-5 0-11 0,7 2-2 15,0-1-7-15,5-2-15 0,0 3-12 0,0-1-20 16,-4-1-22-16,-6 3-24 0,-2 1-28 15,-2-2-35-15,0 4-23 0,-5-3-25 0,0 1-22 0,-3-1-147 16,-2 2-356-16,-8 0 158 0</inkml:trace>
  <inkml:trace contextRef="#ctx0" brushRef="#br0" timeOffset="143141.91">5573 4610 38 0,'-10'3'99'16,"10"-3"11"-16,-8 5-1 0,4 0 6 0,2 2 5 16,-2 2 2-16,1 2 4 0,-1 5-15 0,0 3-6 15,3 5 11-15,-3 1-6 0,-2 2-6 0,5 0 1 16,-2-1-3-16,2 2-5 0,1-1-5 0,-1 1-9 16,1-4-7-16,-2-3-8 0,2 5-10 0,2-7-1 15,-2 0-4-15,2-2-8 0,-2 1-2 0,4-4-5 16,-3 0-1-16,2 0-14 0,1-5-24 0,-3 2-29 15,0-1-20-15,0-3-32 0,1 0-38 0,-1 0-28 16,-1-7-35-16,3 10-109 0,-3-10-315 0,0 0 139 16</inkml:trace>
  <inkml:trace contextRef="#ctx0" brushRef="#br0" timeOffset="143755.94">5593 4931 45 0,'20'-6'130'0,"1"2"1"0,1 1-20 0,-3 1 12 15,2-4-24-15,-2 2-6 0,1 0-8 0,-2-1-4 16,0 1-6-16,0 0-8 0,-8 2-5 16,3 0-4-16,-3 0-2 0,-3 1 2 0,-7 1 1 0,11-2 8 15,-11 2-6-15,0 0 9 0,9 0-1 0,-9 0-5 16,0 0 1-16,0 0-9 0,0 0-2 0,0 0-1 15,0 0-4-15,0 0 0 0,-14 21-4 0,8-13 0 16,-1 1-2-16,-1 3-2 0,2-2-6 16,-4 3-2-16,2 2 1 0,3-5-4 0,1 1 0 0,0 0-3 15,3 0 1-15,0-1-3 0,2 0 1 0,0-3-8 16,4 2 5-16,-1-1-5 0,4 1-1 0,-2-3-1 16,3-3-2-16,0 2 1 0,2 0-3 0,1 1 0 15,0-6 1-15,1 2 1 0,1-4-7 0,-2 2 4 16,1-1-2-16,-3-3-5 0,1-1 5 15,0 1-3-15,-2-1 2 0,-1 0-3 0,-2-3 1 0,-2 2-2 16,1-3-3-16,-1 1-3 0,0-3 4 0,-4-1-1 16,1 1-2-16,0-4 0 0,-2 4-1 0,1-2 3 15,1 3-2-15,-2 0-1 0,1 2-1 0,0 8 0 16,1-12 3-16,-1 12-5 0,0-8-1 16,0 8-1-16,0 0-3 0,0 0 1 0,0 0 1 15,0 0 3-15,0 0 0 0,16 22-2 0,-11-11 5 0,-1 0 1 16,1 6-2-16,-1 0 1 0,-2-2 2 0,2 0-3 15,1 1 4-15,-3-5-4 0,2 2 1 0,-1-2-7 16,1-1 11-16,0-1 0 0,-2-1-1 0,2-1 3 16,0-3 0-16,-4-4 4 0,7 8 8 15,-7-8 9-15,9 1-1 0,-1-1 2 0,-8 0 1 0,18-8 5 16,-8 3 4-16,3-2 1 0,1-4-3 0,1 0 0 16,-2-2-1-16,0-1-1 0,2-2-6 0,-1 3-4 15,0-1-3-15,-1-1 0 0,2 0-8 16,-2-1-11-16,3 2-16 0,-5 1-27 0,2 0-38 15,-2 6-34-15,1-5-50 0,3 5-42 0,-3 3-197 0,-3 0-438 16,1 0 193-16</inkml:trace>
  <inkml:trace contextRef="#ctx0" brushRef="#br0" timeOffset="144392.22">7215 4775 209 0,'-1'-9'210'0,"-2"0"-19"0,3 9 1 0,-5-9-12 15,1 4-11-15,4 5-20 0,-10-6-9 0,1 5-19 16,9 1-10-16,-22 7-12 0,5 3-7 0,-5 6-9 16,0 1-3-16,0 6-5 0,2 2-1 0,3-2-13 15,-1 0-5-15,6-1-4 0,0 1-7 0,4-5-6 16,2-1 1-16,2 0-5 0,2-1 1 0,3-4-5 16,0 0-3-16,3-2-4 0,0 0 0 0,4-2-4 15,-2-2-3-15,4-1 5 0,-2-1-5 0,1-1 1 16,2-1-5-16,0-1 3 0,1-2-2 0,1-4-3 0,0 0 2 15,0 0 1-15,-3-3-3 0,4-1-2 16,-1-3 1-16,0 1-1 0,-2-3-2 0,-2 3 1 16,-3 0 0-16,2-4-3 0,-2 5-2 0,-1-2 1 15,1 0-1-15,-4 3-2 0,-1 2 0 0,3 0-1 16,-2 2-4-16,-2 5-4 0,0 0 0 0,5-5 1 16,-5 5 0-16,0 0 1 0,9 12-2 0,-7-2 4 15,2 1 1-15,-1 3 1 0,0 3 2 0,0-2-2 16,1 2 3-16,-2 0-2 0,2 1 2 0,1-1-2 15,0-1-16-15,1 1-27 0,0-1-47 0,-1-2-62 16,1-2-50-16,-1 0-187 0,-1-2-421 0,1-4 188 16</inkml:trace>
  <inkml:trace contextRef="#ctx0" brushRef="#br0" timeOffset="144758.19">7466 4920 107 0,'11'11'202'0,"-10"-5"-9"0,2-1-11 15,-2 4-7-15,2 0-8 0,-2 2-9 0,3-3-11 16,-1 4-6-16,-2-4-8 0,1-2-8 0,0 1-15 16,0-1-8-16,1 0-11 0,-3-6-3 0,1 10 9 15,-1-10 3-15,0 0 11 0,2 7 4 0,-2-7 1 16,0 0-1-16,0 0-16 0,0 0-14 0,0 0-3 15,0 0-6-15,0 0-5 0,-2-27-13 0,3 15-4 16,2 1-3-16,1-2-7 0,1-1-4 0,2-1-4 16,2-3-7-16,2 1-7 0,3-5-5 0,4 3-2 15,-1-1-5-15,-3 6-1 0,3 2-4 0,0 3-1 16,0 0 2-16,0 5-4 0,-2 0-2 0,-2 4 2 16,1 1-4-16,-1 3 1 0,-3 1-7 0,2 4 2 15,-3 1 3-15,0 3-3 0,1 4 3 0,-4 0-6 16,-1 1-10-16,1 2-25 0,-4-3-28 0,0 3-43 15,-5 4-49-15,3-5-49 0,0 0-60 0,-4-2-170 16,3-1-479-16,2-4 212 0</inkml:trace>
  <inkml:trace contextRef="#ctx0" brushRef="#br0" timeOffset="145078.26">8820 4633 55 0,'-6'-6'218'16,"6"6"-4"-16,-5-6-11 0,5 6-9 15,0 0-11-15,0 0-20 0,-5-5-13 0,5 5-13 16,0 0-14-16,0 0-15 0,0 0-9 0,13-7-10 16,-5 4-11-16,4 2-7 0,1-2-7 0,7 0-12 0,-1 2-14 15,-2-1-27-15,1-2-27 0,-5 1-27 16,-1 2-31-16,-1-2-25 0,0 3-21 0,0-2-10 16,-4 1-14-16,-7 1-127 0,10-3-293 0,-10 3 129 15</inkml:trace>
  <inkml:trace contextRef="#ctx0" brushRef="#br0" timeOffset="145469.03">8941 4556 140 0,'0'0'145'0,"0"0"-4"0,0 0-16 0,0 0-4 16,-12 0-17-16,12 0-5 0,-3 8 13 0,2 1 13 0,-3 1 10 16,2 8 6-16,-2 1 0 0,0 0 5 0,2 8-23 15,-2-2-12-15,1 1 6 0,-1 2-2 16,2-3-8-16,2 4-5 0,1-4-8 0,-1 1-11 15,0-7-3-15,1 0-8 0,1 1-9 0,0-3-3 16,1 1-8-16,-1-1-3 0,1 0-5 0,-1-6-7 0,0-1-1 16,-1 1-5-16,1-1-5 0,0-1-12 0,-2-3-10 15,0-6-10-15,0 13-6 0,0-13-8 0,-5 8-5 16,2-3-9-16,3-5 3 0,-8 4-11 16,8-4-11-16,-13 2-2 0,5-3-6 0,-3 0-4 15,1 0 1-15,-3-3 5 0,3 4 5 0,0-4 3 0,-1 0 7 16,2 3 4-16,1-2-6 0,-1 2 13 0,9 1 2 15,-12-5 0-15,12 5 6 0,-7-3 0 0,7 3 7 16,0 0 2-16,-8-1 1 0,8 1-1 16,0 0 4-16,0 0 1 0,0 0-1 0,0 0 6 15,0 0 5-15,0 0 0 0,0 0 4 0,0 0-3 0,37-1 0 16,-18-1 3-16,3 2-3 0,0 0 0 0,8 0-21 16,-3-1-31-16,5-1-50 0,-3 0-24 0,1 0-45 15,-11 0-98-15,2 0-292 0,0 0 129 16</inkml:trace>
  <inkml:trace contextRef="#ctx0" brushRef="#br0" timeOffset="145869.78">9357 4885 92 0,'1'-8'198'0,"-1"8"0"0,0 0-9 0,0 0-16 15,0 0-13-15,-6-11-13 0,6 11-13 0,0 0-9 0,-15 6-4 16,6-1-8-16,-2 3 2 0,-1 4 7 0,-3 0-16 15,3-1-7-15,-1 1-9 0,5-3-12 0,-2 0 0 16,4 1-10-16,1 1-12 0,1-1 0 16,1-2-4-16,3 1-4 0,0-9-7 0,5 13 0 15,2-6-3-15,1-1-7 0,0 1 3 0,1-2 0 16,3-1-8-16,2 1-3 0,-4-3-4 0,3 1 1 0,1-3 0 16,-1 0-1-16,-2 0-2 0,-1 0-4 0,-1 0 3 15,0 0-8-15,-9 0 0 0,13-2 3 16,-13 2-2-16,8-1-1 0,-8 1 1 0,0 0 0 15,10 0 2-15,-10 0-10 0,0 0 0 0,0 0-2 16,0 0 0-16,0 0-5 0,0 0 6 0,-28 6-7 0,16-2 6 16,1 3 3-16,-6 1 7 0,3-1 6 0,4 0 5 15,-7 3 4-15,3 0 13 0,2-3-4 0,-1 3 1 16,3-2-11-16,5 0 8 0,-3-1-12 16,3 2 6-16,1-1-10 0,1-2 4 0,3 2-7 15,0-8 4-15,8 15-2 0,0-8-21 0,1-2-20 0,5-1-39 16,6 2-47-16,-1-2-55 0,13-2-63 0,-2-1-237 15,0-1-506-15,2-1 223 0</inkml:trace>
  <inkml:trace contextRef="#ctx0" brushRef="#br0" timeOffset="146691.63">10254 4738 247 0,'0'0'240'0,"0"0"-24"0,0 0-22 0,0 0-17 16,0 0-2-16,0 0-7 0,0 0-5 0,-10 21-4 15,7-11-10-15,1 0-12 0,1 0-14 0,-1 4-25 16,2 2-5-16,2 1-3 0,1-6-7 0,0 2-8 16,3 2-5-16,1-5-5 0,2 1-6 0,2-2-2 15,2 0-7-15,0-2-4 0,-2-1-4 0,2-1 0 16,1 0-4-16,-2-4 0 0,0 0-6 0,1 0-2 0,-1-2-2 16,-1-3 0-16,-2 1-6 0,1-2 0 15,0-1-7-15,-3-1 4 0,-1-1-6 0,-2-1 0 16,0-3-1-16,-1 0-3 0,0-4-1 0,-3 3-4 15,-3-4 1-15,-1 1-2 0,-3 1-1 0,1 0 2 16,-2 0-5-16,-1 0 2 0,4 7 5 0,-2-1-9 16,-1 2-2-16,3 1-1 0,0 2 1 0,0-1 0 15,5 5-2-15,-7-8-1 0,7 8 0 0,-5-6-2 16,5 6-2-16,0 0-1 0,0 0-4 0,0 0 1 16,0 0-5-16,0 0 3 0,0 0 1 0,0 0 0 15,31 13-1-15,-15-10-1 0,6-3-5 0,5-2 4 16,2-1-1-16,-2-2 3 0,1-1 3 0,-3-1 2 0,-8-1 2 15,0 1 2-15,-3-1-6 0,-4 0 7 16,0 0-3-16,-3-2 10 0,1 1-4 0,-2-6 2 16,2 1 2-16,-5 2 11 0,0 0 3 0,-3 0 0 15,-3 1 7-15,3 0 3 0,-1 2-2 0,0 2 1 0,1 7-2 16,-3-12-3-16,0 7-5 0,3 5-5 0,0 0-6 16,0 0 3-16,0 0 0 0,0 0-2 15,-18 24 4-15,11 0 6 0,-4 4 2 0,3 1 3 16,0 2 0-16,2 2-1 0,-2 0 1 0,5 2 3 15,-3-2 1-15,1-1 12 0,5 0-11 0,-1 1-9 0,1-2 2 16,-1-1-4-16,2-1 1 0,-1 0 2 16,1-9-3-16,4 6-5 0,-1-10-15 0,-1 1-25 15,1 3-20-15,-2-3-21 0,2 0-44 0,-1-3-40 16,0-3-54-16,0 0-40 0,0 0-168 0,-2-4-454 16,-1-7 201-16</inkml:trace>
  <inkml:trace contextRef="#ctx0" brushRef="#br0" timeOffset="146844.64">10586 4987 89 0,'0'0'147'0,"0"0"-36"16,4-9-16-16,-4 9-6 0,11 0-57 15,0-1-44-15,-2 0-81 0,3 1-99 0,5-2 45 16</inkml:trace>
  <inkml:trace contextRef="#ctx0" brushRef="#br0" timeOffset="147175.12">11430 4618 146 0,'13'-4'214'0,"-2"-1"-9"0,2 0-13 15,2 5-3-15,-2 0-20 0,4 6 4 0,-2 2-11 16,2-2-10-16,-4 5-10 0,0 3-10 0,-2 0-9 16,0 1-11-16,-2 2-5 0,-4 2-10 0,0-2-9 15,-3 2-10-15,-2 0-8 0,-3 0-4 0,1 0-9 16,-9 4-2-16,1-6-4 0,1-1 1 0,-6-1-11 16,1-1-5-16,1-2-3 0,-4-1-5 0,6-2 1 15,-2-1-3-15,4-1-2 0,1-3-4 0,1 2 2 16,2-3 1-16,5-3-1 0,-9 4 4 0,9-4 5 15,-4 4-4-15,4-4-3 0,0 0-2 0,0 0-6 16,0 0 5-16,0 0-8 0,0 0-29 0,0 0-18 16,29 0-36-16,-11-3-30 0,4 2-34 0,10 1-36 15,-1-3-39-15,3 2-49 0,-7-1-130 0,5-1-420 16,1-2 186-16</inkml:trace>
  <inkml:trace contextRef="#ctx0" brushRef="#br0" timeOffset="147733.84">11999 4764 144 0,'1'-9'220'0,"-1"9"-18"0,0 0-18 0,0 0-14 15,0 0-1-15,0 0 6 0,0 0-3 0,0 0-6 16,0 0 1-16,-3 34-5 0,3-22-12 0,-3 4-13 16,1-1-7-16,0 0-10 0,1 1-8 0,-1-4-15 15,1-2-5-15,0 4-11 0,-1-4-7 0,2-1-3 16,0-3-11-16,0-6-5 0,0 13-3 0,-2-8-3 15,2-5 0-15,-4 7 14 0,4-7 15 0,0 0 13 16,0 0 9-16,0 0-10 0,0 0-9 0,0 0-8 16,0 0-1-16,0 0-2 0,0 0-1 0,-1-29-12 15,1 18 0-15,2-1-6 0,1-3-6 0,-1-1-8 16,2 1-1-16,3-2-3 0,1 2-1 0,2-4-6 16,1 3-8-16,1 1 1 0,-1-1-4 0,3 4 3 15,-1 2-13-15,-2 0 1 0,-1 4-1 0,3 1-9 16,0 4 9-16,-1-1-17 0,-1 4 13 0,2 0-11 15,-2 2 6-15,-2 2 1 0,3 2-6 0,-3 1 3 16,1 0 6-16,-2 0-5 0,-2 2 2 0,1 0 6 16,-2-1-3-16,1 0-2 0,-1-2-4 0,-2-3 0 15,-2 3-4-15,1-3 1 0,1-1-6 0,-3-4 8 16,2 8-1-16,-2-8 7 0,4 5-3 0,-4-5 5 16,0 0-1-16,0 0 1 0,0 0-8 0,0 0 4 15,0 0-10-15,0 0 5 0,0 0-1 0,-6-28 4 16,6 20-6-16,4-2 3 0,-2 0-9 0,1-2 7 15,3 2 3-15,2-2-1 0,0 3-2 0,3-4 0 16,-1 5 2-16,3-2 2 0,-3 4-7 0,2-1 10 16,-1 4 2-16,0 1-13 0,1 1 6 0,-1 2-4 15,1 1 2-15,-3 3-2 0,-1 2 1 0,1 1-8 16,-1 2 12-16,-2 1 3 0,3 4-4 0,-5 3 2 16,1-2-8-16,0 0-9 0,-1 0-29 0,-2 1-38 15,-2 0-30-15,0 0-47 0,-2 0-44 0,2-5-49 16,0 0-29-16,0-1-195 0,0-1-523 0,2-3 231 15</inkml:trace>
  <inkml:trace contextRef="#ctx0" brushRef="#br0" timeOffset="148143.74">12672 4830 117 0,'4'-7'194'15,"-4"7"-10"-15,0 0-18 0,0 0-11 0,0 0-5 16,0 0 4-16,0 0 18 0,0 0 0 0,6 19-6 15,-6-11-17-15,0-1-2 0,0 4-11 0,2 0-2 16,0 1-16-16,-4-4-11 0,4-1-11 0,-2-7-6 16,2 12-11-16,-2-12-3 0,-2 10-8 0,4-5 5 15,-2-5 11-15,0 0 14 0,0 0 12 0,0 0 3 16,0 0-12-16,0 0-11 0,0 0 0 0,0 0-15 16,0 0-2-16,0 0-5 0,0-32-5 0,-2 19-8 15,4 2-3-15,0-3-6 0,3-3-4 0,-1 2-3 16,-1-3-4-16,0 0-8 0,3-2-6 0,1-4 6 15,-3 7-5-15,7-7-8 0,1-1 4 0,-4 8-9 16,1-1 3-16,1 5-3 0,-2-3 5 0,-1 8-17 16,-2 0 6-16,4-1 0 0,-5 4-6 0,-1-1 4 15,-3 6-3-15,10 0 0 0,-10 0 5 0,10 11-5 16,-1-2-4-16,-5 4 9 0,3 1 4 0,1 1 7 0,0 4 1 16,-2-2 3-16,-1 1 3 0,3 2-5 15,-3-1 2-15,2 5 2 0,0-5-5 0,-3-1-4 16,1-1 1-16,-1-1 1 0,4 0-12 0,-2-3-18 15,0 2-49-15,-1-6-39 0,-3 3-55 0,0-3-53 16,0-2-58-16,0-1-57 0,-2 3-227 0,0-9-601 16,-6 9 267-16</inkml:trace>
  <inkml:trace contextRef="#ctx0" brushRef="#br0" timeOffset="148287.26">12760 4846 59 0,'0'0'233'0,"-2"-5"-22"15,2 5-16-15,0 0-18 0,9-7-20 16,-9 7-17-16,16-6-12 0,0 3-15 0,1 1-30 16,4 0-61-16,8-2-86 0,-12 1-179 0,4-1-263 15,-3 2 118-15</inkml:trace>
  <inkml:trace contextRef="#ctx0" brushRef="#br0" timeOffset="152140.74">13475 4841 108 0,'0'0'204'0,"2"-7"-10"16,-2 7-8-16,2-7-17 0,-2 7-11 0,0 0-14 16,3-6-17-16,-3 6-15 0,0 0-16 0,0 0-9 15,0 0-11-15,0 0-5 0,0 0-7 0,-14 23-4 16,9-7-4-16,-6 1-12 0,3-1-22 0,-6 7-25 15,3 1-39-15,-3-1-24 0,3-1-30 0,0 2-40 16,-1-2-137-16,1-5-295 0,3-1 130 0</inkml:trace>
  <inkml:trace contextRef="#ctx0" brushRef="#br0" timeOffset="152817.34">14418 4508 92 0,'4'-8'222'0,"-4"8"-25"16,6-8-22-16,-2 4-14 0,-4 4-16 0,9-9-21 16,-5 4-9-16,3 1-15 0,4 0-7 15,0 1-10-15,0-3-13 0,1 4-18 0,-2 0-25 16,0 1-22-16,2-1-25 0,-6 2-14 0,-6 0-30 16,12-2-6-16,-12 2-10 0,11 0-9 0,-11 0-4 15,0 0 4-15,8 2 2 0,-8-2 12 0,0 0 11 16,0 0 6-16,0 0 9 0,0 0 11 0,0 0 13 0,0 0 11 15,0 0 11-15,0 0 20 0,0 0 13 0,0 0 3 16,0 0 9-16,-31 0 6 0,31 0 7 0,-6 0-1 16,6 0-1-16,0 0-8 0,0 0-5 0,0 0-4 15,-10 3 1-15,10-3 0 0,-3 8-8 16,1-2 26-16,2 2-6 0,-2 2 9 0,2 3 2 0,0 3 4 16,0 0 1-16,2 0-1 0,-2 1 1 15,2 2 3-15,-2 0-3 0,1-2-7 0,1 2-5 0,1-4-1 16,-3 1-7-16,2 1-6 0,0-4-1 0,1 3-8 15,-2-5 1-15,0 5-4 0,2-1-1 0,-2-4-2 16,1 1-5-16,-4-2-3 0,4 1-13 0,-2 0-9 16,-3-1-9-16,2 0-8 0,1-3-9 15,-3-1 2-15,-1 0-11 0,0 0 1 0,-1-1 1 0,5-5 3 16,-9 5-3-16,4-2 4 0,5-3-1 16,-14 1 13-16,7-2-4 0,7 1-1 0,-15-5 1 0,6 4 5 15,3-2 10-15,-1 0 11 0,7 3 8 16,-11-4 13-16,11 4 7 0,-6-4-2 0,6 4-3 15,0 0-1-15,-6-5-5 0,6 5-2 0,0 0-2 0,0 0 0 16,0 0-2-16,27-3 1 0,-13 1-1 0,6 2 0 16,2 0-4-16,6 0-7 0,1-1-13 15,3 0-11-15,-3 1-19 0,4-1-39 0,1-1-19 0,0 0-37 16,-3 1-14-16,0 0-96 0,-3-1-268 16,-8-1 118-16</inkml:trace>
  <inkml:trace contextRef="#ctx0" brushRef="#br0" timeOffset="153025.23">15058 4674 56 0,'0'0'179'15,"0"0"-5"-15,-2-8-15 0,2 8-18 0,0 0-13 16,-11-3-1-16,11 3-7 0,-16 8 7 0,8 0-2 0,-7 4-3 16,2-1-4-16,-6 8-1 0,4-6-6 0,0 0-15 15,5-1-5-15,0 1-9 0,2-2-4 0,0 4-8 16,6-3-5-16,1-2-6 0,1 2-5 15,2-1-3-15,1 2-7 0,3-3-21 0,3 1-22 16,3-1-37-16,1 2-50 0,5-3-53 0,2-3-48 16,-2 0-158-16,10-2-374 0,1-3 165 0</inkml:trace>
  <inkml:trace contextRef="#ctx0" brushRef="#br0" timeOffset="153210.14">15648 4618 135 0,'0'0'212'0,"8"-9"-19"0,-2 4-17 15,1 2-17-15,2-1-21 0,5-1-11 16,-1 2-14-16,3-1-18 0,3 4-38 0,-2 0-43 16,-3 0-39-16,1 2-40 0,-3 0-37 0,-2 1-103 0,0 4-222 15,-5-1 99-15</inkml:trace>
  <inkml:trace contextRef="#ctx0" brushRef="#br0" timeOffset="153343.28">15674 4750 123 0,'0'0'128'16,"0"6"-8"-16,0-6-13 0,0 0-8 0,14 3-1 0,-3-2-14 16,6-1-16-16,1-1-29 0,4 1-50 15,0-2-56-15,7 1-65 0,-1-2-142 0,-1-2 63 16</inkml:trace>
  <inkml:trace contextRef="#ctx0" brushRef="#br0" timeOffset="154476.26">16535 4446 98 0,'7'-4'201'0,"-7"4"-3"16,0 0-9-16,0 0-5 0,0 0-13 0,0 0-10 16,0 0-11-16,0 0-4 0,0 0-14 0,0 0-8 15,0 0-8-15,0 0 4 0,0 0-14 0,0 0-14 16,0 0-10-16,0 0-4 0,0 0-11 0,0 0 1 15,0 0-12-15,0 0 1 0,0 0-8 0,0 0 0 16,0 0-7-16,0 0 1 0,0 0-5 0,0 0-4 16,0 0-4-16,0 0 0 0,0 0-3 0,0 0 1 15,0 0-6-15,0 0-4 0,0 0-4 0,0 0 2 16,0 0-5-16,0 0-1 0,0 0-2 0,0 0 0 16,0 0-2-16,0 0-3 0,0 0 8 0,0 0-4 15,0 0-2-15,0 0-2 0,0 0-1 0,0 0 2 16,0 0-3-16,0 0 2 0,0 0-1 0,0 0 0 15,0 0 1-15,0 0-3 0,0 0 1 0,0 0-2 16,0 0 1-16,0 0 1 0,0 0-2 0,0 0 1 16,0 0 0-16,0 0 0 0,0 0 0 0,0 0 4 15,0 0-5-15,0 0 0 0,0 0 1 0,0 0 3 16,0 0-5-16,0 0 4 0,0 0-1 0,0 0 2 16,0 0-1-16,0 0-5 0,0 0 3 0,0 0-1 15,0 0-2-15,0 0 5 0,0 0-1 0,0 0-2 16,0 0-1-16,0 0 3 0,0 0 1 0,0 0-3 15,0 0 0-15,0 0 9 0,0 0-11 0,0 0-1 16,0 0 3-16,0 0-3 0,0 0-1 0,0 0 2 16,0 0-2-16,0 0 5 0,0 0-5 0,0 0 0 15,0 0 8-15,0 0-5 0,0 0 4 0,0 0 3 16,0 0-14-16,0 0 1 0,0 0 5 0,0 0-1 16,0 0-1-16,-16 13 3 0,16-13-1 0,0 0 3 15,0 0-3-15,0 0 2 0,0 0-5 0,0 0 4 16,0 0 0-16,0 0-1 0,-6 5 2 0,6-5-1 15,0 0 2-15,0 0-2 0,0 0 0 0,0 0 2 16,0 0 2-16,0 0-7 0,0 0-1 0,0 0 1 16,0 0 1-16,0 0 1 0,0 0 3 0,0 0 1 15,0 0-2-15,0 0 3 0,0 0-2 0,0 0 1 16,0 0-2-16,0 0 2 0,0 0-3 0,0 0 4 16,0 0 0-16,0 0-3 0,0 0 2 0,0 0 3 15,0 0-6-15,0 0 4 0,0 0-6 0,0 0 10 16,0 0-5-16,0 0 2 0,0 0-3 0,0 0 2 15,0 0 1-15,0 0 1 0,0 0 0 0,0 0-2 16,0 0 1-16,0 0 1 0,0 0-3 0,0 0 3 16,0 0-4-16,0 0 4 0,0 0-3 0,0 0 6 15,0 0-5-15,-10-10 8 0,10 10-9 0,0 0 0 16,-4-8 1-16,4 8 3 0,-4-8 0 0,4 8 0 16,-4-7 0-16,3 1 4 0,1 6 7 0,-6-10-4 15,6 10-7-15,-3-11 9 0,3 11 1 0,-4-7 4 16,4 7-2-16,-1-8 0 0,1 8 3 0,0 0-1 15,-1-10-2-15,1 10 3 0,0 0-6 0,-3-9 6 16,3 9-6-16,0 0 1 0,0 0-1 0,0 0 3 16,0-9-2-16,0 9-3 0,0 0-1 0,0 0 1 15,0 0-4-15,0 0 1 0,0 0-10 0,0 0 2 16,0 0-1-16,0 0 1 0,0 0-2 0,0 0-4 16,0 0 12-16,0 0-6 0,0 0-2 15,0 0 2-15,0 0-5 0,3 31 2 0,-2-21-1 0,0 6 1 16,1-5 3-16,0 5-5 0,-2-4 5 0,3 5 0 15,-5 2 3-15,4 6 3 0,-2-5 2 0,0-1 1 16,2-2-1-16,-1 9 1 0,1-8 0 0,0 0 1 16,-2-1 6-16,3-2-10 0,-1 0-3 0,0-2-1 15,0-1 0-15,-1-1 3 0,1 2 0 0,0-4-2 16,0 2-5-16,0 0-13 0,1-5-15 0,-1 1-24 16,-2-7-27-16,3 12-37 0,-3-5-33 0,1 0-38 15,-1-7-34-15,1 8-34 0,-1-8-158 0,0 0-449 16,-1 9 198-16</inkml:trace>
  <inkml:trace contextRef="#ctx0" brushRef="#br0" timeOffset="154659.18">16662 4585 33 0,'0'0'187'0,"0"0"-10"0,0 0-17 15,4-3-16-15,-4 3-14 0,0 0-18 0,0 0-15 16,0 0-21-16,0 0-30 0,0 0-52 0,0 0-41 16,0 0-55-16,0 0-67 0,20 9-181 0,-20-9 81 15</inkml:trace>
  <inkml:trace contextRef="#ctx0" brushRef="#br0" timeOffset="155150.54">17165 4298 135 0,'-2'-7'203'16,"-1"1"-6"-16,3 6-14 0,-7-11-18 0,0 8-12 16,-2 1-17-16,-1-1-12 0,0 3-18 0,-2 5-6 15,0-1-10-15,-3 3-8 0,-1 3-3 0,3 0-9 16,-1 2-7-16,5-3-7 0,-4 3 0 0,4 2-7 15,3-6-10-15,2 1 0 0,0 1-2 0,3-1-6 16,0 1 2-16,1-3-6 0,1 1 1 0,1 0 4 16,2-2-9-16,2 3-1 0,0-4-6 0,0 0 2 15,2-2-5-15,1 3-2 0,-1-5-3 0,3-1 3 16,-1 0-5-16,1 0 2 0,0-3-1 0,-2 3-1 16,-1-4 0-16,-1-1-1 0,2 2-1 15,-1-2 4-15,0-3-4 0,-1 1 0 0,1 0 5 0,-3-3-10 16,1 2 9-16,0-2 6 0,-1 2 0 0,0-1 13 15,-3 3 2-15,-2 6 11 0,5-8-2 0,-2 5 2 16,-3 3-9-16,4-7 2 0,-4 7-11 0,0 0-2 16,0 0-5-16,0 0-3 0,0 0 3 0,0 0 2 15,2 19 6-15,-2-7 9 0,-1 0-1 0,0 3 0 16,0 3 2-16,1 0 8 0,-3 1 7 0,2 5-5 16,-2-5-6-16,0 0 0 0,1 1 2 0,-1-1-5 15,0-1-7-15,0 1-2 0,2-1-1 0,-2-1 0 16,1 0-2-16,0-1 3 0,0 1-14 0,1-4-17 15,-2-2-33-15,0 1-27 0,2-2-30 0,-1 0-32 16,0-1-35-16,1-2-40 0,1-7-31 0,-1 11-188 16,-2-6-456-16,3-5 202 0</inkml:trace>
  <inkml:trace contextRef="#ctx0" brushRef="#br0" timeOffset="155521.72">17390 4337 189 0,'4'-9'230'0,"-4"9"-19"0,3-7-14 0,-3 7-21 16,5-5-19-16,-1 2-13 0,-4 3-14 0,16-4-13 16,-4 2-11-16,2 1-9 0,4 0-8 0,2 0-11 15,-1-1-5-15,2 2-9 0,-1-1-6 0,-7 2 0 16,0-2-6-16,-2 1-3 15,-3 1-2-15,-8-1-1 0,13-3-3 0,-13 3 6 0,10 2-3 16,-10-2 0-16,6 1 0 0,-6-1-1 0,0 0-9 0,0 0-1 16,0 0-5-16,9 0-8 0,-9 0-4 0,0 0 0 15,5 4-1-15,-5-4-1 0,2 10 9 0,-2-2 3 16,1 3 3-16,-2 6 9 0,-2 1-4 16,3 0 5-16,-4 6-3 0,2-5 0 0,-1 0-2 15,1 1-1-15,-3 8-3 0,-1-3-1 0,2-6 0 0,1 0-4 16,-2 0-4-16,0 0-3 0,1 2 2 0,0-3-18 15,1-1-21-15,-1 1-30 0,2-3-43 0,-3-1-44 16,1-2-56-16,3-1-47 0,-3 0-206 0,0-1-481 16,-1-5 213-16</inkml:trace>
  <inkml:trace contextRef="#ctx0" brushRef="#br0" timeOffset="155675.25">17515 4570 70 0,'12'-7'154'0,"-12"7"-18"16,18-7-15-16,-8 6-17 0,3-1-35 15,1 0-36-15,3 2-56 0,-2 0-88 0,0-1-120 0,7 0 53 16</inkml:trace>
  <inkml:trace contextRef="#ctx0" brushRef="#br0" timeOffset="156201.6">18031 4517 68 0,'0'0'193'0,"3"10"2"15,-1-3-9-15,-2-7-6 0,1 12-8 0,0-7-12 16,-1-5-13-16,-1 13-13 0,1-5-10 0,0-8-3 16,-1 10-10-16,1-10 1 0,0 7-8 15,0-7 6-15,0 0 5 0,-2 9 7 0,2-9 4 0,0 0-5 16,0 0-14-16,0 0 1 0,0 0-6 0,0 0-12 15,0 0-6-15,-14-23-6 0,13 17-8 0,0 0-6 16,1-6-2-16,0 3-6 0,0-2-5 16,0 0-2-16,2-1-6 0,2-4-7 0,1 2-3 15,4-1-7-15,-2 0 0 0,3 1-1 0,1 1-10 16,1 1-2-16,-3 1 2 0,0 4-2 0,1 1-2 16,-1-1-5-16,1 4-1 0,-2 2-5 0,2 1-1 15,-10 0-1-15,18 4 1 0,-9 5-1 0,0-1-4 16,0 2-1-16,0 3 0 0,-3 0 5 0,1 2-3 15,-4-4 10-15,0 2-8 0,1-2 9 0,-2-1-11 16,-1 1 2-16,1-4 10 0,-1 3-8 0,0-5-2 0,-1-5 5 16,2 8-1-16,-2-8 3 0,0 0 1 0,1 6 2 15,-1-6 2-15,0 0-7 0,0 0 5 0,0 0-2 16,0 0 6-16,0 0-5 0,0 0 2 0,6-17 0 16,-6 17-10-16,4-12 3 0,0 8 1 0,4-5 0 15,-1 1-6-15,2-1-3 0,3 0-1 0,1-1-4 16,2 2 3-16,3-1 0 0,-7 3-6 0,1 3 2 15,-1 0-3-15,1 0 5 0,-5 2 0 0,1 1 2 16,-8 0-5-16,17 4 5 0,-10 3-1 0,1 0 1 16,-3 0 3-16,0 1-5 0,0 2-2 15,-1-1 3-15,-1 1-20 0,-1-1-27 0,0 2-27 0,-2 1-27 16,-2 4-29-16,0-4-68 0,-1-1-33 0,1-1-219 16,-3 0-499-16,1-1 221 0</inkml:trace>
  <inkml:trace contextRef="#ctx0" brushRef="#br0" timeOffset="156632">18659 4542 163 0,'9'8'191'0,"-9"-8"-2"15,3 9-5-15,-3-4 4 0,0-5-8 16,0 14-4-16,0-7-15 0,0-7-14 0,-1 13-6 0,1-5-9 15,0-8-7-15,0 12-11 0,0-12-6 0,0 10-4 16,0-10-3-16,-3 6 9 0,3-6 4 0,0 0 11 16,0 0 13-16,0 0 2 0,0 0-4 15,0 0-5-15,0 0-5 0,0 0-3 0,0 0-13 16,0 0-6-16,0 0-14 0,5-33-6 16,-3 21-16-16,1 2 2 0,0-3-6 0,2 0-8 0,-1-3-14 0,1-1-5 15,1 0 8-15,1-1-14 0,1 3 3 16,0-2-2-16,1 1-9 0,0 2-6 0,0-2 2 15,1 2 1-15,-1 0-11 0,-1 5 2 0,1 0-2 16,-4 3-4-16,3-2-5 0,-2 4 1 0,-1 1-2 16,-5 3 10-16,8-2-12 0,-8 2-1 0,10 3-6 15,-2 2 6-15,-2 4-7 0,0 0 2 0,1 1 2 0,2 4 1 16,-4 0 1-16,0 2-2 0,0 0-5 16,-2 2 5-16,1-3 7 0,-2 1-2 0,2 2-3 15,0-1 0-15,-2 1 5 0,1-4-3 0,-2 2-28 16,0-2-41-16,1-2-39 0,-1 0-43 0,-2 0-34 15,-1 0-46-15,0-1-46 0,-3-1-46 0,-5 0-181 16,1-1-549-16,-2-3 243 0</inkml:trace>
  <inkml:trace contextRef="#ctx0" brushRef="#br0" timeOffset="156783.84">18677 4582 29 0,'4'-14'185'0,"0"12"-8"15,2-1-14-15,3-1-15 0,3 2-16 0,6-2-11 16,3 1-18-16,9-1-21 0,2 1-32 0,2 1-48 16,-1-1-45-16,2 1-48 0,-2 0-86 0,-1 2-191 15,-1-2 85-15</inkml:trace>
  <inkml:trace contextRef="#ctx0" brushRef="#br0" timeOffset="156915.9">19226 4539 155 0,'3'4'260'0,"-3"-4"-2"0,0 0-6 15,0 0-12-15,8 3-19 0,-8-3-22 0,0 0-26 16,0 0-17-16,0 0-26 0,0 0-32 0,0 0-43 0,2 5-52 16,-2-5-66-16,0 0-83 0,0 0-187 15,0 0-359-15,0 0 160 0</inkml:trace>
  <inkml:trace contextRef="#ctx0" brushRef="#br0" timeOffset="160053.5">19866 4360 129 0,'4'-8'231'0,"-2"-1"-2"0,0 4-19 0,0-2-1 16,-2 7-11-16,5-10-7 0,-5 10-17 0,1-6-18 16,-1 6-17-16,2-8-17 0,-2 8-16 0,0 0-10 15,0 0-15-15,0 0-5 0,0 0-13 0,0 0-1 16,3 28-7-16,0-11-4 0,-3 0-5 0,-1-1-7 15,-1 4-2-15,1 6-2 0,1 2-2 0,-1-2-2 16,0-8-3-16,1 0-2 0,-3 7-9 0,-1 1-22 16,3-7-22-16,1-1-34 0,-2 1-34 0,0-1-34 15,2 0-42-15,-1-3-38 0,0 1-154 0,-1-4-392 16,0-4 174-16</inkml:trace>
  <inkml:trace contextRef="#ctx0" brushRef="#br0" timeOffset="160624.04">19865 4349 115 0,'11'-6'145'0,"3"6"-7"16,4 2 3-16,2-1-7 0,1 3 2 0,-1 2-8 15,9 4-1-15,-9-1-9 0,3 5-8 0,-6-1-14 16,-1 0-5-16,-2 3-8 0,4 3-8 15,-9-4-6-15,-1 3-3 0,-2-3-9 0,-3 4-6 16,-5 0-2-16,-3 0-4 0,-4-1-4 0,-6 4-12 0,-6-1-18 16,-1 0-27-16,-4-8-27 0,-2 3-26 0,-3-4-17 15,3 1-6-15,-1-4-5 0,0-3-3 0,3-1-5 16,3-4 1-16,5 1-3 0,4-2 9 0,2 0 10 16,1 0-2-16,3-2 12 0,8 2 10 15,-10-2 5-15,10 2 6 0,-4-5 8 0,4 5 9 16,0 0 9-16,0 0 1 0,0 0 22 0,23-7 12 0,-12 7 10 15,6-2 1-15,2 1 15 0,2 1 20 16,8 0 3-16,-2-2 15 0,1 1 6 0,4 0 10 0,-1-1 2 16,1 1 1-16,2-2 4 0,-1-1-4 0,1 0-3 15,-4 1-2-15,2-1-7 0,0 0-2 16,-1-3-5-16,-3 4-10 0,-1-2 2 0,-5 4-9 16,-2-6-5-16,2 3 1 0,-6-2-8 0,2-3 6 0,-4 1-3 15,2-2 2-15,-7 2-3 0,-2-2-3 16,1 1 5-16,3-7 8 0,-3 2-11 0,-1-3-2 15,-5 4 2-15,3-4-3 0,-5 1-1 0,0 4 4 16,-2 1 7-16,0-2-7 0,-1 3-5 0,-1 1 0 16,0-1-3-16,-1 1-7 0,1 4-2 0,-1 2-4 15,5 3-3-15,-14-4-5 0,14 4 2 0,-23 10-5 16,10-1-1-16,0 5-1 0,0-1 1 0,2 2 1 16,-1-1 2-16,5 3-3 0,0 8-1 0,5-5-1 0,0-4-2 15,4 1-6-15,4 0-18 0,-2-2-25 16,6 3-24-16,0-1-32 0,5-3-41 0,0-1-40 15,3-2-40-15,-2-1-123 0,3 0-373 0,-2-3 166 0</inkml:trace>
  <inkml:trace contextRef="#ctx0" brushRef="#br0" timeOffset="160849.28">20783 4377 40 0,'2'-11'241'0,"-1"0"1"15,-1 1 0-15,0 4-19 0,0 6-23 0,1-9-23 16,-1 9-25-16,0 0-14 0,0 0-11 0,0 0-16 16,0 0-5-16,4 21-10 0,-3-6-5 0,2 4-7 15,0 6-3-15,-1-1-11 0,-2 6-1 0,0-2-5 16,1 1-1-16,1-1-14 0,-2 1-12 0,2-2-31 16,1-11-39-16,-3 3-47 0,2 7-44 0,-2-10-45 15,0 0-54-15,-2 1-124 0,-3-1-376 0,0-5 167 16</inkml:trace>
  <inkml:trace contextRef="#ctx0" brushRef="#br0" timeOffset="160998.01">20654 4474 78 0,'17'-4'120'0,"2"3"-38"0,0-1-41 0,3 1-38 15,6 4-57-15,-1-2-59 0,1 4 26 0</inkml:trace>
  <inkml:trace contextRef="#ctx0" brushRef="#br0" timeOffset="161511.81">20934 4705 33 0,'14'-5'188'0,"-14"5"-13"15,10-5-13-15,-3 2-14 0,2-6-11 0,-1 2-9 16,2 0-16-16,-3-1-6 0,4 2-6 0,0-3-5 16,-2-3-6-16,0 3-5 0,0-3-8 0,1-3 0 15,-2-1-5-15,-3 6-7 0,-2-3-5 0,2-2-3 16,-2 3-5-16,0 0-1 0,-2 1-3 0,-1-2-6 16,0 3 6-16,-1 1-1 0,0 1 1 0,1 8-9 15,-4-14-5-15,1 11-8 0,3 3-2 0,-5-6-7 16,5 6-1-16,0 0-4 0,-13 1-2 0,13-1-4 15,-16 8 8-15,3 4-5 0,0 0-1 0,2 1 2 16,0 1-1-16,3-5 1 0,3 3-3 0,-3 4-1 16,3-2 2-16,2-1 1 0,2-3 2 0,1 2-8 15,1-2 6-15,0 1 2 0,5-1 1 0,-1 0-2 16,2-2 2-16,3 1 2 0,1-2-3 0,5 2-2 16,-3-5 1-16,6 2-1 0,1-1 2 0,0-4-3 15,-2 2 3-15,-4-3-4 0,4 0 3 0,-5-3 0 16,-2 2-3-16,0-3-2 0,0 0 5 0,-1-1-2 15,1-3-2-15,-3 0-8 0,0-2 3 0,1-4-3 16,1 0 1-16,-4-1 5 0,0-2-4 0,0 3 4 16,1-1-9-16,1 0 5 0,-1 0-1 0,-2 0-4 15,1 5 6-15,-1-2-5 0,-1 5 4 0,1 1-4 16,-1 0 3-16,1 2-5 0,0-2 3 0,-5 6-4 16,13-2 1-16,-7 2 5 0,-6 0 0 0,13 6-2 15,-4 2 3-15,-1 0-1 0,0 1 3 0,-2 3-2 16,3 3 3-16,-3 0-3 0,-2 0 9 15,1 2-19-15,-2 0-32 0,-3-1-53 0,1 1-50 0,-1 0-62 16,-5-1-155-16,1-4-391 0,-2-1 173 0</inkml:trace>
  <inkml:trace contextRef="#ctx0" brushRef="#br0" timeOffset="162252.09">21534 4519 16 0,'0'0'201'0,"0"0"-19"16,0 0-7-16,0 0-8 0,0 0 2 0,0 0-7 15,7 15-7-15,-2-7-14 0,-3 0-6 0,0 2-7 16,2 0-5-16,-1 0-12 0,-1-2-8 0,-1-1-10 16,2-1-9-16,-3-6-11 0,3 9-5 0,-3-9-4 15,1 8 1-15,-1-8 6 0,1 5 9 0,-1-5 12 16,0 0-5-16,0 0-6 0,0 0-3 0,0 0-3 15,0 0-7-15,0 0-8 0,0 0-3 0,-5-28-6 16,5 20-2-16,1-1-6 0,1-3-7 0,-2-1-6 16,3 2-1-16,2-1 1 0,3-5-8 0,0 0-2 15,2 2-3-15,3-1-3 0,4-3-2 0,-4 4-5 16,0 2 2-16,3 4-7 0,-5 1 5 0,1 2-7 16,2 3 3-16,-3 0-4 0,7 3 2 0,-5 3-1 15,1 1-6-15,0 5 3 0,0 0-2 0,-1 2 0 16,-4-2 2-16,3 3 1 0,-1 1-4 15,-2-2 2-15,-2 1 0 0,-2-5 3 0,2 4 1 0,-3-2-1 16,-2 1 1-16,1-2 0 0,-2-4-3 0,-1-4 5 16,4 8 2-16,-4-8 0 0,4 7 0 0,-4-7 4 15,0 0 4-15,3 3-3 0,-3-3-1 0,0 0 0 16,0 0 3-16,0 0-2 0,0 0 1 0,0 0-3 16,0 0-3-16,0 0 0 0,4-22 2 0,-1 15 1 15,1-2-6-15,0-1-2 0,1 0-3 0,4 1-3 16,-3 0-3-16,0-1-7 0,2 0 3 0,6-1-5 15,-4 3 8-15,3-1-7 0,0 2 1 0,-4 3-2 16,0-1 2-16,2 2 3 0,-3 4 0 0,2-3 0 16,2 4 0-16,-2 3-1 0,-1-2 4 0,4 1 0 15,-2 2 4-15,1 0 2 0,1 4 3 0,-2-4-2 16,0 0-3-16,1 2 4 0,-2-2 0 0,2 0 1 16,-1-1 1-16,1 0 4 0,-2 0-2 0,-1-4 3 15,-1 2-4-15,3-2 6 0,-3-2-3 0,-8 1 1 16,15-4 8-16,-7-1-9 0,-1-1 1 0,0-1-2 15,-2 2-1-15,1-5 1 0,-2 5-2 0,1-7-3 16,-1 5 4-16,-3-3-2 0,1 0-2 0,-4 0 3 16,2 10 0-16,0-16-2 0,-1 8 4 0,1 8 0 15,-1-9 0-15,1 9 0 0,0-9 0 0,0 9-10 16,0 0 11-16,0 0-11 0,0 0-1 0,0 0 6 16,0 0-5-16,0 0 3 0,-9 23 2 0,8-14 1 15,-1 2 3-15,2 1-7 0,-1-2-6 0,0 2-30 16,1 0-33-16,0 4-45 0,1-5-43 15,-1 2-42-15,0-3-52 0,0 3-154 0,0-13-445 0,-4 23 197 16</inkml:trace>
  <inkml:trace contextRef="#ctx0" brushRef="#br0" timeOffset="162824.67">22445 4531 154 0,'0'0'214'0,"1"-13"-12"0,2 1 0 0,0 2-17 15,1-1-15-15,-1 1-19 0,3 0-14 0,3-3-18 16,1-2-10-16,2 2-9 0,2 0-9 16,0 2-9-16,1 2-13 0,0 1-9 0,-2 4-5 0,-1 1-10 15,1 2-2-15,-2 1-10 0,1 1 3 0,-2 4-6 16,-1 1-2-16,0 2-5 0,-3-2-1 0,3 4-2 15,-1 0-2-15,-3 2 2 0,0-2-5 0,0 0 2 16,2 2 2-16,-1-2-8 0,0 1 6 0,2-2-6 16,-2-3 6-16,3 0-6 0,0-3 1 0,2 4-1 15,0-4 0-15,2 1-2 0,0-4 2 0,-1-1-3 16,2-2 1-16,-2 0-1 0,0-3-1 0,-2 2-2 16,0-3 4-16,-1 0 3 0,1 0 3 0,-2-1-1 15,-2-1 3-15,1-1 3 0,-2 1-1 0,-3-4 1 16,1 3 10-16,-2-3-6 0,-1 0 6 15,-1 3-2-15,1-2-4 0,-5 4 2 0,3-2 3 0,0 6-3 16,2 4-3-16,-1-11-4 0,1 11-5 0,0 0 0 16,-8-4 0-16,8 4-3 0,-17 8-1 0,8-1-2 15,0 2-2-15,-1 2-4 0,4-1-23 0,-2 3-23 16,2 1-30-16,3 3-54 0,0-5-59 16,5 0-55-16,-2 0-158 0,0-12-432 0,14 21 191 0</inkml:trace>
  <inkml:trace contextRef="#ctx0" brushRef="#br0" timeOffset="163081.96">23474 4368 1833 0,'10'-23'59'0,"-3"8"87"16,-1-2-19-16,-4 3-8 0,1 3 3 0,-2 2-3 15,2 2 8-15,-1 1-30 0,-2 6-16 16,3-11-4-16,-3 11-15 0,0 0-2 0,0 0-4 15,0 0 7-15,9 19 4 0,-8-4 1 0,1 5 3 16,1-1 9-16,0 10-12 0,-1-4-11 0,1 4-2 0,1-4-3 16,-2 4-3-16,-1-10-8 0,6 8 0 0,-6 0-6 15,1-1-21-15,0-7-31 0,-1 6-25 0,0-8-32 16,1-1-34-16,-1 0-49 0,0-3-54 16,-1-2-40-16,1-1-37 0,-1-10-162 0,-5 14-487 15,0-9 215-15</inkml:trace>
  <inkml:trace contextRef="#ctx0" brushRef="#br0" timeOffset="163623.46">23614 4425 74 0,'26'-14'148'0,"-10"3"7"16,2 2-11-16,-2-1 4 0,-1-1-19 0,-1 1 0 0,1 2-8 15,-6-2-1-15,0 2-4 0,0 1-5 0,-1-3-11 16,-1 2-1-16,-1 1-1 0,-1-2-6 15,0 3-1-15,-1 1-10 0,-2 0-6 0,-2 5-9 16,4-8 0-16,-4 8-14 0,3-6-4 0,-3 6-11 16,0 0 3-16,0 0-7 0,0 0-11 0,0 0-1 0,0 0 0 15,-2 24-5-15,1-12 3 0,-4 5-1 16,0 1-2-16,0 0 3 0,1 1-8 0,1-1 5 16,-1 2-5-16,1 4-1 0,-3-7 2 0,3 0-1 15,0-1-4-15,-1-1 7 0,1-4-5 0,0 1-2 16,0-2 0-16,3-10-5 0,-3 13 3 0,3-13-6 15,-2 12-5-15,2-12-1 0,0 0-2 0,2 12-2 16,-2-12 0-16,0 0 3 0,0 0-1 0,0 0 3 16,7 7 0-16,-7-7-5 0,14-5 7 0,-5 3-1 0,4 0 1 15,6-1 3-15,0 0 4 0,3-1-2 16,0 3 3-16,-1-1 5 0,8 0 1 0,-8 4 2 0,1-4-2 16,6 0 2-16,-7 3-2 0,0 0-5 0,0-2 8 15,-1 1-2-15,-2-3-3 0,3 2 0 16,-2-2 1-16,-1 3-2 0,-4-1 1 0,-2-4-2 15,0 0 0-15,-1 0 2 0,1 1 4 0,-3-2-1 16,0-2-1-16,-3 0-1 0,-2-1 8 0,0 1-2 0,-1-2 1 16,-2 1-1-16,0-1 4 0,-1 10-2 0,-2-14 3 15,-1 7-6-15,-1 2-2 0,0-1-2 0,-2 1 2 16,-4 1 3-16,10 4-3 0,-20 0 6 16,7 1 0-16,-3 5-5 0,-2 0-2 0,3 1 2 15,-2 2 1-15,1 1-4 0,0 3 6 0,3 0-9 16,1 1-21-16,2 0-34 0,3 0-53 0,2-3-48 0,2-1-50 15,5 7-227-15,4-3-461 0,6-2 205 0</inkml:trace>
  <inkml:trace contextRef="#ctx0" brushRef="#br0" timeOffset="165022.13">24985 4357 28 0,'1'-6'301'16,"-1"6"-18"-16,-1-10-23 0,1 10-23 0,-6-7-20 15,6 7-16-15,-9-2-22 0,9 2-10 0,-16 5-17 0,5 0-13 16,2 3-6-16,-5 3-15 0,3 2-9 16,-2-2-11-16,3 2-13 0,1 1-2 0,2 1-10 15,1-1-6-15,2 2-7 0,2 1-6 0,2 1-3 16,1-5-9-16,3 3 0 0,1-1-11 0,2-5-11 15,3 4-11-15,0-5-16 0,2 2-23 0,1-4-22 16,4 1-14-16,1-4-12 0,1-1-6 0,-4 1-2 16,-2-1-3-16,0-3 1 0,2 1 3 0,-3-1 6 15,-1-2 4-15,2-1 9 0,-2-1 5 0,1-4 2 16,-3 2 16-16,0-2 1 0,2-2 3 0,-2 2 6 16,0-7 3-16,3 1 5 0,-2 1 9 0,0-1 14 0,1-2 4 15,-4 2 6-15,1-1 11 0,1 2 15 16,-3 2 3-16,-1 2 10 0,0 1 11 0,-2 3 15 15,-2-2 2-15,-1 7-8 0,3-7-7 0,-3 7-7 16,0 0-5-16,0 0-1 0,0 0 14 0,0 0 1 16,0 0 7-16,-9 28-2 0,6-16-7 0,1 0 2 0,0 3-6 15,-1-3-1-15,3 5 2 0,-2-2-5 16,4-1-2-16,1-2-8 0,-1-2-2 0,3 3 5 16,0-1-7-16,3-2-3 0,-1-3-4 0,5 2-3 15,-2-2-2-15,4-2-8 0,-3 0-2 0,2-2-8 16,-3-3-4-16,3 0-7 0,1 0 5 0,-14 0-3 15,21-7-2-15,-9 1 1 0,-1-2 0 0,-2 0 2 0,1 1-1 16,-4-3 1-16,5-3 2 0,-4 0-9 16,2-3 4-16,2 0 1 0,-4 0-2 0,-3 2 3 15,2 2-1-15,0-3-1 0,-2 4-2 0,0-1 4 16,3 6-3-16,-7-1 5 0,0 7-5 0,1-10 6 16,-1 10-5-16,1-7-7 0,-1 7 3 0,0 0-3 15,0 0 1-15,0 0 4 0,0 0 1 0,0 0 0 16,0 0 10-16,-10 27 9 0,9-17-1 0,-3 2-2 0,2 1 2 15,0-2 12-15,2 4 5 0,-2 3-3 16,2-1 0-16,0-2 8 0,0-4-12 0,4 2 3 16,0-2-2-16,0-1-2 0,3-1-6 0,3 0 10 0,-2 0-7 15,1-2-3-15,3-1 0 0,1-2 0 16,0-1-7-16,1 1 7 0,-1-2-4 0,1-3-4 16,-1 0-4-16,-1-2 3 0,1-1-8 0,-4-2 6 0,3 2-1 15,-2-3-7-15,0-3-6 0,-1 1 1 16,-3-3-2-16,1 2-12 0,-2-6-5 0,1 2 2 0,-1-2 1 15,-3-1-1-15,0 0-2 0,-2 1 0 0,-1-2-1 16,1 6 9-16,-3-1-5 0,-2 2 3 16,3 0 0-16,-2 1-4 0,-1 1 4 0,1 1 1 15,-5 0 3-15,0 4-2 0,4-1 3 0,1 0 1 16,4 5 2-16,-7-7-2 0,7 7 1 0,-7-5 0 0,7 5 3 16,0 0-2-16,0 0 6 0,0 0-2 0,-4-6 4 15,4 6 0-15,0 0-1 0,0 0 6 16,22 1-5-16,-8 0 3 0,-1-1 1 0,6 3 1 15,0-3 6-15,-1-1-9 0,0-1 10 0,-4 2 2 16,-1-1-8-16,-4 1-5 0,1-1 10 0,-10 1 1 16,13 0-1-16,-13 0-4 0,11 0-1 0,-11 0 0 0,7 1-3 15,-7-1-2-15,6 5 2 0,-6-5-3 0,0 9 3 16,0-1 1-16,2 0 5 0,-4 1 5 16,2 1-5-16,0 1 0 0,0-2 3 0,-2 4 6 15,2-3-1-15,2 4 3 0,-2-5-3 0,0 2-2 16,2 1 7-16,0-4 2 0,1 2-11 0,-1-1 0 0,3 1-2 15,-2-1 11-15,1-2-10 0,2-1 3 0,-4 0 0 16,3-2 0-16,-1 0 4 0,4-1-4 0,-8-3 2 16,9 3-5-16,-3-2 3 0,-6-1-6 15,14 0 3-15,-14 0 0 0,13-4-4 0,-9-1-8 16,1-1-8-16,1-1 7 0,2-1 2 0,-4-2-18 0,0 0-3 16,-2-2 0-16,3 3 2 0,-1-6 1 0,-2 4-3 15,4-4 4-15,-4 3-1 0,0 0 7 16,0-2-1-16,1 5 3 0,1 0-2 0,0 0 2 15,-2 1 3-15,1 3-3 0,1-1-1 0,3 2 2 16,-2 0 2-16,-5 4-4 0,13-3 1 0,-4 3 1 0,2 2 0 16,0 2 0-16,-1 2 3 0,-4 2 3 15,3 0-7-15,-2 2 6 0,0 1 0 0,-3 1 1 16,1 1 1-16,-3-3 2 0,0 2-1 0,0 4 7 16,0-6-8-16,-1 0-1 0,3 2 9 0,-2-2-6 0,0-1 5 15,3-1-4-15,-2 2 4 0,3-2 1 0,-4-3 1 16,3 1-2-16,-5-6 0 0,8 9 3 0,2-6-2 15,-10-3 1-15,17 4 0 0,-5-5 0 0,-12 1 1 16,20-6-4-16,-6 3 2 0,-5-4 1 16,-1 1-2-16,4-1 3 0,-5-2-1 0,6-1-2 15,-6-1-3-15,0 0 0 0,-1-5-3 0,3 0-3 16,-5 2 3-16,-1 1 1 0,4-1-1 0,-7 2 1 0,2 1-2 16,0 0-1-16,-2 1-5 0,0 10 4 15,-2-12 1-15,-2 5-5 0,4 7 1 0,-8-6-5 16,8 6 3-16,-15 1 3 0,4 4-4 0,0-1-1 15,-2 7-15-15,3-4-35 0,-3 5-30 0,4 2-40 16,-1 0-24-16,2 1-51 0,3 2-36 0,1-2-161 0,4-2-437 16,0-13 193-16</inkml:trace>
  <inkml:trace contextRef="#ctx0" brushRef="#br0" timeOffset="165265.34">26461 4464 171 0,'4'-14'199'0,"8"-2"-2"16,-7 6 1-16,5-3-8 0,-3 3-2 15,2 2-8-15,-2 0-6 0,-3 1-14 0,1 3-15 16,-1 0-14-16,-4 4-15 0,6-6-11 0,-6 6-15 16,0 0-5-16,15 7-8 0,-9-1-8 0,4 2-6 15,-4 2-5-15,1 1-8 0,-1 0-5 0,-3 0-6 16,1 4 4-16,-1-2-11 0,1 1-5 0,-4-1-28 15,3-3-32-15,-1 6-40 0,0-5-43 0,0-1-42 16,2-2-44-16,-1 1-174 0,1-3-405 0,-4-6 180 16</inkml:trace>
  <inkml:trace contextRef="#ctx0" brushRef="#br0" timeOffset="165495.99">26818 4163 276 0,'0'-8'281'0,"0"8"-21"0,2-10-24 16,-2 10-30-16,0 0-18 0,0 0-14 15,0 0-16-15,0 0-10 0,0 0-3 0,-8 36-4 16,6-17-7-16,-2 5-12 0,2 1-11 0,2-5-8 16,0 4-13-16,0 1-6 0,-2-1-5 0,4 3-8 15,-2-1-6-15,3 0-11 0,0-9-32 0,1 9-42 16,-2-11-47-16,0-3-49 0,-2 4-59 0,3-8-45 15,-1 2-205-15,-2-10-461 0,-2 12 203 0</inkml:trace>
  <inkml:trace contextRef="#ctx0" brushRef="#br0" timeOffset="165655.93">26708 4334 165 0,'6'-2'179'0,"4"-3"-13"15,-1 1-15-15,2 2-13 0,3-1-17 0,3 3-13 16,4 0-18-16,1-1-37 0,1 1-45 0,3 0-46 16,4-1-63-16,-10 2-73 0,1-2-188 0,0 0 84 15</inkml:trace>
  <inkml:trace contextRef="#ctx0" brushRef="#br0" timeOffset="166371.76">28036 4244 67 0,'-13'-1'188'0,"-2"2"-6"16,-2 1-8-16,-1 5-11 0,0 0-9 0,2 1-18 16,0 4-7-16,1 0-12 0,3 2-11 0,0 0-10 15,2-1-9-15,3 0-10 0,3 0-2 0,0-2-10 16,4 2-5-16,2-1-4 0,0-2-4 0,3 0-2 15,1-1-4-15,3 0-6 0,-2-5-4 0,4 1 0 16,2-4 0-16,-1 2-6 0,-2-4 1 0,2 1-3 16,0-4-4-16,-1-1-2 0,-2 2-3 0,2-6 0 0,-1 0 2 15,0 0 3-15,-1-2 6 0,2-3 3 16,-5 3 5-16,2 1-1 0,-3-1 9 0,1 1-1 16,-2 2-6-16,1-2-7 0,-1 6 0 0,1 0-6 15,-5 4-3-15,4-9-8 0,-4 9 0 0,0 0 2 16,0 0-8-16,11 19-1 0,-7-2-3 0,-1 9 10 0,1 3-7 15,-4 3-1-15,0-2 4 0,1 16 0 16,-4-12 2-16,3-5-1 0,-2 4 6 0,-1-1-3 16,2-4 4-16,-2 1 0 0,1-3 1 0,-2 0 7 15,0-1-7-15,-1-6-3 0,-4-1 2 0,2 0-3 16,-6-1 3-16,-1-4-1 0,-6 5-3 0,-1-3 1 16,2-5-1-16,1-4-3 0,-1 0 1 0,-1-3-10 15,2-1-8-15,5-2-16 0,0-1-20 0,0-3-33 16,-1 0-27-16,0-5-41 0,2-1-46 0,4-2-43 15,-1-1-182-15,1-5-445 0,4 0 198 0</inkml:trace>
  <inkml:trace contextRef="#ctx0" brushRef="#br0" timeOffset="167273.69">28532 4304 19 0,'1'-7'231'0,"-1"1"-8"15,0 6-9-15,-5-11-9 0,0 6-13 0,-2 2-20 16,1-1-11-16,-6 2-17 0,-1 2-8 0,-5 5-12 16,-2-1-10-16,2 3-14 0,0 2-5 0,0 1-14 15,2 0-5-15,2 2-4 0,5-3-13 0,-4 2-2 16,6-1-5-16,3 1-8 0,1 0 0 0,3-1-2 0,3 0-6 16,1 0-6-16,1-1-3 0,2-2-7 15,2 1-6-15,3-3-4 0,-1-2 0 0,2 1-2 16,-1-3 4-16,0-1-4 0,1-2-2 0,-1-2-5 15,0 1 3-15,4-5-1 0,-4 2 4 0,0 1-2 16,-3-4 2-16,2 2-2 0,-3-2 2 0,1-1-2 16,-1 1 1-16,1-1 0 0,0-4 0 0,-4 6 5 15,1-2 4-15,0 0 1 0,-3 5 0 0,-1-2 3 16,-2 7-3-16,4-8-2 0,-4 8 5 0,4-6-12 16,-4 6-4-16,0 0-3 0,0 0 2 0,0 0-2 15,0 0 1-15,0 0 2 0,0 0 1 0,-1 28 3 16,1-18-5-16,0-2-2 0,0 0 3 0,1 3 0 15,1-4 2-15,-1 2-1 0,3-4 0 0,1 4 0 16,0-4 5-16,1 1-5 0,1-4 2 0,2 4 1 16,1-5-3-16,-2 2 0 0,2-1 6 0,4-3-4 15,-4 0-1-15,0-2 0 0,0 0-1 0,-2-3 7 16,1 0-7-16,0-1-4 0,-1 3 4 0,-1-4-9 0,-1-2 8 16,-4-1-2-16,6 1 1 0,-5 1-2 15,0-1 0-15,2 1 2 0,-3-1 1 0,-1 4-1 16,-1 6 2-16,1-13 7 0,-1 13 1 0,1-8-11 15,-1 8-3-15,1-6-2 0,-1 6-4 0,0 0 6 16,0 0-7-16,0 0-1 0,0 0 3 0,0 0 1 16,0 0-1-16,-14 16-1 0,12-10 3 0,1 2 1 15,-1-2 4-15,-1 3 0 0,5 0 1 0,-2 1-2 16,1 0 5-16,3-2 0 0,3 0 9 0,0 0-11 16,2-1 5-16,7 2-3 0,-2-1 4 0,5-3-2 15,-1-2-6-15,-2 0 3 0,3-3-5 0,0 0 0 16,-6 1-1-16,-1-4 1 0,2-1-1 0,-2 1 1 15,-2 0 0-15,0-4 0 0,-1 3-2 0,-1-4 0 16,-2 1 5-16,2-2-1 0,-2 1 1 0,-2-3-3 16,2 1 2-16,-3 0-2 0,1-1 0 0,2 2 1 15,-3-1 0-15,-1 2 1 0,-1 2 2 0,-1 6-3 0,3-9 1 16,-3 9-8-16,3-6 0 0,-3 6-3 16,0 0-1-16,0 0 0 0,0 0 4 0,0 0-1 15,0 0 1-15,0 0 4 0,0 0-1 0,-3 26 0 16,2-18 1-16,1-8-1 0,-2 13 11 0,2-5-9 15,-1-1 1-15,1-7-2 0,-1 12 6 0,1-12-3 16,0 9 6-16,0-9-3 0,-1 7 2 0,1-7 1 0,0 0 6 16,0 0-2-16,5 4 7 0,-5-4-3 15,0 0-1-15,0 0-3 0,11-2 0 0,-11 2-1 16,17-10 0-16,-8 6-1 0,1 0-2 0,1-1 1 16,1 0-2-16,1 2-3 0,-3 0 2 0,-1 1-3 15,0 0 3-15,0 2-5 0,-9 0 0 0,15 0-3 16,-7 1 0-16,-3 2 3 0,0 1-4 0,0-1-8 15,0 3-12-15,-1-1-15 0,1 5-20 0,-2-4-40 16,-1 2-34-16,-2-1-45 0,0-7-48 0,-6 15-168 16,0-7-429-16,-5-1 189 0</inkml:trace>
  <inkml:trace contextRef="#ctx0" brushRef="#br0" timeOffset="167457.12">28832 4137 2137 0,'-4'-12'-7'15,"0"2"20"-15,2 1-22 0,2 1 3 0,0 8-30 16,-3-10-35-16,3 10-15 0,0 0-15 0,5-9-6 16,-5 9-12-16,13 4-35 0,2 4-89 0,3-3-263 0,11 1 118 15</inkml:trace>
  <inkml:trace contextRef="#ctx0" brushRef="#br0" timeOffset="167831.86">30007 4215 36 0,'3'-2'242'0,"-3"2"0"0,7-5-14 15,-7 5-21-15,0 0-16 0,0-8-22 0,0 8-16 16,0 0-14-16,0 0 14 0,-17-5-18 0,17 5-12 15,-23 6-11-15,5-1-12 0,-2 0-8 0,-4 5-6 16,7-1-8-16,-1-1-8 0,4 0-3 0,2 1-8 16,1-1-3-16,2 0-8 0,-1-1-5 0,3 0 0 0,2-1-2 15,1 0-9-15,0 1-2 0,3-1-3 16,1-6-5-16,-1 11-2 0,1-11 0 0,4 10-5 16,0-7-6-16,-4-3-6 0,6 7-4 0,1-5-1 15,0 0-6-15,-7-2 5 0,13 1 0 0,-5 0 0 16,0-1-2-16,-8 0-1 0,16 0 1 0,-10-1-1 15,-6 1 1-15,15-3 2 0,-7 2-5 0,-1 0 1 16,-7 1 2-16,11-2-1 0,-11 2 1 0,0 0-5 16,10 1 1-16,-10-1 2 0,7 5-1 0,-5 0 3 15,2 0-3-15,-4-5 3 0,6 11-2 0,-3-2 2 16,1 1-3-16,-3 0-23 0,2 2-29 0,-1-1-45 16,1 2-47-16,2-3-43 0,-1 1-205 0,-2 0-432 0,5-4 191 15</inkml:trace>
  <inkml:trace contextRef="#ctx0" brushRef="#br0" timeOffset="168201.27">30233 4330 8 0,'0'0'214'0,"0"0"-6"16,0 0-5-16,9 5-1 0,-9-5-9 0,2 8-15 15,-2-8-13-15,0 13-10 0,0-13-11 0,-1 13-16 16,1-4-8-16,0-9-14 0,-1 13-8 0,-1-9-10 16,2-4-4-16,-1 9-5 0,1-9 4 0,0 0 6 15,0 0 8-15,0 0 9 0,0 0 1 0,0 0 0 16,0 0-22-16,0 0 1 0,0 0-1 0,0 0-8 16,0 0-5-16,0 0-2 0,8-25-14 0,-4 17-7 15,-1-2-2-15,5 0-6 0,0-1-8 0,2-2 0 16,3 1-4-16,1-1-3 0,0 0 1 0,-3 2-8 15,4 2-1-15,-4 3-6 0,-1-1-1 0,-1 1-4 16,2 2 1-16,-4 2-9 0,1 1 6 0,-8 1-3 16,15 1-4-16,-10 2 2 0,1 3-1 0,0 1-12 15,-2-1 8-15,-1 6 7 0,2-2-29 0,-2 3-39 16,-1 0-35-16,1-2-40 0,0 5-48 0,-2-4-67 16,1 6-254-16,2-7-553 0,1-1 244 0</inkml:trace>
  <inkml:trace contextRef="#ctx0" brushRef="#br0" timeOffset="168629.91">30867 4321 100 0,'-2'-8'265'0,"2"0"-6"16,0 8 1-16,-2-13-11 0,0 6-23 15,-1 2-21-15,3 5-20 0,-11-8-17 0,4 4-19 16,7 4-12-16,-18 1-11 0,4 3-9 0,-2 1-15 0,-1 0-5 15,0 3-6-15,2 0-9 0,-2 2-11 0,8-2-4 16,-1-1-8-16,3 4-4 0,0-3-7 0,-2 2-2 16,6 0-4-16,3 1 5 0,0-11-10 15,2 15-4-15,1-6 6 0,4-5-12 0,-1 0-3 16,3 2-3-16,1-4-2 0,4-2-1 0,-5 1-3 16,-1-1 2-16,3-1-4 0,1-3 1 0,-1-1-4 15,0-2 3-15,0-6-1 0,1 1-5 0,-2-2-2 16,-1-5 3-16,-3 2 0 0,4-8-1 0,-2-1-6 15,-1-2-1-15,-2 1 1 0,1-2 4 0,-1-2 6 16,-1 2-1-16,-1-1-1 0,-1 0 4 0,-2 2 5 16,1 9 22-16,1 3 20 0,-1 6 7 0,-1 0-1 15,1 4-9-15,-1 6 3 0,0-13-21 0,0 13-11 16,0 0 0-16,0 0-11 0,0 0 6 0,0 0 2 16,-6 39-8-16,6-11 0 0,-1 2-5 0,-2 2 3 15,2 1 4-15,2 1-8 0,2 0-2 0,0-2 1 16,3 1-27-16,1-1-41 0,-2 0-50 0,2 2-53 15,-1-6-74-15,2 0-79 0,-6-3-253 0,1-9-612 16,-7 0 271-16</inkml:trace>
  <inkml:trace contextRef="#ctx0" brushRef="#br0" timeOffset="169697.79">6005 5960 120 0,'-4'-6'248'0,"4"6"-18"0,-3-11-28 15,3 11-19-15,-2-6-20 0,2 6-20 0,0 0-17 16,0 0-15-16,0 0-7 0,0 0-4 0,0 0-3 16,-5 36-5-16,2-9-1 0,-1 2-4 0,6 3-5 15,-4-1-7-15,2 1-7 0,-1-2-6 0,2-1-5 16,1-1-1-16,-4-5-7 0,2-3-5 0,2-4-2 16,-2 0-4-16,0-5-4 0,1-2-2 0,-2 3-1 15,2-3-2-15,-1-2-1 0,0-7 0 0,0 0 5 16,-1 11 4-16,1-11 11 0,1 8 3 0,-1-8 11 15,0 0-1-15,0 0-7 0,0 0-2 0,0 0 0 16,0 0-12-16,0 0-1 0,0 0-2 0,1-31-3 16,3 20-6-16,0 0 5 0,4-6-9 0,1 1-7 15,2-1-2-15,10-4-9 0,1 5 3 0,7-1 0 16,0 3-1-16,2 2-5 0,1 6-2 0,-2 3-5 16,0 5 4-16,-10 1-5 0,1 1-1 0,-2 4 0 15,-3 2 2-15,0 4-1 0,-5-3 2 0,1 5-5 16,-5-2 5-16,-2 3-1 0,-1 0 0 0,-4 2 0 15,-1-4 5-15,-4-1-6 0,-2 2 4 0,-1-2-2 0,-3-2 1 16,1-4 2-16,-1 1 4 0,-3 0-4 16,-6 0 1-16,2-5-3 0,-1 3-8 0,-1-4-6 15,1 0-13-15,1-1-14 0,0 0-20 0,-1-2-31 16,1-2-35-16,6-1-47 0,1 1-41 0,-1-1-46 16,3-1-154-16,2-3-452 0,2 4 200 0</inkml:trace>
  <inkml:trace contextRef="#ctx0" brushRef="#br0" timeOffset="170567.79">6653 6142 90 0,'0'-5'226'16,"0"5"-16"-16,-4-14-2 0,1 9-6 0,-3 0-7 15,6 5-16-15,-14-5-16 0,5 5-11 0,-1 0-11 16,-2 2-13-16,1 4-13 0,-4 1-1 0,3 5-17 0,-2 0-6 15,4 2-3-15,-2 0-13 0,1 0-5 0,2 2-7 16,4-4-4-16,-1 3-7 0,1 0-3 16,4-3-6-16,1 1-4 0,4 1-5 0,0-3 0 15,2-2-3-15,1 3-4 0,3-5-8 0,-1 0-3 16,-2-2-5-16,4 0-7 0,-4-2-5 0,3-2-3 0,-2 0 0 16,4-2 9-16,-2-1-11 0,0-1-5 15,-2-2-3-15,-1-2 2 0,1-2-1 0,0 0 4 16,-2-1-2-16,-1-2-3 0,0 1 5 0,-1 0-1 0,-5-6 2 15,2 1 0-15,1 4 3 0,-2 0 11 16,0-2-3-16,-3 5 4 0,2 1-2 0,1 8 6 0,-2-12 0 16,0 4-3-16,2 8-2 0,0 0-4 0,-3-8-1 15,3 8-5-15,0 0 5 0,0 0-4 0,0 0 4 16,-2 24-1-16,2-12 4 0,0 2 0 0,1 0-1 16,-1 3-1-16,0-4 5 0,5 2-3 0,-2 2 2 15,1-5-3-15,-1-1 3 0,4 0-1 0,0-3 0 16,1 0 4-16,0 0-1 0,1-3-2 0,2-1 3 15,-1-1-3-15,3-1-4 0,1-2-10 0,0-4-4 16,0 0-2-16,2-2-3 0,0-2-3 0,-2 0 4 16,-1 0-1-16,-4 0 2 0,-1-3 4 0,-3 1-1 15,2-5-1-15,-3 5 4 0,-2-6-1 0,0-1 3 16,-1 0 2-16,-1 2-3 0,-1 1-1 16,4-1 3-16,-3-1-1 0,0 4 6 0,-2 2 3 15,2 1 4-15,0 9-1 0,-1-14 1 0,1 14-7 0,-1-9-3 16,1 9-4-16,0 0 3 0,0 0-2 0,0 0 2 15,0 0 3-15,1 36 5 0,-1-16 4 0,1 6 2 16,1 1 1-16,0-1 2 0,0 3 5 0,0-3-8 16,-2-1 3-16,3-6-2 0,-1-1 0 0,3-2 3 15,-3-3 1-15,-1-2-1 0,1-1-2 0,0-5 4 16,-1 1 6-16,0 1 12 0,-1-7 14 0,2 8 13 16,-2-8 18-16,1 7 7 0,-1-7 9 0,0 0-2 15,0 0-7-15,0 0-13 0,0 0-4 0,0 0-4 16,-12 1-6-16,12-1-4 0,0 0-8 0,0 0 7 15,0 0-15-15,-7-13-10 0,7 13 2 0,0 0-19 16,6-19-12-16,3 11-8 0,3-6-14 0,4 2-8 16,3-6-8-16,6 2-2 0,-2 1-3 0,1-3-4 15,-1 3-2-15,1 1 2 0,2-2 0 0,-5-1 4 16,0 2 1-16,-4 2 7 0,-2 0 0 0,-2 2 8 16,-3-2 1-16,0 4 2 0,-2 3 2 0,-4-2 7 15,-1 2 7-15,0-1 9 0,0 2-1 0,-3 5-6 16,0 0 1-16,0 0 0 0,-7-10-3 0,7 10 3 15,0 0 1-15,-24 10 2 0,10-1 3 0,0 3 0 16,-2 0-2-16,1 3 2 0,2 1 0 0,3-1 3 16,-1 2-2-16,3-1-2 0,1 1 5 0,2-1-10 15,3 0-29-15,2 1-28 0,5-1-46 0,1 2-43 16,5-4-48-16,3-2-53 0,0 0-174 0,4-3-464 16,8 1 206-16</inkml:trace>
  <inkml:trace contextRef="#ctx0" brushRef="#br0" timeOffset="172049.44">7903 6049 67 0,'-10'-4'216'15,"-1"2"-7"-15,-7 3-10 0,0 1-4 0,1 3-6 16,-1 7-5-16,-9 3-3 0,0 4-15 0,0 2-8 15,4 2-12-15,4-3-12 0,0 1-15 0,8-6-13 16,1 1-2-16,7 2-15 0,0-3-7 0,3 0-9 16,4 1-5-16,1-2-8 0,5 0-4 0,0-1 0 15,7-2-8-15,1 0-8 0,9-1-18 0,0-1-17 16,-2-2-16-16,-4-5-14 0,7 3-4 0,0-3-9 0,0-2-14 16,-6-1-10-16,-2 0-4 0,-1-2 1 15,2-3 9-15,-8 5 5 0,4-7 3 0,-2 0 3 16,-4 2 8-16,-2-3 6 0,1 1 3 0,0-6-5 15,-1 0 11-15,-2-3 5 0,-1 2 8 0,0-1 16 16,1-1 2-16,-5 0 6 0,2-1 1 0,-1 0 9 16,-2 3 15-16,0 3 14 0,-1 1 1 0,2 0 2 15,-2 3 4-15,0-2-4 0,0 10-3 0,0-11-4 16,0 11-11-16,0 0-9 0,0 0-3 0,0 0-2 16,0 0-1-16,0 0-2 0,-7 29 2 0,3-12 0 15,3 1-9-15,-2-1 3 0,3 1-1 0,0 0 3 0,2-1 0 16,0-1 1-16,2-1 0 0,3 1-4 15,0-4 1-15,2-2 2 0,0 1-2 0,-1-3-1 16,2-1-2-16,0 1 1 0,1-2-5 0,1-3 3 16,-1 1-1-16,-1-1-5 0,1-1-2 0,-1-3-2 0,-2 0 2 15,-8 1 0-15,17-6-4 0,-12 3 3 0,4-3-1 16,-5 2 1-16,1-5 1 0,-3 4-3 16,1-5-1-16,1-1 2 0,-2-2-2 0,2 1 0 0,-1 1-3 15,-3-2-1-15,1-3 2 0,0-1 4 0,1 6 1 16,-2 0-6-16,0-1 4 0,1 4 0 0,-1 1 1 15,0 7-4-15,0-12 0 0,0 12 0 0,-3-10-6 16,3 10-3-16,0 0-1 0,0 0 1 16,0 0 0-16,0 0 5 0,0 0-2 0,0 0 9 15,2 31-4-15,-2-17 6 0,0 1-3 0,0 1-3 0,1 0 3 16,0-4 4-16,0 5-1 0,1-7 6 0,1 1 5 16,1-2 3-16,-1 0 2 0,3 3 1 0,1-5 2 15,-2 0-5-15,2 1-1 0,1-4 2 16,-2-1-2-16,3 3 0 0,3-5-6 0,-1 0 8 0,3-2-9 15,-1 0 1-15,0-2-2 0,1-1-4 0,-2 0-2 16,2-3-4-16,-4 0-7 0,1 0 0 0,-1-1-1 16,2-4-10-16,-4 0-15 0,1 4 5 0,-2-3 0 15,0-5 3-15,-3 0-5 0,-1 1 2 0,1-3-3 16,-1 1 4-16,-2-1-4 0,-5 2-2 0,2 0 5 16,-5 2 1-16,2 3 2 0,-1 0 5 0,-2 1-1 15,-2 0 6-15,0 3 6 0,-4 2 1 0,3-1 1 16,0 3 2-16,-2 2-4 0,4 2 7 0,-4 1-2 15,1-2 2-15,3 1-3 0,0 2 2 16,0 0-2-16,2-1 1 0,7-2-2 0,-6 5 5 0,6-5 2 16,0 0 0-16,0 0 2 0,12 12-1 0,0-9 1 15,5 0 4-15,5-1-1 0,4 0 1 0,4-4-2 16,0-2-2-16,-1 2 1 0,-10 0-1 0,0 0 1 16,-2-2 2-16,-3 4 5 0,-3 0-7 0,-1-1-2 15,-2 1 3-15,-8 0-2 0,13 3 1 0,-13-3-2 16,9 2 10-16,-6 3 4 0,3 0-1 0,-4 3 6 15,2 1 5-15,-1 1-4 0,-1 3 5 0,0-1-3 16,-1-1-1-16,-1 5 1 0,1-4 0 0,0 1-4 16,2-2-2-16,-1 0-3 0,0 0 5 0,0 1-2 15,2-3 0-15,0 3-3 0,0-5 7 0,2 3-2 16,1-3-4-16,3-1-1 0,0 0 1 0,-1 1 3 16,1-4 2-16,-1 2-11 0,-1-3 5 0,-2-1-1 15,3 2-1-15,-9-3 0 0,13 0-5 0,-13 0 0 16,14-4 4-16,-5-1-9 0,-5 1-10 0,1-5-9 15,-1 0-5-15,-2 0 3 0,2-1-7 0,-3 0-1 16,2-3-2-16,-3 0 3 0,-1-3-1 0,-2 0 1 16,2-1 0-16,-3 2 3 0,0-2 6 0,2 5-1 15,-2 0 0-15,0 0 1 0,3 2 7 0,-3 1-4 16,2 4 4-16,2 5-3 0,-2-12 5 0,2 12-3 16,-1-7 1-16,1 7 0 0,0 0 3 0,0-8-5 15,0 8 2-15,0 0 3 0,11-3 1 0,-11 3-2 16,14 3 5-16,-4-1-2 0,1 1 0 0,-2 1-1 15,-1-1 1-15,3 1-2 0,-3 2 1 0,2 1-2 16,-1-1 0-16,-3 2 2 0,2 0 2 0,-2 2 0 16,-1 0-4-16,0 0 2 0,-2 0 1 0,-1 1 0 15,1 0-1-15,0-1 2 0,-3 3 5 0,1-2-3 16,1 0 5-16,0-1-5 0,0 0-3 0,1-1 2 0,-1 1 4 16,3-3 0-16,-2 0 1 0,1-2 1 15,1 0-2-15,0 0 5 0,4 1-1 0,1-3 0 16,2 0 2-16,-1-1-4 0,-1-1 5 0,3-1-4 15,-1 2 2-15,-1-4-3 0,1 1 1 0,-1-3-2 16,0 3 1-16,-3-2 3 0,3-2-2 0,-1-1 5 16,-1-1 0-16,-4-1-1 0,1-1 3 0,-2-1-1 15,3-1-3-15,-5-1 0 0,2 0-1 0,0-6 2 16,-3 1-4-16,-2-1 0 0,-2 1 3 0,3 5-6 16,-1-4 3-16,-2 5-2 0,0 0-1 0,-1 2-2 0,1 2 4 15,-1 1-2-15,4 6-4 0,-4-6 1 16,4 6 1-16,-12 0-6 0,12 0 1 0,-16 12 3 15,4 1 6-15,3 2-1 0,-2-1-2 0,1 3 4 16,3-1-2-16,-1 1 0 0,3-2 3 0,0 2-17 0,1-5-32 16,0 4-42-16,4-1-39 0,0-1-30 0,5 0-15 15,3-6-50-15,1 3-214 0,8-3-467 0,2-2 207 16</inkml:trace>
  <inkml:trace contextRef="#ctx0" brushRef="#br0" timeOffset="172431.91">9342 6164 233 0,'0'0'222'0,"0"0"-19"0,0 0-13 16,0 0-4-16,0 0 2 0,0 0-3 0,0 0 0 0,12 17-4 16,-8-9-11-16,1 2-13 0,-2 2-14 0,0 0-2 15,-1-1-11-15,1 0-14 0,-2-1-8 16,0-1-5-16,-1-1-16 0,3-1-8 0,-3-7-9 15,0 10-6-15,0-10-1 0,1 10-2 0,-1-10-1 16,0 0 15-16,0 0-5 0,0 0-3 0,0 0-1 0,0 0-16 16,0 0 6-16,0 0 5 0,0 0-12 0,0 0-2 15,0-32 1-15,1 22-5 0,3-1-6 16,0-1 6-16,2-4-12 0,3 2-11 0,0-3 4 16,5-3-6-16,-1 4 4 0,1 2-8 0,0 0-5 0,2 1 1 15,-2 3 0-15,2 1-4 0,-4 3-9 0,-2 3 4 16,1 0-2-16,-4 3-5 0,-7 0 0 0,19 3 4 15,-11 4 2-15,-1 3-5 0,1 1 1 0,0 3 1 16,-3-1-2-16,1 2 2 0,2 2 5 0,-2-1-24 16,-1 1-32-16,2-1-35 0,-1 2-35 0,-1-3-40 15,2 1-55-15,-2-4-46 0,-1-2-52 0,-2 0-169 16,2-3-526-16,-4-7 233 0</inkml:trace>
  <inkml:trace contextRef="#ctx0" brushRef="#br0" timeOffset="172736.17">9873 5857 172 0,'5'-10'286'16,"-3"3"-9"-16,-1 1-18 0,-1 6-29 0,0-9-22 15,0 9-24-15,0 0-4 0,0 0-1 0,0 0 9 16,5 32 5-16,-4-13-13 0,-1 9-4 15,-1-1-8-15,1 3-12 0,-2 2 10 0,2 0-8 0,-4-2 1 16,1-3-18-16,3 0-8 0,-1-2-18 0,0-5 0 16,2-1-3-16,-2-1-11 0,2-2-9 0,0 0-13 15,0-5-3-15,1 1-10 0,0-1-2 0,2 2-6 16,0-5-15-16,1 2 10 0,-1-5-8 0,3 3-15 16,1-3-24-16,1 0-45 0,1 2-23 0,1-6-41 15,-1-1-39-15,0 1-45 0,0 0-48 0,-10-1-56 16,21-3-33-16,-11-1-254 0,-10 4-626 0,10-9 277 15</inkml:trace>
  <inkml:trace contextRef="#ctx0" brushRef="#br0" timeOffset="172895.94">9758 6046 1762 0,'-12'-3'127'0,"1"1"-44"0,2-2-32 0,4 3-19 15,5 1-14-15,-12-4 0 0,12 4 5 0,-6-4 2 16,6 4 7-16,0 0 14 0,0 0-1 0,23-3-3 15,-3 2-1-15,10-2-4 0,7-1-6 0,16-2-42 16,-1 1-67-16,2-2-86 0,-4-3-196 16,-12 5-390-16,-4-2 172 0</inkml:trace>
  <inkml:trace contextRef="#ctx0" brushRef="#br0" timeOffset="173052.28">10367 6045 4045 0,'1'10'143'0,"1"-1"-108"16,-2-3-35-16,2 1-14 0,-2-7 3 0,2 8 15 15,-2-8 52-15,0 0 17 0,2 6-12 0,-2-6 0 16,0 0-8-16,2 8-7 0,-2-8-5 0,0 0-44 16,0 0-60-16,0 0-66 0,0 0-108 0,7 1-135 15,-7-1-260-15,0 0-684 0,0 0 303 0</inkml:trace>
  <inkml:trace contextRef="#ctx0" brushRef="#br0" timeOffset="205688.81">29163 3241 73 0,'5'-4'93'0,"-5"4"-5"15,0 0 3-15,3-7-3 0,-3 7-6 16,0 0 3-16,0 0-11 0,0 0 1 0,0 0-5 16,0 0-2-16,0 0 4 0,0 0-4 0,0 0 7 0,0 0-9 15,0 0-3-15,0 0 6 0,0 0 2 0,0 0-4 16,0 0 4-16,0 0 2 0,0 0-5 0,0 0-1 15,-8-10-9-15,8 10-7 0,0 0-2 0,0 0 1 16,0 0-3-16,0 0 2 0,0-11-3 16,0 11-3-16,0 0-1 0,0-9-1 0,0 9-2 15,-3-8 0-15,3 8 8 0,-2-9-7 0,2 9-2 16,-1-10 4-16,1 10 2 0,-3-9 3 0,3 9-3 0,-3-5 4 16,3 5-9-16,0 0 2 0,-2-13-8 0,2 13 6 15,-1-6-4-15,1 6 0 0,0 0-3 16,0 0-1-16,-4-6-6 0,4 6-8 0,0 0-3 15,0 0-2-15,0 0-2 0,0 0-7 0,0 0 0 16,0 0-3-16,0 0 6 0,0 0-1 0,0 0-6 16,-8 19-1-16,7-10 5 0,0 2-3 0,-3 1-1 0,2 0-2 15,0 5 4-15,1-1-3 0,-1 1 1 0,0 0 5 16,-1 1-3-16,1-2-6 0,1 0 8 0,1 2-2 16,-2-3 1-16,1 3 0 0,0-6-2 15,-1 3 2-15,0-3 0 0,3-1-2 0,-2 1-3 16,1-2 9-16,0 0-4 0,-4 0-1 0,3-1 1 15,1-1 0-15,-2-1 5 0,2-7-7 0,2 12 4 16,-2-7-4-16,0-5 4 0,0 13-6 0,1-9-7 16,-1-4-14-16,1 10-18 0,-1-10-27 0,0 8-32 15,0-8-17-15,0 0-30 0,-1 9-27 0,1-9-32 16,0 0-152-16,0 0-388 0,-7 5 173 0</inkml:trace>
  <inkml:trace contextRef="#ctx0" brushRef="#br0" timeOffset="206325.91">29484 3156 37 0,'6'-7'159'0,"-6"7"5"0,4-8 2 0,-2 4-7 16,-2 4-14-16,4-9-4 0,0 4-10 0,-4 5-18 15,7-6-8-15,-7 6-9 0,10-7-9 0,-6 4-5 16,2 0-9-16,-1 0-11 0,3 1-4 0,-8 2-9 16,16 2-4-16,-9 1-5 0,1-1-3 15,-3 3-5-15,3 4-2 0,0 1-3 0,-1-1 10 16,-2 1-13-16,0 1 2 0,0 7-5 0,-4-1 2 0,-1-2 1 15,-2 0-5-15,0 2-1 0,-3-2-1 0,0-2 8 16,-1 1-9-16,-2 0-4 0,2-5 5 16,-4 1-3-16,1-2-3 0,0 0 3 0,-3 1-7 15,3-2 3-15,0-3 0 0,0 3 3 0,0-4-2 16,0 2-2-16,3-3-3 0,-2 0 10 0,2 0 5 16,6-2 0-16,-10 1 3 0,10-1 2 0,-11 0-2 15,11 0 6-15,0 0-4 0,-11 0-1 0,11 0 1 16,0 0-4-16,0 0-2 0,0 0-2 0,0 0-8 0,0 0 2 15,0 0-3-15,0 0 1 0,0 0-5 16,0 0 4-16,0 0-2 0,0 0-1 0,0 0-2 16,16 13 4-16,-5-6-3 0,-2-3 0 0,1 0-1 15,1 2-4-15,0-1-8 0,3-2-22 0,-3 3-24 16,6 1-34-16,0-2-30 0,0 0-41 0,1 0-37 16,1-1-165-16,-8 0-390 0,1-1 173 0</inkml:trace>
  <inkml:trace contextRef="#ctx0" brushRef="#br0" timeOffset="206629.8">29844 3330 182 0,'0'0'224'0,"0"0"-11"16,0 0-15-16,0 0-10 0,0 0-16 0,0 0-18 0,0 0-10 15,0 0-16-15,0 0-5 0,0 0-11 0,0 0-7 16,0 0-8-16,0 0-6 0,0 0-3 0,1-3-6 16,-1 3-2-16,0 0-11 0,0 0-4 0,3-8-8 15,-3 8-6-15,0 0-5 0,3-6-6 0,-3 6-3 16,0 0-7-16,0-8 0 0,0 8-3 16,0 0-5-16,0 0 0 0,3-7-8 0,-3 7-5 15,0 0-15-15,0 0-11 0,0 0-17 0,0 0-22 16,0 0-25-16,0 0-34 0,0 0-13 0,0 0-16 0,0 0-25 15,0 0-15-15,0 0-144 0,0 0-355 16,0 0 157-16</inkml:trace>
  <inkml:trace contextRef="#ctx0" brushRef="#br0" timeOffset="207013.69">30027 3117 112 0,'0'0'221'16,"0"0"-17"-16,0 0-18 0,1-7-15 0,-1 7-21 15,0 0-14-15,0 0-13 0,0 0-16 0,0 0-5 16,0 0-19-16,0 0-8 0,0 0-12 0,0 0 2 16,0 0-11-16,0 24-3 0,0-24-3 0,1 12-4 15,-1-5-7-15,3 2 0 0,-2-2-6 0,2-1-6 16,0 4 5-16,0-3-3 0,2 2-4 0,0 1-3 15,2-2 1-15,-1 2-1 0,-1-2-6 0,3 1 3 16,-2-2-4-16,1 2 1 0,-1-1 3 0,2 1-7 16,-2-1-1-16,2 0 7 0,-2 2-7 0,2-2-2 15,1 2-1-15,-1-1-1 0,-2 0 0 0,2-1-1 16,-3-1 0-16,-1 2-3 0,-1 0 3 0,0-1 0 16,1 1-5-16,-3-3 3 0,-1 1-3 0,0-7 5 15,-1 12-4-15,-2-7 5 0,3-5-4 0,-7 13 6 16,-4-9-12-16,0 0-12 0,-1 0-24 0,-6-1-14 15,2 1-30-15,-3-2-23 0,1-2-30 0,5-3-33 16,-5 2-133-16,3-3-329 0,1 0 146 0</inkml:trace>
  <inkml:trace contextRef="#ctx0" brushRef="#br0" timeOffset="207181.13">30183 3063 126 0,'16'-6'106'0,"-3"2"-13"15,0 3-41-15,1 1-33 0,-2 0-44 0,2 3-38 16,-5-1-66-16,1 1 29 0</inkml:trace>
  <inkml:trace contextRef="#ctx0" brushRef="#br0" timeOffset="207757.09">30484 3414 292 0,'6'2'273'15,"-6"-2"-28"-15,0 0-16 0,0 0-21 0,9-13-5 16,-9 13-19-16,7-12-16 0,-3 5-12 0,-4 7-2 15,6-14-18-15,-3 4-11 0,2-1-15 0,2 0-11 16,0 1-9-16,1-5-11 0,-3 5-10 0,4-4-7 16,-2 2-9-16,0-3-9 0,-3 3-5 0,3-4-11 15,1 3-1-15,-2 3-1 0,-1-6-5 0,-1 8 1 16,2-3-7-16,-4 5 1 0,1-2-4 0,-1 2-4 16,-2 6 2-16,3-9-8 0,-3 9 1 15,2-7-10-15,-2 7-6 0,0 0 1 0,0 0-1 16,0 0-5-16,0 0 6 0,0 0 7 0,0 0-3 15,-9 29-3-15,7-19 5 0,-2 0-2 0,1 2-2 0,1-2 3 16,-1 2 4-16,2-1-3 0,-2 0 4 0,5-3 1 16,-1 5 1-16,1-4-1 0,1 1 3 0,2 0 0 15,0 0 0-15,2-4 1 0,2 0 6 0,0 1-4 16,1-4-2-16,0 0 4 0,0-1-3 0,2-2 1 16,0 0 0-16,-1-2-1 0,0-1-1 15,2-1-2-15,-1-2 1 0,-5-1-30 0,3 0 3 16,-3-4-2-16,2 2 2 0,0-2-1 0,0-2-1 15,-3-3 0-15,1 0 2 0,-2 0 1 0,-2 5 7 16,0-4-2-16,-1 4 2 0,-2-1 2 0,2 5 3 16,-1-3 0-16,-1 4 3 0,0 6-4 0,0-12-2 15,0 12 1-15,1-7-1 0,-1 7-3 0,0 0 2 16,0 0-2-16,0 0 6 0,0 0-2 0,0 0 4 16,-1 29-2-16,0-19 6 0,-2 2-5 0,3 2 8 15,-1 2-3-15,0-3 6 0,1 2-1 0,-2 3 2 16,4-3-11-16,-1 1-19 0,1-3-33 0,4 2-14 15,-2-4-31-15,2 4-36 0,0-4-33 0,2-2-158 16,0 0-362-16,-5-4 161 0</inkml:trace>
  <inkml:trace contextRef="#ctx0" brushRef="#br0" timeOffset="208223.41">31079 3255 115 0,'0'0'150'0,"0"0"-10"0,2-5-24 0,-2 5-7 16,0 0 0-16,0 0-15 0,0 0 4 0,0 0-8 16,-1 24 1-16,0-14-5 0,-1-3-5 0,1 2-8 15,0 1-6-15,1-3-8 0,-1 1-2 0,1-8-5 16,-2 12-9-16,4-5-1 0,-2-7-2 0,-2 8-4 16,2-8 4-16,-1 8 2 0,1-8 15 15,0 0 17-15,0 0 17 0,0 0 11 0,0 0 7 16,0 0-17-16,0 0-6 0,0 0-12 0,0 0-5 0,0 0-7 15,0 0-6-15,-3-24-7 0,3 15-4 0,-1-4-9 16,1 1-2-16,0-3-4 0,0 1 0 0,0-2-7 16,3-2-8-16,-1 3-3 0,0-3-1 0,-1 0-1 15,3-1-8-15,0 3 6 0,-1 0-1 0,4-1-6 16,-3 4 1-16,-1-3-4 0,0 7 0 0,0 1 2 16,-1 0-1-16,-1 3 2 0,-1 5-7 15,4-9 4-15,-4 9-9 0,3-6 7 0,-3 6-4 16,0 0 2-16,0 0-3 0,0 0 4 0,18 16-3 15,-15-6 2-15,3 3 0 0,-2 3 2 0,-1-4 0 0,1 5 0 16,1 0-2-16,-2 0 7 0,-2-2-1 0,3 4 5 16,-4-3-6-16,2 3 9 0,0-4-7 15,0-3-2-15,1 2 6 0,-3-1-4 0,0-2-1 16,1 1 6-16,0-2-5 0,1 2-7 0,-1-2-36 16,1 0-25-16,-2 1-27 0,2-5-28 0,-1 2-45 15,-1-8-24-15,1 12-28 0,-2-4-122 0,1-8-368 16,-9 8 163-16</inkml:trace>
  <inkml:trace contextRef="#ctx0" brushRef="#br0" timeOffset="208385.58">31051 3257 98 0,'14'-4'128'0,"5"1"-27"0,0 1-6 15,3-1-39-15,6-4-44 0,2 3-36 0,-1 3-54 16,0-3-84-16,2-1 37 0</inkml:trace>
  <inkml:trace contextRef="#ctx0" brushRef="#br0" timeOffset="208515.39">31477 3185 23 0,'0'0'179'16,"0"0"-11"-16,0 0-9 0,7-3-19 0,-7 3-15 0,0 0-22 15,0 0-31-15,0 0-35 0,0 0-44 16,10-4-55-16,-10 4-95 0,0 0-168 0,14-5 74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1T11:09:07.7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2447 8882 233 0,'-4'-15'220'0,"-1"-1"-1"0,4 4-2 0,-2 2-5 16,0 1 7-16,0 1-18 0,0 2-25 0,1 0-11 15,-4-1-4-15,6 7-13 0,-5-11-19 0,3 7-10 16,2 4-16-16,0 0-18 0,-7-5-6 0,7 5-11 16,0 0-4-16,0 0-9 0,-14 17-6 0,4 0-2 15,-3 9-5-15,-2 8-4 0,-6 9-4 0,0 3-3 16,-1 5-2-16,4-1-6 0,0 5 1 0,3 0-4 16,1-2-2-16,2-2-6 0,1 0 4 0,3-4-4 15,3-2 0-15,1-9 5 0,4-2-11 0,2 0 0 16,0-1-3-16,3-2 5 0,-1 1 5 0,1-3 5 15,4-1-5-15,0-5 1 0,1 0 3 0,2-5-3 16,-3-4-4-16,2 1 4 0,-1-6-2 0,2 2-5 16,-2-3 5-16,2-3-7 0,-2 1 3 0,10-3 3 15,-3-5-2-15,5-1-2 0,-2-4 2 0,10-8 0 16,-2-3-2-16,-1-6-1 0,11-12 0 0,-5-1 3 16,-1-5-7-16,-5-2 4 0,2-3-4 0,-1-1 0 15,-6-4 4-15,1 3-4 0,-4-2 0 0,-2 1 2 16,-2-2 0-16,-3 1-2 0,-3 2-1 0,1-1 8 15,-6 3-9-15,-2 11 0 0,0 1-2 0,-5-12 2 16,-1 16-1-16,-3 1 2 0,-1 2-1 0,-1 2-1 16,-1 1-1-16,1 8-3 0,-4-1 4 0,0 4-2 15,2-2-1-15,-2 7 0 0,-2 2-3 0,0-1 1 16,-2 5 2-16,-4 2-7 0,1 5 2 0,-8 4-3 16,-3 5 1-16,0 5-2 0,2 4 0 0,-10 6 3 15,9-3 3-15,3 0-2 0,-6 9 3 0,10-8-1 16,1 0 0-16,7 1-1 0,2-1 4 0,4-2-3 15,3 0 0-15,2 1 3 0,5-7-1 0,0 10-1 16,6-3 4-16,-1-1-3 0,8-1 0 0,3-2-4 16,2 3 0-16,-1-1 0 0,5-3 7 0,-1 2-12 15,-2 2 3-15,2-3-1 0,-1 1 1 0,1 1-1 16,-1 0 3-16,-1 1-1 0,-1 1 2 0,-2 0 2 16,2 1 3-16,-5 1-4 0,1-2 11 0,-3 1-8 15,-2 0-2-15,-1 0-1 0,-1 2 5 0,-3-5-4 16,0 3 2-16,1-1-3 0,-2-1-14 0,-3-4-18 15,2-1-19-15,-2 6-18 0,-2-7-23 0,0 7-29 16,1-7-33-16,-2-2-23 0,2 2-25 0,-2-1-166 16,-3 2-406-16,2-4 181 0</inkml:trace>
  <inkml:trace contextRef="#ctx0" brushRef="#br0" timeOffset="183.26">2253 10085 47 0,'-5'2'212'0,"5"-2"-24"0,-8 4-21 16,8-4-7-16,0 0-14 0,-9 3-9 0,9-3-18 15,0 0-10-15,0 0-8 0,0 0-18 0,0 0-9 16,23 2-37-16,-3-6-41 0,12-6-49 0,3-4-51 16,12-3-133-16,2 2-256 0,2-2 113 0</inkml:trace>
  <inkml:trace contextRef="#ctx0" brushRef="#br0" timeOffset="337.71">3007 9875 181 0,'0'0'348'0,"9"0"-38"0,-9 0-32 0,0 0-4 15,11-1-20-15,-11 1-13 0,0 0 0 0,0 0-4 16,0 0-19-16,0 0-16 0,0 0-22 0,0 0-13 16,14-3-20-16,-14 3-24 0,0 0-28 0,4-2-37 15,-4 2-54-15,0 0-57 0,0 0-79 16,0 0-82-16,0 0-84 0,0 0-180 0,0 0-516 0,0 0 229 15</inkml:trace>
  <inkml:trace contextRef="#ctx0" brushRef="#br0" timeOffset="3569.31">3946 8848 98 0,'0'0'229'0,"0"0"-15"16,0 0-15-16,0 0-16 0,3-6-18 0,-3 6-16 15,0 0-21-15,0 0-12 0,0 0-16 0,0 0-3 16,0 0 4-16,0 0 1 0,-9 41 2 0,5-18-9 16,-3 3-3-16,-3 5-13 0,-3-1-7 0,-1 3-8 15,4-1-5-15,1 0-5 0,-2-7-9 0,3 2-3 16,2-2-5-16,0-6-2 0,1-1-3 15,0 0-2-15,0-3-3 0,4-3-3 0,-2-1-2 16,1-2-4-16,2 0 1 0,0-2-4 0,0-7 1 0,-3 9 1 16,3-9 1-16,-4 7 2 0,4-7 11 15,0 0 19-15,-1 6 4 0,1-6 1 0,0 0-10 0,0 0-4 16,0 0-10-16,1-32-6 0,1 17 0 0,-2-4-5 16,3-9 0-16,0 0-7 0,1-2-4 0,0-2-2 15,2 0-4-15,-2 0-4 0,1-1-1 0,3-3-2 16,1-9-1-16,-2 11-2 0,1 2 4 0,1 0-3 15,-4-1 0-15,3 5 2 0,-1 1-2 0,0 3 9 16,-3 6-1-16,0 6-2 0,-2 2 6 0,1 2 3 16,-1 3-5-16,-2 5-4 0,4-11-4 0,-4 11-2 15,2-7-2-15,-2 7 2 0,0 0-2 0,0 0-2 16,13 10 5-16,-6-2-4 0,-1 5 7 0,3 5-3 16,3 5 2-16,0 4 0 0,1 0 9 0,-3 1 11 15,3 2 3-15,0 0-4 0,-8-2 9 0,8 1-1 16,-6-3 3-16,1-1-7 0,-3 0-2 0,0-5 2 15,-1-2-2-15,1-2-1 0,-1 0 0 0,-4 2 3 16,4 1-8-16,-3-2 1 0,2-5-1 0,3-1-5 16,-5 2 1-16,3-1-6 0,-1-2-25 0,-1 0-19 15,-2-3-16-15,0-7-20 0,2 12-14 0,-2-8-10 16,0-4-3-16,0 0-9 0,0 0-19 0,0 0-15 16,0 0-42-16,0 0-42 0,0 0-145 0,0 0-408 15,-26-20 181-15</inkml:trace>
  <inkml:trace contextRef="#ctx0" brushRef="#br0" timeOffset="3732.73">3932 9022 47 0,'-11'-5'123'0,"1"2"0"0,1-1-1 0,2 1-7 15,1 1-15-15,6 2-5 0,-9-4-9 0,9 4-7 16,-7-4-10-16,7 4-4 0,0 0-1 0,0 0-7 16,0 0 3-16,0 0-1 0,0 0-5 0,0 0-5 15,33 3-13-15,-5-6-21 0,4 2-20 0,5-5-22 16,16-3-21-16,-3 1-33 0,3-1-36 0,-13 3-73 15,9-6-207-15,-11 5 92 0</inkml:trace>
  <inkml:trace contextRef="#ctx0" brushRef="#br0" timeOffset="4004.83">4853 8639 12 0,'4'-8'268'15,"-3"0"-3"-15,2 4-2 0,-3 4-1 0,3-9-6 16,-1 5-17-16,-2 4-22 0,1-7-14 0,-1 7-32 16,0 0-16-16,0 0-23 0,0 0-14 0,0 0-12 15,0 0 0-15,9 19 1 0,-7 0-3 0,-5 11-2 16,4 2-10-16,-1 2-4 0,0 11-11 0,0-11-9 16,0 0-2-16,0 1-5 0,-1-6-4 0,2 0-14 15,-1-1-3-15,2-2-2 0,-5 0 2 0,4 0-12 16,1-7 2-16,0 0-5 0,-2-1 2 15,3 0-10-15,-2-2-40 0,-1-3-33 0,1-3-35 0,-1-10-37 16,-1 21-33-16,1-10-33 0,0-11-34 0,0 16-39 16,-1-7-190-16,1-9-493 0,-9 11 219 0</inkml:trace>
  <inkml:trace contextRef="#ctx0" brushRef="#br0" timeOffset="4717.39">4714 8992 2345 0,'-4'-11'50'0,"0"3"12"15,2 2-27-15,-1 0-21 0,3 6-6 0,-5-9-2 16,5 9-4-16,-4-10 4 0,4 10-3 0,0 0 1 16,3-9-5-16,-3 9 3 0,13-8-1 0,-3 5-2 15,3-3 4-15,3 0-2 0,1 0-1 0,2 2 2 16,2-3-4-16,5 3 4 0,-4 1 3 0,0 0-7 16,1 1-1-16,-2-1 1 0,-1 0-4 0,0 2 7 15,-1 1-4-15,-3 1 1 0,1 1-1 0,-5-1 1 16,2 4-5-16,-4-1 3 0,2 2 2 0,-2 4-3 15,-1-3 0-15,1 6 3 0,-1 3 2 0,1-3 9 16,-4-1 4-16,0 5 1 0,0 1 7 0,2-2-6 16,-4 0-1-16,0-4 0 0,-2 0 1 0,-1 1-1 15,1-2 2-15,0 0-2 0,-2 0-3 0,0-2 1 16,0 0 0-16,0-2 1 0,0-7 2 0,-1 13-2 16,1-13 5-16,-1 8-1 0,1-8 0 0,-4 6 3 15,4-6 0-15,0 0 2 0,-10-2-4 0,10 2-2 16,0 0-1-16,-12-10-10 0,10 5-2 0,2 5 0 15,-3-12-6-15,2 5-7 0,1 7-14 0,6-22-7 16,-1 11-6-16,3 1-9 0,2-6-3 0,4 1 2 16,0 0-3-16,8-4 1 0,-1 2 5 0,-5 5 2 15,1 0 1-15,1 2 7 0,-2-3 1 0,0 4 0 16,-2-1 5-16,-3 3-1 0,1-2 6 0,-1 3-1 16,-2-1 6-16,-1 2 3 0,-3 0 2 0,0 2 6 15,1 0 7-15,-6 3 14 0,8-7 8 0,-8 7 2 16,4-3 3-16,-4 3-2 0,0 0-1 0,0 0 2 15,0 0 6-15,0 0-6 0,0 0 3 0,-12 16 3 16,5-6 1-16,-2 4 0 0,0 2 3 0,-1 2-5 16,1-2-4-16,1 1-1 0,3-1-5 0,1 0 1 15,-1 0-2-15,4-4-3 0,-1-3-1 0,2 3-2 16,2-3-4-16,-1-3-11 0,0 1-16 0,3-1 0 16,-4-6-6-16,6 8 1 0,-2-6 0 0,-4-2 2 15,9 3 2-15,-9-3 6 0,13-1 5 0,-13 1-4 16,11-6 3-16,-5 1 5 0,-1-1 0 0,1-2-1 15,-1 1 0-15,-1-5 1 0,0 3 3 0,0-2-1 16,0 0-1-16,-2 1 1 0,2-1 0 0,0-2-1 16,-3 8 1-16,1-5 0 0,0 4 2 0,0 0-2 15,-2 6-3-15,0 0-6 0,2-9 1 0,-2 9 5 16,0 0 8-16,0 0 5 0,0 0-1 0,9 21 2 16,-7-10-2-16,1 0-3 0,-2 1-5 0,3 3-26 15,1 2-22-15,-3-1-35 0,2 1-47 0,1 0-39 16,-1 1-39-16,0-1-112 0,1-1-346 0,-1-2 154 15</inkml:trace>
  <inkml:trace contextRef="#ctx0" brushRef="#br0" timeOffset="5757.02">5561 8952 84 0,'2'-6'209'15,"-2"6"-29"-15,0 0-1 0,0 0-1 0,0 0-12 16,0 0-10-16,3 29-7 0,0-17-9 0,-2 4-13 16,2-1-14-16,-2 0-9 0,-1 2-9 0,1-7-7 15,1 1-8-15,-2-3-6 0,0 1-4 0,0-2-6 16,1 1-6-16,-1-8-5 0,1 7 0 0,-1-7 10 16,2 9 10-16,-2-9 12 0,0 0 10 0,0 0 4 15,0 0-10-15,0 0-9 0,0 0-10 0,0 0-7 16,0 0-3-16,0 0 1 0,0 0-16 0,-2-33-16 15,4 21-10-15,1-4-3 0,4-2-10 0,-2-3-8 16,3-2-4-16,2-2-5 0,2 1-1 0,0 0 1 16,-2 9-3-16,3-1 5 0,-3 3-5 0,-5 3 2 15,6 1-4-15,-9 3 2 0,2 1 2 0,0 2 1 0,-4 3 2 16,8-3-4-16,-8 3 1 0,11 10 1 16,-6-2 3-16,2 3 4 0,-2 4-1 0,4 2 6 15,-4 1 3-15,-2 1 1 0,3-2 2 0,-3 2-2 16,3 0 1-16,-4-5 3 0,2-2-7 0,0 1 3 15,-2-2-3-15,1 0-1 0,1-5 3 0,1 5 0 0,-1-4 3 16,1-1 0-16,-5-6-1 0,12 8-1 16,-12-8-3-16,13 2 0 0,1 0-10 0,-2-6 2 15,0-1-10-15,4-2-1 0,-4 1 3 0,0 0-3 16,-1-4-10-16,-1-1-5 0,1-1 0 0,-4 0-3 0,0-3-4 16,1 1 0-16,-2-2 5 0,1-1 0 15,-3 3 0-15,-2-1 4 0,1 2 5 0,-2 1 4 16,2 2 9-16,-2 0 9 0,-1 10 0 0,2-11-1 15,-2 11-3-15,2-7-3 0,-2 7 3 0,0 0 4 16,0 0 10-16,0 0 7 0,0 0 2 0,5 29 3 16,-5-17 4-16,0 4-1 0,-3-1 1 0,3 2 1 0,3 0-3 15,-3 4 3-15,1-2 0 0,-1-2-6 16,3 0-1-16,-3 0 3 0,0-5-7 0,0 0 6 16,0-2-7-16,0-3-1 0,1 0 2 0,-1-7 3 15,-1 9-5-15,1-9-1 0,0 0 2 0,0 9 1 0,0-9-5 16,0 0 1-16,0 0-4 0,0 0 2 0,14-6-4 15,-8 0-1-15,4-2-3 0,3-4-2 16,2 0-7-16,-1 0-4 0,2 0 0 0,-2-1-5 16,5-6 0-16,-1 1 2 0,-4 4-3 0,0-2 2 15,0 2 1-15,-2 1 3 0,0-1 2 0,0 1 2 0,-4 2 2 16,-3 2-1-16,1 0 2 0,2-1 3 0,-5 5 6 16,0-1 4-16,0 0 7 0,-3 6 2 15,6-8 0-15,-6 8 1 0,3-6-3 0,-3 6 1 0,0 0-4 16,0 0 3-16,0 0-1 0,0 0 6 15,0 0-2-15,0 0 4 0,0 26-1 0,-2-18-2 0,2 1 3 16,2 1-3-16,-4-1-3 0,4 1 0 0,-2-1-3 16,2-1 3-16,0 1-3 0,3 1 2 15,0-3-4-15,1 1 1 0,0-2 2 0,3-1 3 16,3-2-6-16,-1 1 1 0,1-3 1 0,2 0 0 16,-1 0-1-16,3-2-1 0,2-2 4 0,0-1-6 0,-1-1-2 15,-4 1 1-15,-3-1-2 0,2 0-1 0,-3-1 5 16,1-3-1-16,-3 2-4 0,-1-2 0 0,1-1-8 15,-2 2 3-15,-1-1 3 0,0-3 1 16,1 3-2-16,-3-1-3 0,1 1 1 0,-2 2-1 0,2 1-2 16,-3 6 2-16,2-6-5 0,-2 6-3 0,0 0-1 15,2-10 1-15,-2 10-1 0,0 0 2 0,0 0 4 16,0 0 9-16,0 0 5 0,5 28 5 0,-7-18-3 16,2 2 3-16,-1 7-1 0,-1-4 1 15,-2 2 0-15,2 0-2 0,1-1-6 0,0 1 0 0,-2 1-6 16,1-2-19-16,-3 0-19 0,5-5-24 0,-2 1-26 15,0-1-34-15,1 1-44 0,1-12-37 0,-3 17-43 16,-1-8-174-16,4-9-456 0,-9 10 203 0</inkml:trace>
  <inkml:trace contextRef="#ctx0" brushRef="#br0" timeOffset="6153.68">6648 8685 202 0,'0'0'282'0,"1"-8"-6"0,-1 8 5 0,0 0-17 15,5-10-15-15,-5 10-18 0,0 0-22 16,0 0-26-16,0 0-18 0,0 0-17 0,0 0 0 16,0 0-4-16,0 0-9 0,9 37 5 0,-6-10-13 0,0 0 0 15,0 2-21-15,-2-3-12 0,0 2-9 0,-1 0-5 16,0-3-6-16,-1 1-4 0,1-7-8 0,0 2-4 15,-2-3-11-15,2 1-6 0,0 1-2 0,1-2-16 16,-4-3-39-16,1-4-35 0,2 2-39 16,-3 3-39-16,1-5-37 0,2-11-40 0,0 19-47 0,0-19-40 15,-5 11-188-15,5-11-522 0,0 0 231 0</inkml:trace>
  <inkml:trace contextRef="#ctx0" brushRef="#br0" timeOffset="6504.59">6603 8890 95 0,'0'0'176'0,"0"0"-17"16,6-7-20-16,-6 7-9 0,0 0-13 0,13-2-11 15,-13 2-9-15,22 1-5 0,-22-1-12 0,18 1-6 16,-6 0-10-16,0 0-3 0,1 1-10 0,-3 3-4 16,0-1-6-16,3 3-2 0,-4-2-7 0,0 2 6 15,0 0-3-15,0 3 7 0,-2-1 5 0,0 0 5 16,1 2-6-16,-1-1 1 0,0 0 2 0,0-1-9 15,-2-2-4-15,3 1-2 0,-2 0-3 16,0-3-5-16,0 0 0 0,0-2-2 0,2 2-2 0,-2-1-2 16,-6-4-1-16,15 1 2 0,-8-1 6 0,3-1 3 15,-2-1 6-15,0-2 6 0,1 1 9 16,-3-1 10-16,-1-3-6 0,2-1-2 0,-2 0-3 0,0-1-4 16,-2-1 0-16,-1 1 6 0,-1-2-4 15,-2 0-3-15,-2-1-4 0,-2 0-5 0,3 0-5 0,-5 2-19 16,1-2-15-16,1 2-13 0,-2 1-18 0,-3 0-22 15,1 4-15-15,0 0-34 0,-1 2-46 0,10 3-34 16,-21 0-38-16,10 5-140 0,1 1-392 16,1 1 174-16</inkml:trace>
  <inkml:trace contextRef="#ctx0" brushRef="#br0" timeOffset="6900.42">6938 9137 17 0,'5'-5'230'0,"1"1"-7"0,1-5 2 16,0 0-8-16,1 2-12 0,2-3-5 0,-2-1-14 16,1-2-17-16,2-2-16 0,0 1-5 0,-4 0-10 15,2 1-11-15,0-3-10 0,-1 0-12 0,0-1-12 16,2 0-7-16,-4-1-9 0,-1 2-5 0,3-1-10 16,-4 2-4-16,0 3-7 0,-2 1-3 15,-1 1-4-15,-1-1-4 0,0 2-5 0,0 9 12 0,0-13-7 16,0 13 5-16,-1-8-5 0,1 8-5 0,-2-7-1 15,2 7-12-15,-4-7 1 0,4 7-7 0,0 0-1 16,0 0-7-16,-3-7-12 0,3 7-5 0,0 0-6 16,0 0-1-16,0 0-7 0,0 0-8 0,0 0-8 15,0 0 1-15,23 7 0 0,-13-5 6 0,3-1-1 16,0 0 3-16,6 3 4 0,-2-2 3 0,-5-2 3 16,1 0 1-16,0 3-1 0,-3-2 3 0,3 2-1 15,-5 0 5-15,-1 2 0 0,-1 1 1 0,0 1 13 16,-1 4 9-16,3-2 5 0,-3 7 2 15,-3-1 2-15,1 2 0 0,-3 0 0 0,0 3-3 0,1-2-10 16,-2-1-25-16,0 2-27 0,1-2-27 0,-2 2-47 16,5 0-59-16,-1-3-53 0,0 4-171 15,2-5-436-15,2 2 193 0</inkml:trace>
  <inkml:trace contextRef="#ctx0" brushRef="#br0" timeOffset="7400.98">7832 9052 235 0,'9'-9'276'0,"-1"-1"-7"16,1-4-10-16,1 1-9 0,0-1-18 0,1 0-12 15,-2 1-3-15,1-1-15 0,-1 0-15 0,0-1-14 16,2 2-13-16,-1 0-10 0,2-2-13 0,-2 1-14 16,0-4-16-16,1 2-7 0,1 1-7 0,-4-2-8 15,1 3-5-15,-4 1-13 0,0 3-3 0,-1 0-9 16,-1 5-8-16,-1-3-3 0,1 3-5 15,-3 5-5-15,2-8-11 0,-2 8 4 0,2-6-4 0,-2 6 2 16,0 0 1-16,0 0 9 0,0 0-5 0,-6 21 5 16,3-9 8-16,-3 4-9 0,3-3-8 15,-2-1-1-15,2 2-8 0,1-4 0 0,0 1 5 0,2 1-1 16,0-2-11-16,0 0-4 0,3-4 4 0,-1 0 0 16,5 2-5-16,-2-4-5 0,1 1-3 0,3-1 1 15,2-3-11-15,2-1 14 0,-1 0 1 0,1-3-14 16,-2 0 1-16,2 2-8 0,0-5 8 0,-3-1-9 15,1-1-7-15,-2 2 10 0,2-4-3 0,-3 0 0 16,3-4 4-16,-5 4 3 0,-1 0-5 0,5-6 0 16,-4 5-1-16,-3 0 2 0,0-1 2 0,1 4 5 15,-4 8-7-15,2-13 4 0,0 8-4 0,-2 5 1 16,1-8-1-16,-1 8 1 0,0 0 2 0,0 0 8 16,0 0 11-16,0 0 5 0,-3 34 13 0,0-16-8 15,-1 0-2-15,-1 6 6 0,-2-4 0 0,0-1 1 16,0 0-9-16,2-3 3 0,3 4-5 0,-4-4 0 15,2 2 0-15,3-1-4 0,-1-3 4 0,-2 2 0 16,3-4-5-16,-1-1 13 0,1-2-47 0,-1 3-33 16,2-12-42-16,-4 16-49 0,4-16-57 0,-3 9-41 15,3-9-56-15,-8 6-202 0,8-6-552 0,0 0 244 16</inkml:trace>
  <inkml:trace contextRef="#ctx0" brushRef="#br0" timeOffset="7578.38">8025 8509 2672 0,'0'0'109'0,"-5"-6"-38"0,5 6-41 16,0 0-11-16,-3-7-34 0,3 7-16 0,0 0-6 16,0 0 1-16,0 0-8 0,0 0-15 0,0 0-33 15,-7 17-33-15,7-17-45 0,-1 15-212 0,-1-7-415 16,2-8 184-16</inkml:trace>
  <inkml:trace contextRef="#ctx0" brushRef="#br0" timeOffset="8083.26">8962 8728 165 0,'1'-7'265'0,"1"1"-11"0,-2 6-15 0,1-10-14 16,-1 10-11-16,0 0-13 0,-5-12-14 0,5 12-14 15,-7-1-14-15,7 1-8 0,0 0-9 0,-21 14-9 16,8-1-9-16,-4 7-9 0,1 5-7 0,-2 1-11 16,4-1-12-16,0 2-11 0,2-2-6 0,2-2-6 15,5-4-4-15,1-2 4 0,3-1-22 0,1 2 1 16,2 0-9-16,2-4-1 0,3 0-23 0,0-2-30 16,3 2-29-16,-1-5-28 0,8 0-31 0,0-2-32 15,2-1-33-15,2-2-44 0,8-4-22 0,-9-3-172 16,2-1-446-16,6-4 197 0</inkml:trace>
  <inkml:trace contextRef="#ctx0" brushRef="#br0" timeOffset="8669.87">9202 8815 157 0,'-1'-10'202'0,"0"2"-1"16,1 8-4-16,-2-13-8 0,2 13-9 0,-2-10-18 0,2 10-15 16,0 0-14-16,-4-6-9 0,4 6 0 0,0 0-1 15,0 0-7-15,-6 25-9 0,2-8-6 16,-1-2-9-16,1 5-9 0,0-2-6 0,3 1-10 15,-2-2-5-15,2 0-7 0,2 2-6 0,1-3-4 16,0 0-2-16,2-3-7 0,0-1 0 0,1-3-1 0,3 1-2 16,-2-2 0-16,-1-1-3 0,2-1-6 15,-2-3-2-15,1 1-6 0,2-3 2 0,-8-1-5 16,11 3-6-16,-11-3-7 0,12-3 0 0,-5-1-6 16,-2-1 0-16,3-4-7 0,-4 1-1 0,0-3 0 0,1-2-9 15,-4-3 5-15,2 2-8 0,-3-4 2 16,1-1-4-16,-1 2-3 0,-1-2 3 0,2 0-2 15,-2 0 1-15,-3-1 0 0,3 3 2 0,2-2 2 16,-4 0 5-16,2 6-5 0,0 3 12 0,1 2 2 0,0 8-3 16,1-11 3-16,-1 11-3 0,1-10-2 0,-1 10 8 15,9-6-8-15,-2 6 3 0,4 2 1 0,2 1-2 16,-2 2 0-16,4 7 3 0,-1 0 4 0,-2 1 0 16,2 2 4-16,-1 2-1 0,0-2 3 0,-2 0 4 15,-1 2 2-15,1-1 2 0,-2-1 2 16,0 1 1-16,-3-2 0 0,-1-3-1 0,0-2 1 0,1 0-2 15,-3 0 1-15,0-4 6 0,-2 0 5 0,-1-5 5 16,4 9 8-16,-4-9 8 0,1 5 4 0,-1-5-4 16,0 0-1-16,0 0-3 0,0 0-1 0,0 0-10 15,0 0-3-15,0 0-1 0,2-23-12 0,-1 12 0 16,3 0-3-16,1-3-7 0,1-2-4 16,1-1-2-16,0-1-3 0,5 0-6 0,1-4-2 0,-1 7 2 15,1 2 0-15,-5 3 6 0,3 1-5 0,-2 2 5 16,-1 1-6-16,0 5 1 0,-1-1 2 0,-7 2 2 15,18 7-2-15,-9-1 2 0,-1 7 5 0,1 0 13 16,-5 1-9-16,-1 1 8 0,0 4-1 0,2 0 0 16,-5 0-1-16,1-2 1 0,2 4-2 0,-4-4-2 15,1 1-24-15,0 0-29 0,-2-3-40 0,1-1-58 16,1-4-50-16,-1 2-199 0,1-3-431 0,0-9 191 16</inkml:trace>
  <inkml:trace contextRef="#ctx0" brushRef="#br0" timeOffset="9216">9831 8818 65 0,'4'-6'177'0,"-4"6"19"16,0 0-9-16,0 0-13 0,13 14-15 16,-9-5-12-16,-1 3-1 0,0-1-7 0,0 5-12 15,-2-4-5-15,4 5-7 0,-4-1-9 0,1 0-8 0,-2-5-9 16,2 1-8-16,-1-2-6 0,-1-3-5 15,0-7-6-15,0 12-5 0,0-12 0 0,0 10 2 16,0-10-4-16,-1 7 3 0,1-7-3 0,0 0-1 16,0 0 5-16,0 0-14 0,0 0-5 0,0 0-5 15,0 0-11-15,0 0-5 0,0 0-6 0,0 0-6 0,4-35-6 16,1 20-6-16,0-2-7 0,2 0-5 0,4-7 0 16,-1 1-1-16,1 5-5 0,4-2 4 15,-4 5 1-15,0 1 2 0,-3 5 0 0,0 2 3 16,-3-1-5-16,2 5 3 0,0 0-4 0,-7 3 6 0,13 2-3 15,-3 2 6-15,0 4 2 0,-2-2 4 0,3 8 4 16,-3-2 4-16,3 2 2 0,-1 0-2 16,-1-1 2-16,2-1 4 0,-2 2-4 0,5-3-2 15,-3-5 2-15,4 3-3 0,-2-2 7 0,2-1 4 0,0-3 1 16,2-2 0-16,1-1-4 0,1 0 0 0,-6-4-2 16,5-1 2-16,-3 0-3 0,0-3-1 0,-3 1 0 15,-1-2 1-15,2 0-3 0,-3-3 1 0,-1-1-2 16,-2 2 1-16,-1-5-1 0,0 1-1 0,-3 0 0 15,1-1 6-15,-3 0-11 0,-1-1 6 0,0 5 1 16,-1 2 7-16,0 0 8 0,-2 2 6 0,0 1 1 16,3 7-8-16,-7-8-4 0,7 8-5 0,-13 1 3 15,3 4-2-15,-4 6 1 0,0 5 0 0,-7 2-2 16,6 3-3-16,3-4-2 0,-2 5-2 0,7-3 1 16,1-1-1-16,3-2-11 0,-1 0-30 0,6 2-33 15,0-2-38-15,1 0-39 0,4-4-52 0,3-1-18 16,4 0-12-16,3-1-154 0,2-3-415 0,8-4 184 15</inkml:trace>
  <inkml:trace contextRef="#ctx0" brushRef="#br0" timeOffset="9450.71">10657 8763 177 0,'2'-11'200'0,"0"1"7"15,-1 1 0-15,-2 1-9 0,1 8-15 0,-4-8-5 16,4 8-14-16,-11-1-3 0,11 1-2 0,-16 8-11 15,4 3-5-15,-2 4-6 0,0 0-6 0,-2 4-7 16,2 3-7-16,1 1-4 0,3-7-10 0,2 2-5 16,1 0-14-16,1-3-10 0,4 2 0 0,3-1-13 15,4 0-6-15,-1-1-6 0,4-4-5 0,1 1-1 16,4 1-6-16,-1-6-34 0,6-1-25 0,0 0-28 16,1-3-34-16,4-2-40 0,-2-1-35 0,0-1-33 15,9-3-24-15,-2-1-15 0,-9 0-168 0,-1-2-433 16,-3-3 191-16</inkml:trace>
  <inkml:trace contextRef="#ctx0" brushRef="#br0" timeOffset="9683.21">10965 8524 63 0,'2'-5'219'0,"-2"5"-17"0,3-9-16 15,-3 9-17-15,3-6 2 0,-3 6 28 0,0 0 5 0,0 22-7 16,-1-5-2-16,-1 8-9 0,-1 0-15 0,1 4-6 15,-2 3-10-15,0-3-13 0,-2 1-15 0,1-4-7 16,2 0-12-16,1-1-13 0,2 0-9 16,-4-5-8-16,1 6-8 0,2-6-6 0,1-2-11 0,-1 1-23 15,-2-4-37-15,2 1-35 0,1-1-36 16,-3-4-42-16,-1 1-54 0,4 0-42 0,-1-4-54 16,1-8-155-16,-8 16-461 0,5-11 205 0</inkml:trace>
  <inkml:trace contextRef="#ctx0" brushRef="#br0" timeOffset="9835.83">10820 8742 95 0,'3'-6'203'16,"-3"6"-24"-16,10-3-23 0,-10 3-26 0,12-4-28 15,0 1-33-15,1 3-38 0,5-1-47 0,3 1-32 16,7 4-103-16,-8 2-162 0,7 0 72 15</inkml:trace>
  <inkml:trace contextRef="#ctx0" brushRef="#br0" timeOffset="10149.83">11149 8983 201 0,'0'10'211'0,"0"-10"-6"0,0 0 5 16,1 8 7-16,-1-8 0 0,0 0-9 0,4 6-4 15,-4-6-14-15,6 0-14 0,-6 0-16 0,16-3-13 16,-6-4-13-16,4 2-12 0,1-2-10 0,3-1-14 15,-2-2-9-15,1-1-12 0,1-1-10 0,3-5-13 16,-5 5-13-16,-3-2-11 0,3 0 0 16,-5-1-17-16,3-7-9 0,-5 5-4 0,-4 6-5 0,0-5 2 15,-2 0-2-15,-5 3 5 0,1 1-3 0,-3 4 1 16,0-2 4-16,-4 2 1 0,0 4-2 0,-4 1 9 16,1 3 0-16,-2 3 6 0,-5 4 3 0,2 5 2 15,-7 2 3-15,4 2 4 0,-1 3-2 0,5 2-1 16,3-4-5-16,3-3 1 0,-1 5-6 0,4-3-3 15,3 0-1-15,3 1-4 0,2-1-21 0,3-4-21 16,5 1-27-16,1 0-31 0,5-3-45 0,2 0-51 16,10-1-33-16,1-2-28 0,1-5-162 0,-1-2-445 15,-1 0 197-15</inkml:trace>
  <inkml:trace contextRef="#ctx0" brushRef="#br0" timeOffset="10550.59">11679 8883 143 0,'8'-10'180'0,"-2"0"17"0,-1 0 7 0,-2 3 9 0,-3 0 6 15,0 7-15-15,0-11-7 0,0 11-9 16,-7-9-9-16,0 8-6 0,7 1-9 0,-21 4-10 0,6 3-5 16,-1 1-5-16,-2 5-11 0,-2 4-15 0,1-5-9 15,-1 3-10-15,8 1-8 0,-2-3-10 0,4 0-8 16,4 2-6-16,0-5-11 0,4 3 8 16,2-4-18-16,-1 4-6 0,3-4-3 0,-1 1-5 15,3-4 1-15,3 1-17 0,3-3 0 0,3-1 2 0,0-2-7 16,6-1-12-16,-3-3 3 0,2-2-4 0,-1 0-7 15,-2-4 6-15,1 0-4 0,-1-3-3 16,-4 0 3-16,1-4 0 0,3-5-2 0,-6 3 2 16,-1-5 12-16,0-5-17 0,-5 0 4 0,5-2 0 0,-3-3 2 15,-5 0 0-15,1-2-2 0,0 0 3 0,-1 0 0 16,4-1-2-16,1-14 0 0,-1 4-2 0,-1 15 16 16,1 2 6-16,-8 3 17 0,5 8 20 15,-2 5 6-15,2 1 18 0,-1 4-1 0,3 0-4 0,-3 8-13 16,0-11-7-16,0 11-12 0,0 0 8 0,0 0 6 15,0 0-3-15,-13 43 3 0,4-15-5 0,0 4-9 16,4 0-5-16,-4 0 3 0,3 3-6 0,-1 1-8 16,6-3-11-16,1 1-37 0,0 0-31 0,-1 1-34 15,3-4-41-15,1-1-60 0,-2-1-63 0,4 0-55 16,-1-1-283-16,-1-8-643 0,1-3 285 0</inkml:trace>
  <inkml:trace contextRef="#ctx0" brushRef="#br0" timeOffset="10933.22">12314 8790 205 0,'4'-8'307'0,"-4"-1"1"15,0 1-7-15,0 8 1 0,4-11-23 0,-4 11-25 16,0-7-22-16,0 7-19 0,2-8-22 0,-2 8-27 15,0 0-15-15,0 0-4 0,0 0-20 0,0 0-7 16,0 0-10-16,3 25-14 0,-4-15-2 0,1 3-16 16,1 0-3-16,-2 4-5 0,1-1 2 0,0 0-22 15,0 0-3-15,0 1-29 0,0-2-29 16,-1-2-30-16,0-1-41 0,-1 2-46 0,0-3-44 0,0 2-35 16,-3-2-47-16,1 0-257 0,-3-3-555 0,0 2 246 15</inkml:trace>
  <inkml:trace contextRef="#ctx0" brushRef="#br0" timeOffset="11099.05">12291 8455 35 0,'2'-6'170'0,"-2"-2"-18"0,0 8-28 15,2-9-11-15,-2 9-16 0,0 0-21 0,0 0-26 16,0 0-11-16,18 26-28 0,-9-2-26 0,0 4-24 15,-1 5-15-15,3 11-73 0,-3 6-137 0,1-16 61 16</inkml:trace>
  <inkml:trace contextRef="#ctx0" brushRef="#br0" timeOffset="11335.62">12460 8961 184 0,'0'0'213'0,"0"0"-8"0,0 0-13 0,0 0-14 15,6-17-8-15,-3 10-6 0,-2-3-12 0,2-1-2 16,-1 1-10-16,5-5-2 0,0-1-5 0,2 1-21 15,-1-2-7-15,7-4-4 0,2 2-11 0,1-2-6 16,-7 7-7-16,2 3-5 0,-3 3-1 0,1 0-9 0,0 2-6 16,-2 4-6-16,2 4-5 0,1-1-6 0,-3 2-3 15,1 7 1-15,2 0-5 0,-1 5 0 0,-2 1-3 16,-2 3-2-16,-4 0-3 0,1 4 0 16,0 3-5-16,-3-7-12 0,-2 7-38 0,-1-9-44 0,0 2-67 15,-2 0-53-15,1-2-73 0,0 0-156 0,1-2-458 16,0-3 203-16</inkml:trace>
  <inkml:trace contextRef="#ctx0" brushRef="#br0" timeOffset="11770.62">13697 8571 159 0,'-10'-3'260'16,"-3"2"-3"-16,0 1-11 0,-1 4-11 0,-1 3-11 0,-1 2-8 15,-7 7-15-15,4 3-6 0,0 1-15 0,2 5-9 16,1 0-9-16,3-2-15 0,-1-2-12 16,5 3-13-16,5-6-19 0,1 0-4 0,1 0-4 15,4-1-11-15,1 0-11 0,5-2-2 0,1 0-9 0,3-3-3 16,-1 1-19-16,7-2-14 0,-3-3-16 0,4-2-35 15,8 2-38-15,-1-2-46 0,3-4-61 16,-2-4-59-16,4-1-59 0,-10-1-170 0,6-3-497 0,2-2 220 16</inkml:trace>
  <inkml:trace contextRef="#ctx0" brushRef="#br0" timeOffset="12133.18">14170 8519 149 0,'-4'-9'225'15,"-2"6"-8"-15,6 3-3 0,-14-1-11 0,5 1 3 16,-2 3-9-16,0 2-5 0,-7 6-2 0,0 0-17 16,-5 6-13-16,3 1-2 0,6-5-28 0,1 3-16 15,2-2-13-15,1 3-6 0,4-1-9 0,-1 1-13 16,5 0-3-16,-2-5-8 0,8 4-2 0,-2-4-2 16,5 3-6-16,2-5-1 0,1-2-12 0,3 2-3 15,5-3-9-15,-7-2-4 0,7-3-3 0,-5 1-2 16,0-2-5-16,2-2 3 0,-3 1-4 0,-2-4-3 15,-1 1 3-15,0 0-2 0,-5 0 11 0,4-1-3 16,-8 4 6-16,8-7 9 0,-8 7 6 0,0-6 3 16,0 6-3-16,0 0-5 0,-8-12 6 0,8 12-4 0,-19-1 4 15,8 1-3-15,-7 1 0 0,-3 7-1 0,-3 2 8 16,-3 1 3-16,4 0 8 0,3 0-6 16,3-1 3-16,0 3 19 0,0-2-19 0,5 2-8 15,5-2 1-15,-4 1-7 0,4 0-8 0,0-1 6 16,5 0-2-16,0 1-9 0,4-2 8 0,1 1-12 15,6 1-7-15,2-2 1 0,4-1-35 0,4 0-28 0,8-3-26 16,2-1-43-16,-2-1-39 0,4-1-54 16,-11-1-57-16,9-3-57 0,-12 0-249 0,2-2-621 0,-1-1 275 15</inkml:trace>
  <inkml:trace contextRef="#ctx0" brushRef="#br0" timeOffset="12783.4">15060 8433 150 0,'0'0'238'0,"-11"-1"-10"15,11 1-11-15,-18 6-17 0,8 1-8 16,-5 5-3-16,0 2-13 0,-4 5-15 0,0 1-12 0,0 6-7 16,-1 1-11-16,3-1-7 0,3-1-11 15,1-2-12-15,2 3-11 0,4-2-7 0,2-4-9 16,3-2-8-16,4 0-6 0,-2 0-5 0,9-1-2 15,0 0-12-15,2-2 0 0,5 0-13 0,4 2-13 16,5-5-24-16,-1-1-19 0,3-5-26 0,1-2-36 0,-8-1-36 16,10-2-32-16,-2-2-34 0,2-4-28 0,0 0-154 15,-3-2-404-15,-2-1 179 0</inkml:trace>
  <inkml:trace contextRef="#ctx0" brushRef="#br0" timeOffset="13371.55">15341 8695 2 0,'3'-13'168'0,"-1"-2"2"0,-2 3 5 16,0 0 7-16,1 4-1 0,-2 0 2 0,1 8-8 15,-2-13-3-15,2 13-15 0,-3-8-13 0,3 8-8 16,0 0-11-16,-2-6-6 0,2 6-2 0,0 0 2 16,-11 19-1-16,4-9-9 0,0 4-7 0,4 4-10 15,-3 1-9-15,-1 5-7 0,2-6-8 0,1-1-5 16,-1 1-8-16,4-1-1 0,1-1-6 16,1 0-8-16,2 0 2 0,3-2-9 0,-2-3 0 0,2-3-7 15,2 4-1-15,1-5-6 0,1 0 9 0,1-2-17 16,2-1-1-16,1-2-6 0,-1-1-5 0,3-1-10 15,-4-2-4-15,1 2-1 0,-4-4-2 0,3 0-4 16,-4-2-2-16,-1-2-5 0,1-1-1 0,-4-1-3 16,-3 1-2-16,3-10-3 0,-6 4-1 0,4-1 4 15,-4 1 4-15,0-1 0 0,-1-1 2 0,2-2-5 16,-2 1 5-16,2-1 0 0,-1 3 2 0,2-1 5 16,1 5 1-16,0-1-1 0,0 2 8 0,3 2-2 15,1 3 3-15,0-1-5 0,0 3 4 0,4-1-1 16,2 4 3-16,0 2-1 0,-2 2 2 0,3 2 2 15,4 6 10-15,-4-2 9 0,2 5 4 0,-4 0 4 16,0 3 1-16,2 1 2 0,-5-1 1 0,0-3 3 16,-1 1 4-16,1 0 1 0,-3-3 6 0,-2-2 7 15,1 0 4-15,-1-3 7 0,-1 1 6 0,-1-8 5 16,3 10 5-16,-3-10-3 0,0 7 19 0,0-7-20 16,0 0-8-16,0 0-3 0,-5 7-3 0,5-7 8 15,0 0-13-15,0 0-9 0,0 0 3 0,0 0-9 16,-8-20-8-16,9 9 8 0,3 0-25 0,3-6-5 15,2 1-9-15,3-8 1 0,3 0-5 0,5 4-2 16,-5-5 4-16,4 6-1 0,0 0 0 0,-4 6 2 16,-1 4-4-16,-2-2 4 0,0 7-4 0,-1 0 0 0,-3 2 3 15,-1 1-5-15,-7 1 3 0,17 5 1 0,-6 0 3 16,-5 0 1-16,4 6 3 0,-3-2-6 16,-2 2 4-16,1 5 17 0,2-1-15 0,-6 0 0 0,2 1 2 15,0 1-2-15,-1-2 2 0,-3 1-14 0,1 0-31 16,-1-5-30-16,-1 1-42 0,-1 1-61 0,4-3-58 15,-4 2-70-15,1-5-155 0,0 1-500 16,1-8 221-16</inkml:trace>
  <inkml:trace contextRef="#ctx0" brushRef="#br0" timeOffset="13638.32">16278 8325 151 0,'-3'-5'265'0,"3"5"-27"16,-3-10-25-16,3 10-11 0,0 0-7 0,0 0 0 16,-14 19-7-16,9 1-5 0,-4 8 0 0,4 5-25 15,0 0-7-15,-2 3-8 0,1 9-13 0,2-9-14 16,3 12 4-16,-5-14-17 0,3 14 0 0,2-15-7 16,-1 1-3-16,4-1-12 0,-1-3-7 0,0 0-11 15,3-2-4-15,-4-2-3 0,0-1-6 0,1-5-2 16,2-2-8-16,-3-2-1 0,1 1-2 0,-2-3-2 15,1-2-11-15,-3-2-7 0,7 0-26 0,-5-2-22 16,1-8-22-16,0 10-22 0,0-3-25 0,0-7-29 16,0 0-43-16,0 0-51 0,0 0-53 0,0 0-188 15,0 0-502-15,0 0 222 0</inkml:trace>
  <inkml:trace contextRef="#ctx0" brushRef="#br0" timeOffset="13937.24">16117 8752 128 0,'-5'-10'257'15,"3"3"-28"-15,0 3-23 0,2 4-27 0,-3-9-18 16,3 9-17-16,0 0-8 0,0 0-11 0,6-8-12 16,2 7-12-16,4 1-5 0,9-4-6 0,6 4-11 15,6-2-10-15,0 0-8 0,7-2-7 0,-3 2-10 16,1-2-8-16,-1-4-5 0,-1 3-8 0,-5 1 2 16,-1-5-8-16,-10 1 2 0,0 5-1 0,-3-5 1 15,-5 3-6-15,0 1 14 0,-2-2 7 0,-2-1 5 16,-3 4 6-16,0-2 12 0,-5 5 4 0,9-6 15 15,-5 2-5-15,-4 4 2 0,0 0-8 0,6-7-7 16,-6 7-7-16,0 0-10 0,0 0 1 0,0 0-2 16,7 12 1-16,-7-12-5 0,0 17-1 0,1-7-7 15,-1 4 0-15,-1 3 3 0,1 0-6 0,1 0-9 16,0-1-27-16,-2 0-28 0,0 0-42 0,1 0-53 0,-2 0-45 16,2-4-61-16,0-1-229 0,0 1-506 15,0-2 224-15</inkml:trace>
  <inkml:trace contextRef="#ctx0" brushRef="#br0" timeOffset="14098.85">16644 8441 51 0,'0'0'148'0,"-3"-9"-41"0,3 9-28 16,0 0-19-16,0 0-20 0,0 0-33 0,0 0-26 15,11 31-61-15,-8-15-84 0,5 2 37 0</inkml:trace>
  <inkml:trace contextRef="#ctx0" brushRef="#br0" timeOffset="14499.83">16942 8658 45 0,'4'-8'222'0,"-4"8"6"0,-2-8-1 0,2 8-15 15,-4-14-13-15,1 8-4 0,0-2 6 0,-1 0-14 16,-1 2-3-16,-1-1-3 0,2 1-1 0,-1 3-19 15,5 3-15-15,-8-6-9 0,8 6-15 0,-9-1-12 16,9 1-14-16,-11 6 6 0,4 1-20 0,1 2-8 16,-4 3-8-16,1 2-5 0,0 2-9 15,1-2-5-15,-1 0-5 0,4-2-3 0,2-1-4 0,1 0-11 16,3 1-13-16,-1-3-9 0,1 2-11 0,2-5-6 16,1 3-6-16,0-4 1 0,1 1 3 0,0-2-1 15,3 2 1-15,-3-4 3 0,4-1-2 0,-9-1 5 16,14 2-2-16,-14-2-1 0,13-2 2 0,-6 2-1 15,-7 0-1-15,10 0 4 0,-3 3-1 0,1-1 0 16,-2 1 9-16,-1 2-7 0,1 3-3 0,-1 2 1 16,2 2 4-16,-5 4 0 0,0 4 2 0,-1 5 3 15,-4 1 4-15,-2 2 6 0,3 1 4 0,-2 0 1 16,-5 2 4-16,1 2-2 0,-6-5 2 0,3 0 5 16,-3 1 6-16,-1-3 0 0,-1 0 1 0,-2-4 1 15,-2 0-7-15,1-3-4 0,-1-2 6 0,4-5-7 16,0-1-14-16,1-1-23 0,1-1-19 0,1-4-27 15,2 0-35-15,0-2-40 0,0-1-48 0,5-4-43 16,6 2-43-16,-13-8-162 0,9 0-472 0,1-5 209 16</inkml:trace>
  <inkml:trace contextRef="#ctx0" brushRef="#br0" timeOffset="15206.72">17038 8692 152 0,'3'-11'211'15,"0"5"-5"-15,1 0-16 0,-2 0-17 0,-2 6-14 16,4-5-6-16,-4 5 1 0,0 0 0 0,0 0-5 16,7 17-13-16,-6-5-12 0,0 1-5 0,0 2-12 15,2 1-9-15,1-1-13 0,1 2-6 0,0-3-8 16,0 2-8-16,2-6-6 0,0 1-7 0,3-3-1 0,-1 1-6 16,3-1-7-16,1-4-3 0,-3 1-7 15,1-3-2-15,1-1-4 0,-2-1-6 0,0-1-1 0,0-2 0 16,-1-3 5-16,1 0-7 0,-3 0-1 15,1-4 0-15,-2 0 7 0,-1 0-7 0,-1-7 0 16,0 6 6-16,1-1 3 0,-2-4 3 0,0 1 5 16,-1 3-8-16,-1-4 1 0,0 3 3 0,-1 5-6 15,0-3 10-15,2 4 9 0,-1 0-8 0,-1 7-4 16,1-11 2-16,-1 11-1 0,0 0-9 0,0-8-3 16,0 8 7-16,0 0 6 0,0 0 0 0,0 0-4 0,-10 28-1 15,7-13 15-15,1 0-17 0,-3 1 0 0,5 1 2 16,-2-4-7-16,2 2 2 0,2 2-5 15,-1-6 4-15,4 0-2 0,0 2-1 0,2-4-3 16,0 1-1-16,3-3 1 0,2 0 4 0,3-1 2 0,4-4-4 16,2 0 15-16,-3-2-13 0,1-2-8 0,1-2 8 15,-2 0-8-15,0-3 4 0,-2 1-2 0,0-1 11 16,-2-2-12-16,-4-1-3 0,3-2-3 0,-2 0-1 16,-3 1 0-16,0-2 3 0,-3-3-1 0,-1-1-6 15,0 1-11-15,-3-2 4 0,-1 0 3 0,-1 0-1 16,-2 0-2-16,-1 1 3 0,1-1-4 0,-3 4 7 15,0-1 5-15,1 6 3 0,0-1-3 0,-2 3 0 16,0 1 0-16,-1 0-3 0,1 4-3 0,-1 1-1 16,8 1-2-16,-13 1 6 0,13-1-3 0,-10 4 2 15,6 0-1-15,4-4 2 0,-4 7 2 0,4-7-6 16,1 8-12-16,-1-8 3 0,8 10-2 0,3-5-1 16,1 0 3-16,0-4 1 0,5 2 1 0,-1 0 1 15,0-1 2-15,-4-2-4 0,6-1 5 0,-4 2 3 16,0-2 0-16,-2 2 3 0,-1-2 0 0,-3 2-1 15,-8-1-2-15,11-1 2 0,-11 1-2 0,9 4 5 16,-9-4 6-16,6 4 11 0,-2 1 9 0,-1 1 6 16,-1 0 6-16,1 4 9 0,1 0-8 0,-7 6 1 15,3-3 4-15,0 2-15 0,2 3 2 0,-4-2 0 16,0 0-4-16,2 0-6 0,2 0-13 0,-3-4-18 16,1 1-44-16,1-1-39 0,1 1-38 0,0-2-61 15,-1-1-43-15,6-1-42 0,-4 1-196 0,3-4-514 16,4-2 227-16</inkml:trace>
  <inkml:trace contextRef="#ctx0" brushRef="#br0" timeOffset="15582.29">17982 8631 200 0,'-9'-9'240'0,"1"0"3"0,2 5-6 0,-2-2-11 15,1 3-15-15,-5 3-13 0,2 0-9 0,-2 4-16 16,0 2-8-16,-2 6-12 0,-2-1-13 0,2 2-12 0,2 2-13 15,1 1-13-15,1-1-1 0,1 2-17 16,4-3-7-16,1 5-5 0,4-7-4 0,3 1-16 16,-1-3-11-16,2 1-8 0,4 0-6 0,-1-1-8 15,2-5-8-15,7 5-1 0,-4-8 4 0,1 1-13 0,0-6-2 16,-1 2-2-16,0-2-3 0,0 0-3 0,-3-3 10 16,1 0-2-16,-2-2-3 0,-1-1 2 0,0-2-4 15,0 3 6-15,-2-3-3 0,-1 0 4 16,-1 1-2-16,2-1 19 0,-2 2-5 0,-1 1 5 0,-1 1 6 15,-1 7 7-15,3-9 1 0,-3 9-8 0,4-8-5 16,-4 8 2-16,0 0 4 0,0 0 12 0,0 0 8 16,0 0-5-16,0 0-5 0,-8 26-7 0,6-15-2 15,-2 4 5-15,1 0 8 0,3 2-18 0,-1-2-5 16,2 0 11-16,0-3-27 0,1 0-23 0,2 0-35 16,-2 0-36-16,1-1-56 0,2 0-42 0,1-4-50 15,1 0-48-15,-4-3-180 0,3-1-509 0,2-1 226 16</inkml:trace>
  <inkml:trace contextRef="#ctx0" brushRef="#br0" timeOffset="15866.61">18276 8409 163 0,'1'-17'247'0,"3"0"-10"15,-1 6 3-15,-3-2 6 0,2 7-5 0,-2-1-8 16,0 7-15-16,1-10-20 0,-1 10-19 0,0 0-20 15,2-9-15-15,-2 9 1 0,0 0 12 0,0 0-5 16,-2 27-14-16,1-2 2 0,-1 1-6 0,-2 6 7 16,0 0-4-16,-1 0 6 0,1 0 1 0,1 1-18 15,2-2-4-15,-1-2-12 0,-1-4-9 0,3 1-7 16,-1 0-7-16,1-8-11 0,1 0-15 0,2 0 3 16,-1-3-8-16,2 0-5 0,0-3-16 0,1-2-16 15,4 1-25-15,-1-1-28 0,1-3-33 0,2 0-19 16,2-4-29-16,-2 0-26 0,2-2-23 0,0-1-38 15,1 0-33-15,-3-2-32 0,1-2-26 0,-1-1-40 16,-2-1-167-16,0-3-541 0,-1-1 240 0</inkml:trace>
  <inkml:trace contextRef="#ctx0" brushRef="#br0" timeOffset="16199.08">18185 8547 112 0,'-11'-4'190'0,"0"2"-6"15,4 0-12-15,7 2-4 0,-13-1-10 0,13 1-17 16,-6-1-8-16,6 1-7 0,0 0-3 0,0 0-12 16,0 0-12-16,38 1-7 0,-16-1-12 0,7-2-7 15,0 2-3-15,3-3-8 0,-2-1-4 0,0 2-10 0,-10 1-7 16,1-3 0-16,1 3-7 0,-4-1-3 16,0 1-3-16,-5 0 0 0,-2-1-6 0,-2 4-1 15,-2-5-3-15,-7 3 7 0,10-1 3 0,-10 1 6 0,9 0 3 16,-9 0 3-16,0 0 1 0,9-1-2 0,-9 1-2 15,0 0-3-15,0 0 8 0,7 2 3 16,-7-2 4-16,3 10 1 0,-1-5 6 0,-2 7 0 16,2 0 7-16,-6 3-5 0,1 1 0 0,1 3-6 0,2-2-7 15,-4 2 0-15,0-2-5 0,0 1-10 16,2 0 2-16,-2-1-5 0,4 0-25 0,-1 0-36 0,-1 0-32 16,1-3-52-16,1-2-52 0,0-3-54 15,1 1-263-15,-2-3-526 0,1-7 233 0</inkml:trace>
  <inkml:trace contextRef="#ctx0" brushRef="#br0" timeOffset="16364.27">18535 8344 44 0,'0'0'198'0,"0"0"-24"0,-1-9-16 0,1 9-23 15,0 0-30-15,0 0-41 0,0 0-50 0,0 0-47 16,8 32-111-16,0-17-155 0,5 6 70 0</inkml:trace>
  <inkml:trace contextRef="#ctx0" brushRef="#br0" timeOffset="16933.16">18782 8568 177 0,'-10'6'222'0,"0"-1"12"15,1 2 3-15,2-3-4 0,-2 1-11 0,0 0-10 16,2 4-9-16,-1-3-11 0,0 4-16 0,2 0-12 16,1-2-15-16,0 4-17 0,1-3-2 0,1 2-19 15,1 1-12-15,2 0-17 0,0-2 1 0,1 0-10 16,4 2 0-16,-1-5-6 0,2 1-10 0,2 0 0 16,1-4-5-16,0 1-4 0,1-4-5 0,0-1-6 15,2 0 6-15,-2-1-17 0,0-2-4 0,-1 0-1 16,0-3-10-16,-1 0 9 0,2-3-14 0,-2 2-2 15,-3-4-2-15,0 0-5 0,1-4-6 0,-2 0-5 16,0-1 2-16,1 1 2 0,-4 2-2 0,1-2-1 16,2-3-7-16,0 4 0 0,-3 2 3 0,1 1 0 15,5-1 5-15,-2 2 9 0,-1 0 1 0,1 3 3 16,-1 1-4-16,1 2 3 0,2 0 2 0,-7 4-4 16,12-1 4-16,-12 1 1 0,20 9 5 0,-11-2 1 15,0 6 11-15,3 3 0 0,-6 1 8 0,2-1-6 0,-2 1 14 16,-1 1 13-16,2 2 1 0,-4-4 5 15,1-1 0-15,0-1-1 0,-1-2-3 0,-1-2 0 16,0-3-1-16,-1-1 8 0,-1-6 13 0,1 10-3 16,-1-10 5-16,1 7 11 0,-1-7-5 0,0 0-11 15,0 0-1-15,0 0-14 0,0 0 4 0,0 0-19 16,0 0-12-16,10-30-1 0,-4 18-9 0,4-2-4 16,3 0-8-16,-1-1-3 0,9-6-4 0,-1 2-6 0,1 0 9 15,2 1-8-15,-5 8 4 0,1 1-4 0,-4 0 8 16,2 2-4-16,-6 2 2 0,1 4-2 15,-3 0 4-15,1 2 1 0,0 1 2 0,-3 3 6 16,0 1 1-16,-2 3-3 0,-1 4 6 0,1 0 0 0,-5-1-2 16,2 5-3-16,-1-1 8 0,-2 1-8 0,-1 1-2 15,2-1-1-15,0-1-26 0,-1 0-59 0,1-5-52 16,-1 1-53-16,-3-1-74 0,1 0-88 0,1 2-314 16,-1-7-714-16,3-6 316 0</inkml:trace>
  <inkml:trace contextRef="#ctx0" brushRef="#br0" timeOffset="19582.59">20032 8459 128 0,'0'0'297'0,"0"-9"-8"0,0 9-12 16,1-10-15-16,-1 10-6 0,0 0-17 0,0-9-12 15,0 9-14-15,0 0-22 0,0 0-22 0,3-9-23 16,-3 9-13-16,0 0-17 0,0 0-13 0,0 0-13 15,0 0-6-15,0 0-8 0,0 0-5 0,2 24-12 16,-2-13-1-16,0 1-7 0,2 0-7 0,-1 3-5 16,0 1 1-16,0-3-10 0,1-1 4 0,-1-1-7 15,2 1-3-15,-2 1-3 0,0-3-1 0,2 2-5 16,-1-1-18-16,0 1-32 0,-1-5-32 0,1 5-26 16,-2-2-28-16,2 1-22 0,1-1-11 0,-3 1-31 15,2-3-28-15,-1 0-24 0,-1 1-193 0,0-9-465 0,-1 14 205 16</inkml:trace>
  <inkml:trace contextRef="#ctx0" brushRef="#br0" timeOffset="19740.06">20009 8235 81 0,'-1'-7'178'0,"1"7"-43"0,-2-10-45 0,2 10-34 0,0 0-14 15,0 0-21-15,0 0-16 0,0 0-24 0,21 15-31 16,-12 2-41-16,4 5-96 0,3 5 43 0</inkml:trace>
  <inkml:trace contextRef="#ctx0" brushRef="#br0" timeOffset="19982.52">20312 8673 216 0,'0'0'251'0,"-5"-12"-9"0,4 2-21 15,-2 0-9-15,-1-6-12 0,0 4-10 0,2-4-22 16,0 1 7-16,1 3-15 0,1-5-14 0,3 3-2 16,-3-1-23-16,2-2-13 0,2 2-13 0,3 0-10 15,-1 5-10-15,0-2-6 0,2 6-13 0,0-2-6 16,-3 5-2-16,4 0-11 0,-9 3-1 0,14 3-6 16,-7 4-1-16,3 0-6 0,-1 4-3 0,-1 1 2 15,2 6-5-15,-1-1-20 0,-2 0-12 0,0 3-23 0,2 4-21 16,0-2-36-16,-2-2-30 0,0-2-37 15,5-2-40-15,-4 0-47 0,1 0-134 0,6-5-416 16,-1-1 185-16</inkml:trace>
  <inkml:trace contextRef="#ctx0" brushRef="#br0" timeOffset="21100.04">21116 8414 202 0,'-7'-4'281'0,"1"-3"-18"0,0 3-21 0,0 1-22 16,6 3-22-16,0 0-18 0,-15 7-11 0,10-1-20 15,1 4-9-15,-1 6-14 0,2 0-13 0,1 2-11 0,3-1-8 16,0 0-9-16,3-1-10 0,3 3-3 0,-1-1 2 16,3-3-5-16,3 0-3 0,-1-1-2 0,6-4-5 15,-3 2-10-15,4-6 0 0,-6-1-9 16,5 1 3-16,-4-4-10 0,-1-1 2 0,-1-2-5 0,-1-1-4 15,1-2 3-15,-2-2-2 0,-2 2-2 0,2-2 1 16,-4-2-3-16,1 0-3 0,-1 0-2 0,-1-1-4 16,-1-3 7-16,1 2-5 0,-1-3-1 0,0 1-1 15,-2 0-1-15,0 2 5 0,1 2 8 0,-2 2 11 16,0 6-15-16,0-11-1 0,0 11-1 0,0 0 6 16,2-10-11-16,-2 10-6 0,0 0-1 15,0 0 5-15,0 0-2 0,0 0 5 0,0 0-3 0,2 22-3 16,-1-13-2-16,0 0 12 0,0 1-14 0,1 0-1 15,2-1 0-15,-2 0 1 0,3-1-2 0,3 1 3 16,-3 0-3-16,4-3 7 0,-1 1-4 16,3-6-2-16,1 5 2 0,0-3-10 0,0-3 4 0,2 0-1 15,-1-3 0-15,-2 3-4 0,2-2-11 0,-3-2 4 16,1-1 2-16,-5 1-3 0,4-3-10 0,-3 0-2 16,0-2-5-16,-2 1-3 0,0-2-7 0,-3-1-5 15,0 0-5-15,-2-2 5 0,0-3-5 0,-2 1 1 16,-3 4 5-16,1-8 0 0,-1 3 5 0,-2 3 4 15,1 1 1-15,-1 2 4 0,1 0 3 0,0 2 6 16,1 2-1-16,-1 2 4 0,3 0 5 0,3 4-4 16,-8-8 2-16,8 8-5 0,-5-5 1 0,5 5-7 15,-3-7-3-15,3 7-5 0,0 0-10 0,0 0-2 16,0 0-2-16,0 0-2 0,19 0-5 0,-6 0-5 16,5 0-4-16,0-1 4 0,2-2 1 0,1-2 6 15,-1 1 3-15,0 1 15 0,-3-3-6 0,0 0 7 0,-4 2-1 16,-2-2 6-16,-2 0 8 0,0 2 0 0,0-2 0 15,-5 0 4-15,1 1 7 0,-1-6 4 0,0 3 7 16,-2 0 1-16,1-1 3 0,-3 1 5 16,0-1 8-16,0 9-1 0,-3-14-4 0,1 5 0 0,1 2 4 15,-2-1 3-15,2 1-2 0,1 7 0 16,-3-11 0-16,1 5 0 0,2 6 1 0,0 0-2 16,-3-11-8-16,3 11 3 0,0 0-3 0,0 0-2 15,0 0-4-15,0 0 20 0,0 0 13 0,0 0 0 0,1 43 6 16,-2-17 9-16,2 1-3 0,-1 4 1 0,3 1-4 15,-3 0-1-15,0 2-3 0,0-4-4 0,0-2 0 16,0 0-2-16,1-2-5 0,0-5 1 0,1-2-8 16,-2-2-1-16,0 0-1 0,0-4-1 15,2-2-2-15,-2-2-2 0,3 1-1 0,-3-2 10 0,0-8-12 16,0 7 0-16,0-7 6 0,1 8-7 0,-1-8 0 16,0 0-5-16,0 0-3 0,0 0-5 0,0 0-4 15,17-18 2-15,-11 9-2 0,2-1-2 16,3-6-3-16,1 2 1 0,-2 2 3 0,3 0-5 0,-3-2-1 15,1 7 3-15,-3-3-3 0,2 5 4 0,-1 1-3 16,-1 1 3-16,-2 3-4 0,-6 0 3 0,16 4 2 16,-7-1 6-16,-4 1-2 0,4 1 0 15,-3 2-2-15,5 0 3 0,-4 2 2 0,1-2-1 0,-3 0 0 16,4 1 2-16,0-4 3 0,0 1-1 0,-3-1-1 16,5 0 3-16,-2-3-1 0,3-2 2 0,1-2-3 15,-3 0 2-15,1-1-2 0,1-3 3 0,-3 1-4 16,6-3 10-16,-7-1-10 0,0 3 0 0,-3-3-1 15,2 2 5-15,-2-2 0 0,-2-1-1 0,2 0-2 16,-2 2 10-16,-1-3-9 0,1 3 0 0,-1 2-5 16,0 0 1-16,-2 7 8 0,5-14-1 0,-4 11-2 15,-1 3 3-15,0 0-2 0,1-11-3 0,-1 11 4 16,0 0 4-16,0 0 6 0,0 0 0 0,-7 22-6 16,4-9 4-16,-2 2-5 0,2-1 2 0,-2 5 1 15,3-3-3-15,-2-1-15 0,3 0-15 0,1-3-21 16,-2 2-27-16,4 0-40 0,-1-2-36 0,1 1-61 15,2-4-39-15,-2 0-209 0,0-3-490 0,-2-6 218 0</inkml:trace>
  <inkml:trace contextRef="#ctx0" brushRef="#br0" timeOffset="21271.97">22056 8238 11 0,'0'0'117'0,"0"0"-36"0,0 0-39 0,0 0-34 15,0 0-52-15,16 23-47 0,-10-14 22 0</inkml:trace>
  <inkml:trace contextRef="#ctx0" brushRef="#br0" timeOffset="21515.96">22474 8342 188 0,'0'0'239'0,"-12"-14"1"0,12 14 1 16,-11-3-12-16,5 1-7 0,-2 1-11 0,8 1-10 15,-19 0-16-15,10 1-10 0,-1 3-13 0,1 2-8 16,0 2-11-16,-5 2-6 0,1 7-11 0,3 0-17 16,-3 4-14-16,5-5-5 0,2 2-2 0,1-3-10 15,1 4-9-15,3-3-9 0,2 0-6 0,2-3-3 16,2 1-6-16,2 1 6 0,1 0-23 15,5-4-8-15,0 1-26 0,2-3-13 0,2-1-29 0,2-2-20 16,-1-2-35-16,1-3-24 0,-1 3-24 0,1-4-54 16,1-4-6-16,-4 0-18 0,-2 0-192 0,-3-2-456 15,1-1 202-15</inkml:trace>
  <inkml:trace contextRef="#ctx0" brushRef="#br0" timeOffset="21873.49">22624 8192 78 0,'0'-10'197'0,"0"1"-5"0,0 3-3 16,0 6-12-16,1-13-15 0,-1 13-17 0,0-7-12 16,0 7 6-16,0 0 6 0,0 0 9 0,5 21 4 15,-4-4-7-15,3 10-9 0,-1 0-7 0,1 4-13 16,-3-1-10-16,3-1-11 0,-2 0-5 0,3 1-7 16,-2-2 5-16,2-1-18 0,-4-7-3 0,3-4-7 15,-1 0 0-15,-2-2 0 0,2-6-9 0,-1 2-5 0,-1-2-1 16,-1-1-7-16,0-7 1 0,2 9 7 15,-2-9 2-15,1 7 5 0,-1-7 6 0,0 0-3 16,0 0-4-16,0 0-7 0,0 0-7 0,0 0-10 0,0 0 8 16,18-23-13-16,-13 12-9 0,6-3-11 0,0 0-4 15,-1 0-1-15,3 0 0 0,-1 0-5 16,-1 1 0-16,0 4 0 0,-3 2 0 0,0 3-6 16,2-1 2-16,-4 4 2 0,-6 1-4 0,12 2 0 0,-6 2 2 15,2-1 4-15,-3 5-3 0,0 2 14 16,0 0-11-16,-1 2-2 0,0 5 6 0,1-5-5 15,-1 4-13-15,-1-3-35 0,0 1-46 0,-2-2-63 16,-1 1-76-16,4-3-78 0,-1 2-220 0,3-3-577 0,2-1 256 16</inkml:trace>
  <inkml:trace contextRef="#ctx0" brushRef="#br0" timeOffset="24437.52">23826 8247 177 0,'0'0'239'0,"-2"-9"-8"0,2 9-7 0,-7-7-14 15,7 7-7-15,-3-5-14 0,3 5-15 0,-6-4-16 16,6 4-12-16,0 0-19 0,-14 3-9 0,7 1-11 16,0 2-10-16,-2 5-9 0,-3 0-3 0,3 4-9 15,-2-1-10-15,0-1-5 0,3 3-6 0,-1 0-5 16,4-1-8-16,-1-1 0 0,1 0-5 0,5 2-7 16,-2-2 1-16,4 4-3 0,-1-2 3 0,7 0-5 15,-1-2 5-15,1 0-15 0,5-6-5 0,0 3-10 16,3-2-13-16,-2 2-13 0,4-5-17 0,0 2-10 15,2-2-18-15,0-2-12 0,0-2-13 0,2 0-6 16,-2-2-16-16,-1-2-11 0,0 0-6 0,-3-4 0 16,2 3 2-16,-7-5 10 0,3-1 18 15,-3 3 0-15,-4-4 12 0,1-3 16 0,1-2 17 0,-5 4 17 16,2-3 16-16,-2 0 1 0,0-1 25 0,-3 3 26 16,0 0 17-16,1 3 24 0,-2 2 16 0,0 7 10 15,0-12 1-15,0 12 4 0,0-11-5 0,0 11-6 16,0 0-2-16,-2-8-13 0,2 8-7 0,0 0-11 15,0 0-1-15,0 0-5 0,0 0-2 0,0 0-2 16,-14 21-1-16,10-10-8 0,3 2-1 0,-2-2-4 16,2 1-3-16,1 1-3 0,1-2-3 0,-1 2-2 15,4-1 1-15,0-1-4 0,1-1 2 0,2-2-1 0,3 0 0 16,-2 1-2-16,1-3-3 0,2 1 1 16,-1-5 4-16,1 1-5 0,1-2-2 0,-3-1-1 15,2-1-1-15,0-2-1 0,-2-1-2 0,0-1 3 16,-4-2-3-16,3-2-1 0,-2-1 0 0,-1 1 0 0,-1-2-1 15,0-4 2-15,-2 2 1 0,-3 0-3 16,1-2 5-16,-2-2-8 0,-2 2-3 0,-1 1 0 16,-2 2 0-16,2 2-2 0,-2-1 2 0,-1 2-6 15,0 3-5-15,0-1-4 0,-2 2-6 0,3 4-14 0,-4 0-14 16,-1 2-14-16,-1 2-19 0,0 3-17 0,-2 0-29 16,3 2-23-16,2 1-24 0,1 0-185 15,1 0-392-15,2 0 173 0</inkml:trace>
  <inkml:trace contextRef="#ctx0" brushRef="#br0" timeOffset="24699.63">24372 8129 184 0,'2'-11'298'0,"-2"6"-12"0,0 5-16 0,-2-14-21 16,2 14-25-16,0-10-21 0,0 10-26 15,0 0-11-15,0 0-30 0,0 0-5 0,0 0-19 0,0 0-3 16,8 33-10-16,-8-16-9 0,2 11-12 0,2-2 4 16,-4 3-16-16,4 0-5 0,0-2-6 15,-2 2-5-15,3 2-3 0,-3-5-6 0,3 2-5 0,0-2 2 16,0-2-8-16,-1-5-28 0,-2-1-34 0,2 0-31 16,-2 2-45-16,1-4-48 0,1 0-46 0,-1 0-47 15,-3-4-170-15,0-3-453 0,0-9 200 0</inkml:trace>
  <inkml:trace contextRef="#ctx0" brushRef="#br0" timeOffset="24916.71">24545 8132 258 0,'0'-8'252'0,"1"2"-23"0,-1 6-19 0,1-8-28 0,-1 8-13 16,0 0 6-16,0 0-3 0,0 0-8 0,5 23-13 15,-5-8-8-15,2 5-16 0,0 3-8 0,-2 4-14 16,0-1-10-16,3 1-8 0,-3-2-7 0,5 4-8 16,1-1-9-16,-6-7-8 0,1-2-35 0,5 6-38 15,-3 0-38-15,0 1-48 0,0-2-51 0,-1-7-41 16,-1 2-205-16,-2-2-432 0,1-5 192 0</inkml:trace>
  <inkml:trace contextRef="#ctx0" brushRef="#br0" timeOffset="25200.9">24676 8554 138 0,'9'-6'196'0,"-1"-4"-6"0,1 1-11 0,5-1-7 15,0-2-8-15,-3-2-13 0,3 4-9 0,-3 1-12 16,3-1-10-16,-2-2-9 0,1-2-9 0,0 1-10 16,-1 4-7-16,0-4 1 0,1 3-2 0,-5-1-4 15,3-2-7-15,-2 0-7 0,-2 4 2 0,-1-2-3 16,0 2-4-16,-4 2 5 0,1 0 4 0,-3 0 4 0,0 7 2 15,2-13-1-15,-2 13-7 0,-2-7-4 16,2 7-3-16,0 0-12 0,-11-4-7 0,11 4-2 16,-16 8-11-16,4 1 4 0,-3 2-4 0,-7 7-3 15,3 1-7-15,2 2 8 0,2-1-9 0,3-5-3 0,5 3 1 16,-1-1-17-16,5 0-33 0,-2 1-22 16,4-1-31-16,1-4-31 0,4-2-34 0,2 1-46 15,3-2-49-15,-1 0-180 0,8-2-462 0,0-4 204 16</inkml:trace>
  <inkml:trace contextRef="#ctx0" brushRef="#br0" timeOffset="25434.62">25179 8268 70 0,'-3'-10'264'0,"0"5"-15"0,3 5-10 0,-5-12-11 15,0 6-17-15,5 6-11 0,-13 0-11 0,13 0-10 16,-21 7-14-16,9 0-13 0,-3 3-12 0,2 2-14 15,-1 4-11-15,1 0-12 0,1 1-11 0,2-2-10 16,1 1-10-16,4 4 0 0,0-3-11 16,5 1-5-16,0 1-2 0,3-1-19 0,-1-1-22 0,5-3-18 15,0 0-17-15,5-1-19 0,3-1-23 16,-1-4-33-16,5 0-36 0,-2-4-40 0,4-1-21 0,-2-3-31 16,-5 0-145-16,5-4-399 0,-9 1 177 0</inkml:trace>
  <inkml:trace contextRef="#ctx0" brushRef="#br0" timeOffset="25682.29">25329 8096 146 0,'-1'-9'256'0,"2"2"-2"0,2 0-12 0,-3 7-13 16,0 0-25-16,-3-13-19 0,3 13-19 0,0 0-19 15,0 0 0-15,0 0 11 0,0 0 0 0,5 31-9 16,-5-12-3-16,2 6-13 0,-4 1-5 0,4 0-11 15,0 0-19-15,-2 0 1 0,3-2-13 0,-3 1-4 16,1 2-9-16,2-1-7 0,-1-3-4 0,2-4-11 16,-4 5-1-16,0-6-13 0,1-1-16 0,1-5-33 15,-2 2-29-15,1-3-35 0,-1 2-42 0,-1-2-37 16,-2-1-34-16,3-10-27 0,1 12-23 0,-2-8-22 16,1-4-137-16,-9 8-430 0,9-8 191 0</inkml:trace>
  <inkml:trace contextRef="#ctx0" brushRef="#br0" timeOffset="26034.74">25219 8335 133 0,'3'-6'139'0,"3"-1"-12"0,1 2-13 0,4 1-8 16,2-2-10-16,2 2-9 0,-2 0-12 0,7 0-12 0,-3 0 6 16,1 0-9-16,0 1-2 0,1 2-7 15,-1-1 1-15,-7-1 0 0,1 6-5 0,-2-6 6 16,2 6 20-16,-6-2 3 0,-6-1 11 0,12 5 17 15,-10 0 7-15,2 3 3 0,-1-2 3 0,-2 1-4 16,-1 3-6-16,0 0-9 0,-1 1-8 0,0 1-10 16,2-1-7-16,-1-4-6 0,0 5-6 0,2-1-7 15,2-2-7-15,0 1-4 0,-2-4-3 0,6 4 2 0,-2-4-11 16,1-1-2-16,-2 1-9 0,6-4-1 0,-2 1-3 16,2-3-5-16,1 0 3 0,-1-3-1 15,-1-2-1-15,2 0-1 0,-1-3-2 0,-3 4-3 16,2-4-1-16,-3 0 2 0,-2-2 4 0,1 0-3 0,-2-1 1 15,-2 0-7-15,-1-1 6 0,-1 0 1 0,-1 1-6 16,-3 0-2-16,0 0 3 0,-1 0-3 0,-1-4-4 16,1 8-15-16,-2-2-9 0,0 0-20 0,3 4-21 15,-3 2-38-15,7 3-37 0,-12-4-48 0,12 4-31 16,-14 4-181-16,7-2-435 0,7-2 193 0</inkml:trace>
  <inkml:trace contextRef="#ctx0" brushRef="#br0" timeOffset="26367.24">25702 8244 24 0,'0'0'268'0,"0"0"-26"0,3-9-26 0,-3 9-26 0,0 0-17 15,0 0-8-15,13 4 9 0,-5 1-14 0,0 2 5 16,1 3-15-16,2-1-19 0,0 4-10 0,-2 3-11 15,2-4-12-15,-2 2-6 0,0 3-8 16,0-3-5-16,-3-1-9 0,2-1-3 0,-4-3-5 0,-1 1-10 16,-1-1-3-16,2 0 1 0,-2-5 10 0,-2-4 8 15,2 7 10-15,-2-7 19 0,0 0-4 0,2 7-10 16,-2-7-4-16,0 0-11 0,0 0-7 0,0 0-7 16,-19-11-2-16,19 11-2 0,-8-9-4 0,6 3-9 15,-2-1-8-15,1 1-28 0,0-1-2 0,0-3-16 16,3-1-24-16,0 1-28 0,3-3-26 0,3 2-40 15,3-2-29-15,7 1-36 0,4-5-29 0,4 2-37 16,-6 8-190-16,1-1-493 0,7-1 219 0</inkml:trace>
  <inkml:trace contextRef="#ctx0" brushRef="#br0" timeOffset="26783.35">26281 8474 92 0,'0'5'298'0,"0"-5"-5"0,0 0-9 15,0 0-12-15,0 0-17 0,0 0-23 16,0 0-16-16,0 0-16 0,7-29-12 0,-2 17-15 16,1 2-12-16,7-5-16 0,-1-1-17 0,4-3-6 0,2-3-10 15,-3 8-10-15,6-8-14 0,-1 1-1 0,0 0-19 16,-2-2-10-16,3 0-4 0,-4-2-7 16,4 1-1-16,-4 0-11 0,-3-2-7 0,-1-1 0 15,1 1-2-15,-3 0-1 0,-2 3-2 0,-4 6 2 0,-1 2-3 16,-3 2-12-16,-1 1 25 0,-1 5-17 0,-1 0 4 15,-3-1-7-15,-2 5 3 0,-3 2-4 16,-2 2-10-16,-4 2 7 0,-4 8 2 0,-9 3-8 16,9 2-4-16,-3 4 7 0,1 0-7 0,6 1 0 0,4-5 0 15,4 1-12-15,3 2-7 0,5-1-8 0,3 1-3 16,1-1-5-16,8 6 3 0,-3-6-3 0,10 1 0 16,-1 1 1-16,3-4 12 0,-4 3-7 15,-2-8 1-15,0 4 5 0,-1-3 2 0,-3 0 3 0,-3-1-1 16,0-2 1-16,-2 2 1 0,1 0 2 0,-5 0 0 15,0-1 4-15,0-1-5 0,-4 1-8 0,0-3-8 16,0 1-12-16,-2-1-11 0,1-3-23 0,-3 2-23 16,0-1-31-16,0 1-24 0,6-6-39 0,-9 3-34 15,3 1-204-15,6-4-466 0,0 0 207 0</inkml:trace>
  <inkml:trace contextRef="#ctx0" brushRef="#br0" timeOffset="27149.68">26825 8143 175 0,'4'-5'260'0,"-2"2"-22"16,-2 3-18-16,5-7-11 0,-5 7 2 0,0 0-1 15,0 0-3-15,0 0-9 0,-5 29-18 0,1-12-11 16,0-3-6-16,1 3-20 0,1-2-17 0,0 1-7 16,0 1-12-16,2-2-11 0,2 1-7 0,0-4-9 15,3-1-8-15,-1 4-6 0,3-4-3 0,0-2-10 16,2-1 2-16,0 0-5 0,1-5-8 0,0 1 0 15,-3-2-4-15,1-1-5 0,-8-1-5 0,17-4 0 16,-9 0-6-16,1 0-3 0,-2-3 2 0,2 0-6 16,-4-2 1-16,-1-1 1 0,2 1-2 0,0-2 3 15,-2-1-9-15,-2-1-1 0,3 2 1 0,-3-5 2 16,0 4-6-16,0 2-2 0,0 0 0 0,0 1 3 16,0 2 0-16,-2 7-4 0,0-10 0 0,0 10-8 15,0 0 1-15,1-8-3 0,-1 8 2 0,0 0 4 16,0 0 1-16,0 0-1 0,-5 25 4 0,5-13 0 15,0-2-2-15,-2 0 2 0,4 3-1 0,0-1 4 16,1-1-3-16,4 6-5 0,0-6-27 0,1 2-17 16,1 1-42-16,1-5-51 0,-2-2-53 0,11-1-58 15,-2-2-66-15,-6-3-166 0,9-1-521 0,-5-1 231 16</inkml:trace>
  <inkml:trace contextRef="#ctx0" brushRef="#br0" timeOffset="27399.71">27245 8020 251 0,'2'-17'268'0,"-2"7"1"0,0 1 3 0,1 2-12 0,-1 7-18 15,2-10-20-15,-2 10-25 0,0-9-20 0,0 9-15 16,0 0 8-16,0 0 3 0,0 28 7 16,-3-11-13-16,1 9-15 0,-2 3-12 0,-2 0-11 0,0 3-10 15,2 1-21-15,1 0-7 0,-1 1-2 0,-4 1-12 16,6-1-11-16,-2 0-6 0,2-5 3 0,0 3-14 15,2 1-10-15,0-6-22 0,0-1-22 16,2-8-35-16,-4-2-35 0,2 2-31 0,-2-1-38 0,4-5-37 16,-4-1-20-16,1-1-49 0,1-4-16 0,0-6-223 15,-6 10-529-15,6-10 234 0</inkml:trace>
  <inkml:trace contextRef="#ctx0" brushRef="#br0" timeOffset="27634.67">27256 8168 140 0,'13'-14'189'0,"1"1"-2"0,3 3-2 0,0-1-9 0,1 4-7 15,-1 1-11-15,0 2-13 0,0 2-13 0,1 4-11 16,-5 0-5-16,4 4 3 0,-6 0 1 0,1 2-13 16,-4 2-5-16,-1 0-1 0,-3 0-5 0,3 3-7 15,-7 2-8-15,0-3-4 0,-7 3-9 0,1 0-4 16,-7-1-8-16,-2 1-12 0,-7 2-22 0,6-6-20 15,-4-1-30-15,-3 5-21 0,1-3-36 0,2-4-38 16,5-2-34-16,1-1-45 0,3-2-169 0,-1-2-401 16,5 2 177-16</inkml:trace>
  <inkml:trace contextRef="#ctx0" brushRef="#br0" timeOffset="27865.93">27614 7935 234 0,'2'-8'304'0,"0"2"-18"0,2 2-25 0,-4 4-15 16,4-8-21-16,-4 8-6 0,0 0 10 0,0 0 2 15,1 22-14-15,-2-5-3 0,1 3-27 0,-3 8-11 0,0 1-15 16,-1 0-15-16,2 2-11 0,-1-1-20 16,-2 0-14-16,1-1-4 0,1-2-13 0,0 0-9 15,-2 0 0-15,3-8-8 0,-1 10-7 0,-1-12-10 16,-1 4-7-16,3-4-40 0,2-1-37 0,-2 0-35 0,0-2-39 15,-3-1-48-15,3-1-59 0,0-3-49 16,2 2-45-16,-4-2-206 0,1-3-557 0,3-6 246 0</inkml:trace>
  <inkml:trace contextRef="#ctx0" brushRef="#br0" timeOffset="28119.6">27600 8141 122 0,'14'-13'217'0,"-1"2"-4"0,0-1 3 16,3 2-6-16,-5 4-9 0,5-1-15 0,-3 4-18 16,1 1-4-16,1 2-23 0,-1 0-13 0,-1 4-1 15,1 1-10-15,0 4-15 0,-6-3 3 0,2 4-2 16,-2-1-2-16,-3 3-11 0,-5 1-5 0,4-3-4 16,-6 6-4-16,-2-4-7 0,-2 4-8 0,-5-3-3 15,-1 0-7-15,-1-2-6 0,-2 2-10 0,0-3-14 16,1 1-23-16,-3 0-19 0,2-2-28 0,-2-2-28 15,4-1-35-15,0-3-52 0,3 0-45 0,-1 1-238 16,4-3-483-16,7-1 213 0</inkml:trace>
  <inkml:trace contextRef="#ctx0" brushRef="#br0" timeOffset="28336.2">27930 7935 43 0,'4'-7'286'0,"-2"3"-24"0,1-1-27 0,-3 5-9 16,0 0 4-16,0 0 0 0,0 0 3 0,12 18 7 16,-10-6-12-16,-2 6 1 0,0 1-35 0,0 5-6 15,-2-3-21-15,1 4-18 0,1 0-6 0,-4-6-23 16,3 5-4-16,-1-5-14 0,0-1-6 0,0 2-21 16,2-2-32-16,0-4-35 0,-2 2-42 0,4-3-44 15,-4-1-43-15,1-2-60 0,0 1-46 0,1-3-36 16,1-1-228-16,-1-7-529 0,0 0 234 0</inkml:trace>
  <inkml:trace contextRef="#ctx0" brushRef="#br0" timeOffset="28871.66">28056 8171 101 0,'7'-10'207'0,"-1"1"8"0,0 0 4 0,-3 4 2 16,0 0-6-16,-3 5-15 0,4-8-12 0,-4 8-15 15,4-3-1-15,-4 3-8 0,0 0-10 0,0 0-18 16,0 0-7-16,11 13-12 0,-9-9-19 0,3 3-8 15,-2-1 0-15,2 1-16 0,0-3-5 0,3 3-7 16,1-3-2-16,0 1-6 0,0-1-3 0,-1 0-8 16,4-1-1-16,-4-2-3 0,2-1-7 0,-3 1-2 15,-7-1 2-15,15-2-4 0,-9 2-3 0,-6 0-2 0,14-7-4 16,-7 3 1-16,-2 1 5 0,-5 3 7 16,6-8 12-16,0 4 7 0,-6 4 3 0,6-5-12 15,-6 5 3-15,5-5-5 0,-5 5-5 0,3-6 9 16,-3 6-10-16,0 0-3 0,0 0-4 0,0 0-8 15,0 0 17-15,11 13-1 0,-9 3 5 0,2 3 5 0,-4 7 18 16,5 3-2-16,-2 4-1 0,2 12 11 0,-1 5-7 16,1 0 11-16,-3-1-4 0,6 1 5 0,-2 0-6 15,0 0-1-15,-1-1-3 0,1-5-1 0,-1-8-6 16,0 10-4-16,2-13-9 0,-2-2 5 0,-2-1-10 16,2-1-5-16,-3-3-2 0,-1-7-1 0,0-2-3 15,-3 1-2-15,-2-2-7 0,-1-5-2 0,-3-1-10 16,-4 1-5-16,-4-4-11 0,-4-3 0 0,-8 2-4 15,2-8-5-15,-5 0-12 0,2-6 0 0,0 0-7 16,-3-4-15-16,0-1 0 0,4-4 10 0,-2-4-10 16,6 0 5-16,1-4 5 0,5 1-2 0,8-4-2 15,4-1-7-15,8-4-15 0,3-2 11 0,7-9-17 16,-2 10 3-16,11-13-2 0,3 4 4 0,0 4 0 16,-3 9 7-16,2 5 1 0,11-11 2 0,-6 15 1 15,-1-1-4-15,0 5-3 0,0-3-11 0,-2 4-14 16,6 3-14-16,-6 2-25 0,-4 4-35 0,5-3-34 15,3 1-37-15,1 2-39 0,-3 0-216 0,-5 1-529 16,6 2 233-16</inkml:trace>
  <inkml:trace contextRef="#ctx0" brushRef="#br0" timeOffset="29351.27">28831 8360 110 0,'4'-4'236'0,"7"-2"-21"0,-2-2-11 0,0-1-3 15,1 1-2-15,3-6-12 0,-3 3-13 0,3-2-14 16,0 1-8-16,1 0-15 0,0-2-18 0,-1 0-12 16,1 3-3-16,-1-3-4 0,-1 0-1 0,-2 0-11 15,2 3 2-15,-2-3 12 0,-1 2 2 0,-2 2-4 16,1-1 6-16,-1 3 1 0,-2-2 11 0,-1 4 6 16,-2 1 3-16,-2 5-3 0,6-8-6 0,-4 4-20 15,-2 4-16-15,0 0 0 0,0 0-7 0,0 0 3 16,0 0 3-16,0 0 6 0,-8 23-13 0,3-11-3 15,2-1-2-15,-3 3-10 0,4 0-2 0,0-3-10 16,1 3-2-16,1-3 0 0,1 2 0 0,3 0-12 16,0-3 0-16,3 2 0 0,0-4-13 0,3-2 4 15,3-2-6-15,8 1-3 0,-3-4-1 0,-1 1 8 0,-4-4-17 16,0 1-2-16,5-4 3 0,-4 1-7 0,-1-2 3 16,1-2-4-16,-5 0 0 0,2-3-4 0,-4 1-8 15,1-1 14-15,-2 0 0 0,0-5-3 16,-1 3 3-16,-1-2-4 0,0 4 3 0,-3-2 3 0,0 1-4 15,1 1-1-15,-4 1 3 0,4 3-6 0,-2 7 6 16,2-9-5-16,-2 9-4 0,0 0 3 0,0 0 4 16,0 0-8-16,0 0 3 0,0 0 2 0,-16 20-13 15,9-6 21-15,-2 2 4 0,0 0-3 0,2 0 2 16,0 3-5-16,0-1 4 0,-1 0 0 0,3 1 0 16,1-1-1-16,0 0 5 0,2 3-2 0,-1-4-21 15,2-3-31-15,1-2-45 0,-2 0-40 16,0-2-42-16,1-3-49 0,-1 0-54 0,2-7-56 0,-2 12-305 15,-4-10-687-15,6-2 305 0</inkml:trace>
  <inkml:trace contextRef="#ctx0" brushRef="#br0" timeOffset="29527.01">29035 7897 2957 0,'-6'-11'12'0,"-3"-2"26"15,2 3-12-15,1 2-12 0,1 3-1 0,-3 1-4 16,3-1-2-16,-4 0-1 0,5 1-4 0,4 4 0 16,-10-1-2-16,10 1-26 0,0 0-38 0,-11 1-52 15,11-1-47-15,0 0-57 0,-4 9-197 0,4-9-450 16,0 0 199-16</inkml:trace>
  <inkml:trace contextRef="#ctx0" brushRef="#br0" timeOffset="31516.26">29788 8195 93 0,'0'0'120'0,"0"0"-6"0,0 0-1 0,0 0-7 15,0 0-7-15,0 0-1 0,0 0-5 0,0 0-12 16,0 0 1-16,0 0-3 0,0 0 1 0,0 0-2 16,0 0-5-16,0 0 5 0,0 0-1 0,0 0-10 15,0 0 7-15,0 0 1 0,0 0-8 0,0 0 2 16,0 0-8-16,0 0-5 0,0 0 2 0,0 0 0 15,0 0-3-15,0 0-8 0,0 0 3 0,0 0-2 16,4 5 0-16,-4-5-5 0,0 0-4 0,0 0-2 16,0 0 1-16,0 0-1 0,0 0-6 0,0 0 3 15,0 0-3-15,0 0-3 0,0 0 1 16,0 0 0-16,0 0-3 0,0 0 0 0,0 0 1 0,0 0-2 16,0 0 1-16,0 0-2 0,0 0-2 0,0 0-2 15,0 0-1-15,0 0 1 0,0 0-1 0,0 0-2 16,0 0-2-16,0 0-2 0,0 0 1 0,0 0 1 15,0 0-4-15,0 0 1 0,0 0 3 0,0 0 1 16,0 0-2-16,0 0 1 0,0 0 3 0,0 0 2 16,0 0 0-16,0 0 6 0,0 0-4 0,0 0 3 15,0 0-3-15,0 0-2 0,0 0 0 0,0 0 0 16,0 0-1-16,0 0 2 0,0 0-3 0,0 0 3 16,0 0-5-16,0 0 13 0,-12-19-16 0,12 19 1 15,-4-5 1-15,4 5 9 0,0 0 3 0,-5-5-2 16,5 5 5-16,0 0 13 0,-7-3-10 0,7 3-8 15,0 0-2-15,0 0-1 0,-14 2 2 0,14-2-4 0,-13 7-2 16,5-3 0-16,0 2 1 0,1-2-4 16,-1 4-1-16,1-4-5 0,1 3 0 0,1 1 3 15,3-1-4-15,-1-1-4 0,0 2 5 0,3-8 9 16,2 16-17-16,0-8 6 0,5 1-1 0,-1 0 1 0,2 0-4 16,5 4 7-16,-4-6 1 0,1 2-4 15,0-1 1-15,2 6-1 0,-4-6 0 0,1 2-1 16,2-4 0-16,-1 3-2 0,-1-2 4 0,-3 2 13 15,-1-2-20-15,1 2 0 0,-3-2 2 0,1-3 8 0,-4 4-7 16,0-8-4-16,-7 15 0 0,-1-9-2 0,0 2-5 16,-10-3-8-16,3 1-9 0,-4 0 15 0,1-3-15 15,-1-2 4-15,3-1-3 0,1 0-3 16,0-1 6-16,3 1-4 0,4-1 6 0,-1-5 1 0,3 2-10 16,6 4-12-16,-6-11-5 0,4 4 3 0,4-3 2 15,3 0 1-15,5-2 8 0,4-2-1 16,4 2 0-16,3-4 0 0,1 1 1 0,4-3 14 15,-1 3-7-15,2-1 2 0,-3 0 3 0,4 2 4 0,-2-2 14 16,0 2 4-16,1-2-4 0,-3 2 3 0,-1 0 0 16,-5 2 2-16,-5 0-3 0,-1 1-1 0,-4 2 1 15,0-1 1-15,-2-1 5 0,1 1 2 0,-5 0 5 16,-2-1 11-16,0 1-6 0,-4 0 5 0,-1 3-4 16,-1 0 4-16,-2-1 2 0,-2 4 0 0,-3 0-5 15,-1 3-5-15,-5 1-1 0,0 1-4 0,-2 3 8 16,-7 3-7-16,3 2-6 0,7 0 1 0,-1 1 0 15,-6 7-2-15,9-6-2 0,-1 1 3 0,7 0-10 16,-3 0-20-16,5-1-32 0,5 0-30 0,-1-1-26 16,2 3-59-16,4-1-64 0,2-1-51 0,-2 0-174 15,5-2-497-15,-1-1 221 0</inkml:trace>
  <inkml:trace contextRef="#ctx0" brushRef="#br0" timeOffset="31916.49">30454 8083 199 0,'0'0'276'16,"5"-4"-18"-16,-5 4-20 0,6-5-4 0,-6 5-7 15,0 0-7-15,12 8-12 0,-8-3-10 0,2 3-15 16,-3 3-4-16,3 0-16 0,0 5-18 0,3 0-5 15,-1 3-11-15,2 3-9 0,-2-3-11 0,-2-3-12 16,1 0-15-16,-2-1-8 0,1 1-6 0,3-2 0 16,-3 1-9-16,0-5-3 0,-1 2-6 0,2-2-7 15,2-2 2-15,-1 0-13 0,-2-1-2 0,0-4 1 16,0 2 6-16,0-1 10 0,-2-1 7 0,-4-3-11 16,13 0 13-16,-13 0-3 0,11-7 0 0,-7 2 7 15,4-3 0-15,-3-1-7 0,0-2-5 0,0 2 0 16,-1-4-2-16,1-3-3 0,2 0-9 0,-4-2-2 15,0 1-2-15,2-3-4 0,0-5 2 0,-2 6-7 16,-1 0-2-16,1 1-1 0,-3-1-20 0,1 2-17 16,-2 1-9-16,1 6-29 0,0-2-42 0,-2 1-34 15,1 1-35-15,-3 2-32 0,2 3-34 0,2 5-43 16,-9-8-17-16,9 8-41 0,-8 0-169 0,8 0-546 16,0 0 241-16</inkml:trace>
  <inkml:trace contextRef="#ctx0" brushRef="#br0" timeOffset="32203.82">30851 8147 55 0,'4'2'271'16,"1"3"-20"-16,-5-5-5 0,5 6 3 0,-5-6-6 0,3 8-2 15,-3-8-9-15,1 8-13 0,-1-8-19 0,1 7-13 16,-1-7-21-16,0 12-12 0,3-6-11 16,-1 0-19-16,-2-6-13 0,6 12-8 0,-1-7-10 15,0 0-8-15,4 1-9 0,3-2-7 0,1 1-4 0,1-2-9 16,-1-2-5-16,-1 2 15 0,3-1-31 15,-3-4-3-15,0 0-4 0,0 0 4 0,-3-3-3 16,1 1-8-16,-2-1 1 0,-1-2 0 0,0-1-6 16,-1-1-2-16,-2-1-1 0,-3-1-1 0,0 0-1 15,-1 1-1-15,0 0 0 0,-2-2-5 0,-2 2 5 0,-1-1-6 16,0 3 4-16,-2 1-8 0,1 1 1 0,-3 0-7 16,-2 2-22-16,-1 2-34 0,-6 1-26 15,0 2-43-15,-1 3-51 0,-1-2-62 0,0 4-49 0,-1 0-217 16,3 0-552-16,6-2 245 0</inkml:trace>
  <inkml:trace contextRef="#ctx0" brushRef="#br0" timeOffset="32466.58">31153 8035 2289 0,'5'-17'142'0,"0"-1"-37"0,-2 4-9 16,-1 1 3-16,-1 3-10 0,2-1 8 0,-3 5 3 15,0 6 0-15,3-10-9 0,-3 10-9 16,1-7-10-16,-1 7-4 0,0 0 18 0,0 0 16 16,9 17-7-16,-8-6-9 0,-1 9 1 0,0 5-8 0,-1 1-4 15,3 0-13-15,-2 1 0 0,2-2-6 0,0 1-4 16,-1-1-7-16,-1 1-4 0,2 1 1 0,-1-8-18 16,-1 1-17-16,3-1-26 0,-3 0-32 0,0 0-47 15,1-8-40-15,0 1-49 0,0 1-60 16,1-5-49-16,-2 2-271 0,0-10-612 0,0 15 271 0</inkml:trace>
  <inkml:trace contextRef="#ctx0" brushRef="#br0" timeOffset="32706.36">31375 7941 169 0,'3'-10'273'0,"1"1"-6"0,-4 4-10 0,0 5-21 15,5-9-21-15,-5 9-16 0,0 0 5 0,0 0-17 0,0 0 8 16,4 20 1-16,-4-3-18 0,-2 1-13 0,-2 6-18 16,2 4-11-16,-2-1-15 0,1 1-14 15,1-3-3-15,-1-1-20 0,1 2-4 0,-2-3-7 0,3-1 0 16,0-5-14-16,-1 8-22 0,2-7-16 0,0-1-35 16,-1-3-36-16,0-4-61 0,-1 2-65 15,1-1-72-15,0-2-70 0,-2 3-160 0,3-12-517 0,-8 10 228 16</inkml:trace>
  <inkml:trace contextRef="#ctx0" brushRef="#br0" timeOffset="32850.72">31312 8057 191 0,'7'-3'189'0,"-2"-1"-32"16,3 1-36-16,4 2-38 0,7 0-56 0,-6 2-59 15,4 5-91-15,-3-1-133 0,2 1 59 0</inkml:trace>
  <inkml:trace contextRef="#ctx0" brushRef="#br0" timeOffset="33233.48">31506 8297 49 0,'5'-7'232'0,"4"-1"-5"0,-1-1-8 15,4-3-2-15,2 1-17 0,-2 0-15 0,1 0-15 16,0-3-3-16,0 1-26 0,1-1-8 0,0 0-15 16,2 0-9-16,-4-2-12 0,5 2-3 0,-5 0 1 15,-3-1 2-15,-1 4-3 0,-2 3 10 0,-1 0-3 16,-1 2 3-16,-2-1-3 0,1 1-5 0,-3 6-8 16,0 0-7-16,-4-12-11 0,4 12-7 0,-13-1 2 15,2 2-8-15,0 1-7 0,0 0-3 0,-2 4-5 16,1-1-1-16,0 2 3 0,3 0-23 0,1 2 4 15,4-2-12-15,0 3-10 0,3-3-7 0,-1 3-6 16,5-1 0-16,1 1 3 0,0-1-12 0,4 0-4 16,-2 0-1-16,2 1 3 0,-1-2 5 0,1 1 0 15,-1 1 1-15,-2-1 0 0,1-1 9 0,-1 3-5 16,-1-3 2-16,-3 1-2 0,2 0 14 0,-3 1-13 16,0-10 8-16,-3 13-2 0,1-6-4 0,-2-2-2 15,-1 2-10-15,-3 3-6 0,2-6-18 0,-5 2-23 16,1-2-21-16,0 1-29 0,-2 0-42 0,-1-3-29 15,0 0-49-15,-5-2-208 0,1-2-481 0,3 2 213 16</inkml:trace>
  <inkml:trace contextRef="#ctx0" brushRef="#br0" timeOffset="33382.19">31382 8047 90 0,'5'-3'223'0,"5"-2"-20"0,0-1-20 0,3 2-22 16,6 0-16-16,-1 1-28 0,2 0-51 0,9 2-72 16,0-2-80-16,-6 3-97 0,6 0-198 0,1 0 88 15</inkml:trace>
  <inkml:trace contextRef="#ctx0" brushRef="#br0" timeOffset="33529.46">31999 8209 210 0,'0'0'302'0,"0"0"-14"0,0 0-27 0,0 0-17 16,0 0-25-16,0 0-26 0,0 0-46 0,0 0-59 15,0 0-69-15,0 0-93 0,0 0-85 0,0 0-131 0,0 0-314 16,0 0 139-16</inkml:trace>
  <inkml:trace contextRef="#ctx0" brushRef="#br0" timeOffset="37001.51">4991 9982 26 0,'-3'-6'231'0,"-3"-2"-4"0,1-1 3 0,-2 2-7 16,-2 0-16-16,1-1-7 0,-1 4-13 0,-1 0-7 16,1 1-11-16,-5 0-16 0,-3 2-9 0,3 2-9 15,0 0-9-15,-4 7-10 0,2-3-11 0,-3 7-11 16,3-3-6-16,0 4-8 0,-2 6-6 0,0 1-6 15,2 1 19-15,2-1-2 0,5-2-16 0,2 2-7 16,0-2-4-16,5 1-11 0,-1-1-3 0,5-1-3 16,-1 2-2-16,5-3-7 0,2 1 7 0,1-2-14 15,2-2-3-15,2-1 1 0,4-1-11 0,-1 0 1 16,-4-5-5-16,4 3 0 0,2-5-3 0,-2-2 2 16,0 1-7-16,1-3 4 0,-4-2 6 15,-1 0-5-15,1-3 5 0,0 0-2 0,-3-2-2 0,1 0 4 16,-4-4 0-16,1 3 4 0,1-7 0 0,-4 4-2 15,-1-4 0-15,-3-2-4 0,4 0 2 0,-4-1-3 16,2 3 0-16,-2-4 1 0,0 3-2 0,-1-1 2 16,2 6 3-16,-2-2-4 0,0 3 6 0,0 3 7 15,0 7-6-15,1-10 7 0,-1 10-9 0,-1-10-8 16,1 10-4-16,0 0 0 0,0 0 0 0,0 0-8 16,0 0 8-16,0 0-5 0,0 0 7 0,2 34 0 15,1-8-2-15,-3-8 0 0,1 8 11 16,0-6-15-16,1 5 4 0,3 0-4 0,0 1-21 0,0-8-20 15,0 5-34-15,0-5-41 0,-1 1-55 0,1-2-60 16,2 2-37-16,-1-3-246 0,-2 0-560 0,1-4 248 16</inkml:trace>
  <inkml:trace contextRef="#ctx0" brushRef="#br0" timeOffset="37386.62">5213 10196 213 0,'3'-5'227'16,"-3"5"-16"-16,0 0-3 0,0 0-17 0,0 0-7 15,9 10-9-15,-9-10-11 0,1 14-20 0,-1-5-11 16,2 2-9-16,0-1-15 0,-2-1-11 0,0 2-10 16,2-1-9-16,-2-3-6 0,0-7-7 0,1 9-5 15,-1-9-5-15,-1 9-3 0,1-9 7 0,1 7 14 16,-1-7 7-16,0 0 17 0,1 7 9 0,-1-7 11 15,0 0 8-15,0 0-15 0,0 0-10 0,0 0-11 16,0 0-8-16,0 0-19 0,0-29 2 0,1 19 1 16,-1-3-20-16,4-2-3 0,0-1-9 0,1-2-7 15,2 2 2-15,-1-1-8 0,3-2-12 0,1 4 6 16,2 2-5-16,-6 3-3 0,1 0 0 0,0 3-1 0,-3 1-3 16,0 0-6-16,1 2 0 0,-5 4 1 15,10-1-3-15,-10 1 2 0,13 5-1 0,-7 4 7 16,1-3 2-16,-1 3-3 0,3 5-1 0,0 0-8 0,-4 1-22 15,2 2-26-15,-2-1-23 0,0 1-26 16,1 0-45-16,-2 1-49 0,0-3-66 0,1 3-54 16,-4-4-174-16,4-3-531 0,2-2 236 0</inkml:trace>
  <inkml:trace contextRef="#ctx0" brushRef="#br0" timeOffset="37835.29">5750 10072 203 0,'-3'-8'312'0,"-4"-1"-13"0,1 4-15 0,2 1-17 15,4 4-21-15,-18-1-20 0,8 4-17 16,0 4-13-16,-4 3-19 0,-3 4-11 0,-3 3-13 16,2 5-5-16,-1-1-19 0,1 1-5 0,5 0-15 15,3-5-12-15,1 0-13 0,2 1-7 0,3 0-5 0,2 0-7 16,2 1-8-16,2-2-8 0,5-4-3 0,3 2-16 15,-4-4-2-15,3-3-8 0,2-1-19 0,0-1-12 16,5 2-9-16,-3-6-2 0,2-1-2 0,-1-1 3 16,-2-3 1-16,1-1 1 0,-1-2 0 15,-3-1 2-15,2-5 5 0,-1-2 3 0,1 0 0 0,-6-3 13 16,-1-1 3-16,3-7 5 0,-3 0-4 0,-5-1 0 16,1-1 1-16,0-3 0 0,-2 3 2 15,1-2 3-15,-3 0 1 0,2-4 8 0,-1 1 7 16,0 0-11-16,0 1 17 0,-3 5 19 0,7 7-2 15,-5 1 3-15,0 0 10 0,3 7 1 0,-1 3-4 0,2-2-18 16,0 10 4-16,-2-9-7 0,2 9-22 16,-1-9 11-16,1 9-6 0,0 0-2 0,0 0-5 0,0 0 9 15,-3 30 1-15,2-6-3 0,0 9 5 0,-2 2-6 16,1 11-3-16,2-13 0 0,0 3-2 0,-2 0-1 16,5-3-17-16,-2-1-27 0,3 2-31 15,1-2-41-15,0 0-52 0,-2-3-59 0,1 0-65 0,2-3-62 16,-1 0-257-16,1-8-641 0,2-1 284 15</inkml:trace>
  <inkml:trace contextRef="#ctx0" brushRef="#br0" timeOffset="38117.69">6400 9990 35 0,'1'-8'367'0,"0"0"-31"0,-1 8-30 16,2-10-25-16,-1 5-31 0,-1 5-27 0,0 0-12 16,0 0-2-16,0 0-3 0,0 0-6 0,4 27-6 15,-3-10-25-15,0 2-10 0,3 5-13 0,-3 1-12 16,1 0-16-16,-4-6-8 0,4 8-11 0,-2-4-9 16,2 3-9-16,-2-2-3 0,5-6-13 0,-5 2-2 15,1-2-20-15,-1 1-46 0,2-4-28 0,-4-2-32 16,4-2-35-16,-4 2-34 0,2-2-43 0,-1 0-47 15,-1-2-36-15,-1-1-47 0,-1-2-176 0,-1-2-522 16,5-4 231-16</inkml:trace>
  <inkml:trace contextRef="#ctx0" brushRef="#br0" timeOffset="38685.37">6378 10196 25 0,'4'-10'176'0,"0"-1"-11"0,2 0-6 16,-1 1-11-16,3 0-6 0,3-3-14 0,1 0-9 15,-1 1-19-15,1 0-6 0,-1-1-1 0,2 0-11 16,0 0-3-16,-5 4 0 0,1-1-3 0,-2 0 4 16,1 1-1-16,-2-1-4 0,1-2-6 0,-3 4-5 15,1-2-2-15,-2 2 3 0,-1-1-4 0,-1 0 2 16,4 3 0-16,-5 6-3 0,3-12-5 0,-3 12-7 16,1-7-1-16,-1 7-14 0,0 0-2 0,0 0-5 15,0 0 10-15,0 0 1 0,0 0 1 0,1 33 2 16,0-13 2-16,-3 5-3 0,-1 0-3 0,1 4-2 15,-1-4-4-15,-1 1-3 0,2 1 0 0,1-4-5 16,-1-4-2-16,4 0-2 0,-4-1-2 16,2-1 1-16,2-7-3 0,-2 1 0 0,0 0-3 15,0-3 0-15,0-1-1 0,1 0 3 0,-1-7-7 0,2 8-4 16,-2-8-5-16,0 0-2 0,2 9 0 0,-2-9-2 16,0 0 4-16,0 0-2 0,0 0 0 0,18-9-2 15,-9 5 4-15,1 0 0 0,-1-1 1 0,2 2-3 16,1 1 1-16,-2 0 1 0,-1-1 4 0,2 3-1 15,0 1 4-15,1 1 5 0,0-1 7 0,1 1 1 16,1-1 1-16,2 3 6 0,0-3-1 0,0 2 4 16,5-1-2-16,-2-2 3 0,0-1 4 0,0-1 3 15,3-4-2-15,-3 3-3 0,2-4-2 0,-2-2-3 16,0 2 1-16,-1-1 0 0,0-1-1 0,-7 2-6 16,-3-1 7-16,1 1 2 0,0-3-2 0,-3 0 5 15,-1-2 2-15,-2 3 2 0,-1-3-7 0,0 1-2 16,-2 0-2-16,0 1-8 0,-3 0 5 0,1-1-3 15,-4 2 3-15,3 0 4 0,-1 3 0 0,-1 0 0 16,5 6-4-16,-9-7-7 0,9 7-6 0,-13 1-1 0,3 6 0 16,-3 3 0-16,-1 4-4 0,4 0 1 15,-1 2-2-15,0 0-23 0,2 6-26 0,4-5-30 16,2-1-47-16,1 1-47 0,2-2-52 0,2 1-36 16,3 0-57-16,-1-5-161 0,4 0-517 0,5 0 229 15</inkml:trace>
  <inkml:trace contextRef="#ctx0" brushRef="#br0" timeOffset="110517.42">11983 5846 147 0,'0'0'171'15,"-5"-5"-2"-15,5 5-12 0,0 0-12 0,-6-4-4 16,6 4-4-16,0 0-2 0,-10-4-8 0,10 4-1 16,0 0-4-16,-6-5-9 0,6 5-2 0,0 0-1 15,0 0-11-15,-7-4-11 0,7 4-11 0,0 0 0 16,0 0-7-16,0 0-12 0,0 0-3 0,0 0-6 16,0 0 3-16,0 0-12 0,0 0-9 0,0 0-3 15,0 0-3-15,0 0-5 0,0 0-1 0,0 0-5 0,24-6-5 16,-7 3-3-16,3 1-3 0,1-2-16 15,0 0-9-15,6 0-19 0,-4 2-21 0,-2-2-20 16,-2 0-22-16,0 2-24 0,1-1-23 0,-6 0-18 16,-1 2-12-16,0-1-116 0,-2 2-321 0,-4-1 142 15</inkml:trace>
  <inkml:trace contextRef="#ctx0" brushRef="#br0" timeOffset="110900.97">12109 5779 78 0,'-2'10'114'0,"1"-3"9"16,0 2-10-16,-1 4-7 0,2 2-2 0,-1 3-4 15,2 0-1-15,-1 8-2 0,2-6-1 0,-1 6-7 16,0 0 2-16,3 0-7 0,-4 0-7 0,4-1 0 16,-1 1-7-16,-1-7-8 0,-1 0-4 0,3-2-1 15,-2 3-5-15,0-4-9 0,-2 1-3 0,0-3-1 16,0-2-6-16,0 3-2 0,1-3-4 0,-2-3-2 15,1 1-3-15,0-1-1 0,-2-3 0 0,2-6 1 16,-4 11 0-16,1-6-3 0,3-5-1 0,-9 7-1 16,4-6 5-16,5-1-9 0,-10 4-5 0,3-1 5 15,7-3-3-15,-14-3 1 0,14 3 0 0,-13-4 1 16,5 1-1-16,8 3 3 0,-12-4 15 0,12 4 4 16,-9-4 3-16,9 4 4 0,-6-4-6 0,6 4 2 15,0 0-2-15,-6-4 0 0,6 4-3 0,0 0-9 16,0 0-5-16,-6-3 0 0,6 3-9 0,0 0-5 15,0 0-7-15,22-10-8 0,-9 6-5 0,-1 1-17 16,7 0-17-16,-2-1-25 0,3-1-20 0,0 1-22 16,9-3-12-16,-10 2-4 0,2-2-27 0,0 3-17 15,0-1-95-15,0 1-295 0,-2-2 130 0</inkml:trace>
  <inkml:trace contextRef="#ctx0" brushRef="#br0" timeOffset="111117.5">12442 6078 33 0,'4'-8'169'0,"-4"8"-2"0,0-7 0 16,0 7 0-16,0 0-7 0,2-8-4 0,-2 8-18 16,0 0-8-16,0 0-12 0,0 0-19 0,0 0-4 15,0 0 1-15,0 0-1 0,0 0-1 0,-5 27-6 16,3-10-5-16,0-3-8 0,0 1-9 0,-2 4-4 16,2 1-4-16,2-4-6 0,-3 3-6 15,3-3-7-15,-3 0 1 0,3 3-9 0,-2-2 1 0,4-5-10 16,-2-1-26-16,0 1-22 0,3 1-31 0,-3-4-20 15,3 2-44-15,-2-2-29 0,2 1-28 0,-1-1-150 16,-2-2-355-16,0-7 157 0</inkml:trace>
  <inkml:trace contextRef="#ctx0" brushRef="#br0" timeOffset="111500.7">12460 6072 30 0,'0'0'163'0,"9"-9"-12"0,-9 9-9 0,12-4-7 16,-4 1-3-16,-8 3-9 0,15 0-14 0,-15 0-2 15,21 5-6-15,-12-2-10 0,1 1-8 0,2 0-5 16,-3 1-11-16,-1 0-4 0,-3 0-5 0,2 3-8 16,-2-1 1-16,-1 4-3 0,-4-3-6 0,0 4 3 15,0-12-7-15,-4 21-8 0,4-12-2 16,-5 3-6-16,-2-2-13 0,3-2-9 0,-1 3-11 0,1-2-12 15,0-1-4-15,4-8-15 0,-5 13-6 0,5-13-10 16,0 13 2-16,0-13 1 0,0 12-2 0,0-12 12 16,7 11 0-16,-3-7 5 0,-4-4 3 0,11 12 1 15,-4-6-1-15,2 1 9 0,0-1 2 0,-2 0 6 16,4 1 7-16,-4-1 2 0,-1-2 8 0,-1 3 5 16,-5-7 4-16,10 11 16 0,-6-6 11 0,0 1 10 15,-2 0 8-15,-2-6 2 0,0 10 5 0,0-10-4 16,-9 12-5-16,3-6-1 0,-4 0-5 0,2-1-9 15,-1-1-4-15,-3 2-10 0,1-3-17 0,-3 1-17 16,-1 0-38-16,-3 0-32 0,5-3-47 0,0 2-127 16,-4-3-279-16,-1 0 123 0</inkml:trace>
  <inkml:trace contextRef="#ctx0" brushRef="#br0" timeOffset="111699.17">13017 6119 107 0,'0'0'187'0,"10"-1"-14"0,-3-2-18 0,-7 3-17 16,16-2-9-16,-7-2-17 0,4 1-13 0,1 2-9 16,-1 0-11-16,1-1-24 0,-1 2-41 0,6 0-42 15,-9 0-44-15,-1 0-34 0,-1 2-83 0,-8-2-205 16,10 4 91-16</inkml:trace>
  <inkml:trace contextRef="#ctx0" brushRef="#br0" timeOffset="111867.73">12985 6257 76 0,'0'0'199'0,"-5"4"-7"16,5-4-12-16,0 0-5 0,0 0-8 0,0 0-10 15,-2 8-3-15,2-8-13 0,0 0-9 0,22 1-14 16,-5-2-13-16,4-1-21 0,0-1-21 0,6-2-35 15,4 0-51-15,1 1-73 0,1-3-78 0,-5-2-106 16,3 2-303-16,3-2 134 0</inkml:trace>
  <inkml:trace contextRef="#ctx0" brushRef="#br0" timeOffset="122595.96">9014 5417 59 0,'-13'-14'109'0,"13"14"-21"0,0 0-1 16,0 0-5-16,0 0-2 0,-4-5-5 0,4 5-12 16,0 0 0-16,0 0-6 0,0 0-10 0,0 0 3 15,0 0-3-15,0 0-10 0,0 0-4 0,0 0 0 16,-5-9-4-16,5 9-7 0,0 0-1 0,0 0-1 16,0 0-4-16,0 0-1 0,0 0-10 0,0 0 11 15,0 0-8-15,0 0 0 0,0 0 6 0,0 0-15 16,0 0-2-16,0 0 2 0,0 0-15 0,0 0 4 15,0 0 5-15,0 0 4 0,0 0-5 0,0 0 23 16,0 0-12-16,29 7-8 0,-20-4 8 0,4-1 0 16,-3-1-2-16,3 0 4 0,5 2-7 0,1-1 3 15,0 0-7-15,1-2 6 0,2 3 0 0,-1-2-2 16,5 2 1-16,2-3 3 0,-7 0-1 0,7 2 4 16,1-2-4-16,0 2-1 0,0 2-2 0,2-4 2 15,1 0 6-15,-3 3-2 0,2-3-2 0,-1 1 4 16,2 2-7-16,0-1 5 0,-1 0 0 0,0 0-5 15,-2 1 5-15,0-1-2 0,2-1-3 0,-3 0 3 16,4 0 5-16,-1 2-4 0,0-3 8 0,-2 1-12 16,4 0-9-16,0-1 13 0,3 0-3 0,1-1-2 15,0 1 11-15,-1-3-15 0,1 5 16 0,0-5-10 16,0 6-5-16,0-3 13 0,-1 2-14 0,1 0 7 16,3-2-8-16,-3 0-3 0,0 0 12 0,-1 0 0 15,-1 2 2-15,2-2-7 0,0-2 12 0,1 2-11 16,-1-3 1-16,0-1 6 0,0 3 4 0,0-2-2 15,0 2 2-15,0-2-5 0,1-1-1 0,1 2 2 16,-2 1 0-16,1-1-18 0,-1 1 18 0,1 0-2 16,1-1 4-16,-3 1-2 0,2 1 0 0,-1-1-2 15,1 1 0-15,-1-3-6 0,-1 3 4 0,-1 1 2 16,-1-1 8-16,2 2-3 0,-4-2-8 0,2 0-3 16,0 1 6-16,-3 2-5 0,1-3-8 0,2 1 8 15,-1-2-4-15,1-1 7 0,1 2-4 0,-2 0 7 16,3 0 1-16,1-1-1 0,-5-2 3 0,4-3-6 15,-3 2-3-15,3 2 8 0,-5 0 3 0,3-2-4 16,-3 2-4-16,-1-4 3 0,1 0-10 0,-4 3 6 16,2-1 5-16,-8-1-3 0,-3 1 7 0,2 0 1 15,-1 1-3-15,2 1 1 0,-2-2-1 0,-4 0 4 16,1 3 4-16,-3-1-7 0,-2 0 8 0,-1 1-12 16,0-1 7-16,-3 0 0 0,-7 2 6 0,14-1 11 15,-8 1-9-15,-6 0 7 0,0 0 5 0,14-3-4 16,-14 3 8-16,0 0 5 0,7-2-5 0,-7 2 8 15,0 0 3-15,0 0 7 0,0 0 4 0,11 1 2 16,-11-1-4-16,0 0-2 0,0 0 4 0,0 0 0 16,0 0 5-16,0 0-5 0,6-3-1 0,-6 3-2 15,0 0-2-15,0 0-4 0,0 0-7 0,0 0-1 16,0 0-5-16,0 0-4 0,0 0-3 0,0 0 3 16,0 0-10-16,0 0-3 0,0 0-4 0,8-2-14 15,-8 2-14-15,0 0-18 0,0 0-20 0,0 0-30 16,0 0-29-16,0 0-21 0,0 0-30 0,6-2-28 15,-6 2-140-15,0 0-357 0,0 0 158 0</inkml:trace>
  <inkml:trace contextRef="#ctx0" brushRef="#br0" timeOffset="124685.22">16799 5057 61 0,'0'0'77'0,"-7"-2"-15"0,7 2-1 15,0 0-9-15,0 0-2 0,0 0-5 0,0 0-8 16,0 0-4-16,0 0-1 0,0 0 6 0,0 0 6 0,41 5-3 16,-24-2-1-16,4 0-16 0,11 1 15 0,2-2-7 15,1-1-1-15,5 1 12 0,16 2-2 0,4-2 6 16,3-1-4-16,1-2 4 0,2-2 2 15,30-1-6-15,-31 2 11 0,31 0-7 0,-4-8 1 16,-2 6-6-16,-27 1-4 0,28 0 0 0,-1 3-4 16,-29 0 0-16,4 0 0 0,0 0 0 0,-1-2-1 15,-1 0 0-15,0 2 2 0,-2 0-7 0,2-1 2 16,-3-2 5-16,-6 4 1 0,-2-2-3 0,-14 0-6 16,-1 0 5-16,-1 1-2 0,-3-3-7 0,-2 3-1 15,-3 0 1-15,-9 0 4 0,-2 0-8 0,-5-1 0 16,-4 1-3-16,0 0 0 0,-8 0 3 0,15 0 10 0,-15 0 8 15,9 0 10-15,-9 0 9 0,0 0 7 0,10 1 4 16,-10-1-2-16,0 0 3 0,6 1-4 16,-6-1-1-16,0 0-4 0,0 0-8 0,0 0-6 15,0 0-3-15,0 0-17 0,0 0-14 0,0 0-22 16,0 0-17-16,0 0-56 0,0 0-38 0,0 0-49 16,0 0-45-16,0 0-153 0,-30 7-399 0,20-2 176 15</inkml:trace>
  <inkml:trace contextRef="#ctx0" brushRef="#br0" timeOffset="127951.03">14085 5941 57 0,'0'0'171'0,"0"0"0"0,0 0 1 0,0 0-14 0,0 0 1 0,0 0-6 16,0 0 0-16,0 0-8 0,0 0-1 16,0 0 0-16,-4-7-11 0,4 7-4 0,0 0 1 15,0 0-4-15,0 0-1 0,0 0-2 0,0 0-1 16,0 0 0-16,0 0-2 0,0 0-3 0,0 0-1 15,0 0-6-15,0 0-9 0,-2-7-14 0,2 7-11 0,0 0-6 16,0 0-5-16,4-14-11 0,-4 14-9 16,2-8 2-16,2 2-17 0,0 0-5 0,5 0-3 15,-1 0-2-15,1 0-5 0,1 1-6 0,0 1 0 16,1-1-5-16,1 4-3 0,1 0-1 0,1 2 1 16,-3 0-4-16,0 4-1 0,3 0 6 0,-4 2-4 15,1 1-1-15,-3 1 0 0,1 2-4 0,-1 2-11 16,2 2 0-16,-6-3-2 0,1 2 4 0,-1-1-2 15,-4 3-1-15,-2-4 1 0,0 7 2 0,-2 0 1 16,-5-2 3-16,2 0-6 0,-5-1 2 0,2 0 3 16,-3-2 0-16,-1 0 1 0,0-3 4 0,0-3-5 0,-2 1 2 15,6-2 3-15,-1-2 0 0,-1-1 4 0,1 0 0 16,0-2 4-16,-1 2-3 0,4-4 1 16,1 1 2-16,7-1 1 0,-12-1-2 0,12 1 4 15,-11-1 2-15,11 1-2 0,-7-3 1 0,7 3 2 16,0 0-4-16,-9-4 0 0,9 4-3 0,0 0-1 0,0 0-1 15,0 0-2-15,0 0-2 0,0 0 4 16,0 0-3-16,0 0 0 0,0 0 0 0,0 0 0 16,0 0 2-16,25-1 3 0,-25 1 0 0,16 5-2 15,-8-2 3-15,2 2 2 0,1-1-7 0,-2 3 5 16,2-2-2-16,1 1 0 0,1-1-5 0,0 2-35 0,-3-1-39 16,2-1-50-16,0 1-59 0,1 0-50 0,2 0-216 15,-5-1-493-15,7-1 219 0</inkml:trace>
  <inkml:trace contextRef="#ctx0" brushRef="#br0" timeOffset="128216.68">14689 6054 128 0,'0'0'271'0,"0"0"-20"0,0 0-14 0,0 0-10 15,0 0-14-15,0 0-16 0,0 0-9 0,0 0-18 0,1-8-12 16,-1 8-12-16,0 0-9 0,8-2-8 16,-8 2-8-16,12-1-6 0,-5-1-9 0,4 0-3 15,2 1-10-15,0-3-8 0,1 4-12 0,-1-3-4 16,1 1-7-16,0 0-9 0,-3 0 0 0,2 2-10 0,-1-3-7 16,-2 2-1-16,1 0-20 0,-1 0-26 0,-1 0-15 15,0 1-39-15,-9 0-34 0,14 0-33 16,-6 0-44-16,2 0-39 0,1 0-32 0,-2 1-178 15,-9-1-458-15,18-2 203 0</inkml:trace>
  <inkml:trace contextRef="#ctx0" brushRef="#br0" timeOffset="128537.44">15254 5792 298 0,'-5'-5'297'0,"2"0"-11"0,-2 0-7 16,5 5-10-16,-11-9-5 0,5 7 5 15,6 2-32-15,-5-6-9 0,5 6-6 0,-4-7-16 16,4 7-23-16,0 0-21 0,0 0-17 0,-5-6-18 16,5 6-17-16,0 0-15 0,0 0-9 0,0 0-10 0,0 0-7 15,6 30-10-15,0-12-6 0,-4 1-4 0,6 5 6 16,-3 4-9-16,0-3-6 0,0-1 11 15,-1 3-11-15,1-2 0 0,0-6-3 0,-1 6-1 16,0-5-16-16,-2 5 6 0,0 1 2 0,0-2-2 16,1-2-21-16,-1-5-31 0,1-1-28 0,-2 1-48 15,-1-3-42-15,3-4-49 0,-4 2-60 0,3-1-44 16,-2 0-43-16,0 0-179 0,1-5-562 0,3-2 250 16</inkml:trace>
  <inkml:trace contextRef="#ctx0" brushRef="#br0" timeOffset="128722.33">15527 5979 235 0,'0'0'278'0,"4"-6"-17"0,-4 6-9 16,0 0-12-16,1-6-17 0,-1 6-19 0,0 0-24 16,0 0-18-16,0 0-20 0,0 0-17 0,4-7-15 15,-4 7-28-15,0 0-33 0,0 0-30 0,0 0-34 16,0 0-42-16,0 0-60 0,10 12-49 0,-6-7-45 15,-4-5-122-15,6 9-361 0,1-6 160 0</inkml:trace>
  <inkml:trace contextRef="#ctx0" brushRef="#br0" timeOffset="129182.63">15889 5759 47 0,'-6'-6'244'0,"1"0"-6"15,-5 2-23-15,1 0 1 0,-1 2-19 0,-3 1-12 16,-1 1-11-16,0 1-17 0,-3 4-8 0,1 3-13 16,0 2-13-16,0 2 0 0,1 1-18 0,2 1-10 15,1 2-10-15,3 0-12 0,-1-2-8 0,4 0-1 16,4 0-10-16,1-2-2 0,1-1-7 0,1 0-6 16,3 0-1-16,2-1-2 0,0-1-8 0,3 0-13 15,0-4-4-15,0 1-8 0,2-2-3 0,1 0 2 16,0-2-4-16,-1-2 0 0,2 0-2 0,-3-3-1 15,-1 0-2-15,1 1 6 0,-1-4-2 0,-2-1 4 16,2-1-2-16,-1-1 4 0,0-1-1 0,-2 1 0 16,-1-4 5-16,0 3 0 0,1-2 1 0,-5 0 10 15,3 0-2-15,-1 1 4 0,0 2 3 0,-2 2 2 0,0 1 7 16,-1 6-5-16,4-8-3 0,-4 8-6 16,3-8-5-16,-3 8-1 0,0 0-4 0,0 0 10 15,0 0 6-15,0 0 12 0,5 19 7 0,-5-7 0 16,1-2 5-16,1 7 0 0,-1-1 3 0,0 3 1 15,1-2 3-15,-2 0-4 0,-2 1-2 0,2 0-5 0,0-1-6 16,2 2-5-16,-4-2 5 0,2 1-6 16,0 0-1-16,0-2-4 0,2 0-16 0,-2 0-24 15,0-3-23-15,0 0-31 0,2-4-40 0,-1 3-48 16,2-4-42-16,-3-8-44 0,2 15-27 0,1-8-223 16,-3-7-531-16,8 10 235 0</inkml:trace>
  <inkml:trace contextRef="#ctx0" brushRef="#br0" timeOffset="129535.26">16143 5734 173 0,'0'0'214'0,"0"0"-24"0,0 0-19 0,0 0-13 15,0 0-20-15,8-9-15 0,-8 9-9 0,12 2-13 16,-12-2-8-16,18 0-12 0,-5 0-5 0,-1 1-10 15,3-1-5-15,2 1-6 0,0-1-6 0,0 0-5 16,0 2-6-16,-4-1 1 0,-1-2-8 0,1 1-6 16,-4 1 2-16,1 1-2 0,-1-2-2 0,-9 0-4 15,12 2-2-15,-5-1-5 0,-7-1-2 0,9 4 2 16,-4-1 4-16,-5-3 13 0,7 9 15 0,-1-2 13 16,-2 3 6-16,-2 0 8 0,2 7 12 0,-2-1-2 15,-1 0 5-15,-1 2 0 0,1-1 0 0,-1 2-4 16,-1 0 1-16,0 0-4 0,-1 1-7 0,-2-1-1 15,3-1-10-15,-3 0-6 0,3 0 5 0,-3 0-11 16,2-1 3-16,1-2-13 0,-1 3-4 0,1-1-7 16,-2-2 0-16,3-5-24 0,0 0-33 0,-1 1-35 15,0-2-45-15,0 0-46 0,1-9-57 0,0 12-47 16,-2-6-218-16,2-6-515 0,0 0 228 0</inkml:trace>
  <inkml:trace contextRef="#ctx0" brushRef="#br0" timeOffset="129716.29">16292 5961 88 0,'0'0'263'0,"0"0"-24"16,-3-6-22-16,3 6-16 0,0 0-21 0,0 0-14 16,0 0-21-16,0 0-16 0,0 0-17 0,13-7-25 15,-2 5-31-15,6-3-46 0,3 0-48 0,8 0-51 16,4-3-58-16,0 3-124 0,-1-2-291 0,3 0 129 15</inkml:trace>
  <inkml:trace contextRef="#ctx0" brushRef="#br0" timeOffset="129871.2">16915 5840 205 0,'10'0'245'0,"-10"0"-14"0,9-2-9 16,-9 2-1-16,0 0-5 0,0 0-19 0,9 0-17 15,-9 0-17-15,0 0-11 0,13-3-19 0,-7 1-15 16,-6 2-13-16,17-5-11 0,-7 2-28 15,-2 1-32-15,1-2-46 0,3 3-40 0,-1 1-37 0,0 0-39 16,1 1-34-16,-3-1-31 0,-3 2-132 0,-6-2-351 16,8 6 156-16</inkml:trace>
  <inkml:trace contextRef="#ctx0" brushRef="#br0" timeOffset="130009.37">17043 5904 61 0,'-5'5'179'0,"-3"0"0"16,3 2-4-16,0-3 0 0,-2 2 2 15,2-3 0-15,5-3-1 0,-7 6-8 0,3-3-11 0,4-3-10 16,-6 5-18-16,6-5-8 0,0 0-8 0,-1 7-6 15,1-7-15-15,0 0-10 0,0 0-17 0,14 5-19 16,-2-5-41-16,6-3-53 0,3 0-70 0,9-5-65 16,0-1-181-16,6 0-394 0,-1-5 175 15</inkml:trace>
  <inkml:trace contextRef="#ctx0" brushRef="#br0" timeOffset="130934.39">17969 5531 213 0,'0'0'208'0,"0"0"-4"0,0 0-7 0,0 0-8 15,0 0-9-15,0 0-18 0,0 0-8 0,0 0-11 16,0 0-17-16,0 0-10 0,0 0-8 0,-4-8-11 15,4 8-6-15,0 0-13 0,0 0-11 0,0 0-10 16,0 0-3-16,0 0-1 0,0 0-7 16,0 0 4-16,-6 19-5 0,3-12 0 0,0 3-3 0,-3 0-2 15,1 2-1-15,-1 0-2 0,0 4 1 0,0 0-2 16,-1 0-6-16,2 0-2 0,-3 0-3 0,3 0 1 16,1 2-1-16,0-3-5 0,3 1 6 0,-2-4-10 15,5-1 0-15,-2 0-1 0,1-1-5 16,0 1 2-16,2 0-1 0,2-1 0 0,1-1 1 15,2 0-4-15,1-3 3 0,1 2-2 0,4-2-2 0,2-1 4 16,3-1-4-16,0-1 2 0,3-1-4 0,-1-2 0 16,0-3 2-16,-1 0 3 0,1-1-6 15,-1-1 4-15,-2-3-1 0,1-1-2 0,-2 2 3 16,-1-5-2-16,-1 1 3 0,-3-4-6 0,1 1 3 16,-3-2 0-16,-1-2 0 0,-1-1-4 0,-3 3 0 0,-2-2 6 15,-1 0-2-15,-1-1-3 0,-1 2 1 0,-2-3 0 16,-2 4-1-16,-1 0 8 0,-2 2 14 0,0-1-1 15,-5 0-5-15,5 8-3 0,-6-6 4 16,3 5-6-16,-6 0 6 0,2 3-11 0,1 3-4 0,-6-2 7 16,0 2-10-16,0 4 4 0,0 0-7 15,2 2-10-15,3 0-13 0,1-1-22 0,1 2-25 0,1 2-28 16,2-2-27-16,0 6-31 0,1-5-33 0,2 5-39 16,3-3-207-16,0 4-473 0,3-3 209 0</inkml:trace>
  <inkml:trace contextRef="#ctx0" brushRef="#br0" timeOffset="131136.26">18483 5581 197 0,'0'0'234'0,"0"0"4"0,0 0 3 0,9 0-1 15,-9 0-3-15,0 0-6 0,0 0-13 0,0 0-11 16,0 0-12-16,0 0-26 0,0 0-15 0,0 0-17 0,0 0-13 15,9 1-26-15,-9-1-37 0,0 0-37 16,0 0-40-16,0 0-41 0,0 0-28 0,4 6-48 16,-4-6-42-16,2 7-42 0,-2-7-170 0,0 0-420 15,9 12 186-15</inkml:trace>
  <inkml:trace contextRef="#ctx0" brushRef="#br0" timeOffset="131549.1">18838 5482 137 0,'0'0'253'0,"0"-8"-10"0,0 8 6 16,0 0-11-16,0 0-2 0,-4-10-7 0,4 10-15 15,0 0-12-15,-2-7-18 0,2 7-16 0,0 0-14 0,0 0-23 16,0 0-13-16,0 0-9 0,0 0-12 16,-10 17-7-16,6-6-14 0,-3 5 2 0,0 1-12 15,-1 0-6-15,3 1-13 0,0 2 3 0,1-1-3 16,1-2-6-16,1 1-5 0,2-2-3 0,0-2-1 15,1-1-7-15,2 0-2 0,1 3 2 0,-1-5-5 16,3-1-2-16,0-2 0 0,2 1-2 0,-1-1-6 0,2-3 1 16,3 1-10-16,-2-2-7 0,0-1 1 15,3-2 2-15,-2-1-1 0,1-1 1 0,1 1 3 16,-2-6-5-16,2 2 5 0,-3-3 3 0,1 0-9 16,-1-3 7-16,-3 1 3 0,2-4-5 0,-2 2 5 15,-1-4 3-15,-2-2-4 0,-2 1 4 0,0 0 1 16,-4-1-2-16,0 1-4 0,-1-1-1 0,-3 2 8 15,0-2-1-15,-2 4-4 0,-1-1 1 0,-1 5-3 16,-2-3 1-16,-1 3-8 0,1 2-9 0,-4 0-8 16,-2 3-16-16,7 3-14 0,-7 0-21 0,1 3-21 15,3 1-29-15,-1 2-29 0,2 3-42 0,4 0-41 16,-1 1-27-16,-1 4-166 0,4-1-463 0,3-4 205 16</inkml:trace>
  <inkml:trace contextRef="#ctx0" brushRef="#br0" timeOffset="131932.47">19169 5432 205 0,'5'-4'266'0,"-5"4"-6"16,5-5-9-16,-5 5-17 0,6-5-18 0,-6 5-24 16,0 0-17-16,3-5-20 0,-3 5-18 0,0 0-15 15,7-3-15-15,-7 3-8 0,0 0-12 0,14 7-8 16,-9-4-6-16,1 2-7 0,0-1-10 0,-1 3-4 15,2 0-1-15,-3 1-17 0,0-2-9 0,0 3-11 16,0-1-8-16,-4 3-12 0,0-3 0 0,-2 3-3 16,1 0-7-16,-1 1-9 0,-2-2-3 0,-2-1-6 15,3 1-10-15,-1 0-5 0,0-2-11 0,0 1-1 16,4-1-11-16,0-8 0 0,-2 13 0 0,2-7-5 16,0-6 3-16,0 18 12 0,1-9 4 0,2 0 4 15,0-2 15-15,0 4-4 0,2-3 7 0,-1 1-6 16,1-1 7-16,-2-1 9 0,2 2-1 0,-1-1 9 15,-2-2 4-15,3 0 12 0,-2 1 11 0,-1-1 14 16,-1 0 9-16,-1-6 14 0,2 9 8 0,-2-9 2 16,0 0 1-16,-5 14-5 0,0-8-4 0,-3 0-3 15,0 0-10-15,-1 0-12 0,-2-1-18 0,1 1-29 16,-1-3-36-16,0 0-35 0,2 0-56 0,0 0-175 16,-2 1-354-16,4-4 157 0</inkml:trace>
  <inkml:trace contextRef="#ctx0" brushRef="#br0" timeOffset="132551.42">19408 5691 208 0,'5'-5'261'0,"-5"5"-31"0,0 0-24 0,0 0-24 16,0 0-16-16,0 0-16 0,0 0-16 0,7 19-13 16,-5-13-11-16,0 1-12 0,-1 0-10 0,0 4-7 15,2-2-7-15,-2 1-7 0,2-2-7 0,-2-1-8 16,-1-7-6-16,1 13 4 0,-1-7 1 0,0-6-2 16,0 10 3-16,0-10 5 0,1 7 6 0,-1-7 9 15,0 0 6-15,2 8 11 0,-2-8 3 0,0 0-2 16,0 0-5-16,0 0-9 0,0 0 0 0,0 0-9 15,0 0-12-15,-8-27-3 0,9 15 2 0,2-3-22 16,-2-2 0-16,4-1-7 0,0-1-4 0,5-5-4 16,2 1-12-16,-2 5 3 0,9-4-2 0,-6 7-5 15,3 0-5-15,-4 3-2 0,-2 4-4 0,6-2 1 16,-5 7 1-16,0 0-4 0,-4 3-2 0,5 4-16 16,-2 0 2-16,-2 5-1 0,-1 0 8 0,3 5 5 15,-2 2-2-15,-1 0 3 0,-2 2 1 0,-3-2 5 16,2 2 1-16,-4-3 2 0,1 1 4 0,-1-4 1 15,-3 0 8-15,1-2 15 0,1-3 0 0,1-7-5 16,-2 11 4-16,2-11 0 0,-2 8 6 0,2-8 0 0,0 0-1 16,-4 5-4-16,4-5 2 0,0 0-5 15,0 0-5-15,0 0 1 0,-16-14-3 0,14 8-1 16,0-5-9-16,1 0 1 0,1-5-8 0,1 0-6 16,4-1-3-16,1 2 4 0,2-2-6 0,2 1 1 0,2 0-2 15,-3 7 7-15,0-1-7 0,1 3 0 16,-2 2 3-16,1 0-8 0,-3 2 3 0,-6 3 4 15,15 2-2-15,-7 0 3 0,0 3 0 0,0 3 1 16,0 1 3-16,-1 3 0 0,-2 2 6 0,2 1-1 16,-4 0 2-16,1 1 0 0,0 0-2 0,-2 1 12 0,1 0-7 15,1-1-11-15,-3 0-47 0,1-3-41 16,0-3-51-16,-1 3-40 0,3-3-49 0,-3 0-212 16,0-4-487-16,2 2 216 0</inkml:trace>
  <inkml:trace contextRef="#ctx0" brushRef="#br0" timeOffset="132935.17">20027 5676 64 0,'5'-7'226'0,"-5"7"-21"0,0 0-10 0,0 0-3 16,0 0-9-16,0 0-8 0,0 0-13 0,-1 27-10 16,-2-16-10-16,1 1-12 0,0-2-11 0,0 2 3 15,-1-2-11-15,1 2-11 0,2-5-13 0,-2 1-5 16,1-1-7-16,1-7-2 0,-3 10 5 0,3-10 6 15,-2 7 26-15,2-7 11 0,0 0 10 0,-3 8 16 16,3-8 25-16,0 0-15 0,0 0-10 0,0 0-22 16,0 0-9-16,-7-19-8 0,6 8-7 0,1 1-18 15,0-4-6-15,2-4-7 0,2 1-9 0,2-11-7 16,1 2-7-16,0-1-11 0,6-1 2 0,-3 2-10 16,3 0 2-16,-3 8-2 0,0 1-7 0,0 3-7 15,0 2-2-15,-3 2-9 0,1 3 3 0,0 0-3 16,-1 4 0-16,0 0-8 0,0 3-1 0,-7 0 4 0,17 9-1 15,-9-1 3-15,1 7 13 0,0 2 1 16,-3 0 0-16,2 1 6 0,-3 7 5 0,1-1-1 16,-5 1-1-16,6-1 0 0,-5 2-5 0,1-7 1 15,-3 0 1-15,1 0-3 0,0 0 2 0,-2-2-10 16,2-1-28-16,-2-3-37 0,2-2-55 0,-1 0-56 0,0 1-56 16,-1-2-62-16,0-2-64 0,-7-2-291 15,2 1-693-15,-2-3 307 0</inkml:trace>
  <inkml:trace contextRef="#ctx0" brushRef="#br0" timeOffset="133079.57">20052 5772 316 0,'0'0'324'0,"0"0"-33"0,0 0-27 16,-3-6-23-16,3 6-22 0,0 0-25 16,0 0-15-16,0 0-20 0,19-10-32 0,-8 7-34 15,7-5-42-15,0 2-60 0,2-1-62 0,6-3-103 16,-8 2-194-16,10-1-397 0,-2-4 175 0</inkml:trace>
  <inkml:trace contextRef="#ctx0" brushRef="#br0" timeOffset="137957.12">21812 5436 150 0,'0'0'147'0,"0"0"-7"0,-7-4-1 15,7 4-10-15,-8-4 1 0,8 4 3 0,-7-3-1 16,7 3-8-16,-8-2-7 0,8 2-6 0,0 0-11 15,-8-4-8-15,8 4-9 0,0 0-10 0,0 0-6 16,0 0-7-16,0 0-8 0,0 0-10 0,0 0-8 16,0 0-6-16,0 0 0 0,0 0-5 0,0 0-2 15,28-6-3-15,-8 2-4 0,0 3-4 0,9-2-7 16,-1 0-13-16,3-3-15 0,-2 1-20 0,1 3-19 16,-10-1-19-16,-1 3-15 0,2 0-29 0,-9-2-11 15,4 1-5-15,-5 0-102 0,2 1-265 0,-5-1 118 0</inkml:trace>
  <inkml:trace contextRef="#ctx0" brushRef="#br0" timeOffset="138349.46">22054 5374 26 0,'-9'-2'158'0,"9"2"-11"0,0 0-5 0,0 0-8 16,0 0-15-16,-13 1-20 0,13-1-7 0,0 0-15 15,0 0 0-15,-2 11 2 0,0-2 5 0,1 4-2 16,2 4 1-16,1 1-1 0,0 1 0 0,-1 6 2 15,2 0-5-15,2 2-5 0,-4-8-3 0,3 0 1 0,0 1-9 16,-2-1 2-16,2-1-5 0,1 1-7 0,-1-1-5 16,0-1-1-16,0-2-1 0,-3-3-7 15,0-1-6-15,1-1-1 0,2 0-3 0,-3-1-2 16,0-2-7-16,0-1-12 0,-1-6-2 0,2 12-5 16,-2-12-7-16,0 8-3 0,0-8-7 0,-3 9-7 15,3-9-3-15,-8 6 1 0,5-5-3 0,3-1 1 16,-12 4-1-16,12-4 6 0,-17 0 3 0,6-1 4 15,11 1 0-15,-15-3 1 0,8 3 10 0,7 0 5 16,-11-3 7-16,11 3 6 0,0 0 10 0,-10-3 2 0,10 3 3 16,-7-3-4-16,7 3-2 0,0 0-4 0,0 0-4 15,0 0-12-15,0 0-5 0,0 0 1 0,0 0 0 16,0 0 1-16,0 0-2 0,0 0 0 16,0 0 1-16,29-1-5 0,-16 1-8 0,5-1-14 15,0-3-23-15,4 0-22 0,-1 1-25 0,8-3-29 0,-1 2-29 16,-1-3-27-16,-6 3-99 0,0-2-304 0,7-2 136 15</inkml:trace>
  <inkml:trace contextRef="#ctx0" brushRef="#br0" timeOffset="138567.38">22474 5617 28 0,'-5'-10'216'0,"5"10"-6"0,-7-5-11 15,7 5-8-15,-10-2-19 0,10 2-7 16,-17 2-15-16,8 2-7 0,-2 2-8 0,0 1-9 15,-2 5-2-15,0 0-7 0,-2 4-8 0,1-1-7 16,-3 6-13-16,3-1-7 0,3-4-8 0,1 0-8 0,2 0-4 16,0-1-9-16,4-4-3 0,2 2 3 0,1 0-16 15,1-4 1-15,1 2-17 0,1-1-27 0,2-1-29 16,5-2-25-16,0 1-32 0,3-1-37 16,5-2-41-16,5-1-36 0,-3-2-147 0,4-3-381 15,-1 0 168-15</inkml:trace>
  <inkml:trace contextRef="#ctx0" brushRef="#br0" timeOffset="138921.46">22700 5689 135 0,'-7'-6'228'0,"7"6"-11"0,-8-2-10 0,8 2-14 0,0 0-11 15,-18 7-18-15,13-3-9 0,-3 4-15 0,2 2-10 16,-2 1-11-16,1 5-10 0,0-6-13 15,0 6-4-15,4-5-14 0,1 0-10 0,0 1-8 16,1-3-4-16,2 3-2 0,1-2-3 0,1 0-1 16,4-2-2-16,-1 0-1 0,2 1-4 0,0-3 1 15,2-1 0-15,-1-2-5 0,1-1-1 0,0 0-6 0,3-2 2 16,-3 0-6-16,1-4-2 0,2 1 2 16,0-3-5-16,-1-1 2 0,3-3-3 0,-4 2 3 15,-3-1 2-15,1-1 2 0,-1 0-1 0,-2-5-4 16,-3 3 1-16,-1 0-1 0,0 0 0 0,-4-5 7 15,0 3-5-15,-2-1 2 0,-3 0-1 0,0 5 5 16,0-1-13-16,0 2 0 0,0 1-7 0,-4-1-3 16,1 1-8-16,-1 2-17 0,-1 3-26 0,0 2-20 15,-2 1-33-15,1 1-34 0,-2 7-34 0,2-4-46 16,4 2-40-16,0 3-176 0,3-1-461 0,2-2 203 16</inkml:trace>
  <inkml:trace contextRef="#ctx0" brushRef="#br0" timeOffset="139099.45">23231 5637 23 0,'0'0'241'0,"0"0"-16"0,10 0-14 0,-10 0-19 16,0 0-16-16,0 0-17 0,10 0-20 0,-10 0-13 15,12 0-13-15,-1 1-9 0,2-1-15 0,1 0-38 16,-1 2-56-16,0-1-54 0,3 0-60 0,-3 3-159 15,-3-2-301-15,-1 1 133 0</inkml:trace>
  <inkml:trace contextRef="#ctx0" brushRef="#br0" timeOffset="139248.79">23292 5791 70 0,'0'0'324'0,"0"0"-17"15,-5 6-26-15,5-6-9 0,0 0-23 0,0 0-21 16,-6 4-19-16,6-4-25 0,0 0-22 0,0 0-24 15,0 0-23-15,0 0-27 0,30-9-54 0,-11 6-50 16,1-4-62-16,9-2-76 0,0 0-67 0,1 1-145 16,0-2-396-16,-1 1 176 0</inkml:trace>
  <inkml:trace contextRef="#ctx0" brushRef="#br0" timeOffset="145349.87">29391 3578 65 0,'0'0'63'0,"0"0"-8"0,0 0 5 0,0 0-1 16,0 0-1-16,0 0 2 0,0 0-3 0,0 0 12 16,0 0-10-16,10 0 13 0,-10 0 4 0,0 0-1 15,11 5-13-15,-2-4 11 0,6 3-3 0,6-1-10 16,8-1 0-16,6-2-3 0,2 0-5 16,14 3 0-16,5-4-12 0,3-2 0 0,2 2-7 15,2 1 0-15,4-3-6 0,-2 0 2 0,29-1-8 0,-36 2 0 16,4-2-4-16,-2 2-5 0,2 1 4 15,-3-4-6-15,-2 2 4 0,2 1 1 0,-3 0 6 16,3-1-12-16,-8-1-6 0,3 3 5 0,-16-3-1 16,14 2-2-16,-16-1-6 0,-1-2 2 0,-3 3 0 0,-3 0 0 15,-7 2-3-15,-1-1 6 0,-8-1 4 16,0 2-5-16,-1 0 2 0,-3 2 0 0,-2-2-7 16,-7 0 11-16,12-2-5 0,-12 2-4 0,7 2-3 15,-7-2 8-15,0 0 4 0,9-3 0 0,-9 3-10 16,0 0-15-16,0 0-12 0,0 0-34 0,0 0-34 0,0 0-49 15,-32 9-90-15,13-7-252 0,-9 0 112 0</inkml:trace>
  <inkml:trace contextRef="#ctx0" brushRef="#br0" timeOffset="146099.82">24106 5606 70 0,'0'0'265'0,"-2"-7"-6"0,2 7-10 0,0 0-3 16,-4-8-26-16,4 8-13 0,0 0-9 0,-4-8-16 15,4 8-17-15,0 0-16 0,0 0-3 0,0 0-30 16,0 0-18-16,0 0-10 0,0 0-10 0,0 0-10 16,0 0-11-16,0 0 1 0,0 0-10 0,0 31-2 15,4-14-6-15,-4 2-1 0,1-2-5 0,2 2-3 16,-3 0-4-16,1-2 2 0,0 0-2 0,0 1-2 16,-1 0-5-16,2-1 0 0,-2-3 0 0,1-1-17 15,0 0-24-15,-1-2-28 0,-1 2-42 0,1-2-34 16,0-1-39-16,0 0-52 0,-1 2-22 0,1-4-166 0,0-1-438 15,0-7 193-15</inkml:trace>
  <inkml:trace contextRef="#ctx0" brushRef="#br0" timeOffset="146449.84">24372 5561 195 0,'11'-1'179'0,"2"0"-19"15,0 2-16-15,0 0-14 0,-2 4-7 16,1-1-15-16,-2 1-1 0,-1 2 1 0,1 0-1 16,-2 2 1-16,-3 0-7 0,0 1-4 0,-3 0-3 15,1-1-8-15,0 2-2 0,-3 1-13 0,-4-2-3 0,2 2-4 16,-5-2-11-16,1 1-2 0,-2 0-5 16,-1-3-8-16,0 0-7 0,-2 0 1 0,0-1-2 15,2-2-4-15,2 1 0 0,-1-2-5 0,2 0-1 16,1-3 0-16,5-1-2 0,-10 4 0 0,10-4 0 15,-8 2-1-15,8-2 7 0,0 0-4 0,-8 4 1 16,8-4-4-16,0 0-1 0,-5 4-7 0,5-4-1 16,0 0 0-16,0 0-4 0,0 0 0 0,0 0-3 0,13 9 3 15,-7-5 2-15,3 1-2 0,1-2-2 16,2 2-10-16,-1-3-14 0,2 2-13 0,-1 1-32 16,5-1-29-16,0-2-36 0,2 0-37 0,-1-2-44 15,1 1-122-15,0-2-362 0,-2-3 161 0</inkml:trace>
  <inkml:trace contextRef="#ctx0" brushRef="#br0" timeOffset="146607.79">24849 5656 226 0,'0'0'258'0,"0"0"-22"0,0 0-15 0,2-6-15 16,-2 6-13-16,0 0-19 0,0 0-16 15,0 0-17-15,0 0-17 0,0 0-20 0,0 0-25 16,0 0-37-16,7-4-42 0,-7 4-48 0,0 0-41 15,0 0-34-15,0 0-34 0,0 0-135 0,0 0-314 0,12 7 139 16</inkml:trace>
  <inkml:trace contextRef="#ctx0" brushRef="#br0" timeOffset="146885.29">25030 5542 121 0,'0'0'214'0,"0"0"-10"16,0-9-12-16,0 9-12 0,0 0-22 0,0 0-5 0,0 0-22 15,0 0-13-15,0 0-12 0,0 0-16 16,0 0-7-16,0 0-15 0,0 0-3 0,0 0-7 16,16 16-6-16,-12-8-1 0,2 3-3 0,0-1-5 15,-1 3-3-15,1-2 0 0,0-1-4 0,4 5 0 0,-5-5-2 16,3 0-1-16,-3 0 0 0,1 0-3 16,-1 0-1-16,0 1 0 0,-1-3-1 0,1 1 3 15,-2-3 0-15,0 3-3 0,-1-4-13 0,-2-5 3 16,0 14-9-16,0-7-6 0,0-7-20 0,-5 13-24 15,0-8-25-15,2 1-29 0,-4-2-24 0,0 0-25 16,-2 0-22-16,-2-3-21 0,-1-1-114 0,0 0-326 16,0-3 145-16</inkml:trace>
  <inkml:trace contextRef="#ctx0" brushRef="#br0" timeOffset="147016.54">24941 5551 22 0,'6'-8'123'0,"3"3"-14"0,2-2-13 15,1 0-10-15,6 1-10 0,-1-3-6 16,4 2-8-16,8 0-14 0,-2 1-16 0,3 0-44 16,-1 2-42-16,-3 0-56 0,-4 1-119 0,1 0 52 15</inkml:trace>
  <inkml:trace contextRef="#ctx0" brushRef="#br0" timeOffset="147883.25">25520 5779 129 0,'0'0'237'0,"0"0"3"15,0 0 4-15,0 0-3 0,0 0-4 0,0 0-11 16,0 0-12-16,0 0-16 0,0 0-19 0,0 0-20 16,0 0-13-16,0 0-16 0,11-16-14 0,-7 9-12 15,1-3-6-15,0 1-4 0,2-1-8 0,-1 0-8 16,-1-1-6-16,-1 0-3 0,4-3-5 0,-2-2-8 16,-1 1-2-16,1-1-3 0,-2 0 1 0,-1 2-3 15,1-3 1-15,-2 1-7 0,-2 4 12 0,2-1 0 16,1 4-1-16,-3 0 2 0,2 2-7 0,-2 7-5 15,1-13-2-15,-1 13-4 0,0-9-5 0,0 9-5 16,1-8-10-16,-1 8-7 0,0 0-4 0,0 0-8 16,0 0-3-16,0 0 4 0,0 0-4 0,0 0-3 15,0 0 3-15,-9 30 4 0,7-18 3 0,-1 1-8 16,2-2-1-16,2 1 8 0,-1-2-4 0,2 2 3 16,-2-1-2-16,3-2-3 0,-1-3 0 0,3 0 2 15,-2 0-5-15,1-1-3 0,1-1-4 0,3 0-1 16,-3-1 3-16,8-1-2 0,-4-2-2 0,0-1 2 15,2-2-9-15,0 1 4 0,-2-2 2 0,1-1 8 16,-1 0-1-16,-1-1-1 0,0-1 1 16,-1-2 2-16,-1 0-3 0,-2 0 5 0,2-2-2 0,0 3 12 15,-2-1-7-15,-2 2-5 0,-1 1 5 0,-1 6 2 16,4-9-6-16,-4 9 2 0,4-8 2 0,-4 8-2 16,0 0-5-16,0 0 2 0,0 0-4 0,0 0 10 15,0 0 7-15,0 0-5 0,0 0 6 0,-8 37 0 16,5-26-2-16,-1 5-1 0,1 0-9 0,-1-1-16 15,3-3-34-15,0 0-23 0,2 0-35 0,-1 4-33 16,0-3-53-16,0-1-49 0,1 1-39 0,0-3-168 16,2-2-494-16,4-1 219 0</inkml:trace>
  <inkml:trace contextRef="#ctx0" brushRef="#br0" timeOffset="148270.47">25950 5634 61 0,'0'0'214'15,"4"-3"-21"-15,-4 3-13 0,0 0-18 0,0 0 4 16,0 0 3-16,0 0-5 0,0 0-9 0,6 14-12 16,-6-14-6-16,-4 18-6 0,2-8-8 0,0 1-10 15,-1-2-12-15,3 3-10 0,-5-3-4 0,5-3-12 16,-2 1-3-16,2-7-5 0,-2 11-8 0,2-11 0 16,0 9 9-16,0-9 13 0,-4 6 15 0,4-6 21 15,0 0 14-15,0 0 6 0,0 0-3 0,0 0-4 16,0 0-10-16,0 0-16 0,0 0-12 0,-7-24-5 15,5 13-5-15,2-5-17 0,2 0 0 0,-2 0-11 16,2-4 0-16,2 1-13 0,1-5-2 0,4-1-6 16,-4 6 1-16,4-6-2 0,-1 8-6 0,2 0-13 15,-4 2-2-15,1 4-4 0,-1 1 3 0,-3 5-4 16,1-1 1-16,-1 2-10 0,-3 4-3 0,5-7 1 16,-5 7-4-16,0 0 6 0,13 7 2 0,-7 1-1 15,2 6 1-15,-2-3-1 0,0 7 0 0,1-1-2 16,-1 3 9-16,4 3-6 0,-8-5 6 0,5 0-2 15,-3 0-2-15,3 1 6 0,-2-1-3 0,-2-1-28 16,3-1-32-16,-4-5-42 0,0 0-43 0,0 1-50 16,-2 0-51-16,1-2-51 0,-2-1-51 0,-3 1-189 15,0-6-577-15,-3 1 256 0</inkml:trace>
  <inkml:trace contextRef="#ctx0" brushRef="#br0" timeOffset="148420.24">25929 5677 181 0,'0'0'308'16,"0"0"-40"-16,0 0-32 0,0 0-22 0,0 0-21 16,0 0-19-16,11-10-20 0,3 7-13 0,3-2-37 15,4-1-46-15,6 0-57 0,4 0-85 0,3-1-72 16,-5-2-143-16,5 1-324 0,-5 2 144 0</inkml:trace>
  <inkml:trace contextRef="#ctx0" brushRef="#br0" timeOffset="170516.43">23594 6425 8 0,'0'0'18'0,"0"0"-5"0,0 0-1 16,0 0-8-16,0 0-2 0,0 0 5 0,0 0 7 15,0 0 9-15,7 3 5 0,-7-3 12 0,0 0-1 16,0 0 11-16,0 0 7 0,0 0 2 16,0 0 5-16,0 0 0 0,0 0-1 0,0 0 5 0,0 0-9 15,0 0 6-15,0 0 3 0,0 0-9 0,0 0-6 16,0 0 7-16,0 0 2 0,0 0-12 15,0 0-3-15,0 0-3 0,-19 7 0 0,19-7-2 16,-9 0-3-16,9 0 8 0,-7 2-3 0,7-2-3 16,-8 1 2-16,8-1 0 0,0 0 6 0,-10 2 3 0,10-2 2 15,-9 1 2-15,9-1 0 0,0 0 2 16,-9 0 1-16,9 0-2 0,0 0-6 0,0 0-3 0,0 0-4 16,0 0-6-16,0 0 4 0,0 0-3 0,0 0-5 15,0 0-4-15,0 0-3 0,0 0-3 0,0 0-6 16,0 0-4-16,34-6-3 0,-12 2-1 0,9-3-11 15,-1 1-3-15,6 0-14 0,0-1-11 0,0-1-16 16,-3 2-15-16,-1 2-28 0,-3 1-29 0,-7 1-36 16,-4 0-29-16,-5 1-105 0,-4 0-310 15,1 1 138-15</inkml:trace>
  <inkml:trace contextRef="#ctx0" brushRef="#br0" timeOffset="171016.4">23732 6440 163 0,'0'0'172'0,"0"0"-3"0,0 0-15 16,0 0-13-16,0 0-14 0,0 0-20 0,0 0-16 15,0 0-8-15,-9 5-7 0,9-5-13 0,2 12-2 16,0 1 0-16,-2 3-1 0,1 0 3 0,-1 3-6 15,-1 2-4-15,2-2-4 0,-1 1 0 0,0 1-9 16,-1-4 4-16,2 1 7 0,-4-1-7 0,3-6-6 16,2 5-1-16,-2-2-4 0,0-4-1 0,0 1-6 15,0 1-2-15,0-5-1 0,3 0-3 0,-3 1-1 16,0-8 0-16,-2 9-5 0,2-9 3 0,0 9-2 16,0-9-1-16,0 0-1 0,4 8 0 0,-4-8 0 15,0 0 4-15,0 0 1 0,-2 9-2 0,2-9 1 16,0 0-1-16,-7 3-3 0,7-3 0 0,-8 4-2 15,3-3 1-15,5-1-1 0,-10 3-1 0,10-3-3 16,-12 0-2-16,6 1 5 0,6-1-3 0,-15 0 0 16,15 0 2-16,-13-2-3 0,13 2 1 0,-11-2-1 15,11 2 1-15,-10-1-2 0,10 1 2 0,-6-3-2 16,6 3 1-16,0 0 4 0,-13-2 2 0,13 2-1 16,0 0 1-16,0 0-1 0,-6-2 1 0,6 2 4 15,0 0-3-15,0 0 1 0,0 0-1 0,0 0-3 16,0 0-2-16,0 0-5 0,0 0-2 0,0 0 3 15,0 0-6-15,0 0-4 0,0 0-4 0,23-7-6 16,-12 5-11-16,1 0-21 0,7-1-24 0,0 0-33 16,0-1-33-16,3 3-19 0,6-8-24 0,-2 5-150 15,-6 2-358-15,2-4 158 0</inkml:trace>
  <inkml:trace contextRef="#ctx0" brushRef="#br0" timeOffset="171300.03">24205 6670 239 0,'0'0'242'16,"0"0"-10"-16,0 0-16 0,0 0-13 0,0 0-6 16,0 0-19-16,0 0-13 0,0 0-15 0,-23-7-11 15,23 7-10-15,0 0-10 0,-18 6-10 0,8-5-8 16,1 5-15-16,-2 0-7 0,0 1-9 0,-2 4-9 15,4-1-3-15,-1-1-10 0,1 0-4 0,1 0-2 16,-1 1-7-16,4-3-2 0,1 3-6 0,2-1 1 16,1 0-6-16,-2 1-3 0,4-3-6 0,2 0-5 15,1 2-10-15,1-2-14 0,5 0-18 0,5 2-25 0,-2-3-35 16,4-4-41-16,3 0-43 0,3 0-53 16,4-2-160-16,-8 0-423 0,3-3 187 0</inkml:trace>
  <inkml:trace contextRef="#ctx0" brushRef="#br0" timeOffset="171467.76">24644 6602 62 0,'0'0'213'0,"0"0"-25"0,13-2-21 0,-13 2-17 15,10-1-18-15,-2-1-32 0,-8 2-29 0,14 0-34 0,-5 0-41 16,-9 0-48-16,15 0-39 0,-8 2-72 15,-7-2-175-15,7 3 78 0</inkml:trace>
  <inkml:trace contextRef="#ctx0" brushRef="#br0" timeOffset="171615.48">24619 6697 143 0,'-5'3'149'15,"5"-3"-5"-15,0 0-4 0,0 0-5 0,0 0-1 16,0 0-11-16,21 2-13 0,-10-2-8 0,3-3-27 15,5 0-30-15,8-4-49 0,3 0-65 0,0 2-136 0,-1-2-222 16,0-4 99-16</inkml:trace>
  <inkml:trace contextRef="#ctx0" brushRef="#br0" timeOffset="172100.75">25709 6347 341 0,'0'0'315'0,"2"-4"-29"0,-2 4-20 0,0 0-17 16,0 0-20-16,0 0-18 0,0 0-22 0,0 0-18 15,0 0-17-15,0 0-11 0,-14 18-17 0,3-4-10 16,-7 7-11-16,-2 1-8 0,-1 5-11 0,1-2-6 15,-2 0-11-15,2-2-5 0,0 0-5 0,4-5-8 16,3-1-3-16,-6 0-4 0,5-4-6 0,-1-1-2 16,-3-1 3-16,1 1-5 0,-1-4-2 0,2 0-1 15,-3-2-4-15,3 1-4 0,-1 0-1 0,2-6 0 16,1 1-2-16,-5-1 0 0,6 0-2 0,2-2 1 16,-1 0-6-16,2-1-4 0,1-4 0 0,-2-1-17 15,4 2 4-15,0-1-10 0,0-3 4 0,0-1-1 16,2 0 0-16,3-1-1 0,0-1 3 0,2-1 0 15,2 3 0-15,3-2 1 0,-3 0-2 0,2 3-3 16,0 1 4-16,0 1-4 0,0 3 3 0,-4 4-3 16,6-9-4-16,-1 5 5 0,-5 4-4 0,10 0 0 15,-10 0 4-15,15 5-1 0,-10 0 1 0,6 2 1 16,-5 0 3-16,3 1-1 0,0 1 3 0,1 1 4 16,-2-2-2-16,1 0-1 0,1 0 2 0,-3 2 0 15,1-3 1-15,1 1 0 0,2 1-3 0,-2-4-30 16,2 3-36-16,-1-3-31 0,-1 3-41 0,2-3-40 15,7 1-50-15,1-3-237 0,0-3-507 0,8-2 225 16</inkml:trace>
  <inkml:trace contextRef="#ctx0" brushRef="#br0" timeOffset="172600.41">25883 6286 72 0,'0'0'288'0,"6"-5"-39"15,-6 5-26-15,4-5-22 0,-4 5-19 0,0 0-21 16,5-4-11-16,-5 4-20 0,0 0-13 0,12-5-12 16,-4 3-9-16,5 0-11 0,0-1-11 0,5 0-20 15,1 1-23-15,-2 1-28 0,2 1-26 0,-6 0-23 16,1-1-27-16,-5-1-20 0,1 1-12 0,-10 1 0 16,14 0 4-16,-7 0 11 0,-7 0 14 0,8-2 19 15,-8 2 20-15,0 0 10 0,10-2-7 0,-10 2 11 16,0 0 9-16,0 0 15 0,0 0 5 0,0 0 11 15,-16-14 15-15,16 14 11 0,0 0 12 0,-9-3 5 16,9 3-6-16,0 0-4 0,0 0-4 0,0 0-13 16,0 0-4-16,0 0-2 0,-12 7 5 0,10 0 22 0,-2 3 8 15,2 1 4-15,-2 4-6 0,1 2-4 16,-1-2 17-16,-1 2-6 0,0 2-7 0,5-2 2 16,-4 1-4-16,4-1-1 0,0-1-7 0,-2 0-9 15,2-3 3-15,-2-1-11 0,1-1-4 0,1 0-1 16,0-1 0-16,0-2-5 0,0 0-6 0,0-8-3 15,-2 11-9-15,2-11-4 0,-2 9 0 0,2-9-7 16,0 0 0-16,0 8-3 0,0-8 4 0,0 0-1 16,0 0 6-16,-4 6-6 0,4-6 6 0,0 0-1 0,0 0 2 15,0 0 2-15,0 0 6 0,0 0-2 0,0 0-3 16,0 0-2-16,0 0-3 0,0 0 0 16,0 0-5-16,0 0 1 0,15 0-2 0,-15 0-3 15,19-3-10-15,-7 2-14 0,2 1-29 0,4-2-21 16,0 1-31-16,3 1-26 0,-1-2-17 0,2 0-15 15,7-2-15-15,-8 2-108 0,-2-1-319 0,0-1 141 16</inkml:trace>
  <inkml:trace contextRef="#ctx0" brushRef="#br0" timeOffset="172948.97">26459 6418 46 0,'4'-5'187'0,"-4"5"4"16,4-7 0-16,-4 7 0 0,4-6-6 15,-4 6-12-15,0 0-11 0,0 0-16 0,0 0-13 16,0 0-10-16,0 0-5 0,0 0-2 0,0 0-1 0,-21 15-9 15,12-9-17-15,4 4-5 0,-2-4-8 16,1-1-11-16,2 2-1 0,1 0-10 0,1-2-6 0,-2 3-6 16,4-8-5-16,2 10-7 0,0-3-5 0,-2-7-7 15,3 7-11-15,-1-1-8 0,2-1-6 0,-4-5-3 16,9 7-8-16,-5-6 3 0,-4-1-4 16,12 5 1-16,-12-5 0 0,6 2 4 0,-6-2 2 15,5 4 0-15,-5-4 4 0,0 0 7 0,0 0 1 0,6 4 4 16,-6-4-3-16,0 0 2 0,0 0-1 0,0 0-1 15,0 0 2-15,-19 4 0 0,11-1 1 16,-3 1 2-16,1 1 6 0,-2 2 5 0,1 0 1 0,2-1 2 16,-3 1 0-16,3-1-5 0,1 1-3 0,1-1 0 15,2 1-1-15,0-1 1 0,1 0-2 0,2 0-2 16,2-6 0-16,2 13-8 0,0-6-17 0,0-2-25 16,8 2-32-16,1-4-51 0,10 2-61 15,8-3-219-15,2-4-438 0,1 0 193 0</inkml:trace>
  <inkml:trace contextRef="#ctx0" brushRef="#br0" timeOffset="173333.22">26852 6370 80 0,'0'0'314'0,"-6"-3"-36"0,6 3-32 0,0 0-23 16,0 0-24-16,0 0-17 0,17-7-21 0,-7 4-16 15,5 0-14-15,5-1-10 0,0-1-25 0,7 0-28 16,-11 1-28-16,2-1-27 0,4 1-38 0,-5 1-26 16,-4 0-28-16,-1 0-14 0,1-1-13 0,-3 1-16 15,-5 0-2-15,4 0-5 0,-4-2-2 0,-1 1 13 16,1-3 28-16,-5 7 23 0,0 0 23 0,-5-17 11 16,1 10 12-16,2 1 24 0,-1 0 22 0,3 6 21 15,-9-10 13-15,7 7 22 0,2 3 1 0,-7-6-1 16,7 6 2-16,0 0-7 0,-2-6-1 0,2 6-12 15,0 0 1-15,0 0 9 0,0 0 14 0,-7 22 14 16,7-11-3-16,0 6 2 0,-2 1-2 0,0 1 2 16,2 1 5-16,0-2 11 0,-2 1-5 15,2 0-8-15,0-2-11 0,0-1-12 0,-3 1-4 0,6-1-7 16,-3 0-6-16,0-3-6 0,0-2-4 0,0 1-5 16,0 0-9-16,0-2-36 0,0 0-41 0,0-1-56 15,0-9-61-15,0 14-73 0,2-8-266 0,-2-6-534 16,0 0 237-16</inkml:trace>
  <inkml:trace contextRef="#ctx0" brushRef="#br0" timeOffset="174266.22">27490 6167 56 0,'0'0'295'0,"4"-6"-31"15,-4 6-31-15,5-7-19 0,-5 7-23 0,10-5-20 16,2-2-20-16,-2 2-14 0,3-1-13 0,3-2-12 16,-3 3-9-16,1 1-12 0,-2-2-8 0,2 0-8 15,-3 1-6-15,1 3-6 0,-3-4-6 0,-2 4-1 16,-1 1-6-16,-6 1-2 0,11-4-7 0,-11 4-3 16,9-3-4-16,-9 3-1 0,0 0-4 0,0 0 13 15,9 8 20-15,-8-3 4 0,2 2 0 0,-3 3 2 16,1 4-6-16,-1 3 0 0,0-1-6 0,-1 2 0 15,-1 1-8-15,-2 0-1 0,2 0-8 0,2-2-3 16,-4 0 6-16,4-1-12 0,0-1-7 0,-1-3 0 0,0 0-6 16,-2 0 4-16,1-1 0 0,-1-1-4 15,3 0 0-15,0-1-1 0,-2-2 0 0,2-7 2 16,0 12 2-16,0-12-20 0,-3 8-12 0,3-8-4 16,-3 9-9-16,3-9 1 0,-5 5-6 0,5-5-1 15,-8 2 3-15,8-2 1 0,-10 1 4 0,10-1 3 16,0 0 6-16,-9 2 0 0,9-2 7 0,0 0-6 15,0 0 1-15,-11 0 11 0,11 0 3 0,0 0-1 16,0 0-2-16,0 0 2 0,0 0-8 0,0 0 1 16,0 0-5-16,0 0-2 0,0 0-1 0,0 0-1 0,25-8-16 15,-5 3-11-15,-2-1-3 0,11 0-29 16,-2 2-20-16,3-3-18 0,-3 0-18 0,1 2-18 16,1-2-1-16,0 1 0 0,-1 2 10 0,0-3 5 15,-6 3 16-15,5-4 10 0,-8 1 10 0,1 2 8 16,1-2 16-16,-3 0 9 0,-1 1 18 0,-5 1 20 0,-2 0 31 15,0 1 30-15,-1-1 25 0,-3 4 26 16,-1-3 19-16,-5 4 7 0,10-5 4 0,-10 5-1 16,6-3-1-16,-6 3-4 0,0 0-4 0,0 0-9 15,0 0-13-15,0 0-11 0,0 0 1 0,0 0 0 16,-20 19-2-16,11-9 2 0,0-3-9 0,0 5-2 0,-3-1-2 16,4 0-11-16,1-1-5 0,0 0-5 15,0-2-3-15,5 3-4 0,-1-3-3 0,-1 2-3 16,7-1-3-16,-3 1-4 0,1-2-4 0,2 0-15 15,2 0-12-15,-1-2-12 0,4 0-12 0,2 1-1 0,1-2-9 16,3-1-11-16,4-1-21 0,-2 1-6 0,-3-3 6 16,2-2 5-16,-2 2 12 0,0-2 5 0,0-1 4 15,-2-2 6-15,2 1 3 0,-3-3 7 0,2 0 2 16,-4 1 5-16,0-4-1 0,0 1 4 16,1 0 4-16,-1 2 10 0,-3 2 14 0,0-1 12 0,0 1 3 15,-5 4 4-15,8-6-3 0,-4 3-2 0,-4 3-4 16,0 0-3-16,7-4 7 0,-7 4 14 0,0 0 5 15,0 0 3-15,5 13-3 0,-2-8-4 0,0 0-6 16,-3-5 3-16,5 12-6 0,0-4-3 0,1-2 0 16,-1 2-4-16,1-1 3 0,3-2 4 15,2 1 9-15,-1 0 3 0,3-4-3 0,-4 1 7 0,2-2-4 16,1-1 9-16,-1 0-4 0,-2 0 8 0,-9 0 3 16,17-4-4-16,-12 2 6 0,1-2 4 0,-1-1 0 15,-1-2-4-15,0 2-7 0,-1-3 0 0,-2-1-2 16,-1-2-2-16,0 0-1 0,-1 0-10 0,-1 1-1 15,-3 0-5-15,-1 0-6 0,-1 1-23 0,0 0-17 16,-8 0-25-16,-2 2-21 0,-5 4-24 0,-9 2-26 16,-2 3-52-16,-1 3-69 0,-6 3-298 15,1 3-582-15,3-1 258 0</inkml:trace>
  <inkml:trace contextRef="#ctx0" brushRef="#br0" timeOffset="175532.02">25354 6632 139 0,'0'0'153'0,"0"0"-7"15,0 0 4-15,0 0-14 0,0 0-2 0,0 0-11 16,0 0-15-16,0 0-3 0,0 0-13 0,0 0-4 15,0 0-10-15,0 0-4 0,0 0-4 0,0 0-4 16,0 0-11-16,0 0-9 0,0 0 0 0,0 0-8 16,0 0-7-16,0 0 2 0,0 0-3 0,0 0-2 15,0 0-3-15,0 0 5 0,0 0-1 0,0 0-4 0,22 7 1 16,-19-3 1-16,-3-4-2 0,12 4 1 16,-6-1-2-16,0 1 2 0,-6-4-6 0,11 3 3 15,-5-1-6-15,0 0 0 0,1 1-4 0,-1 2 0 16,-1-4 0-16,1 3-3 0,4 1 0 0,-2-1-2 15,1 2-2-15,-2 0 0 0,3 1 2 0,0 0 12 16,-1-1 10-16,5 4-1 0,-5-3-5 0,7 3 2 16,-7-4-3-16,2 0 0 0,2 3-5 0,-4-5-4 15,2 2 3-15,-1-1 1 0,2 0 10 0,-2 1 5 16,3 0-5-16,-4 1 6 0,3-4-2 0,-4 2 2 0,-1 0-3 16,-2-5-1-16,1 4-1 0,1-1 7 15,-7-3-9-15,7 3-5 0,-7-3 0 0,7 3-2 16,-7-3-1-16,6 3-4 0,-6-3 1 0,0 0-3 15,0 0-1-15,8 1 1 0,-8-1-1 0,0 0-2 0,0 0-1 16,0 0 0-16,0 0-3 0,0 0-6 0,0 0-25 16,0 0-23-16,0 0-28 0,0 0-29 15,0 0-26-15,0 0-43 0,0 0-30 0,0 0-29 16,0 0-131-16,0 0-394 0,2 6 175 0</inkml:trace>
  <inkml:trace contextRef="#ctx0" brushRef="#br0" timeOffset="178116.51">28956 6364 23 0,'0'0'174'0,"-15"-1"2"16,7 1 14-16,8 0 1 0,-13-2-2 0,13 2-3 16,-10 0-12-16,10 0-13 0,-10-1-8 0,10 1-11 15,0 0-4-15,0 0-5 0,0 0-1 0,-11 0-5 16,11 0-5-16,0 0-6 0,0 0-13 0,0 0-14 16,0 0-11-16,0 0-12 0,0 0-4 0,0 0-11 15,0 0-8-15,30-7-10 0,-10 3-2 0,7 0-14 16,1 2-22-16,3-1-22 0,-1 0-29 0,-1 2-37 15,0-3-32-15,-1 4-32 0,0-1-25 0,-7 2-32 16,-1 1-160-16,-3-1-405 0,-6 0 180 0</inkml:trace>
  <inkml:trace contextRef="#ctx0" brushRef="#br0" timeOffset="178300.79">28950 6479 2 0,'0'0'207'0,"-8"2"-32"0,8-2-25 16,-7 2-10-16,7-2-9 0,0 0-7 0,0 0-7 16,0 0-5-16,0 0-13 0,0 0-13 0,25 0-8 15,-11-2-18-15,4 0-32 0,0-1-32 0,2-2-43 16,5 1-37-16,-3 1-54 0,-1-4-68 0,-1 2-224 16,2-1 100-16</inkml:trace>
  <inkml:trace contextRef="#ctx0" brushRef="#br0" timeOffset="178599.81">29039 6174 230 0,'-5'-2'211'0,"5"2"-26"0,0 0-31 0,-9-5-16 0,9 5-15 15,0 0-11-15,0 0-8 0,0 0-10 0,27-8-5 16,-10 8-8-16,5 0-8 0,4 1-9 0,2-1-8 15,0 6-4-15,-6-4-7 0,6 4-5 16,-8 1-5-16,-3 0-2 0,1 1-1 0,-3 1-12 0,1 1 2 16,-4 3-2-16,2-1-2 0,-6-2-2 0,0 5 7 15,-2 1 2-15,-2-1 7 0,-3 2 6 0,-2 2 2 16,0 0 5-16,-4 0-16 0,1 0 1 0,-3-2 6 16,0 1-1-16,-3-2 3 0,-1-2-4 0,2 1-3 15,-2-1-4-15,3-1-1 0,0-1-11 0,0-5-24 16,1 3-26-16,1-1-37 0,-1-2-44 0,4-1-42 15,-1 0-30-15,0 0-142 0,4-6-356 0,-4 8 159 16</inkml:trace>
  <inkml:trace contextRef="#ctx0" brushRef="#br0" timeOffset="179206.83">29976 6100 101 0,'0'0'221'0,"2"-11"-2"16,-2 11-6-16,2-6-5 0,-2 6-5 0,0 0-10 16,3-6-14-16,-3 6-16 0,0 0-21 0,0 0-18 15,0 0-17-15,0 0-7 0,0 0-15 0,0 0-8 16,0 0-4-16,-10 22-6 0,5-11 2 0,0 4-3 15,-1 1-15-15,0 0 2 0,-2 2-5 0,0-2-2 16,0-2 1-16,2 2-7 0,-4-3 2 0,2 3 8 16,3-6 0-16,-3 0 4 0,1 2 0 0,-4-1 1 15,1 2-6-15,0-5-5 0,1 0-3 0,1-1 0 16,-2 1-8-16,1-2 2 0,-1 0-6 0,1 0 1 16,0-2 1-16,3 0 5 0,-1-1-18 0,2-1 7 15,-4 0-8-15,9-2 1 0,-9 5-1 0,9-5 4 16,-10 2-4-16,10-2 0 0,0 0-3 0,-14-5-5 15,14 5-14-15,-9-9-7 0,4 3-4 0,-2-1 0 16,5 0-2-16,-3-4-2 0,1 0-4 0,1 1 2 16,3-2 5-16,-1 2 0 0,2 0 0 0,-2 0 1 0,1 10 0 15,5-16 4-15,-1 6-2 0,2 1 3 16,2-1 4-16,-5 4-2 0,3-2-2 0,3 0 0 16,1 2 2-16,-3 3-3 0,2-2 2 0,-3 2 2 15,1-1-2-15,1 1 1 0,-1 1-1 0,-7 2 3 16,15 1-5-16,-7-1 6 0,2 0-3 0,-1 2-1 15,0 2 2-15,0 1 2 0,0 2-3 0,1 0 3 0,-1 2-3 16,-3-1 4-16,3 1 0 0,0 1-1 16,-1 0 4-16,0-1-21 0,0 1 2 0,0 0 3 15,-2-1 0-15,1 1 5 0,0-1-1 0,1 0-1 0,-4-3 3 16,4 2 4-16,-4-2 0 0,3 3 3 0,-1-1-18 16,0-3-28-16,-1 2-36 0,1 2-28 0,-2-4-32 15,2 0-41-15,2 2-25 0,0-1-171 16,-3-2-416-16,4-3 184 0</inkml:trace>
  <inkml:trace contextRef="#ctx0" brushRef="#br0" timeOffset="179471.8">30409 6193 16 0,'0'0'239'0,"0"0"-21"0,0 0-6 15,0 0-14-15,0 0-6 0,-13-8-10 0,13 8-12 16,0 0-13-16,0 0-11 0,0 0-16 0,0 0-8 0,0 0-20 16,0 0-8-16,0 0-12 0,14-7-8 0,-2 7-9 15,-1-2-20-15,2 1-26 0,0 0-34 0,-2-1-43 16,2 0-46-16,0 1-43 0,0 1-36 15,-3 1-143-15,-2 1-354 0,-8-2 157 0</inkml:trace>
  <inkml:trace contextRef="#ctx0" brushRef="#br0" timeOffset="179631.66">30364 6303 213 0,'-2'5'197'16,"2"-5"-25"-16,0 0-14 0,0 0-14 0,0 0-10 0,0 0-12 15,0 0-8-15,0 0-15 0,16 3-14 0,-3-6-20 16,0 0-34-16,9-2-44 0,3-2-54 16,2 0-67-16,-9 2-86 0,8-4-239 0,-7 4 106 15</inkml:trace>
  <inkml:trace contextRef="#ctx0" brushRef="#br0" timeOffset="180370.3">31089 5838 98 0,'0'0'127'0,"0"0"-2"0,-4-5-5 0,4 5-2 15,0 0-5-15,0 0-5 0,0 0-7 0,-6-5 0 16,6 5-6-16,0 0 2 0,0 0-14 15,-7-3-3-15,7 3-1 0,0 0-1 0,-6-4-6 16,6 4-2-16,0 0 0 0,-11-2 4 0,11 2-1 16,0 0-3-16,-10-1-3 0,10 1-1 0,0 0 0 15,0 0-7-15,0 0-3 0,-9-3 3 0,9 3-10 0,0 0-5 16,0 0 1-16,0 0 1 0,0 0-5 16,0 0-4-16,0 0-6 0,0 0-9 0,0 0-2 15,0 0-4-15,0 0-3 0,0 0-8 0,31 1-2 16,-13-1-14-16,1-1-9 0,4 0-14 0,-2 0-24 0,0-1-18 15,0 1-35-15,-1 1-20 0,-2-1-21 16,-5 0-24-16,2 1-146 0,-2 0-348 0,-5-2 155 16</inkml:trace>
  <inkml:trace contextRef="#ctx0" brushRef="#br0" timeOffset="180784.44">31164 5801 48 0,'0'0'124'0,"0"0"-15"16,-2 5 0-16,2-5-7 0,0 10 11 0,-2-3 2 16,2 3 6-16,-1 2 8 0,2 0-11 0,-2 6 10 15,0-1 3-15,1-2-14 0,-3 1-10 0,5 1-9 16,-4-4-11-16,2 4-8 0,-1-1-8 0,1-1-8 16,0-2-5-16,-1-2-5 0,1 0-4 0,0-4-3 15,0 3-4-15,1 0-8 0,-1-3 2 0,-1 3-6 16,1-1-1-16,-3-2 0 0,3-7-4 0,3 10-7 15,-3-10 4-15,-3 9-2 0,3-9 0 0,0 0-3 16,3 6 0-16,-3-6 0 0,0 0 0 0,0 0 0 16,-5 8-2-16,5-8-5 0,0 0 2 0,-11 4-9 15,5-2-4-15,6-2-2 0,-16-1 0 0,5 2-5 16,2 1-2-16,-2-2-3 0,2 0 0 0,9 0 4 16,-17 0 0-16,17 0 1 0,-13 0 4 0,13 0-1 15,-9-2 8-15,9 2-5 0,0 0-5 0,-11 0 7 16,11 0 1-16,0 0 4 0,-8-1 0 0,8 1-1 15,0 0-4-15,0 0-4 0,0 0 5 0,0 0-2 16,0 0-1-16,0 0 1 0,0 0 1 0,35 0-1 16,-17-2-3-16,1 1-17 0,3-2-17 0,4-2-35 15,1 0-29-15,1 3-37 0,0-1-39 0,-7 0-150 16,-1-1-355-16,1 2 157 0</inkml:trace>
  <inkml:trace contextRef="#ctx0" brushRef="#br0" timeOffset="181021.27">31485 6032 40 0,'0'0'196'0,"0"0"-12"0,0 0-4 16,0 0-1-16,0 0-6 0,0 0-2 0,0 0-9 16,0 0-3-16,-17 15-12 0,12-8-3 0,-1-1-9 15,-2 1-9-15,1-1-10 0,-1 3-10 0,2 0-10 16,-1-1-11-16,2 2-4 0,-1-1-8 0,2 1-8 15,0-4-8-15,3 0-1 0,1-6-8 0,-4 12-4 16,4-7-10-16,0-5-18 0,5 12-22 0,-2-6-32 16,0-2-32-16,-3-4-51 0,18 7-58 0,-5-6-56 15,0-1-136-15,6-2-402 0,-2-2 179 0</inkml:trace>
  <inkml:trace contextRef="#ctx0" brushRef="#br0" timeOffset="181207.63">31701 6020 256 0,'0'0'245'0,"0"0"-24"0,0 0-15 0,0 0-11 0,0 0-15 16,0 0-11-16,0 0-20 0,0 0-12 0,0 0-9 16,14-7-20-16,-7 5-9 0,0 1-27 0,7-1-31 15,-4 0-40-15,3-1-49 0,6 2-53 0,-1-4-48 16,0 3-170-16,-5-2-344 0,2-1 152 0</inkml:trace>
  <inkml:trace contextRef="#ctx0" brushRef="#br0" timeOffset="181784.58">31958 5760 166 0,'0'0'191'0,"0"0"-16"0,4-7-15 16,-4 7-16-16,7-4-17 0,0 2-14 0,-7 2-9 16,18-2-13-16,-8 1-16 0,1 0 3 0,0 0-24 15,-1 0-20-15,0 1-40 0,0-2-29 0,-1 2-19 16,-9 0-23-16,18 0-16 0,-13 2-6 0,-5-2-6 16,11 1 8-16,-11-1 9 0,8 0 14 0,-8 0 15 15,0 0 9-15,0 0 11 0,0 0 16 0,0 0 13 16,0 0 15-16,0 0 18 0,0 0 13 0,0 0 11 15,0 0 7-15,0 0 14 0,0 0-1 0,0 0 9 16,0 0-5-16,0 0 2 0,0 0-7 0,0 0-9 16,0 0-6-16,0 0-5 0,0 0 11 0,0 0 21 15,-12 17 6-15,9-8-1 0,2 2 1 0,-2 2 1 16,2-1-4-16,0 5 3 0,-2 0 15 0,1-2 2 16,-2 2-8-16,4-4-12 0,0-1-7 0,0 0-1 15,-4 2-9-15,4-4-3 0,0 4-6 0,0-4-4 16,1 2-6-16,2-6-2 0,-3 7-5 0,0-8-4 15,0-5 1-15,0 14-5 0,-3-8-2 0,3-6-2 16,-1 10-4-16,1-10 1 0,-2 7-4 0,2-7 1 16,-3 8-7-16,3-8-10 0,-5 6-4 0,5-6 0 15,-8 4-4-15,8-4-5 0,-9 3 6 0,9-3-4 16,-13 0-2-16,13 0 2 0,-11-2-2 0,11 2 4 16,-12-4 1-16,6 2-4 0,6 2 4 15,-8-4-1-15,8 4 2 0,0 0-2 0,-6-3 2 0,6 3 8 16,0 0-2-16,0 0 4 0,0 0-2 0,0 0 2 15,-9-5 5-15,9 5-7 0,0 0 1 0,0 0-3 16,0 0-2-16,0 0 5 0,0 0-7 16,31-4-10-16,-16 1-14 0,5 2-28 0,0-1-32 15,-1 0-45-15,9-2-50 0,-8 2-50 0,1 0-158 0,7-1-422 16,0-2 186-16</inkml:trace>
  <inkml:trace contextRef="#ctx0" brushRef="#br0" timeOffset="182321.36">32538 5895 153 0,'0'0'181'0,"0"0"-7"0,0 0-5 0,-20-3-4 16,20 3 4-16,-22 8-7 0,12-2-5 0,-3 0-4 16,0 3 4-16,3 1-15 0,1-3-14 15,0 3-8-15,1-1-13 0,-4-1-7 0,5 0-9 16,3 1-10-16,1-2-7 0,3-7-8 0,-6 17-3 15,6-8-1-15,0-9-8 0,2 17-6 0,2-7 0 0,2-2-15 16,2 1-16-16,1-2-14 0,2 0-27 0,4 2-22 16,-3-5-28-16,6 2-18 0,-3-1-30 15,3-3-12-15,-1-4-7 0,2 1-3 0,-6 2 2 16,1-3 0-16,0 0 4 0,2-2 2 0,-4-2 10 16,-1 2 9-16,1-5 10 0,-12 9 15 0,0 0 17 15,0 0 16-15,34-34 18 0,-34 34 30 0,0 0 18 0,18-25 29 16,-18 25 17-16,0 0 12 0,0 0 5 0,0 0 11 15,17-18-11-15,-17 18 1 0,0 0-6 16,0 0-4-16,0 0-2 0,0 0 4 0,0 0 7 16,4-1-1-16,-4 1 0 0,0 0-3 0,0 0-5 15,0 0-7-15,0 0-5 0,0 0-3 0,0 0-7 0,0 0 2 16,0 0-9-16,0 0 13 0,19 58 5 16,-19-58 4-16,0 0-1 0,24 13 1 0,-24-13-7 15,0 0 4-15,0 0-7 0,32 7 1 0,-32-7-6 16,0 0 2-16,0 0 1 0,0 0 4 0,0 0 2 15,0 0 0-15,44-6-4 0,-44 6 4 0,0 0-11 16,0 0-4-16,0 0 1 0,0 0-6 0,19-30-4 0,-19 30 0 16,0 0-2-16,0 0 12 0,0 0-4 0,0 0-6 15,-8-45-11-15,8 45-7 0,0 0-13 0,0 0-14 16,0 0-16-16,-32-28-11 0,32 28-22 16,0 0-20-16,-36-4-31 0,20 6-32 0,-3 0-38 15,-1 4-34-15,1-1-168 0,-3 1-426 0,3 0 189 16</inkml:trace>
  <inkml:trace contextRef="#ctx0" brushRef="#br0" timeOffset="182810.96">31604 6413 63 0,'-18'2'209'16,"5"1"0"-16,2-3-1 0,11 0-11 0,-17 1-8 15,17-1-10-15,-11 2-14 0,11-2-9 0,-11 2-8 16,11-2-1-16,0 0-16 0,0 0-14 0,0 0-12 16,0 0-7-16,0 0-7 0,0 0-6 0,45 0-8 15,-6-2-7-15,25-4-6 0,29-3-6 0,0-1-9 16,-5 0-4-16,-21 3-6 0,28-2-4 0,-33 3-1 16,2-4-6-16,-4 6-3 0,1-3-3 0,-5 1 6 15,-2 4-11-15,-3-4 0 0,-14 2-5 0,0 3 1 16,-3-2-3-16,-34 3-1 0,52-3-1 0,-52 3-1 15,40 0 1-15,-40 0 6 0,0 0 0 16,37-5-2-16,-37 5 2 0,0 0 3 0,0 0 1 0,0 0 1 16,0 0-2-16,39-2 4 0,-39 2-2 15,0 0-11-15,0 0 3 0,0 0-5 0,0 0-12 0,0 0-19 16,0 0-20-16,0 0-31 0,0 0-34 0,0 0-35 16,0 0-45-16,0 0-54 0,0 0-177 15,0 0-454-15,0 0 201 0</inkml:trace>
  <inkml:trace contextRef="#ctx0" brushRef="#br0" timeOffset="183366.26">31962 6577 185 0,'-8'6'257'0,"8"-6"-27"0,0 0-22 16,0 0-17-16,0 0-18 0,0 0-14 15,27 0-17-15,-7-3-10 0,11-1-14 0,-11 1-10 16,9-1-10-16,0 0-10 0,-1 2-9 0,-11-2-19 0,3 4-25 16,-7-2-26-16,1-1-15 0,-4 3-20 15,-10 0-15-15,13-2-10 0,-13 2-16 0,0 0-4 0,0 0-9 16,18-5 10-16,-18 5 9 0,0 0 17 16,0 0-2-16,0 0 16 0,0 0 9 0,0 0 6 15,0 0 4-15,0 0 6 0,0 0 16 0,0 0 1 16,0 0 2-16,-26-13 4 0,26 13-4 0,0 0 2 15,0 0 9-15,0 0 23 0,0 0 5 0,-12 17 11 16,12-17-3-16,-4 16 5 0,-2-6 2 0,3 2 7 0,2-1 14 16,-2 0-13-16,2 2-9 0,-3-1 0 15,4-1 7-15,-1 5-4 0,-1-3-8 0,2-3-3 16,-1 1-4-16,2 0-8 0,1-1-3 0,-2-10-5 16,0 17 4-16,1-8 1 0,-1 1-6 0,0-10-3 0,-1 14-3 15,1-14-4-15,0 0-4 0,0 17 5 16,0-17-9-16,0 0 1 0,-4 10-1 0,4-10-1 0,0 0-5 15,-8 10-5-15,2-6-4 0,6-4-5 16,-9 5-6-16,9-5 2 0,-12 1-3 0,12-1 3 16,-15 0 2-16,15 0 1 0,-12 0 3 0,12 0-2 15,0 0 1-15,-15-6 0 0,15 6 4 0,-9-7-4 16,9 7 2-16,0 0 3 0,-10-6-1 0,10 6 2 16,0 0-3-16,-8-3-3 0,8 3-4 0,0 0 3 15,0 0-9-15,0 0 1 0,0 0 0 0,0 0-1 16,0 0-11-16,0 0-13 0,44-6-28 0,-24 4-30 15,6 0-42-15,1-2-47 0,3 2-35 0,1-1-37 0,-2 0-130 16,-7 0-415-16,5-2 184 0</inkml:trace>
  <inkml:trace contextRef="#ctx0" brushRef="#br0" timeOffset="183750.45">32634 6670 146 0,'0'0'230'0,"0"0"-15"0,0 0-9 0,3-7-13 15,-3 7-9-15,0 0-12 0,0 0-5 0,0 0-5 16,-29 7-2-16,18-3-8 0,-2 2-4 0,2 0-11 16,-2 0-14-16,1 1-7 0,3 0-15 0,1 0-5 15,1 0-10-15,-1 1-11 0,2-1-6 0,6-7-9 16,-6 10 1-16,6-10-9 0,-2 12 4 0,2-12-11 16,3 13-3-16,-3-13-6 0,14 13-3 0,-6-7-1 15,3 0-3-15,1-2-4 0,1-1-4 0,-2 0 2 16,-1-2-5-16,1 2-3 0,-11-3 3 0,13 1-3 15,-13-1-1-15,9 4 3 0,-9-4 3 0,0 0 8 16,0 0 17-16,9 1 4 0,-9-1 3 0,0 0-5 16,0 0-8-16,0 0-1 0,0 0-5 0,-24 10 5 15,7-4-2-15,1-2 3 0,-1 3-6 0,1-1-3 16,4 0 4-16,1-3-9 0,-1 3 1 0,3-1-8 16,9-5-3-16,-15 14-3 0,9-9 0 0,2 0-2 15,4-5 5-15,-4 13-10 0,4-13-2 0,0 0-2 16,11 15-8-16,1-10-13 0,1-1-22 0,8-1-32 15,7 0-41-15,-1 1-50 0,-27-4-51 0,48 2-59 16,-48-2-56-16,0 0-171 0,47 5-543 0,-47-5 241 16</inkml:trace>
  <inkml:trace contextRef="#ctx0" brushRef="#br0" timeOffset="188522.67">29697 7407 253 0,'-7'-1'245'0,"7"1"-28"15,0 0-18-15,-12 0-10 0,12 0-6 0,0 0-5 16,0 0-15-16,-9-1-3 0,9 1-19 0,0 0-12 0,0 0-12 16,0 0-13-16,0 0-12 0,0 0-6 0,0 0-13 15,0 0-9-15,0 0-4 0,0 0-5 0,0 0-9 16,23-5 3-16,-23 5-11 0,19-7-6 0,-7 6-17 15,2-2-16-15,0 0-29 0,-3 0-29 0,9 1-31 16,-3-2-50-16,1 1-26 0,0-1-40 0,-5 2-160 16,0 1-397-16,-2-1 175 0</inkml:trace>
  <inkml:trace contextRef="#ctx0" brushRef="#br0" timeOffset="188682.28">29701 7473 123 0,'-8'3'277'0,"8"-3"-30"0,0 0-26 0,-2 5-19 16,2-5-11-16,0 0-10 0,0 0-13 0,0 0-13 15,0 0-10-15,0 0-20 0,19 2-13 0,-8-3-23 16,2-2-33-16,8-2-45 0,7 3-54 0,1-3-58 16,3-1-69-16,-2 2-162 0,2-1-359 15,-1-3 159-15</inkml:trace>
  <inkml:trace contextRef="#ctx0" brushRef="#br0" timeOffset="189885.22">30363 7227 41 0,'0'0'227'0,"0"0"3"16,0 0-5-16,-4-8-5 0,4 8-6 0,0 0-7 16,0 0-6-16,0 0-13 0,0 0-13 0,0 0-6 15,0 0-22-15,0 0-14 0,0 0-15 0,0 0-7 16,0 0-16-16,0 0-9 0,0 0-9 0,0 0-8 16,0 0-6-16,0 0-9 0,0 0-6 0,0 0-1 15,-10 18-3-15,5-10-3 0,0 2-1 16,-2 2-7-16,1 1 0 0,1-2-2 0,-1 4-7 15,-1-3 0-15,2-2-1 0,2 3-2 0,-2-4-3 0,3 2 0 16,0 1-5-16,-1 0 0 0,1-4-1 0,1 3-1 16,1-1-3-16,0-1 1 0,1 1 0 0,1-4-4 15,0 1 4-15,2-3 1 0,0 3-5 0,1-1 5 16,0-2-4-16,-1 1 2 0,2-1-1 16,2 2-1-16,2-3 4 0,-3-1-4 0,5-1 2 0,-1 1-1 15,-2-2-3-15,2-1 0 0,-1 0-1 0,1 0 1 16,1-3 2-16,-2 0 2 0,1-1-2 0,0 1 0 15,1-2-1-15,-3-1 0 0,2 0-1 0,-4 1-1 16,0-3-3-16,3-2 1 0,-3 2-1 0,-2-2-3 16,0 0 3-16,-1-1-3 0,1 1-1 0,1-5-5 15,-2 0 3-15,1 0 1 0,-6 4 1 0,1-1 2 16,0-3-4-16,-1 6 4 0,-1-1 2 0,0 2 1 16,-2-3-4-16,-1 5 4 0,-1-2 0 0,-1 0 3 15,-1 1 1-15,0 2-5 0,0 1 3 0,2 2-3 16,-2-2 1-16,-1 2-1 0,9 3-4 0,-14-2 0 15,5 1-1-15,-1 1-5 0,10 0-9 0,-13 1-20 16,6 0-27-16,7-1-28 0,-12 4-32 0,8 2-40 16,-1 0-42-16,5-6-46 0,-7 13-196 0,6-7-488 15,1 1 216-15</inkml:trace>
  <inkml:trace contextRef="#ctx0" brushRef="#br0" timeOffset="190086.19">30737 7351 203 0,'0'0'249'0,"0"0"-13"0,0 0-9 0,3 6-9 16,-3-6-12-16,0 0-18 0,0 0-19 0,0 0-17 16,0 0-18-16,0 0-17 0,0 0-26 0,3 6-37 15,-3-6-33-15,0 0-38 0,0 0-47 0,6 4-52 16,-6-4-52-16,0 0-149 0,8 3-344 0,-8-3 153 15</inkml:trace>
  <inkml:trace contextRef="#ctx0" brushRef="#br0" timeOffset="190688.37">31079 7113 119 0,'0'0'256'0,"0"0"-8"0,0-7-4 0,0 7-6 15,0 0-16-15,0 0-7 0,-7-7-18 0,7 7-13 16,-7-2-20-16,7 2-14 0,-14 2-8 0,14-2-20 16,-13 3-6-16,1 1-8 0,2 2-15 0,-4 3-8 15,1-3-15-15,2 2 0 0,-1-2-10 0,2 2-3 16,1-1-10-16,1 1-1 0,1-1-9 0,0 2-5 15,1-3 0-15,2 1-4 0,1 0-5 0,2-1 2 16,1-6-3-16,1 13-2 0,1-7-14 0,-2-6-10 16,6 10-2-16,-2-7-2 0,4 2-3 0,-1-1-1 15,4-1 0-15,-1-2-3 0,0 0 2 0,0-1 0 16,1 0 10-16,-3 0-2 0,1-2-7 0,-9 2 4 16,13-4-1-16,-5 1 0 0,-1-2-1 0,0-1 4 15,-2-1 4-15,-1 3 1 0,-1-4-2 0,0 1-2 16,1 1 8-16,-1-1 5 0,-1 0 1 0,1 1 4 15,-2-5-4-15,3 2 2 0,-3 0 3 0,2 1 1 16,-3 8 4-16,1-11-2 0,-1 11 6 0,3-9-1 16,-3 9 1-16,2-8 2 0,-2 8 0 0,0 0 0 15,3-6-7-15,-3 6-2 0,0 0-4 0,0 0-4 16,0 0-2-16,0 0-3 0,0 0 2 0,0 0-4 16,0 0 0-16,0 0 0 0,0 0 6 0,5 25 10 15,-5-13 6-15,1 3 7 0,0 4 0 0,-1 0 3 16,0-3 0-16,0 1 3 0,0 2 3 0,-1-3-5 15,0-1 3-15,1 2-1 0,-2-1-4 0,2 1-1 16,-2-4-3-16,4-3 1 0,-2 2-3 0,0-2-8 16,0 2 1-16,-2-1-3 0,2-2 2 0,0-3 1 15,2 2 7-15,-2-8-23 0,2 12 12 0,-2-5-5 16,0-7-24-16,1 12-26 0,-1-12-36 0,0 9-34 16,0-9-42-16,-3 7-44 0,3-7-55 0,0 0-26 15,0 0-252-15,-3 8-573 0,3-8 254 0</inkml:trace>
  <inkml:trace contextRef="#ctx0" brushRef="#br0" timeOffset="191182.71">31271 7121 32 0,'0'0'229'0,"0"0"-8"0,0 0-1 16,0 0-8-16,1-9 2 0,-1 9-12 0,0 0-10 16,0 0-11-16,0 0-11 0,0 0-16 0,0 0-16 15,0 0-13-15,0 0-16 0,0 0-9 0,6-3-15 16,-6 3-6-16,0 0-6 0,10-1-10 0,-10 1-3 16,16-2-5-16,-2 2-7 0,-3 0-6 0,7 0-5 15,0 0-5-15,-5-3-3 0,-2 2 2 0,3-1-8 16,-2 2 2-16,-2 0-3 0,1-1-2 0,-3 1-3 15,1 0-1-15,-9 0-3 0,15 0 1 0,-8-2-1 16,-7 2-4-16,0 0 5 0,11-1-8 0,-11 1 2 16,0 0-2-16,9 0-2 0,-9 0 2 0,0 0 1 15,0 0-4-15,0 0 0 0,0 0-1 0,8-3 6 16,-8 3-7-16,0 0 3 0,4 10 11 0,-4-10 6 16,0 14 5-16,-1-4 8 0,1 1 6 0,-2 2-3 15,1 3 2-15,0 0 5 0,-1 3 0 0,-3-4 5 16,3 3-2-16,-3-1-6 0,-2 1-5 0,3-2 7 0,1 0 7 15,0-3-18-15,-1-1 5 0,0-1-15 16,2 0-1-16,-2 1-5 0,2-3 4 0,-1-1-2 16,3 0 1-16,-1-1-6 0,1-7 7 0,0 13-18 15,-2-6-27-15,2-7-22 0,2 9-22 0,-2-9-26 0,-2 9-33 16,2-9-28-16,0 0-26 0,0 8-34 0,0-8-16 16,0 0-29-16,0 0-198 0,-1 7-497 15,1-7 220-15</inkml:trace>
  <inkml:trace contextRef="#ctx0" brushRef="#br0" timeOffset="191367.48">31357 7303 6 0,'0'0'158'0,"0"0"-9"0,0 0-9 0,0 0-8 15,0 0-8-15,0 0-7 0,0 0-10 0,0 0-12 16,31-4-16-16,-13 2-25 0,1 0-29 0,3-2-45 15,6-1-42-15,1-2-36 0,-1 4-70 16,2-2-182-16,-2-5 81 0</inkml:trace>
  <inkml:trace contextRef="#ctx0" brushRef="#br0" timeOffset="191784.22">31927 7119 116 0,'-4'-10'181'15,"-2"7"10"-15,6 3-2 0,-8-4-2 0,8 4-7 16,-12 0-12-16,0 3-12 0,3-2-7 0,-1 5-14 16,-7 1-1-16,6 1-9 0,-4 1-7 15,2 2-14-15,-1 1-5 0,3-4-15 0,4 2-5 0,-1-1-9 16,2 1-2-16,-1-1-12 0,5 0-2 0,-1-1-9 16,2-3-6-16,1-5-2 0,1 14-5 0,2-9-3 15,2 0-8-15,1-2-2 0,2-2-4 0,0 0-3 16,3-1 1-16,-1-1-4 0,1 0 2 15,-2 1-1-15,-1-4-9 0,1 0 3 0,-1-1-2 0,1 0 6 16,0-3-3-16,-4 4-2 0,0-2 2 0,2-2-1 16,-2 1 3-16,2-4 4 0,-2 1-5 0,1 1 12 15,0-1-6-15,-1-2 8 0,0 7 10 0,-2-1 7 16,0 0 8-16,0 0 3 0,-3 6 8 0,5-9-20 16,-5 9 2-16,3-5-6 0,-3 5-7 0,0 0-6 15,0 0 1-15,0 0 7 0,0 0 15 0,0 0-5 16,5 26-2-16,-5-15-5 0,0 5 4 0,-1 0-11 15,-1 3 13-15,1-2-12 0,-1 1-3 0,0 1 0 16,2 1-2-16,0-3-4 0,-1 1-8 0,2 0-16 16,-1-1-43-16,-1-2-39 0,1-2-44 0,1 5-57 15,-1-6-61-15,0 1-43 0,-1-1-166 0,0-2-500 16,-2 0 221-16</inkml:trace>
  <inkml:trace contextRef="#ctx0" brushRef="#br0" timeOffset="192000.38">31108 7587 2230 0,'-50'6'222'0,"15"-8"-85"0,4 3-72 0,10-1-21 16,6 0-22-16,3 0-7 0,6 1 5 0,6-1-4 15,0 0 1-15,0 0 1 0,26-6-3 0,12-3 10 16,21-4-2-16,33-3-4 0,5 2-3 0,4-3 1 15,5-1-7-15,5 0-20 0,3 0-32 0,-8 3-36 16,-5 1-54-16,-4 1-45 0,-34 4-54 0,2-2-147 16,-4-1-408-16,0 0 182 0</inkml:trace>
  <inkml:trace contextRef="#ctx0" brushRef="#br0" timeOffset="195085.19">23431 6773 166 0,'0'0'280'0,"-2"-10"-28"16,2 10-25-16,0 0-23 0,0 0-26 0,0 0-19 16,0 0-13-16,0-9-16 0,0 9-11 0,0 0-15 15,0 0-8-15,0 0-6 0,0 0-9 0,0 0-4 16,0 0-3-16,0 0 0 0,0 0 4 0,0 0-6 15,5 23-2-15,-5-23-7 0,1 11-10 0,1-6-5 16,0 1-2-16,-2-6-8 0,3 11-3 0,-2-6-2 16,-1-5-1-16,4 8-3 0,-4-8-3 0,1 8-4 15,-1-8 7-15,5 4 2 0,-5-4 2 0,8 3-2 16,-8-3-4-16,15-7 3 0,3 0-4 0,6-8-16 16,7-7-19-16,9-11-27 0,6 1-31 0,3-5-51 15,21-19-57-15,2-3-68 0,-9-1-203 0,6-3-482 16,-6-1 214-16</inkml:trace>
  <inkml:trace contextRef="#ctx0" brushRef="#br0" timeOffset="196383.23">11617 6337 123 0,'0'0'130'0,"0"0"-13"0,0 0-5 15,-7-5-6-15,7 5-3 0,0 0-9 0,0 0-1 16,0 0 0-16,0 0-9 0,0 0-5 0,0 0-7 16,0 0-6-16,0 0-5 0,0 0-8 0,0 0-1 15,0 0-11-15,0 0 0 0,0 0-5 0,0 0-6 16,0 0-3-16,0 0 4 0,0 0-4 0,0 0-3 15,0 0-1-15,0 0-1 0,0 0 7 0,0 0 4 16,0 0 1-16,0 0 2 0,0 0-5 0,0 0-4 16,0 0 2-16,0 0-6 0,0 0-1 0,0 0-6 15,0 0 3-15,11 17-2 0,-11-17-5 0,0 0-1 16,6 4-1-16,-6-4 1 0,0 0-2 16,6 3 2-16,-6-3-8 0,0 0 7 0,0 0-4 15,4 5 1-15,-4-5 0 0,0 0-4 0,0 0 2 0,0 0-1 16,0 0-1-16,0 0 1 0,7 2 6 0,-7-2-9 15,0 0 3-15,0 0-2 0,0 0 1 0,0 0-2 16,0 0 2-16,0 0 4 0,0 0-3 0,0 0-1 16,0 0-2-16,0 0 3 0,6 3-1 0,-6-3 1 15,0 0 0-15,0 0 1 0,0 0 1 0,0 0-3 16,0 0 2-16,0 0-2 0,0 0 7 0,0 0-1 16,0 0-5-16,0 0-2 0,0 0 1 0,0 0 3 15,0 0-2-15,0 0-4 0,0 0 3 0,0 0 2 16,0 0-5-16,0 0 2 0,0 0 1 0,0 0-2 15,0 0 2-15,0 0 0 0,0 0-4 0,0 0 1 16,0 0 0-16,0 0 0 0,2 7 1 0,-2-7 1 16,0 0-2-16,0 0 1 0,0 0 0 0,0 0 0 15,0 0-1-15,0 0 3 0,0 0-1 0,0 0 0 16,3 5-1-16,-3-5 4 0,0 0-3 0,0 0 1 16,0 0 1-16,0 0-1 0,0 0-2 0,0 0 4 15,0 0-2-15,0 0 2 0,0 0 0 0,0 0-1 16,0 0-1-16,0 0 2 0,0 0 1 0,0 0-3 15,14-3 6-15,-4 0 2 0,12-5-5 0,10-3-7 16,19-11-34-16,6-4-45 0,37-22-66 0,0-4-211 16,10-9-387-16,-4-6 171 0</inkml:trace>
  <inkml:trace contextRef="#ctx0" brushRef="#br0" timeOffset="-213843.21">7510 10032 14 0,'-1'-9'235'0,"1"9"-20"0,-1-8-15 0,1 8-19 15,0 0-16-15,0 0-14 0,0 0-23 0,0 0-16 16,0 0-15-16,0 0-6 0,0 0-6 0,0 0-8 16,13 18 6-16,-7-3-4 0,2 1-5 15,-1 2-3-15,0-1-6 0,-1 6-9 0,3-5 0 0,-3-2-8 16,1 1-3-16,-3-2-5 0,1-3-3 0,0 1-3 15,1-2-4-15,-2-2-3 0,0 1 0 0,0 0-5 16,1-3-1-16,-1 0-1 0,-2-3-1 0,-2-4-3 16,7 8 0-16,-6-4 0 0,-1-4 5 0,0 0 18 15,4 7 14-15,-4-7 11 0,4 4 15 0,-4-4 7 16,0 0 10-16,0 0 11 0,0 0-10 0,0 0-5 16,0 0-13-16,9-13-7 0,-4 4-9 0,0-4-4 15,-2-1-9-15,5-5-5 0,-1 2-2 0,0-7-10 16,5 0-8-16,-2 2-10 0,-1-3-12 0,0 8-20 15,-1 1-6-15,1-1-23 0,-2 1-17 0,-1 7-27 16,0-1-34-16,-2 4-37 0,-1 2-34 0,3 0-7 16,0 2-7-16,-6 2-4 0,14 2-12 0,-5 1-160 15,-1 2-416-15,0 3 185 0</inkml:trace>
  <inkml:trace contextRef="#ctx0" brushRef="#br0" timeOffset="-213562.44">7918 10175 109 0,'0'0'150'0,"0"7"7"0,0-7-7 0,0 0-3 16,-4 14-13-16,3-10 0 0,1-4-9 0,-1 11-7 16,1-11-13-16,0 11-11 0,0-11-6 0,0 11-7 15,1-5-7-15,-1-6-4 0,6 8 10 0,-2-3 21 16,0-2 0-16,4 2-2 0,-1-3 2 0,4 0-11 16,0-2-1-16,1-2-8 0,-1-1-7 0,2-2-2 15,-2 0-6-15,2-1-7 0,-3-1-8 0,1-1-1 16,1-4 0-16,-4 3-5 0,0-2-2 0,-3 0-4 15,-1 1 3-15,3-6-3 0,-6 1-4 0,-1 3-7 16,-2-3 5-16,-3 4 3 0,0-1 5 0,-2 3-6 16,0 1-1-16,-2-1-3 0,-3 5-5 0,2-2-10 15,-3 4-1-15,0 2-8 0,-1 0-15 0,-2 4-10 16,-5 1-17-16,3 4-28 0,-5 4-34 0,8 1-39 16,1-2-52-16,4 2-30 0,2-2-45 0,1 0-141 0,4-2-437 15,4 0 194-15</inkml:trace>
  <inkml:trace contextRef="#ctx0" brushRef="#br0" timeOffset="-213325.34">8199 9931 53 0,'3'-12'249'16,"-2"4"3"-16,-1-2-5 0,1 5-6 0,-1 5-17 15,0-11-20-15,0 11-19 0,4-7-23 0,-4 7-18 16,0 0-17-16,0 0-11 0,0 0 2 0,0 0-7 15,9 18 7-15,-5 0-6 0,-2 8-8 0,1-1-2 16,1 3-7-16,-3-3-18 0,2 0-7 0,-2 1-3 16,0-6-10-16,-1 6-9 0,3-6-1 0,-2-3-15 15,0 0-39-15,1 1-38 0,-4-1-53 0,2-2-50 16,2-2-52-16,-1-2-47 0,-1 0-190 0,0-1-472 16,0-10 209-16</inkml:trace>
  <inkml:trace contextRef="#ctx0" brushRef="#br0" timeOffset="-213108.53">8326 9901 68 0,'0'-11'268'0,"-1"1"-4"15,2 3-17-15,0-1-15 0,-1 8-28 0,1-7-20 16,-1 7-15-16,0 0-6 0,0 0 0 16,0 0 1-16,0 0-10 0,4 34-7 0,-3-8-9 15,-1 2-4-15,2 0-20 0,-1 2-12 0,1-2-5 0,1 1-10 16,0-4-5-16,-1 0-6 0,-3-5-15 0,2-1-3 15,0 0-8-15,-1-1-1 0,3-2-31 16,0-3-32-16,-2-3-44 0,-2 4-52 0,1-4-53 16,1-1-64-16,0-1-57 0,-1-8-156 0,0 0-476 15,0 0 211-15</inkml:trace>
  <inkml:trace contextRef="#ctx0" brushRef="#br0" timeOffset="-212112.44">8281 10046 206 0,'0'0'189'0,"0"0"-20"0,9-5-14 0,-9 5-12 16,14-2-9-16,-4 2-17 0,8 2-8 0,-1-2-12 15,3-2-6-15,-2 2-9 0,2 0-8 16,1 0-10-16,7-3-6 0,-9 3-7 0,2-1-4 16,-3 2-6-16,-4-2-3 0,-2-1-4 0,1 2-2 15,-5-1-3-15,-8 1-2 0,11 0 8 0,-3-1 13 0,-8 1 19 16,0 0 8-16,9-2 6 0,-9 2-10 15,0 0-8-15,0 0 1 0,0 0 8 0,0 0-11 16,0 0 1-16,-20 16-2 0,12-12 4 0,1 5-6 16,-3 0-4-16,-1 2-4 0,6-2-2 0,1 7-3 0,0-6-7 15,1 2 1-15,0-1-11 0,1-1 6 16,2 2-11-16,2-3-1 0,-2 2 0 0,5-2-2 16,0 0 5-16,1-2 0 0,2 0-2 0,2-1 0 15,-1-3-1-15,1 1-4 0,2-3-1 0,1-1-10 0,-2 0 2 16,3-3-9-16,-4 0-3 0,1-1-1 0,0-3 0 15,-1 1 1-15,-2 1 3 0,1-4 0 16,0 3-3-16,-1-2 3 0,-3 0-1 0,1-1 2 0,-2-1-3 16,0 1-3-16,-4-1 4 0,1 1-3 0,1 0 0 15,-2 3 0-15,0 6 1 0,3-11 4 0,-2 5-7 16,-1 6-4-16,0 0 2 0,0-8-3 0,0 8 3 16,0 0 0-16,0 0 2 0,0 0 4 15,0 0-1-15,0 0 1 0,0 28-1 0,3-23-1 16,0 3 3-16,2-1 4 0,2 0-2 0,5-1-1 0,-2 0 1 15,8-2 2-15,2-2 7 0,1-1-5 0,9-4 1 16,2-1-3-16,-3-1-1 0,-3 0-3 0,-5-2 2 16,-1 1-3-16,-1-2 3 0,-1 2-2 0,-4-3 3 15,-1 1-2-15,-3 0 4 0,1-1 0 0,-4 0-1 16,1 2-2-16,-3-1 2 0,-1 0-1 0,-2 1 0 16,0-2 4-16,-2 9 4 0,0-11 10 0,0 11 2 15,-5-6 6-15,5 6-2 0,-9-5-4 0,9 5-2 16,-14 0 1-16,14 0-3 0,-18 6-1 0,6 1-4 15,3 2 0-15,-1 1 5 0,-1 2-8 0,3-2 2 16,1 0-5-16,2 3 1 0,0-4-2 0,3 2 3 16,0-1-6-16,2-1 10 0,0 0-17 0,0-9-5 15,4 13-8-15,2-4-1 0,0-2-5 0,0-1 2 16,2 1-2-16,3-1 3 0,-1-1 1 0,1 0 1 16,0 2-1-16,-2-4 5 0,0 5-1 0,1 1-1 15,2 1 4-15,-2 6 2 0,0 1-2 0,-5 2 1 16,6 5 3-16,-9 2 5 0,1 2 0 0,-1 2 0 15,-2-1 3-15,-1 0 4 0,-3 4 1 0,0-1 0 16,2-3 1-16,-7 2 4 0,-1-4-1 0,-2 2 1 16,3-2 0-16,-5-2-3 0,3-1-1 0,0-8 6 0,0-1-2 15,1-3 1-15,1-1-5 0,-1-5 4 16,1 0-1-16,2-2-3 0,1-2 2 0,6-2 1 16,0 0-10-16,-14-9-4 0,12-2 0 0,4-5-2 15,4-9-6-15,3 1 1 0,3-3-2 0,7-3-9 16,0 1-8-16,10-13 1 0,-1 2 0 0,3 2-2 15,-2 0 0-15,6-1 2 0,-2 0-3 0,1 2 1 16,-13 10 3-16,10-12 4 0,-10 11-1 0,-2 2 4 16,0-1 1-16,-4 1 0 0,0-2 4 0,-2 3 1 15,-2 1 3-15,-2 5 0 0,-3 2 2 0,0 0 14 0,-3 5 14 16,0 1 11-16,-3 3 2 0,-1-2-1 16,1 10 7-16,-4-12 8 0,4 12-4 0,-6-7-1 15,6 7-1-15,-12 3 0 0,5 6 4 0,-7 5 4 16,0-1-3-16,-2 7-3 0,2 2-1 0,4-6-7 15,1 2 1-15,1 2-8 0,3-1-2 0,1 0-7 16,2-2-11-16,6 0-41 0,-1-1-40 0,5 0-50 16,3-2-64-16,4-5-70 0,0 2-246 0,12-2-548 15,1-4 243-15</inkml:trace>
  <inkml:trace contextRef="#ctx0" brushRef="#br0" timeOffset="-210639.16">10160 10094 68 0,'-8'-8'266'0,"-2"3"-9"0,1-1-12 0,0 2-12 15,-4-2-5-15,2 5-8 0,-1-2-12 0,2 4-15 0,10-1-11 16,-21 3-2-16,10-1-28 0,1 4-13 0,-2 3-13 16,2-1-10-16,-2 6-12 0,2 2-5 0,1 0-11 15,2 0-9-15,-1 3-11 0,-1-4-6 16,7 2-8-16,-1-1-7 0,3 0 1 0,0-4-7 0,3 1 1 16,-1-1-5-16,3-1 4 0,0-1-4 0,0-2-2 15,3 0-2-15,0-3-2 0,1-1-6 0,1 0 0 16,1-3-2-16,3-2-5 0,-1-2 2 15,1-2-3-15,0-2-5 0,3-4-4 0,-3 1 5 0,0-4 0 16,0 1-3-16,-1-3-2 0,-2 1 0 0,-2-3-6 16,0-6 4-16,1 1-3 0,-3-1-3 0,-1-4-2 15,-3 1 0-15,-1-1-1 0,0 1 2 16,-1 2 0-16,-2-2 10 0,2 0-18 0,-4 0 4 0,2 1 3 16,1 0 4-16,-1 9 5 0,1-1-5 0,0-1 8 15,-3 1 0-15,2 5 3 0,0 2 3 0,-1 1-3 16,1 3-1-16,1 7-2 0,0-10-8 0,0 10-6 15,-2-7 0-15,2 7-1 0,0 0-3 0,0 0 12 16,0 0-1-16,-2 36 3 0,0-10 11 0,-3 4-2 16,2 4 6-16,-3 12-1 0,2-12 5 0,1-3-1 15,1 5-7-15,3-4-1 0,-2-3-4 0,2-1 2 16,0-3-1-16,2-6 1 0,0-1-1 0,4-2-6 16,-1-1 5-16,1-4-1 0,2 1 3 0,3 1-7 15,0-4 9-15,5 0-9 0,-2-5 2 0,2 1-5 16,2-4-3-16,1-1 2 0,-1-2-8 0,-1-3-6 15,0 1-4-15,-2-3 0 0,-1 0-3 0,-2-4-13 16,-3 3-6-16,0-1-10 0,-3-2-7 0,0-5-2 16,0 1 3-16,-2 0-1 0,-3 0 6 0,-1 2 3 15,1-2 7-15,-2 4 4 0,-2-1 8 0,1 1 4 16,0 3 9-16,1 8 0 0,-3-10 4 0,1 4-3 16,2 6 7-16,0 0-9 0,-1-10 6 0,1 10 0 0,0 0-7 15,0 0 1-15,5-10 2 0,-5 10-1 16,0 0 9-16,10-1-6 0,-10 1 1 0,11 1 2 15,-2 2-2-15,-2 0 1 0,0 1 3 0,-1 0-6 16,4 1 4-16,-3 2-3 0,0-1 4 0,-1 2 4 16,1 2 2-16,0 0 5 0,-2 2 3 0,0 0 6 15,1 0 2-15,-4 0-3 0,2 0 1 0,1-2 0 16,-2 2-1-16,0-2-3 0,1-1 1 0,0-2-2 16,1 3-1-16,-1-6 1 0,1 2 2 0,5-1-3 0,-3-1 2 15,2-2 3-15,3-1 0 0,1-2-9 0,1-1 2 16,2-2 3-16,-5-1-9 0,2-1 2 0,-3 0-1 15,3 0 0-15,2-1-9 0,-6-2 5 0,0 1 6 16,-1 0-5-16,-2-3 1 0,-1 1 2 16,2 1 5-16,-3-2-3 0,-1 2-6 0,0-1 2 0,-2 3 4 15,2-1-2-15,-3 8-1 0,1-8 2 16,-1 8-5-16,0 0-2 0,1-7 4 0,-1 7 7 16,0 0-4-16,0 0 10 0,0 0-3 0,0 0-1 15,2 26 2-15,-1-20 5 0,-1 3-9 0,1-1-2 0,3 1 4 16,0 0-2-16,2 1 5 0,2-3 12 0,-3-1 3 15,2 0 11-15,5-1-2 0,-2-2-2 0,5-2 3 16,-1-1-10-16,2 0 5 0,3 0-8 0,-7-2-2 16,2 0 0-16,-2-1-1 0,0-1-4 0,-2-2-6 15,-2 0-7-15,0 2-13 0,-3-4-5 0,-1 3-14 16,-3-2-9-16,-2-3-10 0,-2-1-6 0,-1 0-1 16,-3 2 4-16,-1-2 0 0,0 1 5 0,-1 1 3 15,0 1 9-15,-2 0 0 0,3 1 4 0,2 3 6 16,2 0 0-16,4 4 3 0,-8-7 0 0,8 7 4 15,-3-4 1-15,3 4 5 0,-4-7 0 0,4 7 5 16,0 0-2-16,0 0 5 0,14-11-3 0,-2 4 1 16,4 0 2-16,4-1-3 0,5-3 2 0,-7 1 1 15,6-1 0-15,-5 1 2 0,-4 2-2 0,2-2 5 16,-4 1-4-16,-4-1 3 0,3-3 3 0,-6 3-1 16,0-1-1-16,0 0 5 0,0-1 9 0,-3 2 13 15,1-1 4-15,-3 0-1 0,1 0-7 16,-1 2-2-16,1-2 1 0,-2 3 5 0,0 8-2 0,-2-11-1 15,2 11-7-15,0-10-2 0,0 10-7 0,0 0-4 16,0 0 0-16,0 0-3 0,0 0 10 0,0 0 15 16,6 40 11-16,-6-12 18 0,0 8 10 0,-1 13 7 15,-2-1 1-15,3 0-25 0,-3-2 16 0,-1-1 7 16,-1 1-10-16,0 0 1 0,1-11-2 0,1-3-12 16,-1 1-2-16,2-4 3 0,1 1-11 0,-1-3-9 15,2-2 0-15,2-8-20 0,-2 1-16 0,1-3-48 16,0-3-44-16,3 0-27 0,-3-3-43 0,1 1-41 15,-1-4-39-15,-1-6-33 0,2 7-26 0,-2-7-246 16,0 0-597-16,0 0 264 0</inkml:trace>
  <inkml:trace contextRef="#ctx0" brushRef="#br0" timeOffset="-210430.45">11244 10013 166 0,'7'-9'185'0,"2"2"-2"0,0 1 2 15,-4 5 0-15,3-1 2 0,-8 2 0 16,15 2 3-16,-9 1-8 0,2 0-4 0,2 5-9 0,-5-2-10 16,3 2-12-16,-4 3-6 0,0-1-13 0,1 1-8 15,-5 0-17-15,0 1-12 0,-3 1-10 16,0-2-25-16,-2 1-38 0,-2-1-34 0,-1 4-47 16,-6-4-50-16,4-1-71 0,-3 2-76 0,-5 0-142 15,2-2-434-15,-1-3 193 0</inkml:trace>
  <inkml:trace contextRef="#ctx0" brushRef="#br0" timeOffset="-209840.33">12033 9845 56 0,'-12'-5'250'0,"1"2"-11"0,1 1-7 0,-3-1-10 0,4 3-11 15,-1 0-11-15,-2 5-11 0,1 0-14 0,-5 9-5 16,1 7-14-16,1-6-12 0,3 8-22 0,0-1-11 16,3 1-9-16,4-4-11 0,2-1-7 0,0 0-6 15,6-2-12-15,-2-1-3 0,5 0-6 16,2-1 1-16,2-2-8 0,2-2-1 0,-1-3-7 0,5-1-4 15,0-2-9-15,1-1 3 0,1-3-11 0,0-4-2 16,0 0-9-16,-2-2 1 0,-1-3-5 0,-1 0-1 16,0-2 3-16,-5 2-6 0,3-2 12 0,-8 0-11 15,0 0-1-15,0-2 8 0,-1 1-8 0,0 1 0 16,-4-2-1-16,0 1-1 0,0 0 3 0,0 3-4 16,-2-1-1-16,0 3 2 0,2 7 1 0,-1-10-4 15,1 10-4-15,0 0 1 0,-1-9 2 0,1 9-3 16,0 0 2-16,0 0 1 0,0 0 2 0,-9 29 8 15,7-17-6-15,-1 4 3 0,3 0-2 0,0-3 1 16,-2 2 0-16,6-2 0 0,1 2 1 0,-1 0-5 16,0-1-23-16,3 0-36 0,-3-3-38 0,6 0-44 15,-1-2-56-15,-1-1-43 0,2 0-199 0,3-2-477 16,-2-3 211-16</inkml:trace>
  <inkml:trace contextRef="#ctx0" brushRef="#br0" timeOffset="-209269.58">12475 9849 98 0,'-2'-5'220'0,"2"5"-3"0,-9-9-8 0,5 6-12 0,4 3-8 16,-10-1-11-16,10 1-7 0,-15 8-6 16,8-1-9-16,-2 5-7 0,0-1-12 0,0 5-7 15,-2-1-7-15,4 3-10 0,0 0-9 0,1 6-5 16,4-5-13-16,1-2-5 0,-2 0-6 0,9-1-11 0,-2 1 4 15,-1-3-15-15,3-2-2 0,1-1 2 16,4 0 0-16,5 1 0 0,2-4 0 0,-1-2-6 16,4-4-3-16,-1-1 0 0,2-2-8 0,7 1-2 15,-8-3-4-15,-1-1-1 0,7-3-7 0,-9 2-13 16,1 1 4-16,-2-5-12 0,-1 0-4 0,-3-1-11 16,1-3-7-16,-1 1-4 0,-4-1-10 0,0-1-7 0,-2 0-6 15,0-4-4-15,-1 3-2 0,-2-3-2 16,-1 1 1-16,0-1-3 0,-3 0 6 0,0 7 3 0,-2-1 5 15,-2 1 2-15,4-1 15 0,-4 3 14 0,2 2 10 16,-3 0 9-16,1 1 4 0,0 2-1 16,4 4 2-16,-12-5-2 0,12 5-5 0,-9-3 1 0,9 3 0 15,0 0-1-15,0 0-1 0,-11 6 2 0,11-6-1 16,0 9-1-16,0-9-1 0,0 0 3 0,11 11-7 16,-2-7 4-16,3-1 2 0,1-1 0 0,5-1-3 15,3-1 4-15,-4 0-6 0,6-1 3 0,-6-2-2 16,2 1 2-16,-6 0-4 0,-1 2 6 0,-1-2-5 15,0 2 1-15,-6-1-1 0,-5 1-1 0,13 1 0 16,-7 1 8-16,-6-2 9 0,10 3 11 0,-6 3 7 16,-1 1 9-16,1 0-2 0,-2 2 2 15,2 2 0-15,-2 1 3 0,1 0-5 0,1 2-6 0,-4-4 1 16,5 7 0-16,-3-3-12 0,-1-2 2 0,1 0 2 16,2-1-10-16,-2 0 1 0,0 1-29 0,1-3-23 15,-1 1-34-15,2-1-42 0,0-1-45 0,-1-4-40 16,2 2-47-16,1-1-224 0,-1-1-503 0,3-2 223 15</inkml:trace>
  <inkml:trace contextRef="#ctx0" brushRef="#br0" timeOffset="-208980.31">13115 9926 19 0,'0'0'212'0,"-12"0"-10"0,12 0-5 0,-8 9-4 16,6 1-13-16,-1-4-18 0,1 0-9 0,0 4-13 15,4 0-5-15,0 0-10 0,3-1-6 0,1 2-2 16,2-4-2-16,0 1-1 0,5-1-3 0,-1-1-3 16,-1-2-4-16,8-1-12 0,-8-3-4 0,9-3-9 15,-3 3-6-15,-5-2-5 0,1-2-1 0,-2 0 0 16,-1-1-2-16,1-1-5 0,-3-2-5 0,-2-1-1 16,0 2-6-16,-4-2-7 0,1-2-1 0,-3-1-3 15,-2 3-2-15,-1-4-3 0,-1-1-9 0,-3 3 11 16,0-1-17-16,1 3 1 0,-1 0-4 0,2 1-8 15,-2 0-17-15,0 2-24 0,1 1-23 0,-1 2-29 16,7 3-28-16,-18 1-28 0,7 2-44 0,2 6-37 0,-5 1-37 16,-1-1-156-16,3 7-451 0,2 0 200 0</inkml:trace>
  <inkml:trace contextRef="#ctx0" brushRef="#br0" timeOffset="-208376.53">13291 10078 106 0,'6'-4'203'0,"3"-1"-24"0,0 0 0 15,0-3-5-15,2 0 2 0,0-4-8 0,1 0-2 16,-3 0-9-16,4 0-13 0,1-2-6 16,-1 2-9-16,-1-3-11 0,-1-2-8 0,-3 1-13 15,2 3-4-15,1-3-16 0,-2-3-6 0,-2 2-7 0,0 0-5 16,-3 0-5-16,-2 5-2 0,0 0 1 0,-2 0-5 16,4 4 7-16,-4 0 5 0,0 8-5 0,0-10-6 15,0 10-3-15,0 0-7 0,-2-10-3 16,2 10-6-16,0 0-5 0,0 0 2 0,0 0-3 0,-10 31-2 15,7-13-7-15,3-2-3 0,0 3 4 16,3-3-2-16,1 4 0 0,0-3-1 0,0 2-2 0,1 5 1 16,-1-5-1-16,4-1 2 0,-2 0-4 0,-3-3-2 15,3-1-1-15,-2-2-2 0,-1-1-4 0,0-2 6 16,1 1 4-16,-4-3-6 0,0 2 3 0,2-3 0 16,-2-6 7-16,0 11 15 0,0-11-10 0,0 9 5 15,0-9-3-15,2 5 2 0,-2-5 11 0,0 0-12 16,0 0-3-16,0 0-3 0,0 0 2 0,0 0-3 15,0 0-4-15,18-25-1 0,-8 11-7 0,3-7-4 16,3-1 0-16,3 1 0 0,-2-2-3 0,2-1-2 16,1-1-8-16,-3 1 4 0,2 0-7 0,0 0 5 15,-4 2-2-15,1 2 1 0,-7 5 5 0,-1 5 14 16,-2 0 5-16,-2 0 8 0,1 5 2 0,-3 0 5 16,-2 5 3-16,4-9 6 0,-4 9-8 0,2-6 2 15,-2 6 0-15,0 0-7 0,0 0 0 0,0 0-7 16,-15 16 4-16,7-7-5 0,0 1 0 15,3 0 0-15,-5 0 2 0,7 1-6 0,-2 0-3 0,3 2-7 16,2-3 10-16,0 0-2 0,2 2-5 0,3-1-2 16,-2 6 4-16,3-6-6 0,-1 0 2 0,1-3 4 15,0 2-2-15,0 0-10 0,0-4 17 0,1 4-8 16,-3-1-4-16,1-2 5 0,-3-1-2 0,0 0-4 16,-2-6 2-16,5 10-6 0,-3-4 6 0,-2-6-4 15,0 8 3-15,0-8-2 0,0 0 1 0,-2 11-4 16,2-11-16-16,-9 8-15 0,4-5-19 0,-1 0-37 15,6-3-40-15,-9 6-40 0,2-3-64 0,7-3-47 0,-9 7-216 16,5-5-542-16,4-2 240 0</inkml:trace>
  <inkml:trace contextRef="#ctx0" brushRef="#br0" timeOffset="-206346.46">14866 9601 41 0,'0'0'52'0,"0"0"1"16,0 0 4-16,0 0-2 0,0 0-1 0,0 0-4 15,0 0 1-15,0 0 3 0,0 0-9 0,0 0-4 16,0 0 2-16,0 0-6 0,0 0 6 0,0 0-3 16,0 0 7-16,0 0 0 0,0 0-11 0,0 0 4 15,0 0-5-15,0 0-2 0,0 0-1 0,0 0 5 16,0 0-10-16,0 0 1 0,0 0 4 0,0 0-11 16,0 0-1-16,0 0 3 0,0 0-5 0,0 0 3 15,0 0-6-15,0 0-1 0,0 0 3 0,0 0-5 16,0 0 0-16,0 0-3 0,0 0 1 0,0 0-3 15,0 0 1-15,0 0 3 0,0 0-4 0,0 0 3 16,0 0 6-16,0 0-12 0,0 0 3 0,0 0 4 16,0 0 1-16,0 0 1 0,0 0 9 0,0 0-4 15,0 0 2-15,0 0-7 0,0 0 15 0,0 0-6 16,0 0 4-16,0 0 7 0,0 0-3 0,0 0 3 0,0 0 4 16,0 0 4-16,0 0 0 0,0 0 5 15,0 0-1-15,0 0 1 0,0 0 7 0,0 0-3 16,0 0 3-16,0 0 7 0,0 0-6 0,0 0-4 15,0 0-7-15,-5-11-1 0,5 11-2 0,0 0 2 0,-2-12 2 16,2 12-4-16,-2-7 0 0,2 7 0 0,-2-8 1 16,2 8 3-16,-4-8-4 0,2 2-5 0,2 6 0 15,-2-12-2-15,2 12 5 0,-1-9 8 16,1 9-4-16,-1-8 1 0,1 8-2 0,-2-7-7 16,2 7 0-16,0 0-1 0,-2-7-3 0,2 7-5 15,0 0-1-15,0 0-2 0,0 0 2 0,0 0-9 0,-3-9-2 16,3 9-2-16,0 0-2 0,0 0 4 15,0 0-7-15,0 0-1 0,0 0-2 0,0 0 3 0,0 0-6 16,0 0 4-16,0 0 5 0,0 0-8 0,0 0-2 16,0 0 2-16,0 0-1 0,0 0 0 15,0 0 3-15,0 0-3 0,0 0 3 0,0 0-2 16,0 0 0-16,0 0-2 0,0 0 3 0,0 0-2 0,0 0 0 16,0 0 0-16,0 0-2 0,0 0 10 0,0 0-9 15,0 0 1-15,0 0 9 0,0 0-9 0,0 0-2 16,0 0 1-16,0 0 1 0,0 0 0 0,0 0-3 15,0 0 3-15,0 0 0 0,0 0 0 16,0 0 0-16,0 0 0 0,0 0 0 0,0 0-4 0,0 0 5 16,0 0-1-16,0 0-2 0,0 0 4 0,0 0-2 15,0 0 1-15,0 0-5 0,0 0 0 0,0 0 11 16,0 0-8-16,0 0 0 0,0 0 0 16,0 0-1-16,0 0 2 0,0 0 0 0,0 0-3 0,0 0 3 15,0 0-4-15,0 0 4 0,0 0-1 0,0 0 0 16,0 0 4-16,0 0-3 0,0 0-3 0,0 0 9 15,0 0-7-15,0 0-2 0,0 0 6 16,0 0-7-16,0 0 12 0,0 0-9 0,0 0 4 0,0 0-3 16,0 0-2-16,0 0 2 0,0 0-2 0,0 0-3 15,0 0 9-15,0 0-3 0,0 0 0 0,0 0-2 16,0 0 10-16,0 0-10 0,0 0 2 0,0 0-1 16,0 0-1-16,0 0 1 0,0 0-2 0,0 0 3 15,0 0-2-15,0 0 0 0,0 0 3 0,0 0 1 16,0 0 0-16,0 0-3 0,0 0 3 0,0 0-3 15,0 0 0-15,0 0 0 0,0 0 0 0,0 0 0 16,0 0 14-16,0 0-16 0,0 0 2 0,0 0-1 16,0 0 0-16,0 0 3 0,0 0-6 0,0 0 1 15,0 0 0-15,0 0-3 0,0 0 18 0,0 0-20 16,0 0-1-16,0 0 4 0,0 0 0 0,0 0-1 16,0 0 2-16,0 0-3 0,0 0 4 0,3 32-1 15,-2-19 0-15,-2 6 3 0,1 1 10 0,0 4-1 16,-5 2 1-16,3 1 2 0,2-1-2 0,-4 0-1 15,2 0 6-15,-2 2-3 0,4-2-1 0,0-8-1 16,0 6-2-16,0 2 1 0,0-6 1 0,0-1-2 16,4-2-2-16,0 1 0 0,-3-7 0 0,0 5-3 15,1-4 1-15,0-1 3 0,1 0-3 0,-2-4 0 16,0 2 1-16,1 0-1 0,0-1-2 0,-2-2 0 16,0 1 2-16,0-7-2 0,2 10 2 0,-2-10 0 15,2 9 1-15,-2-9-5 0,1 7 4 0,-1-7 2 0,0 0-2 16,0 0 1-16,0 10 12 0,0-10-8 15,0 0-10-15,2 7-7 0,-2-7-11 0,0 0-10 16,0 0-11-16,0 0-20 0,0 0-12 0,0 0-29 16,0 0-45-16,0 0-51 0,0 0-22 0,0 0-37 15,0 0-136-15,-20-15-426 0,18 9 189 0</inkml:trace>
  <inkml:trace contextRef="#ctx0" brushRef="#br0" timeOffset="-205723.32">14898 9546 90 0,'0'0'154'15,"-5"-7"-17"-15,5 7-4 0,-6-8-1 0,6 8-11 16,-4-9 2-16,4 9-1 0,-4-9-7 0,3 4 13 16,1 5-7-16,-4-8 0 0,4 8-6 0,-2-9-6 15,2 9-12-15,-1-8-6 0,1 8-12 0,3-11-3 16,2 4-12-16,3 0-6 0,1-1-6 0,-2 3-7 15,4-1 1-15,1 0-10 0,1 2-3 0,5 3-3 16,-5-1-3-16,-2 2-3 0,1 2-6 16,1 2 2-16,-1 1-3 0,1 6-1 0,1 1-1 0,-5 1 2 15,0 4 5-15,-1 1 2 0,-3-1-1 0,-3 0 0 16,1-1 5-16,-4 3-1 0,1-3 0 0,-3 1 1 16,-5-1-2-16,2 0-1 0,-3-1-7 0,-3-1 0 15,4-4-1-15,-5 0-1 0,-2 3-3 0,2-4-5 16,1-2 1-16,2-1-4 0,-2 0 1 0,1-2 2 15,2-1-2-15,1-3-1 0,1 2-2 0,7-2 4 16,-13 0-2-16,13 0 1 0,-13-4-3 0,13 4 3 16,-5-2-15-16,5 2 0 0,-8-6 1 0,8 6-1 15,-3-6 0-15,3 6-1 0,0 0 1 0,-3-8 0 16,3 8 1-16,0 0-2 0,0 0 1 0,0 0 3 16,14-5-2-16,-14 5 1 0,0 0-1 0,15 7-4 15,-7-2 7-15,1-1-1 0,1 2 1 0,-1 3-1 16,3-2 2-16,2 1 3 0,-5 1-4 0,3 1 5 15,1-2-1-15,-1 0-1 0,1 1 2 0,3 0 2 16,-1 0-4-16,-4-4-24 0,1 3-35 0,-1 0-38 16,0-3-42-16,2 1-35 0,1 0-45 0,-3-1-129 15,-1-1-378-15,-2 2 168 0</inkml:trace>
  <inkml:trace contextRef="#ctx0" brushRef="#br0" timeOffset="-205280.38">15615 9804 2 0,'0'0'240'0,"1"-8"0"0,-1 8-7 15,0 0-3-15,0-9-15 0,0 9-12 0,0 0-9 16,0 0-12-16,-6-10-12 0,6 10-12 0,-6-2-11 16,6 2-9-16,0 0-4 0,-22 10-8 0,12-4 6 15,-6 7-19-15,2-2-3 0,-6 6-6 0,1 1-6 16,6-4-10-16,0 0-3 0,-6 5-10 15,5 2-4-15,5-6-7 0,1 1-5 0,1-3-10 0,3-1-4 16,-1 1 1-16,2 0-2 0,3-1-5 0,1-4-6 16,2 1 1-16,3 1-5 0,1-3-3 0,3 2-1 15,6-2 0-15,1-4-1 0,5 3 4 0,7-4-8 16,-2-2-4-16,1 0 1 0,2-1-18 0,-11-2-7 16,1 1-12-16,-2 0-11 0,-1 1-17 0,-3-2-28 15,-3-2-31-15,0 3-41 0,0-2-41 0,-6 0-37 16,5-1-50-16,-4 1-222 0,-3-1-538 0,-3 5 239 15</inkml:trace>
  <inkml:trace contextRef="#ctx0" brushRef="#br0" timeOffset="-199644.59">16654 9745 158 0,'0'0'163'0,"0"0"4"0,0 0-18 0,0 0-4 0,0 0-4 16,-13-6-7-16,13 6-5 0,-9 0-9 0,9 0-4 15,-12 3-8-15,2 1-5 0,-1-1-8 0,-2 3-5 16,1 1-4-16,-4 2-3 0,0 1-7 0,-5 8 2 16,7-7-3-16,1 1-6 0,-2 2-6 15,5 2-4-15,-2 1-8 0,2-1 4 0,5 0-8 0,0 1 0 16,-3-2-8-16,6 2-3 0,0-2-7 0,4-1 1 16,-1 0-4-16,4-2-1 0,0 0-6 0,3 0 2 15,2 4-3-15,1-6 3 0,-1-1-2 0,4 0-8 16,1 0-5-16,3-5-9 0,0 2-7 0,1-4-7 15,0 3-11-15,1-4-6 0,2-2-10 0,-3-1-15 16,1-1-16-16,-1-1-3 0,1-1-15 0,-3-1-3 16,-1-2 2-16,0-1-12 0,-2 1 5 0,1-4 5 15,-7 2 5-15,3-2 20 0,-2 4 11 0,-2-7 6 16,-2 5 13-16,3-5-1 0,-6 3 16 0,3 3 14 16,-1-2 16-16,-3-1 20 0,2 3 19 0,-2 5 6 15,-1 4 23-15,1-12-1 0,-1 12 7 0,2-9 5 16,-2 9-1-16,-2-8 1 0,2 8-8 0,0 0-8 0,2-8-5 15,-2 8-6-15,0 0-4 0,0 0 2 16,0 0 2-16,0 0-3 0,0 0 2 0,-7 32-8 16,7-21-7-16,0 0-2 0,-2 0-6 0,3 1-1 0,0 1-4 15,2-2-3-15,-1 3 0 0,0-3-3 16,0-2-5-16,2 1 1 0,1-2 2 0,3-2-5 0,-3 3-2 16,3-4 0-16,1 0 2 0,2-1-7 0,-1-2-4 15,1-2-1-15,0 2-7 0,-1-4 3 16,-1 1-1-16,3-2 0 0,-6 3-5 0,3-4 2 15,-1-2-2-15,-1 0 0 0,-3 3-3 0,-4 3 1 0,9-13-3 16,-5 6 5-16,-4-2-6 0,1-1-5 16,-3 0-1-16,-1-1 0 0,1 1 2 0,0 0 2 0,-3 0 3 15,2-2 0-15,0 1 2 0,-4 0 2 16,5 1-1-16,-2 2 4 0,3 2 0 0,1 6-8 0,-4-13 0 16,4 8-1-16,0 5-1 0,6-10-2 0,1 6 2 15,0 3 3-15,4 1-2 0,-1 0 6 0,2 0-5 16,0 3 4-16,5 3-1 0,-2 0 1 0,-1-1 1 15,-1 5 1-15,2-1 0 0,-6-2 0 0,0 2 0 16,1-1 4-16,-1-1 1 0,-1 1-3 0,-3-4 6 16,0 5-1-16,1-4 5 0,-2-1 2 0,-1 0 7 15,-3-4 14-15,5 7 8 0,-5-7 8 0,5 3 0 16,-5-3 2-16,0 0-3 0,0 0 3 0,0 0-11 16,0 0-6-16,0 0 0 0,0 0-5 0,0 0-8 15,0 0-2-15,0 0-6 0,-12-20-4 0,11 10-2 16,2 1 0-16,1-1-1 0,2 0-1 0,-3 0-3 15,4 1-1-15,-1 1 3 0,1 0-1 0,1 3-1 16,-1 0 0-16,2-2 2 0,-2 4-3 0,0 0 0 16,3 0-3-16,-8 3 2 0,0 0-1 0,18 4 0 15,-12 1 4-15,3 1 1 0,-4 0 2 0,2 3 1 16,-4 0 3-16,4 0 0 0,-2 2-1 0,1-1-1 16,-1 1-3-16,-1-2 2 0,0 3-11 0,0-3-24 15,0 1-19-15,-2 0-26 0,3-1-26 0,-3-1-10 16,0 0-27-16,-1-3-18 0,3 0-12 0,-4-5-1 15,5 5 3-15,-5-5-4 0,4 4-96 0,-4-4-293 16,0 0 129-16</inkml:trace>
  <inkml:trace contextRef="#ctx0" brushRef="#br0" timeOffset="-199174.43">17365 10000 452 0,'4'-9'3'15,"-3"3"15"-15,1-5 11 0,0 5 5 0,-1-4 4 16,3 1 1-16,-2 0 30 0,1 2 0 0,1 0 16 16,-4 7-8-16,3-8 3 0,-3 8-2 0,4-5 16 15,-4 5 15-15,0 0-1 0,0 0-3 0,0 0 4 16,0 0 2-16,16 8 5 0,-16-8-3 0,2 14-8 15,0-8-5-15,0 3-7 0,-1 0-5 0,-1-9-2 16,2 12 0-16,-1-9-15 0,-1-3 3 0,0 9-6 16,0-9-8-16,0 0 2 0,2 8-4 0,-2-8 1 15,0 0 7-15,2 8 1 0,-2-8 4 0,0 0 6 16,0 0 21-16,0 0-22 0,0 0-6 0,0 0-8 16,0 0-12-16,0 0-2 0,0 0-10 0,13-22-2 15,-9 14-10-15,3-2-7 0,-1 2-8 0,2-1-4 0,1 0-4 16,1 0 1-16,-2 2-6 0,1 0 6 0,1 2-8 15,-2 1 4-15,-1 3 1 0,3 1 11 16,-10 0-18-16,17 4 1 0,-8 1 0 0,3 0 0 16,-3-1 5-16,0 2-2 0,0 3 3 0,2-1-2 15,-1 0 3-15,2-2 0 0,-1 0 0 0,1 1 1 16,2-3-4-16,-3 0 6 0,8-3-5 0,-4-2 5 16,4-3-2-16,-9 1-3 0,8-6 4 0,-5 4 0 15,-3 0-4-15,1-3-1 0,-2 2 3 0,0-2-2 0,0-1 0 16,-4 1-1-16,-1 0 0 0,1-1 1 0,-3 2 1 15,-1-2 2-15,0-2-5 0,-1 2 3 16,-1-2 11-16,1 11-11 0,-3-12 0 0,1 5-2 0,2 7 18 16,-3-8-7-16,-1 3-1 0,4 5-4 0,0 0-1 15,-14 2 2-15,14-2-1 0,-15 6 0 0,6 3-3 16,0 1-15-16,1 0-7 0,-1 5-13 0,2-1-21 16,-2-1-38-16,5-3-50 0,-2 8-49 0,6-5-53 15,-2-2-60-15,0 2-160 0,2-1-500 0,0-12 221 16</inkml:trace>
  <inkml:trace contextRef="#ctx0" brushRef="#br0" timeOffset="-198929.46">18050 9791 216 0,'0'0'285'0,"-4"-8"-9"0,4 8-23 0,-5-8-15 16,5 8-23-16,-7-1-18 0,7 1-18 0,0 0-11 15,-15 13-15-15,10-4-10 0,0 1-11 0,1 2-12 16,-1-1-2-16,2 5-27 0,-2-2-7 0,5 4-6 16,0-5-4-16,5 2-8 0,2 2-20 0,-2-3-26 15,4 0-22-15,1-4-16 0,1 1-23 0,4-6-23 16,1 1-25-16,2-1-31 0,3-2-27 0,0-2-36 16,-1-2-14-16,0-2-186 0,-7 1-412 0,1-4 182 15</inkml:trace>
  <inkml:trace contextRef="#ctx0" brushRef="#br0" timeOffset="-198741.28">18293 9682 60 0,'0'-11'217'0,"0"4"-1"0,1 1-11 0,-1 6-14 16,2-8-19-16,-2 8-11 0,0 0-3 0,0 0 13 16,0 0-3-16,0 0-8 0,-1 24-6 0,-1-8-8 0,0 1-8 15,1 2-12-15,-2 6-15 0,2-5-8 16,0-1-9-16,0 8-10 0,1-8-8 0,0 6-6 15,1-6-9-15,-1 0-17 0,1 0-40 0,0-4-35 16,-1 3-55-16,3-2-56 0,-2-4-40 0,2 0-51 16,-3 0-170-16,0-5-436 0,0-7 192 0</inkml:trace>
  <inkml:trace contextRef="#ctx0" brushRef="#br0" timeOffset="-198588.85">18243 9804 199 0,'6'-1'183'0,"2"-2"-18"0,-1 2-33 0,-7 1-29 0,21-2-26 15,-8 5-52-15,-1 0-44 0,0 0-41 0,0 1-75 16,-1 3-145-16,4 1 65 0</inkml:trace>
  <inkml:trace contextRef="#ctx0" brushRef="#br0" timeOffset="-198325.99">18511 9949 146 0,'0'0'182'0,"10"-10"-6"0,-2 4 1 16,1-1-9-16,0-2-16 0,2 2-5 0,0 0-12 15,0-4-10-15,3 0-11 0,-5 3-11 0,6-4-4 16,-6 2-5-16,4-2-6 0,-3 2-8 0,-2 3-2 16,0-2 12-16,-4 4 2 0,3-2 11 0,-3 2-1 15,-4 5 1-15,4-7-3 0,-4 7-1 0,0 0-4 16,-9-11-1-16,9 11 2 0,-12 1-7 0,1 2 3 15,-2 1-6-15,-1 4-9 0,-4 1-5 0,3 1-10 16,0 0-8-16,-1 3-3 0,2 0-5 0,4-1-13 16,2 2 3-16,1 1-19 0,3-5-37 0,5 3-26 15,-1-3-31-15,3 0-40 0,7 3-43 0,1-1-48 16,2-6-47-16,13 1-224 0,-3-4-518 0,5-1 229 16</inkml:trace>
  <inkml:trace contextRef="#ctx0" brushRef="#br0" timeOffset="-197930.6">19044 9789 213 0,'-8'-4'236'0,"8"4"4"15,-20-2-3-15,10 3-5 0,-7 2-5 0,-1 1-10 16,2 4-12-16,2 0-16 0,-4 2-12 0,5-1-18 0,0 4-16 16,2-1-14-16,0 1-14 0,4 1-11 15,3-2-5-15,-1-2-14 0,4 3-3 0,1-2-7 16,1-2 9-16,5 1-14 0,0-2-7 0,1-1-1 15,3-3-6-15,3 1-4 0,-2-3-6 0,8 0-5 16,-6-2-5-16,6-3-2 0,-2-3-1 0,2 1-8 16,-3-2-3-16,-4-1 1 0,-1-1-2 0,0 2 0 15,-2-3-3-15,1-3-3 0,-6 2-2 0,4-6-4 16,-2 1 2-16,-2-1-3 0,-3 0 1 0,2 0 0 0,-2-1-3 16,-1-1 4-16,0-6 1 0,0 5-2 15,0 1-1-15,-1-1 7 0,0-5 9 0,-1 8-1 16,2 0 9-16,-1 5 10 0,2 1 11 0,-2 2-1 15,1 1 1-15,0 8-9 0,-3-10-4 0,3 10-3 0,0 0-11 16,0 0 6-16,0 0-5 0,0 0 1 0,-2 25-3 16,1-7 0-16,-1 2 8 0,2 6-14 15,-1 0-4-15,1-1 3 0,1 3-2 0,1-2-41 16,-1-1-43-16,1 0-46 0,1-5-39 0,-2 6-59 0,2 0-47 16,1-10-56-16,1 7-272 0,-1-2-637 0,3-4 282 15</inkml:trace>
  <inkml:trace contextRef="#ctx0" brushRef="#br0" timeOffset="-197712.52">19487 9765 189 0,'4'-9'345'0,"-1"3"-3"0,-1 1-9 16,-2 5-10-16,3-9-17 0,-3 9-19 0,3-7-30 15,-3 7-21-15,0 0-24 0,0 0 18 0,0 0-16 16,0 0-17-16,7 22-22 0,-4-9-16 0,-3 2-21 15,1-3-5-15,0 4-20 0,1 0-15 0,-4 0-6 16,5-4-23-16,-2 5-40 0,2-2-43 0,-3-2-39 16,1-2-41-16,2-1-46 0,-3-1-49 0,2 2-55 15,-2-11-41-15,4 13-59 0,-4-13-175 0,0 0-563 16,0 10 249-16</inkml:trace>
  <inkml:trace contextRef="#ctx0" brushRef="#br0" timeOffset="-197563.2">19531 9546 6 0,'3'-4'199'0,"-3"4"-12"15,0 0-24-15,0 0-18 0,10 26-30 16,-4-9-27-16,-2 1-48 0,6 5-28 0,0 3-30 16,4 0-35-16,2 1-95 0,-1-3-159 0,0 1 70 15</inkml:trace>
  <inkml:trace contextRef="#ctx0" brushRef="#br0" timeOffset="-197359.33">19770 9887 139 0,'0'0'227'0,"0"0"-2"0,0 0-20 0,0 0-10 16,0-18-1-16,0 18-8 0,-4-11-6 0,3 0-3 15,-1 3-17-15,1-3-16 0,2 0-7 0,2 0-5 0,0-3-12 16,-1 3-9-16,3-2 12 0,1 3-22 16,2 0-8-16,-1 1-8 0,0 2-9 0,0 4-7 15,3 0-8-15,-1 0-6 0,1 2-7 0,0 3-2 16,1 2-6-16,-2 1-1 0,0 4-2 0,2 3-4 0,-2-1-4 15,0 5-3-15,-1-6 0 0,-2 6-12 0,2 0-23 16,-3 0-38-16,-1-5-49 0,3 6-52 16,0-3-59-16,2-1-45 0,-3 2-211 0,2-8-501 15,-2-2 222-15</inkml:trace>
  <inkml:trace contextRef="#ctx0" brushRef="#br0" timeOffset="-197096.49">20579 9569 133 0,'-1'-13'343'0,"1"3"8"0,0 5-23 0,0 5-4 15,-2-13-29-15,2 13-26 0,0 0-17 0,0 0 4 16,0 0 4-16,0 0-1 0,-5 27-15 16,4-9-17-16,2 6-15 0,-5 2-16 0,4 0-13 0,0-1-19 15,0 2-13-15,2 0-12 0,-1-1-13 0,-2 1-12 16,2-2-11-16,2-5-6 0,-1-1-15 0,1 1-18 15,-2 0-32-15,0-1-25 0,1-1-38 16,1-3-41-16,-3-2-41 0,2-4-36 0,0 3-38 0,-4-5-50 16,2 1-52-16,0-8-46 0,-3 8-298 0,3-8-686 15,0 0 303-15</inkml:trace>
  <inkml:trace contextRef="#ctx0" brushRef="#br0" timeOffset="-196626.92">20565 9775 98 0,'4'-8'231'15,"1"-1"-23"-15,-1 0-19 0,2-1-13 0,3 0-12 16,0 3-8-16,1-3-10 0,4-2-3 0,-2 2-2 16,2-1-3-16,-3 1 2 0,-2 0-9 0,5 1-5 15,-1-2-7-15,-4 3-7 0,4-5 4 0,-4 5 2 16,-3-1 0-16,3 1-3 0,-3-2-2 0,2 2-7 16,-3 0-6-16,2 0-4 0,-4 3-6 0,1-2-9 15,0 2-4-15,-4 5-6 0,4-6-9 0,-4 6-7 16,4-5-11-16,-4 5-6 0,0 0-5 0,0 0 1 15,0 0 0-15,0 0-1 0,6 20-3 0,-6-8-1 16,-2 3-4-16,0 1 4 0,1 1-12 0,-3 4 13 16,3-3-20-16,-4 0 8 0,2 0-4 0,1 0 0 15,-2-4-1-15,3-1-5 0,1-2 1 0,0 0-4 16,1 0-2-16,1-1 5 0,1 0-2 0,1-2 9 16,0 1-13-16,1-1 4 0,0 0-4 0,0-3 4 15,5 1-3-15,-1 1 0 0,0 0 4 0,4-4-3 0,-2 1 2 16,1-2-1-16,1-1-5 0,1-2 5 15,-2 1-1-15,1-1-7 0,5-3-9 0,-6 2 2 16,0-3-2-16,0-2 4 0,0 2 4 0,-1-2 8 16,-2 1-8-16,0-1 10 0,0 0-8 0,-3-2 0 0,-1 0-7 15,0-1 7-15,-1 0 3 0,-1 1-6 16,-2-2 0-16,-1 2 6 0,0 2 6 0,0 7 5 16,-4-13 0-16,0 7 4 0,4 6 12 0,-9-7-5 15,2 6-6-15,7 1 5 0,-23 6 2 0,6-1-9 0,4-1 0 16,-3 6 0-16,2 1-3 0,1 0-17 0,1-1-32 15,3-1-46-15,4 1-60 0,-2-1-58 16,4 3-65-16,3-2-73 0,0-10-222 0,9 13-608 16,-1-9 269-16</inkml:trace>
  <inkml:trace contextRef="#ctx0" brushRef="#br0" timeOffset="-195891.58">21868 9574 23 0,'-5'-11'345'0,"5"11"-29"0,-7-5-26 16,7 5-18-16,-12-2-8 0,12 2-16 0,-13 7-8 0,4-1-9 15,-5 6-15-15,5 4-12 0,-3 0-15 0,0 6-12 16,1 1-15-16,2-5-23 0,2 1-16 0,6 0-3 16,0-2-18-16,1 0-12 0,2 0-1 15,3 0-8-15,3-3-13 0,1 0-2 0,3-2-11 0,3 1-3 16,2-4-5-16,3 1-13 0,0-3-4 0,6-1-11 16,-6-5-9-16,12 0-5 0,-4-2-14 0,-8-3-4 15,-1 1-5-15,1 0 2 0,-1-3 2 0,-8 0 2 16,0 0-4-16,-1-1 1 0,-1-1 3 0,0-2 2 15,-4 1-4-15,3-3 7 0,-6 1 2 0,2 0 0 16,-2 0-1-16,-1 0-2 0,-1 0-2 0,0 1 6 16,-1 1 4-16,1 9 11 0,-2-11 15 0,2 11-12 15,-1-9 0-15,1 9-5 0,0 0 2 0,0 0 0 16,0 0 3-16,0 0-3 0,-14 20 1 0,10-11 4 16,2 1-7-16,2 1 2 0,1 1 11 0,2-1-21 15,2-1 3-15,1-1 6 0,0 2 3 0,3-5-12 16,5 4 5-16,-2-6 2 0,6 2 5 0,-2-2-4 15,5-2 16-15,-3-1-13 0,2-4 2 0,1 1-2 16,-3-3-7-16,-1 1 4 0,-4 0-2 0,2-1 2 0,-3-1-3 16,-4 0 5-16,1-1-2 0,-4-3-5 0,-1 1 6 15,-3-1-2-15,-1-1-5 0,-3 0 2 16,-2 1-1-16,-1-3-4 0,-4 0-15 0,-2-1-5 16,-1 2-9-16,2 2-5 0,-1 0-10 0,0 4-3 0,1 2-23 15,0 2-19-15,-2-1-23 0,0 2-23 0,-1 2-28 16,3 3-41-16,-2-1-38 0,3 1-47 0,-1 0-217 15,5 2-546-15,1-2 242 0</inkml:trace>
  <inkml:trace contextRef="#ctx0" brushRef="#br0" timeOffset="-195645.89">22514 9477 206 0,'0'-9'297'0,"0"2"-7"0,0 7-7 15,0-11-21-15,0 11-19 0,1-7-28 0,-1 7-15 16,0 0 4-16,0 0 6 0,0 0-12 0,1 38-8 16,1-22-14-16,0 12-8 0,0-2-4 0,0 1-17 15,-2 0-15-15,1 1-18 0,3-3-12 0,-3 0-3 16,1 1-10-16,-2-2-15 0,2-4-2 0,-1-2-18 16,2 0-7-16,0-3-30 0,-1 3-16 0,1-7-54 15,-1 0-38-15,0-1-46 0,0-1-42 0,0-1-57 16,0-1-42-16,3-3-47 0,-5-4-168 0,6 4-534 15,-6-4 237-15</inkml:trace>
  <inkml:trace contextRef="#ctx0" brushRef="#br0" timeOffset="-195457.33">22727 9549 241 0,'2'-10'271'0,"-2"3"-1"0,0 7-9 15,0-12-25-15,1 7-18 0,-1 5-20 0,0 0 0 16,0 0 13-16,0 0-6 0,0 0 1 0,-7 34-13 0,5-15-13 15,-2 5-21-15,1 0-13 0,0 1-6 16,4 2-21-16,-2-2-10 0,-1-1-7 16,4-4-23-16,-1-1-23 0,1 0-36 0,0 0-48 0,1 1-38 0,-1-5-44 15,2 3-55-15,-2-6-63 0,2 0-46 16,-3-1-218-16,-1-3-532 0,0-8 236 0</inkml:trace>
  <inkml:trace contextRef="#ctx0" brushRef="#br0" timeOffset="-195197.54">22815 9905 2 0,'7'-2'236'0,"1"-4"-28"0,4 0-12 0,-3-2-4 16,3 3 1-16,3-4-4 0,-1-1-9 16,1 2-11-16,1-1 7 0,-1 2-25 0,1-3-9 0,-1 0-13 15,-2 1-4-15,2 0-11 0,-2-2-5 16,-1 0-6-16,0 1 0 0,-3 1-9 0,1-1-5 0,-2 0 1 16,-1-3 2-16,-3 2 2 0,0 0-4 15,-1 1 6-15,-3 0 3 0,-1 0 24 0,1 0-14 0,-4 3 4 16,4 7-3-16,-9-11-2 0,3 7-12 0,0 2-7 15,6 2-4-15,-19 3-7 0,7 0-10 0,-4 5-2 16,3 2-11-16,-2 1 3 0,2 3-16 0,0-1-1 16,4 1 1-16,0-1-9 0,0 0-37 0,6-1-31 15,1 1-48-15,4-3-42 0,0 0-40 0,6 0-54 16,2 2-61-16,5-4-48 0,3-3-262 0,4-1-639 16,8-1 282-16</inkml:trace>
  <inkml:trace contextRef="#ctx0" brushRef="#br0" timeOffset="-194973.83">23467 9645 118 0,'-1'-10'283'0,"-2"3"11"15,1-2 1-15,-3 5-6 0,-3-1-9 16,-2 2-4-16,-1 3-3 0,-1 0-26 0,-4 4-6 16,-3 4-10-16,1 4-15 0,2-1-13 0,-6 6-17 15,7-2-15-15,1 1-16 0,2-1-13 0,1 9-19 16,1-8-4-16,4-1-13 0,5 2-12 0,1-5-4 0,4 3-17 15,5-1-9-15,1-1-24 0,4-4-20 16,7-2-40-16,-1 0-39 0,6-3-39 0,4 1-21 0,3-4-16 16,-1-2-34-16,3-1-49 0,-2-1-54 0,-2-4-29 15,-4 1-239-15,-8 0-585 0,0-1 259 16</inkml:trace>
  <inkml:trace contextRef="#ctx0" brushRef="#br0" timeOffset="-194746.31">23745 9481 197 0,'2'-13'227'16,"1"3"4"-16,-1 1 6 0,-2 1 1 16,3 3 0-16,-3 5-21 0,1-8-7 0,-1 8 11 0,0 0 25 15,0 0-2-15,0 0 7 0,-1 30 4 0,0-14-18 16,-2 10-12-16,-2-1-11 0,0 1-10 0,-2 1-19 16,1 0-19-16,1-1-14 0,2-2-14 15,-1 3-11-15,-1-2-17 0,4-6-11 0,0 0-11 0,-2-2-35 16,2-1-37-16,0 0-45 0,-1-2-49 0,2-3-47 15,0-1-49-15,-1 0-54 0,0-2-43 16,1-8-49-16,1 9-46 0,-1-9-207 0,0 0-620 0,0 0 274 16</inkml:trace>
  <inkml:trace contextRef="#ctx0" brushRef="#br0" timeOffset="-194378.56">23614 9726 11 0,'0'-13'229'16,"0"13"-25"-16,4-8-17 0,0 3-10 0,-4 5-7 15,10-7-10-15,3 1-9 0,-3 2-14 0,4-1-9 16,1 1-7-16,3-1-9 0,-5 3-6 0,5-1-3 16,-4 1-10-16,3 1-3 0,-6 0 0 0,1 1 0 15,-1-1-5-15,-3 1 5 0,-8 0 3 0,11 2 11 16,-3 1 7-16,-4 1 17 0,-4-4 12 0,5 9-4 16,-4-4 5-16,1 3-2 0,-2-8 2 0,-2 14-16 15,1-6-12-15,2-1-12 0,1 2-6 0,1-1-24 16,0-1 5-16,1 0-6 0,3 1-8 0,2-1-3 15,3-1-6-15,2-3-7 0,3 1 0 0,0 1-15 16,1-5-9-16,2 1-6 0,-1-1-4 0,-5-2-11 0,4-3 4 16,-2 1-3-16,-2-1 4 0,-2-1-4 0,-2 2-1 15,-1-5-1-15,-3 2 2 0,1-2 10 0,-5 2-13 16,2-5 2-16,-4 3-6 0,0-2 4 16,-2 0 2-16,-1-1-1 0,-1 1 1 0,-2 2-5 0,-1-2-18 15,-1 2-17-15,-1 1-19 0,1 1-16 0,-5 1-22 16,0 1-22-16,2 1-38 0,-2 3-37 0,1 1-49 15,0 3-41-15,2-2-49 0,0 0-181 16,2 1-555-16,1 2 245 0</inkml:trace>
  <inkml:trace contextRef="#ctx0" brushRef="#br0" timeOffset="-194037.75">24090 9597 112 0,'0'0'263'0,"0"0"-2"0,4-7-12 16,-4 7-10-16,3-3-11 0,-3 3-6 0,0 0-3 16,13 0-2-16,-13 0-6 0,14 9-3 0,-4-2-7 15,1 0 2-15,-2 2-16 0,3 3-3 0,0 0-12 16,-1 3-16-16,2-1-9 0,-1 2-12 0,-1 1-10 16,-2-2-10-16,0-2-17 0,-4 0-1 15,3-3-12-15,-5-1-8 0,3 1-1 0,-5-2-10 0,0-1-5 16,-1-7 3-16,-2 11-13 0,2-11-11 0,-9 7 3 15,-1-4-5-15,-1 0-3 0,1-2-9 0,-1-3 5 16,-1-1 2-16,2 0-11 0,-1-1-5 0,1-2 1 16,4 1 1-16,0-3-13 0,2-2 5 0,3 0 0 15,2-3-17-15,3-3-7 0,5 0-16 0,-1 0-19 16,8-6-2-16,2 1-18 0,3 1-8 0,2-2-11 16,-1 3-23-16,1-2-24 0,-1 4-26 0,3 1-43 0,-3 0-54 15,2-2-60-15,-1 1-271 0,-2 2-635 16,-4 3 282-16</inkml:trace>
  <inkml:trace contextRef="#ctx0" brushRef="#br0" timeOffset="-192211.49">24952 9604 126 0,'0'0'244'0,"-7"-7"-13"0,0 4-6 0,-3-1-7 16,2 4-6-16,-5 0-10 0,1 3-11 15,0 0-12-15,1-2-12 0,-2 6-11 0,1 0-13 0,1 1-13 16,-2 5-11-16,3-2 1 0,0 4-17 0,1-1-11 16,1 1-5-16,3 1-11 0,3-5-8 0,0 1-6 15,2 1-5-15,0-3-5 0,4 2-1 16,1 0-6-16,1-2-3 0,3-1-10 0,2 0-13 0,3-1-1 15,2 1-9-15,2-5-17 0,2 0-12 16,-1-2-20-16,2-2-26 0,1 1-27 0,0-2-34 0,-1 0-27 16,-1-3-23-16,1 3-24 0,-4-2-9 15,-2-5-16-15,2 3-133 0,-5-2-390 0,-2 0 173 0</inkml:trace>
  <inkml:trace contextRef="#ctx0" brushRef="#br0" timeOffset="-192013.53">25168 9628 127 0,'2'-15'144'0,"-2"-2"12"0,1 2 5 0,-1 3 14 15,1 1 8-15,-1 0 5 0,0 5 0 0,0 6 2 16,0-15-5-16,0 15-13 0,0-8-14 0,0 8-8 16,1-8-22-16,-1 8-9 0,0 0 2 0,0 0 12 15,0 0 6-15,3 25 1 0,-3-10 3 0,-3 2-25 16,3 2-3-16,-1 0-13 0,0 7-6 0,0-7-13 16,-1 0-8-16,2-1-6 0,0 2-5 0,0-1-13 15,0 0-7-15,0-2-21 0,0 0-26 0,2 0-28 16,-1-4-35-16,-1 1-35 0,1-4-43 0,0 2-44 15,2-3-49-15,-3-2-33 0,5-1-214 0,-5-6-523 16,4 10 231-16</inkml:trace>
  <inkml:trace contextRef="#ctx0" brushRef="#br0" timeOffset="-191759.61">25380 9613 217 0,'5'-8'225'0,"-3"2"-9"0,-2-1-7 16,0 7-11-16,2-10-14 0,-2 10-12 0,0 0-14 0,-9-4-15 15,9 4-14-15,-16 3-12 0,3 3-9 0,0 1-12 16,-3 3-9-16,1 0-9 0,3-2-9 16,-1 3-5-16,4-3-7 0,0 2-6 0,0-3-5 15,3 2-2-15,1-2-7 0,1 0-6 0,-3-2 0 0,6 0-3 16,1-5-4-16,-4 12 2 0,4-12-8 0,4 10 2 16,-1-5-6-16,2 0-1 0,-1 1 5 0,3 1-4 15,2 0-2-15,2 0-6 0,0-1-4 16,2-1-14-16,3 2-16 0,-5-2-25 0,8 0-46 0,0 0-47 15,-1-4-46-15,3 0-214 0,0-1-439 16,1-2 195-16</inkml:trace>
  <inkml:trace contextRef="#ctx0" brushRef="#br0" timeOffset="-191530.49">25705 9499 261 0,'0'-12'278'0,"0"6"-5"0,0 6-7 0,0-13-13 16,0 13-24-16,1-8-24 0,-1 8-23 0,0 0-9 16,0 0 21-16,0 0-5 0,0 0-9 0,7 31-3 15,-5-13-9-15,-2 2-9 0,0 5-18 0,3 2-9 16,-1-1-18-16,0-7 2 0,0 6-21 16,0-7-4-16,1 3-17 0,0-4 2 0,-1-2-26 0,0-2-35 15,3 2-27-15,-4-4-43 0,2 0-45 0,-1-1-50 16,-2-2-54-16,2-1-58 0,-2 0-48 0,0-7-190 15,-2 11-542-15,2-11 241 0</inkml:trace>
  <inkml:trace contextRef="#ctx0" brushRef="#br0" timeOffset="-191381.32">25646 9655 190 0,'0'-9'209'0,"0"9"-20"16,4-9-16-16,3 7-23 0,0-5-20 0,6 3-35 15,2-2-47-15,4 3-58 0,8-5-53 0,0 6-123 16,4-3-200-16,1 2 88 0</inkml:trace>
  <inkml:trace contextRef="#ctx0" brushRef="#br0" timeOffset="-190897.02">26331 9671 2 0,'0'0'276'0,"8"-4"-11"16,-3-2-6-16,2 2 0 0,-2-1-9 15,1-1-13-15,3-1-12 0,-3 0-21 0,4-1-16 16,-3 1-2-16,-1 0-28 0,4-2-9 0,-3 2-14 16,3 0-10-16,-3-2-10 0,0 2-10 0,0-3 3 15,-1 3-6-15,1-2-12 0,-3 3-3 0,4-5-6 0,-6 6-5 16,0-1-3-16,2 0 0 0,-4 6-4 16,5-8 0-16,-5 8-9 0,2-6-3 0,-2 6-4 0,0 0-5 15,0 0 0-15,0 0-6 0,0 0 11 0,0 0-4 16,-9 25 1-16,3-10-2 0,1-5 8 0,2 2-21 15,3 4 0-15,-2-4-7 0,2 1-6 16,2-2 5-16,1 0 1 0,4-1-3 0,0-1-4 0,3 0-3 16,0-4-3-16,7 1-11 0,2-2-13 0,0-1-6 15,0-3-8-15,1-1 2 0,-2-4-4 16,2 3 8-16,-5-3 1 0,-3 1-2 0,1-1 0 0,-4 0 11 16,1-1-2-16,-4-5 1 0,3 4 2 0,-5-3-4 15,-1 0 4-15,2 0 1 0,-3 1-3 0,0-2 5 16,0-1-3-16,-2-1-4 0,0 2 3 0,-2-1 2 15,0 1 2-15,2 0 5 0,-2 3-6 0,2 8 3 16,0-12-5-16,0 12 8 0,0-10-3 0,0 10-8 16,0 0 23-16,0 0-12 0,0 0 9 0,0 0 0 15,0 0 10-15,-2 27-12 0,-2-12 2 0,2-2-1 16,-2 4 5-16,4-4-4 0,-2 0 5 0,0 3-6 16,2 0 13-16,0-2-32 0,0-1-21 0,0-1-30 15,2-1-35-15,0 0-33 0,0 0-41 0,0-2-52 16,-2-3-39-16,0-6-42 0,2 12-266 0,-2-12-615 15,-2 11 272-15</inkml:trace>
  <inkml:trace contextRef="#ctx0" brushRef="#br0" timeOffset="-190730.68">26571 9361 36 0,'-2'-7'231'0,"2"-4"-22"0,0 11-27 0,-4-7-27 16,4 7-25-16,0 0-29 0,0 0-31 0,0 0-55 0,0 0-63 16,0 0-133-16,24 18-194 0,-8-12 86 15</inkml:trace>
  <inkml:trace contextRef="#ctx0" brushRef="#br0" timeOffset="-190378.79">27443 9471 180 0,'0'0'272'0,"0"0"-5"0,0 0-6 16,1 8-5-16,-1-8-2 0,0 0 0 0,-10 17-11 15,5-7-24-15,-2 2 4 0,0 2-20 0,-1 0-11 16,3 1-22-16,-4 2-16 0,6-5-14 16,1 1-27-16,0-2 3 0,4 1-16 0,-2-1-9 15,5 1-8-15,2-3-4 0,2 0-13 0,0-2-2 0,9 3-4 16,0-4-5-16,4-2-10 0,5-2-4 0,-4-3-9 15,4 0 0-15,0-2-5 0,-8-1-6 16,0-2-6-16,-1-1 7 0,-2 0 0 0,-5-1-5 0,0 0 1 16,-4-1-5-16,0-1 9 0,-1-5 4 0,-4-2-20 15,0 0 2-15,-4 2-2 0,-2-3-9 0,-1 0 12 16,-4 0-5-16,-2 3-3 0,-2 0 4 0,-1 2 0 16,-2 0-8-16,-4 2 4 0,3 3-3 0,-2 4 6 15,0 0-6-15,-4 4-17 0,4 1-8 0,-3 2-45 16,2 1-24-16,2 6-38 0,7-4-44 0,-1 3-56 15,5-1-46-15,1 2-64 0,2-1-177 0,6 1-564 16,5-3 250-16</inkml:trace>
  <inkml:trace contextRef="#ctx0" brushRef="#br0" timeOffset="-190203.79">27995 9541 103 0,'0'0'327'0,"0"0"-11"16,0 0-9-16,8-2 0 0,-8 2-1 15,0 0 2-15,0 0-13 0,0 0-25 0,8-2-24 16,-8 2-25-16,0 0-28 0,0 0-15 0,0 0-16 16,4 7-17-16,-4-7-26 0,8 5-45 0,-4-2-52 15,0 3-53-15,5-3-33 0,1 3-49 0,-2 0-62 0,1-1-60 16,3-2-53-16,-2-1-212 0,2 0-539 0,2-2 238 16</inkml:trace>
  <inkml:trace contextRef="#ctx0" brushRef="#br0" timeOffset="-189910.58">28332 9448 153 0,'0'-7'240'16,"0"7"0"-16,3-12-1 0,-3 12-7 0,1-6-7 0,-1 6-11 15,0 0-17-15,0 0-13 0,0 0 0 0,0 0-2 16,0 0-8-16,0 0-20 0,-8 20-4 0,7-9-7 16,0 0 0-16,2 2-24 0,-1 0-12 0,1-1-10 15,1 4-5-15,3 0 4 0,0-1-5 16,1 0-9-16,3 0-11 0,-1 1-9 0,1-3 1 0,1 0 4 15,0 0-1-15,1-1 0 0,-3-1-6 0,0-2-8 16,1 0-1-16,-2-2-15 0,3 1 7 16,-4 0-15-16,-1 0 5 0,-1-3-5 0,0 1 4 0,-1 0-9 15,-3-6-1-15,2 7-6 0,-2-7 2 0,0 0-9 16,-5 12-18-16,5-12-13 0,-13 3-20 0,7-1-26 16,-6-1-13-16,1-1-30 0,2 0-33 0,-4-1-37 15,0-1-43-15,1-3-56 0,0 0-7 0,0-2-236 16,-3-2-566-16,6 2 250 0</inkml:trace>
  <inkml:trace contextRef="#ctx0" brushRef="#br0" timeOffset="-189757.63">28370 9463 66 0,'7'-9'210'16,"0"2"-5"-16,-1-1-9 0,-1 1-13 0,4 1 0 16,1 0-12-16,0 3-10 0,-1-2-16 0,3 2-10 15,1-3-13-15,7 2-13 0,-5 1-15 0,4-2-17 0,1 4-35 16,1-1-41-16,0 1-50 0,-1-2-54 0,3 2-41 15,-1 1-157-15,-2 1-326 0,10-1 145 16</inkml:trace>
  <inkml:trace contextRef="#ctx0" brushRef="#br0" timeOffset="-189432.87">28974 9386 54 0,'5'-4'238'0,"-5"4"5"15,0 0-3-15,0 0-1 0,0 0-17 0,4-5-14 0,-4 5-22 16,0 0-14-16,0 0 0 0,0 0-6 0,0 0 7 15,8 14 2-15,-5-2 10 0,2-2-6 16,0 6-10-16,-2 0-6 0,3 2-4 0,-2 0-17 16,1 0 3-16,3 1-14 0,-2-2-5 0,1-2-14 0,-2-4-13 15,0-1-13-15,0-1 4 0,0-1 7 0,1 1 0 16,1-2-3-16,-3-1-6 0,1-2 0 0,1-1 8 16,-6-3-3-16,12 5 1 0,-7-5-5 0,-5 0-6 15,15-3 3-15,-8 1-3 0,2-2-3 0,0-2-9 16,1-1-8-16,-2 0 25 0,1-1-11 0,1-2-7 15,-1-2-5-15,2-1-10 0,-2-1 0 0,0 0-10 16,-1 1-4-16,2-3-6 0,0 1-8 16,-1-2-20-16,-2-1-30 0,4 1-25 0,-2 1-28 0,-3-1-8 15,0 6-33-15,0 1-32 0,-1-1-42 0,-3 2-35 16,0 3-28-16,-2 6-26 0,1-10-37 0,-1 10-22 16,3-5-7-16,-3 5 18 0,0 0-3 0,0 0-175 15,0 0-547-15,0 0 242 0</inkml:trace>
  <inkml:trace contextRef="#ctx0" brushRef="#br0" timeOffset="-189158.53">29369 9401 1 0,'6'6'151'0,"1"2"16"16,-2 0 7-16,-1-2 7 0,-2 0 9 0,4 4-5 16,-1-4-4-16,-2 1 8 0,0 0-4 0,-1 0-13 15,1 0-6-15,-1-1 5 0,2 1 8 0,0 0-8 16,1-2-7-16,0 0-15 0,2 1 3 0,2-1-11 16,-1-2-12-16,3 1-5 0,-1-2-3 0,-1 1-3 15,2-3-3-15,0 0-15 0,0-1 8 0,1-1-17 16,-3 0 2-16,2-2 6 0,-2-1-8 15,-1-2-5-15,-2 0-4 0,3 0-6 0,-4-3-7 0,-1 4 3 16,1-6-4-16,-4 3-3 0,1-2-4 0,-1 1-3 16,-2-1-11-16,-3-2-7 0,0 3-4 0,-1 0 0 15,-3 2-4-15,-2 0-7 0,0 3-4 0,-4 0-8 16,2 3-14-16,-7 0-6 0,6 1-52 0,-1 2-15 16,0 2-40-16,1 0-42 0,-1 0-48 0,-1 5-53 15,0 0-49-15,7-2-60 0,-2 1-235 0,6-3-649 16,4-4 287-16</inkml:trace>
  <inkml:trace contextRef="#ctx0" brushRef="#br0" timeOffset="-188914.2">29831 9283 129 0,'5'-10'276'0,"1"-2"7"15,-3 3 4-15,3 1 3 0,-3 1 8 0,-3 7 11 0,7-11-2 16,-7 11-6-16,4-9-42 0,-4 9-25 15,5-7-22-15,-5 7-12 0,0 0-2 0,0 0 11 16,5 17 1-16,-5-7-7 0,2 7-11 0,0 2-11 16,-1 1-12-16,-2 0-14 0,-1 7-14 0,-1-2-12 15,3-6-11-15,0 2-11 0,-2-2-13 0,4 0-12 0,-2 1-3 16,1-4-14-16,-1 1-3 0,-1-2-33 16,1-3-39-16,0 2-43 0,0-4-44 0,0 1-52 15,0-5-50-15,1 4-46 0,-1-10-50 0,-1 13-52 16,1-13-43-16,-2 10-281 0,2-10-726 0,0 0 321 0</inkml:trace>
  <inkml:trace contextRef="#ctx0" brushRef="#br0" timeOffset="-188674.34">30138 9225 64 0,'4'-10'307'0,"0"4"8"0,0 0-17 0,-3 2-8 0,-1 4-19 16,5-9-12-16,-5 9-26 0,0 0 24 15,0 0 11-15,0 0-2 0,3 25-2 0,-5-8-33 16,-2 0-5-16,2 3-22 0,-1 1-21 0,1 4-10 0,0-5-20 16,0 5-14-16,3-1-16 0,-1-5-4 0,-1 0-18 15,2-2-9-15,0 2-8 0,1-4-16 16,-1 1-19-16,0-4-24 0,1 4-24 0,0-6-19 16,2 0-74-16,-4-3-72 0,3 3-63 0,-3-5-67 0,0-5-63 15,-2 10-296-15,2-10-705 0,0 0 313 0</inkml:trace>
  <inkml:trace contextRef="#ctx0" brushRef="#br0" timeOffset="-188495.2">30050 9339 85 0,'0'0'273'0,"2"-11"-25"15,1 6-19-15,-3 5-21 0,8-7-21 16,-3 4-15-16,-5 3-20 0,15-3-14 0,-5 4-26 0,3-1-45 15,-1 3-51-15,-1 0-65 0,2 3-55 0,-2 0-44 16,1 6-117-16,1-1-286 0,-4 4 127 16</inkml:trace>
  <inkml:trace contextRef="#ctx0" brushRef="#br0" timeOffset="-188145.86">30180 9592 172 0,'4'5'235'0,"-4"-5"2"0,12 0-10 0,-12 0 2 16,19-7-6-16,-8 3-9 0,6-4-14 0,-1 1-12 15,-1-3-19-15,7-2-14 0,-5 2-18 0,1-2 0 16,0 2-19-16,-1-3-11 0,-3 2-2 0,2-1-16 16,-3-4-5-16,1 2-3 0,-2 0-8 0,-2 1-5 15,1-2 0-15,-4-1-11 0,-2 6 10 0,0-1 1 16,-1 3 10-16,-3-2-7 0,-1 3-3 16,0 7-11-16,-3-9-6 0,3 9-7 0,-6-7 5 15,6 7-15-15,-9 0-6 0,9 0 14 0,-18 8-9 0,9-4-4 16,0 3 2-16,0-2-7 0,1 4 1 0,1-1-9 15,1 2 9-15,0 1-19 0,4-1 20 0,1 2-14 16,1-1-1-16,0 2-5 0,1-2 8 16,0 2-2-16,4-2-7 0,-1 1 2 0,0 1-2 0,0-2-2 15,1-1 1-15,1 2 11 0,-2-2-13 0,-3 2-4 16,1-2-2-16,0-1 8 0,-2 0 4 0,0-1-2 16,0-8-2-16,-4 14-1 0,1-7-2 0,-5-1 0 15,0 1-5-15,1 0-7 0,-4-3-10 0,0-2-29 16,-2 1-30-16,1-1-33 0,-5 1-36 0,3-2-57 15,1-2-62-15,-2-1-309 0,-3-4-625 0,0 1 277 16</inkml:trace>
  <inkml:trace contextRef="#ctx0" brushRef="#br0" timeOffset="-187996.04">30095 9354 2573 0,'2'-7'85'0,"2"1"-47"0,1 1-19 0,-5 5-9 0,10-8-4 15,-2 2 2-15,6 1-2 0,-2 1-1 0,0-2-9 16,8 0-28-16,1 4-55 0,6-4-71 0,-1 3-254 16,2-1-446-16,0-1 197 0</inkml:trace>
  <inkml:trace contextRef="#ctx0" brushRef="#br0" timeOffset="-187857.2">30716 9458 104 0,'1'5'273'0,"-1"-5"-29"0,0 0-26 0,4 5-21 16,-4-5-57-16,0 0-78 0,0 0-105 0,0 0-157 15,0 0-216-15,0 0 96 0</inkml:trace>
  <inkml:trace contextRef="#ctx0" brushRef="#br0" timeOffset="-184039.56">11742 11191 101 0,'0'-6'274'0,"0"-2"-2"0,0 8-12 16,-1-15-10-16,2 10-12 0,-1 5-1 16,-1-12-11-16,1 12-15 0,1-8-14 0,-1 8-32 0,0 0-11 15,0-9-13-15,0 9-16 0,0 0-6 0,0 0-18 16,0 0-5-16,0 0 1 0,0 29-4 0,0-13-8 15,1 4-2-15,-3 5-11 0,0 0-6 16,2 1-9-16,4-1-6 0,-5 3-1 0,1-3-2 0,0-4-5 16,-1 3-10-16,-1 3 6 0,1-1-3 15,4-2-11-15,-2 0-4 0,-1-5 4 0,0 1 7 16,0-2-14-16,1 0-12 0,0-1-28 0,-1-1-20 0,0 0-30 16,0 0-43-16,-1-4-35 0,1 4-31 0,-1-4-25 15,2-2-41-15,-1 1-27 0,-2-1-199 0,-1-3-513 16,3-7 226-16</inkml:trace>
  <inkml:trace contextRef="#ctx0" brushRef="#br0" timeOffset="-183680.44">11795 11223 82 0,'10'-25'199'15,"2"3"-4"-15,-3 6-6 0,0 1-6 0,2 3-13 16,-2 2-16-16,-2 3-15 0,1 1-17 0,0 3-14 15,-2 0-8-15,-6 3 5 0,14 1-2 0,-14-1-1 16,15 6-5-16,-7 1-3 0,-3 1-5 0,0 2-4 16,-1 1-1-16,-3 1-7 0,0 4 3 0,-2 0-13 15,-4 1-8-15,-3 1-4 0,1-3-3 0,-2 0-6 16,-3 1-4-16,-1-2-6 0,-3 0-2 0,0-1-8 16,1 0 4-16,-2-3-10 0,2-1 2 0,2-3-3 15,2 1-3-15,-1-4 2 0,10 0-1 0,-6 0-4 16,3 1 0-16,5-4-1 0,-10 4 1 0,10-4-1 15,-4 3 1-15,4-3-3 0,0 0-3 0,-8 3-1 16,8-3 2-16,0 0-10 0,0 0 5 0,0 0 0 0,0 0-2 16,12 16-4-16,-2-8 5 0,-1-2 1 0,-1 2 0 15,7 3-3-15,0-1 2 0,3 2-5 0,-1-2-25 16,8 7-33-16,2-3-41 0,1-2-41 16,3-4-51-16,-3 2-46 0,0-2-171 0,2-3-445 15,-1 0 197-15</inkml:trace>
  <inkml:trace contextRef="#ctx0" brushRef="#br0" timeOffset="-183456.79">12479 11351 211 0,'-6'-5'273'0,"1"2"-3"0,5 3-8 0,-16-4-13 15,7 7-8-15,-1-1-13 0,-2 1-11 0,1 5-16 16,-2-1 5-16,-1 4-8 0,1 2-26 0,1 2-13 0,1 0-11 15,1 1-9-15,1 2-19 0,3-1-8 16,2 1-7-16,0-3-17 0,3 0-10 0,2 2-5 0,3-3-8 16,0-1-23-16,2-4-23 0,6 5-29 15,-2-7-32-15,2-2-43 0,4 1-53 0,3-3-57 16,9-2-55-16,-7-1-276 0,6-3-571 0,0-6 253 0</inkml:trace>
  <inkml:trace contextRef="#ctx0" brushRef="#br0" timeOffset="-183290.3">12852 11345 173 0,'7'-6'220'15,"-7"6"-21"-15,5-4-14 0,-5 4-12 0,6-5-16 16,-6 5-11-16,13 0-15 0,-3 0-14 0,3 0-10 16,1 0-18-16,-3 0-27 0,2 0-45 0,-1 2-38 15,-1-1-36-15,0 3-34 0,1-2-35 0,-6 2-21 16,-1 2-76-16,-3 0-241 0,-2-6 107 0</inkml:trace>
  <inkml:trace contextRef="#ctx0" brushRef="#br0" timeOffset="-183157.61">12933 11453 28 0,'-8'9'171'0,"-2"-2"0"0,3 0-12 0,1-4 1 15,0 3-5-15,1-3 3 0,5-3 0 0,-10 6-1 16,8-2 0-16,2-4 2 0,0 0-10 0,0 0-12 16,9 12-14-16,-1-10-10 0,6-4-34 0,5 0-28 15,0 1-41-15,9-5-58 0,3 0-65 0,3-1-34 16,3-2-44-16,2-1-109 0,-3 1-324 0,12-6 144 15</inkml:trace>
  <inkml:trace contextRef="#ctx0" brushRef="#br0" timeOffset="-182696.7">13611 11200 19 0,'-6'-6'254'0,"6"6"-14"0,-4-5-21 0,4 5-13 16,0 0-4-16,0 0 1 0,0 0 0 0,-6 21-7 15,9-12-13-15,0 4-9 0,-1 4-4 0,4 1-10 16,1 1-3-16,4 5-11 0,1 1-18 0,1-2 6 16,-1-1-20-16,0 1-13 0,-1 0-5 0,1 0-5 15,-5-5-15-15,2-3-6 0,-2 1-4 0,-3-4-2 16,3 4-10-16,-5-5-5 0,2 0 1 0,-3-1-5 16,-2 0-9-16,-3 0-3 0,0-2-2 0,-3 2-6 15,-3-3 0-15,0 0 1 0,-1-2-3 0,1-1-4 16,2 0-2-16,-3-2 0 0,11-2 2 0,-17-3-17 15,17 3 11-15,-13-7-12 0,6-1-6 0,2-2-17 16,1-2-5-16,4 0 17 0,2-5-15 0,1 0 5 16,6-8-1-16,-4 8 0 0,8-7-4 0,1 2 0 15,-2-1 7-15,2 2-4 0,0 1-1 0,1-2 2 16,-3 7 2-16,5-5 3 0,-7 3 3 0,1 1-4 16,0 1 8-16,-2-2-1 0,0 1 3 0,-3 0-1 0,1 1-1 15,-2 1 1-15,-2 3 9 0,-1 0 18 16,-2 0-5-16,0 2 2 0,-3 2 15 0,3 7 0 15,-4-10 3-15,1 5-1 0,3 5 2 0,-9-7-7 16,1 6 7-16,8 1-11 0,-19 3 1 0,8 2 0 16,-5 4-7-16,3 0-2 0,-5 2-7 0,3 2-28 0,3-1-28 15,1-1-31-15,4-1-31 0,1 1-35 16,1 6-45-16,2-2-54 0,3-5-46 0,3 3-217 16,0-2-547-16,1-2 242 0</inkml:trace>
  <inkml:trace contextRef="#ctx0" brushRef="#br0" timeOffset="-182079.61">13984 11248 163 0,'-4'-3'312'0,"4"3"-11"0,0 0-18 16,-9-2-10-16,9 2-11 0,0 0-8 0,-9 8-15 15,6-1-17-15,-1 0 8 0,2 3-38 0,0 1-12 16,2 0-13-16,0 2-19 0,2 3-10 15,0-3-5-15,5 2-20 0,-3-1-15 0,5 0-8 16,0 1-6-16,2-3-4 0,3 0-2 0,-1 0-10 0,1 1 4 16,1-5-12-16,0 0 2 0,-2-2-13 0,1-5 5 15,-1 1-14-15,3-2-4 0,-3-2-15 16,0 1 0-16,-3-3-10 0,2 2 3 0,-5-3-1 0,1-1-3 16,-8 6-3-16,10-12-4 0,-5 3 3 0,-1-2-9 15,0 2-5-15,-4-4 1 0,0 4 4 0,-1-4 1 16,-2 1-3-16,-1 0 5 0,-1 0 0 0,-3-4 1 15,1 2-3-15,-2-1-4 0,4 5-1 0,-3 1 9 16,4-1-4-16,-2 1 9 0,2 3-1 0,-1 1-3 16,3-1-1-16,2 6 1 0,-4-7 3 0,4 7-2 15,0 0-2-15,0-9-5 0,0 9 5 0,15-5 5 16,-1 2-12-16,5 2 5 0,2 0-1 0,0 0-3 16,8-1 1-16,0 2-1 0,-7 2 8 0,-2 0-1 15,-1 1-2-15,-2 2 1 0,2-1-14 0,-7 0 6 16,0 2 19-16,1 3-1 0,-4-3 13 0,1 5 14 15,-1 0 16-15,-5-2 7 0,0 3 6 16,-1-3-6-16,-2 2 7 0,0 0-3 0,-1 0-3 0,0 0-2 16,2 0-7-16,1-2-3 0,-6 2-11 0,6-6-1 15,1 6-4-15,0-6-2 0,-1 1-6 0,3-1 0 16,-1-1-3-16,8-1-8 0,-3-2-10 0,6-1-6 16,-1 0-11-16,4-4 2 0,-3 1 2 0,3-1-4 15,-2-2-5-15,0-1 4 0,-2-2-11 0,-1-1 6 16,-4 3 0-16,-2-3 2 0,1 1 2 0,-5-3 2 15,-3-2 1-15,-1-1 0 0,-3 3 1 0,-2-5 1 16,-4 0-2-16,0 3 1 0,-2-2 1 0,-3 3 1 16,1 1-10-16,-1 0-19 0,1 4-15 0,2 2-11 15,-7-2-28-15,5 6-32 0,-3 0-41 0,-4 4-46 16,0-2-54-16,3 4-61 0,0 4-332 0,3 0-711 16,4-2 314-16</inkml:trace>
  <inkml:trace contextRef="#ctx0" brushRef="#br0" timeOffset="-181530.46">15067 11176 146 0,'0'0'290'15,"0"0"-10"-15,0 0-11 0,0 0-7 0,0 0-4 16,0 0-9-16,-17 21-18 0,9-8-19 0,1 3-8 16,-1-1-21-16,2 2-17 0,-2 0-15 0,3-2-14 15,3 0-19-15,0-1-10 0,4 2 5 0,0-5-33 16,6 4-3-16,1-1-1 0,-3-4-6 0,5-1-4 16,5-2-8-16,3 1 2 0,-2-3-5 0,6-1 1 15,-4-3-5-15,4-2-8 0,4-1-4 0,-6-1-2 16,-4-3-1-16,5-2-3 0,-3 3-4 0,-5-3 10 15,-4 0-19-15,0 2-4 0,-1-4-6 0,-3-1 4 16,0 0 5-16,-2-1-4 0,-4-1 4 0,-4-2-10 16,0 2-3-16,0-2 12 0,-3-1-12 0,-2 3-2 15,-3-3 1-15,2 2 4 0,-2 2 2 0,-1 1-13 16,5 4 1-16,-5 1-4 0,3 1-9 0,-2 2-13 16,-2 1-23-16,1 3-25 0,-2 2-24 0,-1 3-37 15,0 0-49-15,3 4-48 0,2-3-39 0,1 3-47 0,1-1-189 16,6 1-550-16,4-3 243 0</inkml:trace>
  <inkml:trace contextRef="#ctx0" brushRef="#br0" timeOffset="-181130.31">15448 11107 92 0,'3'-17'238'0,"1"-4"-7"0,-1 6 2 15,1-2 8-15,-3 6 15 0,0 0-9 0,1 3-2 16,-1 2-7-16,-1 6-23 0,1-12-23 0,-1 12-21 15,2-7-20-15,-2 7-23 0,0 0 7 0,0 0-3 0,7 25 0 16,-4 0 0-16,-1 5-13 0,-1 2-6 16,1 0-12-16,-2-1-3 0,0-1-13 0,0 1-4 15,2-3-7-15,0-1-6 0,-2-3-14 0,2 1-2 16,1-8-2-16,-2-5-9 0,2 0 3 0,-2 0-4 0,0-1 2 16,0-3-14-16,1-2 7 0,-2-6-8 0,1 10 5 15,0-6 0-15,-1-4 3 0,0 0-10 0,3 8 12 16,-3-8-12-16,0 0 4 0,0 0-9 0,0 0-1 15,0 0-1-15,9-25-4 0,-5 15-11 0,5-4-1 16,-3-1-8-16,5 0-12 0,0-1-3 0,0-1 7 16,1 3-2-16,-1 0-1 0,-1 1 0 0,1 6 3 15,-4-1 1-15,1 0 2 0,0 5-11 0,-4 1 7 16,3 0 7-16,-7 2 0 0,12 4 6 0,-4 2 2 16,-2 0 7-16,-1 4 3 0,0 2 0 0,-1 0 3 15,3 2-7-15,-3 2-1 0,-1-3 2 0,1 1 3 16,-3 3-9-16,1-2-41 0,1-2-46 0,-2 3-40 15,1-4-55-15,-1 4-69 0,0-8-72 0,2 2-297 16,-2-3-672-16,0 0 298 0</inkml:trace>
  <inkml:trace contextRef="#ctx0" brushRef="#br0" timeOffset="-180562.54">15896 11267 209 0,'3'-9'257'0,"-3"9"-17"0,0 0 12 0,0 0 3 16,0 0 2-16,0 0-8 0,0 0 0 0,0 0-9 16,5 24-8-16,-6-15-22 0,1 3-15 0,0-1-5 15,1 1-10-15,-2 1-8 0,2-5-22 0,-2 3 3 0,2-5-18 16,-1-6-7-16,0 11-14 0,1-6-2 16,-1-5-1-16,3 7 9 0,-3-7 5 0,0 0 13 15,0 0 6-15,0 0 0 0,0 0-10 0,0 0-15 0,0 0-13 16,0 0-3-16,0 0-16 0,0 0-6 0,0 0-6 15,-6-24-13-15,6 24-11 0,3-19-10 0,1 7-8 16,0 0-10-16,1-3-6 0,1 0-6 16,2-3-7-16,2 2-7 0,4-4-1 0,-1 4-7 0,-1 3 5 15,1 0-1-15,2 1-2 0,-6 3-2 16,0 3 2-16,1-1 3 0,-2 4-5 0,-1 0 0 16,3 3 2-16,1 4 1 0,-4 0 0 0,2 5 0 15,-1-1-1-15,-2 3 3 0,1 2 3 0,-2-2-3 0,-1 6 6 16,1-2-2-16,-3-2-3 0,2 0 5 0,-1 1 3 15,-1-3-4-15,0 0 2 0,-2-4 2 0,1 0 6 16,-1-7 0-16,1 13 4 0,-1-13 3 0,3 5 2 16,-3-5 0-16,1 10-2 0,-1-10 11 0,0 0 6 15,1 5 3-15,-1-5 2 0,0 0-7 0,0 0-5 16,0 0-4-16,0 0 1 0,0 0-7 0,2-22-7 16,0 14-2-16,1-3-5 0,4 0-12 0,-2-5-9 15,4 0 4-15,2-2-12 0,-1 1-1 0,1 0 6 16,3 2-5-16,-2-1 1 0,1 4 0 0,-1 0 3 15,-4 5 5-15,-1 0-2 0,-4 3 0 0,5 3 1 16,-8 1-1-16,13 0 6 0,-7 4 3 0,2 1-1 16,-3 3-2-16,-1 2 6 0,0 1 2 0,1 1 2 15,-1 5 1-15,-1-2 1 0,-1 1-1 0,4 0 0 16,-3 2-16-16,-5-3-49 0,5 0-60 0,1 0-62 16,-2 2-60-16,0 3-59 0,0-3-66 0,-1 2-357 15,2 2-793-15,1-7 350 0</inkml:trace>
  <inkml:trace contextRef="#ctx0" brushRef="#br0" timeOffset="-180176.89">16526 11536 178 0,'7'-10'241'0,"2"-3"-7"0,0-2-10 0,2 0 17 0,1 1-3 16,-1-2 5-16,3-5-18 0,-3 3-17 16,1 1-8-16,1-5-16 0,2 0-12 0,-2-3-15 0,2 1-12 15,-3 2-7-15,1-2-11 0,1 1-12 0,-4-2-14 16,0 2-15-16,-1 5-1 0,-2-1-1 15,2 2 1-15,-7 0-8 0,1 5 15 0,-2 2-8 16,3 1-3-16,-3 2 1 0,-1 7 1 0,0-11-16 16,0 11-9-16,0 0-2 0,-6-5-6 0,6 5-8 0,0 0 2 15,-18 16 1-15,10-8-13 0,-1 5-10 16,1 2 8-16,-1 0-7 0,4 1-5 0,3-1-13 16,-2 1-11-16,4-1-14 0,1 1-7 0,3-3-5 15,5 2-9-15,-4-4-4 0,0 1-3 0,7 2 2 0,-2-1-1 16,-2-2 7-16,1-2 1 0,-1 0 15 0,2 2-4 15,-4-3-5-15,0 1 23 0,1-2 0 16,-5 2 5-16,2-4 16 0,-3 4-5 0,1-3 6 0,-2-6 8 16,-2 14 3-16,-3-7 6 0,1 1-6 0,-4 4 10 15,0-4-13-15,-5 2-3 0,2-2 11 0,-2 1-25 16,1-1-22-16,1-2-27 0,-1-2-29 0,0 2-50 16,-1-1-52-16,0-1-65 0,3 0-82 0,-3 1-246 15,-1-1-617-15,4-4 273 0</inkml:trace>
  <inkml:trace contextRef="#ctx0" brushRef="#br0" timeOffset="-178876.5">17719 11330 146 0,'0'0'218'0,"0"0"-7"0,0 0 1 16,0 0 9-16,0 0 8 0,0 0-9 0,10 9-5 16,-10-9-14-16,-1 14-15 0,-2-6-15 0,-3 3-6 15,1-2-28-15,-2 5-12 0,-2 1-9 0,-3 1-18 16,4-1-34-16,-4 1-28 0,1-2-40 15,-1 0-46-15,2-2-53 0,0 3-58 0,1-1-61 0,-1-1-184 0,0-4-438 16,2 1 194-16</inkml:trace>
  <inkml:trace contextRef="#ctx0" brushRef="#br0" timeOffset="-177963.53">18937 11033 259 0,'2'-6'276'0,"1"1"-17"0,-3 5-13 0,4-9-22 0,-4 9-14 16,0 0 0-16,0 0 3 0,0 0-1 0,0 0-2 16,-18 26-9-16,6-9-16 0,-3 5-15 0,-4 3-19 15,1 0-10-15,-3-1-10 0,2 2-8 0,0-4-20 16,-1 0-6-16,1-3-2 0,-1-1-13 0,0-2-6 16,-1 0-6-16,5-3-5 0,-3-2-10 0,-7 2 0 15,3-1-2-15,4-6-9 0,-2 1-5 0,5-2 0 16,-3 0-9-16,6-3-8 0,0 0-5 0,3-2 13 15,0 0-4-15,1-3 0 0,9 3-14 0,-12-6-6 16,8 1-2-16,0-5-8 0,1 2-5 0,3-5 1 16,2 1 2-16,3-4 0 0,3-3-4 0,5-2 2 15,-2 4 3-15,6-2-4 0,2-1-1 16,-4 8 4-16,5-5 2 0,-3 5-4 0,-2 1 2 0,1 4 2 16,-4 1 5-16,-1 3-7 0,1 1 4 0,-2 0 0 15,1 5 0-15,0 0-7 0,-2 2 26 0,3 3 11 16,0 2-3-16,-4 2 1 0,4 0 12 0,-2 5-14 15,0-1 7-15,1 1 3 0,-1-1 3 0,-1 1-12 16,1 2-3-16,-1-4-4 0,2 3 0 0,2 5 1 16,-2-9-3-16,-1 2-31 0,3-3-36 0,-3-1-42 15,0 1-42-15,2-1-61 0,-1-1-68 0,1-4-61 16,-2 1-283-16,0-1-658 0,3-2 292 0</inkml:trace>
  <inkml:trace contextRef="#ctx0" brushRef="#br0" timeOffset="-177784.35">19274 11213 207 0,'3'-5'248'0,"-3"5"-19"0,6-7-13 16,-6 7-21-16,5-7-18 0,0 4-18 0,-5 3-16 0,13-4-13 16,-5 3-13-16,-1 0-38 0,-7 1-44 15,16-2-36-15,-9 4-45 0,4-2-38 0,0 2-27 0,-11-2-26 16,10 4-123-16,-4 0-280 0,-4 1 124 15</inkml:trace>
  <inkml:trace contextRef="#ctx0" brushRef="#br0" timeOffset="-177650.9">19347 11259 96 0,'-6'3'187'0,"-2"3"1"0,1-2-6 0,-1-1-2 15,-1 3-6-15,2-3-2 0,-2 0-6 16,3 0-11-16,1 1-8 0,5-4-15 0,-7 4-2 0,7-4 2 16,-4 7-4-16,4-7-9 0,0 0-11 0,8 9-15 15,2-6-19-15,3-2-25 0,5-1-33 0,4-1-43 16,7-2-54-16,3-1-79 0,-2-2-234 0,0-1-426 15,0 1 189-15</inkml:trace>
  <inkml:trace contextRef="#ctx0" brushRef="#br0" timeOffset="-177239.83">20194 10962 187 0,'0'0'329'16,"0"0"-10"-16,0 0-14 0,0 0 4 0,0 0-7 15,0 0-4-15,-24 22-2 0,10-10-20 0,0 2-6 16,-4 5-25-16,0 1-19 0,0-1-11 0,3 1-22 0,2-4-20 16,4-1-16-16,1 1-12 0,2 1-18 15,1-4-11-15,2 1-7 0,2-2-15 0,2 1-10 16,1-2-6-16,3 0-7 0,1 0-7 0,2-2-4 15,2-1-4-15,4 3-1 0,3-5-1 0,1-2-6 0,2-2-7 16,-1-1-1-16,2-2-6 0,0-1-2 16,0-2-3-16,-1-2-1 0,1 1-6 0,-2-1-2 15,-3-3-6-15,0-1 2 0,-2-2-2 0,-1 1-2 16,-3-3-3-16,-1 2 0 0,-3-3-1 0,-1-3 3 0,-2 0 0 16,-3 0-7-16,-1-2-5 0,-1 1-9 15,-1 2 5-15,-1 1 2 0,0 0-2 0,-5 2-4 16,4 3 2-16,-2 1-19 0,1 0-17 0,-3 3-15 0,-1-1-9 15,1 3-31-15,-3 3-29 0,-2-1-29 0,0 3-26 16,-4 3-31-16,6 0-42 0,-1 4-54 0,3-1-35 16,1 2-273-16,0 2-667 0,5-2 296 15</inkml:trace>
  <inkml:trace contextRef="#ctx0" brushRef="#br0" timeOffset="-177068.33">20500 11171 121 0,'6'0'272'0,"-6"0"-11"0,8 4-2 0,-8-4 11 16,5 2 7-16,-5-2-1 0,0 0-12 0,9 2-18 16,-9-2-29-16,0 0-20 0,5 3-19 0,-5-3-1 15,0 0-33-15,5 4-32 0,-5-4-33 0,0 0-46 16,4 4-54-16,-4-4-52 0,2 6-65 0,-2-6-55 16,6 7-46-16,-6-7-215 0,10 4-490 0,-4-3 217 15</inkml:trace>
  <inkml:trace contextRef="#ctx0" brushRef="#br0" timeOffset="-176590.89">20985 10905 144 0,'-7'-6'287'0,"-1"0"1"16,-4 3 2-16,1 0-3 0,-1 3-4 15,-3 3-7-15,-2 0-7 0,-2 3 0 0,1 3-8 16,-7 3-9-16,3 5-13 0,1 1-26 0,2 2-22 15,2-3-12-15,5-2-17 0,1 0-16 0,6 2-13 16,-2-2-9-16,5-4-18 0,2 2-4 0,2-1-16 16,1-1-12-16,2 1 3 0,5-3-7 0,-1-2-10 15,5 1-8-15,3-2-16 0,-1 0-3 0,-3-4-17 16,5 0-7-16,-4-2-7 0,-1-2 0 0,1 1-4 16,3-6 14-16,-5 0-9 0,-2-1-3 0,0-1-9 15,1-5 9-15,-5 3-6 0,1-5 10 0,-2 2-3 16,0-1-2-16,-1-1-1 0,-3 0 4 0,3 0-2 0,-3 4 6 15,-1-4-8-15,0 5 4 0,0 2-2 16,3-1 16-16,-3 10 4 0,1-11 8 0,-1 11-2 0,1-8 1 16,-1 8 0-16,0 0-5 0,0 0-5 0,0 0 23 15,0 0 22-15,0 0 21 0,0 0 10 0,-1 26 0 16,1-9 5-16,-4 3-3 0,3 4 0 0,-3 4-8 16,-1-5 2-16,2 2-10 0,0-1 6 0,0-5-11 15,-3 5-4-15,2 1-6 0,0 1-9 0,3-5-5 16,-2-4-2-16,2 2-4 0,-2-3-9 0,3 0-1 15,-1-3-5-15,1-1-14 0,0-1-21 0,0 1-35 16,4-3-33-16,-4 1-33 0,1-3-53 0,-1 0-40 16,1 0-47-16,-1-7-40 0,2 10-49 0,-2-10-44 15,1 9-43-15,-1-9-322 0,0 0-805 0,1 8 356 16</inkml:trace>
  <inkml:trace contextRef="#ctx0" brushRef="#br0" timeOffset="-176230.95">21449 10967 9 0,'3'-5'352'0,"-1"-3"-17"0,-2 8-7 16,3-6-7-16,-3 6 9 0,0 0-6 16,0 0-10-16,0 0-3 0,-19 11-18 0,7 1-15 15,-6 6-13-15,2 3-17 0,-3 2-15 0,-1 2-18 0,2-1-13 16,1 1-16-16,0 0-22 0,2-2-14 0,8 1-19 15,-1-6-6-15,3 0-16 0,0-1-13 0,4 1-4 16,4-1-10-16,-2-2-10 0,4-3 0 16,3 2-7-16,-1-3-1 0,6 0-7 0,-3-4-4 0,2 0-12 15,2-2-7-15,-3-1-8 0,1-2-3 16,1-1-8-16,0 1-1 0,-1-4-1 0,0 0-2 16,-3-3 0-16,1 0-1 0,-1 0 6 0,-3-4-7 15,-1 2-1-15,-2 1-1 0,-2-1 0 0,-1 7-2 0,-2-14-1 16,-6 5-2-16,2 3 1 0,-6 0-2 0,-2 0 1 15,-3 4-22-15,-6-1-25 0,-5 3-31 0,-1 1-31 16,-2 2-37-16,3 4-47 0,-4 0-53 16,2 3-72-16,9-2-84 0,-6 1-367 0,8 1-828 0,1-1 366 15</inkml:trace>
  <inkml:trace contextRef="#ctx0" brushRef="#br0" timeOffset="-173496.7">8606 12376 216 0,'-4'-5'254'0,"-1"0"-12"0,2-2 8 16,-1 1 1-16,0 0 3 0,0 0-10 0,4 6 2 16,-8-9-5-16,5 4-5 0,-1 0-15 0,4 5-15 15,-4-6-21-15,4 6-27 0,0 0-15 0,-6-5 3 16,6 5-30-16,0 0-12 0,0 0 6 0,-6 16-6 16,4-10-9-16,0 6-12 0,-1 3-6 0,1 3 0 15,-1 0-12-15,2 3-8 0,0-2-4 0,-1-1-5 16,1 1-3-16,1-1-11 0,0-1-17 0,3 1-44 15,-3-1-37-15,1-1-28 0,-1-3-51 0,0 2-49 16,0-3-56-16,0 0-54 0,1-1-283 0,-2-3-634 16,0 2 280-16</inkml:trace>
  <inkml:trace contextRef="#ctx0" brushRef="#br0" timeOffset="-173320.73">8529 12200 2319 0,'-3'-19'26'0,"1"0"-11"0,-1 5 6 0,2 3-7 16,-2 3-9-16,2 2 0 0,1 6-20 0,-2-11-16 15,2 11-33-15,-3-7-29 0,3 7-17 0,0 0-14 16,0 0-16-16,0 0-30 0,0 0-107 0,0 0-299 16,11 18 133-16</inkml:trace>
  <inkml:trace contextRef="#ctx0" brushRef="#br0" timeOffset="-173130.34">8931 12244 87 0,'17'11'213'15,"-3"0"-6"-15,-1 1-2 0,0 0 9 0,-3 1-5 16,1 1-14-16,-3 2-9 0,0 0-8 0,-3 1-11 16,-2 2-7-16,2 1-17 0,-3-2-10 0,-2 2-9 15,-5 4-15-15,1-5-10 0,-1-1-12 0,-3 0-22 16,-3 5-31-16,1-5-28 0,-2-2-34 0,-3 4-39 15,3-5-35-15,-3-3-36 0,2 1-37 0,-2-3-44 16,-2-1-130-16,6-3-378 0,-2-1 168 0</inkml:trace>
  <inkml:trace contextRef="#ctx0" brushRef="#br0" timeOffset="-172912.52">8539 12377 1995 0,'-15'-13'33'15,"-2"1"56"-15,-8 1-17 0,5 6-1 0,-1 4 4 16,0 3 9-16,-4 7 11 0,-1 0 1 0,3 7 8 16,-1 4 6-16,-2 3 3 0,6 4-5 0,-3 0-5 15,1 3-13-15,7-1-5 0,1 0-8 0,2 0-12 16,7-3-11-16,0 3 0 0,6-1-4 0,6-1-10 16,2 0-39-16,7-3-40 0,2-1-38 0,6 0-66 15,7-4-73-15,16 0-79 0,6-8-188 0,4-6-523 16,5-2 233-16</inkml:trace>
  <inkml:trace contextRef="#ctx0" brushRef="#br0" timeOffset="-172191.56">10676 12333 256 0,'-10'-1'268'0,"2"1"-8"0,8 0-8 16,-22 3-7-16,13 1-14 0,0 2 8 15,-2 2-22-15,-1 3-6 0,1 2-18 0,-2 1-14 16,3 3 1-16,2 2-20 0,-1-2-14 0,4 1-17 16,0 1 26-16,5 0-15 0,-2 1-9 0,3-3-14 15,1 0-13-15,1 0-6 0,2-2-14 0,4-1-7 16,-4-1-18-16,3-4-20 0,3 2-22 0,1-3-20 15,-2 0-27-15,7 0-23 0,-2-3-21 0,-1-1-13 16,-1-1-23-16,2-3-18 0,-2 0-18 0,5-1-9 16,-4-2-8-16,1-3-3 0,3-1 0 0,0-2 11 0,-1-1 7 15,-3 0 16-15,-3 0 14 0,-4 0 9 0,-1-1 13 16,0-1 13-16,-2-4 15 0,1 5 18 16,-3-1 27-16,0 1 27 0,-2 2 21 0,1 2 29 15,1 0 18-15,-2 7 11 0,0-9 0 0,0 9 1 16,0 0-3-16,0 0 4 0,0 0 2 0,0 0 9 15,0 0 5-15,0 0-7 0,-8 23 2 0,4-11-12 16,1-1-7-16,2 1-9 0,1 1-4 0,0-1-8 16,1-1 3-16,2 1-10 0,2-2-5 0,3 2-5 15,1-3 1-15,0-1-2 0,2-1 20 0,5 1 10 16,0-4-20-16,3 0 4 0,1-2-4 0,-1-4-6 16,0 1 6-16,-2-2-2 0,0-2-2 0,2 0 0 15,-7 0-6-15,2-5-2 0,1 1-9 0,-3-2-2 16,-3 2-1-16,-3 0 1 0,1 0-3 0,-5-2 1 0,1 0 2 15,-2-1-8-15,-1 1 5 0,-2 1-8 0,-2-2-5 16,-3 2 0-16,0 0-1 0,-1-1 2 16,-4 0-7-16,2 2-10 0,1 2-8 0,-2 2-15 15,1 0-12-15,1 3-21 0,-2-1-18 0,-1 3-22 0,3 1-28 16,-2 3-27-16,0 1-41 0,1 0-31 0,2 1-32 16,-2 0-41-16,1-1-164 0,4 2-505 0,1-2 223 15</inkml:trace>
  <inkml:trace contextRef="#ctx0" brushRef="#br0" timeOffset="-171961.67">11186 12336 10 0,'1'-9'308'0,"-1"1"-6"16,0 8-4-16,-1-10 0 0,1 10-14 0,1-10-11 16,-1 10-25-16,0 0-25 0,0-7-15 15,0 7-5-15,0 0 5 0,0 0-23 0,0 0 11 0,0 38-14 16,2-22-10-16,-1 3-19 0,1 7-11 0,-2-6-14 15,4 6-12-15,-3-1-12 0,-1 0-9 0,3-1-11 16,-1 2-2-16,0-8-11 0,0 2-28 16,1-3-25-16,1 2-46 0,0-3-56 0,-1 0-40 15,1-2-46-15,-1-2-41 0,-1-2-42 0,3 0-36 0,-1-1-36 16,0-2-200-16,-1-4-569 0,2 2 251 0</inkml:trace>
  <inkml:trace contextRef="#ctx0" brushRef="#br0" timeOffset="-171758.34">11386 12369 223 0,'0'-9'283'0,"2"3"-10"0,-1 1-16 15,-1 5-21-15,3-10-18 0,-3 10-13 0,0 0 13 16,0 0 11-16,0 0-6 0,10 30-3 0,-8-14-18 16,0 4-5-16,0 7-28 0,-2 3-12 0,3 0-21 15,-1 1-13-15,-2 0-26 0,0-2 25 0,2 1-45 16,-1-4-46-16,0-1-43 0,-1-1-47 0,1-4-48 15,-2 5-63-15,1-7-53 0,1-2-56 0,-3-1-229 16,1-2-550-16,1-4 244 0</inkml:trace>
  <inkml:trace contextRef="#ctx0" brushRef="#br0" timeOffset="-171480.25">11526 12739 185 0,'11'-9'204'0,"3"1"-2"0,-5-1 1 15,4-1-6-15,0-3-10 0,0 2-8 0,-2 1-13 16,1-2-9-16,2 0-9 0,-2-3-12 0,0 3-8 16,1-2-5-16,-2 1 0 0,3 0 0 0,-5-1-8 15,-1 1-13-15,-2 2-4 0,-1-1-8 0,-2 3-3 16,0-1 3-16,1 2 0 0,-2 1-1 0,-2 7 10 16,-2-12-4-16,2 12 0 0,-4-9-3 0,4 9-10 15,-9-4 0-15,9 4-16 0,-16 6-2 0,7 1 0 16,-5 5-4-16,1-1-15 0,0 4 0 15,-1 1-4-15,3 1-16 0,2-4-24 0,4 4-25 0,1-1-41 16,3-1-37-16,1-2-48 0,3-1-51 0,1-1-48 16,8-2-41-16,-4 0-227 0,11-4-558 0,0-1 247 15</inkml:trace>
  <inkml:trace contextRef="#ctx0" brushRef="#br0" timeOffset="-171259.35">12092 12465 109 0,'-6'-7'302'0,"1"2"4"0,-3 0-1 16,0 0-5-16,3 3-6 0,5 2-10 0,-19-1-11 15,11 2-22-15,-2 4-30 0,2 2-6 0,-1 2-17 16,2 2-16-16,-2 3-14 0,2 0-20 0,0 4-13 16,1-2-11-16,6 0-10 0,-2 1-15 0,4-2-8 15,0 1-11-15,2-1-9 0,1-2-32 0,6-1-24 16,-2-2-44-16,4 0-40 0,2-1-32 0,-2-5-50 15,5 1-50-15,-5-3-64 0,5 0-50 0,-6-2-218 16,0-2-576-16,2 0 255 0</inkml:trace>
  <inkml:trace contextRef="#ctx0" brushRef="#br0" timeOffset="-171020">12228 12309 248 0,'0'-8'337'15,"0"8"-8"-15,2-10-8 0,-2 10-11 0,0 0-17 16,0-8-26-16,0 8 1 0,0 0 16 0,0 0 1 16,0 0-11-16,3 34-18 0,-4-18-16 0,-1 3-20 15,2 6-19-15,0 1-20 0,0-3-15 0,-2 2-13 16,2 3-17-16,-3-4-16 0,2 1-14 0,-2-4-8 16,2 3-13-16,0-5-23 0,1-3-33 0,0 0-34 15,1-4-47-15,0-1-48 0,-2 0-53 0,1-1-51 16,1-3-55-16,-1-7-62 0,0 14-50 0,-1-7-263 15,1-7-688-15,-3 9 305 0</inkml:trace>
  <inkml:trace contextRef="#ctx0" brushRef="#br0" timeOffset="-170680.42">12084 12511 14 0,'0'0'206'0,"2"-11"-14"16,-2 11 2-16,7-5-4 0,0 2-3 0,-7 3-13 15,13 0-12-15,-13 0-9 0,14 4-7 0,-3 0-4 0,-3 0-3 16,3 3-8-16,-1 0-1 0,-1 0 2 16,1 3-7-16,-1-2-6 0,3 3-12 0,-2-2-5 15,-2 1-9-15,0-1-10 0,3 0-8 0,-5-2-5 16,3 0-3-16,4-1-10 0,-3-1-3 0,1 0-7 16,3-3-3-16,-1-2-6 0,3 0-2 0,-5-1-3 15,2-2-6-15,3-2 1 0,-1-2-5 0,-2 1 4 16,-3-1-4-16,-1 2-3 0,1-3-6 0,-2 2 3 15,-1-3-4-15,-3 1 1 0,4-1 3 0,-6 0 0 16,-2-1 3-16,0-2-4 0,0 2 5 0,-2 0-8 16,-2-1 3-16,0 1-6 0,2-2 0 0,-6 3-2 0,7-1 0 15,-7 1-3-15,0 2 3 0,1 1-14 0,1 3-24 16,-1 0-17-16,7 3-30 0,-15-3-31 16,15 3-41-16,-16 6-50 0,5-1-63 0,2 1-229 15,0 1-529-15,1-2 234 0</inkml:trace>
  <inkml:trace contextRef="#ctx0" brushRef="#br0" timeOffset="-170347.74">12482 12454 225 0,'12'8'302'0,"-8"-2"-4"0,2 1-10 16,1 3-11-16,-1 1-6 0,2 4-12 0,0 0-23 15,3 2-14-15,-3-2-15 0,0 2-5 0,-1-1-22 16,2 1-6-16,-5-6-20 0,2 0-12 0,0 0-11 0,-1-2-14 16,-3 1-16-16,0-2 2 0,-2-1-4 0,0-7-4 15,0 11-8-15,0-11 1 0,0 0 3 0,-2 9-4 16,2-9 1-16,0 0 2 0,0 0 1 16,0 0-6-16,0 0-8 0,-16-19-10 0,13 12-2 15,3-3-6-15,0 1-9 0,0-8-9 0,3 1 3 0,-1 0-9 16,1-2-27-16,3 1-8 0,-2-2 6 15,3 2-23-15,1 0-2 0,3 0-14 0,1 0-19 16,0 3-23-16,2 0-25 0,2 3-41 0,-3 0-35 0,3 1-44 16,-1 2-53-16,1 2-57 0,-3 2-305 0,4-1-687 15,-4 3 304-15</inkml:trace>
  <inkml:trace contextRef="#ctx0" brushRef="#br0" timeOffset="-169830.81">13520 12650 16 0,'2'-7'300'0,"4"3"-30"0,4-2-12 0,-1-3-27 15,-1 2-14-15,6-2-14 0,-1-4-18 0,4 0-10 16,0 3 2-16,-1-4-16 0,6-3-14 0,0 2-15 15,-5 3-8-15,4-4-17 0,-6 5-8 0,2-1-10 16,-3-1-7-16,-1 1-3 0,-6 5-12 0,2-4-4 16,-4 2-7-16,1-3-3 0,-2 2-7 0,-1-1-7 0,-3-1 0 15,0 3-2-15,-5 0-6 0,1 3-2 0,-1-2-2 16,-3 1 4-16,-4 1 6 0,1 1 1 16,-5 4 5-16,3 2 8 0,-5 1 8 0,0 4 25 15,0 1-24-15,-5 7 19 0,-1 1 1 0,4 6-6 16,6-7-3-16,-4 6-1 0,10-1-6 0,-4-2-7 0,3 6-10 15,9-2 1-15,0-3-10 0,4 0 0 0,3 0-4 16,11 1-3-16,-5-5-11 0,8 3-22 16,6-2-35-16,-2-4-42 0,6-2-43 0,1-2-42 15,1-2-45-15,-2-3-44 0,1 0-44 0,-3 0-24 0,0-4-215 16,-9 0-578-16,1-3 255 0</inkml:trace>
  <inkml:trace contextRef="#ctx0" brushRef="#br0" timeOffset="-168212.36">14020 12501 117 0,'2'-6'158'0,"-2"6"6"0,0 0 18 16,0 0 11-16,0 0 3 0,0 0-1 0,0 0-1 15,14 16-5-15,-11-8 2 0,-1-2-7 0,0-1-8 16,0 2-9-16,0 1-10 0,-2-8-9 16,0 12-8-16,4-5-5 0,-4-7-1 0,3 9-4 0,-3-9 3 15,0 8 10-15,0-8 2 0,4 5 6 0,-4-5 4 16,0 0-2-16,0 0 8 0,0 0-4 15,3 5-9-15,-3-5-29 0,0 0 2 0,0 0-12 16,0 0-12-16,0 0-7 0,-5-23-9 0,5 23-14 0,0-17-10 16,2 7-7-16,4-1-9 0,0-2-9 0,3-3-4 15,1 2-10-15,-2 0-5 0,1 1-4 0,1-1-4 16,0 5-7-16,-1 1-5 0,2 1 3 0,1-1-2 16,1 4-4-16,-3 1 7 0,2 3-5 15,-1 1 0-15,1 3 1 0,-1 2 4 0,2 6 2 0,-1-1 2 16,-1 2-3-16,0 5-9 0,-4-1 7 0,4 1 0 15,-4 0 2-15,0 0 1 0,-5-2 5 0,3 1-2 16,-1-4 4-16,1-4 6 0,-4 2-4 0,-1-3 6 16,0-2 3-16,0-6 9 0,3 10-6 0,-3-10 0 15,0 10 7-15,0-10-5 0,0 0-3 0,0 0-3 16,0 0-1-16,0 0-1 0,0 0-17 0,0 0 0 16,0 0-3-16,0 0-1 0,-11-27-5 15,15 18-1-15,0-3-10 0,3-2-8 0,1-2-7 0,0 1 6 16,1 1-6-16,2-2-11 0,1 0-2 0,1 3 6 15,1 1 5-15,-1 0 16 0,-4 7-27 0,0-2 12 16,0 2 5-16,-2 3 6 0,2 0 3 0,-9 2-3 16,11 3-7-16,-3 2 21 0,-1 3-2 0,-1 1 7 15,-2 1 2-15,0 0-20 0,2 2 20 0,-1-1-3 16,2 5 5-16,-2-5 6 0,1 1-4 0,1-2 2 16,0 0 1-16,2-2 0 0,0 0 4 0,2-3 4 15,2 1-1-15,-1-1 4 0,2-3 0 0,3-1 6 16,3-2-7-16,-2-2-8 0,2-3 8 0,-2-1 0 15,1-2-17-15,-2 2 17 0,-1-5-3 0,0 2-3 16,-5-2 7-16,-2 3-5 0,3-3 4 0,-6 1-1 16,-1 0 9-16,1-1-10 0,-1-3 2 0,-4 3-15 15,1-1 18-15,0-2 2 0,-4 5 3 0,2-3 2 0,-2 3 2 16,1 0 7-16,1 10-8 0,-3-12 5 16,3 5-1-16,0 7-11 0,0 0 9 0,0 0-4 15,0 0 2-15,0 0 4 0,0 0-3 0,0 0-1 16,-13 22-8-16,8-10 7 0,4-1-3 0,0 1 2 15,-1 5-9-15,2-2 8 0,5 0-4 0,1 2-3 16,-4-6-3-16,5 3 3 0,4 1-3 0,-1-4-3 16,3-1 2-16,2 0 3 0,1-3-4 0,3-3 4 15,0-1-4-15,0-2 2 0,3-1-6 0,0-3-6 16,-2-2 8-16,1-2-5 0,-1 1 4 0,-3-3-2 0,-2 0-4 16,0-1 2-16,-1-2-7 0,-3 0 10 0,0-1-3 15,-3 4 2-15,0-5 7 0,-3 2-7 0,-3-4-2 16,2-1 7-16,-4-1-7 0,2 1-1 15,-2-11-3-15,0 8 4 0,2 2 1 0,-2-3 1 0,-2 1 2 16,-1 1 5-16,1-1-13 0,0 2 4 16,-1 3 0-16,3 3 3 0,-3 1 4 0,3 1 10 15,-2 3-2-15,2 7-2 0,0-13-4 0,0 13-6 16,0 0 1-16,0 0 3 0,0 0-7 0,0 0 11 16,0 0 5-16,-4 36 4 0,3-9 4 0,-2 0-2 0,-3 4 1 15,4 0 3-15,-2 1-2 0,-1-2-6 0,2 4 1 16,2-2 1-16,-2-4-3 0,2 4-1 15,1-7 2-15,1 0-6 0,4-7-5 0,-1 0 4 0,1-2-1 16,-1-5-1-16,5-1 2 0,0-1 1 0,0-3-3 16,2-2 1-16,2-2-1 0,0-2-2 15,6-4-6-15,-1 0-6 0,-2-3 0 0,2-1 4 16,-1-1-2-16,0-4 1 0,-4 0-2 0,3-2-3 16,-3 0-3-16,-3 0 3 0,0-2 3 0,-1-1-1 0,0-4 1 15,-1 3-1-15,-4 0-1 0,5-5-2 0,-7 5 1 16,-3-8 4-16,1 3-4 0,1 0-1 0,-2-1 2 15,0 2-8-15,1 4 11 0,0 0-5 0,-2 5 5 16,2 2-3-16,0 2 1 0,0 3-4 0,0 7 6 16,0-10-4-16,0 10-1 0,-1-9-1 0,1 9 6 15,0 0-2-15,0 0 4 0,0 0 7 0,-1 26 3 16,0 0 0-16,-1 0 4 0,0 1 3 0,-1 1 1 16,1-1 0-16,-7 0 0 0,8-1 0 0,2-2 1 15,-1 3-5-15,5-4 9 0,-3-3-6 0,5-1 4 16,-1 0-2-16,3-2-3 0,-1 0 1 0,5-2-4 15,-1-3 0-15,5 1 4 0,-4-4-1 0,7 1-3 16,1-5 2-16,-1-1-1 0,2-2-4 0,-1-3-2 16,0 0-4-16,6-7-1 0,0 2-4 0,-7-2-9 0,-1 0-2 15,7-5 4-15,-2-1-1 0,-2-2-3 16,-7 4-10-16,0-3 6 0,0 1-3 0,-3 1 3 16,-3-1-2-16,-2-2 3 0,-2 0-4 0,-1-1 3 15,-1 3 0-15,-3-1 4 0,-3 2 0 0,1 1 1 16,-1 2 1-16,-1-1 3 0,0 4 1 0,-1 0-1 15,1 0 1-15,-5 1 1 0,1 2-4 0,1 2 3 16,7 2 6-16,-19 3-6 0,8 2 10 0,-2 6 1 16,-1-2 7-16,0 3 2 0,2 0 2 0,1 3-1 15,0 1 3-15,3 3 0 0,2-2 4 0,2 2 1 0,1-2-3 16,2 0 1-16,4 0 3 0,-1-2-6 0,3 2 0 16,1-1 1-16,2-2-1 0,3 0-4 15,-2-5 1-15,1 1 2 0,0-4-3 0,2 1-4 16,-1-2 3-16,3-3-2 0,1 0 3 0,-2-1-1 15,5-1-2-15,-5-1-1 0,3-3-2 0,-4-3-4 16,1 2 2-16,-2-2-3 0,-1-1-2 0,2-2-5 16,2-3-2-16,-8 2-2 0,6-3 1 0,-4 3-11 15,1-4 1-15,0 1-6 0,1-2 1 0,-3 0-5 16,4 0-2-16,-1 1 1 0,-1 2 4 0,-2 2 3 0,0 1 1 16,2 3-1-16,-4-2 7 0,0 5-2 15,-1-1 3-15,-4 5-6 0,5-3 5 0,-5 3 8 16,6-4 0-16,-6 4 9 0,0 0 10 0,0 0 2 15,9 16 4-15,-9-7 2 0,0-3-4 0,0-6-6 0,-2 16 4 16,3-8-2-16,-6 1-15 0,4-1-34 0,1-8-48 16,-5 14-65-16,5-7-73 0,-2 0-73 15,2-7-83-15,-4 12-84 0,4-12-233 0,-1 9-753 0,1-9 334 16</inkml:trace>
  <inkml:trace contextRef="#ctx0" brushRef="#br0" timeOffset="-167708.74">16459 12232 140 0,'5'-4'265'0,"-5"4"-4"0,9-5-4 0,-4 4-4 16,-5 1-1-16,15 0 5 0,-6 5 0 0,1 4-7 15,4 2 0-15,-2 3-16 0,1 1-9 0,5 7-15 16,-4-2-12-16,2 2-24 0,-3 0-20 0,4 1-5 16,-7-7-8-16,3 1-14 0,-3-2-13 0,0 0-5 15,0-1-6-15,-2-1-4 0,0-4 0 16,-2-1-4-16,2 0-1 0,-3-3 0 0,-3-1 8 0,2 1 9 16,-4-5 7-16,7 5 14 0,-7-5-2 0,7 0-6 15,-7 0-14-15,0 0-11 0,17-12-7 0,-12 5-10 16,1-3-8-16,-1 2-7 0,0-5-4 0,1-2-9 15,-2 4-3-15,2-6-9 0,2-1-2 0,-2-1-6 16,3 1-7-16,1-4-14 0,0-3-24 0,-3 1-16 16,0 7-26-16,0 0-20 0,-2 6-36 0,0 0-57 15,-1 2-46-15,0 2-48 0,-4 7-60 0,4-9-63 16,-4 9-40-16,0 0-309 0,0 0-792 0,0 0 350 16</inkml:trace>
  <inkml:trace contextRef="#ctx0" brushRef="#br0" timeOffset="-167406.48">16924 12379 191 0,'0'0'270'0,"5"7"-24"0,-5-7-6 0,0 0-1 15,5 4 2-15,-5-4-2 0,3 6-11 0,-3-6 6 16,5 5-20-16,-5-5-12 0,5 9-4 0,-1-6-9 16,1 1-2-16,1 1-3 0,-1-1 2 0,3-3-11 15,3 3-5-15,1-2-13 0,1 0-11 0,1-2-11 16,-1 0-8-16,1-2-8 0,2 0-7 0,-3-2-4 15,-1 3-4-15,-1-6-9 0,2 1-8 0,-6 0-8 16,1-3-6-16,1 1-6 0,-3-1-3 0,-2 0-12 16,-4-1-3-16,2 1-5 0,-4-1-4 0,0-1-6 15,-2 0-5-15,-4 1-3 0,2 2-6 0,-2 2-1 0,-2 0-10 16,-3 1-12-16,-4 4-14 0,-2 5-11 16,-1 1-28-16,-7 2-27 0,8 3-42 0,-7 3-52 15,3 0-44-15,7 0-51 0,1-1-71 0,5 3-58 16,3-5-250-16,0 1-705 0,2-2 313 0</inkml:trace>
  <inkml:trace contextRef="#ctx0" brushRef="#br0" timeOffset="-167163.25">17250 12181 290 0,'2'-14'354'0,"2"2"0"0,0 1 10 16,-3 2 6-16,3 0 1 0,-3 1-8 15,1 2-29-15,-2 6-26 0,2-9-32 0,-2 9-27 16,0 0-18-16,0 0 2 0,0 0 0 0,3 23-11 16,-5-6-19-16,2 2-20 0,-1 10-19 0,-1 0-15 0,0 0-22 15,1-2-5-15,1 2-14 0,0-1-7 0,0-2-12 16,1 0-7-16,-1-6-16 0,2-2-26 16,0 2-37-16,1-3-40 0,-1-2-34 0,1-1-53 15,-3-3-78-15,2 0-53 0,1-1-58 0,0-1-65 16,2-2-53-16,-2-3-266 0,1 0-754 0,-4-4 334 15</inkml:trace>
  <inkml:trace contextRef="#ctx0" brushRef="#br0" timeOffset="-166928.28">17512 12165 112 0,'1'-6'318'0,"0"1"-14"0,-1 5-14 0,5-5 14 16,-5 5 22-16,0 0 13 0,0 0-2 0,5 22-18 0,-6-11-9 15,0 8-12-15,-2 0-21 0,1 7-19 16,-1 3-20-16,2-4-20 0,0 2-19 0,-1-1-21 0,2-1-15 16,0 0-18-16,0-6-9 0,0-1-17 0,0 0-17 15,3-3-31-15,-3-2-29 0,2-1-35 0,0-1-31 16,-1 0-38-16,2-5-53 0,0 1-50 16,-3-1-40-16,0-6-48 0,0 11-42 0,0-11-42 15,0 0-47-15,0 0-211 0,0 0-646 0,-9 1 286 0</inkml:trace>
  <inkml:trace contextRef="#ctx0" brushRef="#br0" timeOffset="-165896.7">17415 12343 196 0,'0'0'196'0,"14"-10"-7"0,-4 7-1 0,8-4-11 0,-2 2-10 16,11-2-11-16,-4 4-10 0,-1-2-14 0,9-1-10 15,-3 4-6-15,-3 1-17 0,2-4-7 0,-6 3-10 16,0-2-6-16,0 2-6 0,0-1-2 0,-1 0-6 15,-4 1 0-15,-3 4-2 0,-3-5 5 0,-3 4 12 16,-7-1 14-16,14 0 13 0,-14 0 20 16,0 0 15-16,0 0 12 0,10 3 8 0,-10-3 6 15,0 0 2-15,-8 14-5 0,-2-7-1 0,-1 5-7 16,-4 0-5-16,-1 0-9 0,6 1-14 0,-2 0-12 0,1 0-12 16,4-3-13-16,2-1-7 0,1 3-8 0,3-3-6 15,-1 2-4-15,3-3-5 0,1 1-11 0,5-1-5 16,0-2 0-16,4 0-13 0,5-1-5 0,0-3-20 15,3 0 0-15,-1-3-2 0,1 0-14 16,-1-3 5-16,0 0 0 0,-1 0 0 0,1-3-5 0,-1 0 1 16,-5 1-9-16,1-3 10 0,-5 2 3 0,-1-2 4 15,-1 0 1-15,0-1 0 0,-3 1-4 0,-1 0 3 16,0 2 1-16,-2-1-3 0,1-1 1 16,-1 9 0-16,-4-13 7 0,4 13-2 0,-4-9 11 0,2 5-5 15,2 4 1-15,0 0 2 0,0 0 1 0,-16 4 5 16,16-4-4-16,-7 10-4 0,3-4 0 0,1 5 0 15,1-3 2-15,-1-2 2 0,3-6-9 16,3 17 2-16,1-8-1 0,1 0 2 0,1-2-2 0,4 0 5 16,7 2-7-16,3-4 1 0,0-1-4 0,9-2-1 15,2 0 0-15,-1-5 2 0,1 0-4 0,2-3 0 16,-1 1-3-16,-1-3 2 0,-3-1 0 0,-2 0 1 16,-9 3-9-16,-2-1 10 0,-3 2-1 0,-2-2 7 15,1 1-2-15,-3-2-2 0,2 1 0 0,-5-3 2 16,2 2 1-16,-4-2-1 0,-2 1 1 0,-1-1-1 15,-1 1 3-15,-2 0 9 0,0 0 2 0,-3-1 1 16,1 5 7-16,-1 0 9 0,-2 3 8 0,2-2-5 0,6 4-1 16,-17 3 0-16,8 0-3 0,0 3 0 15,2 0-6-15,-3 2-1 0,1 2-2 0,0-2-6 16,0 2 2-16,4 0-2 0,-2-2-3 0,3 3-2 16,0-1 0-16,2 4-2 0,2-3 1 0,-1 2-5 15,2 2 3-15,-1 3 0 0,4 1-4 0,3 6 0 16,-4-1 2-16,0 2 0 0,-1 1-4 0,-1-3 4 15,-1 6-12-15,3-3 9 0,-4 2 1 0,-2 1-1 16,2-1 2-16,-2-2-2 0,1 1 2 0,-2-1 0 16,1 1 1-16,-2-3-4 0,-1 0 7 0,0-7-2 15,-2 0-1-15,-1-1 2 0,-3-3-6 0,0 4 5 0,-1-5 0 16,-1 0-2-16,-2-2 4 0,-2-1-2 16,1-1-3-16,1-3 1 0,-2 0 3 0,7-4-4 15,-1 1 1-15,0-4 1 0,3-3-1 0,0 0-14 0,-1-2-3 16,4-5-3-16,4 1 0 0,1-7-5 15,6 2-4-15,1-4 0 0,9-5-5 0,6-2-3 16,1-2 4-16,3 1-16 0,10-8 6 0,-1 0-3 16,4-1 0-16,-12 12 1 0,12-8 3 0,-10 7-5 15,9-9 1-15,-10 7 5 0,-1 1-8 0,1 0-17 0,12-8 25 16,-17 10-12-16,4-2 13 0,-3 4 1 0,1-4 9 16,-4-1 2-16,-3 5 1 0,-4-1 6 15,2 1 1-15,-11 7 0 0,5-1 0 0,-6 4 1 16,-1 0 7-16,1 0 9 0,-1 5 10 0,-1-3 12 0,1 4 1 15,-2 6 6-15,-5-10-3 0,5 10 2 0,0 0 9 16,-22-1 2-16,9 5 7 0,0 2 4 0,-5 6 1 16,2 6 7-16,-1-5 1 0,4 3-7 15,2 1-5-15,-1-2-3 0,3 0-5 0,2 1-7 0,0-1 2 16,4 1-8-16,3-4 0 0,0 0-15 0,2 1-24 16,3-3-34-16,3 0-32 0,6-2-33 0,5-2-47 15,0 0-49-15,2-5-41 0,8 1-41 0,2-2-40 16,-3 0-32-16,0-2-23 0,-8 1-275 0,-3-1-710 15,1-2 314-15</inkml:trace>
  <inkml:trace contextRef="#ctx0" brushRef="#br0" timeOffset="-165781.43">18856 12395 11 0,'0'0'224'0,"0"0"-17"16,0 0-18-16,0 0-12 0,0 0-19 0,0 0-18 15,0 0-10-15,0 0-16 0,0 0-48 0,0 0-52 16,0 0-51-16,0 0-54 0,0 0-126 0,0 0-236 15,0 0 105-15</inkml:trace>
  <inkml:trace contextRef="#ctx0" brushRef="#br0" timeOffset="-162579.6">19507 12153 4 0,'0'0'266'0,"-3"-12"-16"0,1 6-9 0,2 6-6 15,-7-9-7-15,2 6-10 0,5 3-11 0,-9-5-15 16,9 5-11-16,-14 1-10 0,5 4-12 0,-2 2-6 16,0 6-4-16,-5 6-10 0,-1 5-7 0,2 2 2 15,1 0-7-15,2 3-20 0,-2 1-1 0,8 0-8 16,1-3-13-16,1 1 0 0,1-1-10 0,4-1-14 15,3-2-4-15,2-5-4 0,3 3-2 0,2-4 8 16,0 0-12-16,11 1-7 0,-3 0-18 0,7-4-14 16,-1-2-25-16,0-2-26 0,-6-4-20 15,9 0-11-15,-6-2-38 0,-2 1-37 0,1-4-39 0,-1 0-43 16,0-2-29-16,-3-2-241 0,-3 1-542 0,-2-2 239 16</inkml:trace>
  <inkml:trace contextRef="#ctx0" brushRef="#br0" timeOffset="-162213.52">19872 12235 265 0,'2'-8'271'0,"0"3"-10"0,-2 5-9 16,5-8-15-16,-5 8-19 0,1-6-16 0,-1 6-5 16,0 0 4-16,0 0 1 0,0 0-6 0,11 29 0 15,-6-9-4-15,-1 4-16 0,1 2-24 0,0-1-9 16,0 0-27-16,1 0 8 0,2-2-15 0,-3-4-5 15,-1 0-13-15,3-2-9 0,0 0-13 0,-1-2-5 16,0-3-4-16,1-1-2 0,-3-3-5 0,0-1-2 0,0 0-21 16,-2-3 40-16,3 1-3 0,-5-5 8 15,3 8 11-15,-3-8 3 0,5 4-5 0,-5-4-8 16,0 0-7-16,10-11-5 0,-6 3-7 0,2-1-8 16,-3-2 1-16,3-1-7 0,2-4-6 0,-2-2-5 15,6-5 0-15,-4 0-12 0,3-3-4 0,-2 1-1 16,4-5-17-16,-2 1-10 0,2-1 2 0,2 2-7 15,-3 6-5-15,-6 3-4 0,2 2-17 0,-3 7-10 16,2 1-16-16,-4 0-59 0,1 3-29 0,-2 1-45 16,-2 5-31-16,3-4 2 0,-3 4-6 0,0 0-16 0,0 0-21 15,13 17-24-15,-10-8-225 0,-2 2-566 0,0-1 250 16</inkml:trace>
  <inkml:trace contextRef="#ctx0" brushRef="#br0" timeOffset="-161994.74">20398 12283 4 0,'1'-7'277'0,"-1"7"-3"16,0 0 8-16,0 0-10 0,-11-14 3 0,11 14-9 15,0 0-13-15,-17 1 2 0,17-1-16 0,-17 10-8 16,8-3-2-16,-1 2-9 0,-3 2-6 0,-1 6-14 0,2-1-18 16,2 1-9-16,0 2-32 0,1-1-5 0,0-1-14 15,4 2-12-15,0-2-11 0,5 1-6 16,0-3-24-16,0-2-26 0,4-1-43 0,3 3-37 15,1-2-44-15,1-4-37 0,6 0-39 0,-3-3-41 0,7 0-36 16,0-4-41-16,11-1-27 0,-1-3-242 0,0-1-587 16,3-5 260-16</inkml:trace>
  <inkml:trace contextRef="#ctx0" brushRef="#br0" timeOffset="-161640.79">20748 12327 12 0,'0'-6'244'0,"0"-1"-5"16,0 7 0-16,-7-9 0 0,7 9 0 0,-13-4-7 15,4 4 0-15,9 0-6 0,-19 7-13 0,10-2-6 16,-3 1-19-16,-1 7-11 0,0-4-15 16,4 2-14-16,3 1-15 0,-1-3-10 0,3 4-14 15,2-3-8-15,1 1-8 0,2-1-21 0,0 0-1 16,3 0-11-16,1-1-15 0,0-1-11 0,2 0-9 0,1-3-3 16,-1-1-2-16,-1 0-3 0,1-4-3 15,2 2 4-15,-9-2-11 0,11 0 8 0,-11 0-2 16,9-2 2-16,-9 2-6 0,5-3 7 0,-5 3 10 0,0 0 12 15,4-10-3-15,-4 10 9 0,0 0 11 0,0 0 5 16,0 0 0-16,-15-7 0 0,15 7 0 16,-12 3-1-16,12-3 12 0,-14 4-6 0,5 1-3 0,1 0-3 15,-2 2 0-15,4 0-8 0,-2 2-4 0,3-3-6 16,1 4-2-16,2-1-7 0,-2 1-5 0,4-3 1 16,1 3-2-16,3-1-6 0,1-1-15 0,3 0-24 15,1-1-21-15,3-4-26 0,5 2-44 0,4-1-52 16,-1-3-46-16,-1-2-46 0,8-1-43 15,-5-2-45-15,-2-1-268 0,-1 0-662 0,1-2 293 0</inkml:trace>
  <inkml:trace contextRef="#ctx0" brushRef="#br0" timeOffset="-161409.45">21131 12032 219 0,'9'1'324'0,"0"1"-3"0,2 4-6 16,0 5 15-16,0 2-26 0,-1 3-3 0,-1 1-22 16,1 9-18-16,-1-2-25 0,-2 3-21 0,2 1-11 15,-4 1-21-15,-1 1-12 0,-2-2-22 0,-2-1-28 16,-1-1 1-16,1 0-13 0,-4 0-27 0,-1 0-37 16,-4-1-50-16,-2-2-47 0,-3 0-38 15,1-1-42-15,-6 0-43 0,-1-1-48 0,0 0-40 16,-5-1-45-16,-5 0-200 0,-1-2-549 0,-2 0 243 0</inkml:trace>
  <inkml:trace contextRef="#ctx0" brushRef="#br0" timeOffset="-160243.08">22331 12255 105 0,'-4'-6'317'0,"4"6"-4"0,-2-10-7 0,2 10-4 15,-3-7-10-15,3 7-10 0,-1-7-16 0,1 7-25 16,0 0-25-16,0 0-15 0,0 0-17 0,-4-6-25 16,4 6 2-16,0 0 6 0,0 0 1 0,0 22-11 15,-1-5-8-15,-1 0-13 0,0 2-15 0,-2 1-12 16,2-1-13-16,-1 0-7 0,0 1-6 0,1 6-7 16,-1-7-10-16,-1-1-5 0,3 0-10 0,-1 6-19 15,-1-7-22-15,2 0-38 0,-2-2-52 0,2 0-36 16,0-5-21-16,-1 1-51 0,1-1-43 0,0-3-45 15,1-7-31-15,2 11-17 0,1-7-215 16,-3-4-583-16,10 3 259 0</inkml:trace>
  <inkml:trace contextRef="#ctx0" brushRef="#br0" timeOffset="-160045.89">22463 12328 190 0,'2'-12'286'0,"1"1"-7"0,-1 3-5 16,0 1-8-16,0 0-21 0,-2 7-15 0,3-10-25 15,-3 10-15-15,0 0-20 0,4-4 1 0,-4 4 25 16,0 0 0-16,0 0-11 0,7 23-11 0,-4-12-22 16,-1 0-7-16,3 2-6 0,-3-1-23 0,0 3-16 15,-1 2-7-15,2-1-5 0,-2 2-8 0,1-2-8 16,-2-6-44-16,1 3-33 0,0-3-49 0,-1 1-51 16,0-1-47-16,-1-1-53 0,0 1-52 0,2-3-46 15,-1-7-229-15,-3 10-576 0,3-10 255 0</inkml:trace>
  <inkml:trace contextRef="#ctx0" brushRef="#br0" timeOffset="-159829.89">22694 12201 104 0,'5'0'242'15,"-5"0"-2"-15,10 0 1 0,-10 0 1 0,12 7-6 16,-4 2-10-16,-5 1-10 0,6 4-1 0,-2 1-15 15,0 4-17-15,-4-2-17 0,-1 4-9 16,0-4-24-16,-2 7-9 0,-3-3-12 0,-1 2-10 0,-1-4-7 16,-6 5-22-16,2-6-32 0,-5 2-33 0,-3 1-37 15,-3-1-38-15,0-1-40 0,0-2-48 0,5-4-52 16,-8 1-40-16,0 0-177 0,5-6-460 0,0-2 204 16</inkml:trace>
  <inkml:trace contextRef="#ctx0" brushRef="#br0" timeOffset="-159596.4">21980 12339 24 0,'-13'11'333'0,"3"4"-16"0,-6 8-22 15,5 3-17-15,-1 1-14 0,2 0-21 0,1 3-18 16,5-6-13-16,4 3-19 0,0-3-16 0,4 2-23 15,1-8-12-15,5 0-12 0,-1-1-15 0,8 3-21 16,5-3-31-16,2-3-31 0,5-3-39 0,1-2-46 16,0-3-65-16,5-4-79 0,-1-3-78 0,0-3-166 15,0-1-476-15,2-5 210 0</inkml:trace>
  <inkml:trace contextRef="#ctx0" brushRef="#br0" timeOffset="-159417.5">22684 11875 217 0,'-12'-4'333'0,"2"-2"-30"0,1 3-31 16,-2 3-26-16,11 0-16 0,-16 0-31 16,9 3-23-16,0 0-7 0,2 1-37 0,5-4-36 0,-6 10-43 15,4-3-52-15,2-7-66 0,7 16-69 0,-2-6-238 16,3-2-402-16,3 1 178 0</inkml:trace>
  <inkml:trace contextRef="#ctx0" brushRef="#br0" timeOffset="-155346.42">23954 12093 104 0,'-10'-3'234'0,"10"3"-17"16,0 0-9-16,0 0-8 0,0 0 2 0,0 0-11 15,0 0-7-15,0 0-15 0,-4-4-18 0,4 4-14 16,0 0-11-16,22-13-17 0,-6 6-8 16,2 0-10-16,0 0-6 0,1 0-12 0,8-3-6 15,-1 2-9-15,-1-2-5 0,-7 4-17 0,1 2-17 16,-1-2-18-16,-2 2-21 0,-4 1-18 0,-1 1-24 0,-5 0-19 16,0-1-17-16,-6 3-13 0,12-2-8 0,-12 2 1 15,6-2 4-15,-6 2 8 0,0 0 13 0,0 0 8 16,0 0 10-16,0 0-2 0,0 0 9 15,0 0 10-15,0 0 12 0,-20 11 0 0,20-11-1 0,-8 3 13 16,8-3 12-16,-8 3-1 0,8-3 2 0,0 0 15 16,-6 5 10-16,6-5 19 0,-5 8 9 0,4-3 21 15,1-5 23-15,-1 19 5 0,-1-6 15 0,0 3-2 16,3 8 11-16,0 1-6 0,-1 3-2 0,2-3-8 16,-2 3-6-16,1-1-7 0,0-1 2 0,-2 1-8 15,2-2-2-15,0 1-6 0,-1-6 19 0,0-1-11 16,0 1-6-16,-1-1-4 0,1 0-7 0,1-2-5 15,3-2-5-15,-4-2-1 0,1 0-8 0,1-1-1 16,-1-3-4-16,-1-1-2 0,1-1-6 0,-1-7-3 16,0 10-8-16,0-10-16 0,0 9-8 0,0-9-13 15,-5 8-13-15,5-8-14 0,-10 5 6 0,5-4-2 16,5-1 6-16,-13 0 6 0,13 0 2 0,-11-4 7 16,11 4 2-16,-12-4 12 0,8 1 9 0,4 3 8 15,-11-5 10-15,11 5 9 0,-5-5 10 0,5 5 2 16,0 0-2-16,0 0-6 0,0 0-1 0,11-12-2 15,-2 9 1-15,3-1-3 0,0 1-1 0,6-2-3 0,3 0-2 16,5-2-2-16,-5 2-10 0,12 0-16 16,-6-3-17-16,4 0-28 0,-2 2-30 0,2-2-40 15,2 3-42-15,-3-4-29 0,-4 3-192 0,-4 1-424 16,-4 0 188-16</inkml:trace>
  <inkml:trace contextRef="#ctx0" brushRef="#br0" timeOffset="-155130.1">24601 12300 126 0,'0'0'203'0,"0"0"-18"16,2-6-15-16,-2 6 15 0,0 0 8 0,0 0 10 0,0 0 7 15,5 23 1-15,-5-12-6 0,2 2 4 0,0 3-11 16,0-1-13-16,-1 6-18 0,0-2-11 16,0 1-20-16,-1-1-12 0,-5 1-6 0,3 5-14 15,0-7-11-15,-1 1-12 0,-1-1-12 0,2-1-35 0,0-2-28 16,2-3-35-16,0 1-29 0,0-3-35 0,-2 0-38 15,2-3-33-15,2 1-39 0,-2-8-29 16,0 10-27-16,0-10-142 0,-4 7-433 0,4-7 191 16</inkml:trace>
  <inkml:trace contextRef="#ctx0" brushRef="#br0" timeOffset="-154771.39">24615 12373 1 0,'15'-23'229'0,"-2"9"-6"0,6-6-4 0,0 2-7 15,0 6 2-15,-1 2-4 0,-1 2-6 0,0 1-2 16,-6 3-17-16,-1 2-9 0,4 2 2 0,-3 2 1 16,0 4 11-16,-2 3 3 0,1 1-10 0,-5 2-20 15,-1-1-6-15,1 5-3 0,-5 2-8 16,-2-2-14-16,-3 4-5 0,-2 3-8 0,-6 2-16 0,1-4-16 16,1-3-4-16,1-1-9 0,-1-2-23 0,3-2 5 15,-2 0-6-15,1-3-20 0,4 0-39 0,1-1-13 16,3-3-6-16,-1 1-20 0,2-7-9 0,3 13-2 15,5-6-16-15,2 0-1 0,3-2-6 0,4-2 8 16,3 1 4-16,-2 2 8 0,3-4 6 0,-3 2 3 16,0 0 7-16,-1 1 6 0,-3-1-1 15,-3 0 9-15,-3 1 9 0,1 0 14 0,-4 0 11 0,0 0 22 16,-5 2 12-16,0-7 11 0,-4 12-4 0,-3-2 2 16,-7-1-6-16,-1 1 1 0,-10 4-6 0,-2-1-5 15,0-1-27-15,-5-1-37 0,1 0-45 0,-5 1-68 16,-2-2-107-16,-18 3-311 0,4-3-612 0,-7 0 271 15</inkml:trace>
  <inkml:trace contextRef="#ctx0" brushRef="#br0" timeOffset="-149234.6">25617 8767 3 0,'0'0'95'0,"0"0"1"0,-7 4-8 16,7-4-2-16,0 0-1 0,-7 3-9 0,7-3 1 15,-7 4 1-15,7-4-6 0,-10 6-1 0,5-3-6 16,-3 0 0-16,2 0-7 0,0-1-17 0,-1 2 3 16,1 0-2-16,-2-1-4 0,2 0-2 0,-1 0-7 15,1-1-2-15,1 2 1 0,5-4-2 0,-12 4-4 16,12-4-7-16,-6 6 2 0,6-6-4 0,-7 3-15 16,7-3 14-16,-7 4-5 0,7-4 7 0,-5 2-5 15,5-2 5-15,0 0 0 0,0 0 6 0,-7 5 4 16,7-5 0-16,0 0 4 0,0 0-6 0,0 0 6 15,0 0-6-15,0 0-2 0,0 0 2 0,0 0-2 16,0 0 15-16,0 0-6 0,0 0 0 0,0 0-3 16,0 0 7-16,0 0 0 0,0 0 16 0,19 3-6 15,-8-2 1-15,0-2-1 0,10-1 1 0,-1 1-4 16,7-4-1-16,6 3-4 0,1 0-1 0,2 0 6 0,4 0-5 16,10-2 0-16,-12 1 0 0,16 0-1 0,0-2-2 15,-3 0-4-15,3 1 1 0,2-1 4 16,1 2 1-16,-1-1-1 0,2-1-3 0,3-1-3 0,3 1-1 15,27-1-2-15,-25 2 2 0,26-5-4 16,-33 6 0-16,9-1-2 0,-3-1 9 0,25 1-10 0,-25 0 2 16,-2 1 1-16,0 3 0 0,2-3 2 15,-2 0 0-15,-2 2 0 0,4-1-1 0,-2 2-2 0,-3-1 6 16,-1 2-3-16,2-4-2 0,-3 1-2 0,-2 2 4 16,3-2-2-16,-1-1 2 0,0 2-3 0,0-3 0 15,0 0 1-15,-1 2-5 0,1-2 5 0,4 2-2 16,-2-2-2-16,-3-1 2 0,2 0-6 0,-2 1 5 15,-4 1-5-15,1-2 0 0,0 0 0 0,-1-2 6 16,-1 4-8-16,-13 3 1 0,15-6-3 16,-2 0-1-16,-4 2-2 0,5 1 2 0,-14 1-1 0,11-4 6 15,-10 3-5-15,11-2 1 0,-13 4 0 0,15-3 3 16,-16 1-6-16,14 2 13 0,-13-3-13 0,-1 2 5 16,3-2 3-16,-2 4-3 0,13-4 3 0,-11 0-2 15,14 1-7-15,-15 0 2 0,1 2 4 0,13-4 2 16,-1 3-3-16,-13-1-3 0,1 2 1 0,0-2-2 15,13-1-4-15,-14 4 4 0,12-1-3 0,-13-2 3 16,14 0-4-16,-13 2-1 0,14-4 1 0,0 5 7 16,-1-4-7-16,-2 3-4 0,2 1 4 0,-2 1 1 15,-14-2-3-15,15 4 3 0,-14-1-3 0,3-2 11 16,-3 0-12-16,1 0 29 0,2 0 0 0,-1 2-10 16,0-1 5-16,0-1-3 0,12 0-8 0,-12 0 5 15,-2 0-7-15,1-3 3 0,2 3-5 0,0 2 1 16,-2-2-6-16,16-2 3 0,2 2-1 0,-4 5 3 15,-2-8-3-15,-12 1 3 0,2 0-4 0,-2 1-6 0,-2 1 1 16,-3-2 5-16,1-1 7 0,-1 1-10 16,-1-1 1-16,-1 1 1 0,-5 0 4 0,4-3-5 15,-10 2 2-15,2-2 1 0,-2 1 5 0,-2 1-2 16,-1 1 11-16,-3-2 0 0,3 2 4 0,-6-1 4 16,-1 2 11-16,-3-1 4 0,-1-1-6 0,2 2 1 15,-8 1-3-15,10-2-4 0,-10 2 6 0,9-4-4 16,-9 4-7-16,7-2-23 0,-7 2 20 0,0 0-3 15,7-2 6-15,-7 2-11 0,0 0-1 0,0 0-14 0,0 0-31 16,8-3-26-16,-8 3-40 0,0 0-37 16,0 0-45-16,0 0-57 0,0 0-73 0,0 0-293 0,0 0-650 15,0 0 288-15</inkml:trace>
  <inkml:trace contextRef="#ctx0" brushRef="#br0" timeOffset="-147756.34">16370 13758 194 0,'-6'-8'245'0,"2"-1"-8"0,0 2-17 0,2-1-1 16,2 8 5-16,-4-13-1 0,1 9-8 0,3 4-19 15,-2-8-21-15,2 8-18 0,0 0-15 0,-3-7-16 16,3 7-13-16,0 0-13 0,0 0-14 0,-1-8-8 16,1 8-11-16,0 0-6 0,0 0-6 15,0 0-11-15,0 0-4 0,0 0-5 0,10 17 1 0,-5-9-3 16,1 2-9-16,2 5 7 0,0-2-9 0,0 2 1 15,2 1-3-15,-1-2-1 0,0 3-3 0,-1-1-1 16,3 0-4-16,-2-2 1 0,0 0 2 16,2 0-3-16,-4-5-22 0,2 6-1 0,0-3 4 15,-2-2-1-15,1 0 4 0,-2-1-2 0,1 0 0 0,-2-1 4 16,0-2 0-16,-1 0 0 0,0-3-1 0,-2 2 3 16,2 0 1-16,-4-5 2 0,4 6-4 0,-4-6 6 15,4 6-3-15,-4-6 5 0,0 0-3 0,4 4 2 16,-4-4 0-16,0 0 4 0,0 0 3 0,0 0 2 15,0 0 1-15,0 0-5 0,15-16 1 0,-10 8 2 16,2-1-3-16,1-8 1 0,-3 2-5 0,3-1-2 16,0-2 2-16,-2 2 1 0,6-8-2 0,-6 5 0 15,4-4-3-15,-2-2 0 0,-2 9 1 0,3-2-2 16,-3-1-4-16,2 1-1 0,-3 1-4 0,-1 1-2 16,3 2-6-16,-5 3-9 0,0 1-6 0,-1 5-10 15,2-2-14-15,-3 7-19 0,3-8-27 0,-3 8-34 16,4-7-23-16,-4 7 7 0,0 0 2 0,0 0-22 15,13 5-17-15,-5 1-11 0,-2 2-155 0,2 3-382 16,-3-1 170-16</inkml:trace>
  <inkml:trace contextRef="#ctx0" brushRef="#br0" timeOffset="-147460.35">17035 13847 266 0,'0'0'259'0,"-3"-10"-10"0,0 3-13 0,3 7-13 0,-9-8-9 16,2 5-7-16,7 3-20 0,-11-5-7 0,3 4-16 15,0 1-12-15,-3 1-10 0,-2 2-14 0,0 3-6 16,-2 2-8-16,0 5-4 0,-1-3-4 16,1 5-1-16,-2 4-8 0,0 2-9 0,8-5-1 0,-3 2-15 15,2-1-6-15,1-1-5 0,1 0-8 0,4 1-6 16,1-5-7-16,1 0-3 0,4 3-2 15,1-2-4-15,0-1-5 0,2-2 0 0,1 1-17 0,4-3-15 16,-2 1-22-16,6 0-24 0,3-1-26 16,1-3-31-16,2-1-40 0,7-1-49 0,1-2-45 15,-7-2-34-15,7 1-190 0,-8-1-505 0,2-3 224 0</inkml:trace>
  <inkml:trace contextRef="#ctx0" brushRef="#br0" timeOffset="-147230.52">17376 13854 120 0,'-1'-13'277'0,"1"13"-5"0,-5-8-8 0,2 3-4 0,3 5-10 15,-9-5-13-15,9 5-11 0,-14 2-7 0,5 3-8 16,-1 1-8-16,-5 5 6 0,2 0-26 0,-2 0-16 16,3 2-12-16,1 0-24 0,3-3-1 15,0 2-16-15,3 1-8 0,0-4-14 0,0 1-10 0,3 0-6 16,-1-2 0-16,3 2-17 0,0-3-1 0,0-7-12 15,4 14 0-15,1-8-7 0,1-1-20 16,2 1-33-16,0 0-28 0,3-1-27 0,-1-1-39 16,1 0-39-16,1-1-46 0,0-1-49 0,6 0-53 0,-2 1-242 15,-2-1-580-15,4-1 256 0</inkml:trace>
  <inkml:trace contextRef="#ctx0" brushRef="#br0" timeOffset="-146403.53">17818 13962 2039 0,'-7'-8'191'0,"2"4"-112"0,5 4-31 0,-7-7-11 15,7 7 20-15,-6-6 23 0,6 6 4 0,-7-3 6 16,7 3 0-16,0 0 1 0,-6-4-7 0,6 4-4 0,0 0-7 16,0 0-4-16,0 0-4 0,0 0-14 0,0 0-3 15,0 0-3-15,0 0-3 0,0 0-3 0,0 0-2 16,0 0-1-16,0 0-5 0,26-4 1 16,-14 5-9-16,1 2 0 0,0-3-9 0,2 0-24 15,3 0-19-15,1 0-37 0,0 0-34 0,-2 0-44 0,-3 1-55 16,0-1-54-16,-1 1-227 0,-4 1-519 0,-1 0 229 15</inkml:trace>
  <inkml:trace contextRef="#ctx0" brushRef="#br0" timeOffset="-146230.56">17795 14077 268 0,'-11'3'284'0,"1"-2"-5"0,3 1-8 0,7-2-17 16,0 0-21-16,-10 3-23 0,10-3-23 15,-6 4-19-15,6-4-9 0,0 0-23 0,0 0 4 16,14 9-26-16,-4-8-16 0,9 1-31 0,-2 1-55 16,3-1-37-16,8-1-54 0,2 2-65 0,2-6-63 0,0 3-198 15,0-4-437-15,1 0 193 0</inkml:trace>
  <inkml:trace contextRef="#ctx0" brushRef="#br0" timeOffset="-144595.81">19361 13657 191 0,'1'-6'321'0,"2"2"-6"0,-3 4-16 0,5-7-5 16,-5 7-21-16,5-6-25 0,-5 6-27 0,3-5-23 0,-3 5-17 15,0 0-13-15,0 0-12 0,0 0-11 0,0 0-7 16,-3 24-20-16,3-24-3 0,0 19-19 16,3-9 5-16,-1 3-13 0,6 3-23 0,-3 0-3 15,1-2 1-15,1 3-16 0,2 0 0 0,2-2 3 16,-1 0-17-16,1-1 0 0,0 0 0 0,-5-4-2 15,4 0 0-15,-2-1-7 0,0-2 3 0,-2 3 6 16,1-3-16-16,-3-3-9 0,1 1 1 0,-3 0 6 16,-2-5-3-16,3 9 1 0,-3-3-2 0,0-6-5 15,-10 9-1-15,1-3-9 0,0-4 3 0,-4 0 14 16,3 1 3-16,-1-1-15 0,1-1 0 0,0-2-4 16,1 1 1-16,9 0 9 0,-16-5-4 0,9 3-14 15,7 2 1-15,-11-2-14 0,7-3-6 0,4 5-8 16,-5-10-1-16,4 4 6 0,1 6 1 0,3-18-4 15,2 9 6-15,0-2 1 0,4-2-4 0,-2 2 7 16,3-2 5-16,-2 2-2 0,3-1-1 0,2-1 10 16,-2 1-5-16,1-2 7 0,-1 0-4 0,2 1 4 15,0-2 3-15,-1 3 1 0,-2-3-3 0,0 2 6 16,-1-1-2-16,1 0 2 0,-5 1-1 0,2 3 9 16,-4-2 15-16,1 0 3 0,-2 2-5 0,-4-2 5 15,1 2 21-15,0-1 11 0,-1 2-6 0,0 0 5 16,-1 4-9-16,-2-1-7 0,5 6 1 0,-7-10-5 15,2 8-5-15,5 2 0 0,-17 3-3 0,7 0-10 0,-6 7 0 16,0 2-2-16,0 0-12 0,-4 7-21 16,7-4-23-16,0 2-36 0,2 0-50 0,-2 4-55 15,7-2-47-15,3-1-58 0,1-1-271 0,2 1-608 16,3-1 269-16</inkml:trace>
  <inkml:trace contextRef="#ctx0" brushRef="#br0" timeOffset="-144038.77">19886 13689 294 0,'0'0'313'0,"0"-12"1"0,0 12-1 15,-1-9-13-15,1 9-18 0,-3-11-18 0,3 11-12 16,0-9-11-16,0 9-19 0,0 0-24 15,0 0-22-15,0-9-18 0,0 9-17 0,0 0-16 16,0 0-11-16,0 0-20 0,0 0-2 0,11 21-11 16,-9-9-4-16,3 2-10 0,0 1-7 0,2 4 0 15,-3-2-4-15,1 1-14 0,-1-2 2 0,1 0-9 16,0-2 1-16,0 3-5 0,1-2 3 0,-2-3-4 16,1-2-12-16,-1 1 1 0,3-2 1 0,-5-2-2 15,1-1-5-15,2-1-1 0,-5-5 7 0,3 7-2 0,0-2 26 16,-3-5 10-16,0 0 23 0,4 4 20 15,-4-4 1-15,0 0-5 0,0 0-12 0,15-11-13 16,-6 2 1-16,-1-1-11 0,3-3-8 0,1-1-4 16,-1-1-1-16,2-1-8 0,1-5-9 0,0 0-5 15,-1-2-8-15,2 1-9 0,-1-1-4 0,-5 6-2 16,5-5-3-16,-5 5-8 0,2-1-8 0,-2 3-5 16,-2-2-1-16,-2 7-13 0,-1 1-37 0,-1 0-39 0,1 4-62 15,-3 1-59-15,-1 4-62 0,1-8-67 16,-1 8-37-16,0 0-241 0,0 0-698 0,0 0 309 15</inkml:trace>
  <inkml:trace contextRef="#ctx0" brushRef="#br0" timeOffset="-143892.54">20182 13749 245 0,'0'0'246'0,"0"0"-21"0,0 0-18 0,0 0-22 16,0 0-24-16,0 0-43 0,0 0-50 0,0 0-68 15,0 0-77-15,0 0-153 0,0 0-249 0,0 0 110 16</inkml:trace>
  <inkml:trace contextRef="#ctx0" brushRef="#br0" timeOffset="-120412.48">7482 10655 42 0,'0'0'59'0,"0"0"-6"0,0 0-5 0,0 0-3 0,0 0-14 16,0 0 7-16,0 0 0 0,0 0-12 0,0 0 1 16,3-6-7-16,-3 6-1 0,0 0-3 0,0 0-3 15,0 0-7-15,0 0 4 0,0 0 1 0,0 0 0 16,0 0-1-16,0 0-2 0,0 0 0 0,0 0-1 16,0 0-1-16,0 0-1 0,0 0-2 15,0 0 0-15,0 0 5 0,0 0-1 0,0 0-3 0,0 0-3 16,0 0-2-16,0 0 1 0,0 0 6 0,0 0-5 15,0 0-2-15,0 0 3 0,0 0 0 0,0 0 1 16,0 0-2-16,0 0 2 0,0 0-3 0,0 0 3 16,0 0 2-16,0 0-4 0,0 0-1 0,0 0 0 15,0 0 3-15,0 0 2 0,0 0 4 0,0 0-10 16,0 0-1-16,0 0 2 0,0 0 4 0,0 0 0 16,0 0 6-16,0 0-12 0,0 0 8 0,0 0-9 15,-16 16 9-15,16-16-3 0,0 0-6 0,0 0 0 16,-6 2 12-16,6-2-6 0,0 0-6 0,0 0 3 15,0 0 0-15,0 0 3 0,0 0-5 0,0 0-1 16,0 0 2-16,0 0 2 0,0 0 1 0,0 0-4 16,0 0 0-16,0 0-4 0,0 0 0 0,0 0 8 15,0 0-8-15,0 0 7 0,0 0-3 0,-5 5 0 16,5-5-1-16,0 0-3 0,0 0-1 0,0 0 7 16,0 0-3-16,14 7 0 0,-14-7 4 0,11 4 2 15,0-3-3-15,0 1 6 0,2 1 1 0,4-2-4 16,1 0 2-16,3 2-2 0,1-3 17 0,7 3-7 15,1-1-5-15,-3 0 1 0,1 4 5 0,1-6 1 16,1 2-18-16,-4-2 25 0,2 2-10 0,1 1 11 0,1 2-6 16,1-4-7-16,-3 2 1 0,3 1 3 0,-3-3-5 15,1 6 8-15,-2-3 11 0,4-3-6 16,1 4-2-16,-2 0 10 0,0-4-10 0,-3 2 7 16,7-2-8-16,-1 0 4 0,2 1-2 0,1-2 3 0,-2 1 0 15,1-1-4-15,-2-1-4 0,1 1 9 0,2 0-1 16,1 0-2-16,-2-4-3 0,-1 3 0 0,1-1-1 15,-2 2 8-15,-1-2-8 0,0 2-7 0,-3-2 8 16,-1 1-16-16,-5 1-8 0,5-1 24 0,-6 1-10 16,0-1-3-16,1 2 2 0,5-2 4 15,-5-1-8-15,4 2 3 0,1 0 1 0,-5 0-2 0,4 0 0 16,-6-3 1-16,9 3 1 0,-2-2-5 0,-1-2 1 16,-5 1 3-16,6 3 0 0,-1-3 1 0,-1 2-5 15,-5 0 6-15,7-1-7 0,-1 4 0 0,-5-1 2 16,6-2 2-16,0-1 2 0,0 1-5 0,0 1 5 15,3-3-7-15,-2 1 10 0,-1 0-5 0,3 1 0 16,-2 1-3-16,2-3 0 0,-2 2-1 0,0 0 3 16,0-1-4-16,0-1 4 0,-1 2-8 0,3-1 8 15,-3-2 0-15,2 1-3 0,0 3 2 0,3-3 0 0,1 1 4 16,-2-2 5-16,1 1-13 0,1 0-2 16,1 1 5-16,-2-2-2 0,0 3 1 0,2-3-4 15,-1 1 3-15,1 3-5 0,1-6 6 0,-2 3 6 16,1 1-9-16,2-3 11 0,-4 2-9 0,0-1 4 0,2 1 2 15,-2-1-5-15,0-2-1 0,0 4-1 16,-1-1 6-16,-1-2-4 0,0 1 0 0,-1 1 7 16,2-1-2-16,2 1 0 0,0-1-6 0,-2-1 5 15,0 2 4-15,4 0-2 0,-7-2 1 0,3 1-2 0,0 0 1 16,-1-1 9-16,-1 2-6 0,1-1-5 0,-2-1 0 16,3 3 1-16,-2-3 2 0,-1 2 3 15,-1-2-6-15,3 2 2 0,-3 1 3 0,-1-2 3 16,-3 1 1-16,-4 0-4 0,7-1 0 0,-6 4 2 0,3-4 2 15,-3 1-1-15,-1 0 0 0,2 1-5 0,6-2-1 16,-4 3 6-16,-6-1-2 0,5-1-5 0,4 0 5 16,2-1-1-16,-2 3-7 0,-8-1 8 15,4 2 1-15,-2-4 1 0,3 2-1 0,-4-1-1 0,1 1 2 16,6-1 1-16,-4 1 2 0,4-1-5 0,-6 1 1 16,6 0-2-16,-4 0-2 0,-2 0 0 0,6-1 1 15,-1 0-3-15,-4 3 3 0,1-3 2 0,-4 3-3 16,4-3-3-16,0 3 2 0,-4-3-7 0,4 2 7 15,-2 0-1-15,-2 0 0 0,2-2 0 0,-1 2 0 16,0 0 3-16,3-1-1 0,-1 2-1 16,6-2 0-16,-7 1-1 0,8 1 3 0,-8-2-6 0,7-2 0 15,-2 3 4-15,4-1-1 0,-1 1 2 0,2-1-2 16,-4 2 1-16,0-2-7 0,2 0 4 0,-2 2-2 16,0-1 3-16,-6 0-2 0,6-1 3 0,2 1-2 15,0 0 1-15,0-1 0 0,-3 1 1 0,2-2-3 16,1 2 3-16,0 1-1 0,-2-1 0 0,-4-1-4 15,4 0-1-15,4 0 4 0,-4 2-3 0,-1-2 3 16,4 0-2-16,-3 2 0 0,2 0 2 0,0-3-2 16,-2 1 3-16,0 0-3 0,-6 1 2 0,7 0-2 0,5 0 0 15,-5-1 2-15,-1 1-2 0,0 0 3 0,2 0-3 16,-2 0 0-16,-6 1 3 0,0-1 2 16,0 0-3-16,0-1-1 0,1 2-1 0,0-2 2 15,-3 2 3-15,0-2-2 0,2 0 0 0,1 1-2 0,-4 0-2 16,0 1-1-16,0-3-3 0,-2 3 7 0,-2-1 0 15,-1-1 4-15,0 2-3 0,-1-1-4 16,-1 1 1-16,0-2 1 0,0 2-1 0,-11 0-3 0,13 0 1 16,-8-1 0-16,-5 1 4 0,12-1-2 0,-12 1-2 15,11 0 1-15,-11 0 2 0,13 0-4 0,-13 0 4 16,9-2-1-16,-9 2-2 0,9 0-4 0,-9 0 5 16,0 0 0-16,14 0-4 0,-14 0 3 0,0 0 4 15,9 0-2-15,-9 0 5 0,0 0-4 0,9-2 1 16,-9 2-2-16,0 0 2 0,11-1-1 0,-11 1 1 15,0 0-5-15,9-1 3 0,-9 1-2 0,0 0 2 16,0 0-2-16,0 0 2 0,9 0 3 0,-9 0-4 16,0 0-1-16,0 0 7 0,0 0-7 0,0 0 1 15,0 0 0-15,0 0-4 0,6-4 3 0,-6 4 2 16,0 0-4-16,0 0 1 0,0 0 0 0,0 0-7 16,0 0-4-16,0 0-10 0,0 0-28 0,0 0-33 15,0 0-36-15,0 0-36 0,0 0-35 0,0 0-154 16,-27 8-371-16,19-4 164 0</inkml:trace>
  <inkml:trace contextRef="#ctx0" brushRef="#br0" timeOffset="-119712.28">14584 10519 45 0,'-12'-5'129'16,"12"5"-5"-16,-10-3 3 0,10 3-6 0,-9-4 1 16,9 4 0-16,-9-4-5 0,9 4-2 0,-5-3-7 15,5 3-6-15,0 0-11 0,-6-3-5 0,6 3-9 16,0 0-11-16,0 0-2 0,0 0-11 0,0 0-2 16,0 0-5-16,0 0-5 0,0 0-5 0,0 0-9 15,31-7 3-15,-2 5 0 0,7 0-1 0,18-2 6 16,4 0-10-16,2 3 3 0,5-3 2 0,-5 3-1 15,7-2-2-15,23 1-1 0,-30 2 5 0,1-4-7 16,-2 3 3-16,-1 0-2 0,0 1-1 0,-4-3-2 16,4 1 3-16,-7 0-4 0,-12 0 6 0,-1 1-2 15,-1-1 3-15,-1 0-8 0,-2 1-1 0,-4 0 1 16,-3-2-3-16,-7 3 5 0,-2-2-2 0,-1 1-1 16,-5-1-5-16,0 2 4 0,-4-1-4 0,-1-2 0 15,-7 3-4-15,13 0 2 0,-13 0-1 0,9-1 1 16,-9 1-2-16,0 0-2 0,10-3 0 0,-10 3 0 0,0 0-1 15,0 0-3-15,0 0-1 0,6-2-3 16,-6 2-1-16,0 0 0 0,0 0-1 0,0 0 0 16,0 0-3-16,0 0-1 0,0 0-8 0,0 0-3 15,0 0-39-15,0 0-43 0,0 0-56 0,0 0-54 16,-35 0-152-16,15 2-389 0,-8 2 172 0</inkml:trace>
  <inkml:trace contextRef="#ctx0" brushRef="#br0" timeOffset="-116661.47">17383 14421 22 0,'0'0'200'0,"-8"0"-9"16,8 0-16-16,-8-2-7 0,8 2-12 0,0 0-26 15,0 0-12-15,0 0-15 0,0 0-9 0,0 0-9 16,0 0 1-16,0 0 0 0,0 0-6 0,0 0-6 16,40 8-4-16,-18-5-7 0,7-3-10 0,2 0-7 15,2-2-7-15,0-1-15 0,0 0-17 0,-1-2-14 16,-2 5-18-16,-2-2-25 0,-8 1-25 0,2-1-32 16,-3-1-21-16,0 2-28 0,-6-2-98 0,-1 2-275 15,0 0 121-15</inkml:trace>
  <inkml:trace contextRef="#ctx0" brushRef="#br0" timeOffset="-116263.58">17665 14382 22 0,'0'0'166'0,"-10"0"-4"0,10 0-1 16,-7 3 2-16,7-3 6 0,-6 7 1 0,3-1-10 15,1 4 0-15,-1 0 2 0,2 6-13 0,-3 0-6 16,4 3-4-16,-1 7-5 0,0-6-8 0,1-1-6 15,-1 6-11-15,2 0-9 0,-1-5-5 0,1 3-9 16,0-3-1-16,-2-2-9 0,1-1-9 0,0 1-4 16,0-1-7-16,1-1-8 0,-1-2 0 0,3-4-6 15,-2 2 0-15,0 0-11 0,-1-3-2 0,-1-3-3 16,1-6-3-16,1 12-3 0,-1-12 0 0,0 10 1 16,0-10 2-16,0 7-6 0,0-7 3 0,0 0-3 15,0 0-2-15,-8 4 0 0,8-4-2 0,0 0 5 16,-16-6-4-16,16 6-3 0,-14-7-9 0,5 2-1 15,1-1 4-15,-2 3-1 0,3 0 2 0,1-2-5 16,-1 3 1-16,7 2 0 0,-12-6 8 0,9 3-9 16,3 3-5-16,0 0 0 0,-11-4 0 0,11 4-1 15,-4-3-1-15,4 3-1 0,0 0 4 16,0 0-4-16,0 0 3 0,0 0 0 0,0 0-5 16,0 0-4-16,17 13-10 0,-8-12-6 0,2 0-11 0,1 1-21 15,5 0-24-15,3-2-29 0,-3 4-34 0,4-4-27 16,1-1-29-16,-1 1-21 0,8-2-12 0,-2 0-127 15,-4 1-393-15,3-1 174 0</inkml:trace>
  <inkml:trace contextRef="#ctx0" brushRef="#br0" timeOffset="-116047.34">18091 14647 180 0,'3'-8'218'0,"-3"8"-5"15,0 0-5-15,0 0-10 0,-11-5 3 0,11 5-3 16,0 0-2-16,-25 6-2 0,10 4-3 0,0-1-7 15,0 4-6-15,-8 6-6 0,2 1-6 16,5-1-11-16,-2 1-14 0,2 2-11 0,2-4-10 0,4-3-13 16,-1 10-8-16,2-7-6 0,5-2-10 0,0-1-6 15,4-4-12-15,1 2-4 0,4 2-5 0,-1-3-11 16,8 1-25-16,-2-5-27 0,6 2-26 0,3-2-19 16,7 0-35-16,4-2-41 0,0-1-43 15,2-5-71-15,2-2-48 0,-4 2-201 0,0-6-529 16,-1-1 234-16</inkml:trace>
  <inkml:trace contextRef="#ctx0" brushRef="#br0" timeOffset="-115780.39">18488 14579 275 0,'0'0'307'15,"0"0"-1"-15,4-13-9 0,-4 13-8 0,0 0-21 0,4-9-18 16,-4 9-34-16,0 0-20 0,0 0-14 0,0 0 5 15,0 0-19-15,0 0-6 0,1 28-6 0,-2-11-11 16,-2 2-10-16,3-1-14 0,0 0-12 0,-1 1-12 16,1-1-10-16,-3 0 0 0,2 0-20 15,0 1-1-15,0-1-9 0,-1-2-5 0,4 3-9 16,-2-4 2-16,-2-2-18 0,2-2-12 0,0 1-26 0,0-2-29 16,-1 0-30-16,1 0-30 0,1 0-33 15,-1-1-37-15,-1-2-33 0,1-7-45 0,-1 12-25 16,-2-7-29-16,-1 1-175 0,4-6-517 0,-9 6 228 15</inkml:trace>
  <inkml:trace contextRef="#ctx0" brushRef="#br0" timeOffset="-115441.52">18497 14536 92 0,'8'-10'201'15,"-1"1"-5"-15,2 0-8 0,1 1-5 0,3 3-10 16,-4 0-4-16,3 3-9 0,-1 2-12 0,-11 0-8 15,23 3-11-15,-16 0-12 0,2 3-9 0,-2 2-7 16,-2 1 3-16,2 2-16 0,-6 2-7 0,-1 3-7 0,0-5-9 16,-5 5-2-16,0 0-11 0,-2-1 2 15,1-5-2-15,-2 1-2 0,-2 3-8 0,1-5-2 16,0 1-3-16,2 0-5 0,-2-3-2 0,-1-2 1 16,4 2-5-16,1-3 0 0,0-1-4 0,0 3-2 15,5-6-4-15,-8 3-1 0,8-3-3 0,0 0 1 16,-5 6 4-16,5-6-9 0,-2 5-3 0,2-5-1 0,0 0-3 15,0 0 1-15,0 10-1 0,0-10 10 16,7 9-8-16,-2-3-2 0,0-2 2 0,4 3 0 16,3 0 8-16,1-3-21 0,0 1-22 0,1 1-22 15,4-3-27-15,2 3-35 0,-1 0-44 0,0-3-33 16,3-2-33-16,0 2-166 0,-3-1-423 0,1-1 187 16</inkml:trace>
  <inkml:trace contextRef="#ctx0" brushRef="#br0" timeOffset="-115209.43">19023 14669 236 0,'0'0'263'0,"-5"-8"9"15,5 8 1-15,0 0-8 0,-16-7-4 0,16 7 3 16,-19 3-9-16,6 2-7 0,-4 2-6 0,2 3-10 16,-2 2-10-16,1-1-4 0,-3 8-4 0,-1-1-16 15,2 1-14-15,8-4-16 0,-1-2-18 0,3 3-13 16,0 0-13-16,3-1-14 0,3-3-11 0,-1 0-10 15,3 3-4-15,0-4-14 0,4 1-3 0,0-2-29 16,2 0-24-16,1-2-17 0,3 0-34 0,3-2-38 16,3 0-36-16,2-2-37 0,1-1-43 15,-1 0-42-15,3-3-43 0,7-2-37 0,0 0-29 0,-9 0-207 16,8-5-593-16,2-2 263 0</inkml:trace>
  <inkml:trace contextRef="#ctx0" brushRef="#br0" timeOffset="-114880.48">19372 14692 230 0,'0'0'274'0,"6"-9"3"0,-6 9 3 0,0 0-15 0,0 0-17 15,0 0-23-15,2-7-22 0,-2 7-23 0,0 0-17 16,0 0-13-16,12-3-13 0,-12 3-21 0,0 0-29 16,23 4-23-16,-12-6-21 0,-11 2-26 15,16 2-30-15,-16-2-22 0,13 6-24 0,-7 0-20 16,-6-6-15-16,6 9-19 0,-6-9 10 0,0 11 5 15,0-11 9-15,-4 13 10 0,4-13 10 0,-13 13 13 16,3-4 18-16,1-1 22 0,2-2 14 0,-5 3 15 0,3-4 11 16,0 2 11-16,-1-1 8 0,1 0 11 0,3-3 2 15,0 2 3-15,6-5 0 0,-10 6 8 0,5-4 1 16,5-2 2-16,-5 7 3 0,5-7 7 16,0 0 4-16,0 0 3 0,0 0-2 0,0 0-4 15,10 7-4-15,-10-7-12 0,0 0-9 0,27 0-13 0,-15-1-19 16,0-1-24-16,0 0-29 0,1 1-43 15,0-2-50-15,0 2-46 0,4-5-69 0,-3 3-212 0,-2 2-486 16,2-2 215-16</inkml:trace>
  <inkml:trace contextRef="#ctx0" brushRef="#br0" timeOffset="-113174.39">20442 14534 89 0,'0'0'128'0,"0"0"-9"16,0 0 0-16,0 0-8 0,0 0 1 0,0 0-5 15,0 0 3-15,0 0-8 0,0 0-9 0,0 0-4 16,0 0 1-16,0 0 1 0,0 0-3 0,0 0 3 16,0 0-2-16,0 0 2 0,0 0-3 15,0 0-6-15,0 0-1 0,0 0-5 0,0 0-4 16,0 0-1-16,0 0-6 0,0 0-2 0,0 0 0 0,0 0-3 16,0 0 1-16,0 0-2 0,0 0-3 0,0 0-4 15,0 0-7-15,0 0-2 0,0 0-3 0,0 0-3 16,0 0-1-16,0 0-5 0,-18 0-3 0,18 0 0 15,0 0 1-15,-10 6 3 0,10-6 1 0,-10 5-2 16,2 0 0-16,8-5 5 0,-10 6-4 0,0 0 2 16,3-1 1-16,2 1 7 0,0 3 3 0,-3-2-1 15,2 3-2-15,0-2 2 0,1 2-5 0,-2-1-1 16,2 2 1-16,-1-1 2 0,2 1-4 16,-2-1 1-16,0 1-3 0,4 0 5 0,-2-1-7 0,1 1-2 15,2-4-6-15,0 3-4 0,1-1 3 0,1-1-7 16,-1-1 1-16,0-7-4 0,-1 15-2 0,3-7 4 15,0 0-1-15,-1 0 0 0,1-3-4 0,2 1 3 16,2 0-32-16,0 0 2 0,-1 0 0 0,1-2 5 16,3 2 4-16,3-1 1 0,-3-1 0 0,1 0 2 15,0-2-2-15,0 0-2 0,1-1 5 0,0 0 3 16,-1 0-1-16,-2-1 6 0,-8 0-1 0,15 0 4 16,-7-1-1-16,0-1 2 0,2 0 0 0,-3 1-2 15,0-2-1-15,-1-1-1 0,-6 4 7 0,11-6-5 16,-5 2 0-16,-1-1 1 0,-1 0-3 0,1-1 2 15,-1-3 3-15,0 2-1 0,-2 2-7 0,2-2 6 16,-1-3-5-16,0 1-3 0,-1-3-4 0,-1 3 11 16,-1-3-7-16,1 3 4 0,-2-2-3 0,1 0-2 15,0 1 7-15,-3-1-10 0,1 0 2 0,-1 1 2 16,1 2 0-16,-3-3-2 0,1 2-1 0,0-3 4 16,1 7-2-16,-2-4 2 0,1 0 0 0,-1 3 1 15,2 1-1-15,-1 0-1 0,4 5-2 0,-8-11 1 16,4 8 1-16,4 3 6 0,-6-7-8 0,3 2 0 15,3 5 0-15,-7-5-5 0,7 5 8 0,-7-4-4 16,7 4 0-16,0 0-3 0,-9-3 2 0,9 3-1 16,0 0 1-16,-9 0-2 0,9 0 1 0,0 0-9 15,0 0-4-15,-12 3-22 0,12-3-10 0,-6 6-14 16,6-6-16-16,-5 9-25 0,5-9-33 0,-4 7-25 16,4-7-35-16,-1 13-30 0,1-8-27 0,0 4-193 15,0-9-484-15,1 14 214 0</inkml:trace>
  <inkml:trace contextRef="#ctx0" brushRef="#br0" timeOffset="-112895.92">20757 14709 208 0,'0'0'252'0,"0"0"3"16,7 0 1-16,-7 0-5 0,0 0-6 0,0 0-23 15,12-2-4-15,-12 2-8 0,0 0-11 0,5-7-5 16,-5 7 5-16,0 0-5 0,5-6-9 16,-5 6-10-16,3-5-16 0,-3 5 0 0,0 0-12 15,0 0-12-15,2-7-5 0,-2 7-13 0,0 0-10 0,0 0-8 16,0 0-9-16,0 0-9 0,3-6-8 0,-3 6-10 16,0 0-11-16,0 0-15 0,0 0-27 0,0 0-19 15,0 0-8-15,0 0-25 0,0 0-34 0,0 0-34 16,0 0-47-16,-12 22-54 0,8-18-52 15,2 2-54-15,-2 1-270 0,1-1-636 0,3-6 282 0</inkml:trace>
  <inkml:trace contextRef="#ctx0" brushRef="#br0" timeOffset="-112446.89">21099 14522 29 0,'0'0'308'0,"3"-7"-7"16,-3 7-7-16,2-7-4 0,-2 7-27 0,3-6-11 16,-3 6-14-16,0 0-5 0,0 0-30 0,0 0-7 15,0 0-5-15,0 0-19 0,0 0-28 0,-20 24-16 16,17-20-11-16,3-4-9 0,-9 11-10 16,6-4-9-16,-1 2-17 0,3 1-9 0,0 0 1 15,1-1-4-15,1 1-10 0,-1-2 0 0,0-8-11 16,4 14 3-16,-1-6-2 0,0 0-2 0,2 1-4 15,0-2 2-15,2 0-7 0,-1 2-6 0,2-3-1 16,2 2-2-16,0-2 5 0,1 0-8 0,-1 0-10 16,-1 3 0-16,0-5 5 0,0 2-3 0,-2 0 0 15,1 1 3-15,0-2-7 0,-1 1 1 0,0 1 1 0,-2-3-5 16,0 1 7-16,-1 0 7 0,0-1-17 0,-4-4 2 16,7 7 3-16,-4-3 5 0,-1 2 7 15,-2-6 13-15,0 9 12 0,0-9 2 0,-2 10 7 0,2-10 1 16,-4 9 5-16,-3-5-8 0,0 1 0 15,-1-1-2-15,-2 2-8 0,-1-1-6 0,0 0-2 0,-1 0 1 16,-1-2-6-16,1 0-4 0,-2 1 0 0,3-1-14 16,-3 1-15-16,4-2-21 0,0 0-15 0,3-1-20 15,-1 0-34-15,8-1-31 0,-13-1-38 16,13 1-36-16,-12-1-35 0,5-2-42 0,2-2-35 16,5 5-277-16,-6-13-641 0,6 7 284 0</inkml:trace>
  <inkml:trace contextRef="#ctx0" brushRef="#br0" timeOffset="-112210.58">21220 14489 67 0,'2'-4'282'16,"-2"4"1"-16,4-8-10 0,-4 8-6 0,7-8-14 0,1 4-9 16,2-3-13-16,0-1-22 0,8 2-16 0,0-3-20 15,1 2-13-15,7-2-11 0,-6 4-13 0,0 0-7 16,1-1-11-16,1 1-15 15,-4 0-6-15,2 1-11 0,-1-1-9 0,-2 1 5 0,3 0-20 16,-7 1-7-16,1 3-4 0,-1-3-5 0,-3 2-4 16,3-2-12-16,-3 0-12 0,-2 1-25 0,0 1-28 0,-8 1-33 15,11-1-40-15,-11 1-42 0,8 0-53 0,-8 0-62 16,0 0-249-16,0 0-556 0,0 0 247 16</inkml:trace>
  <inkml:trace contextRef="#ctx0" brushRef="#br0" timeOffset="-108802.65">15008 11879 70 0,'0'0'129'0,"0"0"-9"15,-4-7-10-15,4 7-3 0,0 0-7 0,0 0-12 16,0 0 3-16,0 0-9 0,0 0-8 0,0 0-4 16,0 0-5-16,0 0-9 0,0 0-1 0,0 0-10 0,0 0-4 15,0 0-1-15,0 0-7 0,0 0-2 16,0 0-5-16,0 0-12 0,0 0-11 0,0 0-24 16,0 0-26-16,0 0-15 0,0 0-22 0,0 0-28 15,0 0-76-15,0 0-202 0,0 0 89 0</inkml:trace>
  <inkml:trace contextRef="#ctx0" brushRef="#br0" timeOffset="-84229.88">16038 15502 90 0,'-2'-7'247'0,"2"7"-4"0,-4-6-2 0,4 6-13 0,0 0-10 16,-5-8-15-16,5 8-18 0,0 0-15 0,-3-6-19 15,3 6-16-15,0 0-8 0,0 0-15 0,0 0-10 16,0 0-4-16,0 0-10 0,0 0-9 15,0 0-6-15,12 18-4 0,-6-8 1 0,3 5-3 16,2 2-3-16,4 3-5 0,-4 4-1 0,4 0-6 16,-2-1-4-16,-1-5 31 0,-3-1-6 0,3 6-9 0,-2-5-4 15,-2 0-4-15,1-1-14 0,1-2 15 0,1 0-15 16,-2-1-24-16,-3-1 13 0,3-3 10 16,-3-1-14-16,-1 0-1 0,2 0-1 0,-2 0-1 15,2-2-4-15,-3-2 2 0,2-1-7 0,-3 1-2 16,-3-5 1-16,7 6 7 0,-7-6-9 0,6 5 28 15,-6-5 10-15,4 4 12 0,-4-4 3 0,0 0-2 16,0 0-12-16,0 0-9 0,10-16-3 0,-5 8-5 16,-2-3-2-16,0 4 4 0,-1-6-14 0,2-5 9 15,-2 1-9-15,3-3-1 0,2-5-4 0,-1 0 3 16,2-2-8-16,-2 1-3 0,2 0-5 0,-3 7 10 16,3-6-7-16,-1 2 5 0,0 5-9 0,-2 1 0 0,-1 0 4 15,-2 6-3-15,1 0 6 0,0 0-4 16,-1 5-22-16,-1-1 21 0,-1 7-20 0,4-9-4 0,-4 9-20 15,4-8-15-15,-4 8-19 0,1-6-26 16,-1 6-18-16,0 0-13 0,0 0-28 0,0 0-28 16,9 14-31-16,-8-2-23 0,2-1-40 0,0 5-247 15,-5 0-570-15,5 3 252 0</inkml:trace>
  <inkml:trace contextRef="#ctx0" brushRef="#br0" timeOffset="-83962.92">16712 15654 253 0,'-4'-3'283'0,"4"3"-11"0,-13-4-4 0,4 1-14 16,-2 3-13-16,0 0-19 0,0 3-2 0,-1-1-19 16,3 2-10-16,-1 0-4 0,-2 3-24 0,2 2-2 15,-1 4-3-15,0 0-11 0,3 1-14 0,0 1-10 16,3 0-9-16,0-4-15 0,2 1-12 0,2 3-4 15,0-1-4-15,2-4-14 0,0 2-5 0,2-2-9 16,2 3 0-16,0-2-8 0,0-2-37 0,2 1-19 16,0-4-21-16,2 3-42 0,0-3-41 0,-1 0-43 15,3 0-46-15,1-3-61 0,-1 0-62 0,2-1-174 16,4-2-544-16,1-3 241 0</inkml:trace>
  <inkml:trace contextRef="#ctx0" brushRef="#br0" timeOffset="-83546.88">17040 15585 118 0,'-5'-6'263'0,"5"6"-7"0,-9-4-8 0,9 4 2 0,0 0-4 16,-23 8-14-16,14 1-15 0,-4 2-20 0,2 2-17 16,-1 1-20-16,2-1-11 0,-1 0-16 15,5-1-15-15,1-1 3 0,3 1-22 0,-1 0-10 16,3 0-9-16,3 0-5 0,1-2-6 0,-1 0 3 15,5-1-12-15,1-2-5 0,3-1-3 0,-2 0-7 16,0-1-9-16,3-4-4 0,-2 2-4 0,3-1 0 16,-1-2-9-16,-1 0 1 0,-3 0-3 0,-3 2-3 15,-6-2 0-15,12 0 2 0,-12 0 7 0,10-2 6 16,-10 2 1-16,0 0-5 0,0 0 2 0,0 0 1 0,0 0 3 16,0 0 8-16,0 0-3 0,0 0 0 15,0 0-16-15,-39 9 15 0,28-4 10 0,-6 0 3 16,2 2 3-16,1 0-1 0,0 1-10 0,1 3 16 15,-4 2-3-15,3-4 1 0,4 1-6 0,1-1-8 16,1 0-1-16,2 0 1 0,0 2-4 0,2-1-8 16,0-2 0-16,4-8-15 0,-2 13 10 0,2-13 0 15,2 15-3-15,-2-15-3 0,9 11-16 0,0-6-10 16,1 0-18-16,3-1-22 0,1-3-25 0,-1 2-39 16,6-2-42-16,-1 0-49 0,1-3-50 0,1 0-71 15,-2 0-294-15,2-2-670 0,-1-1 297 0</inkml:trace>
  <inkml:trace contextRef="#ctx0" brushRef="#br0" timeOffset="-83330.22">17628 15677 188 0,'8'-4'314'0,"-8"4"-8"16,0 0-8-16,6-3-13 0,-6 3-14 0,0 0-23 15,0 0-24-15,10-2-13 0,-10 2-20 0,16 0-16 16,-5-2-17-16,2 2-8 0,1 0-19 0,5-3-15 16,-2 3-46-16,-3-2-12 0,-3 0-35 0,1 0-46 15,-3 2-47-15,-9 0-52 0,0 0-48 0,18-1-56 16,-18 1-34-16,6 2-165 0,-6-2-459 0,0 0 203 16</inkml:trace>
  <inkml:trace contextRef="#ctx0" brushRef="#br0" timeOffset="-83164.12">17661 15769 115 0,'-6'3'230'0,"-1"2"5"16,2-1 7-16,0-1-3 0,5-3-4 0,-6 6-5 16,6-6-8-16,-8 3-11 0,8-3-7 0,0 0-2 15,0 0-8-15,0 0-16 0,0 0-10 0,18 9-17 16,-5-9-23-16,1-2-13 0,5 1-23 16,3-3-39-16,-1 1-50 0,-1-3-54 0,1 3-60 15,2-1-68-15,4-3-82 0,-9 4-214 0,1-5-513 0,-2 3 227 16</inkml:trace>
  <inkml:trace contextRef="#ctx0" brushRef="#br0" timeOffset="-82530.47">18652 15496 284 0,'0'0'292'0,"-2"-10"-13"0,2 10-15 16,0 0-15-16,0 0-19 0,-1-6-25 15,1 6-23-15,0 0-8 0,0 0-24 0,0 0 1 16,0 0-7-16,14 18-6 0,-7-1-8 0,4 4-2 15,-1 5-3-15,-2-3-11 0,3 3-9 0,-3-3-9 16,1 2-10-16,0 1-3 0,1-3-5 0,0-1-4 0,-2-4 4 16,1-2-1-16,-1 1-14 0,1 0 6 0,-2-3-15 15,4 1 0-15,-4-1-6 0,0-4 4 16,0-3-11-16,1 1 0 0,-2-1-7 0,-2-1 2 16,1-2 6-16,-1-1 2 0,-4-3 3 0,8 5 8 15,-8-5 33-15,5 5 2 0,-5-5-8 0,0 0-17 16,11-10 0-16,-7 5-11 0,1-3 2 0,2-2-6 15,-1 0-7-15,2-5-3 0,1-1-3 0,0 2-4 16,-2-4-7-16,2 0 3 0,4-3-8 0,-7 2 1 16,3-5-4-16,-1 5-4 0,0 3 0 0,-2-3 2 15,2 4-9-15,-2-1 3 0,-2 6-3 0,0 0 3 16,0 3-13-16,-2 0 5 0,1 1-3 0,-3 6-8 16,5-7-10-16,-5 7-15 0,4-7-13 0,-4 7-20 0,0 0-50 15,4-8-25-15,-4 8-40 0,0 0-45 16,0 0-19-16,0 0-35 0,0 0-62 0,0 0-287 15,4 16-682-15,-4-16 302 0</inkml:trace>
  <inkml:trace contextRef="#ctx0" brushRef="#br0" timeOffset="-82130.48">19394 15729 295 0,'0'0'329'0,"-1"-9"-10"16,1 9-2-16,-5-9-6 0,5 9-21 0,-9-8-20 15,9 8-14-15,-12-6-21 0,3 3-22 0,-2 2-3 16,1 1-11-16,-3 4-11 0,0-2-1 0,-5 3-17 16,3 3-9-16,-2 1-5 0,3 0-12 0,1 2-11 15,3-2-4-15,0 0-12 0,4 1-12 16,-3 0-5-16,4 0-7 0,2 0-11 0,0-1-4 16,2 0-13-16,0 1-4 0,3 1-4 0,0-4-3 0,2 2-7 15,1-1-3-15,1 0-7 0,2-2-20 0,-1-1-14 16,4 2-35-16,-1-4-38 0,0 0-41 15,2 0-66-15,-1 0-55 0,-1-1-55 0,3-2-67 16,-1 1-51-16,-3-2-229 0,-9 1-688 0,25-5 305 0</inkml:trace>
  <inkml:trace contextRef="#ctx0" brushRef="#br0" timeOffset="-81880.43">19654 15683 94 0,'0'0'310'0,"0"0"9"15,0 0 4-15,-12-10 5 0,12 10-15 16,-18 6 3-16,11 0-14 0,-2 0-11 0,-3 1-11 16,-1 3-7-16,1 2-6 0,-2 0-15 0,3 3-9 0,0-3-10 15,2 1-14-15,0 1-13 0,4-2-10 0,-2-2-17 16,4 3-21-16,0-2-11 0,3 0-11 16,0 0-11-16,1-2-13 0,2 1-4 0,-1-2-11 15,1 0-18-15,2-2-9 0,1 1-15 0,2-1-24 16,-1-1-34-16,4-2-40 0,1 1-49 0,0-3-56 15,7-2-66-15,-1 1-66 0,-4 0-71 0,4-2-82 16,-4 0-317-16,5-2-812 0,0-2 359 0</inkml:trace>
  <inkml:trace contextRef="#ctx0" brushRef="#br0" timeOffset="-81632.53">20162 15704 183 0,'3'-10'373'0,"-3"10"-5"0,0 0 5 16,4-6-15-16,-4 6-18 0,0 0-24 0,0 0-34 16,5-3-23-16,-5 3-11 0,15-2-23 0,-2 0-14 15,1 0-14-15,1 2-8 0,2-2-16 0,2 2-8 16,0-1-14-16,-6 1-6 0,2 0-8 0,3-1-12 16,-5 1-10-16,-3 0-8 0,2 0-13 0,-1-2-10 15,-3 2-11-15,0 0-3 0,-8 0-7 0,14 0-14 16,-14 0-23-16,7-1-37 0,-7 1-42 0,9-2-50 15,-9 2-57-15,0 0-81 0,0 0-81 0,9 0-120 16,-9 0-253-16,0 0-752 0,0 0 333 0</inkml:trace>
  <inkml:trace contextRef="#ctx0" brushRef="#br0" timeOffset="-80941.63">21004 15367 169 0,'0'0'326'0,"-11"-4"1"0,11 4-11 0,-9-1-16 15,9 1-12-15,-5-4-18 0,5 4-28 0,0 0-25 16,0 0-17-16,22-11-23 0,-6 5-16 0,6 0-21 16,7 2-7-16,2 0-17 0,0-2-15 0,1 1-20 15,-3 1-22-15,-2-1-22 0,-7 0-34 0,0 2-32 16,-8 2-34-16,0 1-31 0,-7 0-25 0,3 0-19 16,-8 0-16-16,11 0-4 0,-11 0-2 0,8 0 9 15,-8 0 9-15,0 0 12 0,0 0 20 0,0 0 10 16,0 0 8-16,0 0 15 0,0 0 17 0,0 0 26 15,-28 0 13-15,28 0 19 0,-11 0 20 0,11 0 11 16,-9-2 18-16,9 2 9 0,0 0 1 0,-11-1-4 16,11 1-8-16,-6 3 3 0,6-3 49 0,-3 14 20 15,0-6 1-15,0 2 5 0,0 7-2 0,-2-1-2 16,4 1 10-16,-6 7 6 0,3-6-1 0,1 8-6 16,1-8 1-16,0 6-13 0,0-5 1 0,0 1-3 15,1 0-12-15,-1-3-8 0,-1 0-8 0,3 1-7 16,0-3-11-16,0 1-4 0,2-4-9 0,-2-2 0 15,0 0-7-15,1-1-6 0,-1-2-2 0,0-7-5 16,0 11-3-16,2-5-4 0,-2-6-5 0,0 0-2 16,0 11-2-16,0-11-7 0,0 0-5 0,0 0-27 15,-2 8 6-15,2-8-4 0,-8 2-7 0,8-2-5 16,-16-3-5-16,6 0 10 0,0 2-2 0,-1-2 3 16,1-1 3-16,0 2 4 0,4-2-2 0,6 4 4 15,-12-4 3-15,12 4 2 0,-10-3 4 0,10 3 4 16,-6-5 5-16,6 5-1 0,0 0 4 0,0 0 15 15,0 0-17-15,0 0 16 0,0 0-9 0,0 0-3 16,0 0-3-16,0 0 2 0,31 9 6 0,-19-7-1 16,6-1-12-16,0 2-10 0,1-3-20 0,1 2-39 15,2-3 3-15,7 1-59 0,-8-1-57 0,6-1-59 16,2-2-65-16,-7 2-286 0,-3 1-642 0,3-3 284 16</inkml:trace>
  <inkml:trace contextRef="#ctx0" brushRef="#br0" timeOffset="-80730.68">21646 15566 207 0,'3'-8'287'0,"-3"8"8"16,0-7 6-16,0 7-3 0,0 0-17 0,-9-8-5 15,9 8-3-15,-14 1-8 0,14-1-4 0,-20 11-11 16,8-5-7-16,-1 3-9 0,-2 3-6 0,3-1-16 16,-1 3-17-16,6-5-20 0,-2 5-18 0,2 0-16 15,2-4-12-15,0 2-11 0,4-2-14 16,0 0-7-16,2 1-10 0,1-2-16 0,3 0-14 0,2-1-12 15,2-1-31-15,1 0-26 0,3-1-35 0,0-2-31 16,4-1-53-16,-2-1-35 0,2 2-47 0,-4-3-45 16,2 0-44-16,-2-2-46 0,1 0-277 0,-3-2-676 15,-2-2 300-15</inkml:trace>
  <inkml:trace contextRef="#ctx0" brushRef="#br0" timeOffset="-80480.38">21884 15481 2 0,'6'-17'248'0,"1"1"14"0,-4 5 26 0,1-2 18 16,0 7 11-16,-4 6 12 0,6-16-10 0,-6 16-19 16,2-8-20-16,-2 8-18 0,0 0-28 0,3-8-22 15,-3 8-21-15,0 0 31 0,0 0 6 0,0 0-13 16,7 27-13-16,-6-11-11 0,0-1-20 0,-2 5-14 16,0-1-11-16,1-3-15 0,-1 5-11 0,-1 3-12 15,1-5-12-15,2 0-7 0,-1-2-8 0,0-1-12 16,0 0-2-16,0-3-12 0,2-1-8 0,-1-2-23 0,0 1-33 15,-1-2-32-15,0-9-36 0,4 18-37 16,-5-13-39-16,2 3-49 0,-1-8-43 0,-1 10-40 16,1-10-53-16,-3 10-53 0,3-10-295 0,-8 6-743 15,8-6 328-15</inkml:trace>
  <inkml:trace contextRef="#ctx0" brushRef="#br0" timeOffset="-80145.87">21926 15348 177 0,'2'-13'277'16,"2"3"-6"-16,0 0-14 0,4-1-2 0,-1 3-10 15,2 1-13-15,0 1-20 0,2 0-18 0,1 5-14 16,-1 0-20-16,3 3-12 0,-1 1-14 0,-5 4-5 16,9 2-5-16,-4 4-5 0,-4-1-2 0,-3 0-6 15,-2 4-21-15,-1-4 20 0,-2 3-18 0,-4 2-7 16,-1-5 2-16,-3 4-5 0,-2-2-3 0,-4 0-1 15,3 0-25-15,-3-4 19 0,5 0-2 0,-1-2-5 16,-2-1 3-16,2-2-3 0,0 3-6 0,3-4-5 16,6-4-2-16,-12 3-1 0,12-3-12 0,-9 7 2 15,9-7-9-15,-5 5-5 0,5-5 1 0,0 0-20 16,0 0 11-16,1 13 6 0,-1-13-5 0,0 0-19 16,16 16 15-16,-10-12-18 0,4 2 13 0,1 0 0 15,5 1-12-15,-2-1-38 0,3-1-45 16,-1 1-59-16,4 0-72 0,-5 0-86 0,5-4-86 0,-2 1-240 15,2 1-679-15,0-2 300 0</inkml:trace>
  <inkml:trace contextRef="#ctx0" brushRef="#br0" timeOffset="-79904.71">22638 15534 154 0,'0'0'373'0,"0"0"-17"0,0 0 24 16,0 0-2-16,0 0-3 0,0 0-12 15,-24-1-10-15,12 6-13 0,-6 5-10 0,-5 2-10 16,-1 4-12-16,0-1-10 0,-2 3-23 0,4-1-11 16,4 1-21-16,3-3-23 0,5-1-20 0,-1 1-21 0,4 0-3 15,2-3-15-15,1-1-11 0,5 0-21 16,2 0-15-16,2-1-15 0,2-2-20 0,1 2-18 16,5-5-30-16,4 3-39 0,-1-3-49 0,2 0-54 15,2-2-59-15,-1-2-67 0,0 1-92 0,-5-2-83 16,0 2-105-16,-14-2-295 0,18-2-878 0,-18 2 388 15</inkml:trace>
  <inkml:trace contextRef="#ctx0" brushRef="#br0" timeOffset="-75945.84">17992 16538 203 0,'-9'1'279'15,"-1"-2"-4"-15,10 1-6 0,-13 0-9 0,13 0-15 16,-9 0-16-16,9 0-18 0,0 0-8 0,-9-1-18 15,9 1-21-15,0 0-14 0,0 0-15 0,0 0-12 16,0 0-13-16,27-11-7 0,-13 7-29 0,5 1-14 16,-2-1-24-16,1 1-28 0,-1 2-27 0,-2-2-40 15,-2 3-36-15,1-1-40 0,-3 1-42 0,1 0-50 16,-1 2-208-16,-6 2-472 0,-5-4 209 0</inkml:trace>
  <inkml:trace contextRef="#ctx0" brushRef="#br0" timeOffset="-75771.56">17928 16694 71 0,'0'0'233'0,"-6"4"-25"0,6-4-9 15,0 0-1-15,-8 1-7 0,8-1-4 0,0 0-6 16,0 0-11-16,0 0-17 0,0 0-11 0,20 6-17 16,-9-5-10-16,3-1-14 0,5-1-33 0,2 1-34 15,9 0-46-15,0 2-48 0,2 0-48 0,2 0-44 16,-1 2-189-16,-2-4-370 0,2 1 165 15</inkml:trace>
  <inkml:trace contextRef="#ctx0" brushRef="#br0" timeOffset="-75194.48">18963 16444 145 0,'-5'-4'308'0,"5"4"-4"16,-11-6-9-16,5 3-2 0,6 3-25 0,0 0-14 16,-18-4-13-16,18 4-22 0,0 0-13 0,-14 7-27 15,14-7-15-15,-9 9-6 0,6-3-16 0,3-6-9 16,-4 20-11-16,7-10 2 0,1 1-10 16,2 0-3-16,3 3-11 0,5 1 1 0,-1-1-6 0,2 0 3 15,0 1-21-15,1-1 0 0,3 3-10 0,-4-6-5 16,-1 2-9-16,2-1 1 0,-2-1-12 0,-6-4-2 15,3 0-4-15,-3 1-4 0,-1 2 1 0,-2-1-6 16,-1-1 2-16,-4 0-6 0,-1 3-2 0,-4-1-3 16,-3 1 2-16,-1 2-3 0,-6-1-7 15,-1-1 0-15,-1-1-11 0,1-1-1 0,-2-2-3 16,3-1-11-16,-3-2 6 0,5-1-10 0,-1-2-6 16,1-2-9-16,1 2 1 0,12-1 4 0,-22-3-8 0,12-1-15 15,3 0-7-15,7 4-3 0,-7-11 2 0,4 5 6 16,4-5 0-16,3 1-5 0,1 0 4 0,2-2 0 15,3-3 6-15,3 1 0 0,0 0 1 0,2-2 7 16,5 0 1-16,1 0 7 0,-2-3-1 16,-2 7 6-16,3-5 5 0,-3 3 1 0,-5-1 3 15,1 3 7-15,1-2-5 0,-6 3 2 0,-2 2 4 16,2-2-3-16,-3 2 6 0,0-4-1 0,-2 4-1 16,-1-3 11-16,-2 2-6 0,-2 0-2 0,1-2 4 15,-2 3 2-15,-1 3-2 0,-2-2 4 0,-2 2 3 0,0-2 6 16,1 3 0-16,-5 2 6 0,3 0-1 15,-1 0 5-15,-3 4 0 0,-1 1-4 0,-4 3 6 16,0 4 0-16,-1-1-1 0,1 3-5 0,2 0-2 16,2 0-3-16,-3 3 0 0,4-3-1 0,1 5-17 15,3-2-26-15,3-2-38 0,1-1-38 0,4 2-48 16,1-2-52-16,5 2-46 0,3 0-251 0,-2-3-547 16,7 2 242-16</inkml:trace>
  <inkml:trace contextRef="#ctx0" brushRef="#br0" timeOffset="-74950.35">19347 16625 32 0,'0'0'269'0,"8"0"-7"0,-8 0-1 16,0 0 0-16,0 0-6 0,0 0-5 0,0 0 2 16,25 0-6-16,-13 0-14 0,0-2-26 15,9 0-13-15,-1 0-18 0,7-1-11 0,0 0-12 16,2 1-26-16,1-3-6 0,0 2-12 0,-1 1-6 0,-1-2-12 15,-2 0-9-15,-6 1-2 0,0 2-16 0,-7-2-7 16,1 1-3-16,-4 1-4 0,2-1-3 16,-12 2-17-16,12-1 11 0,-12 1 2 0,10-4-31 15,-4 3-19-15,-6 1-30 0,0 0-35 0,6-2-42 16,-6 2-54-16,0 0-53 0,0 0-70 0,0 0-273 16,0 0-612-16,0 0 271 0</inkml:trace>
  <inkml:trace contextRef="#ctx0" brushRef="#br0" timeOffset="-73561.61">20590 16345 81 0,'0'0'244'0,"0"0"-4"0,0 0 0 15,-5-5-11-15,5 5-2 0,0 0-9 0,0 0 2 16,-5-6-19-16,5 6-15 0,0 0-9 0,-9-4-14 16,9 4-2-16,-8-2-6 0,8 2-11 0,-10-2-9 15,10 2-4-15,-10 1-20 0,10-1-1 0,-10 0-6 16,10 0-8-16,-14 3-3 0,6 0-10 0,-1 2-7 15,0 1 7-15,-1 0-4 0,2 2 1 0,1-1-3 16,-3 3-6-16,3-1-6 0,1 1-10 0,-2 1 5 16,-1 0 9-16,1 3-9 0,5-3 0 0,-3 5-7 15,3-4-2-15,0 3-9 0,-1-3-3 0,3 3 1 16,1-4-3-16,-1 1-8 0,3-1 2 0,2 0-4 16,-1 1 4-16,2-1-9 0,-1 0 1 0,1-3-10 15,1 2 7-15,3 0-4 0,0-1-1 0,0-2 2 16,2 0-6-16,0-1 1 0,0-1-4 0,2-1-2 15,0-3 0-15,-2 0-2 0,3-1-2 0,0-1 0 16,0 0-5-16,-3-1 6 0,1-1-13 0,1-1 0 16,-2-3 8-16,1 0 4 0,-2 0-8 0,1 0-1 15,-1-3 1-15,-2 3 5 0,-1-5-4 0,-2 2-1 16,2-4 4-16,-5-3-1 0,2 5-2 0,-3-6-6 16,2 1-3-16,-4-1 0 0,-1 1 0 0,-2-1-6 15,2-2 5-15,-2 3-1 0,-2 3-1 0,1 2 2 16,0 1 6-16,-3-2-2 0,0 4 0 15,3 0 2-15,-4 2 4 0,1 1-3 0,-2 1-4 16,0 2-4-16,-2 0 11 0,-1 3-6 0,13 0 9 16,-22 2-9-16,9 1 1 0,1 1 3 0,1 1-7 0,1 2-11 15,-1 2-28-15,0-3-26 0,2 3-29 0,1 1-24 16,2-1-27-16,-3 1-33 0,3 1-42 0,4 0-53 16,1-1-51-16,0 2-195 0,1-12-578 15,5 19 257-15</inkml:trace>
  <inkml:trace contextRef="#ctx0" brushRef="#br0" timeOffset="-73296.72">20870 16524 287 0,'5'-4'305'15,"-5"4"-8"-15,0 0-11 0,0 0-10 0,0 0-7 16,0 0-18-16,4-11-13 0,-4 11-11 0,0 0 3 15,0 0-31-15,0 0-7 0,-1-13-7 0,1 13 0 16,0 0-14-16,1-5-11 0,-1 5-8 0,0 0-14 16,0 0-13-16,0 0-11 0,0 0-16 0,0 0-9 15,0 0-14-15,0 0-3 0,0 0-11 0,0 0-13 16,0 0-26-16,0 0-24 0,0 0-18 0,0 0-37 16,0 0-48-16,0 0-49 0,0 0-40 0,-9 20-47 15,9-20-41-15,-1 10-43 0,1-10-237 0,0 0-610 16,0 16 270-16</inkml:trace>
  <inkml:trace contextRef="#ctx0" brushRef="#br0" timeOffset="-72863.2">21154 16398 265 0,'5'-12'278'0,"-5"12"1"0,3-7 3 0,-3 7-1 16,0 0-5-16,0 0-12 0,0 0-18 0,0 0-7 15,6-13-20-15,-6 13-18 0,0 0-16 16,0 0-25-16,0 0-8 0,0 0-19 0,0 0-6 16,0 0-6-16,0 0-3 0,0 0-15 0,0 0-7 0,0 0-13 15,0 0-6-15,-8 41-7 0,10-31-9 16,-2-10-3-16,2 17-3 0,-2-10-7 0,4 3-8 16,2-1 4-16,1 1-6 0,-3 0 2 0,2-1-1 15,1-1-3-15,0 0-7 0,1 2-1 0,-2-1-1 16,3-1-4-16,1 0 4 0,-2 0-11 0,1-2-2 0,0 3 0 15,1-2 4-15,-2-2-9 0,1 3-5 16,1-2 4-16,-2-1 1 0,-1 2 1 0,1 0-5 16,-2-3 1-16,1 4-1 0,-3-3 1 0,1-2-2 15,-3 2 1-15,-2-5-11 0,4 8 13 0,-4-8 5 16,1 8 6-16,-1-8 1 0,-3 10 9 0,-1-5-1 16,-4 1 6-16,0 0 0 0,-3-1 1 0,2 0-6 15,-1-2 2-15,0 2-3 0,-3-1-5 0,0 0 1 16,-2 1-2-16,3-1 0 0,1-2-3 0,-1 1-11 15,-2-3-29-15,3 0-33 0,11 0-42 0,-21-4-37 16,8 1-39-16,6-1-49 0,7 4-40 0,-17-7-49 16,11 1-41-16,-1-2-275 0,1 0-677 0,1-1 300 15</inkml:trace>
  <inkml:trace contextRef="#ctx0" brushRef="#br0" timeOffset="-72624.96">21206 16376 28 0,'0'0'277'0,"4"-11"-14"15,-4 11-11-15,5-9-5 0,-5 9-8 0,7-13-8 16,-2 8-5-16,6-4-7 0,0 2-11 0,4-3-19 16,4 2-15-16,1 1-13 0,7-1-7 0,-1-1-21 15,-6 2-5-15,1 0-17 0,4-1-8 16,-5 3-14-16,1 0-8 0,-2 1-6 0,1-2-11 16,-3 5-3-16,-4-2 6 0,1 0-18 0,-2 1-5 15,-2 0-6-15,-10 2-6 0,13-1-7 0,-13 1-7 16,11-4-15-16,-11 4-16 0,9-1-21 0,-9 1-20 15,0 0-26-15,0 0-30 0,10-3-30 0,-10 3-28 16,0 0-43-16,0 0-35 0,0 0-44 0,0 0-151 16,0 0-477-16,0 0 211 0</inkml:trace>
  <inkml:trace contextRef="#ctx0" brushRef="#br0" timeOffset="-72012.71">22166 16279 143 0,'0'0'338'0,"0"0"-17"0,0 0-8 0,0 0-10 0,0 0-10 16,0 0-9-16,-11-8-16 0,11 8-15 0,0 0-35 15,0 0-23-15,0 0-10 0,21-7-17 0,-10 4-18 16,1 1-21-16,1-3-5 0,4 2-11 0,-2-1-20 16,3-2-29-16,-1 3-30 0,-3 2-30 0,-1-2-27 15,0 1-34-15,-1 1-37 0,-2-1-40 0,-2-1-36 16,-8 3-31-16,0 0-18 0,13 3-21 15,-13-3-29-15,0 0-162 0,-2 6-468 0,2-6 208 16</inkml:trace>
  <inkml:trace contextRef="#ctx0" brushRef="#br0" timeOffset="-71863.44">22321 16271 433 0,'-5'5'44'0,"-3"-1"31"0,3 0 22 15,0-1 15-15,5-3 8 0,-10 5 8 0,6 0 7 16,4-5 11-16,-10 6 15 0,4-3-3 16,6-3-2-16,-6 6-6 0,6-6-13 0,-6 4-7 15,6-4-3-15,0 0 1 0,-4 7-4 0,4-7-16 16,0 0-7-16,0 0-9 0,7 10-8 0,-1-8-23 15,0 1-26-15,-6-3-34 0,18 3-43 0,-7-4-57 16,7 1-68-16,0-1-68 0,-4 1-182 0,5-2-452 16,3-5 200-16</inkml:trace>
  <inkml:trace contextRef="#ctx0" brushRef="#br0" timeOffset="-71306.84">23097 16040 200 0,'0'0'261'0,"0"0"-7"15,0 0-6-15,0 0-10 0,0 0-6 0,0 0-9 16,0 0-5-16,0 0-11 0,0 0-8 0,0 0-11 15,0 0-3-15,0 0-5 0,0 0-5 0,0 0-16 16,0 0 7-16,0 0-8 0,0 0-8 16,0 0-6-16,0 0-10 0,0 0 3 0,0 0-7 15,0 0-1-15,0 0-12 0,0 0-6 0,0 0-6 0,0 0-11 16,0 0-15-16,0 0 1 0,0 0-6 16,0 0-9-16,0 0-9 0,9-11-3 0,-9 11-10 0,17-2-4 15,-4 2-4-15,6 0 1 0,2-1-5 0,-2 1-6 16,4 0 1-16,-3-2-6 0,1 0-1 15,1 2-7-15,1 0 4 0,-4 0 1 0,1 0-4 16,-1 0 0-16,-6-1-3 0,-1 0 0 0,-1 2-6 16,-11-1 5-16,16 0-1 0,-16 0-1 0,12 0-4 0,-12 0 1 15,0 0-1-15,13-1 3 0,-13 1-2 16,0 0-2-16,0 0 0 0,10 2 1 0,-10-2 0 16,0 0 0-16,0 0 24 0,7 7 13 0,-7-7 4 15,1 12 10-15,-1-12 20 0,-1 21 12 0,-1-4 8 16,-1-2 6-16,-1 2-6 0,-1-2 3 0,0 10 5 15,-1-6-4-15,0 0-6 0,1-1-3 0,0 1-12 16,0-2-3-16,0-2-9 0,-1 0-9 0,4 2-8 0,-1-4 2 16,-2-1-8-16,3 0-14 0,1-2-23 15,-1-3-25-15,1 0-21 0,-2-1-32 0,3-6-37 16,0 12-43-16,0-12-56 0,0 8-32 0,0-8-32 16,0 0-40-16,-4 9-48 0,4-9-37 0,-7 2-50 15,7-2-298-15,-19 0-807 0,12-2 358 0</inkml:trace>
  <inkml:trace contextRef="#ctx0" brushRef="#br0" timeOffset="-71155.11">23250 16289 96 0,'-1'-8'271'15,"1"8"-17"-15,0 0-7 0,-3-11-5 0,3 11-4 16,0 0-6-16,0 0-21 0,-1-7-14 0,1 7-23 16,0 0-16-16,10-5-20 0,-2 1-14 0,3 4-19 15,1-3-34-15,3 0-47 0,2-2-56 0,0 1-66 16,2-1-80-16,0 1-69 0,-6 1-125 0,6-3-402 15,-2 3 179-15</inkml:trace>
  <inkml:trace contextRef="#ctx0" brushRef="#br0" timeOffset="-70992.11">23586 16207 235 0,'0'0'250'0,"0"0"0"0,0 0 0 0,0 0-12 15,0 0-11-15,0 0-22 0,0 0-22 16,0 0-15-16,0 0-19 0,0 0-14 0,10 8-15 0,-6-7-50 15,-4-1-46-15,0 0-58 0,0 0-60 16,19-1-69-16,-19 1-207 0,16-4-399 0,-16 4 177 16</inkml:trace>
  <inkml:trace contextRef="#ctx0" brushRef="#br0" timeOffset="-70674.42">23840 16086 114 0,'4'-7'229'16,"-4"7"0"-16,0 0-2 0,4-9-10 0,-4 9-11 15,0 0-19-15,0 0-17 0,0 0 2 0,0 0 6 16,0 0 5-16,0 0-7 0,0 0-11 0,0 0-8 16,0 28 1-16,0-28-12 0,-1 18-6 0,1-9-18 15,1 1-4-15,2 2-8 0,-1-1-6 0,2 0-5 16,0-3-9-16,1 4-6 0,0-2-6 0,2 0-2 16,-1 0-5-16,-1 1-1 0,4 2-11 0,-3-5-7 15,1-1-2-15,-1 1 11 0,-1-3-20 0,-2 0 4 16,2-1-12-16,-5-4-2 0,6 9-8 0,-3-8 4 15,-3-1-3-15,7 7 0 0,-7-7-1 0,2 6-4 16,-2-6-12-16,0 0 9 0,-12 8-10 0,12-8-14 16,0 0-20-16,-16 2-15 0,4-2-21 0,4 0-25 15,-3 0-23-15,-2-1-31 0,0-2-33 0,1 2-26 16,-4-3-25-16,5 2-5 0,1-3-15 0,1-2-6 16,2 2-12-16,2 0-157 0,-2-4-456 0,3 1 202 15</inkml:trace>
  <inkml:trace contextRef="#ctx0" brushRef="#br0" timeOffset="-70563.75">23780 16193 455 0,'4'-12'29'0,"0"2"22"15,4-7 17-15,-1 2 19 0,2 2 19 0,-4 4 10 16,3-3 9-16,0 6 5 0,-1-4-4 16,2 4-2-16,3-2-12 0,-1 0-4 0,5 2-12 15,0-3-11-15,3 1-7 0,1 3-9 0,0-1-7 0,2 0-12 16,-2 0-33-16,7 0-45 0,-8 2-44 0,4 1-50 16,-3-2-57-16,-1 4-104 0,-3-3-305 0,-2 3 135 15</inkml:trace>
  <inkml:trace contextRef="#ctx0" brushRef="#br0" timeOffset="-70196.69">24263 15970 92 0,'0'0'267'0,"0"0"4"0,0 0-5 0,0 0-11 16,0 0-8-16,0 0 4 0,0 0 6 0,0 0-11 16,16 5-10-16,-16-5 5 0,11 11-6 0,-6-4-12 15,0 3-8-15,2-1-14 0,2 6-9 0,-4 2-13 16,1 1-18-16,-1-1-13 0,3 0-13 0,0 0-10 15,-3-1-9-15,3-1-13 0,1 1-5 0,-1-1-13 16,4-1-7-16,-7-2-5 0,3-2 4 0,2-1-5 16,-2 0-7-16,-1-1 3 0,0-1-5 0,0 0-1 15,2-4-1-15,-1-1 2 0,-8-2 4 0,14 3 4 16,-14-3 4-16,11 2 0 0,-11-2-3 0,12-7 1 16,-12 7 1-16,14-13-8 0,-8 6-5 0,2-5-3 15,1-2-1-15,1 1-12 0,-2-5-3 0,3-5-7 16,-2 2-2-16,4-1-1 0,0-3-5 0,0 3-5 15,2 1-6-15,0-4-11 0,3 2-14 0,-1 0-20 16,1 1-22-16,0 1-21 0,0-2-23 0,3 6-25 16,-1-2-29-16,0 1-34 0,-6 7-14 0,3 0-31 15,-1 3-28-15,-6 1-31 0,1 1-42 0,-5 2-46 16,0 2-40-16,-6 2-208 0,0 0-676 0,0 0 300 16</inkml:trace>
  <inkml:trace contextRef="#ctx0" brushRef="#br0" timeOffset="-69946.75">23920 16499 363 0,'-11'4'385'15,"4"-2"-21"-15,3 1 2 0,-3 0-26 0,7-3-13 16,-6 2-17-16,6-2-20 0,0 0-25 0,0 0-32 0,0 0-16 16,36-8-25-16,-3-1-31 0,4 1-36 15,15-6-32-15,0 0-46 0,0-1-55 0,-1-1-52 16,-1 3-56-16,-13 0-56 0,-4 4-56 0,0-5-65 16,-2 7-241-16,-3-3-578 0,-1-2 256 0</inkml:trace>
  <inkml:trace contextRef="#ctx0" brushRef="#br0" timeOffset="-49663.42">26975 13528 150 0,'0'0'170'0,"0"0"-3"0,0 0-1 16,0 0-3-16,-4-10-8 0,4 10-6 0,0 0-8 0,0 0-6 15,0 0-5-15,0 0-6 0,-9-4-3 16,9 4-3-16,-7-2-6 0,7 2-10 0,-11-1-9 16,11 1 1-16,-11 0-7 0,11 0-2 0,-14-3-1 15,14 3-9-15,-13-1-7 0,13 1-2 0,-12 0-7 0,12 0-7 16,-8-2-7-16,8 2 1 0,0 0-10 15,0 0-3-15,-9 0-3 0,9 0 0 0,0 0-5 16,0 0 3-16,0 0-8 0,0 0 3 0,0 0 2 16,0 0-8-16,0 0-2 0,29 0 1 15,-11-1 0-15,11-2-4 0,-2 1-6 0,4-2-1 0,-4 2-8 0,2 0-14 16,-1 0-18-16,-7-1-16 0,-2 2-25 16,-5-1-29-16,-1 1-16 0,0 0-42 0,-1 0-17 15,-2 1-27-15,-10 0-8 0,13 0-139 0,-13 0-383 16,6 2 170-16</inkml:trace>
  <inkml:trace contextRef="#ctx0" brushRef="#br0" timeOffset="-49042.14">27108 13502 35 0,'0'0'168'0,"0"0"-10"0,0 0-3 0,0 0-1 16,0 0-10-16,0 0-9 0,0 0-14 0,0 0 12 0,-7 7 23 15,5-2-1-15,2-5-4 0,0 16-12 0,0-3-5 16,-2 3-5-16,2 0-2 0,0 0-7 15,0 2-9-15,2 0-5 0,-2 1-7 0,0-3-5 16,2 1-2-16,0 2-11 0,0-2-5 0,1-1-9 16,1 0-7-16,-2 1-5 0,3 0-5 0,-4-5-2 15,-1 0-8-15,2 0 1 0,-2 1-7 0,0-2-5 16,0 0-3-16,0 0 0 0,-2-2-5 0,1 0 2 16,-2-2-7-16,3-7-5 0,-4 13-6 0,0-6-7 15,-1-2-9-15,5-5-4 0,-8 10-5 0,3-7-2 16,-2 2-3-16,3-2 4 0,-3-1 2 0,7-2 3 0,-13 5 0 15,6-3 4-15,7-2-1 0,-9 0 2 0,9 0 0 16,0 0 2-16,-13-3 5 0,13 3-1 16,0 0 1-16,0 0 1 0,-12-3-2 0,12 3 1 15,0 0-2-15,-7-1 0 0,7 1 0 0,0 0 0 16,0 0-4-16,0 0-1 0,0 0-5 0,0 0 0 0,0 0 0 16,0 0-7-16,27-5-6 0,-16 4-20 0,1-3-15 15,1 2-18-15,6-1-22 0,-2 0-16 16,3 0-14-16,-1 1-16 0,-2-2-13 0,4 3-3 15,-4-5 6-15,2 2 3 0,-4 1 7 0,1-4 14 16,-3 5 13-16,6-3 16 0,-9-1 9 0,2 0 13 0,-1 0 24 16,-2 0 10-16,0-1 12 0,-2 0 23 15,0 0 11-15,-3-1 19 0,2-1 15 0,-6 9 17 16,8-14 8-16,-6 6 9 0,0 3 4 0,1-2 8 16,0 1 5-16,-3 6 10 0,1-11 7 0,1 6 8 15,-2 5 5-15,4-8 0 0,-4 8-4 0,3-5-5 0,-3 5-9 16,0 0-1-16,0 0-11 0,0 0-6 0,0 0 2 15,0 0 19-15,0 0 12 0,0 0 3 16,0 0-2-16,9 16-5 0,-7-5-5 0,-4-1-7 16,2 2-7-16,-5 0-9 0,5-2-5 0,0 2-10 15,-2-2-3-15,2 1-8 0,-1 1 0 0,0-1-7 0,0 0-7 16,1-1 2-16,1 1-21 0,-1-1-24 0,-1 1-27 16,1-1-47-16,0-1-32 0,1-1-28 0,-1 1-38 15,0-2-26-15,1 1-37 0,0 0-215 16,-1-8-497-16,2 13 220 0</inkml:trace>
  <inkml:trace contextRef="#ctx0" brushRef="#br0" timeOffset="-48630.67">27457 13755 154 0,'6'-11'168'0,"3"3"-12"0,0 2-1 16,0-3-9-16,0 6-2 0,2-1-14 0,1 1-4 15,-3 1-4-15,1 2-7 0,2 2-9 0,-3-2-3 16,0 7 0-16,0 0-7 0,-3-2-6 0,1 1-5 16,0 2-9-16,-1-1-5 0,-1 1-5 0,-2 2-3 15,-1 0-9-15,0-2-2 0,-6 2-6 0,3 2-6 16,-3-2-2-16,-1 1-4 0,1 0-4 0,-3 0-1 16,1-1-6-16,-1-1-3 0,2-1-7 15,-2 2-7-15,1-3-8 0,2 1-5 0,1-1-11 0,1-1-5 16,2 1-4-16,0-7-1 0,0 10-4 0,0-10-2 15,5 9 2-15,-3-4 2 0,2-1 4 16,3-1 2-16,-3 4 1 0,3-4 1 0,-2 0 6 0,-1 1 0 16,4-1 2-16,-8-3-6 0,9 6 8 15,-4-3 3-15,0 2 10 0,-5-5 12 0,5 9 8 0,-5-5 13 16,3 2 4-16,-3-6 4 0,-2 10-1 16,-2-2-2-16,0-3 2 0,-1 1-2 0,-2 1-3 15,-1 0-3-15,-2-1-4 0,-1 1-4 0,2 1-2 16,-2-3-1-16,1 0-2 0,0-1-10 0,-1 1-15 0,1-3-22 15,1 3-31-15,0-3-39 0,3 0-39 16,6-2-48-16,-10 2-191 0,10-2-405 0,0 0 180 16</inkml:trace>
  <inkml:trace contextRef="#ctx0" brushRef="#br0" timeOffset="-48447.88">27838 13830 1 0,'6'-4'207'0,"-6"4"-13"0,10-9-10 16,-10 9-11-16,13-6-23 0,-6 4-11 0,3-2-16 0,-10 4-11 15,15-3-15-15,-15 3-19 0,15 2-37 0,-15-2-41 16,0 0-46-16,20 3-35 0,-15 1-34 16,-5-4-95-16,4 12-227 0,-4-12 101 0</inkml:trace>
  <inkml:trace contextRef="#ctx0" brushRef="#br0" timeOffset="-48319.63">27845 13947 98 0,'0'0'149'0,"0"0"-10"15,0 0-8-15,0 0-9 0,0 0-15 0,0 0-15 16,0 0-27-16,28 0-22 0,-16-1-33 0,6-5-39 16,2 3-42-16,-4 2-72 0,5-3-155 0,-1-2 69 0</inkml:trace>
  <inkml:trace contextRef="#ctx0" brushRef="#br0" timeOffset="-47896.47">28482 13586 216 0,'10'-5'205'0,"3"0"-4"0,-2 0-4 0,3 2-11 15,0-1-6-15,-1 0-14 0,0 3-7 0,0-1-9 16,-2 2-10-16,2 1-6 0,-1 0-11 0,0 2-8 0,-1-1-10 16,-1 3-4-16,0-1-8 0,-1 2-6 0,0 1-6 15,-3-2-6-15,-1 2-8 0,0 0-5 16,-1 1-5-16,-1 1-6 0,-1 0 5 0,0 1-11 16,0-1 0-16,-2-1 0 0,-1 2-8 0,-2 1-2 15,0 1-4-15,-5-2-2 0,3 0-1 0,-5 2-5 0,2-3-1 16,-1 0-2-16,0 0-1 0,0-1-1 15,0 2-7-15,1-3 3 0,-2 2-3 0,3-3 1 16,-1 1 1-16,0-3-3 0,4 2-1 0,-1-2-5 16,0-1 4-16,0 2-8 0,5-5 3 0,-5 11-2 15,1-7 1-15,-1 2 1 0,5-6-3 0,-4 10 2 16,2-3 2-16,0-1 1 0,2-6-6 0,0 14 0 16,0-5 1-16,0-1 2 0,0 2-4 0,2-1-9 15,0 1-19-15,1 1-20 0,0-1-32 0,1 3-36 16,1 2-48-16,-2 2-36 0,2-2-38 0,-2 5-197 15,-2-3-471-15,0 3 209 0</inkml:trace>
  <inkml:trace contextRef="#ctx0" brushRef="#br0" timeOffset="-47744.93">28570 14345 123 0,'0'0'246'0,"0"0"-18"0,0 0 0 0,0 0-6 16,0 0-5-16,0 0-23 0,0 0-17 0,0 0-21 0,1 9-32 15,-1-9-32-15,0 0-41 0,6 2-60 16,-6-2-62-16,8 1-89 0,-8-1-143 0,0 0-329 16,0 0 145-16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1T11:15:48.9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3858 3592 20 0,'0'-14'215'16,"0"14"-3"-16,-1-13-13 0,-2 7-6 0,3 6-27 15,-4-12 1-15,2 4-5 0,-1 3-10 0,-1-1-2 16,0-2-1-16,4 8-17 0,-7-10-2 0,3 5-9 16,0 0-7-16,4 5-8 0,-6-7-11 0,6 7-12 15,-6-5-8-15,6 5-13 0,0 0 0 0,0 0-4 16,0 0-13-16,-12 10-4 0,7 1 3 0,-3 3 4 16,-1 2-6-16,-2 10 2 0,0-2 0 15,0 2-3-15,-1 2 1 0,3 1-4 0,2 1-3 0,-3 19 3 16,2-18 6-16,1 1-15 0,3 2 0 0,-3 1-5 15,4-4-1-15,1-2 0 0,2-2-9 0,0 1-3 16,0-3-1-16,1-5 5 0,0-3-7 0,4 1-10 16,0-1-6-16,1-1 0 0,1-2 1 0,0-2 5 15,2-2-13-15,-3-1 2 0,4-1-3 16,2-2 1-16,-1-2 4 0,1 0 0 0,6-1 4 16,0-3 0-16,-1-4 0 0,4-2 0 0,-4-2 1 15,8-5-4-15,-1 0 6 0,-1-7-4 0,0 3 4 0,0-2 1 16,-1 0-4-16,-1-6 4 0,2 1 0 0,-2-4-6 15,-4 2 7-15,1-5-4 0,0 1 2 16,1-13 3-16,-6 11-3 0,-4 0 2 0,0 0-2 16,-6-2 1-16,1 1 0 0,-1-3-2 0,-7 1 1 15,0 1 2-15,-1 0 4 0,-3-2-5 0,-2 4 1 16,-3-1-2-16,-2 2 5 0,-3-2-4 0,3 8 2 16,-3-2 0-16,-1 5 4 0,8 6 2 0,-1 1 4 15,2 2-5-15,-1 5 3 0,1-1-3 0,-1 4-2 16,0 4-1-16,0-3 0 0,-6 9 2 0,1 0-3 15,0 4-2-15,-2 1 1 0,2 2 0 0,-2 7 1 16,4-5 1-16,-3 8 0 0,2 0-2 0,2 1 2 16,5-6-1-16,2 2 2 0,-1 3-5 0,6-2 4 15,2-1-2-15,2 6 2 0,5-1 1 0,0-6 1 16,3-1-6-16,3 3-2 0,0 2-4 0,1-2 2 16,4 2-3-16,0 1 1 0,-2-2 1 0,3-1-1 15,0-3 0-15,-4 4 2 0,3-1-1 0,0 2 2 16,-4-1-1-16,-2-4 3 0,2 2-2 0,-1-3 1 15,0-1 2-15,-5-3 6 0,3 3-9 0,-5-4 1 16,1 2-3-16,-2-2-7 0,1-1-7 0,-1 0-10 16,-2-1-11-16,0-1-10 0,0-3-14 0,-3 2-17 15,3-1-19-15,-4-6-23 0,4 11-22 0,-4-11-33 16,2 9-22-16,1-6-155 0,-3-3-388 0,0 0 173 16</inkml:trace>
  <inkml:trace contextRef="#ctx0" brushRef="#br0" timeOffset="172.67">4438 3757 178 0,'0'0'190'0,"6"-5"-10"0,-6 5-17 16,0 0-15-16,0 0-15 0,8-3-16 0,-8 3-14 15,0 0-6-15,0 0-21 0,0 0-26 0,0 0-36 16,15 10-53-16,-15-10-38 0,8 11-50 0,-4-2-74 15,0-3-218-15,-3 5 96 0</inkml:trace>
  <inkml:trace contextRef="#ctx0" brushRef="#br0" timeOffset="345.97">4046 4242 14 0,'-5'2'233'0,"5"-2"9"0,-8 3-16 15,8-3-15-15,0 0-20 0,0 0-19 0,0 0-16 16,0 0-19-16,37-9-19 0,-6 3-23 0,2-7-34 16,1 0-45-16,5 0-52 0,-2 1-77 15,0-2-175-15,-1 0-311 0,-2 1 139 0</inkml:trace>
  <inkml:trace contextRef="#ctx0" brushRef="#br0" timeOffset="1855.98">6251 3462 164 0,'0'0'203'16,"-6"-5"-7"-16,6 5 0 0,-6-4-2 0,6 4-13 16,-9-4-5-16,9 4-6 0,-10-4-8 0,4 0 5 15,6 4-8-15,-10-3 1 0,10 3-11 0,-6-4-8 16,6 4-11-16,0 0-10 0,-8-2-12 0,8 2-5 16,0 0-9-16,0 0-5 0,0 0-28 0,-6-5 5 15,6 5-6-15,0 0-6 0,0 0-7 0,0 0-5 16,19-4-4-16,-5 2-6 0,8-2-14 0,7 0-5 15,-1 0-12-15,2-1-20 0,-1-1-24 0,-1 3-22 16,0 0-28-16,-7 0-29 0,0 2-29 0,-3 0-37 16,0-1-27-16,-4 2-23 0,-1 2-156 0,-3-1-426 15,-10-1 189-15</inkml:trace>
  <inkml:trace contextRef="#ctx0" brushRef="#br0" timeOffset="2231.62">6460 3410 92 0,'0'0'201'0,"0"0"-17"0,-10 3-13 0,10-3-11 16,0 0-13-16,0 0-16 0,-7 3-7 0,7-3 6 16,-1 11-9-16,1-1 3 0,0 2 2 15,0 5 2-15,0 0-10 0,1 1-6 0,-1 1-6 16,0 0-9-16,3 6-1 0,-1-6-6 0,1 0-12 16,1-1-1-16,-1 0-10 0,-1 0-1 0,0 0-5 15,1-1-5-15,1-2-5 0,-2-1-4 0,1-2-7 16,-2-3-3-16,-1 5 0 0,3-3-3 0,-3 1-7 15,0-2 2-15,0 0-3 0,0-10-5 0,-1 19-8 16,-1-12-11-16,2-7-8 0,-5 10-11 0,0-4-7 16,5-6-7-16,-12 8-4 0,2-4 1 0,-1-1 1 15,-3-1 0-15,2-2 2 0,-2 2 6 0,0-2 3 16,4 0 3-16,-3-2 7 0,2 0 4 0,0 0 10 16,2 1 9-16,2-1 9 0,7 2 14 0,-14-3 6 15,14 3 6-15,0 0-1 0,-16-4-4 0,16 4-3 16,0 0-3-16,0 0-3 0,0 0-6 0,0 0-3 15,0 0-2-15,0 0-1 0,0 0 2 0,0 0-2 16,49-2-15-16,-30 1-4 0,10-2-23 0,2 0-24 16,1 0-38-16,3-3-44 0,0-2-61 0,1 5-45 15,-1 0-212-15,-5-4-484 0,1 1 215 16</inkml:trace>
  <inkml:trace contextRef="#ctx0" brushRef="#br0" timeOffset="2618.94">6981 3673 29 0,'0'0'228'0,"0"0"-13"0,0 0-1 15,-28 12-11-15,19-6-9 0,0 1-13 0,2-3-12 16,-2 3-13-16,2 1-18 0,0 0-14 16,3 0-11-16,0 0-14 0,-1 2-6 0,5-10-9 15,-3 15-11-15,3-6-7 0,0-9-10 0,5 16-8 16,-1-12-21-16,4 3-13 0,-2-2-16 0,6-2 0 15,-3-1-15-15,2 0 0 0,2-1-6 0,0 1-4 16,1-2-5-16,-3 0-4 0,-11 0 5 0,17 0 2 16,-17 0 7-16,13 0 5 0,-13 0 7 0,0 0 3 15,11-3 9-15,-11 3 3 0,0 0 6 0,0 0 2 16,0 0 2-16,0 0 7 0,0 0 4 0,0 0 3 16,-43 3 7-16,29 7 11 0,1-4 4 0,-3 2 6 15,0 1 3-15,1 0 4 0,-2 3 4 0,2-2 0 16,2 0-6-16,3-1-4 0,2-2-6 0,0 0-7 15,2 2-5-15,2-2-4 0,2 1-5 0,-1 1 4 16,3-1-7-16,0-8-1 0,5 13-8 0,0-6-12 16,5-2-26-16,2 0-25 0,3 1-28 0,4-5-30 15,11 2-52-15,-1-2-49 0,3-2-45 0,0-2-156 16,-1-1-438-16,1 1 193 0</inkml:trace>
  <inkml:trace contextRef="#ctx0" brushRef="#br0" timeOffset="2795.59">7439 3685 8 0,'0'0'215'0,"0"0"-19"0,6-8-21 16,-6 8-20-16,8-4-12 0,-8 4-16 0,11-5-13 16,-11 5-15-16,19-3-14 0,-8 3-26 0,-11 0-28 15,21 1-37-15,-10 1-49 0,-1 2-27 0,-2-1-22 16,-8-3-90-16,7 10-209 0,-7-10 92 15</inkml:trace>
  <inkml:trace contextRef="#ctx0" brushRef="#br0" timeOffset="2924.86">7485 3782 45 0,'-11'7'180'0,"6"-4"-6"0,5-3-8 0,-6 6-9 0,6-6-7 16,0 0-6-16,-5 8-10 0,5-8-5 16,0 0-5-16,0 0-4 0,0 0-7 0,0 0-13 15,15 11-20-15,-3-11-20 0,1-2-36 0,-13 2-44 16,42-6-72-16,-14 2-73 0,-5-6-106 0,6 2-293 15,-2-1 130-15</inkml:trace>
  <inkml:trace contextRef="#ctx0" brushRef="#br0" timeOffset="4064.8">8347 3442 2 0,'0'0'215'0,"0"0"1"0,-1-8-9 0,1 8-10 0,0 0-4 15,-2-9-5-15,2 9 24 0,0 0-21 0,0 0-5 16,-2-6-19-16,2 6-16 0,0 0-15 0,0 0-13 16,0 0-13-16,0 0-13 0,0 0-7 0,0 0-7 15,0 0-6-15,0 0-6 0,0 0-3 0,-14 18-13 16,9-10 8-16,0 2-13 0,2-1-3 0,1-2-4 16,-1 1-7-16,2 2-4 0,0-1-2 0,1-1-2 15,2 1-1-15,0 0-7 0,0 1 1 0,2-1-2 16,1 1-6-16,2 0 9 0,1 0-8 15,3 2 2-15,-1 1-1 0,-1-5-3 0,0 1 3 0,0 0-3 16,1-3-4-16,-1 3-2 0,-4 1 2 16,4-3-2-16,1 0 0 0,-1 0-4 0,-4 1 1 0,2-2 0 15,-2 2 0-15,-1-2 4 0,-2 0-5 0,1 1-3 16,-3-7 4-16,0 0-3 0,-5 21 3 0,-2-12-3 16,0 1 0-16,-5 2-6 0,-1-1-5 15,2-6-9-15,0 3-13 0,-1-2-24 0,-5-1-25 16,3-3-26-16,-1 0-34 0,1 0-36 0,2-4-49 15,-1-2-44-15,-1 1-145 0,0-5-451 0,-1-1 200 0</inkml:trace>
  <inkml:trace contextRef="#ctx0" brushRef="#br0" timeOffset="4215.08">8496 3325 27 0,'21'-5'127'0,"6"-1"-10"0,1 2-23 0,1 1-34 16,-1 2-38-16,2 0-44 0,-3-1-50 0,-5 2-76 0,-2 0 35 16</inkml:trace>
  <inkml:trace contextRef="#ctx0" brushRef="#br0" timeOffset="4753.54">9078 3548 113 0,'2'5'192'0,"-1"2"-5"0,-1-7-9 0,3 11-4 0,-2-7-2 15,-1-4-5-15,1 9-8 0,-1-9-4 0,1 7-6 16,-1-7-7-16,0 0-1 0,0 0-7 0,0 7 0 16,0-7-8-16,0 0 13 0,0 0-1 0,0 0 0 15,0 0 3-15,0 0-2 0,0 0-4 0,0 0-22 16,0 0 3-16,0 0-19 0,0 0-12 0,0 0-11 15,-15-16-11-15,11 6-25 0,3 3 3 0,1-5-6 16,-1 2-7-16,2-6-12 0,0-1-6 0,3-1-8 16,4-1 2-16,-3 1-5 0,3 1-2 0,2 0 1 15,0 3-4-15,-2 5 1 0,1 0 1 16,1 2-4-16,0 2 5 0,-1 0-7 0,2 3 2 0,-3 2-2 16,4 7 4-16,-1-2-2 0,-3 2-2 15,8 5 7-15,-5 1-5 0,-2 1 10 0,-4-3-10 16,4 3 7-16,-4-1-4 0,-1 0 4 0,1 0-5 15,-1-3 6-15,-3 2 1 0,1-3-1 0,1-2-1 0,1-1 5 16,-2 0-2-16,-2-6 6 0,3 7-6 0,-3-7 3 16,1 6 2-16,-1-6 2 0,0 0 0 0,5 5 4 15,-5-5 3-15,0 0-12 0,0 0 12 16,0 0-8-16,0 0-1 0,12-18-4 0,-5 9 0 16,0-3-3-16,3 0-7 0,0-4 0 0,3 1-7 15,1 1 12-15,3 1-14 0,-3 2 10 0,1 1-5 16,-6 3-9-16,0 3 9 0,-1 1-2 0,-2 0 1 0,2 3 1 15,-8 0-3-15,11 3 7 0,-1 2-3 16,-4 1 3-16,-1 2 0 0,1 2 4 0,-1 2 1 16,0 2-1-16,-2 0 0 0,-1 2-3 0,0 0-22 15,-2 0-34-15,-2 0-35 0,1 0-48 0,0-4-60 16,-2 3-64-16,1-1-212 0,-2-5-519 0,4-9 230 16</inkml:trace>
  <inkml:trace contextRef="#ctx0" brushRef="#br0" timeOffset="5164.78">9772 3533 23 0,'0'0'264'0,"7"-4"-21"0,-7 4-19 0,0 0-7 16,5-4-9-16,-5 4-2 0,0 0-6 0,0 0-17 16,-3 18-14-16,3-18-17 0,-6 16-20 0,3-5-2 15,1-2-7-15,1 0-17 0,-3-1 2 0,2 2-8 16,0-2-12-16,1-2-20 0,1-6 8 0,-3 12-9 15,3-12-1-15,0 0 10 0,-4 12 9 0,4-12 12 16,0 0 12-16,0 0 17 0,0 0-26 0,0 0 8 16,0 0-7-16,0 0-14 0,0 0-6 0,0 0-5 15,0 0-10-15,-18-27-1 0,16 19-6 0,2-3-5 16,-3 0-10-16,4-5-11 0,2-2-1 0,0 2-3 16,1-4-8-16,3-2-1 0,3-4-5 0,1 3-23 15,1 0 13-15,-4 6-2 0,1 2-2 0,1 2 8 16,-2 4-8-16,-2 1-8 0,-1 2 6 0,-5 6-6 15,9-6-2-15,-9 6 0 0,0 0-2 0,18 11 9 16,-10-3-3-16,0 6 2 0,-2 2 4 0,2 1 9 16,-3 2-9-16,1 0 7 0,-1-1 3 0,1 2 1 15,-3-2-1-15,0 1 1 0,2 6-8 0,-3-7 1 16,1-1 5-16,-2 0-12 0,2-3-27 16,-2-1-23-16,0-2-36 0,1 1-42 0,-1-1-38 0,-1 1-37 15,0-12-25-15,-4 19-36 0,2-11-51 0,-4 1-215 16,6-9-577-16,-11 7 255 0</inkml:trace>
  <inkml:trace contextRef="#ctx0" brushRef="#br0" timeOffset="5307.88">9772 3601 190 0,'0'0'223'0,"0"0"-16"0,0 0-19 15,-1-10-16-15,1 10-18 0,0 0-15 0,0 0-11 0,14-4-14 16,-5 2-16-16,4-1-33 0,7 0-57 0,1-2-73 15,8 1-89-15,-3-4-91 0,2-1-265 16,1-1 118-16</inkml:trace>
  <inkml:trace contextRef="#ctx0" brushRef="#br0" timeOffset="5680.25">10658 3792 73 0,'0'0'225'0,"0"0"-15"0,0 0-10 16,0 0-12-16,0 17-17 0,0-17-18 0,-5 19-11 15,-3-5-16-15,1 1-37 0,-1 1-42 0,-1 0-67 16,3-2-71-16,-3 0-162 0,0 1-272 0,1-4 120 0</inkml:trace>
  <inkml:trace contextRef="#ctx0" brushRef="#br0" timeOffset="6280.11">12038 3357 109 0,'0'0'193'0,"0"0"-17"0,0 0-4 15,-11-10-5-15,11 10-6 0,0 0-4 0,-10-1-4 16,10 1-3-16,0 0-3 0,0 0-14 0,-11 0-2 0,11 0-12 15,0 0-9-15,0 0-6 0,0 0-5 16,0 0 2-16,0 0-8 0,0 0-3 0,0 0 0 16,0 0-9-16,0 0-6 0,0 0-7 0,0 0-5 15,0 0-8-15,31-2-3 0,-13 0-4 0,9-3-3 16,2 1-11-16,0 3-17 0,0-1-20 0,-1-1-19 16,-5 1-26-16,-2 1-33 0,-1 0-32 0,-3-1-40 15,2 2-27-15,-5 0-31 0,-3 0-26 0,-2 2-121 0,0-2-388 16,-9 0 173-16</inkml:trace>
  <inkml:trace contextRef="#ctx0" brushRef="#br0" timeOffset="6668.02">12282 3313 208 0,'0'0'211'0,"0"0"-15"16,0 0-12-16,0 0-27 0,0 0-14 0,0 0-15 15,0 0-11-15,-10 10 3 0,10-1 5 0,0 2-5 16,0 1-9-16,0 5-8 0,-2-2 9 0,2 3-2 15,2 0-3-15,-2 0-10 0,0 0-2 0,3-2-3 16,-3 1-9-16,0 0-9 0,2-6-4 0,-1 3-4 16,1 1-7-16,0-5-7 0,-2 2-3 0,2-1-4 15,-1-2-6-15,0 1-1 0,1-1-7 16,-1-2-1-16,-1-7-7 0,-1 10-5 0,1-10-10 16,-2 11-10-16,2-11-11 0,-4 9-15 0,0-3-14 0,4-6-17 15,-10 7-10-15,4-4-6 0,1-1 2 0,5-2-6 16,-16 1 11-16,8-1 0 0,8 0 12 0,-14-1 2 15,5-1 5-15,9 2 13 0,-12-2 14 0,12 2 12 16,-10-2 10-16,10 2 11 0,-7-2 6 0,7 2 11 16,0 0-1-16,0 0 0 0,0 0-1 0,-10-1 0 15,10 1-2-15,0 0 3 0,0 0 0 0,0 0-1 16,0 0-4-16,0 0 2 0,36-1-1 16,-23-1-2-16,3 2-2 0,7 0-11 0,4-3-25 0,3 0-22 15,1 2-35-15,-1-1-41 0,5-1-59 0,-1-2-44 16,-5 2-143-16,2 0-391 0,3 0 173 0</inkml:trace>
  <inkml:trace contextRef="#ctx0" brushRef="#br0" timeOffset="6895.98">12969 3512 184 0,'0'0'254'0,"0"0"-12"0,-9-10-12 0,9 10-13 16,-12 0-1-16,12 0-7 0,-17 5-7 0,6-1-4 0,-5 0-2 15,3 2-13-15,-3 4-11 0,1 0-12 16,0-1-11-16,2 4-11 0,2-5-14 0,2 2-9 16,2 0-16-16,-1-3-6 0,2 4-13 15,2 0-11-15,4-1-4 0,-2-1-9 0,2-9-18 0,4 16-18 16,1-8-18-16,4-2-26 0,6 3-33 0,-2-3-51 16,4-2-41-16,5 0-65 0,5-1-52 0,3 0-217 15,-1-2-522-15,0-2 232 0</inkml:trace>
  <inkml:trace contextRef="#ctx0" brushRef="#br0" timeOffset="7057.65">13506 3443 52 0,'13'0'84'0,"-13"0"-21"0,0 0-22 0,0 0-24 0,7 12-20 15,-7-12-12-15,0 0-26 0,-6 16-42 0,6-16 19 16</inkml:trace>
  <inkml:trace contextRef="#ctx0" brushRef="#br0" timeOffset="7169.06">13503 3497 116 0,'-6'8'14'0,"-1"1"9"16,1-3 14-16,-1 2 5 0,2-2 12 15,5-6 8-15,-9 9 8 0,9-9 5 0,-9 9 0 0,9-9-2 16,-6 8-8-16,6-8 8 0,0 0 9 16,-4 6 10-16,4-6-6 0,0 0-3 0,0 0-10 15,0 0-3-15,19 9-26 0,-7-10-44 0,5 0-51 16,4-2-50-16,-1-1-93 0,11-3-208 0,-4-2 93 15</inkml:trace>
  <inkml:trace contextRef="#ctx0" brushRef="#br0" timeOffset="7715.3">14185 3295 11 0,'0'0'279'0,"4"-6"-20"16,-4 6-17-16,0 0-11 0,0 0-19 0,4-6-13 15,-4 6-14-15,0 0-8 0,0 0-9 0,0 0-9 16,0 0-9-16,-2 30-10 0,0-20-15 16,-2 5-10-16,4-4-11 0,0 3-9 0,-1-4-11 15,1 2-6-15,1-1-11 0,-1-1-2 0,2 0-12 0,2 1 0 16,1-3 6-16,1 3 1 0,3-2 6 0,-2-1-3 16,4-1-6-16,-2-1-1 0,2-1-5 15,-2-1 2-15,0-1-10 0,5-2-4 0,-3 1 1 16,-11-2-9-16,19-3-3 0,-8 2-14 0,-3-4 16 15,2 1-6-15,-4-3-1 0,3 0-2 0,-5-1-6 16,2-2 3-16,-2 2-6 0,1-3 4 0,-2 0-7 16,-2 0-5-16,1 1-8 0,-2 10 21 0,2-16-8 15,-2 16 8-15,0-11-2 0,0 11 5 0,4-8-11 0,-4 8-6 16,1-5-5-16,-1 5 6 0,0 0-9 16,0 0 7-16,0 0 11 0,0 0-3 0,-1 30 4 15,1-30 4-15,-4 29-6 0,2-13 1 0,0 1 7 16,2 2 1-16,-1-3-10 0,1 0-1 0,-2 0 0 15,2 1-1-15,3 0 0 0,-1-1-10 0,-2-1-34 16,2-3-50-16,-2 3-52 0,0-2-49 0,0-13-62 16,2 27-73-16,-2-10-234 0,0-17-600 0,-4 19 266 15</inkml:trace>
  <inkml:trace contextRef="#ctx0" brushRef="#br0" timeOffset="7872.79">14514 3504 90 0,'0'-9'200'15,"0"9"-22"-15,2-10-18 0,-2 10-31 0,0 0-43 0,0 0-48 16,1-11-57-16,-1 11-58 0,0 0-55 0,0 0-141 16,0 0 64-16</inkml:trace>
  <inkml:trace contextRef="#ctx0" brushRef="#br0" timeOffset="8214.86">14606 3475 111 0,'0'0'312'0,"0"0"-9"0,0 0-17 0,0 0-16 0,0 0-25 16,0 0-24-16,0 0-27 0,0 0-17 0,0 0-21 15,0 0-18-15,0 0-34 0,0 0-41 0,0 0-45 16,0 0-52-16,0 0-43 0,0 0-52 0,10 4-58 16,-10-4-176-16,0 0-391 0,0 0 173 0</inkml:trace>
  <inkml:trace contextRef="#ctx0" brushRef="#br0" timeOffset="8712.81">15006 3347 264 0,'-9'-8'293'0,"5"3"-14"0,4 5-13 0,-12-7-20 16,7 7-20-16,5 0-20 0,-14-3-19 0,14 3-20 15,-15 1-14-15,7 1-19 0,0 1-12 0,-1 4-14 16,-1 0-7-16,1 1-14 0,2 3-4 0,-2-4-14 15,5 3-3-15,-3-1-20 0,3 3 10 0,1-3-8 16,3 2-13-16,0-2 6 0,1 1-16 0,0-5-13 16,2 5-5-16,2-5-4 0,1 1-6 0,1-1-2 15,2 2-4-15,-3-4-9 0,1-2 3 0,1 0 1 16,3 1 0-16,-1-4 0 0,-10 2 2 0,19-5-2 16,-10 1 6-16,-1-1-1 0,1-2 3 0,0-2-2 15,-4 1 3-15,1 0 2 0,-1-2 3 0,0-1 17 16,-2 0 0-16,1 2 11 0,0-2-3 0,-2 1 2 0,1 1 5 15,-2-1 16-15,2 3 19 0,-2 0-5 16,-1 7 3-16,1-12 6 0,-1 12-2 0,0 0 1 16,2-13-12-16,-2 13 0 0,0 0-8 0,0 0-11 15,6-7-3-15,-6 7-6 0,0 0-1 0,0 0 22 16,0 0 0-16,0 0-1 0,-3 39 1 0,3-23 5 16,-3 1-8-16,1 2-5 0,1-3-2 0,-2 4 1 15,2-2-8-15,0 0-1 0,-2 0-9 0,3-2 1 16,0 2 3-16,-2-2-5 0,2 0-12 0,2-2 0 15,-2-2-36-15,0-2-34 0,0 3-34 0,0-2-57 16,3-1-56-16,-1-1-60 0,1-1-69 0,-3-8-259 16,0 0-642-16,6 17 284 0</inkml:trace>
  <inkml:trace contextRef="#ctx0" brushRef="#br0" timeOffset="9014.77">15320 3396 163 0,'0'0'282'0,"0"-9"-6"0,0 9-16 0,0 0-14 16,0 0-23-16,0-9-21 0,0 9-22 0,0 0-20 15,0 0-17-15,0 0-12 0,0 0-10 0,0 0-12 16,0 0-11-16,1 26-11 0,3-16-8 0,-1 0-8 16,-3 1-2-16,3 3-6 0,0-3 1 15,1 2-9-15,-1-1-1 0,3 1 0 0,0-1 5 0,-2-1-7 16,1 2 8-16,-1-2 8 0,1-1-9 0,-1-1-5 15,0 1-6-15,1-1-5 0,-1-1-2 0,-4-8-5 16,3 11-4-16,-3-11-2 0,6 11 1 0,-6-11 6 16,2 8-5-16,-2-8-5 0,0 0-13 15,1 12 22-15,-1-12-10 0,0 0-9 0,0 0-22 16,-10 9-29-16,4-8-31 0,6-1-42 0,-21 3-41 16,9-3-43-16,12 0-64 0,-23-4-56 0,5 0-169 0,1-1-519 15,4-1 230-15</inkml:trace>
  <inkml:trace contextRef="#ctx0" brushRef="#br0" timeOffset="9179.99">15363 3349 177 0,'9'-6'231'0,"4"-1"-23"0,1-2-16 0,4-1-12 16,-2 1-23-16,2 2-14 0,-2 0-17 0,0 1-13 15,-4 1-12-15,1 0-23 0,-2 1-39 0,1 2-47 16,-1 0-54-16,-5 1-65 0,-6 1-131 0,0 0-280 15,0 0 124-15</inkml:trace>
  <inkml:trace contextRef="#ctx0" brushRef="#br0" timeOffset="9813.02">13302 3485 67 0,'0'0'114'0,"0"0"-7"0,0 0-8 0,11 0-17 16,-11 0-2-16,0 0-1 0,0 0-1 0,11-4 1 15,-11 4-11-15,5-2 7 0,-5 2-1 16,0 0 6-16,0 0 3 0,0 0 7 0,0 0 0 0,0 0 5 16,0 0 5-16,0 0-1 0,0 0 3 0,0 0 1 15,0 0 1-15,0 0-7 0,0 0 1 0,0 0-5 16,0 0-3-16,0 0-3 0,0 0-7 15,0 0-3-15,0 0-3 0,0 0-4 0,0 0-8 16,0 0-3-16,0 0-6 0,0 0-7 0,0 0-1 16,0 0-4-16,0 0-3 0,0 0 2 0,0 0-2 15,0 0-4-15,0 0 0 0,8 6 0 0,1-6-4 0,1 0 2 16,1 0-1-16,2 0 0 0,9 0-7 0,-1 0-1 16,0 0 0-16,-2-2-6 0,0 1 1 0,-2 0-15 15,-3-1-16-15,-1 1-23 0,1 2-27 0,-3-2-29 16,0 1-46-16,-11 0-56 0,16 1-50 15,-10 1-205-15,-6-2-485 0,0 0 214 0</inkml:trace>
  <inkml:trace contextRef="#ctx0" brushRef="#br0" timeOffset="10146.08">13375 3655 193 0,'0'0'260'0,"-8"1"-1"0,8-1-9 0,0 0-5 16,0 0-11-16,0 0-11 0,0 0-13 0,0 0-11 16,-11 1-14-16,11-1-10 0,0 0-7 0,0 0-16 15,0 0-4-15,0 0-11 0,0 0-8 0,0 0-16 16,0 0-4-16,0 0-10 0,0 0-10 0,0 0-23 15,-10 4 20-15,10-4-9 0,0 0-8 0,0 0-3 16,0 0-13-16,0 0 4 0,0 0-7 0,0 0-4 16,0 0 1-16,0 0-7 0,46-4 0 15,-24 2 0-15,4 2-4 0,4-2-19 0,-1 0-17 16,2-2-26-16,-1 0-37 0,1 3-43 0,0-2-55 0,-3 1-58 16,1 1-74-16,-2-1-291 0,-6 1-632 0,0 0 280 15</inkml:trace>
  <inkml:trace contextRef="#ctx0" brushRef="#br0" timeOffset="11362.42">15757 3493 104 0,'0'0'279'0,"-3"-6"-23"0,3 6-19 15,0 0-26-15,0 0-21 0,0 0-22 16,0 0-20-16,0 0-17 0,0 0-15 0,0 0-13 15,0 0-9-15,0 0-7 0,0 0-12 0,0 0-4 16,0 0-4-16,2 24-8 0,-2-18-9 0,0-6-2 16,3 13-5-16,-3-13-7 0,0 9 0 0,0-9-5 15,0 10-1-15,0-10-3 0,2 7 1 0,-2-7-3 16,0 0 11-16,1 9 7 0,-1-9 8 0,0 0 10 16,0 0 9-16,0 0 7 0,0 7 10 0,0-7-5 15,0 0 6-15,0 0-8 0,0 0-2 0,0 0-7 16,0 0-6-16,0 0-2 0,0 0-11 0,0 0-1 15,-1-26-10-15,1 26-1 0,2-18-6 0,1 5-12 16,2 3-2-16,-1-6-1 0,4 3-9 0,0-1-2 16,3 1-9-16,-1-1 4 0,4 2-9 0,-1 3 0 15,3 0 2-15,1 3-3 0,-2 4 2 0,-2-1-10 16,5 3 3-16,-4 1 2 0,4 2 1 0,-1 4 3 16,-6-1-6-16,1 2 5 0,2 3 0 0,-5 1 0 15,2 1 2-15,1 0 7 0,-6-3-7 0,2-1 4 16,-1-1-4-16,-2 2 3 0,-1-1 2 0,-1-2 1 15,-2 0-1-15,2-1 1 0,-3-6 7 0,1 7-1 16,-1-7 3-16,0 0 3 0,3 8 11 0,-3-8 13 16,0 0-12-16,0 0-3 0,0 0-9 0,0 0 13 15,0 0-14-15,0 0-9 0,0 0 5 0,0 0-2 16,-8-21-3-16,8 21-7 0,4-19-1 0,-2 10 1 16,3-2-3-16,1 1-1 0,1 1-5 0,-1-1 8 15,2 3-4-15,0 0-2 0,1 0 1 16,-4 3-2-16,1 2-5 0,-6 2 6 0,11-3 0 0,-11 3 3 15,11 2-6-15,-5 1 3 0,0 2 3 0,-1 4 1 16,0-1-4-16,1 1 7 0,-2 3-1 0,0-1-3 16,-2 1-5-16,1 1-25 0,-3-2-34 0,0 5-40 15,0-4-55-15,1 5-65 0,-1-5-63 0,-2-2-199 16,2-10-534-16,-2 19 237 0</inkml:trace>
  <inkml:trace contextRef="#ctx0" brushRef="#br0" timeOffset="11819.68">16470 3542 186 0,'0'0'258'0,"0"0"-24"16,4-4-19-16,-4 4-20 0,0 0-15 16,0 0-11-16,0 0-16 0,0 0-12 0,0 0-14 15,-7 25-12-15,6-19-10 0,1-6-10 0,-2 13-8 16,0-7-11-16,2-6-6 0,0 12-10 0,0-12-4 15,-2 9-5-15,2-9-4 0,0 8-5 0,0-8 0 16,0 0-4-16,-1 10 8 0,1-10 17 0,0 0 13 16,0 0 0-16,0 0 21 0,-4 3-7 0,4-3-8 15,0 0-9-15,0 0-6 0,0 0-8 0,0 0 0 16,0-28-8-16,1 18-5 0,0 0-3 0,4-2-8 16,0-3-6-16,-1-2 0 0,3 2-3 0,2-4-3 15,2-6-8-15,2 2-2 0,1 0 3 0,-2 6-4 16,-3-1-3-16,7-2 5 0,-6 5-3 0,-1 5 1 15,0 3-7-15,-2 0 4 0,-2 1-5 0,-1 1 2 16,0 2-5-16,-4 3-8 0,8-4 3 0,-8 4-3 16,0 0 6-16,13 12 16 0,-6 1 14 0,-2-3 7 15,0 8-3-15,0-1 6 0,-1 1 1 0,1 1 3 16,-1 2 1-16,-2-4-20 0,2 9 22 0,0-9-7 16,0 1-3-16,-3-3 1 0,3 0-8 0,-3-1-4 15,3 2 5-15,-1-5-24 0,0-1-37 0,-1 1-49 16,0-2-56-16,0 1-56 0,-2-10-63 0,2 15-57 15,-3-7-266-15,1-8-626 0,-8 11 277 0</inkml:trace>
  <inkml:trace contextRef="#ctx0" brushRef="#br0" timeOffset="11963.52">16443 3572 157 0,'0'0'237'0,"0"0"-24"0,0 0-25 0,11-10-17 15,1 5-14-15,5-2-19 0,5 3-17 0,7-4-36 16,2 1-50-16,3 0-79 0,5-2-74 16,-9 3-106-16,5-3-241 0,-1 0 106 0</inkml:trace>
  <inkml:trace contextRef="#ctx0" brushRef="#br0" timeOffset="13963.12">18069 3271 154 0,'0'0'268'0,"-14"-1"-1"0,14 1-11 15,0 0-6-15,-10 0-12 0,10 0-17 0,0 0-14 16,0 0-5-16,0 0-30 0,0 0-16 0,0 0-21 16,0 0-11-16,0 0-14 0,39-8-29 0,-11-1 7 15,2 5-13-15,-2 1-19 0,3-2-29 0,-10 2-28 16,6-1-36-16,0 3-35 0,-8 1-31 0,-1 0-35 15,-4 0-26-15,-2 0-40 0,-1 0-22 0,-3 1-131 16,-8-1-387-16,0 0 171 0</inkml:trace>
  <inkml:trace contextRef="#ctx0" brushRef="#br0" timeOffset="14329.73">18273 3271 168 0,'0'0'162'0,"-7"1"-6"0,7-1-15 16,0 0-3-16,-3 9-8 0,1-3 5 15,0 3-8-15,1 2 5 0,-2 6 6 0,1 2 10 16,1 1-2-16,1-1-8 0,0 5-5 0,0-3-10 16,1 3-9-16,-1-7-9 0,1 0-4 0,0 0-5 15,-1-2-7-15,3 2-12 0,0-2-6 0,-1-2-4 0,1-2-8 16,-1 1-3-16,1-1-5 0,-2 0-8 0,0-4-1 16,2-1 0-16,-2 1-7 0,-1-7-3 15,3 14-6-15,-2-11-7 0,-1-3-16 0,1 11-11 16,-1-11-10-16,-1 8-11 0,1-8-9 0,0 0-12 15,-5 10-11-15,5-10-6 0,-6 4-10 0,6-4 3 16,-11 1-5-16,11-1 15 0,-15-1 1 0,6-2 10 16,-1 1 1-16,1 0 7 0,0 0 9 0,1 0 14 0,8 2 14 15,-14-3 19-15,14 3 10 0,-10-2 10 16,10 2 7-16,-8-2-2 0,8 2 4 0,0 0 5 16,0 0 2-16,-9-2-1 0,9 2 2 0,0 0 2 15,0 0-1-15,0 0-5 0,0 0-1 0,0 0-5 16,0 0-3-16,30 4-3 0,-14-5-5 0,3 1-10 15,3 0-15-15,6-3-24 0,2-1-40 0,-1 4-46 16,1-3-49-16,3-1-57 0,-4 2-209 0,3-4-458 16,-1 2 203-16</inkml:trace>
  <inkml:trace contextRef="#ctx0" brushRef="#br0" timeOffset="14584.99">18841 3523 25 0,'0'0'281'0,"0"0"-2"0,-12-14 4 0,12 14-7 0,-7-2-12 16,7 2-17-16,0 0-17 0,-18 3-16 15,8-1-11-15,10-2-19 0,-21 7-12 0,8-1-6 16,0 3-6-16,-2 3-10 0,2-2-13 0,-1 3-18 0,3-3-7 16,2 0-14-16,0-1-1 0,3 2-19 15,0-1-8-15,4-1-6 0,-1 1-11 0,2 1-9 16,1-11-4-16,4 17-29 0,1-8-26 0,0-2-31 15,5 0-21-15,1 1-42 0,-1-3-33 0,4 0-34 16,3 2-32-16,2-4-26 0,1 0-31 0,1-2-202 16,-2-1-503-16,-1-1 222 0</inkml:trace>
  <inkml:trace contextRef="#ctx0" brushRef="#br0" timeOffset="14998.9">19176 3527 175 0,'2'-7'229'0,"-1"2"-3"0,-1 5 6 15,-1-11-6-15,1 11 0 0,-6-9-12 0,0 6-1 16,-2 2-20-16,-3 1-5 0,-2 1-11 0,1 2-8 16,-7 2-7-16,2 1-11 0,1 2-17 0,0-1-8 15,1 2-11-15,1-1-14 0,1 3-8 0,4-3-5 16,3 1-18-16,1 0-8 0,-2 0-5 0,5 0-2 16,2 3-12-16,0-6-16 0,0-6-6 0,6 17-5 15,2-9-4-15,1-2-15 0,1 1 5 0,1-3-5 16,4 4-11-16,0-4 2 0,-4-3-7 0,3 1-5 15,-2 0-2-15,-3 0 3 0,0-1 4 16,0 0 0-16,-3-1 1 0,-6 0 4 0,0 0 6 16,15 1 2-16,-15-1 1 0,0 0 11 0,9-1-1 0,-9 1 0 15,0 0-2-15,0 0-6 0,0 0 9 0,0 0 0 16,0 0 5-16,0 0 3 0,-39 4 9 0,26 0 3 16,1-1 5-16,0 1-3 0,-5 4 8 0,1-3 0 15,0 3-3-15,-2-1 4 0,8-1-6 0,-3 1-2 16,4 0-4-16,0-1 1 0,2 2-5 0,-1 0-3 15,3-1 2-15,1 2-6 0,2 1 3 16,2-10-2-16,-4 13-8 0,4-13-13 0,2 13-2 16,-2-13-14-16,11 9-21 0,1-5-23 0,0-1-35 15,6-2-33-15,1 0-32 0,1-3-49 0,1 2-40 16,-2-3-43-16,1-1-169 0,-2 1-507 0,4 0 225 0</inkml:trace>
  <inkml:trace contextRef="#ctx0" brushRef="#br0" timeOffset="15365.75">19376 3628 62 0,'0'0'288'16,"0"0"-8"-16,2-13-10 0,-2 13-14 0,0 0-8 15,-7-10-8-15,7 10-12 0,0 0-11 0,-14-4-14 16,14 4-12-16,-14 1-14 0,14-1-12 0,-20 8-14 16,11-1-5-16,-2 1-2 0,1-1-29 0,3-1-8 15,-4 7-8-15,4-3-12 0,-1 1-7 0,2-3-9 16,1 3-7-16,3-1 4 0,2-10-17 0,-1 17-3 15,1-17-2-15,1 17 2 0,-1-17-7 16,8 18 2-16,-2-9-6 0,3 0-3 0,-1-2 1 0,2-4 1 16,-10-3-12-16,23 4-4 0,-23-4 1 15,22-3 0-15,-9 2-3 0,-13 1-18 0,24-7 22 0,-12 3-5 16,1-2-3-16,-2-1-4 0,0 1-2 0,-1-3 2 16,-1 1-2-16,-2-1 1 0,-1 0 2 0,0-2-16 15,-2 1 7-15,1-3 4 0,-2 0-20 0,-3 3 20 16,0-2-25-16,0 12 29 0,-8-20-4 0,2 12-3 15,-2 0 4-15,1 0-8 0,-2 3-6 0,0-2-8 16,-1 1-12-16,-2 4-22 0,2 1-26 16,-3 2-15-16,3 0-39 0,10-1-43 0,-24 7-56 15,14-5-65-15,-2 3-292 0,4 2-632 0,8-7 279 0</inkml:trace>
  <inkml:trace contextRef="#ctx0" brushRef="#br0" timeOffset="15829.94">19909 3507 59 0,'0'0'273'0,"0"0"-6"0,-7-3-8 16,7 3-3-16,0 0-5 0,-8-3-6 15,8 3-4-15,0 0-19 0,0 0-9 0,0 0-19 16,-7-3-13-16,7 3-6 0,0 0-12 0,0 0-11 16,0 0-18-16,0 0-22 0,0 0 4 0,0 0-1 15,0 0-8-15,0 0-13 0,26-1-12 0,-16-1-6 16,3 2-6-16,5-2-4 0,-1 1-9 0,0-2-13 15,1 1-28-15,-1-2-26 0,-3 3-48 0,-2 0-57 16,-1-2-60-16,-1 3-70 0,-2-2-65 0,-2 1-245 16,-6 1-600-16,0 0 265 0</inkml:trace>
  <inkml:trace contextRef="#ctx0" brushRef="#br0" timeOffset="16030.7">19919 3613 42 0,'0'0'321'0,"-6"6"-11"0,6-6-2 0,0 0-11 16,-6 5-8-16,6-5-22 0,0 0-7 0,0 0-23 15,0 0-24-15,0 0-21 0,0 0-17 0,21 1-16 16,-5-2-17-16,3 1-21 0,4-3-27 0,5 1-38 16,0 0-48-16,-1-1-56 0,-6 2-66 0,-1 1-86 15,3-3-79-15,-6 1-196 0,3 0-516 0,-6-1 229 16</inkml:trace>
  <inkml:trace contextRef="#ctx0" brushRef="#br0" timeOffset="17566.83">20811 3344 74 0,'-2'-6'271'0,"2"6"-7"0,0 0-18 15,0 0-9-15,0 0-16 0,-1-10-13 16,1 10-28-16,6-5-1 0,-6 5-18 0,12-8-10 15,-2 3-12-15,0 1-4 0,0 1-7 0,4 0-14 16,-2 1-10-16,-1-2-9 0,3 2-7 0,-2 4-14 16,2-1-1-16,-3 2-14 0,-2 1-11 0,0 0 0 15,0 0-5-15,-2 5 7 0,0-1-13 0,-2 2 13 16,-1 0 7-16,-1 2 8 0,-3 1-10 0,-2-1 4 16,-3 3 1-16,-2 1-6 0,0-1-3 0,-2 0-4 15,-3-1-4-15,0 1-2 0,-1-4 1 0,-1 2-2 16,1-4-6-16,0 1-4 0,1-2 2 0,0 1-9 15,1-5-2-15,-1 4-5 0,1-1 2 0,1-3 1 16,-1 1-7-16,5-2 6 0,6-3-5 0,-13 4-1 16,13-4-3-16,-7 5-4 0,7-5 1 0,0 0 0 15,-9 3 1-15,9-3-14 0,0 0 0 0,0 0-7 16,-7 2 3-16,7-2-7 0,0 0-2 0,0 0 4 16,20 4 1-16,-9-4-9 0,7 1-7 0,2-2-15 15,1 0-18-15,8 0-21 0,-1-1-28 0,3 0-31 16,-2 0-28-16,2-1-35 0,0 0-23 0,-3-1-32 15,1 2-13-15,-2-2-161 0,-8 1-471 0,2-1 209 16</inkml:trace>
  <inkml:trace contextRef="#ctx0" brushRef="#br0" timeOffset="18214.56">21337 3404 148 0,'1'-10'216'15,"-1"10"2"-15,-3-9 0 0,3 9-4 0,0 0-9 16,-2-7-8-16,2 7-11 0,-3-6-19 0,3 6-18 15,0 0-10-15,-12 1-19 0,12-1-3 16,-9 9-5-16,2 0-12 0,0 1-4 0,0 0-9 16,1 2-6-16,-1 3-10 0,3-4-8 0,1 0-5 15,-2 2-2-15,5-1-6 0,-3 1-7 0,4-2-8 16,1-1 3-16,3 2-2 0,0-2-4 0,0-1 1 0,1 0 3 16,5-2-4-16,0-1 2 0,2-1-3 0,0-1-3 15,-2-1 3-15,7 0-3 0,0-2-9 16,-4-1 1-16,-1 0-5 0,-2-3 1 0,3 2-7 15,-2-2-1-15,1-1 1 0,-2-2-7 0,-1 0 0 16,2-2-9-16,-2 0 0 0,-2-2 6 0,-1 1-5 16,0-2 1-16,-2-1-7 0,-1-3 11 0,-2 1-1 15,0 0 0-15,-5 1-12 0,2 1 11 0,-3-4 0 16,0 4 0-16,-1 0-8 0,-3 1 11 0,2 0-2 16,0 2 12-16,-2 2 0 0,1-2 0 0,0 3-2 15,2 2-2-15,-2-1 8 0,7 5-4 0,-5-7-2 16,1 2-1-16,4 5-2 0,-7-4 0 0,7 4-17 15,0 0 10-15,-5-4-4 0,5 4 1 0,0 0 0 16,0 0 1-16,0 0 8 0,23 0-8 0,-11 3 3 16,8-2-1-16,1 3 0 0,-1-2 0 0,-1 1 1 15,-2-3-4-15,0 2 2 0,0 0 0 0,-5 1 1 16,1-1-6-16,-3 2 1 0,-1 0 0 0,0 1 3 16,0 0-2-16,-2 1 4 0,-2 0 3 0,-3 0 9 15,1 1 2-15,-2 3 3 0,-1 1-5 0,0 0 9 16,-1-1-4-16,0 3-3 0,-1-4 1 0,2 1 1 15,0 0-1-15,0 0-1 0,2-1-5 0,-4 1 4 16,5-3-5-16,0 0 2 0,0-2-1 16,4 1-2-16,-2-1 1 0,3 1 1 0,1-3-4 0,2 1 0 15,0-1-1-15,1-2 4 0,2-1-6 0,4-1 4 16,0-3-6-16,-3 1 0 0,0-1 0 0,-3-2 1 16,2 1-1-16,-4-2 1 0,0-1 2 0,-2 1-4 15,0-2 3-15,-4-1 0 0,0-2 2 0,-2 2-3 16,-2-6 0-16,-1 6 4 0,0-3-5 15,-5 2-7-15,3 3-12 0,-3-1-18 0,0 2-14 16,-4-1-25-16,1 3-33 0,-1 2-35 0,-2 0-41 16,2 3-54-16,-3 0-236 0,0 3-515 0,3 3 229 15</inkml:trace>
  <inkml:trace contextRef="#ctx0" brushRef="#br0" timeOffset="18729.74">21991 3670 128 0,'0'0'275'0,"10"-1"-3"0,-10 1-4 16,0 0-9-16,22-9-11 0,-14 2-15 0,-1 0-17 15,0-3-21-15,0 2-12 0,2-5-16 0,0 4-9 16,0-4-10-16,-2 3-20 0,2-4-8 0,2 0-14 16,-3-2-6-16,0 4-12 0,0-1-9 0,0-6-4 15,-2 2-5-15,1-2-9 0,-1 2-9 0,1 2-1 16,-2-1-6-16,0 2 8 0,-1 2 6 0,-2 1-6 15,1 3-7-15,-3 8-1 0,2-13-4 0,-2 13-6 16,5-9-8-16,-5 9-6 0,0 0-1 0,0 0-4 16,0 0 3-16,0 0 6 0,0 0 2 0,0 0-7 15,0 30 1-15,-2-19-1 0,2 3-5 0,-3 1 5 16,2-4-20-16,1 3 14 0,4-4 5 0,-2 3-5 16,1-2-2-16,-1-3-4 0,5 0 5 0,-1 1 0 15,2-1-4-15,2 0-1 0,2-5 5 0,2 1-4 16,4 0 2-16,0-5-6 0,-2 1 10 0,3-1-7 15,-6-1-23-15,0 0 24 0,1-2 3 0,-1 1-15 16,-3-3 12-16,0 0-4 0,2-1 10 16,-3-1-8-16,-3-1-3 0,2 1 6 0,-2-3-22 15,0 0 33-15,-2 0 2 0,1 0-7 0,-1 0-1 0,-2 0 7 16,-1 1 9-16,-1 10 7 0,3-13-7 0,-3 8 3 16,0 5-4-16,0 0-2 0,1-11-3 0,-1 11-16 15,0 0 10-15,0 0-7 0,0 0-1 16,0 0-1-16,0 0 0 0,0 0-1 0,-11 32 3 0,8-22-2 15,0 2 2-15,0 4-2 0,1 0-7 16,1-3-18-16,3 3-38 0,1-5-33 0,3 5-56 16,-1-6-41-16,1 3-56 0,4-4-64 0,-1 1-57 0,1 2-237 15,-1-5-647-15,1-1 286 0</inkml:trace>
  <inkml:trace contextRef="#ctx0" brushRef="#br0" timeOffset="19199.62">22735 3491 248 0,'0'0'257'16,"0"0"-16"-16,4-6-19 0,-4 6-5 0,0 0-6 15,0 0-5-15,0 0-9 0,0 0-9 0,-12 25-5 16,7-15-14-16,1 0-15 0,2-1-18 0,-3 2 0 16,2 1-3-16,-1-3-8 0,2 2-17 0,-1-2-27 15,3-9 1-15,-4 11-3 0,4-11-10 0,-2 9-5 16,2-9 8-16,0 0 10 0,-4 9 8 0,4-9 4 15,0 0 9-15,0 0 12 0,0 0-10 0,0 0-11 16,0 0-8-16,0 0-4 0,0 0-20 0,0 0 1 16,0 0-11-16,-13-29-2 0,13 19-10 0,0 10 0 15,3-29-6-15,3 11-2 0,-2 1-5 0,5-5-4 16,-1-4-17-16,0 2 15 0,3-2-10 0,0-1 6 16,2-2-12-16,1 3-1 0,0 0 4 0,-1 4-5 15,1 0 7-15,-3 8 3 0,1 2-3 0,-4 2 3 16,-1 3-4-16,1 0-1 0,-3 2-1 0,-5 5-6 15,7-7 2-15,-7 7-3 0,8-4-4 16,-8 4 5-16,0 0-3 0,13 20 3 0,-8-5-13 16,0 2 25-16,-1 2 6 0,-1 0 10 0,8 4-2 0,-8-4-4 15,-1 0 7-15,0 1-8 0,2-1 5 0,-3-1-1 16,3-2-4-16,1 2-7 0,-3-1 4 0,2-1-3 16,0 0-5-16,0-4 4 0,0-2-1 0,-2 1 3 15,1 0-6-15,-1-1-10 0,3-4-30 0,-5-6-28 16,5 14-40-16,-2-8-43 0,-3-6-42 15,3 9-43-15,-3-9-38 0,0 0-52 0,-2 11-44 0,2-11-254 16,0 0-664-16,0 0 295 0</inkml:trace>
  <inkml:trace contextRef="#ctx0" brushRef="#br0" timeOffset="19353.06">22704 3514 149 0,'0'0'306'0,"0"0"-29"16,-11-4-21-16,11 4-17 0,0 0-13 15,-7-1-22-15,7 1-18 0,0 0-20 0,0 0-13 16,26-11-16-16,2 4-22 0,4 1-40 0,6-1-53 16,-2 0-63-16,1-1-90 0,2 1-93 0,0-2-129 0,-4-1-382 15,-2-2 169-15</inkml:trace>
  <inkml:trace contextRef="#ctx0" brushRef="#br0" timeOffset="21304.7">24579 3113 132 0,'-2'-4'273'0,"2"4"-18"0,-6-6-12 0,6 6-15 0,-5-4-15 16,5 4-15-16,-10-2-17 0,10 2-17 0,-8-1-16 15,8 1-14-15,0 0-13 0,-12 7-9 0,3 1-9 16,1 2-12-16,-2 7-6 0,-7 4 27 0,3 2-12 15,2 1-9-15,1 1-9 0,2-1-11 0,3 2-7 16,1-6-4-16,1 4-7 0,3 0 3 16,2-3-8-16,1-3-3 0,1 1 3 0,5 1 4 0,-2-1-6 15,8 1 1-15,-3-4-15 0,0 0-8 0,5-2-18 16,-2-1-13-16,4-2-30 0,0 0-22 0,1-2-29 16,-2 1-35-16,3-2-30 0,-2-1-38 0,0-4-31 15,3 2-35-15,-3-2-174 0,-3-2-466 0,-2 1 207 16</inkml:trace>
  <inkml:trace contextRef="#ctx0" brushRef="#br0" timeOffset="21681.17">24925 3332 193 0,'-2'-7'224'0,"-1"-1"5"0,-2 4-2 0,1-2-2 15,4 6-12-15,-12-6-12 0,4 5-14 0,8 1-14 16,-16 2-11-16,-1 6-11 0,4 1-16 0,-1 2-11 15,2 5-11-15,1-1-8 0,-5 8-14 0,5-8-5 0,2 1-11 16,0 2-9-16,5-2-7 0,2 1-3 16,-1-1-4-16,2 0-5 0,2-3-9 0,3-1-11 15,-1-2-7-15,2-1-9 0,1 1-4 0,2-2-5 16,2-1-12-16,-2-1 2 0,4-2-7 0,-4-2 1 16,2 0 1-16,2-1 0 0,-2-2 5 0,-1-2 1 15,2 0 0-15,-1-2 0 0,-2-1 2 0,-1 1 8 16,-1-4 11-16,2 2 1 0,-3-3 3 0,1 1 7 15,-3-3 9-15,-1 0 12 0,-2 1-8 0,0 0 6 16,0-1-12-16,0 2 37 0,-1-1 9 0,1 11 5 16,-1-12 5-16,1 12-2 0,-1-12-19 0,1 12 0 15,0-6-12-15,0 6-10 0,0 0-3 0,0 0-11 16,0 0-3-16,0 0-2 0,0 0-5 0,0 0 1 16,0 0 0-16,3 24 1 0,-3-12-5 0,2 0-2 15,-1 0-3-15,3 2 8 0,1 2-33 0,0-6-33 16,1 5-43-16,-2-3-38 0,4 1-48 0,-2-2-57 15,2 0-57-15,1-3-282 0,-4-1-617 0,4-1 273 16</inkml:trace>
  <inkml:trace contextRef="#ctx0" brushRef="#br0" timeOffset="21917.99">25200 3123 123 0,'-2'-17'349'15,"-2"-2"6"-15,4 7 2 0,-2 3-9 0,0 3-9 16,2 6-39-16,0-13-29 0,-3 8-34 0,3 5-28 16,0 0-23-16,0 0-14 0,0 0-22 0,-11 40-3 15,7-12-19-15,-1 4-8 0,1 4-15 0,-1-2-13 16,3 2-7-16,0 11-9 0,2-12-7 16,0-2-14-16,3 1-29 0,2-3-46 0,0-2-39 0,-2 2-51 15,0-4-34-15,5 1-37 0,-4-1-37 16,-2-8-45-16,3 0-47 0,-3 0-189 0,-2-4-542 15,0 0 240-15</inkml:trace>
  <inkml:trace contextRef="#ctx0" brushRef="#br0" timeOffset="22616.97">25535 3344 2206 0,'5'-10'156'0,"-1"0"-12"0,2 0 4 16,-2 4-13-16,-4 6-21 0,0-12-5 0,0 12-5 16,0-7-9-16,0 7-11 0,0 0 3 15,-12-5 2-15,12 5-1 0,-13 4-7 0,2 2-3 16,-5 3-3-16,0 3 0 0,1 0-10 0,4 3-9 15,-1-2-4-15,-1 2-5 0,6 0-5 0,-2 4 3 16,4-2-11-16,-2-3 0 0,6 2-4 0,0-4 3 0,1 1-19 16,2-2-9-16,1 0-7 0,3 1-11 15,2-3-7-15,1 1-9 0,0-2-20 0,4-3 15 16,-2 1-11-16,4-1-7 0,-1-3-1 0,1-1 0 16,-2-1 0-16,0-1 5 0,-1-2 4 0,3-3 4 15,3-2 0-15,-9 1 13 0,3-4 3 0,0-2 2 16,0 1 8-16,-2-2 3 0,-2-1 5 0,2-2 1 15,-2 2 6-15,1-2 11 0,-3 1 4 0,-1 0 8 16,-1 4 9-16,-2 2 6 0,2 3 10 0,-1 0 4 16,-3 7-19-16,4-10 13 0,-4 10-8 0,3-9-11 15,-3 9 2-15,0 0-7 0,0 0 4 0,0 0 0 16,0 0 1-16,0 26-8 0,0-14 1 0,-3 2 3 16,6 0-2-16,-3-3-2 0,0 2-7 0,2 4-3 15,0-5 3-15,3-1-4 0,-1 0 6 0,3 0-2 16,-1-1-8-16,4-2-5 0,-1-1-4 0,0 0-4 15,3-2-3-15,0-1-3 0,-1-2-2 0,1 0 5 16,-1-2-2-16,1 0 8 0,-3-3-4 0,1-2 0 16,2 0-1-16,-5 0 2 0,1-3-1 0,1 2 0 15,-1-4 1-15,-2-1 5 0,3-3-2 0,-5 3 6 16,3-4-3-16,0 1 13 0,-2-1-10 0,-1-1 10 16,-2 7 0-16,0-1 15 0,1 3 3 0,-1 1 5 15,-2 6-4-15,4-8 1 0,-4 8-13 0,5-8 10 16,-5 8-17-16,0 0 1 0,0 0-2 15,0 0-3-15,0 0 6 0,0 0 3 0,-3 28-6 16,1-15 0-16,0-1-6 0,0 3 6 0,4 1-8 0,-2-1-24 16,2 2-26-16,0-5-33 0,2 0-46 0,2-1-34 15,-2-1-47-15,0 2-59 0,5-6-61 0,-1 2-218 16,-2-5-592-16,3 0 262 0</inkml:trace>
  <inkml:trace contextRef="#ctx0" brushRef="#br0" timeOffset="22834.61">26149 3139 146 0,'-2'-18'306'0,"2"6"10"0,-2 4 2 0,1 1-12 16,1 7-19-16,1-12-26 0,-1 12-25 0,-1-8-26 16,1 8-43-16,0 0 1 0,0 0-4 0,0 0-10 15,0 42-17-15,0-15-8 0,-2 5-7 16,-2 0-7-16,4-1-20 0,2 3-6 0,0-1-14 0,0-1-33 15,1 0-39-15,1-2-48 0,0 1-45 0,-4-8-60 16,2-3-51-16,4-1-60 0,-2-2-256 16,-2-7-560-16,3 1 249 0</inkml:trace>
  <inkml:trace contextRef="#ctx0" brushRef="#br0" timeOffset="23200.72">26450 3334 91 0,'0'-9'316'0,"-2"-1"-10"16,0 3 0-16,2 7-17 0,-5-8-23 0,-2 6-16 16,7 2-19-16,-15 3-20 0,1 3-17 15,0 1-17-15,8 3-17 0,-8 0-24 0,1 2-10 16,6 3-9-16,-2-2-10 0,6-2-8 0,-1 0-17 16,-2-1-7-16,3 0-14 0,-1-1-12 0,4 1-19 15,4 0-18-15,-1-3-18 0,-1 0 5 0,2 0-7 0,1-3 0 16,4 0-11-16,-4 0 2 0,-5-4-1 15,10 0 1-15,-10 0 5 0,11-4 3 0,-5 0 1 16,0 0 1-16,-2-3 2 0,1 1 9 0,-1-4 0 16,0 1 4-16,2-1 0 0,-2 2 6 0,-1-1 11 15,-1 3 13-15,2 1 4 0,-4 5-7 0,4-9 12 16,-4 9-3-16,2-5-10 0,-2 5-4 0,0 0-8 16,0 0 0-16,0 0 3 0,0 0 7 0,3 20-4 15,-3-8 2-15,-3-1-7 0,-1 6 0 0,4 1-3 16,-2-2-23-16,2 1-9 0,0-1-39 0,0 0-54 15,0 1-65-15,4-2-78 0,-2-2-76 0,-1-2-210 16,1-1-578-16,-2-10 256 0</inkml:trace>
  <inkml:trace contextRef="#ctx0" brushRef="#br0" timeOffset="23437.41">26596 3327 2252 0,'5'-35'68'0,"-3"0"9"0,-4 3-10 15,2 2 34-15,-2 3 22 0,4 10 34 0,-2 1 5 16,-2 5 0-16,4 1-11 0,-2 3-11 0,0 7-4 16,-2-10-26-16,2 10-15 0,0 0-11 0,0 0-13 15,0 0 11-15,0 0-14 0,-1 28 25 0,-1-2-13 16,0 5-3-16,-3 4-13 0,3 0-5 0,-1 0 1 16,1-2-6-16,0 13-10 0,0-13-2 0,-2 0-2 15,1-2-9-15,1 1-37 0,2-3-37 0,0-3-41 16,0-1-55-16,-2 1-58 0,0-7-78 0,-1-3-88 15,-2-1-245-15,1-3-658 0,-3-3 292 16</inkml:trace>
  <inkml:trace contextRef="#ctx0" brushRef="#br0" timeOffset="23576.81">26607 3310 43 0,'11'4'52'0,"-1"3"-35"0,0 2-36 0,-1 5-20 16,-2 1 8-16</inkml:trace>
  <inkml:trace contextRef="#ctx0" brushRef="#br0" timeOffset="23833.94">26744 3557 95 0,'14'0'221'0,"-4"-4"-10"16,-1 0-9-16,3 0-7 0,-1-3-4 15,-1-1-18-15,3-5-14 0,5 2-16 0,-5-2-13 0,2-1-10 16,-1-1-9-16,0-2-10 0,-1 2-8 16,-4-2-4-16,7-4-5 0,-9 4 5 0,2 1 11 15,-3 1 6-15,-2 2 8 0,0 4 11 0,-2-1 7 16,0 1-4-16,-2 2 0 0,0 7-3 0,-2-13 5 16,0 7-13-16,2 6-18 0,0 0-8 0,-19 4-6 15,8 2-10-15,-1 5-24 0,-3 2-2 0,-1 1 11 16,5 0-4-16,-1 1-1 0,2 2-13 0,5-2-32 0,1 2-35 15,4 1-32-15,4-2-45 0,1 0-57 16,5-2-70-16,7-1-88 0,-4 0-249 0,5-6-614 16,3 0 272-16</inkml:trace>
  <inkml:trace contextRef="#ctx0" brushRef="#br0" timeOffset="24095.78">27851 3114 163 0,'2'-16'393'16,"3"6"5"-16,-2 1-15 0,-3 2-16 0,2 1-19 15,-2 6-26-15,2-9-36 0,-2 9-32 0,5-8-26 16,-5 8-31-16,0 0-22 0,0 0-12 0,8 17-13 16,-6-1-12-16,-2 7-15 0,1 4-20 0,1 0-10 15,0 3 1-15,3-2-10 0,-5 3-3 16,4-2-9-16,-4 0-11 0,1 1-5 0,-1 0-2 0,0 0-11 15,-3-5 2-15,1 3-5 0,2-8-6 0,-2-1-38 16,-2-1-13-16,1 1-44 0,0-2-49 0,-3 0-38 16,2-1-48-16,1-3-63 0,-1-1-74 0,0-1-304 15,-6-1-690-15,3-1 306 0</inkml:trace>
  <inkml:trace contextRef="#ctx0" brushRef="#br0" timeOffset="24545.97">27985 3013 180 0,'1'-18'281'0,"4"0"-9"16,-3 6-5-16,0 0 5 0,0 1-22 0,0 2-11 16,-1 0-26-16,2 2-31 0,-3 7-8 0,3-8-21 15,2 4-15-15,-5 4-16 0,15-3-16 0,-4 6-5 16,2 1-12-16,2 3-7 0,-3 0-8 0,2 3-11 15,1 0-23-15,-6 0 10 0,4 1-7 16,-6-2-8-16,1 5-8 0,-5-3-9 0,1 1 7 0,-1 3-5 16,-3-3-5-16,-3-2-1 0,1 2-1 0,-6 2-3 15,-2-2-5-15,1-1 0 0,0-3 7 16,-5 2-8-16,4-3-6 0,1-1-11 0,1 1-5 16,4-3-11-16,-3 0-12 0,3 0-10 0,4-4-2 15,-6 9-6-15,3-5-3 0,3-4 0 0,0 0 6 16,4 14 2-16,0-9 3 0,-1-1 9 0,3 1 0 15,4 3 3-15,-5-1 6 0,3 2 3 0,-3-1 4 16,3 1 4-16,-2 0 0 0,-2 1 1 0,0-1 7 16,-3 1 2-16,3-1 11 0,-3 1 9 0,-2-1 12 15,-3 0 6-15,-1 1 0 0,1 0 7 0,-4-1 5 16,1 1 4-16,-3-3-2 0,-6 1-6 0,3 1-2 16,-3-2-1-16,-2 0-21 0,6-2-20 0,1 1-31 15,1-1-39-15,-2-3-50 0,3 2-58 0,4-2-65 16,-4 1-144-16,9-3-428 0,-11 7 189 0</inkml:trace>
  <inkml:trace contextRef="#ctx0" brushRef="#br0" timeOffset="24995.34">28379 3446 159 0,'0'0'361'16,"-9"-9"1"-16,5 4-2 0,4 5-21 0,-20-11-9 15,11 9-20-15,-3 0-26 0,0 2-24 0,-5 2-24 16,2 0-19-16,-1 5-30 0,-1 0-4 0,2 3-23 16,-3 1-12-16,5 1-17 0,-1-1-8 0,5 3-16 15,0 2-12-15,0-6-4 0,3 4-10 16,4-2-7-16,1-2-20 0,2 4-6 0,1-4-16 0,2 2-13 16,-2-2-1-16,8-3-23 0,-2 2 13 0,1-3-7 15,1-2-19-15,2 1 5 0,-2-4-4 0,4-1 2 16,-14 0-2-16,24-6 5 0,-15 2-3 0,0-2-3 15,0-3 7-15,0-1-1 0,0-3 4 0,-3-2-7 16,1-2 8-16,-2 1-2 0,-1-1 2 0,-2-2 7 16,1-6-4-16,2 0-5 0,-3 4 9 0,1-5-1 15,0 2 2-15,4 0 7 0,-3 0 5 0,-3 5 0 16,-1 1 13-16,2 2 4 0,-2 4 0 0,2 0 11 16,-2 6 6-16,3-4-1 0,-2 5 2 0,-1 5-6 15,0-10-16-15,0 10 6 0,0 0-11 0,3-7-7 16,-3 7 6-16,0 0-2 0,0 0-4 0,-7 30 4 15,3-12 0-15,2 8 3 0,-5 0-6 0,4-1-2 16,-1 1-1-16,1 1 1 0,2-2-14 16,-2-6-31-16,5-1-48 0,0 3-59 0,-1-4-61 0,1 3-58 15,-1-2-70-15,4-3-58 0,-2-3-238 0,2-1-675 16,1-3 298-16</inkml:trace>
  <inkml:trace contextRef="#ctx0" brushRef="#br0" timeOffset="25199.85">28656 3424 206 0,'2'-9'344'0,"-2"4"4"0,0 5 4 15,0 0-17-15,-2-16-22 0,2 16-22 0,-8 0-10 0,8 0-10 16,-19 8-10-16,5 1 0 0,5 0-17 16,-5 1-18-16,2 1-25 0,2 1-18 0,0 1-18 15,2-1-16-15,3-1-22 0,0 0-10 0,2 1-9 16,1 0-12-16,2-2-25 0,2 3-33 0,3-3-42 15,3 0-51-15,7 0-61 0,1 0-63 0,3-4-66 16,8-1-74-16,2-1-78 0,-8-1-216 0,7-3-662 16,0-3 293-16</inkml:trace>
  <inkml:trace contextRef="#ctx0" brushRef="#br0" timeOffset="25633.8">29464 3185 98 0,'0'0'378'0,"0"0"-31"0,-11-9-34 0,5 6 3 0,-5 1-8 16,-1 4-23-16,-6 1-21 0,-8 4-30 0,-1 5-4 16,2 0-10-16,3 1-21 0,3-2-42 0,1 3 1 15,3-2-8-15,2 0-20 0,1 2-14 0,2 1-13 16,1-3-12-16,3-1-4 0,3 2-6 15,2-1-12-15,-2-2-14 0,5-3-9 0,0 3-8 16,4-1-8-16,1-2 0 0,1 0-12 0,-1-2 0 16,4-2-7-16,-1 0-1 0,-1-1-5 0,-1-2-22 15,3-3 19-15,-3 1 4 0,2-1 5 0,0-1 7 16,-2-2-10-16,-1-3 5 0,0 2 0 0,0-2-5 16,-1-1 14-16,0 0 0 0,-1-2-9 0,3-2 3 0,-2 4-10 15,-2-2 6-15,1 1 12 0,-1 1 13 16,-3 3 11-16,2 2 7 0,-3 5-4 0,1-10-4 0,-1 10-12 15,0 0 1-15,3-8-7 0,-3 8-4 16,0 0-6-16,0 0-4 0,0 0 4 0,0 0 2 16,0 0 0-16,-4 34-3 0,1-19-4 0,1 0 2 15,0 1-26-15,2-5-41 0,2 6-62 0,-1-6-40 0,3 7-61 16,-2-3-77-16,2-4-89 0,-1 0-298 16,3-2-734-16,-2-1 325 0</inkml:trace>
  <inkml:trace contextRef="#ctx0" brushRef="#br0" timeOffset="26014.75">29575 3310 78 0,'0'0'319'0,"3"-5"-23"0,-3 5-23 0,0 0-28 16,0 0-21-16,0 0-10 0,0 0-8 0,0 0-17 15,0 0-23-15,9 18 0 0,-9-7-6 0,3 1-5 16,-1-2-12-16,-2 0-20 0,2 1-6 0,-1-3-16 15,-1 1-7-15,1-4-11 0,-1-5-6 0,3 11-10 16,-3-5-4-16,0-6-2 0,0 0-4 0,-1 9-6 16,1-9 10-16,0 0 18 0,0 0-4 0,0 0-14 15,0 0-2-15,0 0 0 0,0 0-11 0,0 0-3 16,0 0-6-16,5-29-5 0,-1 18-23 0,-1 1 17 16,2 0-2-16,2-6-21 0,-1 5 12 0,4-3-6 15,1 0 1-15,3 0 1 0,-2-1-4 0,1 3-2 16,-2 3 3-16,-3 2-1 0,0 1-3 15,-3 2 2-15,-5 4 0 0,11-6-8 0,-11 6-3 0,8 0 15 16,-8 0-15-16,8 6 0 0,-4 0 3 0,0 2-2 16,-2 5 4-16,0-2 1 0,-1 0-11 0,1 5-7 15,1 0 16-15,-3 1 7 0,0-3-2 0,2-1-23 16,1-1-54-16,-2-1-71 0,4 3-84 0,2-3-95 16,-2-2-295-16,5-1-665 0,2-4 295 15</inkml:trace>
  <inkml:trace contextRef="#ctx0" brushRef="#br0" timeOffset="26433.62">30194 3246 174 0,'0'0'329'16,"-6"-12"-3"-16,1 7-15 0,-4 1-15 0,0-1-16 15,-1 2-19-15,-3 6-22 0,0-2-11 0,0 5-21 16,-2 0-20-16,0 2-12 0,-1 1-15 0,4 3-17 15,-1 0-12-15,3 2-15 0,1 0-5 0,3-2-18 16,1 4-3-16,-1-4-11 0,5 3-6 0,0-3-6 0,3 1-9 16,4-4-3-16,-1 2-4 0,3-3-7 15,1-1-18-15,4-1-10 0,-2-4-4 0,5 1-4 16,0-1-6-16,3-5 0 0,-2-1 17 0,-3 0-15 16,0-5 3-16,-2 2-3 0,-2-5-4 0,-1-1 7 15,-1-2 1-15,0-4 1 0,-1 2 0 0,-1-7 9 16,-2 5 3-16,5-5 2 0,-4-3-4 0,-1 0 4 15,-1 2 8-15,2-3 3 0,0-4 5 16,-5 3 1-16,7-1 4 0,-1 5 9 0,0 2 22 0,-5 7 18 16,2 7 16-16,-2-1 4 0,0 4-3 0,1 0-13 15,-2 6-13-15,2-8-11 0,-2 8-17 0,0 0-3 16,0 0-2-16,0 0-6 0,-9 29 3 0,3-3-5 16,-1 4-2-16,2 4-5 0,-1 1-2 15,0-2-5-15,2 2-8 0,0-2-34 0,3 0-57 0,3-3-63 16,2 1-77-16,1-3-78 0,0-1-77 0,5-5-88 15,-3-5-288-15,-1-3-801 0,1-5 354 16</inkml:trace>
  <inkml:trace contextRef="#ctx0" brushRef="#br0" timeOffset="28946.28">8037 4721 118 0,'-1'-9'268'0,"-1"-2"-6"0,1 1-15 0,1 2-13 15,-1 0-8-15,1 8-8 0,-2-14-9 0,2 14-6 16,0-8-15-16,0 8-11 0,0 0-24 0,-1-8-15 16,1 8-18-16,0 0-16 0,0 0-14 0,0 0-10 15,0 0-2-15,0 0 2 0,0 0-4 0,1 40 0 16,1-14-14-16,-1 3-1 0,-1 1-4 0,1 1-3 16,-1-1-9-16,2-1-3 0,-1-2-2 0,0 1-5 15,0-3-1-15,3-1-3 0,-4-5-20 0,2 0-27 16,3-2-30-16,-3 1-36 0,1 0-34 0,-2-3-32 15,1 0-51-15,1-1-41 0,0-4-53 0,-5 2-154 16,4-1-483-16,-2-11 215 0</inkml:trace>
  <inkml:trace contextRef="#ctx0" brushRef="#br0" timeOffset="29279.58">8093 5109 75 0,'6'-3'189'0,"5"-1"3"0,3-2-11 16,1-1-7-16,3 1-4 0,-3-2-9 0,5 3-5 16,0-4-15-16,-2 1-12 0,6-4-11 0,2 0-8 15,-1 0-9-15,0 1-9 0,-1 0-7 0,-5 1-8 16,4-4-7-16,-8 2-7 0,2 2-3 16,-3-2-8-16,1 0 1 0,-3-2-13 0,-1 2-5 0,-1-2 0 15,0 1-2-15,-7 1-2 0,3-2-3 0,-4 0-5 16,-1 5 6-16,1-1 9 0,-2-1 6 0,0 11 6 15,-3-13 10-15,1 7 1 0,-2 0-5 0,4 6-6 16,-11-7 2-16,11 7-9 0,-17 3-2 16,6 2-2-16,-4 6-5 0,-2 1-3 0,-3 7-3 0,3 0-2 15,1 1-4-15,7-4-2 0,0 1 0 0,2 1-5 16,4-1-7-16,1 1-28 0,4 0-14 0,1-4-27 16,5 2-36-16,1-4-41 0,6 0-62 0,4-1-42 15,-1-3-200-15,7 1-479 0,4-6 213 16</inkml:trace>
  <inkml:trace contextRef="#ctx0" brushRef="#br0" timeOffset="29664.83">8897 4819 183 0,'-4'-5'264'0,"4"5"-8"0,-13-6-8 15,7 5-9-15,-4 2-13 0,-2 2-19 0,2 4-13 16,-5 2-15-16,1 2-14 0,2 2-23 0,-2 2-7 15,3-1-17-15,2 3-12 0,-2-3-12 0,9 2-8 0,-1 0-3 16,3-2-11-16,0-2-9 0,4 1-8 16,1-2-22-16,3-2-9 0,0 0-7 0,-2-1-6 15,3-2-9-15,2 0-3 0,0-1-5 0,0-3-8 16,1 1-5-16,-5-1 0 0,2-2-2 0,0-1 7 16,-9 1 3-16,16-2-1 0,-11-4 1 0,0 3 6 15,-2-3 2-15,-3 6 6 0,6-11 9 0,-5 1-4 16,2 1 5-16,-2-1 5 0,-1 1-1 0,-1-1 8 15,1 10 3-15,-2-16 8 0,2 8 13 0,0 8 4 16,0-11-5-16,0 11 0 0,-1-10-7 0,1 10-8 16,0 0-7-16,0 0-6 0,0 0 2 0,0 0-7 15,0 0 6-15,0 0-1 0,0 0-3 0,4 28 1 16,-4-17-1-16,2 2-1 0,1 2-3 0,-2-1 0 16,4 1-21-16,2-1-25 0,-2 1-26 0,0-5-39 15,0 1-52-15,3-3-61 0,2 3-44 0,-4-4-229 16,1 2-524-16,-2-5 232 0</inkml:trace>
  <inkml:trace contextRef="#ctx0" brushRef="#br0" timeOffset="29902.97">9091 4714 51 0,'-1'-10'304'0,"0"1"3"16,-1-1-7-16,2 10-12 0,-2-12-19 0,2 12-30 15,0 0-18-15,-1-12-22 0,1 12-12 0,0 0-4 16,0 0-3-16,0 0-17 0,-3 41-2 16,4-22-12-16,-1 8-5 0,-2-1-12 0,2 2-17 0,-3-2-11 15,3 3-7-15,1-3-16 0,-2 2-2 0,1-1-23 16,1-1-42-16,1-7-50 0,-2 0-46 0,2-2-38 16,-3 0-60-16,1-2-58 0,0-2-46 0,0-3-231 15,0-10-555-15,0 0 245 0</inkml:trace>
  <inkml:trace contextRef="#ctx0" brushRef="#br0" timeOffset="30182.09">9261 4800 55 0,'3'-7'254'0,"1"3"-17"16,-4 4-12-16,2-5-11 0,-2 5-16 0,0 0-15 15,0 0-16-15,0 0-14 0,-24 16-18 0,14-9-13 16,-3 4-10-16,-1 2-8 0,1 2-17 0,-4-1-5 15,5-1-9-15,-2-1-5 0,3-2-9 0,2-3-5 16,1 0-7-16,2-1-4 0,2-1-2 0,-2-1-1 16,2 0-7-16,4-4-1 0,-6 6-5 15,6-6 0-15,-6 6-8 0,6-6 1 0,0 0-4 16,-4 5-4-16,4-5 0 0,0 0-1 0,0 0-5 0,4 12 4 16,-4-12-4-16,7 9 0 0,-4-2 1 0,4 1-2 15,2-1 0-15,-1 3-22 0,2-3-31 0,6 3-42 16,-1-1-51-16,0 0-74 0,0-1-201 0,4-3-451 15,-6-1 199-15</inkml:trace>
  <inkml:trace contextRef="#ctx0" brushRef="#br0" timeOffset="31164.98">9674 4827 248 0,'-8'-7'300'0,"-4"2"-5"15,0 1-16-15,0 2-15 0,-1 2-21 0,0 4-26 16,-4 1-17-16,2 1-18 0,0 4-23 0,0 0 2 16,3 3-29-16,1-1-7 0,2 1-14 0,3 0-16 0,1-3-9 15,2 3-6-15,2-3-7 0,0 2-7 0,2 0-12 16,0-3-12-16,1 1-13 0,0-3 2 16,3 0-18-16,2 3-5 0,-1-3-12 0,1-4-8 15,-1 1-2-15,1-3-3 0,-7-1-2 0,13 2 7 16,-5-2-6-16,-8 0-1 0,11-6 3 0,-4 2 2 15,-2 0 9-15,0-1-10 0,0-3 3 0,3 1-1 0,-4-2 5 16,1-1 4-16,-3 1 6 0,2-2 1 16,0 2 2-16,-1 0 5 0,0 2 10 0,0 1 2 15,-3 6 3-15,1-9 6 0,-1 9-8 0,3-7-5 16,-3 7-4-16,0 0-2 0,6-4-2 0,-6 4 1 16,0 0-5-16,0 0 4 0,4 25-2 0,-1-17 0 15,-1 3 6-15,1-2-18 0,3 2-13 0,-1 0-21 16,3-1-28-16,2 2-32 0,0-4-13 0,2-1-20 15,3 0-14-15,3-2-32 0,0-2-12 0,0-1-3 16,2-4 21-16,-4 1-7 0,-1-1 16 0,2-3 21 16,-1 0 25-16,-4 1 26 0,0-1 27 0,-3-1 33 15,-1-2 28-15,2 2 30 0,-2-4 5 0,-3 0 36 16,0 2 9-16,-2-4 1 0,-2 2-2 0,2 0 5 16,-5-2 12-16,4 0 2 0,-4 3 14 0,1-1 8 15,-3 1-7-15,3 1 12 0,1 8-6 0,-5-10 4 16,5 10-3-16,-7-9-1 0,7 9-2 0,-12 0-17 15,12 0-7-15,-21 9-6 0,7 1-4 0,0 0-10 16,-1 1-8-16,3 0-11 0,1 1 6 0,1 1-15 16,2-2-3-16,3 1 2 0,1-3-8 0,1 2 5 15,1-3-17-15,-1 1-16 0,3-9-12 0,4 12-3 16,0-7-4-16,1 0-9 0,0-2-3 0,2-2-7 16,-7-1-1-16,19-1 4 0,-12-1 4 0,4 0 0 15,-1-1 5-15,-1-2 0 0,-3 3 3 0,1-2 9 16,-7 4-6-16,11-6 2 0,-6 4 7 0,-5 2 8 15,0 0 2-15,8-3 1 0,-8 3-3 0,0 0 10 16,6 7-1-16,-6-7 14 0,4 19 12 0,-4-2 1 16,2 8 1-16,0 0-3 0,-2 5 0 0,1-1 0 15,-1 0-4-15,0 2 6 0,-1-1 21 0,2 3-6 16,-2 1-4-16,-1 0-1 0,0-1 0 0,-2 1 2 16,2-2-1-16,-1-2-6 0,-1-2-9 0,-2 1-1 15,-1-5-3-15,1-5-4 0,-3 0 3 0,-2-2-1 16,0-3-21-16,0 0 13 0,1-6-9 0,-2 0-6 15,2-2-11-15,0-2-4 0,10-4-11 0,-16 1-8 16,16-1-1-16,-11-8-10 0,6-1-5 0,3-1-4 16,2-7-3-16,3-2 1 0,3-9-2 15,7 1-1-15,4-2-4 0,1 0 10 0,7-13-12 16,2 4 0-16,5-3 0 0,0 1-1 0,3 2 1 0,-2 0 0 16,2-1 2-16,3-1 0 0,-4 3 6 0,-4-2 5 15,-1 2 3-15,-6 8 1 0,-4 4 8 0,-1-2 3 16,-3 0 4-16,-1 0 5 0,-2 4 18 0,-4 7 21 15,-1 2 17-15,-4 2 4 0,-2 3 17 0,-1 0 4 16,0 9 1-16,-3-17 6 0,3 17-4 0,-6-6 10 16,6 6-5-16,0 0 3 0,-22 6-2 0,8 6-5 15,-6 4-6-15,-2 1-3 0,2 2-5 0,-2 0-2 16,7 1 1-16,4-3-14 0,4-2-4 0,3 2 1 16,1-1-17-16,5-3-46 0,3 2-34 0,0-4-59 15,3 0-74-15,7 0-74 0,3-1-75 0,2-4-216 16,7 1-609-16,-1-3 271 0</inkml:trace>
  <inkml:trace contextRef="#ctx0" brushRef="#br0" timeOffset="32745.98">11087 4742 46 0,'0'0'298'15,"-9"-6"-9"-15,4 4-14 0,5 2-18 0,-16 3-9 16,8 1-20-16,-4 5-6 0,0 1-24 0,-9 8-13 16,6 4-11-16,1-1-14 0,2 2-17 0,5-4-3 15,-3-3-26-15,5 0-13 0,1-1-9 16,0 0-10-16,4-1-6 0,2 0-9 0,2 2-4 0,2-6-7 15,1 2-11-15,1-3-13 0,2 0-7 16,4 0-6-16,0-2-10 0,0-1-7 0,4-3 6 0,0 0-15 16,-1-2-4-16,2-2-4 0,-3-2-1 15,-2 0-3-15,0 0 1 0,-1-1 0 0,1-5 3 16,-1 4 2-16,-5-5 2 0,1 1 1 0,-2-1 0 0,2 0 2 16,-1-2 4-16,-2-2-1 0,-2 2-1 0,-1 0 6 15,2-5 11-15,-1 5-9 0,-2-5 0 0,1 5 3 16,-2 2 9-16,2-1-2 0,-2 3-1 15,-1 1 3-15,3 0-1 0,-3 7-1 0,1-10-9 16,-1 10-3-16,0 0 4 0,2-4-5 0,-2 4 3 0,0 0 0 16,4 19 8-16,-3-7 4 0,1 4-6 0,2-1 5 15,-3 0-4-15,0 3 1 0,3-4 1 0,-2 2-6 16,3-5 4-16,-1 1-4 0,5 3 3 0,-1-2-2 16,5 0 3-16,-4-6 9 0,2 0 1 0,0-2-18 15,3-4-8-15,-3 1 1 0,7 0-12 0,0-4 8 16,-2 0-10-16,-2-2 3 0,-2 0 5 0,2-1-2 15,-3-1 4-15,0 1-1 0,-1-3-1 0,-2-1 8 16,-1 1-1-16,0-2 4 0,-2 0 6 0,1-2 0 16,-5 1-2-16,3-1 7 0,-1-3-3 0,0-2 3 15,-3 1-3-15,2 0-4 0,-2 1 0 16,0 3 3-16,1 1 5 0,-1 3 8 0,0 0 15 0,0 8-15 16,3-10 5-16,-3 10-5 0,0-8-5 0,0 8-7 15,0 0-2-15,0 0 0 0,0 0 2 0,0 0 8 16,0 0 11-16,0 0-4 0,0 38-1 15,1-24-2-15,-1 2-4 0,1 1-2 0,-1-2-2 16,4 1 5-16,-2-5-1 0,0 5-4 0,1-3-3 0,0-3 3 16,3 2-1-16,0-2-2 0,1 0 4 0,4-4-2 15,-2 0 5-15,1 1-10 0,-1-4 7 0,3 1-5 16,0-1-4-16,1-3 1 0,1-2-7 0,-1 0-1 16,-4-1 2-16,3 1-1 0,0-4-8 15,1 1 3-15,-3-2-6 0,-1 0 0 0,-3-1-2 0,4 1-11 16,-3-3 7-16,-2 1-7 0,-2-4 7 0,2 2-1 15,-5 0-1-15,0-3-1 0,2-2-5 16,-2 0-2-16,-2 0 0 0,-3 2 5 0,1-1 2 16,-4-2 1-16,4 5 2 0,-2-1 4 0,0 3 0 0,3 1-4 15,-3 0 9-15,2 4-5 0,1 0 6 0,3 5-1 16,-6-9-3-16,6 9 2 0,-6-5 2 16,6 5-2-16,0 0 4 0,0 0-1 0,0 0 3 0,0 0-2 15,0 0 2-15,0 0-2 0,0 0 4 16,15 19-3-16,-5-16 7 0,-4 1-2 0,6-1-1 15,-2-1 5-15,3 3-3 0,0-4-1 0,0 1 3 16,-1-2 0-16,-1 2-4 0,0-2 1 0,-5 0 2 16,-6 0 0-16,11 2-5 0,-5 1 2 0,0 1 15 0,-1 1-1 15,0 0 6-15,-1 2 9 0,-1 1 3 0,-1 3 3 16,0-1 4-16,0 3 6 0,0 2-2 0,-2-3 2 16,0 4-4-16,2 0-6 0,0-3-6 0,-1 2 2 15,0 2-5-15,2-2-1 0,0-4-2 16,0 2 0-16,-1-3-5 0,2-1 12 0,2 1-8 15,0-3-9-15,4-2-1 0,1 2-8 0,0-3-6 0,1-1-9 16,1-1-11-16,-2-2-10 0,5-2-4 0,-3 0-4 16,-1-2-1-16,-1 0-4 0,-1-2-7 15,0 0-10-15,-1 0 2 0,0-2-10 0,-2-2 8 16,-2 1 0-16,-1-3 6 0,-2 0 4 0,-1 0 3 16,-1 0-1-16,-1-5 4 0,1-1 5 0,-4 3 3 0,2-2 0 15,-3 2 8-15,3 3 2 0,-3 1 3 0,3 0 2 16,1 0 1-16,1 3 9 0,-2 0-2 15,2 8-4-15,5-12 5 0,-3 5-1 0,4 4 4 16,-2-2-2-16,2 2 2 0,-6 3 0 0,18-4 4 16,-9 3-3-16,2 2 6 0,-1 0-3 0,0 4 0 15,-3-1 5-15,2 5-1 0,0 0 1 0,0 0 3 0,-4 2 6 16,1 1 9-16,-1 2-2 0,2 3 3 0,-4-3-2 16,-1 3 6-16,0-6 0 0,2 2 1 0,-2-1-5 15,1 0 0-15,-1-2-5 0,2 1 2 16,1-1-1-16,-1-1 2 0,-2-3-2 0,5 3 0 15,-2-5 5-15,5 1-6 0,-2-3 3 0,3 0-1 16,0 0-1-16,3-2-2 0,3-4 0 0,-3 2 0 0,2-4-4 16,4 0 2-16,-6-3-4 0,3 1-1 0,-6 0 4 15,3-5-3-15,-3 2 1 0,-1-2-1 16,0-1 2-16,-1 1 1 0,1-1 1 0,-6 1 1 16,1 0 2-16,-1 0 4 0,-2 1 8 0,0 1 8 15,-2-1-1-15,0 1 6 0,0 11 5 0,-2-14 12 16,2 14 4-16,-6-10-1 0,6 10-10 0,-9-4-2 15,9 4-3-15,-16 3-1 0,5 3-6 0,-1 7 3 16,-3-1-6-16,1 0-1 0,3 4-3 0,2 0-3 16,-3-2-6-16,4 2-17 0,1-1-37 0,3 0-49 15,-2 2-67-15,9-5-80 0,-2-2-29 0,3 1-13 16,1 1-158-16,3-2-470 0,8-1 208 0</inkml:trace>
  <inkml:trace contextRef="#ctx0" brushRef="#br0" timeOffset="33134.15">12659 4861 192 0,'2'-11'284'15,"-2"11"-5"-15,0 0-10 0,2-9-10 0,-2 9-28 16,0 0-23-16,0 0-16 0,0 0-14 0,0 0-5 16,0 0-1-16,0 0-19 0,0 0-12 0,7 25-3 15,-5-14-9-15,-2-11-13 0,0 18-12 0,0-11 2 16,4 2-23-16,-4-9-12 0,1 13 7 0,-1-13-13 15,5 8-7-15,-5-8 5 0,0 0 3 0,0 0 0 16,0 10 22-16,0-10 10 0,0 0 3 0,0 0 10 16,0 0-2-16,0 0-9 0,0 0-14 0,0 0-3 15,0 0-9-15,0 0-3 0,9-26-7 0,-5 16-6 16,0 0-7-16,2-4-5 0,2-2-1 0,1 3-10 16,2-2-5-16,1 0-2 0,1 0-4 0,1 2-11 15,-1 2 0-15,1 2-5 0,-3 1 0 0,-2 2 1 16,3 2-1-16,-2 0-6 0,-1 4-1 0,-9 0 0 15,14 3-1-15,-5 4 1 0,-1 0-3 0,-1 4 5 16,0-1 1-16,0 6-2 0,-3 0 0 0,1 0-2 16,-1 2 7-16,3-1-7 0,-4 0 6 0,-3 1-32 15,4 1-27-15,-2-4-54 0,0-1-49 0,0-3-52 16,1-2-52-16,1 1-59 0,0-2-47 0,-4-8-263 16,10 9-679-16,-10-9 301 0</inkml:trace>
  <inkml:trace contextRef="#ctx0" brushRef="#br0" timeOffset="33402.96">13223 4514 144 0,'5'-16'276'0,"-3"6"24"0,0-1 2 0,0 4-3 16,-2 1-9-16,0 6-26 0,5-9-24 0,-5 9-20 15,0 0-13-15,0 0 9 0,0 0 14 0,0 0-3 16,4 31-4-16,-4-11-21 0,-2 6 3 0,-2 2-16 15,1 0-11-15,1 2-12 0,0 3-15 0,0-5-9 16,-3 3-22-16,5-4-7 0,-2-3-11 0,4-3-8 16,-2-2-11-16,2-1-7 0,3-1-9 0,-1 0-5 15,1-4-8-15,-1 0-21 0,1-4-32 0,3 2-35 16,0-5-39-16,-2 0-30 0,3-1-39 0,-2-3-44 16,0 0-49-16,-7-2-47 0,19-2-59 0,-19 2-51 15,15-4-223-15,-15 4-666 0,10-12 295 0</inkml:trace>
  <inkml:trace contextRef="#ctx0" brushRef="#br0" timeOffset="33563.76">13057 4685 14 0,'-9'-4'317'0,"9"4"-37"0,0 0-28 0,0 0-26 0,0 0-17 15,0 0-23-15,0 0-21 0,0 0-16 0,27-11-25 16,-9 7-43-16,11-3-52 0,0 0-83 0,5 0-88 15,-5-1-164-15,4-2-332 0,-3 1 147 0</inkml:trace>
  <inkml:trace contextRef="#ctx0" brushRef="#br0" timeOffset="34252.19">14418 4588 292 0,'-5'-5'301'0,"5"5"-21"0,0 0-21 16,-4-5-26-16,4 5-20 0,0 0-18 0,0 0-12 15,0 0-19-15,0 0-15 0,29-5-15 0,-11 4-11 0,11-5-18 16,0 4-14-16,0-1-21 0,0-1-55 16,-7 0-25-16,-2 2-34 0,-3 0-36 0,-3 0-26 15,-3 2-23-15,0-3-12 0,-2 3-7 0,-9 0 3 16,11-3 3-16,-8 0 21 0,-3 3 9 0,0 0 18 15,0 0 6-15,0 0 20 0,0 0 21 0,-12-15 18 16,5 12 35-16,7 3-1 0,-12-3 19 0,5 1 14 16,7 2 6-16,-10-2 5 0,10 2 4 0,0 0 1 15,-11 2 5-15,5 3 3 0,6-5 7 0,-7 18 19 16,5-1 13-16,-3 1 16 0,2 10-11 0,2-2 0 16,1 0-6-16,-3 2 1 0,3-2 0 0,2 3-1 15,-2-2-11-15,2-1 2 0,-1 0 7 0,2 0-2 16,1-1-8-16,-2-6-7 0,1 0-3 0,-1-2-7 0,0 0-11 15,-2-4 0-15,4 2-3 0,-2-3-6 16,-2-1-5-16,4-2-7 0,-4 0 3 0,1-1-5 16,1-2-1-16,-2-6-5 0,0 10-5 0,0-10-4 15,0 7 4-15,0-7 1 0,-3 8-8 0,3-8-1 16,-10 2-2-16,10-2 1 0,-18-1-2 0,10 0-1 16,-2-2 3-16,0 1-8 0,1-1-5 0,-2 1-3 15,0-1 2-15,0-1-4 0,3 0 3 0,1 0-4 16,7 4 8-16,-12-3-9 0,12 3 3 0,-9-3 1 15,9 3-1-15,-5-1 4 0,5 1-14 0,0 0 5 16,0 0 1-16,0 0 1 0,0 0 1 0,0 0-1 16,0 0 6-16,0 0-1 0,23 7-9 0,-5-4-8 15,9-3-18-15,2-1-32 0,3-3-38 0,2 2-45 16,1-3-46-16,3 0-59 0,1 0-48 0,-5-1-189 16,-3 2-531-16,-1-3 236 0</inkml:trace>
  <inkml:trace contextRef="#ctx0" brushRef="#br0" timeOffset="34481.03">15169 4853 229 0,'0'0'264'0,"-2"-14"-3"15,2 14 11-15,0 0 2 0,0 0-19 0,-14-8-14 16,14 8-7-16,-19 3-5 0,19-3-13 0,-21 9 6 16,9-2-6-16,0 4-4 0,-1 3 7 0,0 0-13 15,0 1-18-15,2 1-15 0,3 1-16 0,0-2-16 16,1-1-14-16,4 2-9 0,3 0-10 0,0-4-25 15,3-1-15-15,3-1-29 0,1 1-22 0,3-3-31 16,1 1-43-16,5-2-38 0,3 1-35 0,0-1-32 16,1-5-27-16,1 1-12 0,7 0-28 15,-6-4-33-15,-1-1-23 0,1 0-14 0,-5 0-176 0,-1-3-514 16,-3 1 228-16</inkml:trace>
  <inkml:trace contextRef="#ctx0" brushRef="#br0" timeOffset="34686.73">15366 5009 225 0,'9'-14'74'0,"-3"0"35"0,2-1 14 0,-4 1 12 16,2-1 13-16,-3-1 12 0,1 0 8 0,-2 4 19 15,1 1 8-15,-1 4 22 0,-2 7 10 0,3-12 1 16,-3 12-2-16,2-10-9 0,-2 10-14 16,0 0-13-16,0 0-25 0,0 0-13 0,0 0-21 0,0 0 1 15,0 0 9-15,0 0-6 0,0 0-7 0,-2 32-9 16,-3-16-4-16,2 1-15 0,1 3-7 0,0-4-13 16,-2 1-10-16,3 1-4 0,0-1-4 0,1 1-20 15,-3-1-44-15,3-2-32 0,2 1-39 0,-4-4-28 16,4 0-37-16,-2 0-40 0,0-1-33 0,-2 2-42 15,2-13-34-15,-2 14-30 0,0-7-212 0,2-7-571 16,0 0 253-16</inkml:trace>
  <inkml:trace contextRef="#ctx0" brushRef="#br0" timeOffset="35066.83">15463 4855 64 0,'19'-21'217'0,"-1"2"9"0,1 2 7 0,-7 5 4 15,-2 4 0-15,-4 0-12 0,3 2-21 0,-5 3-23 16,3-2-14-16,-7 5-16 0,11-3-11 0,-11 3-13 16,10 0-13-16,-10 0-4 0,12 7-3 0,-7-2-9 15,-1 0-6-15,0 4-10 0,1 0 0 0,-1 1-12 16,-3 1 4-16,0-1-15 0,-1 2-6 16,-1-1-7-16,-3 0-16 0,0 5-16 0,-1-3-8 0,-1 0-24 15,2 0-18-15,-4-3-17 0,4 2-17 0,0-3-16 16,2-1-14-16,1-1-11 0,1-7-4 15,-2 14-4-15,2-14 2 0,7 11 5 0,-2-5 5 16,1 1 5-16,-6-7 10 0,18 8 12 0,-10-2 9 16,2 0 3-16,-1 0 10 0,-3-3 7 0,-6-3 5 15,13 10 11-15,-8-7 18 0,-1 4 17 0,-4-7 17 0,8 9 10 16,-8-3 25-16,0-6 10 0,-2 11 9 0,-1-5 8 16,-3 3-2-16,-2-2-6 0,-1 0-5 15,-2-1-7-15,0 1 0 0,-1 1-9 0,0-4-12 0,-1 2-13 16,1-2-27-16,3-1-40 0,-5 0-44 15,14-3-63-15,-15 2-49 0,15-2-145 0,-15-1-373 16,15 1 165-16</inkml:trace>
  <inkml:trace contextRef="#ctx0" brushRef="#br0" timeOffset="35383.51">15795 4974 154 0,'-1'11'225'0,"1"-3"-8"0,0-8-8 0,-1 16-20 0,2-10-10 16,2 3-11-16,-1 1-3 0,2-2-5 16,1-2-5-16,4 1-1 0,-1-1-1 0,2-2-7 0,1-2-6 15,2 0-11-15,0-4-8 0,5 1-6 16,-4-2-8-16,-1 0-6 0,-2-2 1 0,2 0 1 16,-4 0 10-16,0-2 2 0,-3 2 0 0,2-4 12 15,-2 0-13-15,1 0 0 0,-2 1-1 0,-2-2 2 16,-2-1 5-16,-1 11-9 0,-1-21-7 0,-2 10-2 15,0 0-5-15,-3 0-11 0,2 3-6 0,-1-1-5 16,-1 2-7-16,-1-1-10 0,1 4-15 0,-6-1-6 16,1 2-3-16,-1 6-9 0,1-2-22 0,-3 3-30 15,1 2-45-15,-1 3-56 0,0 3-52 0,-1-1-64 16,0 1-79-16,5 1-81 0,0 0-227 0,5-3-683 16,1-1 302-16</inkml:trace>
  <inkml:trace contextRef="#ctx0" brushRef="#br0" timeOffset="35525.99">16335 5105 341 0,'0'0'375'15,"7"2"-9"-15,-7-2-10 0,0 0 8 0,0 0-19 16,0 0-28-16,0 0-35 0,0 0-30 0,0 0-52 16,0 0-59-16,0 0-80 0,9-5-97 0,-9 5-106 15,0 0-120-15,0 0-232 0,0 0-534 0,0 0 236 16</inkml:trace>
  <inkml:trace contextRef="#ctx0" brushRef="#br0" timeOffset="43414.74">3473 7082 163 0,'0'-11'325'0,"0"11"-3"0,3-7-9 16,-3 7-14-16,0 0-7 0,-2-9-11 0,2 9-7 16,0 0-18-16,0 0-14 0,2-8-19 15,-2 8-20-15,0 0-18 0,0 0-16 0,0 0-14 0,0 0-23 16,0 0-9-16,0 0-19 0,0 0-13 0,0 0 7 16,-14 46-10-16,7-17-6 0,0 3-4 15,-1 3-9-15,-5 11-7 0,2-13-6 0,0 2-2 0,6-2-11 16,3 1-2-16,-2-4-2 0,1-1-5 0,2-1-6 15,1 1-4-15,3-2 2 0,3-2-15 0,0-2 11 16,3 1-3-16,-4-9 3 0,2-1-11 0,2 3-6 16,0-4-1-16,-2-3-17 0,4-1-6 15,4-2-20-15,0 1 4 0,-1-3 17 0,4-2-2 0,1-3 1 16,0 0 19-16,1-3-10 0,0-2 0 0,-1-3-1 16,1 1 3-16,4-10-4 0,-1 2 6 0,-4-3 3 15,-2 5-13-15,-5-4 18 0,2 1-2 0,-1 0-2 16,1-4-4-16,-3-4 2 0,0-1-2 0,-1 0 1 15,-2-3-5-15,-2-1 3 0,-1-1-15 0,-2 1 18 16,-2-6-8-16,-3 5-8 0,-1-3-1 0,-1 2 3 16,-2-1-1-16,-1 2 3 0,-1-1 5 0,0 2 5 15,-1 4-1-15,0 2 15 0,-1 8-15 0,0 0 8 16,-1 2 11-16,2 3 7 0,-1 3 6 0,1-1-23 16,-2 4 16-16,-2 3-9 0,-5 2-1 0,-6 7-6 15,-3 6 0-15,0 5 11 0,0 5-12 0,2 5 1 16,-11 6 3-16,13-5-5 0,5 1 0 0,4-1-4 15,5 1 0-15,4-2 1 0,4-1 3 0,3-3 0 16,2-5-4-16,10 4-10 0,4-4 4 0,4-2-17 16,2-1-6-16,7 1 4 0,1-3 2 0,0-4-14 15,1 3 3-15,-1-7-1 0,-2 3-3 0,1-2 1 16,-5-2 3-16,1 0 1 0,-8 1-8 0,-7-4-10 16,0 4-10-16,-1-3-14 0,0 0-19 0,-1 2-14 15,-1-1-25-15,-3-2-27 0,-1 2-39 0,4 1-41 16,-4-3-35-16,-3 4-196 0,-2-7-512 0,2 8 227 15</inkml:trace>
  <inkml:trace contextRef="#ctx0" brushRef="#br0" timeOffset="43603.7">4188 7510 266 0,'5'-3'367'0,"-5"3"-4"0,0 0-1 0,5-3-7 15,-5 3-24-15,0 0-28 0,0 0-30 0,0 0-30 16,0 0-22-16,0 0-28 0,0 0-42 0,0 0-49 16,4-5-59-16,-4 5-60 0,0 0-74 0,0 0-77 15,0 0-106-15,0 0-231 0,0 0-545 0,0 0 242 16</inkml:trace>
  <inkml:trace contextRef="#ctx0" brushRef="#br0" timeOffset="44052.57">6169 6942 185 0,'-6'-4'300'0,"6"4"-25"16,-6-6-19-16,6 6-20 0,-5-3-16 0,5 3-18 16,0 0-17-16,-9-4-11 0,9 4-1 0,0 0-22 0,0 0-15 15,0 0-14-15,0 0-17 0,0 0-12 16,0 0-4-16,36-3-18 0,-8 3-12 0,-1 0-17 16,3 0-34-16,2-4-37 0,-1 5-36 0,-2 2-51 15,-7-3-47-15,-2 2-28 0,-2-4-32 0,-4 5-160 0,-3-1-414 16,-5 0 183-16</inkml:trace>
  <inkml:trace contextRef="#ctx0" brushRef="#br0" timeOffset="44429.61">6326 6978 232 0,'0'0'203'0,"0"0"-17"0,-8 5-9 16,8-5-14-16,-3 16-4 0,1-5 3 15,2 3 4-15,2 4 2 0,-3 9 3 0,1 0 0 16,0-1-6-16,0-2-13 0,1 3-11 0,-1-1-8 15,2-8-10-15,-1 6-7 0,0-4-10 0,2-1 2 16,-1 0-21-16,0 0-9 0,0-1-5 0,-2 0-5 16,4-2-6-16,-3-5-7 0,0 4-7 0,1-5-2 15,-1-1-4-15,2 1-2 0,-3-2-6 0,0-8-3 16,1 11 0-16,-1-6-9 0,0-5-1 0,-1 12-11 0,1-12-4 16,-6 7-9-16,6-7-3 0,-6 6-7 15,1-2-4-15,5-4-4 0,-13 1-3 0,2 2 2 16,-1-3 2-16,1-1 1 0,-3-1 3 0,2-1 2 0,3 0 3 15,-3 2 1-15,3-1 6 0,9 2 9 16,-13-3 8-16,6 1 2 0,7 2-3 0,0 0-4 16,-11-2-2-16,11 2-2 0,0 0 4 0,0 0-4 0,0 0 5 15,0 0 2-15,0 0 6 0,0 0 2 0,0 0-5 16,0 0 9-16,19 10-3 0,-7-7-3 16,5-3-9-16,1 1-4 0,4-1-21 0,5-3-28 0,1 2-26 15,-1-2-33-15,2 0-34 0,-2-1-31 0,1-2-38 16,-1-1-15-16,-7 3-15 0,-2 0-12 0,2-3-137 15,-3 0-418-15,-6 2 185 0</inkml:trace>
  <inkml:trace contextRef="#ctx0" brushRef="#br0" timeOffset="44763.99">6618 7367 199 0,'7'-9'85'0,"-3"2"21"0,-2 3 13 15,-2 4 2-15,8-8 4 0,-6 5-2 0,-2 3-3 16,4-7-4-16,-4 7-11 0,0 0 0 0,0 0 5 16,0 0 5-16,0 0 21 0,13 14 1 15,-12-8-8-15,1 0-7 0,-1 6 3 0,-1-5-3 16,2 4-1-16,0-3-6 0,-1 2-6 0,3 0-2 0,-4-3-3 15,1 0-7-15,-1-7 9 0,1 11-18 0,-1-11 5 16,0 8 15-16,0-8 1 0,0 0 8 0,1 6 13 16,-1-6 8-16,0 0 6 0,0 0 13 15,0 0-9-15,0 0-8 0,0 0-7 0,0 0-10 0,0 0-10 16,0 0-11-16,0 0-4 0,0 0-16 0,-3-24-9 16,4 13-15-16,3-1-13 0,0 0-5 0,2-5-2 15,0 1-22-15,5-1-1 0,-4-1-8 0,9-3-4 16,-4 6 0-16,1 3-3 0,-5 2-6 15,1-1 5-15,-2 5-1 0,0 1-17 0,-1 2 8 0,3 0 1 16,-9 3 0-16,17-1 4 0,-6 5 0 0,0 1 9 16,-2 2-12-16,2 3 1 0,-2 0 1 0,1 3-29 15,0 0-25-15,-2 2-48 0,1-1-52 0,-3 2-53 16,1 0-54-16,0-1-69 0,-1 2-52 0,-3-1-234 16,3-1-674-16,-1-2 299 0</inkml:trace>
  <inkml:trace contextRef="#ctx0" brushRef="#br0" timeOffset="45180.43">7812 7132 92 0,'0'-10'406'0,"-4"1"0"15,0 1-6-15,2 0-12 0,-2 3-6 0,4 5-21 16,-5-9-29-16,5 9-30 0,-12-1-31 0,12 1-24 15,-19 7-24-15,5 3-21 0,-6 8-19 0,-2 0-18 16,6 4-18-16,0 0-13 0,6-6-15 0,-2 1-12 16,5-1-10-16,0 1-11 0,3-6-11 0,2 1-8 15,2 0-7-15,0-1-3 0,2 0-14 0,0-2-15 16,1 1-19-16,0-3-12 0,1-2-7 0,1 0-3 16,1 0-1-16,-1 0-9 0,2-2-6 0,-2 0 0 15,3-3 0-15,-8 0-3 0,12 1 4 0,-12-1 0 0,15-3-7 16,-10 0 12-16,2 0 11 0,-2-4 1 15,0 3-3-15,2-4-1 0,-2-2 4 0,1-1 4 16,3-2-2-16,0-2-3 0,-4 4 7 0,2 1 5 16,-5 4 13-16,2 0-14 0,0 0 1 0,-2 2 3 15,-2 4 3-15,6-8-11 0,-6 8-2 0,4-3-1 0,-4 3 3 16,0 0 1-16,0 0 4 0,10 14 6 16,-7-5-4-16,0 1 0 0,1 1 6 0,1 4-1 15,-1 1 1-15,0 0-18 0,2 0-36 0,-2-1-52 16,0 0-46-16,0 0-43 0,-2 1-62 0,2-4-81 0,0-1-330 15,-3 1-715-15,0-2 316 0</inkml:trace>
  <inkml:trace contextRef="#ctx0" brushRef="#br0" timeOffset="45545.8">8028 7270 261 0,'0'0'283'0,"4"-3"-19"15,-4 3-11-15,0 0-2 0,0 0 0 16,10 7-12-16,-10-7-11 0,4 9-14 0,-2-1-20 0,1-2-18 16,-2 1-16-16,3 0-1 0,-3 1-18 0,-1-8-14 15,3 9-9-15,-3-9-11 0,1 10-13 16,-1-10-3-16,3 5-7 0,-3-5 1 0,0 0-9 16,0 0 28-16,2 7-10 0,-2-7 10 0,0 0 6 15,0 0 2-15,0 0-18 0,0 0-5 0,0 0-7 0,0 0-6 16,4-23-14-16,-1 13 2 0,-1-1-12 0,3-2-7 15,2-3-3-15,-1-1-6 0,3 0-7 0,-1-1-1 16,6-4-9-16,-1 5-1 0,-1 4-1 16,0-1-4-16,1 0 7 0,-2 7-25 0,2-4 19 0,-5 6-9 15,2 1 9-15,-1 1-13 0,-2 2-7 0,-7 1 3 16,20 5 2-16,-10-1 0 0,0 4-11 16,-1 1 7-16,-1 1 7 0,-1-1-1 0,3 3-2 15,-3 3-2-15,-1-2-26 0,5 0-63 0,-4 0-68 16,-2 4-76-16,-1-5-90 0,1 4-85 0,-2-6-241 0,-1-1-707 15,1-1 313-15</inkml:trace>
  <inkml:trace contextRef="#ctx0" brushRef="#br0" timeOffset="46012.65">9306 6854 244 0,'0'-6'332'0,"0"6"-25"0,1-10-28 0,-1 10-28 16,0 0-25-16,0-9-21 0,0 9-22 0,0 0 2 0,0 0-1 15,0 0-2-15,0 0 10 0,2 31-26 0,-2-13-5 16,1 3-9-16,-2-2-19 0,-1 6 13 15,2 1-25-15,-1-3-11 0,1-2-8 0,0-2-8 0,0 5-4 16,0-5-8-16,0-1-16 0,-1 0 1 0,1-2-13 16,-2-5-1-16,4 2-5 0,0-1-9 0,-2-1 0 15,0-2-22-15,2 1-45 0,-2-3-29 0,0-7-44 16,0 13-36-16,-2-5-35 0,2-8-39 16,-2 7-33-16,2-7-27 0,-4 7-23 0,4-7-206 0,-9-1-541 15,9 1 240-15</inkml:trace>
  <inkml:trace contextRef="#ctx0" brushRef="#br0" timeOffset="46195.87">9247 6918 94 0,'7'-6'180'16,"-1"4"0"-16,-6 2-1 0,0 0-1 0,20 4-12 16,-11-3-13-16,2 2-13 0,0 1-14 0,6 3-8 15,-2-1-9-15,3 0-3 0,4-1-18 0,-3 4-5 16,6-3-8-16,2 3-7 0,-5-1-33 0,5-3-43 15,-8 2-44-15,3-5-52 0,-2 5-42 0,-2-1-149 16,-4-1-319-16,-1-3 140 0</inkml:trace>
  <inkml:trace contextRef="#ctx0" brushRef="#br0" timeOffset="46398.8">9688 6873 187 0,'-1'-6'269'0,"1"6"4"0,-4-13-1 0,4 13-1 0,-1-8-9 0,1 8-17 15,-4-4-19-15,4 4-19 0,0 0-25 16,0 0-17-16,0 0-21 0,0 0-12 0,0 0-1 16,0 0 15-16,0 0-10 0,4 22-8 0,-3-5-16 15,-1 2 7-15,0 0-24 0,1 0-13 0,2 0-2 0,-1 7-11 16,1 1-6-16,-2-9-9 0,2 7-49 16,1-5-51-16,-2-1-29 0,-1 0-61 0,2 1-73 15,0-1-68-15,-2-2-275 0,1 0-598 0,0-2 264 16</inkml:trace>
  <inkml:trace contextRef="#ctx0" brushRef="#br0" timeOffset="46580.42">9940 7093 198 0,'6'-4'283'0,"-6"4"-18"15,4-5-20-15,-4 5-26 0,7-2-24 0,-7 2-21 16,8-4-16-16,1 3-15 0,3-1-33 15,2 1-42-15,4-2-44 0,1 1-59 0,0-3-61 16,7 1-58-16,-6 1-146 0,2 1-324 0,5-3 143 0</inkml:trace>
  <inkml:trace contextRef="#ctx0" brushRef="#br0" timeOffset="46821.6">10420 6829 2261 0,'-1'-12'76'0,"-1"0"4"0,-1 0-8 0,0 2 3 0,1 3 24 15,-1 1 20-15,-1 0 6 0,4 6-2 0,-3-10-13 16,3 10-6-16,-4-4-11 0,4 4-4 16,0 0 13-16,0 0-9 0,0 0 8 0,0 0 9 15,-3 31-10-15,3-11 13 0,-1 10 6 0,1-2-6 0,4 2-7 16,-4-1-10-16,0 3-3 0,2 1-6 16,-2-1-9-16,2-1-8 0,-1 1-1 0,-1-1-7 0,0-2-9 15,0 0-4-15,0-3-5 0,1-7-14 16,-1 6-31-16,0-8-39 0,1 2-48 0,-1-3-53 0,0-5-50 15,-1 2-45-15,0-1-58 0,0-4-54 0,-3 2-282 16,0-3-681-16,0-3 301 0</inkml:trace>
  <inkml:trace contextRef="#ctx0" brushRef="#br0" timeOffset="47062.99">10447 6932 42 0,'10'-8'253'0,"1"2"-7"0,-1-2 1 16,1 3-3-16,0 0-8 0,0 2-12 0,0 2 1 16,0 2-6-16,-1 4 1 0,0-2-22 0,0 1-18 15,0 3-6-15,-2-1 0 0,-1-3-12 0,-1 3-4 16,-1 1-4-16,0 0-15 0,-2-1 3 0,1 2-15 16,-3-2-23-16,-1-6 23 0,3 14-14 0,-5-7-6 15,2-7-12-15,-6 17-7 0,0-7-7 0,-2-1-21 16,-1 1-35-16,-1-2-34 0,-1-1-54 0,-1 3-50 15,-2 0-52-15,3-3-68 0,1-2-76 16,0 3-303-16,2-3-663 0,2 0 293 0</inkml:trace>
  <inkml:trace contextRef="#ctx0" brushRef="#br0" timeOffset="47262.72">10782 7037 11 0,'0'0'360'0,"8"-2"-24"0,-8 2-13 0,0 0-13 16,0 0-21-16,0 0-22 0,7-3-25 0,-7 3-30 15,11-1-19-15,-4 1-22 0,5-4-8 0,-2 4-47 16,3-2-43-16,5-5-55 0,0 5-55 0,-4 2-60 16,6-3-91-16,1-1-66 0,-9 4-164 0,2-4-454 15,-1 1 201-15</inkml:trace>
  <inkml:trace contextRef="#ctx0" brushRef="#br0" timeOffset="47629.99">11087 6903 169 0,'0'0'275'0,"3"-4"-12"0,-3 4-13 0,0 0-14 16,0 0-22-16,0 0-8 0,0 0-6 0,0 0 8 16,0 0 0-16,9 19 1 0,-8-6-12 0,2 2-8 15,-2 3 24-15,2-1-6 0,-1-1-21 0,-2 1-15 16,1 0-6-16,1-7-17 0,0 2-5 0,-4-2-7 15,2-4-1-15,2 2-10 0,-2-8-6 0,2 10-3 16,-2-10-1-16,1 9 12 0,-1-9-6 0,0 6 8 16,0-6 4-16,0 0-1 0,0 0 2 0,0 0-6 15,0 0-6-15,0 0-7 0,0 0-18 0,0 0-3 16,0 0-15-16,8-24-6 0,-2 10-11 0,1-3-9 0,4 1-8 16,-3-3-6-16,8-8-6 0,5 2-5 15,0 3-5-15,4-2-5 0,-3 7-4 0,-2 1 0 0,-2 3-2 16,-4 2-2-16,-3 4-5 0,0 3 0 0,0 1-5 15,-1 3-8-15,2-1 7 0,-5 3 1 16,5 2-3-16,-3 4 4 0,0 0 0 0,1 1-2 16,-2 1-2-16,-1 6 5 0,1 0-7 0,-2 0-40 0,2-1-54 15,-5 0-50-15,0 2-76 0,2-2-74 16,-3 3-87-16,-1-4-95 0,-2 2-344 0,1-3-893 0,-2-3 395 16</inkml:trace>
  <inkml:trace contextRef="#ctx0" brushRef="#br0" timeOffset="48214.98">12354 6702 59 0,'0'-11'321'0,"2"-1"-4"16,0 0-6-16,-2 0 0 0,2 4 8 15,-2 0 5-15,0 1-20 0,0 7-14 0,2-10-21 16,-2 10-38-16,1-9-9 0,-1 9-28 0,0 0-26 16,0 0-14-16,0 0 3 0,0 0 0 0,0 0-2 0,11 34-1 15,-8-7-9-15,-2 1-5 0,2 5-11 0,-1 0-15 16,-2 1-5-16,0 11-8 0,0-10-12 16,2-2-9-16,-2-3-4 0,2 3-10 0,1-2-2 15,-2-2-9-15,2 0-3 0,0-3-6 0,1 0-6 0,-3-5-2 16,1-4-18-16,0 0-45 0,0-2-38 0,0-4-55 15,0 1-64-15,0-1-53 0,-2 0-67 16,0-4-72-16,1-1-46 0,-1-6-257 0,-1 8-734 16,1-8 324-16</inkml:trace>
  <inkml:trace contextRef="#ctx0" brushRef="#br0" timeOffset="48966.86">12215 6935 74 0,'-5'-8'266'0,"5"8"-26"16,0 0-27-16,0 0-20 0,0 0-18 0,18-7-17 16,-7 7-19-16,9-2-12 0,1 2-14 0,8-2-9 15,1 1-11-15,1-2-9 0,0 0-17 0,-1 0-10 16,-1-3-4-16,-8 3-9 0,7 1-8 0,-8-1-6 16,-2 0-4-16,0 2-2 0,-9-1-1 0,2 1-6 15,-2-1 3-15,-9 2-5 0,11-1 5 0,-11 1 4 16,12 1 1-16,-12-1 0 0,9-1-6 0,-9 1 0 15,8 5 21-15,-1 3 3 0,0-2 16 0,-3 3 7 16,5 6 1-16,-2-2 4 0,0 4-2 0,0-2-9 16,1 4 6-16,1 1 1 0,-5-5 0 0,4 1-5 15,-5 1-7-15,3-1-2 0,0-1-8 0,-3-3-1 16,-3-1-3-16,2 3-3 0,-2-5-3 16,-2 2-3-16,2-2-3 0,-3-2-3 0,-3 2 1 0,-1-5-9 15,-1 2-7-15,-2-2-12 0,1-1 0 0,-2-1 0 16,-1-1 5-16,12-1-5 0,-17-4-2 0,7 0-3 15,4 0-11-15,1-3-6 0,1 0-3 0,4-3-6 16,0-1 0-16,3-1-3 0,3 0 0 0,0 2 4 16,7-6-5-16,-1 1 2 0,3 1 2 0,6-1-4 15,0-3 4-15,1 2 1 0,2 2-1 0,1-1 2 16,0 2 3-16,2 0 2 0,-4 0 1 0,1 4 2 16,-4-2 3-16,-1 2 5 0,-4 1-1 0,1 0 2 15,-5 2 7-15,0-2 1 0,-1 3 10 0,-2-4 6 16,-1 2 5-16,-3 3 11 0,1 0 12 0,-2-2 0 15,-3 6 6-15,4-8-2 0,-4 8-3 0,0-7-2 16,0 7 2-16,0 0 5 0,0 0-4 16,0 0-3-16,0 0-4 0,-25 9 5 0,14 5 2 0,-1 1-3 15,-1 1 10-15,-3 7-22 0,7-6 1 0,1 0-2 16,1-1-1-16,-2 2-3 0,6 0-3 0,1-1-2 16,2-4-1-16,0-2-1 0,2 1-8 0,3-2-6 15,2 0-13-15,0-1-14 0,1-4-8 0,1 0-12 16,3-1-3-16,-1-2-11 0,5 1 0 0,1-3-10 15,-3-3 4-15,-3 0 0 0,0-4 10 0,1 4 1 16,-1-5 8-16,-2 1 7 0,3 0 4 0,-2-3 0 16,-3 0 5-16,-1-2 8 0,2 2 4 0,-2-6 5 15,-1 2 2-15,3 0 7 0,-2 5 8 0,0-3 5 0,-3 2 11 16,1 5 3-16,-2 0 1 0,-2 5-2 16,4-10-3-16,-4 10 0 0,5-5 3 0,-5 5 7 15,0 0 9-15,0 0 2 0,7 15-1 0,-7-7-1 16,0 3-2-16,2 3 0 0,-4 1-11 0,2 1 7 0,0 1-8 15,2 0-13-15,1-6-31 0,-3 6-43 16,2-2-44-16,-2-1-49 0,4-1-77 0,-4 3-248 16,2-2-523-16,0 2 231 0</inkml:trace>
  <inkml:trace contextRef="#ctx0" brushRef="#br0" timeOffset="49995.98">13304 6999 12 0,'2'-4'268'0,"-2"4"-11"16,6-7-16-16,-6 7 0 0,0 0 1 0,7 0-6 15,-7 0-2-15,0 0-6 0,10 14-20 0,-8-7-21 16,0-1-13-16,-2 1-12 0,4 3-11 16,-1-2-4-16,-1 2-11 0,2-3-14 0,-4 0-7 15,2-1 2-15,2 1-3 0,-4-7-9 0,0 0 7 0,0 11-10 16,0-11 4-16,0 0 0 0,0 0 0 0,-6 9-15 15,6-9 0-15,0 0-7 0,0 0-9 0,0 0-8 16,0 0-19-16,0 0 10 0,-13-13-2 16,13 13-4-16,-2-11-10 0,0 3-5 0,2-1-5 0,2-2-2 15,0-2-25-15,5-1 11 0,-1-3-6 0,2-1-7 16,0 0-6-16,5-4-16 0,-1 6 7 0,-1-1 0 16,-2 3-2-16,3 1 0 0,-6 2-1 0,5 3 3 15,-1 1 3-15,-2 1-7 0,-3 2 0 0,3 1 3 16,-3 2-2-16,-5 1-2 0,16 4 4 0,-9 0-1 15,-1 6 7-15,2-1 7 0,0 9 8 0,1-1 8 16,-2 2 0-16,2-1 5 0,-2-1-3 16,-3 1-3-16,3-2 2 0,-3 0-2 0,1-6-2 0,2 2 4 15,-1-2-20-15,-1-1 10 0,-1-2 0 0,4-1 2 16,-2 1-1-16,3-2 0 0,0-2-14 0,2 1-2 16,-2-3-6-16,4-2-10 0,-1-3-3 0,-1 3-10 15,5-3-7-15,-5-1-3 0,0 0 1 0,1-3 4 16,-1-1-3-16,2-2-2 0,-6 1 2 0,0 0-10 15,1-4 5-15,-3 3-5 0,2-4 7 0,-1-1 7 16,-3-1 5-16,-1 0 4 0,2 6 1 0,-2-2 3 16,0-2 1-16,-1 3 3 0,-1 5 3 0,0 0-2 15,0 7 3-15,4-10-3 0,-4 10 6 0,0-6 7 16,0 6-6-16,0 0 21 0,0 0 23 0,0 0 11 16,10 21 3-16,-10-5 9 0,0-1 8 0,2 3-4 15,-2-1 7-15,0-1-2 0,-2 2-17 0,2 2 8 16,0 0 4-16,0-1-7 0,-2-2-7 0,2-1-7 0,-3 1 1 15,3-5-6-15,-5 1 2 0,5-3-1 16,-2-4 0-16,2-6-7 0,-2 12 1 0,2-12 3 16,-1 7-7-16,1-7-2 0,0 0-8 0,0 8-10 15,0-8-14-15,0 0-17 0,0 0-20 0,0 0-2 16,0 0-9-16,17-15-6 0,-9 6 2 0,7-3 0 16,0-1 2-16,5-3 0 0,2-1 3 0,-2-1 10 15,-1 0-8-15,1 0 5 0,0 1 2 0,-1-2 6 16,-4-1 7-16,-1 7 4 0,-3-4 0 0,2 3 9 0,-3 0 1 15,-4 7 8-15,2-5 11 0,-3 4 16 16,-1 0 13-16,1 1 23 0,-4 3 5 0,-1 4 5 16,6-8-5-16,-6 8-11 0,0 0 5 0,4-3-6 15,-4 3 2-15,0 0-1 0,0 0 4 0,-10 19-8 0,10-6 8 16,-6-3-3-16,2 1-1 0,0 4-9 0,3-3-10 16,-3-2 10-16,4 3-1 0,0-4-7 0,2 3 1 15,0-2-3-15,1-1-7 0,3-2 2 16,0-2-3-16,-2 1-4 0,5-1-10 0,1-3-8 0,0 1-13 15,-1-3-15-15,4 0-19 0,-3-3 5 16,0 2 0-16,-1-4-1 0,-1 3 3 0,1-4 8 16,-3 2-2-16,-2-3 9 0,1-1-5 0,-3 2 4 0,5-3 5 15,-4-1 0-15,-1 2 5 0,0-4-3 16,0 2 1-16,0-2 7 0,0 1-2 0,1 4 4 0,1-4 5 16,-4 5 2-16,0 6 8 0,4-11 6 0,-4 11 4 15,3-7 2-15,-3 7 0 0,0 0 26 0,0 0 17 16,0 0-2-16,0 0 13 0,0 0 2 0,0 28 0 15,-5-17 1-15,3 2-3 0,0 3-3 0,-2 0-9 16,3-1-5-16,-3 0-25 0,2-2 20 0,-1 5-3 16,0-4-54-16,3-4-43 0,-3 3-46 0,3-1-53 15,-2 0-62-15,-1 0-77 0,1-2-80 0,0-2-216 16,-3-4-643-16,5-4 284 0</inkml:trace>
  <inkml:trace contextRef="#ctx0" brushRef="#br0" timeOffset="50152.68">14005 6744 39 0,'0'0'128'0,"0"0"-36"15,0 0-44-15,0 0-46 0,0 0-54 0,0 0-56 16,0 0 25-16</inkml:trace>
  <inkml:trace contextRef="#ctx0" brushRef="#br0" timeOffset="50419.87">14478 6637 277 0,'0'0'302'0,"2"-12"-1"0,1 10 1 15,-3 2-4-15,0 0 7 0,2-9-35 0,-2 9-20 16,0 0-23-16,0 0-25 0,0 0-5 0,0 0 5 15,0 0-2-15,11 21 0 0,-8-4-8 0,-1 1-10 16,2 11-7-16,-3-3-17 0,0 1-14 0,-1 2-12 16,0 1-11-16,0 1-14 0,0-5-8 0,-1 2-12 15,1 0-9-15,-3-2-5 0,1 1-6 0,2-8-6 16,0 1-24-16,0-1-29 0,-2 2-20 0,0-6-66 16,2-2-54-16,-1-1-46 0,1 0-45 0,-3-2-59 15,2-3-52-15,-2-1-41 0,1 1-232 0,2-7-657 16,-9 4 290-16</inkml:trace>
  <inkml:trace contextRef="#ctx0" brushRef="#br0" timeOffset="50750.02">14438 6865 135 0,'5'-6'200'0,"3"-2"-9"0,-1 5-5 0,5-1-12 15,-3-2-7-15,4 6-10 0,-4-3-11 16,0 3-7-16,5 0-7 0,-3 3-2 0,0-1-1 15,0 3 16-15,-2 0-4 0,0 1 11 0,2 2-3 16,-3 1-1-16,-2 1-5 0,1-1-4 0,-3 1-8 16,-1 2-5-16,1-2-6 0,0 1-10 0,-1-3-15 15,1 4-9-15,1-4-9 0,-1-1-14 0,3 2 7 0,-1-2-19 16,-1-1-3-16,1-1 6 0,1-1-10 16,3-2-4-16,0 1 7 0,1-3-4 0,3 0-13 15,-1-3 6-15,1 1-3 0,0-6 1 0,4 3-5 0,-9-1 8 16,4-2 6-16,-2 1-9 0,-2 0-3 15,-2-4 2-15,1 3 11 0,-2-2-12 0,0 1-3 0,-3-3-4 16,-1-2-3-16,0 1-4 0,-4 2-3 16,2 0-8-16,-1 3-27 0,0-1-26 0,-3 2-31 0,-1 1-34 15,-1-2-36-15,-2 7-43 0,-3-2-40 0,2 1-44 16,-2 4-50-16,-1 1-214 0,2 3-581 16,-2 1 258-16</inkml:trace>
  <inkml:trace contextRef="#ctx0" brushRef="#br0" timeOffset="51129.8">14822 7150 243 0,'11'-4'272'0,"2"0"3"15,-3-2 2-15,6-2 2 0,-5 1 0 0,-1-1-7 16,0 1 4-16,-1-2-22 0,1-1-18 0,-1 1-27 16,1-5-7-16,2 0-14 0,-3 1-10 0,-1-3-10 15,1 1-1-15,-2-1-40 0,0 0 3 0,-1 1-12 16,1-2 0-16,-5 0-25 0,2 2 5 0,-3-3-4 15,-2 4-18-15,0 3 13 0,-1-6-7 0,-1 5 11 16,3 3-6-16,-6 0-7 0,1 2-1 0,0-1-10 16,1 2-10-16,-3 0 0 0,7 6-9 0,-7-6-6 15,7 6-7-15,-6-4-9 0,6 4-3 0,-4-5-5 16,4 5-2-16,0 0-9 0,0 0-5 0,0 0-2 16,0 0-13-16,0 0-14 0,0 0-10 0,23 9 2 15,-10-4 4-15,-2-4-7 0,9 3 5 0,-1 0-2 16,-3-3 1-16,-2 1 6 0,-3 1-1 0,0 1 3 15,1-2 4-15,-1 2-2 0,-4 1 5 0,1 1 3 16,-1 1 7-16,-2 3 17 0,-2 2 12 0,0 1 1 16,0 4-1-16,-3-2 2 0,4 2-4 0,-8 1 3 15,1-6-6-15,0 4-15 0,-4 2-23 0,6 1-51 16,-3-3-73-16,6 1-62 0,-5 1-66 0,-3-2-81 0,4 1-352 16,-4-3-764-16,6-3 339 0</inkml:trace>
  <inkml:trace contextRef="#ctx0" brushRef="#br0" timeOffset="51296.79">15430 7174 92 0,'10'0'412'0,"-2"0"-47"0,-8 0-14 15,13 3-17-15,-13-3 9 0,7 1-10 0,-7-1-7 16,0 0-19-16,7 3-27 0,-7-3-28 0,2 8-21 16,-2-8-27-16,-6 13-14 0,5-7-26 0,-5 3-52 15,3-2-65-15,-1 1-96 0,-4-2-105 0,-2 2-109 16,-3 2-384-16,-4 1-700 0,-1-4 310 0</inkml:trace>
  <inkml:trace contextRef="#ctx0" brushRef="#br0" timeOffset="53649.76">17209 6435 211 0,'4'-4'315'16,"-1"0"-22"-16,-3 4-20 0,7-6-23 0,-7 6-17 15,5-3-19-15,-5 3-18 0,0 0-9 0,0 0-6 16,1 17 0-16,-4-2-2 0,-5 10-9 0,-3 2-19 16,-2 2-13-16,-3 0-10 0,-3 3-6 0,1 0-11 15,-1-2-15-15,-3-1-12 0,-3 11 5 0,5-9-8 16,-1-4-11-16,-7 14-5 0,6-15-14 0,1 0 8 16,-5 2-17-16,1-5 2 0,2 1-6 0,0-3-5 15,-1-3 1-15,1-1 1 0,1-3-1 0,4-2-7 16,-1-5 12-16,3 1-29 0,-2-1-9 0,5-4 1 15,-4 0 2-15,6-2 2 0,-2-1-3 0,3-3-5 16,0 1-12-16,1-3-5 0,1-4-5 0,3 2-1 16,0-3-1-16,1-5-6 0,1-5 4 0,3-5 6 15,5-1 3-15,1-3-2 0,1 3 7 0,6-1 10 16,-1-1-6-16,3 4 7 0,3 1-2 0,0 1-1 16,-4 8-2-16,1 0 6 0,0 2 4 0,-1 1-5 15,-3 5 0-15,-1 0 3 0,1 1-8 0,0 3 3 16,-1-1-2-16,1 4 5 0,1 1-2 0,1 1-1 15,6 7 4-15,-4-2 1 0,2 4-9 0,-1 1 4 16,5 4 4-16,-1 1-3 0,-6-3 7 0,4 4-4 16,1 1 4-16,-6 2 5 0,4 2-3 0,-2-3 7 15,-7-2-5-15,8 2-4 0,-5-7-2 0,1 2 6 16,-3-2-29-16,2 1-40 0,0-3-36 0,-2-2-50 0,-3-1-63 16,2 1-68-16,3-4-54 0,-4 1-173 15,3-2-549-15,2-1 243 0</inkml:trace>
  <inkml:trace contextRef="#ctx0" brushRef="#br0" timeOffset="53823.73">17673 6791 71 0,'5'-4'288'0,"-5"4"-30"15,9-6-23-15,-4 3-20 0,-5 3-19 0,14-4-16 0,-9 3-23 16,5-1-15-16,0 1-12 0,3-1-21 15,0 2-38-15,0 0-51 0,0-1-74 0,2 2-62 16,-3 1-67-16,0-2-104 0,-3 3-310 0,-9-3 137 16</inkml:trace>
  <inkml:trace contextRef="#ctx0" brushRef="#br0" timeOffset="53995.86">17725 6925 59 0,'0'0'310'0,"-5"7"-29"0,5-7-22 0,-4 6-18 15,4-6-14-15,0 0-15 0,0 0-16 0,0 0-14 16,0 0-12-16,10 8-21 0,1-7-13 0,5 1-5 16,5-2-35-16,8-6-42 0,2 1-43 0,2-2-59 0,2 1-65 15,3 1-47-15,0 0-24 0,12-4-29 16,-10 4-120-16,11-4-361 0,-12 4 160 0</inkml:trace>
  <inkml:trace contextRef="#ctx0" brushRef="#br0" timeOffset="54364.72">18813 6647 104 0,'1'-5'313'0,"-1"5"-6"15,1-7 1-15,-1 7 7 0,0 0-24 0,0 0-14 0,0 0-21 16,0 0-15-16,0 0-13 0,0 0-7 16,-25 12-7-16,9 8-12 0,-3 2-28 0,-1 2-1 15,0 1-14-15,3 0-20 0,0-1-12 0,2 0-3 16,6 0-31-16,-1 0-2 0,5-5-10 0,-1-1 3 0,6-2-13 15,3-1-5-15,0 1-12 0,2 0 4 16,5-3 0-16,-4-2-2 0,5-3-10 0,2 0 1 16,3-1-8-16,2 0 8 0,-3-4-24 0,7-1 8 15,-2-2-9-15,-2-3-2 0,1 1-2 0,2-2 2 16,-2-4-3-16,-1 0-4 0,-3-2 1 0,3-1 6 0,-3-2-14 16,1-1 2-16,-5 0-14 0,3-8 11 15,-6 2 2-15,0 3-2 0,-1-5 3 0,-2-3-5 16,-2 6-2-16,-2 0-1 0,-2 0 0 0,-4 1-1 15,0-1-2-15,-2 1 8 0,2 4-3 0,0 1 0 16,-1 1 7-16,-3 2-13 0,0 2-3 0,-2 1-17 16,-1 1-22-16,0 0-32 0,-4 4-49 0,-2 1-45 0,-4 3-46 15,2 1-60-15,2 4-73 0,1 1-317 0,3-1-724 16,4-1 320-16</inkml:trace>
  <inkml:trace contextRef="#ctx0" brushRef="#br0" timeOffset="54545.95">19237 6857 87 0,'5'3'343'0,"2"-2"-25"15,-7-1 0-15,6 3 18 0,-6-3-17 0,6 3-7 16,-6-3-32-16,0 0-24 0,7 3-27 0,-7-3-40 16,0 0-23-16,0 0-56 0,7 3-65 0,-7-3-68 15,0 0-84-15,0 0-79 0,0 0-70 0,0 0-200 16,0 0-494-16,18-6 218 0</inkml:trace>
  <inkml:trace contextRef="#ctx0" brushRef="#br0" timeOffset="55245.96">20006 6512 292 0,'-6'-8'305'0,"6"8"-6"16,-5-9-10-16,5 9-13 0,-8-5-11 0,8 5-23 16,-9-2-13-16,9 2-16 0,-12-1-21 0,12 1-11 15,-16 6-14-15,5 3-16 0,-3 0-7 0,1 3-21 16,-3 3-12-16,-1 6-6 0,5-10-12 0,0 5-9 15,2-2-10-15,3 1-9 0,2-3 10 0,2-1-21 16,-1 1-8-16,4-1-2 0,1 2-10 0,2-4 14 16,1 1-17-16,1-1-15 0,1-1 9 0,3 1-9 15,-1-3-9-15,1-2-5 0,4 0-8 0,-4 0 8 16,2 0-5-16,2-3 1 0,-3-2 4 0,2-1-4 16,-2 0 4-16,-2 0 5 0,-2-2-8 0,2-2-7 15,2 0 12-15,-4-2 0 0,2 1 12 0,-2-2 3 16,1 0 8-16,-1-1-3 0,-2-2 2 0,4-3-12 15,-3 1 0-15,2-2 14 0,-2 6-1 0,-1 0 9 16,-1-2 8-16,-1 4-2 0,1-2 6 0,-2 4 3 16,1-2 2-16,-2 8-5 0,3-9-5 0,-3 9-4 0,4-8 0 15,-4 8-12-15,3-4-2 0,-3 4-3 16,0 0-5-16,0 0-9 0,0 0 0 0,0 0 6 16,2 30-3-16,-4-13 10 0,0-1 3 0,1 2 7 15,-3 2-8-15,2 5-1 0,-2 0 4 0,0 0-1 0,2-7 3 16,-4 2 1-16,3-3-7 0,-1 10-12 0,-1-8 9 15,1-1 0-15,1-1-2 0,2-2 1 16,-2 2 2-16,1 0-18 0,-1-5 3 0,2-1-30 16,-2 0-36-16,2-2-58 0,0 2-58 0,-2-1-49 0,2 0-62 15,0-5-63-15,1-5-66 0,-6 11-211 0,3-7-679 16,3-4 300-16</inkml:trace>
  <inkml:trace contextRef="#ctx0" brushRef="#br0" timeOffset="55731.72">20478 6576 250 0,'-3'-9'321'0,"2"2"6"16,-2-1-3-16,0 2-23 0,-2 0-14 0,0 1-13 15,5 5-21-15,-8-7-28 0,8 7-17 0,-8-7-28 16,8 7-10-16,-11 0-14 0,3 6-24 15,-2 1-9-15,-5 2-12 0,2 2-14 0,2 2-2 0,-3 2-14 16,4-1-5-16,0-1-2 0,2 2-20 0,2-3-1 16,2-1-8-16,0-1 3 0,3 2-12 15,0-3 4-15,-1 2-11 0,1-1 2 0,2-4-20 16,-1-6 1-16,4 11-17 0,0-7-3 0,0-1-4 0,1 2-1 16,-5-5-11-16,14 1 5 0,-5-1 3 0,-9 0 2 15,15-2-1-15,-3-2-1 0,-3 0 4 0,-1-1-1 16,2-1 2-16,-3 0 5 0,1 0-2 0,0-3 1 15,-1 0 0-15,2 1 5 0,-2-1 9 0,0 2 8 16,1-4 4-16,-2 0 11 0,1 3-15 0,-1-1 6 16,-1 0 3-16,0 2 13 0,2-3-1 0,-5 7 8 15,3-2 3-15,-5 5 0 0,3-7-5 0,-3 7-8 16,4-5 3-16,-4 5-4 0,0 0-4 0,0 0 1 16,0 0 16-16,0 0 23 0,10 15 0 0,-11-3 10 15,-4 3-2-15,2 1 3 0,2 3-5 0,-3 0-9 16,0 1 0-16,-1-3-3 0,1 9-4 0,0-6-10 15,-1-3-3-15,-1 0-5 0,3 3 0 0,1-7-13 0,-2 3-4 16,3-3-40-16,-2-1-35 0,2-4-56 16,-1 2-63-16,1-1-58 0,1 0-60 0,0-9-57 15,1 13-44-15,1-8-303 0,-2-5-749 0,0 0 332 16</inkml:trace>
  <inkml:trace contextRef="#ctx0" brushRef="#br0" timeOffset="56029.73">20818 6611 23 0,'0'0'298'0,"4"-8"-22"0,-4 8-18 0,0 0-13 15,2-8-16-15,-2 8-13 0,0 0-3 0,0 0-7 16,0 0-14-16,0 0-9 0,0 0-2 16,0 27-14-16,2-17-13 0,0 1-3 0,1 5-12 15,-2-1-7-15,7 0-4 0,-5 1 1 0,4-1-26 16,-1 0-4-16,1 0-6 0,0 0-4 0,-3-4-6 0,0 1-16 15,1 1 17-15,-2-3-13 0,2 1 2 16,-4-2-5-16,2 2 15 0,-3-3-9 0,3 2-1 16,-4 0 0-16,-1-3 4 0,-1 1-8 0,-2-1 0 15,-1-2-10-15,-4 3-12 0,-1-3 2 0,1 3-4 0,-3-6-21 16,-4 3-29-16,5-1-37 0,-4-4-33 0,0 0-58 16,-1-2-50-16,-1 0-53 0,2-1-62 15,0-5-54-15,5 1-276 0,-3-4-681 0,2 1 301 16</inkml:trace>
  <inkml:trace contextRef="#ctx0" brushRef="#br0" timeOffset="56195.9">20928 6479 172 0,'7'-8'265'0,"4"4"-21"0,-2-3-11 0,2 3-4 16,-3 0-7-16,2 1-13 0,1 0-21 0,0 2-20 15,-3 1-18-15,3-1-11 0,0 2-15 0,1 1-12 16,2 2-19-16,3 1-46 0,-5-1-58 0,4 3-67 15,-1 0-77-15,0 1-65 0,-2 2-136 16,-3 0-385-16,1 2 171 0</inkml:trace>
  <inkml:trace contextRef="#ctx0" brushRef="#br0" timeOffset="56353.91">21385 6806 154 0,'5'11'304'0,"-2"-1"-7"16,-2 0 8-16,-1-2 3 0,0 1-2 0,0 2-8 15,-1-3-18-15,1 4-18 0,-1-8-26 0,-4 6-22 16,2 1-23-16,2-2-21 0,-4 3-10 0,0-5-37 16,-1 1-63-16,0 2-58 0,-3-3-71 0,0 0-84 15,0 1-97-15,-2-1-283 0,-1-2-578 0,-2 1 255 16</inkml:trace>
  <inkml:trace contextRef="#ctx0" brushRef="#br0" timeOffset="56913.13">23158 6253 45 0,'-3'-6'292'0,"3"6"-2"0,-2-13-9 0,2 13-10 16,-2-9-6-16,2 9-17 0,-2-6-17 0,2 6-15 15,0 0-14-15,0 0-18 0,0 0-17 16,0 0-10-16,1-12-17 0,-1 12-19 0,0 0-9 16,16-2-6-16,-2 2-14 0,6-1-13 0,10 2-11 15,3-1-17-15,0 0-19 0,1 0-25 0,2 1-32 16,-6 0-37-16,-2 1-40 0,-9-4-38 0,-1 2-43 0,-5 0-34 16,-1 0-24-16,-1 2-208 0,-5-2-484 15,-6 0 215-15</inkml:trace>
  <inkml:trace contextRef="#ctx0" brushRef="#br0" timeOffset="57245.83">23470 6196 44 0,'0'0'176'0,"0"0"-17"16,0 0-17-16,-11 3-13 0,11-3-11 0,-2 7 20 15,-2 1 15-15,0 3-2 0,2 5 9 0,1 0-2 16,-2 4 11-16,0-1 9 0,0 10-9 0,0 1-12 16,2-3-13-16,-3 0-7 0,2 1-6 15,0-1-9-15,2-2-10 0,-1-1-10 0,1-5-5 16,0 1-15-16,0-2-6 0,0-1-2 0,0 1-8 15,0-1-2-15,0-4-8 0,0-1-10 0,0-2 3 0,1 0-9 16,-2 0-10-16,-1-4-15 0,0 2-19 16,2-8-15-16,-5 11-23 0,0-7-12 0,0 0-14 15,-2-1-2-15,-2-1-9 0,9-2 6 0,-16-2 4 0,8-1 7 16,-3-1 4-16,3 0 7 0,-1-2 9 0,0-1 3 16,3 0 16-16,0 2 16 0,1 0 9 0,1 0 9 15,4 5 14-15,-7-7 5 0,7 7 1 0,-7-6-2 16,7 6 2-16,-5-4-5 0,5 4 2 0,0 0 9 15,0 0 13-15,0 0 4 0,0 0 4 0,0 0 2 16,28 4-4-16,-16-2 1 0,6 1-2 0,2-2-12 16,8 0 2-16,2 1-6 0,3-4-19 0,0 1-41 15,0 0-43-15,4-2-57 0,-1-1-67 0,0-1-59 16,4-1-258-16,-6 0-548 0,-1-2 243 0</inkml:trace>
  <inkml:trace contextRef="#ctx0" brushRef="#br0" timeOffset="57645.77">24165 6428 260 0,'0'0'272'0,"0"0"-3"15,0 0-15-15,-10-10-2 0,10 10-4 0,-17 1 0 16,4 5 1-16,-1 4-17 0,-2 0 3 0,0 2-5 16,0 1-17-16,0-1-12 0,1-1-21 0,2 1-17 15,4-3-20-15,-2 4-5 0,4-4-20 0,4 2-14 16,-3-1-8-16,5 0-10 0,1-1-6 0,1 1-20 15,3-1-10-15,3-1-19 0,0 0-11 0,5 0-6 16,-2-3-14-16,2 0-12 0,2 0-4 0,-1-2 4 16,-2-1-11-16,3 0 3 0,-1 0 6 0,-4-2 0 0,-2 2-2 15,-7-2 2-15,13-2 3 0,-13 2 3 16,10-1 1-16,-10 1 4 0,7-4-5 0,-7 4 10 16,0 0 7-16,0 0 6 0,0 0-12 0,0 0 14 15,0 0-2-15,0 0 6 0,0 0 9 0,-22-6 5 16,12 6 2-16,-2 4 2 0,0-1 6 0,-6 4 11 15,-1-1-1-15,2 2-2 0,0 1 4 0,2-1-2 16,3-2-2-16,2 2-10 0,-1 0-4 0,2-1-4 16,2 2 1-16,1-3-1 0,0 1-7 0,2-2-5 15,1 3-2-15,3-8-11 0,-2 13-10 0,2-13-22 0,10 11-42 16,0-5-47-16,4 0-56 0,5-1-60 16,-2-4-61-16,6 2-53 0,5-3-42 0,-6 0-206 15,8-1-638-15,0-2 283 0</inkml:trace>
  <inkml:trace contextRef="#ctx0" brushRef="#br0" timeOffset="57835.74">24587 6456 2912 0,'6'-9'252'0,"-2"4"-99"0,0-2-83 16,-2 1-23-16,3 0-25 0,-1 1-5 0,-4 5-2 15,13-9-1-15,-3 5-2 0,1-1-5 16,5 2 0-16,1-2 2 0,4 4-1 0,1-3-13 0,0 2-27 15,0 1-34-15,2 0-36 0,-6 2-43 0,-2 1-31 16,4-1-45-16,-7 3-30 0,-7-2-174 16,-1 4-460-16,-1-3 204 0</inkml:trace>
  <inkml:trace contextRef="#ctx0" brushRef="#br0" timeOffset="57974.77">24723 6528 225 0,'-10'4'229'0,"3"2"-5"15,1-3 1-15,-1 2 1 0,2 0-2 0,-4-3-6 16,9-2-10-16,-8 6-14 0,8-6-11 0,-5 2-4 15,5-2-25-15,0 0-5 0,0 0-19 0,0 0-10 16,0 0-6-16,12 13-31 0,-2-11-24 0,0-1-49 16,9-1-42-16,2-3-59 0,6 2-66 0,6-5-61 15,-7 2-225-15,-3 0-480 0,5-4 213 0</inkml:trace>
  <inkml:trace contextRef="#ctx0" brushRef="#br0" timeOffset="58215.91">25273 6274 191 0,'2'-5'296'0,"1"-1"-13"0,-3 6-10 0,8-8-14 16,-8 8-16-16,4-5-16 0,-4 5-17 0,0 0-16 15,0 0 5-15,0 0 31 0,0 0 22 0,7 17-12 16,-7-5-4-16,0 5-13 0,2-2-10 0,-2 6-8 16,0 4-17-16,-2-5-11 0,2-1-14 0,0 1-14 15,0 4-17-15,0-4-10 0,-2-1-10 0,0 1-12 16,2-2-6-16,-2 1-13 0,2-1-25 0,0 1-38 15,0-5-34-15,-1-1-44 0,2 2-62 0,-1-2-53 16,-1-2-54-16,-1 2-54 0,2-2-65 0,-1-2-47 16,-2 0-228-16,3-1-676 0,0-8 300 15</inkml:trace>
  <inkml:trace contextRef="#ctx0" brushRef="#br0" timeOffset="58495.85">25410 6576 3 0,'0'0'263'0,"6"-3"-20"0,-6 3-15 0,0 0-12 16,8-4-9-16,-8 4-7 0,0 0 0 0,0 0-10 16,0 0-10-16,15 7-2 0,-12-2-9 0,3-3-8 15,2 1-14-15,4-3 1 0,0 3-9 0,1-3-5 16,4 0-7-16,0 0-17 0,0-2 5 0,-2 1-15 16,-2-2 3-16,0 2 13 0,-2-2-5 0,0-2 3 15,-1 0-4-15,-1-1 1 0,-1 0-10 0,-2-3-1 16,0 1 4-16,-2-1 2 0,-1 1 0 0,-1-1 1 15,-2-1-11-15,-1-1-10 0,0 4-5 0,-2-4-6 16,-3 3 1-16,-2 0-9 0,0 1-13 0,-1 2-14 16,-7-1-18-16,2 3-25 0,-6 2-31 0,1-1-42 15,-2 4-59-15,0-1-59 0,2 2-74 0,0 0-95 16,-1 4-350-16,7-4-770 0,2 0 341 0</inkml:trace>
  <inkml:trace contextRef="#ctx0" brushRef="#br0" timeOffset="59083.87">25927 6419 3125 0,'0'0'344'0,"9"2"-184"16,-9-2-82-16,6 4-39 0,-6-4-1 16,4 9 21-16,-4-5 25 0,0 5-5 0,0 1 3 15,-2 0 0-15,-2 2 7 0,2-1 6 0,0 3-16 16,1-1 2-16,-3-1-6 0,4 0-7 0,0-1-7 15,-2-2-5-15,2 0-7 0,0 1 3 0,0-10-12 16,0 11 0-16,0-11-3 0,-2 9-1 0,2-9-12 16,0 0 20-16,0 8 19 0,0-8 20 0,0 0 14 0,0 0 5 15,0 0-12-15,0 0-10 0,0 0 0 0,0 0-9 16,0 0-5-16,0 0-8 0,-4-26-5 16,6 17 2-16,0-3-7 0,-2 2-6 0,6-6-10 15,1 2-5-15,-1-2-3 0,2-2-5 0,2 1-5 16,2 1-4-16,1 2-1 0,0 1-6 0,0-1 1 0,2 3-8 15,-4 6 0-15,0-1-3 0,-2 1-3 0,3 3 4 16,-3 1-3-16,1 2 0 0,0 2-4 0,-1 3 7 16,0 1 1-16,3 7-2 0,-2-1 2 0,-1 1 0 15,-3 1 0-15,2 0-2 0,-4 0 4 0,1-2 3 16,-1 2 0-16,1 2 1 0,-1-7-5 0,-4-4 4 16,2 1 3-16,-2-1-2 0,0-6 3 0,5 10-2 15,-5-10 4-15,2 7 1 0,-2-7-1 0,0 0-4 16,0 0-5-16,1 6-17 0,-1-6-19 0,0 0-10 15,0 0-5-15,0 0-1 0,0 0-19 0,8-22 5 16,-3 14-2-16,3-2-3 0,2-2 5 0,3-2 1 16,0-1 4-16,3 1 4 0,-3 1 3 0,3 2 10 15,-2-1 0-15,2 4 8 0,-6-1 1 0,0 5 0 16,-3-2 7-16,-1 4-4 0,-1 0 4 0,-5 2 2 16,10-2 5-16,-10 2 16 0,0 0 9 0,12 9-1 15,-10-2 4-15,1 0 9 0,-1 3-5 0,-2-1 0 16,2 3 2-16,0-2 7 0,-2 0-8 0,0 3 2 0,0-1-47 15,0-1-61-15,0 0-77 0,0 1-89 16,3-4-115-16,-3-1-304 0,0-7-739 0,0 0 328 16</inkml:trace>
  <inkml:trace contextRef="#ctx0" brushRef="#br0" timeOffset="59512.74">26679 6476 312 0,'0'0'365'0,"6"7"-26"0,-6-7 1 0,3 10-8 16,-3-1-12-16,0-9-20 0,-5 17-25 0,3-7-13 15,2-1-14-15,-2 3-33 0,2-3-4 0,-2-1-22 16,2 1-12-16,2-1-22 0,-2-8-6 0,-2 11-16 0,2-11-7 16,0 10-7-16,0-10 2 0,0 0 2 0,0 6 10 15,0-6 2-15,0 0 1 0,0 0-8 16,0 0-14-16,0 0-17 0,0 0 0 0,0 0-12 15,0 0-12-15,-5-27-14 0,5 17 4 0,0-1-9 0,2 0-8 16,1-1-3-16,1-4-1 0,0 0-6 0,4-2-8 16,2 1-8-16,2-7-5 0,4 0-2 0,-1 1-4 15,3 3-2-15,-1-1-6 0,2 0-2 0,1 1-2 16,-7 8-1-16,2 1 3 0,-4 3-3 0,-3 1 2 16,0 3-2-16,-4-1-3 0,0 2-1 0,-4 3 2 15,0 0-4-15,16 4 4 0,-9 4 3 0,-2 1 15 16,-1 3 10-16,0 5 17 0,0 0 12 0,-1 9 7 15,-1-10 7-15,-2 4 2 0,0-3 4 0,0 4-6 16,0-2-2-16,0-1-6 0,0-2-8 0,-2 3-5 16,0-4-2-16,2-3-4 0,0 0-23 15,0-1-41-15,-1-1-60 0,-1 0-67 0,2-10-84 0,0 10-61 16,-2-3-69-16,0-1-76 0,2-6-67 0,-7 6-294 16,3-3-871-16,-5-1 385 0</inkml:trace>
  <inkml:trace contextRef="#ctx0" brushRef="#br0" timeOffset="59664.16">26739 6525 128 0,'0'0'333'0,"0"-11"-24"0,0 11-15 15,-2-6-14-15,2 6-12 0,7-8-17 0,-7 8-17 16,9-7-16-16,0 3-29 0,2-2-20 0,7 2-13 16,1 0-4-16,0-1-66 0,2 1-48 0,6-5-66 15,-7 6-80-15,7-4-92 0,-7 4-262 0,-2-3-500 16,2-1 222-16</inkml:trace>
  <inkml:trace contextRef="#ctx0" brushRef="#br0" timeOffset="61084.1">29337 6089 107 0,'0'0'321'0,"-8"-9"-21"0,4 6-24 16,4 3-7-16,-10-5-16 0,4 3-7 0,6 2-17 15,-18 8-12-15,2-1-14 0,1 3-14 0,0 1-15 16,-1 4-11-16,2-1-20 0,2 2-17 0,1 0-11 16,1-1 6-16,4-4-42 0,-1 5 8 0,4-6-17 15,0 2-5-15,3-1-5 0,0 1-5 0,3 1-10 16,-1-3 5-16,3 2-10 0,3-1-3 0,-3-3-5 16,3-1-1-16,1-1-6 0,1 0-8 0,-3-2 0 15,4 0-6-15,-1-2-4 0,0-2-1 0,-2-1 3 16,-8 1 4-16,16-4-19 0,-8-1 0 0,-3 2 5 15,3-3 0-15,1-1 1 0,-3-2 0 0,1-1-3 16,-1 0 1-16,2-3 2 0,-2-3 2 0,0-3-1 16,0 6-3-16,-3 1-1 0,1 0 7 0,0 2 6 15,-1 1 3-15,0 4 4 0,-1-1-4 0,-2 6-1 16,3-10 7-16,-3 10-20 0,3-5 2 0,-3 5-6 16,0 0 3-16,0 0 1 0,0 0-9 0,0 0 14 15,1 27-6-15,-2-13 3 0,1 4-4 0,-3-1 5 16,2 0 0-16,2 2 2 0,-2-2-1 0,2 2-31 15,1-1-42-15,-1-1-49 0,-1-2-43 0,1 1-59 16,2-4-53-16,0-1-51 0,-2 0-187 0,3-2-554 0,0 0 245 16</inkml:trace>
  <inkml:trace contextRef="#ctx0" brushRef="#br0" timeOffset="61462.72">29572 6219 70 0,'0'0'241'0,"5"-6"-12"0,-5 6-6 0,0 0-3 0,0 0-8 16,0 0-3-16,9 15-21 0,-8-9-12 15,0 2-11-15,1 3-13 0,0-1-16 0,-4-1-14 16,4 2-8-16,0-5-15 0,0 4-5 0,0-3-12 0,-1-2-4 16,-1-5-7-16,2 13-6 0,-2-13-11 15,3 7 0-15,-3-7-7 0,0 0 2 0,0 9 5 16,0-9 14-16,0 0-4 0,0 0 1 0,0 0-3 15,0 0-9-15,0 0-4 0,0 0-8 0,0 0-6 0,6-21-6 16,1 12-2-16,-1-1-4 0,-2-1-1 16,2 0-5-16,6-3-6 0,-3 0-6 0,1-2-2 15,4 3-4-15,0-2 2 0,1 2 0 0,1 2-3 16,2 4 1-16,-3 1 1 0,-2 0-1 0,-3 2-4 16,-2 2-1-16,-1-1 1 0,-7 3 4 0,16 3-3 0,-10 0-3 15,-1 5 9-15,-1 0 2 0,2 2-1 0,-2-1-1 16,-1 8 4-16,-1-5-3 0,0 2 9 0,0 1-10 15,-2 2 3-15,0-5-19 0,-1 2-36 0,0-4-37 16,1 5-51-16,0-4-65 0,1-3-65 16,1 2-237-16,2-3-546 0,3-3 242 0</inkml:trace>
  <inkml:trace contextRef="#ctx0" brushRef="#br0" timeOffset="61914.57">30219 6178 61 0,'0'-10'288'0,"0"-1"-8"0,-2 3 1 0,0 1-5 0,-2 2-19 16,4 5-8-16,-10-9-13 0,0 9-8 0,10 0-14 15,-22 7-2-15,6 0-18 0,1 5-18 16,-8 4-10-16,5-3-11 0,0 3-10 0,-2 3-20 0,8-3-16 16,0 0-16-16,0 1-5 0,4-2-1 0,0 2-6 15,5-5-14-15,0 1-5 0,3-1-6 0,3-2-13 16,1 1-22-16,3-1-11 0,1-3-25 0,2 1-16 15,2-4-8-15,-1 1-8 0,2-4-4 0,5-1 2 16,-4-1 2-16,-1-4 5 0,0-1 4 0,-1 1 5 16,-1-3 4-16,0-3 4 0,-2 1 3 0,-3-2 0 15,2-4 2-15,0-1 5 0,-4-1 1 16,1 0 1-16,-3 1 1 0,1-3 2 0,-1-4-2 0,-3-3 0 16,1-1 6-16,0 0 10 0,1 3 4 0,-1-1 4 15,3 0-4-15,-3 1 12 0,3 5 14 0,-2 2 14 16,1 1 11-16,0 4 13 0,-1 3 6 0,-1 0 5 15,1 3 2-15,-1 7-6 0,0-10-19 0,0 10-1 16,3-7-9-16,-3 7-3 0,0 0 8 16,0 0 18-16,0 0-1 0,-3 29 2 0,1-14 5 0,0 11-15 15,-1 2 2-15,0 1-8 0,0-3-2 0,1 3-5 16,0-2-3-16,0-2-5 0,-2 1-4 0,4-1-7 16,-2-2-3-16,4-4-28 0,-2-2-32 0,1-1-78 15,2-4-54-15,-2 0-66 0,3-1-76 0,0-2-85 16,-1-2-290-16,3-5-736 0,3 2 326 0</inkml:trace>
  <inkml:trace contextRef="#ctx0" brushRef="#br0" timeOffset="62130.71">30846 6017 149 0,'0'0'328'15,"3"-9"-31"-15,-3 9-10 0,0 0-25 0,5-9-16 16,0 6-28-16,4-2-20 0,5 2-21 0,3-2-17 16,3 1-17-16,7 2-21 0,0-2-34 0,-6 1-31 15,0 0-37-15,0 0-40 0,-2 0-49 0,-3 2-43 16,-3 0-40-16,0-1-38 0,-4 0-25 0,-3 0-118 16,-6 2-360-16,8-5 160 0</inkml:trace>
  <inkml:trace contextRef="#ctx0" brushRef="#br0" timeOffset="62452.67">31072 5940 59 0,'0'0'167'0,"-9"1"-19"0,9-1 0 0,0 0-20 16,-6 5 2-16,6-5 6 0,-5 7 5 0,4 0 19 16,-3 3 14-16,0 2 1 0,1-1-4 0,1 5-19 15,-3 0-10-15,2 5-7 0,-2-3-8 0,1 1 1 16,3 2-10-16,-2-4-9 0,2 3-7 0,0-1-11 16,1 0-5-16,-1-2-11 0,1-1-4 0,0-3-9 15,0-2-4-15,0 0-2 0,0-1-4 0,1 0-8 16,-1-1-5-16,0-2-2 0,0-7-2 0,-1 9-3 15,1-9-7-15,-2 9-8 0,2-9-6 0,-5 5-10 16,5-5-10-16,-9 2-6 0,9-2-4 16,-13 0-2-16,13 0 5 0,-12-2-3 0,12 2 5 0,-16-3 3 15,10 1-1-15,6 2 5 0,-12-5-5 0,6 2 2 16,6 3 3-16,-9-4 1 0,9 4 0 0,-6-3 6 16,6 3-2-16,-7-3-2 0,7 3 2 0,0 0-3 15,0 0 2-15,0 0 3 0,0 0 6 0,0 0 3 16,0 0 4-16,0 0 3 0,18 9-9 0,-6-5-2 15,4-4-14-15,3 0-21 0,3 0-37 0,-1-4-48 16,7 1-58-16,0-2-64 0,0 0-225 0,-6 2-499 16,7-3 221-16</inkml:trace>
  <inkml:trace contextRef="#ctx0" brushRef="#br0" timeOffset="62680.62">31586 6105 185 0,'0'0'271'0,"0"0"-11"0,0 0-5 0,0 0 0 0,-9-13-20 16,9 13-6-16,-18 4 1 0,2 2-13 0,0 1 3 16,-4 2-1-16,4 2-2 0,-7 1-5 0,-1 4-13 15,3-1-12-15,6-2-11 0,0-1-17 0,4 2-15 16,3-3-17-16,-2 1-11 0,3 2-12 0,3-2-10 16,2 0-10-16,2 0-5 0,0 4-6 0,5-5-13 15,2 0-43-15,6 2-44 0,3-4-32 16,0-2-58-16,4 2-48 0,7-5-50 0,-6 0-45 15,1-5-41-15,-2 0-20 0,1-2-206 0,-2 3-570 0,-2-4 252 16</inkml:trace>
  <inkml:trace contextRef="#ctx0" brushRef="#br0" timeOffset="62980.12">31739 6247 93 0,'4'-7'212'0,"-3"1"-2"0,3 1 12 16,-4 5-2-16,3-8-3 0,-3 8-6 0,0 0-10 15,0 0-9-15,0 0-3 0,0 0 0 0,0 0 4 16,-19 15 5-16,10-6-1 0,-1 1-22 0,-1 0-1 15,1 2-14-15,4-1-23 0,1-2-9 0,-2 2-15 16,5 1-14-16,2-1-4 0,0 1-7 0,1-1-7 16,7-1-1-16,-3-1-3 0,4 0-2 0,1-2-5 15,1-1-1-15,5-2-3 0,2-1-6 0,-2 1-10 16,-2-4 0-16,5 0-2 0,-6-1 6 0,0-2-9 16,0 0-2-16,-2 1-4 0,1-3 6 0,-2-1-4 15,-2 0 3-15,0-2-8 0,-1 0 4 0,-2-1-2 16,0-2-5-16,0 1-6 0,-2-2 1 0,0 1-6 15,-2-1-1-15,-1 1-1 0,1-1 2 0,-2 3-18 16,0-3-9-16,-3 4-24 0,-1-1-24 0,-3 2-18 16,-3 0-31-16,-5 1-37 0,-2 5-46 0,-2-3-63 15,-3 3-87-15,-7 3-344 0,1 3-737 0,2-1 326 16</inkml:trace>
  <inkml:trace contextRef="#ctx0" brushRef="#br0" timeOffset="64831.95">32201 6247 115 0,'0'0'276'0,"0"0"-5"16,-10-1 5-16,10 1-12 0,0 0-1 15,0 0-16-15,-8-3-15 0,8 3-12 0,0 0-5 16,0 0-21-16,0 0-5 0,0 0-17 0,0 0-10 16,0 0-23-16,0 0-12 0,0 0-18 0,0 0-27 15,0 0-29-15,0 0-24 0,31-7-28 0,-19 5-40 16,4 2-37-16,-3 0-51 0,0-3-43 0,4 1-53 15,-4 2-36-15,-2-1-198 0,-4 1-496 0,-7 0 220 16</inkml:trace>
  <inkml:trace contextRef="#ctx0" brushRef="#br0" timeOffset="64965.74">32159 6325 188 0,'-5'3'196'0,"5"-3"2"15,0 0 12-15,-7 4-4 0,7-4-2 16,0 0-1-16,-8 3-16 0,8-3-14 0,0 0-15 15,0 0-10-15,0 0-15 0,0 0-16 0,25 5-21 16,-13-5-30-16,1 0-40 0,1 0-46 0,4-2-46 16,0 1-60-16,1-2-47 0,2-2-181 0,-2 1-384 15,-4 1 170-15</inkml:trace>
  <inkml:trace contextRef="#ctx0" brushRef="#br0" timeOffset="65329.74">32569 6128 183 0,'4'-4'275'0,"-4"4"7"0,3-6 27 16,-3 6-7-16,0 0-7 0,4-7-21 0,-4 7-27 15,0 0-13-15,0 0-20 0,0 0-3 0,0 0-3 16,0 0-4-16,0 0-13 0,-17 29-15 0,10-18-12 16,1-5-20-16,0 6-10 0,1 4-17 0,-1-6-8 15,4 2-14-15,-1 0-7 0,0 0-10 0,2-1-9 16,2 1-4-16,2-1-11 0,1 0-1 0,0-1-14 15,3-3 9-15,0 1-8 0,2 1-4 0,2-1 4 16,-2-4-6-16,4 1-6 0,5 0-3 16,-7-3 2-16,-11-2 0 0,0 0-5 0,0 0-4 0,0 0 5 15,0 0-5-15,73-6-2 0,-73 6-1 0,0 0-5 16,26-22-1-16,-26 22-7 0,15-20 4 0,-15 20-4 16,0 0-1-16,15-32-5 0,-15 32-3 0,5-32-1 15,-5 32 3-15,0 0-12 0,0 0 4 0,-10-46-20 16,4 36 4-16,-1-2-9 0,-4 0-13 0,2 5-20 15,-1 1-21-15,-4 1-26 0,2 2-39 0,-7 3-40 16,1 0-43-16,0 0-52 0,4 0-57 0,-5 4-241 16,6-1-640-16,2-2 284 0</inkml:trace>
  <inkml:trace contextRef="#ctx0" brushRef="#br0" timeOffset="65522.43">32852 6183 261 0,'0'0'362'0,"0"0"-17"0,0 0-3 16,0 0-6-16,0 0 2 0,0 0-16 0,0 0-23 16,0 0-20-16,0 0-29 0,0 0-18 0,0 0-31 15,0 0-23-15,0 0-15 0,49 4-22 0,-49-4-30 16,0 0-45-16,0 0-40 0,0 0-46 0,0 0-52 16,0 0-56-16,0 0-56 0,0 0-56 0,0 0-46 15,0 0-268-15,0 0-600 0,0 0 265 0</inkml:trace>
  <inkml:trace contextRef="#ctx0" brushRef="#br0" timeOffset="65850.86">33058 6064 47 0,'0'0'264'0,"0"0"-4"16,0 0 7-16,0 0-6 0,0 0-8 16,0 0-20-16,0 0-19 0,0 0-17 0,0 0-20 15,0 0-5-15,0 0-11 0,0 0 0 0,0 0-11 16,0 0-14-16,0 0-15 0,0 0-14 0,0 0-3 15,0 0-8-15,0 0-33 0,0 0 15 0,0 0-9 0,-3 93-3 16,3-93-9-16,11 29 2 0,-11-29-12 16,15 29-4-16,-15-29-4 0,16 25 12 0,-16-25-4 0,12 21-1 15,-12-21-6-15,18 22-4 0,-18-22 1 16,0 0-1-16,18 28-11 0,-18-28 4 0,0 0 1 16,0 0-12-16,13 24 12 0,-13-24-1 0,0 0 8 15,0 0-1-15,0 0-1 0,0 0-3 0,0 0 5 0,0 0-2 16,0 0-25-16,-33 35-15 0,33-35-15 15,0 0-22-15,0 0-36 0,-40 3-33 0,40-3-43 16,0 0-32-16,0 0-40 0,0 0-30 0,-59-17-34 16,59 17-24-16,0 0-169 0,-35-24-523 0,35 24 231 15</inkml:trace>
  <inkml:trace contextRef="#ctx0" brushRef="#br0" timeOffset="65979.71">33019 6102 87 0,'0'0'216'16,"30"-25"-3"-16,-30 25 2 0,21-17 2 0,-21 17-5 15,0 0-10-15,32-18-10 0,-32 18-17 0,25-8-17 16,-25 8-18-16,0 0-21 0,37-9-37 0,-37 9-15 16,0 0-41-16,40 0-47 0,-40 0-54 15,0 0-62-15,0 0-65 0,47 9-113 0,-47-9-341 0,0 0 152 16</inkml:trace>
  <inkml:trace contextRef="#ctx0" brushRef="#br0" timeOffset="66530.24">33167 6428 196 0,'0'0'327'0,"0"0"-3"16,0 0-8-16,0 0-15 0,0 0-15 0,0 0-36 16,0 0-23-16,0 0-13 0,0 0-9 15,0 0-15-15,0 0-10 0,0 0-25 0,0 0-2 0,0 0-14 16,0 0-7-16,65-44-19 0,-65 44 4 15,18-20-3-15,-18 20-2 0,18-21-18 0,-18 21-3 16,15-22-5-16,-15 22 9 0,16-29-22 0,-16 29-4 16,15-31-2-16,-15 31 1 0,10-25-7 0,-10 25-10 15,0 0 0-15,13-31 11 0,-13 31 1 0,0 0-1 16,0 0-4-16,0 0-2 0,0 0-9 0,8-28-4 16,-8 28-7-16,0 0-2 0,0 0-7 0,0 0-3 0,0 0-2 15,0 0 1-15,0 0 1 0,0 0-6 16,0 0-5-16,0 0 6 0,0 0 0 0,0 0-5 15,-42 83-3-15,42-83 1 0,0 0-4 0,0 0 3 16,-2 36-2-16,2-36-4 0,0 0 2 0,0 0-4 16,0 0-4-16,0 0-6 0,23 28 0 0,-23-28-3 15,0 0 0-15,0 0 5 0,0 0-5 0,0 0 1 16,0 0-1-16,47-6 5 0,-47 6-3 0,0 0 6 16,0 0-2-16,0 0 1 0,34-34-4 0,-34 34 2 15,0 0 1-15,20-27-1 0,-20 27 1 0,13-19-1 16,-13 19 1-16,0 0 4 0,0 0-6 0,17-27 9 15,-17 27-1-15,0 0 5 0,0 0-2 0,0 0 1 16,0 0-9-16,0 0-1 0,0 0 4 0,0 0-2 16,0 0 4-16,0 0 1 0,0 0-4 0,0 0 6 15,0 0-2-15,0 0 1 0,0 0-14 0,0 0-38 16,0 0-31-16,0 0-47 0,0 0-30 0,-2 89-35 16,2-89-38-16,0 0-40 0,4 27-35 0,-4-27-31 15,0 0-20-15,0 0-209 0,0 0-611 0,14 26 270 16</inkml:trace>
  <inkml:trace contextRef="#ctx0" brushRef="#br0" timeOffset="66930.74">33545 6340 144 0,'0'0'165'0,"0"0"15"0,0 0 11 15,0 0 13-15,0 0 5 0,30-29 3 0,-30 29-8 16,0 0-7-16,0 0-14 0,0 0-8 0,0 0-9 16,0 0 7-16,0 0 19 0,0 0-7 0,0 0-13 15,0 0-4-15,0 0-9 0,0 0-8 0,0 0-9 16,0 0-14-16,0 0-12 0,0 0-13 15,0 0 8-15,0 0-22 0,4 64-5 0,-4-64-2 16,0 0-3-16,0 0 11 0,0 0 2 0,0 0 10 16,0 0 9-16,0 0 3 0,0 0-12 0,0 0-11 15,0 0-10-15,0 0-10 0,0 0-6 0,0 0-7 16,0 0-4-16,0 0-7 0,0 0-7 0,0 0-6 16,0 0-3-16,0 0-5 0,11-79-5 0,-11 79-3 15,9-29-5-15,-9 29-2 0,12-33-8 0,-12 33-5 0,16-29-5 16,-16 29 3-16,15-29-2 0,-15 29 1 0,13-19 8 15,-13 19-4-15,0 0 0 0,0 0-2 16,16-20-1-16,-16 20-2 0,0 0-4 0,0 0 2 16,0 0 2-16,0 0 2 0,0 0 14 0,0 0 19 15,0 0 8-15,0 0 2 0,0 0 3 0,24 62 2 16,-24-62 3-16,1 35 2 0,-1-35-4 0,0 36-5 16,0-36 0-16,1 36-6 0,-1-36 0 0,0 0-6 15,2 49-12-15,-2-49-39 0,0 0-48 0,5 34-63 16,-5-34-66-16,0 0-72 0,0 0-69 0,6 30-79 15,-6-30-355-15,0 0-839 0,0 0 370 0</inkml:trace>
  <inkml:trace contextRef="#ctx0" brushRef="#br0" timeOffset="67073.49">33607 6331 162 0,'0'0'310'0,"0"0"-14"0,0 0-8 0,0 0-6 0,0 0-28 16,0 0-22-16,0 0-27 0,0 0-16 15,0 0-37-15,0 0-43 0,40-45-51 0,-40 45-76 0,39-9-94 16,-39 9-101-16,36-10-153 0,-36 10-396 0,35-16 175 16</inkml:trace>
  <inkml:trace contextRef="#ctx0" brushRef="#br0" timeOffset="67172.67">33863 6210 145 0,'0'0'215'0,"0"0"-34"0,0 0-54 15,0 0-67-15,0 0-76 0</inkml:trace>
  <inkml:trace contextRef="#ctx0" brushRef="#br0" timeOffset="69520.91">8520 8073 211 0,'-4'-8'310'0,"4"8"-25"15,-5-4-24-15,5 4-22 0,0 0-18 0,0 0-17 16,-6-5-29-16,6 5-13 0,0 0-6 0,0 0-8 15,1 21 5-15,0-5 2 0,-3 4-12 0,2 5-16 16,-2-2-16-16,4 6-4 0,-4-2-6 0,2 0-11 16,0 1-11-16,-1-1-6 0,2-1-10 0,1 0-1 15,0 0-4-15,1-8-10 0,-2 1-6 0,2-1-25 16,0-1-30-16,0-2-38 0,-1-2-36 0,1-2-51 16,-3 0-55-16,4-1-47 0,-3-1-50 0,0 0-176 15,-1-3-503-15,0-6 223 0</inkml:trace>
  <inkml:trace contextRef="#ctx0" brushRef="#br0" timeOffset="70065.61">8433 8159 34 0,'14'-12'196'0,"1"1"-17"0,10-2-4 0,-6 5-1 15,3 4-11-15,6 2 2 0,1 3 1 0,-1 4 17 16,2 0-11-16,-2 6-9 0,-1 0 1 0,-2 2-12 15,-2 2-17-15,-1 3-3 0,-2-1-12 0,-2 2-10 16,-5-4-5-16,1 7-18 0,-6-5-6 0,-2 4-3 0,-2 3-11 16,-3-5-5-16,-2 2-4 0,-4 3-3 15,-3-5-5-15,-2 3-4 0,-7 1-11 0,2-3-13 16,0-7-2-16,-1-2-4 0,0 1-4 0,-1-2-2 16,-2-2-3-16,2-2 0 0,5-1-1 0,-1-3 2 15,-1-1 3-15,1 1-5 0,0-4 1 0,3 1 0 16,1 0 1-16,9 1 6 0,-14-2 2 0,8-1-2 0,6 3-1 15,-7-4 1-15,7 4-8 0,0 0-1 16,0 0-1-16,0 0 1 0,0 0 2 0,18-11-6 0,-5 9 0 16,5-3 0-16,3 1 3 0,8-1-2 0,0 0 1 15,2 1 0-15,-2-2-3 0,2-2 0 16,-1 4 0-16,1-1 1 0,0-3 5 0,-1 1-6 16,-2-1 0-16,-1 0-3 0,-7 2-1 0,-3-2-4 15,1 0-4-15,-1 1 2 0,-2-2 3 0,-1-1-2 0,-3 2 2 16,-1 0 1-16,-1-2 3 0,-3-1 0 0,1 0 3 15,-2 2 9-15,0-2-1 0,0 0-4 0,-5 0 6 16,0-1 13-16,-2 2 5 0,0 2 14 0,1 1 20 16,1 7 30-16,-5-13-15 0,3 9-3 0,2 4-2 15,-6-8-13-15,6 8-1 0,-8-3-11 0,8 3-20 16,0 0 6-16,-16 11 2 0,8-3-5 0,0 1-7 16,-1 5 1-16,0-1-7 0,4 0 5 15,1 1-5-15,1 2-7 0,1 0-28 0,1-5-34 0,2 2-37 16,1 4-53-16,0-6-58 0,5 6-55 0,-1-7-63 15,0 0-238-15,5-2-601 0,-1 0 266 0</inkml:trace>
  <inkml:trace contextRef="#ctx0" brushRef="#br0" timeOffset="70283.81">9344 8154 215 0,'-2'-13'322'0,"3"3"7"0,-1 2 3 15,0 8-2-15,-4-12-17 0,3 7-30 0,1 5-32 16,0 0-33-16,0 0-21 0,0 0-15 0,0 0-6 16,0 0-4-16,0 0-12 0,0 30-12 0,-1-12-17 15,1-1-7-15,0 2-9 0,0 8-11 0,0-2-11 16,0 4-12-16,0-3-4 0,2 0-11 0,-3 0-25 16,0-7-58-16,2 1-63 0,0-1-57 0,1-2-50 15,-4 9-67-15,2-8-68 0,-2-2-256 0,0-4-625 16,-2 1 277-16</inkml:trace>
  <inkml:trace contextRef="#ctx0" brushRef="#br0" timeOffset="70431.74">9265 8278 135 0,'0'0'160'0,"5"0"-27"0,-5 0-35 0,0 0-44 15,0 0-52-15,9 18-99 0,-6-10-106 0,-2 3 47 16</inkml:trace>
  <inkml:trace contextRef="#ctx0" brushRef="#br0" timeOffset="70886.62">9403 8529 140 0,'17'-4'208'15,"-8"-2"-1"-15,2 0-2 0,3-4-11 0,0-1-10 16,0-3-12-16,-1 0-7 0,2 4-9 0,-2-6-8 15,2 3-5-15,-2-2-13 0,3 2-9 0,-4-3-6 16,-1-1-4-16,4-5-2 0,-6 5-8 0,-1 1-9 16,0 2 16-16,0 0 3 0,-3 1 0 0,-2 1-6 15,0 3 1-15,-2-3 17 0,-1 3 8 0,1 2 2 16,-1 7-3-16,-1-9-4 0,1 9-14 0,-4-7-9 16,4 7-8-16,0 0-6 0,-14 2-23 0,4 3 1 15,-2 7-7-15,-1 1-1 0,1 2-8 0,0 0-1 16,3 3-6-16,-4-2-7 0,4 7-3 0,3-7-5 15,3 1 1-15,-2-3-1 0,4 5-7 0,2-7 1 0,2 1-8 16,3-3-8-16,-2 0-10 0,2-1-22 16,5 0-22-16,1-3-18 0,1-3-25 0,5 0-15 15,-5-2-8-15,2-1-4 0,3-1-1 0,-4-2 0 16,2-3 3-16,1 1 6 0,-4-4 12 0,2 0 6 0,-4 0 7 16,-2 1 7-16,2-5 12 0,-4 2 6 15,0 1 8-15,1-5 2 0,-2 0 8 0,1-2 3 16,-2 3 7-16,-1 1 7 0,1 2 11 0,-1-1 11 15,-2 1 9-15,2 3 12 0,-2 2 8 0,1 2 3 16,-3 4-4-16,4-10-2 0,-4 10-4 0,4-3 2 0,-4 3 10 16,0 0 5-16,0 0-3 0,6 15-4 0,-6-6-1 15,2 3 4-15,-2-2-7 0,0 3-4 0,1-2-16 16,-1 7-51-16,1-5-58 0,-1 4-78 16,3-2-83-16,-2 6-235 0,1-3-540 0,3-3 239 0</inkml:trace>
  <inkml:trace contextRef="#ctx0" brushRef="#br0" timeOffset="71680.64">10077 8309 132 0,'-3'-6'315'0,"3"6"-28"15,0 0-27-15,0 0-17 0,0 0-8 0,0 0 3 16,0 0-23-16,0 0-20 0,0 0-18 0,8 26-13 15,-8-13-12-15,2-2-9 0,3 5-22 0,-5 0-7 16,3-5-8-16,-1-1-13 0,1 1-11 16,-3-3-1-16,3 0-10 0,-2-1-8 0,-1-7-3 0,-1 9-3 15,1-9-2-15,0 0 8 0,0 0 7 0,0 0-10 16,0 0-9-16,0 0-1 0,0 0-7 0,0 0-5 16,0 0-1-16,0 0-4 0,0 0-4 15,-18-25-9-15,16 16 8 0,6-2 1 0,-1 0-2 16,-1 0-3-16,3-4 11 0,4-1 1 0,-2 0-13 0,4-2-2 15,-2 2 7-15,3 1-7 0,0 1-4 0,-4 5 5 16,3-1-6-16,2-1 9 0,-2 5-15 0,-1 1-6 16,1 3 2-16,-2 1-2 0,-1 1 0 0,2 3-1 15,0 1 0-15,1 3 5 0,-1 0-23 16,-1 3 20-16,-1 1 5 0,-2 0-16 0,4 5 6 0,-3 0 14 16,-1-1-2-16,-2-2 8 0,0 4-5 0,1-6-9 15,-2 1 7-15,0 0 0 0,-2-8-3 0,1 3 10 16,-2-7-16-16,1 13-7 0,-1-13 12 0,2 5 16 15,-2-5-16-15,2 7-2 0,-2-7 2 0,0 0 10 16,0 0-13-16,0 0-3 0,0 0 1 0,0 0 1 16,0 0-7-16,18-15-1 0,-12 4 6 0,0 3-1 15,1 0 6-15,3-1-27 0,-2-2-3 0,3-5 2 16,-2 7-3-16,3-4-11 0,-1-1 14 0,1 2-2 16,-1 1-1-16,-2 3 4 0,1 2 0 0,-2-1-5 15,-3 3 2-15,2 0 8 0,-7 4-2 0,12 0 18 16,-12 0-5-16,9 8-8 0,-4-4 30 0,-1 4 1 15,3 0 5-15,-1 2-4 0,-2 0 1 0,0 1 0 0,1-4-2 16,3 5 0-16,-1-2-5 0,1-3 5 16,-1 2 0-16,2-1-4 0,3-3 1 0,-3 0-3 15,1-2 4-15,4-1 1 0,-2-2-6 0,2-2 1 16,-3 0 0-16,-1-2 0 0,2 4-1 0,-3-5-2 0,-1-1-4 16,2-1 2-16,-5 1 10 0,1-2-14 15,-2-1 4-15,1 1 1 0,-3 2-9 0,0-6-1 16,1 1 1-16,-3 0 4 0,1 1 3 0,-2 0-8 0,2 0 3 15,-1 3-3-15,0-2 4 0,0 9 1 0,-3-14-3 16,2 9 7-16,1 5 0 0,0 0-18 0,1-11 15 16,-1 11 4-16,0 0-8 0,0 0 7 0,0 0 15 15,0 0 4-15,-14 25-1 0,10-12-1 16,0-1-4-16,1 3-4 0,-2 0 0 0,3-2-3 0,2-1 0 16,-1 4 0-16,2-1-1 0,1-3-1 0,3 0-27 15,-3-2-32-15,5-2-60 0,-1-4-55 0,2 3-57 16,2-3-68-16,0 0-54 0,2-2-333 15,-2-1-729-15,-10-1 324 0</inkml:trace>
  <inkml:trace contextRef="#ctx0" brushRef="#br0" timeOffset="72184.25">10929 8259 20 0,'0'0'267'0,"1"-8"5"0,-1 8 3 15,3-4-11-15,-3 4-16 0,0 0-5 0,0 0 9 16,0 0 12-16,0 0-4 0,0 0-21 0,0 0-12 15,0 0-16-15,0 27-10 0,0-27-18 0,0 17-8 16,-1-5-18-16,-3-2-9 0,2-1-20 0,2-9-14 16,2 16-4-16,-2-16-11 0,-2 12-5 0,2-12-12 15,3 8-4-15,-3-8-12 0,0 0 7 0,0 0-6 16,0 11 3-16,0-11-5 0,0 0 6 0,0 0-5 16,1 5-9-16,-1-5 0 0,0 0-7 0,0 0-10 15,0 0 0-15,0 0-6 0,0 0-2 0,15-16 1 16,-7 8-10-16,1 0-10 0,1 1-6 0,1 0-2 15,-1-1-3-15,0 1-2 0,5 0-3 0,-4 2 3 16,-1 1 0-16,3 0-3 0,-2 3 0 0,2 2 0 16,-4-1 4-16,1 2-3 0,2 2 0 0,-2 0 1 15,0-1 0-15,4 1 0 0,-4 0 1 0,2-1 3 16,2 2 3-16,-1-2-6 0,1-3 3 0,1 0 0 16,4 0 0-16,3-3 2 0,-3-3-2 0,8-4 0 15,-1 0-3-15,-6 1 2 0,4-1 1 0,-6 0 1 16,-1-1-2-16,-2 1-1 0,-2-3 1 0,1 2 4 15,-6 3-4-15,-2-1 2 0,0-3-5 0,-1 2 17 16,-1 1 8-16,-2-1 12 0,-2 4 7 0,0-3-6 16,0 9 5-16,-4-11 5 0,0 5-4 0,-1 0-10 15,5 6 6-15,-13-2-3 0,3 3 1 0,-3 6 1 16,-2-1 1-16,-3 7-2 0,-1 4-1 0,3-6-3 0,3 3-6 16,1 3-5-16,4-2 0 0,-1-2-5 15,3 2-2-15,2-3-22 0,1 0-43 0,6-1-39 0,3-2-67 16,-2 0-71-16,1-4-77 0,2 3-83 0,3-4-80 15,-4-2-292-15,-6-2-822 0,16 0 365 16</inkml:trace>
  <inkml:trace contextRef="#ctx0" brushRef="#br0" timeOffset="72371.92">10907 8063 3490 0,'-18'-6'159'0,"2"1"-97"0,5 1-29 0,-1 1-16 16,2 0-3-16,4 3-7 0,6 0-7 0,-11-3-23 15,11 3-17-15,0 0-30 0,0 0-46 0,0 0-64 16,0 0-93-16,0 0-241 0,0 0-556 0,0 0 247 16</inkml:trace>
  <inkml:trace contextRef="#ctx0" brushRef="#br0" timeOffset="73146.99">12565 8035 26 0,'0'0'324'0,"-7"-6"-21"0,7 6-24 0,0 0-6 0,-6-5-28 16,6 5-23-16,0 0-18 0,-5-5-19 0,5 5-19 16,0 0-11-16,14-6-20 0,-4 3-6 0,9-1-16 15,0 1-9-15,2 0-11 0,8-4-11 0,-2 4-27 16,0-1-23-16,2-1-24 0,-7 3-30 16,5-3-33-16,-6 4-30 0,-3-1-24 0,-5 1-23 15,0-1-15-15,-3 1-8 0,-1-2 0 0,-1 0 9 0,0 2 9 16,-8 1 10-16,6-5 7 0,-6 5 16 0,0 0 25 15,0 0 9-15,0 0 16 0,0 0 15 0,-14-10 22 16,14 10 22-16,-13-4 12 0,7 1 18 16,6 3 20-16,-12-3 13 0,12 3 13 0,-7-3 2 0,7 3-2 15,-8-3-1-15,8 3-9 0,0 0-3 0,0 0 9 16,-9 10 12-16,4-2-3 0,3 2 9 0,0 6 16 16,1 2 5-16,1 1 2 0,0 8-5 0,0-3-6 15,1 4 0-15,1-1-4 0,0-1-2 0,-2 0-6 16,5-3-12-16,-3-4-3 0,-1 2-7 0,1-3-13 15,2-2-1-15,0 1-6 0,-2-6-4 0,0 0 0 16,-1 1-8-16,3-3-8 0,-2 1 1 0,0-1-7 16,0-3-3-16,-2-6-1 0,0 10-7 0,3-3-10 15,-3-7-4-15,0 0-10 0,-5 8-12 0,5-8-17 16,-6 4-9-16,6-4-7 0,-13 0 0 0,1 1 2 16,3-1 6-16,-2-2 2 0,-3-1 7 0,3 1 0 15,-3 0 5-15,1-4 3 0,2 2 7 0,2 2 3 16,2 1 6-16,-4-2 8 0,5-1 8 0,6 4 4 15,-8-2-4-15,8 2-1 0,0 0 4 0,0 0 6 16,0 0 3-16,0 0 9 0,0 0 13 0,0 0 2 16,0 0 1-16,19 16 1 0,3-12 5 0,-4-2-10 15,11-2-3-15,3 0 1 0,5-3-25 0,15 0-27 16,-16-2-35-16,5 0-43 0,-5 0-51 0,0 0-65 16,0 1-41-16,-3-2-51 0,-4 0-171 0,-2 0-513 15,1 0 227-15</inkml:trace>
  <inkml:trace contextRef="#ctx0" brushRef="#br0" timeOffset="73320.89">13380 8224 57 0,'0'-11'248'0,"0"11"-13"0,0 0 9 0,-9-10 3 15,9 10 2-15,-9 0 12 0,9 0-14 0,-16 3-2 16,7 3-6-16,-1 0-13 0,-2 1 6 0,-1 3-22 16,-1 1-1-16,5 1-21 0,0 0-16 0,3-4-13 15,-2 4-15-15,6-1-13 0,0 1-17 16,2-2-13-16,2 5-22 0,5-3-62 0,0-4-48 0,2 1-57 15,5 3-69-15,-1-1-70 0,5-5-77 0,-7-1-271 16,4 4-622-16,-1-3 275 0</inkml:trace>
  <inkml:trace contextRef="#ctx0" brushRef="#br0" timeOffset="73482.03">13616 8417 87 0,'0'0'312'0,"0"0"-23"0,0 8-7 16,0-8-1-16,0 0 11 0,0 0-5 0,-7 24-9 15,1-18-16-15,6-6-22 0,-8 16-26 0,2-6-23 16,2 2-18-16,-1-2-36 0,3-1-57 0,-2-3-68 16,-1 3-71-16,0 1-89 0,1-2-100 0,-1 1-246 15,5-9-535-15,-6 13 236 0</inkml:trace>
  <inkml:trace contextRef="#ctx0" brushRef="#br0" timeOffset="74482.72">14769 8039 5 0,'0'0'239'16,"0"0"-10"-16,0 0-12 0,0 0-6 0,0 0-11 15,0 0-12-15,0 0-12 0,0 0-13 0,0 0-18 0,0 0-9 16,0 0-13-16,0 0-13 0,0 0-10 0,0 0-6 15,2-6-10-15,-2 6-5 0,0 0-11 0,0 0-6 16,0 0-5-16,0 0-2 0,0 0-4 16,0 0-9-16,0 0-1 0,0 0-2 0,0 0-5 15,0 0-2-15,0 0-2 0,0 0-4 0,0 0-3 0,0 0-1 16,0 0-4-16,0 0 11 0,0 0-12 0,0 0-2 16,0 0-3-16,0 0 0 0,0 0-1 15,0 0-2-15,0 0 0 0,0 0 1 0,0 0-4 0,0 0 3 16,0 0-3-16,0 0 2 0,0 0-4 0,0 0 0 15,0 0 0-15,0 0 1 0,0 0 6 0,0 0-8 16,0 0-1-16,0 0 2 0,0 0-2 0,0 0 1 16,0 0 0-16,0 0 1 0,0 0 1 0,0 0 1 15,0 0 2-15,0 0-2 0,0 0 1 0,0 0 2 16,0 0-6-16,0 0 6 0,0 0-4 0,0 0-3 16,0 0 1-16,0 0 2 0,0 0-1 0,0 0 1 15,0 0-1-15,0 0 2 0,0 0-1 0,0 0-2 16,0 0 1-16,0 0 3 0,0 0-5 0,0 0 29 15,0 0-8-15,0 0 0 0,0 0-1 0,0 0 3 16,0 0-5-16,0 0 3 0,0 0 3 0,0 0-8 16,0 0-3-16,0 0 1 0,0 0 0 0,0 0-5 15,0 0 0-15,0 0 2 0,0 0 0 0,0 0 0 16,0 0 6-16,0 0-8 0,0 0 1 0,0 0 7 16,0 0-1-16,0 0 4 0,0 0 0 0,0 0 4 15,0 0 2-15,0 0-7 0,0 0 11 0,0 0-4 16,0 0 2-16,0 0 0 0,0 0-9 0,0 0-12 15,0 0 12-15,0 0 3 0,0 0-12 0,0 0 2 16,0 0 1-16,0 0 4 0,-12-8 1 0,12 8 6 16,0 0-9-16,0 0 5 0,0 0 0 0,0 0-2 15,0 0 1-15,0 0 1 0,0 0-7 0,0 0 13 16,0 0 4-16,0 0-27 0,0 0 11 0,0 0-12 16,0 0 2-16,12-7 0 0,-4 7 3 0,3-3-7 15,1 2 15-15,8-2-15 0,-1 1-2 0,-1 1 0 16,3-1 0-16,0-1-1 0,8 0 0 0,-11-1-11 15,0 1-16-15,2 0-11 0,-7 2-21 0,4-2-28 16,-4 3-19-16,-1-4-29 0,1 2-31 0,-5 2-37 0,-8 0-31 16,14-1-25-16,-9 0-18 0,-5 1-202 15,0 0-519-15,10-1 229 0</inkml:trace>
  <inkml:trace contextRef="#ctx0" brushRef="#br0" timeOffset="74832.71">15021 7970 142 0,'0'0'170'0,"-12"1"7"0,12-1 1 0,-7 7-4 16,7-1 7-16,0-6 11 0,-4 16 4 0,3-5-9 0,-1 1-11 16,0 0-7-16,6 4-11 0,-4 0-7 15,1 2 0-15,0-3-14 0,0-1-8 0,1 3-5 0,0-6-13 16,2 2-7-16,-4 2-10 0,4 0-5 16,-3-3-13-16,2 1-6 0,-1-3-6 0,0 1-1 0,-2 0-7 15,1-2-11-15,0-2-6 0,-1 2-9 0,1-3-20 16,-1-6-16-16,-1 11-11 0,1-11-19 0,-4 11-18 15,-2-5-11-15,0-3-13 0,6-3-4 16,-11 7 2-16,5-4-3 0,-4-2 4 0,-1-1 8 16,1 1 6-16,0 0 4 0,10-1 7 0,-14-1 9 0,6-2 11 15,1 0 13-15,7 3 17 0,-9-6 13 16,5 3 5-16,4 3 6 0,-5-5 1 0,5 5 0 0,0 0-1 16,0 0 10-16,0 0 4 0,16-10 0 15,-9 10-6-15,3-2 2 0,0 4-6 0,4-2 1 0,5-2-6 16,1 4-1-16,3-2-2 0,-4 0-15 0,9-3-26 15,-8 2-30-15,8-3-36 0,-7 4-37 16,-1-3-36-16,2 1-32 0,-4-1-35 0,-1 0-133 16,-6-1-394-16,3 2 175 0</inkml:trace>
  <inkml:trace contextRef="#ctx0" brushRef="#br0" timeOffset="75030.22">15307 8209 14 0,'1'-6'163'0,"-1"6"6"16,0-18-11-16,0 12 8 0,2-2 11 0,-2 8 0 15,0-16 1-15,1 8-3 0,-1 0 7 0,0 8 2 16,0-8 10-16,0 8-19 0,1-8-13 0,-1 8-15 15,0 0-11-15,0 0 3 0,0 0 8 0,0 0 17 16,0 0 11-16,4 22-10 0,-4-10-8 0,0 4-15 16,-2 1-10-16,-1 7-8 0,0 3-14 0,1-9-9 15,-3 4-7-15,3-3-9 0,1 4-7 16,-1-2-8-16,-1-4-19 0,3 0-40 0,-1-7-43 0,2 5-37 16,-2-3-36-16,1-2-47 0,1 1-42 0,0-1-51 15,-1-10-43-15,4 11-42 0,-4-7-185 0,0-4-557 16,0 0 247-16</inkml:trace>
  <inkml:trace contextRef="#ctx0" brushRef="#br0" timeOffset="75402.92">15429 8124 171 0,'14'-11'226'0,"4"2"2"15,-8 2-4-15,4 3-11 0,-4 1 6 0,5 2-11 16,-2 2-1-16,-3 0-13 0,3 3-14 0,-3 0-12 15,-1 2-5-15,1 0-20 0,-2 2-15 0,-1-2-6 16,0 4-6-16,-2-3-8 0,-2 3-9 0,-1-1-9 16,-3 1-10-16,1 0-3 0,-1 0-6 0,-4 2-2 15,-1-1-13-15,-1 0-3 0,-1 2-2 0,2-2-22 16,-2-3-16-16,2-1-21 0,2 1-16 0,2-2-15 16,-3 0-13-16,2 1-3 0,1-1-5 0,2-6-6 0,0 0-3 15,7 14-1-15,-3-9 6 0,2-1 3 0,3-1 6 16,0-1 0-16,1 2 8 0,-1 0 6 0,3 1 3 15,-2-1 7-15,-1 3 6 0,0-1 8 16,-3-3 12-16,-1 3 13 0,1 4 13 0,-4-4 4 16,-1 1 7-16,3 1 1 0,-6 1 2 0,-2 2-4 15,-1-2 0-15,-2 0-6 0,0 1 0 0,-3 1-1 16,3-4-7-16,-2 0-4 0,1 0-21 0,0 0-30 16,0-3-42-16,-1 2-55 0,2-5-68 0,7-1-244 15,-14 3-484-15,14-3 214 0</inkml:trace>
  <inkml:trace contextRef="#ctx0" brushRef="#br0" timeOffset="75584.66">15779 8315 3025 0,'6'-5'266'0,"0"1"-134"0,0 2-50 0,-6 2-32 0,7-1-20 16,-7 1 10-16,0 0 16 0,0 0 13 0,0 0 5 15,0 0 15-15,4 10 1 0,-4-10 1 0,-2 12-19 16,2-12-5-16,-8 16-9 0,5-7-1 15,-2 1-9-15,1-1-21 0,-1 2-41 0,0-1-53 0,3 1-55 16,-3-2-69-16,-1 2-95 0,2-3-339 0,4-8-675 16,-3 12 299-16</inkml:trace>
  <inkml:trace contextRef="#ctx0" brushRef="#br0" timeOffset="75879.95">16414 8056 65 0,'2'-8'382'0,"1"4"-24"0,1-1-17 0,-4 5-20 16,4-6-11-16,-4 6-4 0,0 0 16 0,0 0-17 16,10 12 8-16,-6-3 2 0,-2 7-18 0,2 1-24 15,0 1-17-15,-1 0-22 0,-3 2-23 0,3-2-17 16,0 2-18-16,3-1-17 0,-1 5-13 0,-3-6-17 15,0-1-11-15,0 1-12 0,0-3-8 16,-3 0-11-16,2 0-11 0,-1-2-7 0,-1-2-29 0,1 1-32 16,1-2-38-16,-2 0-47 0,2-3-58 0,-1-7-51 15,-1 11-45-15,1-11-44 0,-1 11-48 0,1-11-34 16,-3 11-39-16,0-7-272 0,3-4-723 0,0 0 320 16</inkml:trace>
  <inkml:trace contextRef="#ctx0" brushRef="#br0" timeOffset="76263.69">16488 8019 165 0,'0'-27'251'0,"0"2"-8"0,5 6-7 0,-1-1 3 16,0 3-4-16,2-1-14 0,3 2-7 0,1 2-14 16,3 1-12-16,2 1-12 0,0 2-18 0,1 3-10 15,2-1-15-15,2 3-9 0,-3 3-14 0,2 1-10 16,-2 2-10-16,1 3-9 0,-7-1-9 0,2 2-3 15,-1-1-11-15,-1 2-5 0,-1 1-2 0,-3-1-6 16,-1 0 0-16,0 4-9 0,-2-2 5 0,-1 1-10 16,-3 1 4-16,0-1 2 0,-3 1-6 0,-3 0-4 15,1-1-3-15,-3 2-1 0,-1-2-6 0,3 0-5 0,-3 0-9 16,0-2-17-16,5-1-10 0,-1 0-7 0,2-1-9 16,1 1 0-16,2-6-2 0,-3 10 0 15,3-10 3-15,5 10 1 0,-1-6 4 0,1 1 9 16,2-1-6-16,-1 1 5 0,2 2 1 0,-3-1 4 0,4-1 2 15,-4 1 9-15,0-1-7 0,-1-1 1 0,-4-4 2 16,7 10 3-16,-4-7 8 0,0 3 5 16,-3-6 10-16,1 7-1 0,-1-7 1 0,0 0-1 15,-10 13 6-15,5-9-7 0,0-1-2 0,-3 3-15 16,-1-2-27-16,-1 1-42 0,-1-1-54 0,0 1-66 16,2-4-58-16,-2 2-221 0,0-2-514 0,1 1 228 15</inkml:trace>
  <inkml:trace contextRef="#ctx0" brushRef="#br0" timeOffset="76651.92">17303 8360 123 0,'0'0'304'0,"0"0"2"16,3 9-8-16,-3-9-16 0,-1 10-13 0,1-10 1 0,-6 18-11 15,1-6-18-15,-1 0-26 0,2-1-20 0,-3 3-22 16,-1 1-20-16,-1-1 3 0,0 1-32 0,1-8-40 16,1 3-53-16,-2 1-58 0,-2-3-66 15,0 3-89-15,1-3-81 0,-6 1-224 0,2 1-527 0,2-6 234 16</inkml:trace>
  <inkml:trace contextRef="#ctx0" brushRef="#br0" timeOffset="77416.71">18050 8027 53 0,'1'-5'291'0,"-1"5"-5"16,4-11-4-16,-4 11-20 0,0-9-8 16,0 9-17-16,-5-9-14 0,5 9-16 0,-12-1-2 15,12 1-8-15,-16 7-8 0,5-3-8 0,-5 6-9 0,0 2-2 16,-4 7-12-16,3-2-8 0,1 4-10 15,4-6-21-15,0 3-13 0,3-1-12 0,1-2-6 16,3 2-8-16,2 0-15 0,2-2-2 0,2-2-5 16,4-2-7-16,-1 0 1 0,3-1-8 0,2-3-6 0,2 0-4 15,0 1-27-15,7-3-17 0,-2 1-16 0,4-3-5 16,-3-2-6-16,1-4-8 0,-2 0-1 0,-2-2 1 16,2-1 8-16,-4 0-2 0,-3 0 3 0,0-4 6 15,4 0 0-15,-3-4 17 0,-2 5-1 0,1-6-11 16,-3 0 8-16,-1 0 2 0,1 0-3 0,-2-2 0 15,-2 1 9-15,3-1 0 0,-4 4 12 0,2 4 18 16,-1 2 12-16,1 1-9 0,-2-3 5 16,-1 9-6-16,3-8-12 0,-3 8 1 0,0 0 3 0,0 0 4 15,0 0 14-15,0 0 8 0,1 23-7 0,-2-11 1 16,1 4-3-16,-5 2-3 0,5-2-9 0,-3 9 6 16,2-6 3-16,0-2-12 0,1 0-30 0,1 1-40 15,-1-1-33-15,0-2-73 0,0 1-66 0,2-5-67 16,1-2-319-16,-4 2-662 0,1-11 294 0</inkml:trace>
  <inkml:trace contextRef="#ctx0" brushRef="#br0" timeOffset="77784.6">18328 8145 80 0,'0'0'266'0,"6"-7"-21"16,-6 7-15-16,0 0-2 0,0 0 9 0,0 0-6 15,0 0-17-15,8 16-12 0,-6-10-13 0,-1 2-8 16,-1 1-15-16,1-3-8 0,0 2-5 0,-1 1-19 16,0-9-9-16,2 12-11 0,-1-6-5 0,-1-6-12 15,1 8-1-15,-1-8 2 0,0 0-1 0,2 9 6 16,-2-9-1-16,0 0 8 0,0 0-5 0,0 0 0 16,0 0-15-16,0 0-8 0,0 0-12 0,0 0-3 15,0 0-7-15,10-22-6 0,-7 15-9 0,3-2-3 16,0-1-11-16,2-3-3 0,3-1-1 0,-1 1-10 0,1-1 1 15,0 1-15-15,2 2 0 0,0-1-1 16,-3 2 4-16,0 4-6 0,-1-1 1 0,3 3-4 16,-6 1 2-16,1 0 2 0,-7 3-2 0,11 1-4 15,-11-1 7-15,10 6-4 0,-6 0 4 0,0 3 3 0,-2 0-6 16,1 3-5-16,1 0 2 0,-4 1-16 16,0-2-36-16,0 1-36 0,0 1-35 0,1 2-46 0,-2-3-52 15,0 0-48-15,2-1-50 0,-1-1-264 16,0-10-635-16,3 14 281 0</inkml:trace>
  <inkml:trace contextRef="#ctx0" brushRef="#br0" timeOffset="78220.39">18791 8161 135 0,'3'-10'239'0,"-3"0"0"0,-2 1 8 16,0-3 5-16,-1 5 7 0,-1-2-9 0,0 2 3 15,1 1 1-15,3 6-3 0,-10-8-9 0,6 6-4 16,4 2-20-16,-15 1-15 0,5 3-16 0,1 1-13 15,-5 7-17-15,0-1-9 0,1 0-14 0,1 2-17 16,1 0-8-16,2 0-5 0,3 0-20 0,1 2-9 16,3-2-4-16,0-1-7 0,4-1-12 0,-1-1-1 15,3 1-16-15,1-3-22 0,2-1-12 0,0 0-18 16,2-4-16-16,2 1-9 0,1-4-11 0,0 0-2 16,0 0-6-16,-2-3 2 0,2 1 7 0,-3-4 2 15,-2 0 2-15,1-1 3 0,1-1 7 0,-3-2 9 16,-1 0-1-16,-1-1 4 0,0-1 2 0,-1-1 0 15,2-3 7-15,-4-1 4 0,-1-2 1 0,-4-5 3 16,4 5 4-16,3-6 7 0,-2 0-3 0,-2 5 0 16,1 1 16-16,-3-7-2 0,3 0 15 0,4 8 3 15,-3-1 12-15,1 1 7 0,-1 3 8 0,1 5 13 16,-3 0 2-16,2 2-5 0,-1 8-4 0,3-10-5 0,-3 10-16 16,3-6 5-16,-3 6 1 0,0 0 25 15,0 0 21-15,2 25-1 0,-3-6 0 0,0 6-6 16,-2 3-5-16,0-1-7 0,2 1-6 0,-3-1-8 15,2 2-6-15,-3-3-2 0,3 0-7 0,2-1-23 16,0-5-47-16,2-4-53 0,0 4-59 0,1-4-72 16,-2 1-69-16,2-2-89 0,0-2-78 0,0-2-261 15,2-3-762-15,-1-1 338 0</inkml:trace>
  <inkml:trace contextRef="#ctx0" brushRef="#br0" timeOffset="78795.92">19362 7928 222 0,'3'-6'362'0,"1"2"-38"0,1-2-36 16,5 0-20-16,-1-1-27 0,2 1-24 16,10-1-16-16,-2 0-20 0,3 2-10 0,5-2-31 0,1-2-13 15,4 3-20-15,-3 0-28 0,-1 0-30 0,-7 2-37 16,2 1-41-16,-4 2-43 0,-2 0-40 0,-4-3-26 15,-1 2-28-15,-2 1-14 0,-2 0-6 16,-8 1 8-16,9-1 23 0,-9 1 18 0,0 0 24 16,0 0 26-16,0 0 22 0,0 0 20 0,-32 1 28 0,32-1 18 15,-17 0 18-15,10 1 19 0,-1-1 16 0,8 0 10 16,-10 1 12-16,2 1 7 0,8-2 7 0,-8 6 10 16,3-1 16-16,1 0 7 0,2 2 6 0,-2 3 20 15,-1 4-2-15,2 4 4 0,1 1 10 0,-2-1-10 16,0 2-3-16,4-2 4 0,-2 1-15 0,-1 6 15 15,3-8-19-15,-1 2-12 0,-1 1-5 16,1-4-14-16,1 2-1 0,0 0-13 0,-1-2-7 0,0 0-9 16,1-4-6-16,-2 1 0 0,1-4-9 0,1 3-10 15,-1-2-8-15,1-3-24 0,0-7-21 0,-3 12-10 16,-1-6-42-16,4-6-19 0,-3 10-19 0,-1-4-15 16,4-6-12-16,-11 6-4 0,5-5-8 0,-3-1-10 15,9 0 5-15,-17-1 5 0,9-2 3 0,-1 0 3 16,-2-1 13-16,0-1 7 0,1 1 12 0,-1-2 19 15,4-1 27-15,-1 3 23 0,3 1 17 0,5 3 22 16,-8-6 18-16,8 6 5 0,-5-4 6 0,5 4-2 16,0 0 10-16,0 0 15 0,0 0 6 0,0 0 10 15,0 0 0-15,0 0 10 0,0 0-4 0,0 0 2 16,20 10-13-16,-8-7-7 0,1-1-1 0,5 0-8 16,1 0-7-16,8-2-7 0,-5 0-27 0,6-2-32 15,1 0-34-15,2 0-41 0,3-1-52 0,2 1-55 16,3-2-63-16,-1-2-259 0,-3 3-561 0,0 0 249 15</inkml:trace>
  <inkml:trace contextRef="#ctx0" brushRef="#br0" timeOffset="79019.2">20275 8114 38 0,'0'0'283'0,"-1"-10"-13"0,1 10 9 16,-8-8-14-16,8 8 1 0,-12-6 7 15,2 5 4-15,-3-1-2 0,-1 2-7 0,-2 3-1 16,-5 3-7-16,2 2 5 0,-7 4 2 0,1-2 3 0,6 2-8 15,-3 2-8-15,4-2-8 0,3 1-28 16,1 1-15-16,1 0-20 0,0 0-18 0,7-4-15 16,-1 2-14-16,2-2-15 0,3 0-9 0,2 2-9 15,2 1-17-15,2-3-24 0,4-2-35 0,1 1-34 0,3-5-40 16,8 2-53-16,0-2-51 0,0-2-57 0,-1 4-44 16,0-5-42-16,1-1-43 0,1-1-24 0,-1 1-21 15,0-6-287-15,1 5-725 0,1-4 321 16</inkml:trace>
  <inkml:trace contextRef="#ctx0" brushRef="#br0" timeOffset="79449.85">20573 8101 143 0,'2'-5'293'0,"-2"5"2"0,4-9 4 0,-4 9-2 16,1-6 14-16,-1 6 0 0,0 0-6 0,0 0-8 15,-17 1 1-15,17-1 3 0,-24 8 1 0,5 2-6 16,1-1-15-16,0 1-9 0,2 2-18 0,-2-2-22 15,1 1-21-15,4-2-20 0,3 3-19 0,1-4-17 16,2 1-12-16,0 0-13 0,2-1-13 16,2 0-15-16,2 1-10 0,1-9-9 0,7 11-8 0,-1-2-18 15,3-3-4-15,4-1-19 0,-2-1-16 0,8 0-9 16,1-2-12-16,-2 0-9 0,1-1-7 0,-1-2 0 16,-7 1-3-16,2-2-6 0,-2 0-1 0,1 0 7 15,-2-2 2-15,-3 3 1 0,0-1 4 0,-7 2 3 16,9-5-1-16,-9 5 3 0,5-3-2 0,-5 3 2 15,0 0-2-15,0 0 4 0,0 0 5 0,0 0 0 16,-28 1 7-16,15 2 14 0,-6 4 5 0,-1 1 8 16,2-1 9-16,-1 3 2 0,-6-1 11 0,9 0 2 15,-2-2 3-15,1 3-1 0,2 1 3 0,1-1-3 0,0 1-5 16,4-2-8-16,2-2 0 0,0 2 1 16,4-1-8-16,1 2-8 0,3-10 5 0,-2 12-20 15,4-3-29-15,1-4-29 0,6-1-38 0,-9-4-50 16,23 3-47-16,-4-3-57 0,3-1-48 0,8-5-37 0,-2 4-34 15,1 0-35-15,-2-5-16 0,1-1-18 16,-1 4-255-16,1-3-733 0,-1 0 325 0</inkml:trace>
  <inkml:trace contextRef="#ctx0" brushRef="#br0" timeOffset="79784.92">20868 8265 135 0,'9'-9'212'0,"-3"2"1"16,-1 0 14-16,-1 0 21 0,2 1 10 0,-4 1 5 15,-2 5-3-15,3-9-6 0,-3 9 7 16,0 0-10-16,0 0 2 0,0 0 6 0,-16-1 3 0,16 1 5 15,-14 8-5-15,2-1-14 0,3 0-23 0,0 4-15 16,3-3-13-16,-3 0-17 0,4 2-15 0,0 1-20 16,2-3-11-16,2 3-13 0,2-3-5 0,2 3-7 15,2-4-8-15,4 2-1 0,8 0-7 16,3-5-6-16,1 3-13 0,5-4-6 0,-4 0-5 0,6-2-7 16,-7-3-8-16,2 0-13 0,6 0 0 0,-7-2-7 15,-1-1-4-15,5-3-2 0,-8 1-3 0,1-3 0 16,-5 1-4-16,-5 0 2 0,4-2-2 0,-2-1-1 15,0-1 1-15,-4 1-6 0,-4 1 0 0,-1-2-1 16,0-3 2-16,-2 0-1 0,-3 3-1 0,-2 0-1 16,-4-3 0-16,-4 6-3 0,0-3-1 0,-3 4 2 15,-3 0-3-15,-7 2-2 0,-1 1-10 0,6 5-1 16,-8 2-12-16,1 3-15 0,7 0-41 0,1 0-43 16,1 2-55-16,4 4-65 0,-2-2-79 0,2 3-97 15,6-4-92-15,0 2-293 0,5-3-869 0,4-6 385 16</inkml:trace>
  <inkml:trace contextRef="#ctx0" brushRef="#br0" timeOffset="79945.94">21560 8359 101 0,'19'2'471'0,"-6"1"-29"0,-2 1-8 16,-3-1 25-16,-1-1 31 0,-2-1 29 16,-5-1 5-16,8 3-18 0,-8-3-40 0,0 0-44 15,0 0-42-15,0 0-47 0,0 0-43 0,0 0-67 16,-18-12-89-16,5 7-105 0,-4 0-135 0,-9-4-152 0,-6 1-200 15,0-2-443-15,-5-1-974 0,-20-3 431 16</inkml:trace>
  <inkml:trace contextRef="#ctx0" brushRef="#br0" timeOffset="89629.71">3705 10614 64 0,'-6'-7'253'0,"6"7"-32"0,0 0-24 0,0 0-15 15,0 0-22-15,0 0-13 0,-14 15-10 0,7-1-4 16,-2 9-10-16,-3 4-5 0,-3 5-8 0,-1 11-7 16,-1 5-9-16,-1 2-6 0,0 1-11 0,4 1-7 0,-2 0-9 15,6-3-2-15,-1-1-8 0,6-12-3 16,2-1-5-16,0 0-5 0,3-3-4 0,3 0-2 16,2-4-5-16,0-1-3 0,5-4-4 0,-1-4 0 15,3 2 1-15,3-1-2 0,-3-7-5 0,3-2 3 16,1-2-9-16,0-3-4 0,2-2 3 0,0-2-2 15,3-4 1-15,-1-2 5 0,0-3 1 0,6-4 5 16,0-3-1-16,3-5 4 0,-8-2 0 0,4-1 3 16,-1-3 0-16,0-4 4 0,6-10-5 0,-2 0-1 15,-1-3 1-15,-4-1 1 0,-7-1-5 0,7-1 0 0,-2-2-1 16,-7 14 4-16,0-14 0 0,-6 13 9 16,0-11 1-16,-4 11 1 0,-4-2 10 0,-1 1 23 15,-5 5-12-15,1-2 6 0,-3 6-3 0,0 3 4 16,3 6 5-16,-4 2 17 0,0 1 13 0,0 5-10 15,-1-1 0-15,1 3-16 0,-6-2-4 0,-2 4-3 0,4 2-21 16,-6 2 3-16,-1 4-7 0,-8 2-4 0,3 6-12 16,-2 2-2-16,1 5-12 0,-1 0 9 0,0 7 0 15,3 1-5-15,3 0-11 0,1 0-8 16,4-3 4-16,4 0-35 0,4-6 3 0,3 0-1 0,3 0-10 16,2 1-7-16,6 0-5 0,1-1-20 0,7 3 3 15,3 1 0-15,3 0-1 0,7 0 9 16,-5 0 4-16,4-1 4 0,0-2 5 0,1 3 4 15,0-2 4-15,-3-1 7 0,-2 1 1 0,0-1 3 16,-3 0 4-16,-8-3 9 0,2 1-4 0,6 7 3 0,-1-2 0 16,-2 0 7-16,0 1 0 0,-7-6 6 0,0 3-1 15,-4-2-3-15,3 1-12 0,-4 2-11 0,0-3-21 16,-2 1-38-16,1-1-52 0,-2-4-57 16,-1-1-234-16,0 0-477 0,-1 1 212 0</inkml:trace>
  <inkml:trace contextRef="#ctx0" brushRef="#br0" timeOffset="90035.73">3531 11897 247 0,'-3'4'320'0,"3"-4"-30"0,0 0-33 0,14 10-25 16,5-13-31-16,9-4-44 0,8-4-51 0,17-12-67 15,26-17-92-15,4-4-65 0,-4-2-162 0,8-6-303 16,4-3 134-16</inkml:trace>
  <inkml:trace contextRef="#ctx0" brushRef="#br0" timeOffset="90189.25">4889 11094 95 0,'4'-4'551'0,"-1"-1"-57"0,-3 5-54 16,0 0-42-16,5-8-37 0,-5 8-24 0,0 0-29 15,4-5-26-15,-4 5-32 0,0 0-28 0,0 0-44 0,2-7-55 16,-2 7-65-16,8-3-75 0,-8 3-67 0,0 0-84 15,0 0-108-15,0 0-316 0,0 0-642 16,10-12 284-16</inkml:trace>
  <inkml:trace contextRef="#ctx0" brushRef="#br0" timeOffset="99134.45">6755 10811 2921 0,'6'-14'105'0,"-2"2"-44"16,0 2-25-16,-3 4-25 0,2 0-20 0,-1 1 2 15,-2 5-6-15,3-9 2 0,-3 9-2 0,3-7 4 16,-3 7 5-16,0 0 5 0,0 0 4 0,0 0 5 15,-6 23-2-15,3-10 5 0,-4 5 1 0,3-1-5 16,-2 0 2-16,0 3-1 0,-1-2 0 0,2 1 1 16,-4 1-3-16,4-5 5 0,0 0-2 0,1-3-1 0,0-2 2 15,-1 0 1-15,3-1 3 0,-1-3-3 16,-1-1 2-16,2 0 5 0,2-5-2 0,-4 9 9 16,4-9 3-16,0 0 3 0,-1 6 7 0,1-6 5 15,0 0 8-15,0 0 0 0,0 0 7 0,0 0-1 0,0 0-8 16,0 0-11-16,0 0-10 0,0 0-12 0,3-36 12 15,1 18-19-15,3-1 0 0,-1-7-10 16,2-1 1-16,-1 1 3 0,1-5 2 0,4 2-5 16,-3-3-7-16,1 2 5 0,-1-4-3 0,2 5-1 0,2 0 1 15,-4 1-3-15,2 3-1 0,2 3 5 0,-5 6-5 16,0 5 8-16,-3 2-9 0,2 0 2 0,-3 0-3 16,0 5 2-16,0 1-8 0,-4 3 3 0,11 0 1 15,-11 0 3-15,16 10 5 0,-6 3 6 0,5 9 6 16,-2 0 10-16,1 4-11 0,-2 3 3 0,-1 2 2 15,2-2-1-15,-3 0 0 0,-1-2 0 0,2 3-7 16,-3-5 7-16,0 1-4 0,-3-9-2 16,4 7 2-16,-3-1-1 0,-2-5-3 0,0-2 3 0,1-1-11 15,-2-1-32-15,2-3-12 0,-3 0-45 0,-1 0-48 16,2 0-57-16,-2-4-55 0,2 0-56 0,-3-7-172 16,-1 12-522-16,1-12 231 0</inkml:trace>
  <inkml:trace contextRef="#ctx0" brushRef="#br0" timeOffset="99296.03">6798 10917 3672 0,'-8'-3'185'0,"1"1"-106"0,7 2-56 15,-10-2-43-15,10 2-23 0,-8-3-2 0,8 3 7 16,0 0 11-16,0 0 5 0,0 0 4 0,0 0 1 16,21-13 6-16,0 6-5 0,9-3-14 0,6 1-29 15,15-4-40-15,0 3-58 0,4-2-56 0,0 1-57 16,-3-1-209-16,3-1-520 0,-6 3 231 0</inkml:trace>
  <inkml:trace contextRef="#ctx0" brushRef="#br0" timeOffset="99695.67">8248 10679 4 0,'-4'-11'283'0,"1"2"-16"0,-3 0-5 0,2 0-6 16,-1 0-13-16,-1 3-17 0,-1-1-16 0,2 2-11 16,-2 1-10-16,-1 1-17 0,8 3-11 0,-14 0-18 15,2 3-12-15,2 1 0 0,-4 5-19 0,0 4-13 16,-5 7-5-16,3 1-7 0,0 2-11 0,-1 2-3 16,3 1-9-16,3-2-9 0,5-5-7 0,1 1-4 15,2 3-4-15,1-3 1 0,4-1-6 0,1-1-3 16,2 0-12-16,3-1-21 0,1-1-22 0,4-3-28 15,1 0-34-15,2-1-47 0,3-4-38 0,0 0-48 16,10-6-43-16,-1-2-215 0,-5-2-516 0,3-6 228 16</inkml:trace>
  <inkml:trace contextRef="#ctx0" brushRef="#br0" timeOffset="100085.28">8466 10353 30 0,'-1'-17'239'0,"0"5"-7"0,1 2-9 0,0 3-24 16,0 7-22-16,0-12-23 0,0 12-7 0,0 0 1 16,0 0 3-16,0 0-4 0,0 51-9 0,0-18-9 15,4 11-11-15,-6 4-11 0,0-12-10 0,0-1-13 16,4 13-3-16,-4-15-8 0,2 0-5 0,2-2-10 16,0-1-1-16,-2-3-10 0,2 0-3 0,-2-8-3 15,1-4-1-15,1 1-7 0,-2-5-2 0,0-4-2 16,0 0 0-16,0-7-2 0,2 11-6 0,-2-6 3 15,0-5 4-15,0 0 8 0,0 10 9 0,0-10 0 16,0 0-3-16,0 0-4 0,0 0-4 0,0 0-14 0,0 0-11 16,9-32-2-16,-4 15-13 0,2-6-7 15,1 4 4-15,2-3-5 0,4-2 3 0,-2 7-6 16,4-4 0-16,-4 9 1 0,-3 2 0 0,1 4-2 16,-2 2 3-16,0 1-2 0,0 3 3 0,3 3-2 0,-2 3 13 15,2 2-12-15,2 4 7 0,-2 2 3 16,2 2-4-16,0 7-17 0,-4-6-18 0,4 4-29 15,-4-3-32-15,0-4-26 0,-1 5-23 0,3-5-18 16,3-1-30-16,-3 1-31 0,0-3-125 0,0-5-389 0,2 0 172 16</inkml:trace>
  <inkml:trace contextRef="#ctx0" brushRef="#br0" timeOffset="100430.58">9017 10678 171 0,'-3'-16'217'0,"0"4"6"0,-4 1-2 0,4 1 6 15,-3 1-3-15,-1 2-12 0,1 4-18 16,-1 0-16-16,7 3-19 0,-21 3-11 0,9 4-11 16,-4 5-10-16,1 1-19 0,-2 7-1 0,3-5-15 0,3 8-10 15,3-5-10-15,2-1-7 0,-1 1 1 0,2-2-11 16,4 0-10-16,2-4-1 0,2 4-3 0,-2-5-5 16,2 0-4-16,3-3-10 0,-2 1-6 0,1-3-11 15,-1-2-9-15,0-1-2 0,1 1-3 0,-5-4-1 16,11 2-2-16,-11-2 7 0,12-2-3 0,-7-3 1 15,-5 5-1-15,13-11 4 0,-11 3 0 0,3-2-1 16,-2 1 1-16,-1-1 2 0,2-1-4 16,-1 0 2-16,0 2 2 0,-1-1 2 0,-1 0 1 15,4 4 7-15,-5 6 0 0,2-8-6 0,-2 8-2 0,0 0 1 16,1-9-3-16,-1 9 1 0,0 0-2 0,0 0 1 16,0 0 4-16,8 19 0 0,-7-9-3 0,-1 0 5 15,4 1-5-15,-3 6-2 0,0-2-20 0,2 1-25 16,-1-1-27-16,1-1-38 0,1 0-40 0,-3-1-41 15,3 3-32-15,-3-5-176 0,-2-1-435 0,2-2 193 16</inkml:trace>
  <inkml:trace contextRef="#ctx0" brushRef="#br0" timeOffset="100780.61">9085 10791 163 0,'4'-9'169'0,"-4"9"-13"0,0 0 8 0,0 0 17 15,0 0 13-15,0 0-12 0,14 15-11 0,-12-5-5 16,1 0-9-16,-2-1-5 0,2 2-12 0,-1-1-8 16,1 1-10-16,-1-4-6 0,0-1-7 0,-1 0-6 15,-1-6 0-15,1 8 2 0,-1-8 0 16,2 6 10-16,-2-6 8 0,0 0 18 0,2 6 2 0,-2-6 10 16,0 0-12-16,0 0-13 0,0 0-15 0,0 0-12 15,0 0-8-15,0 0-8 0,-1-26-4 0,2 17-24 16,0-3-12-16,3-1-8 0,1-2-15 0,3-2-7 15,1-1-15-15,0 0-4 0,0 0 6 0,2 3-7 0,1 1 14 16,-3 6-13-16,-3-1-17 0,2 3 9 16,2 1 1-16,-5 3 5 0,-5 2-5 0,12 2 2 15,-6 1 1-15,2 5 8 0,-2 1-8 0,3 4 2 16,0 2-8-16,-4-2-26 0,3 3-24 0,-2 0-23 0,-1 1-32 16,0-2-30-16,3 2-42 0,0 0-54 15,2-2-29-15,1-1-47 0,1-2-161 0,1-2-520 16,3-4 231-16</inkml:trace>
  <inkml:trace contextRef="#ctx0" brushRef="#br0" timeOffset="101418.91">9701 10684 81 0,'-8'-9'241'0,"-2"-1"5"0,1 3 8 0,-3 0-5 15,1 4-13-15,-2 1-12 0,2 2-15 0,-7 3-9 16,1 4-22-16,4 2-10 0,1 1-17 0,-2 2-4 15,3 2-20-15,5-4-15 0,0 1-6 0,2 0-9 16,1 1-13-16,2-1-6 0,0-2-6 16,3 3-8-16,3-4-7 0,2 1-3 0,0-3-9 0,2 1-22 15,-3-4-8-15,5 0-7 0,-1-2-7 0,2-1-6 16,0-1-1-16,-1-2-7 0,1 0 1 0,-1-1 0 16,-2-2-1-16,0-1 0 0,-1-1 9 0,0 1-9 15,-1-1 4-15,-2 3-1 0,0-2 5 0,-1-2-3 16,-1 3 2-16,0 2 3 0,-3 4 2 0,5-9 2 15,-5 9-2-15,4-6-2 0,-4 6 2 0,0 0 12 16,0 0 6-16,8 18 8 0,-8-7 0 16,1 10 5-16,-1 5 4 0,-3 6 1 0,0 4 5 0,-1 12-2 15,-1 1-3-15,-2 0 5 0,3 1-5 0,2-1-1 16,-3-1 5-16,1-12-1 0,-3 11 1 0,2-13-1 16,0 0-3-16,-4 12-4 0,4-14 0 0,-1-1 0 15,1 0-8-15,-6-4 3 0,0-2-7 0,2-7-1 16,0-1 0-16,-4-2 5 0,0-1-8 0,1-2 4 15,-1-3-8-15,1-4 16 0,1-2-15 0,-1-3-11 16,0-3-11-16,1-1-3 0,1-4-4 16,-8-12-12-16,13 4-6 0,3-10-16 0,3-2 6 0,4-1-6 0,5-4 4 15,8-12-2-15,4 5-2 0,5-4-2 16,3 1-1-16,1-2 3 0,3 0 2 0,4 3 3 16,-6 0 3-16,3 3 0 0,-1 0 5 0,-9 11 4 15,7-10 4-15,-3 1 1 0,-8 12 5 0,-3-1-1 16,-2 0 6-16,0 2 0 0,-5 7 15 0,-2 0 10 15,-2 1 17-15,-1 4 16 0,-3 0 13 0,0 2-2 16,-1 3 12-16,-2 7 5 0,0-11-3 0,0 11-3 16,-7-5-8-16,7 5-1 0,-18 11 10 0,4 1-2 15,-4 9-6-15,-2-1-10 0,0 4 5 0,2 0-1 16,1 0-6-16,4-2-11 0,5-3-5 0,2 0-4 16,6-2-27-16,-1 1-41 0,5-6-41 0,3 6-45 15,4-4-47-15,3 0-51 0,11-1-50 0,2-3-276 16,3-1-601-16,3-3 265 0</inkml:trace>
  <inkml:trace contextRef="#ctx0" brushRef="#br0" timeOffset="102002.77">10526 10701 252 0,'0'-7'283'0,"0"7"0"0,0 0-23 0,2-8-12 0,-2 8-11 16,0 0-1-16,0 0-7 0,-12 18-9 15,8-7-3-15,1 1-21 0,0 5-2 0,0-3-3 0,2 1-8 16,1 2-14-16,1-2-13 0,1-3-7 0,2 4-4 16,1-2-11-16,5-1 0 0,-1-2-13 0,4 0-13 15,2-3-7-15,0-1-15 0,2-1-9 16,1-4-15-16,-7-2-11 0,2 0-15 0,0-4-8 0,-2 0-14 16,3 0-7-16,-3-1-14 0,-2-4 2 0,-2 1-9 15,0-1-4-15,-4-1-1 0,-3-5-4 0,4 0 0 16,-6-2-2-16,-3 2 8 0,-3-3-8 0,-1 1 9 15,-3-6-9-15,-5 2 3 0,1 7 5 0,-2-5-1 16,-2 3 4-16,3 3 1 0,5 3 1 0,3 2 17 16,0 1-8-16,3 2-8 0,1 0 6 0,-1 1 11 15,6 4-7-15,-8-3-7 0,8 3 3 0,0 0-7 16,0 0 9-16,0 0 3 0,0 0 0 0,0 0 3 16,40 6-2-16,-11-6-6 0,2-3 20 0,4 0-24 15,3-3 5-15,0 0 1 0,1-2-5 0,-5-4 1 16,-1 1 0-16,-1-2-6 0,-1-1 6 0,-7 1 3 15,-2-1-2-15,1-2-1 0,-12 0 9 16,-2 2-5-16,2-3 7 0,-5-2 0 0,-1-5 5 0,-2 1-5 16,-2 3 9-16,2-4 7 0,-5 5 4 0,1-6 4 15,-2 7-3-15,2 2 13 0,0 4 3 0,0 2 11 16,-1 5-7-16,0-1-8 0,2 6-2 0,-3-8-1 16,3 8 1-16,0 0 8 0,-10 28 4 0,5 1-5 15,-7 18 9-15,-2 2-6 0,-2 6 8 0,3 4 3 16,-2 28 2-16,-5 0 11 0,8-6 3 0,-4 0 4 15,9-23-3-15,-8 23-5 0,4-26-10 0,6-1-2 16,-4-1-7-16,2 2-4 0,1-8-3 0,4-12-11 16,-2 0-8-16,4-3-30 0,-1-4-23 0,1-4-33 0,0-5-39 15,0 0-43-15,0-7-47 0,0 0-36 16,1-2-50-16,-1-10-47 0,0 0-51 0,-1 14-317 0,1-14-750 16,0 0 332-16</inkml:trace>
  <inkml:trace contextRef="#ctx0" brushRef="#br0" timeOffset="102167.94">10767 10949 87 0,'6'-10'293'0,"2"0"-29"0,7 0-27 16,-1-2-21-16,4 0-22 0,5-2-20 16,5 1-18-16,2-1-14 0,0 1-16 0,3 2-19 0,1-5-40 15,12-4-41-15,-11 8-55 0,1-1-66 0,15-6-54 16,-19 8-154-16,2-6-328 0,-3 3 145 0</inkml:trace>
  <inkml:trace contextRef="#ctx0" brushRef="#br0" timeOffset="106566.25">12055 10465 141 0,'0'0'303'0,"-1"-13"-27"0,1 5-21 15,6-1-6-15,-4-1-22 0,4-1-14 0,1 1-11 16,4 2-20-16,5-1-6 0,2 1-18 0,0 4-7 0,2 0-18 16,0 2-9-16,0 4-14 0,2 2-10 0,-3 4-15 15,-1 1 7-15,0 3-23 0,0 6-6 16,-6-1-6-16,-3 2-3 0,2 3-6 0,-5 2 2 16,-6 1 7-16,-3 3-14 0,-3-3-2 0,-3 0-4 0,-4 0-3 15,-2 1-6-15,-2-3-9 0,-2-3-9 0,0 2-2 16,-3-5 2-16,2-2-3 0,2-5-1 0,2 0 5 15,4-7-11-15,-1 2 2 0,0-2 2 16,2 1-2-16,0-4-2 0,3-2-3 0,8 2 6 0,-13-6-3 16,9 2 0-16,0-1-3 0,4 5 1 0,-3-14 12 15,5 6-4-15,-2 8-3 0,4-12 0 0,1 5 2 16,0-2-1-16,1 6 1 0,6-2 0 0,-1 0 2 16,2 3 2-16,1-1-2 0,4 3 3 0,1 0-7 15,0 3 0-15,-1-1 1 0,4 1-2 0,1-2 2 16,-4 3-14-16,4-3-25 0,4 1-36 0,0 0-35 15,-4 2-49-15,-5-3-53 0,10-2-45 0,-7 2-261 16,-4-2-558-16,6 0 247 0</inkml:trace>
  <inkml:trace contextRef="#ctx0" brushRef="#br0" timeOffset="106882.73">12797 10413 7 0,'2'-10'283'0,"-4"-1"-12"0,2 4-10 15,0 7-11-15,0-10-14 0,0 10-17 0,0 0-18 16,0 0-11-16,-6-6-10 0,6 6-4 0,0 0-15 0,-10 15-11 16,7-5-6-16,-1 0-14 0,0 6-19 15,1 0-8-15,0-1-10 0,3 2-10 0,0 0-8 16,0-2-1-16,4 1-5 0,0-2-1 0,2 2-13 16,-1-4 7-16,1 4-1 0,2-7 2 0,0 1-4 0,-3 0 2 15,3 0-2-15,2 3-7 0,-5-4-19 16,3-3 7-16,-4-1 2 0,1 2-3 0,-3-2 3 15,2 1-21-15,0-2 0 0,-4-4 1 0,4 10 2 16,-4-10-2-16,-5 12-10 0,5-12 3 0,-16 9-5 0,6-4-23 16,-4 0-20-16,1-3-23 0,-4 4-20 0,4-3-25 15,-1-3-34-15,1 0-38 0,0-1-38 16,-1-3-38-16,3-1-25 0,-5-2-232 0,5 0-546 16,-1 0 242-16</inkml:trace>
  <inkml:trace contextRef="#ctx0" brushRef="#br0" timeOffset="107262.13">12713 10411 117 0,'9'-8'182'0,"0"-1"-15"0,9-1-8 16,-3 1-6-16,2 1 2 0,3 1-8 0,-2 1-9 15,9-2-15-15,0 1-6 0,-7 3-15 16,2 0-10-16,5 0-11 0,-2 1-6 0,-2 1-5 0,-6-2-8 16,6 4-4-16,-3-3-9 0,-2 2-5 0,0 1-6 15,-5 0-2-15,-3 0-5 0,-1 3-3 0,-1-2-6 16,-1 0 1-16,-7-1 4 0,9 8 9 0,-6-3 6 15,-3 2 3-15,0 3 11 0,-3 1 0 0,-1 0 2 16,-1 4 0-16,0 2 0 0,-1-3-4 0,-1 1-3 16,5-3-4-16,-2 0-7 0,4 0-2 0,0-3-6 15,2 2 2-15,0-2-2 0,0 1 5 0,5-3 7 16,1 2 1-16,4-3 5 0,-1-2-1 0,8 0-5 16,0-4 8-16,-2 2-11 0,3-5-3 0,-1 0 0 15,0-4-8-15,3 2 2 0,-4-2-10 0,0 0 7 16,-4-3-7-16,0 0 4 0,-4 1-6 0,-5 0-4 15,3-1 5-15,-5 0-5 0,-1 0-3 0,-2-3-3 16,-3 0-2-16,-1 1 0 0,-2-4 3 0,-3 2-1 16,-1-1-5-16,2 2-2 0,-1 5-1 0,-3-1-18 0,3 2-14 15,-4 1-19-15,-1 3-23 0,-3 5-27 16,-4 0-34-16,-1 4-49 0,6 3-71 0,-9 5-238 16,3 3-531-16,11-5 236 0</inkml:trace>
  <inkml:trace contextRef="#ctx0" brushRef="#br0" timeOffset="107863.3">13632 10485 2355 0,'0'0'152'0,"2"-7"-20"16,-2 7-43-16,5-5-18 0,-5 5-6 0,0 0-10 15,4-6-6-15,-4 6-4 0,0 0 6 0,0 0 10 16,0 0 11-16,0 0-5 0,0 25 10 0,0-16-6 15,-2 4-3-15,2-1 5 0,-2 1-5 0,0 0 6 16,-1-3-12-16,3 0 16 0,0 1-15 0,0-4 0 16,0-7-1-16,0 11-8 0,0-11 12 0,0 7 7 15,0-7 7-15,0 0 10 0,0 9 9 16,0-9-5-16,0 0-10 0,0 0-5 0,0 0-7 0,0 0-10 16,0 0-14-16,-10-22 3 0,6 13 0 0,2-2-12 15,2 0 1-15,0-2 1 0,2 1-9 0,2-5 3 16,2-1-10-16,-2-3-1 0,5-3-11 0,2 4 1 15,1-5-4-15,3 3-1 0,3 2-5 0,-7 6-1 16,3 2-5-16,2 1 7 0,-2 2-18 0,1 2 7 16,3 3 0-16,1 6-1 0,-6 0 3 0,4 3 1 15,1 3-3-15,-3 3 2 0,-1 2 0 0,-1 0-2 0,4 9 0 16,-6-6 7-16,3 0 0 0,-6 1-3 16,-1 1 2-16,-1-1-1 0,-1-2-1 0,0-4 1 15,-3 1-4-15,1-4 3 0,-1 3-3 0,0-6 8 16,-2-5-3-16,2 9 5 0,-2-9-2 0,2 7 11 0,-2-7-3 15,0 0-3-15,0 0 2 0,0 0 1 16,0 0-5-16,0 0-1 0,0 0-1 0,0 0-3 16,0 0-5-16,-11-23 0 0,11 15-7 0,3-3-7 15,-1-1-3-15,4-6-8 0,1 4-1 0,4-2-2 0,-4 0 1 16,4 1 11-16,-2 3-6 0,2 3 1 0,-4 0 0 16,0 2 5-16,-1 2-7 0,1 4 9 0,-7 1-4 15,11 1 11-15,-11-1 7 0,17 9-5 16,-11 3 6-16,0-4 2 0,-3 4 2 0,3-1-8 0,-3 4 7 15,2 1-3-15,-3 0 1 0,0-1 1 0,2 2-7 16,-4-4 8-16,3 2-37 0,-1-2-56 0,-2-1-47 16,0 1-50-16,0-2-63 0,4-4-59 0,-4 0-68 15,3 0-204-15,-3-7-633 0,4 8 281 0</inkml:trace>
  <inkml:trace contextRef="#ctx0" brushRef="#br0" timeOffset="108203.25">14303 10379 193 0,'3'-12'260'0,"-1"3"2"0,0 2 5 0,-1 2-19 16,-1 5-14-16,2-9-10 0,-2 9 6 0,0 0 6 15,0 0 20-15,0 0-8 0,13 18-3 0,-7-6-17 16,0 4-9-16,0 4-22 0,2-3-3 0,-1 8-30 16,-3-6-12-16,2 0-15 0,3 7-6 0,-5-9-15 15,5 7 3-15,0-9 3 0,-4-3-3 0,-1 1-15 16,3-4-7-16,-1-1 0 0,0 0 1 0,-2 0 0 15,-2-2-3-15,3-2 0 0,-5-4 6 0,4 6 7 16,-4-6-5-16,0 0-4 0,13-4-17 0,-13 4-7 16,13-13-6-16,-6 4-11 0,0 0 1 0,4-5-11 15,-2 0-7-15,2-3-2 0,-1-1-3 0,1 1-6 16,0-7-4-16,1 1 1 0,0-5-4 0,-3 1-3 16,5 1-6-16,-3-2 0 0,1-1 0 0,-1 7-7 15,-2 4 8-15,-3 2-6 0,2 1-1 0,-4 5-7 0,1 4-15 16,-4-1-20-16,2 3-21 0,-3 4-34 0,4-8-49 15,-4 8-44-15,0 0-48 0,2-5-39 16,-2 5-63-16,0 0-76 0,0 0-67 0,-15 17-257 16,11-11-791-16,4-6 351 0</inkml:trace>
  <inkml:trace contextRef="#ctx0" brushRef="#br0" timeOffset="109934.73">15241 10432 21 0,'0'0'279'0,"-3"-12"-14"0,2 6-5 16,1 6-10-16,-3-9-11 0,3 9-12 15,0 0-14-15,0-11-14 0,0 11-21 0,0 0-20 0,0 0-19 16,0 0-5-16,0 0-7 0,0 0 0 0,0 0 2 16,-7 25-6-16,4-15-8 0,1 3-2 15,-4 4-20-15,3 1-12 0,1-1-6 0,0 0-11 0,-2 0 4 16,1 0-15-16,1-2-1 0,2 0-8 0,0-2-10 16,-3 3 0-16,6-5 7 0,-3 1-19 0,0 0-26 15,-3-3-25-15,6 1-25 0,-3-1-34 0,0-1-31 16,0-8-40-16,-3 12-37 0,3-12-42 0,3 7-27 15,-3-7-203-15,0 0-506 0,0 0 223 0</inkml:trace>
  <inkml:trace contextRef="#ctx0" brushRef="#br0" timeOffset="110095.85">15192 10115 101 0,'0'0'155'15,"4"-5"-16"-15,-4 5-33 0,0 0-23 0,13 21-18 16,-6-6-29-16,1 10-30 0,5 1-33 0,-2 3-26 16,2 4-50-16,1 1-109 0,5 10 49 0</inkml:trace>
  <inkml:trace contextRef="#ctx0" brushRef="#br0" timeOffset="110313.81">15444 10637 156 0,'0'0'221'0,"0"0"-9"0,0 0-2 15,0 0-6-15,0 0-5 0,0 0-13 0,-1-27-14 0,-1 18-9 16,4-2-4-16,-2 3 3 0,5-7-16 0,0-1-8 16,0-2-10-16,1 2-11 0,3 0-7 15,7-5-9-15,-5 5-8 0,2 3-6 0,-3 2-2 16,3 1-9-16,-1 5-5 0,1 0-10 0,0 2-6 0,-1 3-8 16,-1 1-5-16,3 2-3 0,0 4-5 0,-1 0-2 15,0 4-2-15,1 1-5 0,-3 5-3 16,2-2-3-16,-3 0-20 0,1 2-33 0,0 4-40 15,-2-2-45-15,0-3-65 0,0 1-56 0,0-2-252 0,0 1-533 16,-3-7 236-16</inkml:trace>
  <inkml:trace contextRef="#ctx0" brushRef="#br0" timeOffset="110795.89">16626 10089 321 0,'0'-10'316'0,"0"3"-34"0,0 7-32 0,0 0-26 15,-3-8-9-15,3 8 2 0,0 0-12 0,-3 32-15 16,0-6-9-16,-1 3-15 0,2 2-12 0,-1 3-19 16,-1 1-3-16,3-1-13 0,0-1-19 0,-1-1-5 15,1-1-10-15,1-5-5 0,0-1-2 0,-1-7-11 16,1-3-3-16,0 2-8 0,0-5-1 0,0-3-8 15,0 1-10-15,0-4 3 0,0-6-4 0,0 11 11 16,0-11 12-16,-1 9 10 0,1-9 8 0,0 0 12 16,0 0-9-16,0 0-9 0,0 0-17 0,0 0 6 15,0 0-15-15,0 0-9 0,-12-25-16 0,12 16-7 16,0-4-4-16,4-4-11 0,1-2-4 0,5-4-8 16,2 5-1-16,2-3-4 0,4 0 3 0,-4 8-2 15,0 2 1-15,5 1-2 0,-4 3-3 0,-2 2 7 16,1 4-9-16,3 1 14 0,-4 3-1 0,1 3 0 15,-4 1-3-15,3 1 0 0,-2 4 6 0,0 1 0 16,-3 3 2-16,-1 0 4 0,-3-1-10 0,-3 2 10 16,-2-2-4-16,-1-2 11 0,-3 3-3 0,-5 1 0 0,1-3 0 15,-4 1 4-15,-1-1-5 0,0-2-1 16,-2 1-2-16,-1-4 6 0,-2 1 4 0,3-3-9 16,-1-2-4-16,5-1 18 0,-2 0-31 0,2-3-20 0,2 1-35 15,0 0-43-15,2-2-42 0,8 0-62 16,-14-2-58-16,14 2-51 0,-6-9-203 0,6 9-576 0,4-14 255 15</inkml:trace>
  <inkml:trace contextRef="#ctx0" brushRef="#br0" timeOffset="111615.01">17199 10235 95 0,'0'0'258'0,"0"-7"-9"0,0 7 0 16,0 0-5-16,-13-2 1 0,13 2-7 0,-19 9-12 15,8-2-3-15,-3 4-8 0,-5 7-8 0,1 1-16 16,4-4-20-16,3 0-2 0,-1 4-24 0,3-4-28 16,0 2 0-16,3-5-23 0,2 2-3 0,3-2-2 15,0-1-11-15,2 1-9 0,4-2-5 0,3-2-16 16,-1 1-13-16,2-3-15 0,4 0-9 0,-1-4-6 16,5 0-8-16,1-2-2 0,1-2-8 0,-2 0-8 15,2-1-4-15,-6-1-1 0,0-1 0 0,-3 0 12 16,3-3-9-16,-4 1 3 0,-2-2 4 0,0-1 3 15,-2-2-1-15,-1 1 3 0,0-1 6 0,-3-5-3 16,-2 7 1-16,-2-2-1 0,-1-1 8 0,3 3 6 16,-2 0 5-16,2 4 13 0,1 6 10 0,-2-11-8 15,2 11-7-15,-4-6-1 0,4 6 3 0,0 0 8 16,0 0 11-16,0 0-9 0,-16 23 8 0,10-9 2 16,2 2 1-16,0-1 0 0,2 0-2 0,0-2-13 15,4 4 0-15,-1-6-3 0,2 1 4 0,1 1-8 16,2-3 17-16,0-1-4 0,3 0-2 0,1-1 8 15,3-3-5-15,3 0-2 0,3-3-5 0,2-2-9 16,-3-1-10-16,3-3 2 0,-3 0 1 0,2-1-9 16,-1-1-2-16,-5-3 1 0,2 1-6 0,-7 0 7 15,3-4 3-15,0 1 2 0,-4 1-6 0,-1-5-2 16,-2 6 2-16,2-5 3 0,-4 1-3 0,0-3 5 16,0 0-1-16,-3 0-3 0,1 3-5 0,0 1 0 0,0 1 0 15,2-1 0-15,-2 3 1 0,1 3-2 16,-2 6 3-16,2-11-1 0,-2 11 1 0,0 0 10 15,5-3-6-15,-5 3 14 0,0 0 12 0,7 18 6 0,-6-9 6 16,4 5-1-16,-4 2-2 0,-1 3 1 0,2-1 1 16,-4 1-5-16,2 0 3 0,-2 6-7 0,-1-7 3 15,2 1-5-15,-2-1 1 0,3-1-1 16,-5-1-4-16,4 0-7 0,0-3 4 0,-2-4-3 0,1-1-3 16,0 0 1-16,1-1-3 0,0 0-8 0,1-7 6 15,-3 8-1-15,3-8-1 0,0 0-3 0,3 11 0 16,-3-11-3-16,6 4-1 0,3-4 2 0,-9 0-9 15,19-5-5-15,-1 0-8 0,0-1-7 0,0-1 2 16,2-3-8-16,5-3 11 0,0-3-6 0,2 3 0 16,-3-4 6-16,1-1 5 0,-4-1 0 0,1 0 2 15,-2 1 0-15,-5-3 2 0,1-1 7 0,-6 4-4 16,-1-5-1-16,-1-1 2 0,-2 8-1 0,-3-1 4 16,-2 6 0-16,-1-3 4 0,-2 3 7 0,0 1 14 15,1 1 6-15,-3 2-7 0,4 7-8 0,-11-6 10 16,3 6-1-16,-2 0 10 0,-7 6 6 0,2 3 2 15,-8 5 2-15,6-2-8 0,-3 6-3 0,5-2-1 16,0-2-4-16,4 0-3 0,5 1 0 0,-1 2-15 16,3-5-43-16,4 3-46 0,2-2-62 0,2-1-64 0,1-2-84 15,10-1-85-15,-2-4-347 0,16 1-782 16,1-3 345-16</inkml:trace>
  <inkml:trace contextRef="#ctx0" brushRef="#br0" timeOffset="112119.28">18336 10351 78 0,'0'0'259'0,"-6"4"-4"16,6-4-6-16,0 0-8 0,0 0-14 15,0 0-10-15,0 0-15 0,0 0-13 0,-5 3-17 0,5-3-15 16,0 0-14-16,0 0-15 0,0 0-8 0,0 0-23 16,21 2-10-16,-11-1-28 0,1-1-32 0,1 0-40 15,0 0-40-15,3 1-57 0,2 1-43 0,2-2-37 16,-1 0-33-16,0 0-139 0,1 0-390 0,-1-3 173 16</inkml:trace>
  <inkml:trace contextRef="#ctx0" brushRef="#br0" timeOffset="112448.12">18684 10383 182 0,'0'0'240'0,"0"0"-9"0,0 0-5 0,0 0-1 0,0 0-15 16,12-2-10-16,-12 2-15 0,11-6-11 0,-1 2-12 16,-1-2-15-16,2-1-15 0,7-2-12 0,-1 1 0 15,-2-2-9-15,3-1-1 0,-1 1-11 0,0 0-11 16,-1 0-8-16,0-2 7 0,-1 1-16 15,-1-1 0-15,-3 2-4 0,-1-2-7 0,-1 1-5 0,-2 2-9 16,-2 0 9-16,-1-1-11 0,-2 2-10 0,0 0-4 16,-2 8 4-16,-3-13 6 0,-1 7-6 0,4 6-5 15,-9-5 4-15,3 2-2 0,6 3 6 0,-21 3-4 16,5 4 1-16,-1 3 17 0,-6 7-10 0,1 2 5 16,2 0-16-16,2 1 6 0,3 2-4 0,5-4-6 15,2-1-4-15,3-1 1 0,5 2-3 0,0 0 2 16,5-2-26-16,1 0-38 0,6 0-38 0,-1-4-44 0,3 1-46 15,4-2-52-15,10-1-54 0,-1-1-54 16,-5-6-182-16,8 1-553 0,-1-2 244 0</inkml:trace>
  <inkml:trace contextRef="#ctx0" brushRef="#br0" timeOffset="113180.57">19168 10333 50 0,'0'0'207'0,"6"-4"-1"0,-6 4 9 0,0 0 15 15,0 0 4-15,0 0-9 0,11 12-10 0,-10-7-12 16,-1-5 3-16,2 14-23 0,0-7-4 0,-1 1-11 16,-1 0 5-16,3 1-10 0,-3-1-16 0,0-8-6 15,2 13-7-15,-2-8-11 0,0-5 14 16,3 7 1-16,-3-7 3 0,0 0 2 0,1 8 11 0,-1-8 6 16,0 0-6-16,0 0-16 0,0 0-14 0,0 0-16 15,0 0-9-15,0 0-10 0,-12-18-5 0,10 11-9 16,1-2-5-16,-1 0-6 0,1-2-6 15,1 0-9-15,0-1-5 0,4-3-7 0,1-2-4 0,1 0-8 16,5-2-12-16,1-2-8 0,4-1 0 0,0 3-7 16,-2 4 1-16,-1 5 0 0,-3 3-2 15,3 0 2-15,-3 2-4 0,1 3 7 0,1 0-6 16,0 5-4-16,-1 1 4 0,0 2 1 0,-2 0 0 0,6 7-3 16,-6-1 5-16,2 2-1 0,0 1 1 0,-2-2-3 15,-2 2 5-15,-2 0-5 0,3 1 0 0,-4-4-1 16,-2-2 5-16,2-1 0 0,-1-2 0 0,-1 0 3 0,-2-1 2 15,0-6-2-15,3 8 4 0,-3-8 1 16,4 8-2-16,-4-8 3 0,0 0-2 0,1 5-1 16,-1-5-1-16,0 0 1 0,0 0 1 0,0 0-4 15,0 0-1-15,0 0 3 0,9-22-5 0,-5 13 3 0,0 0-6 16,5-7-13-16,-2 2-3 0,5-1-1 16,-1 1-11-16,1 0-4 0,1-1-5 0,-2 3 4 15,3 2 7-15,-5 1 4 0,1 2-6 0,0 1 0 16,-1 3 3-16,-2 0-1 0,0 2 14 0,-7 1-8 0,11 4 1 15,-5 0-7-15,1 3 19 0,-2 3-1 0,1-1-1 16,-1 3-1-16,0-3 4 0,0 2-3 16,1-2 2-16,0 3 4 0,3-3 2 0,-2-1-2 0,1 0 2 15,4 0 0-15,-2-4 0 0,1 1 2 16,1-2 2-16,1 1 0 0,1-4 1 0,0 0 1 0,-3-2-3 16,2-2 5-16,-1 3 1 0,4-5-2 15,-6 2 0-15,1-4-2 0,-3 3 5 0,-1-4-2 16,-1 0-2-16,-1 1 0 0,2-1 2 0,-5-1-4 0,1 0 6 15,-2-2 0-15,0 2-1 0,-2-1-1 0,1 0 12 16,0 4 19-16,0 7 5 0,-4-11 3 0,4 11 2 16,-1-9-10-16,1 9 1 0,0 0-2 0,0 0-5 15,0 0 5-15,0 0 3 0,-15 14-3 0,8-4-3 16,-2 2-1-16,3 1-1 0,1 1-6 0,-1 2-1 16,3-3-2-16,0 2-5 0,1 0-39 0,2-3-38 15,2-3-53-15,2 2-62 0,0-2-50 0,0 3-67 16,2-5-61-16,4 0-53 0,-1-1-258 0,2-1-720 15,1-3 320-15</inkml:trace>
  <inkml:trace contextRef="#ctx0" brushRef="#br0" timeOffset="113332.64">19840 10042 36 0,'-4'-6'214'15,"2"-1"-23"-15,2 7-21 0,-4-7-24 0,1 0-31 16,3 7-44-16,0 0-36 0,0 0-46 0,0 0-42 16,0 0-100-16,13 14-165 0,-3-8 73 0</inkml:trace>
  <inkml:trace contextRef="#ctx0" brushRef="#br0" timeOffset="113566.07">20077 10031 264 0,'0'0'265'0,"2"-7"-6"0,-2 7-17 15,1-9-8-15,-1 9-8 0,2-12-5 0,-2 12-1 16,1-9 6-16,-1 9 0 0,0 0-3 0,1-9-36 16,-1 9-22-16,0 0-15 0,0 0-8 0,0 0 9 15,0 0 10-15,9 22 8 0,-6-3-9 0,-2 6-8 16,-1 1-11-16,-1 1-11 0,1 1-13 0,0-1-7 16,-3 2-14-16,3-1-9 0,-1-1-11 0,2-1-7 15,-2-1 0-15,0-6-12 0,0-1-31 0,2-1-41 16,0 0-44-16,0-5-40 0,2 0-39 0,-3-1-34 15,1 0-47-15,-1-1-45 0,1-3-38 0,-1-7-36 16,-1 11-232-16,1-11-616 0,-5 6 272 0</inkml:trace>
  <inkml:trace contextRef="#ctx0" brushRef="#br0" timeOffset="113731.88">20013 10224 20 0,'0'0'201'0,"1"-9"-17"0,-1 9-12 15,4-5-6-15,-4 5-9 0,9-3-18 16,-3 1-12-16,6 0-12 0,-1-1-17 0,3 0-24 0,3 0-43 16,1-1-36-16,2-3-44 0,1 2-38 15,-1 0-32-15,-3-1-85 0,-3 0-221 0,0-3 97 0</inkml:trace>
  <inkml:trace contextRef="#ctx0" brushRef="#br0" timeOffset="113934.63">20307 10018 2 0,'0'0'198'0,"-1"-21"15"0,-1 14 4 15,2 7 2-15,-2-11-5 0,2 11-15 0,0 0-15 16,-2-11-20-16,2 11-15 0,0 0-5 0,0 0 19 16,0 0 4-16,0 0 2 0,0 0 11 0,14 44 2 15,-11-27-7-15,1 9-20 0,-6-2-1 0,5-4-12 16,-4 4-14-16,3 4-8 0,-2-2-13 0,0 0-10 16,0-1-3-16,0-6-15 0,0 1-9 0,2-1-31 15,-1 0-58-15,1-1-31 0,0-6-47 0,-4-1-53 16,2 1-61-16,4-1-55 0,-5-2-63 0,1-9-172 15,-4 13-542-15,4-13 240 0</inkml:trace>
  <inkml:trace contextRef="#ctx0" brushRef="#br0" timeOffset="114071.13">20274 10183 44 0,'1'-8'186'0,"-1"8"-17"0,0 0-18 0,4-7-19 15,-4 7-22-15,0 0-38 0,0 0-43 0,0 0-44 16,20 9-52-16,-15-4-69 0,0 3-146 0,3-1 65 16</inkml:trace>
  <inkml:trace contextRef="#ctx0" brushRef="#br0" timeOffset="114664.68">20447 10399 3 0,'0'0'221'0,"8"2"-15"0,-8-2-4 16,14-1-12-16,-14 1-1 0,17-4-10 0,-10 0-5 15,3-1-7-15,2 2-4 0,-2-3-15 0,3-1-8 16,1-2-15-16,-1 2-6 0,-4-2-10 0,2-1-3 16,-1 0-2-16,2-1-6 0,-3-1-6 0,1-3-12 15,-1 2-1-15,-4 0-6 0,0 2-3 0,-1-4 4 16,1 0 1-16,-2 3-3 0,-3 0 3 0,-2 0 6 16,0 2 1-16,-2-1-3 0,-1 2-4 0,1 0 9 15,-3 2-7-15,1 1-7 0,-1 0 5 0,-1 4 4 0,8 2-3 16,-15 1-6-16,3 4 1 0,3 1 2 15,-4 4-10-15,1 4-7 0,2 0-4 0,2-1 4 16,-4 0-7-16,6 3-7 0,2-1-1 0,2-2-7 16,2-1-8-16,1 2-1 0,1-3 1 0,2 4 1 0,3-3-3 15,2-3-1-15,0-1-4 0,5 1-1 16,4-2 3-16,3-3-9 0,0-1-1 0,-1-1 3 16,10 0-1-16,-9-5-2 0,0 1-4 0,7-1-2 15,-10-1 0-15,0-2-3 0,0-2-1 0,-2 1-18 0,-4 0 14 16,3-2-2-16,-2-2 7 0,-4 3-14 0,5-5 3 15,-7 2-5-15,-1 1-5 0,1-6 2 0,-3 0 0 16,-1 4-11-16,-1-5 3 0,-2 0 7 16,0-1-13-16,-2 2 8 0,-1-3 1 0,-1 2 5 0,-1-1 6 15,-3 2-6-15,2 2 5 0,-2 5-10 0,1-2 7 16,0 4 1-16,0-1 3 0,3 2 14 0,-3 2-6 16,7 4-4-16,-6-6-1 0,2 2-7 15,4 4 1-15,-4-6-1 0,4 6 5 0,0 0 2 0,0 0 7 16,0 0-4-16,25-1-5 0,-25 1 2 0,24 1 4 15,-10 0 2-15,3 1-3 0,-3 1-1 0,-3 1 1 16,4-1-1-16,-3 2 4 0,-1 1-2 0,-2 2-4 16,0-1 16-16,0 5 8 0,-1-2 1 0,-2 4 27 15,-1 2-8-15,-2 0 4 0,-2 0-1 0,1-1 1 16,-5 2-8-16,2-1 0 0,-3 2-2 0,1-2 3 16,1 0-10-16,0-3-2 0,1 0-21 15,-1-2-40-15,2-1-44 0,-2 2-49 0,4-3-57 0,-4 1-62 16,2-3-73-16,2 0-322 0,-1 0-698 0,-1-7 308 15</inkml:trace>
  <inkml:trace contextRef="#ctx0" brushRef="#br0" timeOffset="115296.83">21724 10050 99 0,'-2'-5'262'0,"2"5"-2"0,-4-12-5 0,1 8-2 16,3 4-11-16,0 0-10 0,-2-9-5 0,2 9-15 15,0 0-8-15,-2-8-15 0,2 8-10 0,0 0-20 16,0 0-15-16,0 0-11 0,0 0-1 0,0 0 2 15,0 0 3-15,17 14 4 0,-12-4-3 0,5 5 0 16,-2 2-4-16,2 1-7 0,2 6-4 0,-1-1-28 16,0 0-5-16,-1-4-5 0,0 3-14 0,2 0-6 15,-4-6-1-15,0 0-7 0,2-2-5 0,-2 0-5 0,-1 1-3 16,-1-5-10-16,-1-1 0 0,1 1-3 0,0-2-1 16,-2-2-4-16,0-1 0 0,-1-1-1 15,1 1-8-15,-4-5 4 0,3 9 0 0,-3-9 6 0,7 4 0 16,-7-4 9-16,0 0 9 0,0 0-6 0,0 0-8 15,0 0 0-15,14-13 0 0,-9 4-3 16,1-1-3-16,3-5-4 0,-1 1-1 0,5-10-2 16,-3 7-3-16,1-5-2 0,3-2-2 0,1 0-1 0,-5 1-7 15,1-4-6-15,1 2-6 0,-2 0-4 0,0 2-19 16,0-1-8-16,1 7-1 0,-4-1-12 0,0 8-5 16,-3 0-13-16,1-2-25 0,-1 5-38 0,-1 0-43 15,1 2-38-15,-4 5-48 0,3-7-43 0,-3 7-29 16,0 0-21-16,0 0-214 0,0 0-617 0,0 0 273 15</inkml:trace>
  <inkml:trace contextRef="#ctx0" brushRef="#br0" timeOffset="115595.95">22142 10147 221 0,'1'11'207'0,"0"-8"-8"0,-1-3-5 15,2 12 1-15,-1-7-9 0,-1 3-4 0,3-2-1 16,-3-6-4-16,4 11-4 0,-1-5 5 0,1 0-16 15,1-2-7-15,2 0-7 0,3 1-4 0,1-1-11 16,1-1-2-16,1-1-14 0,1 0-7 0,5-2-5 16,-3-3-13-16,5 2-7 0,-6-3-7 0,2-1-11 15,-2-2-6-15,-3 3 3 0,-2-1-6 0,-1-2 5 16,0 0-7-16,-3-3 3 0,-2 1-5 0,-1-4-4 16,-2 3-11-16,-2-2 1 0,-2-3-6 0,-1 5-5 15,-5-1 5-15,2 1-13 0,-1 0-3 0,-1 2-3 16,-4 2 7-16,2 1-8 0,-7 2-3 0,1 1-2 15,-3 4-8-15,-2 3-7 0,-1 4-27 0,-3 0-10 16,6 0-48-16,3-1-48 0,-7 5-56 0,6-2-59 16,8-2-67-16,-2 0-228 0,5 0-594 0,4-3 263 0</inkml:trace>
  <inkml:trace contextRef="#ctx0" brushRef="#br0" timeOffset="115871.07">22659 9914 289 0,'0'-10'304'15,"0"3"-1"-15,0 7-7 0,3-9-19 0,-3 9-19 0,0-7-26 16,0 7-29-16,0 0-7 0,0 0 11 0,0 0-1 16,0 0 12-16,1 33-3 0,1-10-12 0,-2 2-4 15,0 3-13-15,0-3-18 0,0 3-11 0,-2-3-14 16,1 1-13-16,1 0-10 0,-1-7-10 0,1 6-17 15,-2-8-2-15,0 2-13 0,2-2-5 16,-1-1-8-16,2-3-23 0,-2-1-33 0,1-1-45 16,0-2-37-16,0 1-56 0,0-10-39 0,0 13-38 0,1-7-44 15,-1-6-42-15,1 7-19 0,-1-7-33 0,0 0-200 16,9 3-589-16,-9-3 261 0</inkml:trace>
  <inkml:trace contextRef="#ctx0" brushRef="#br0" timeOffset="116099.91">22941 9887 176 0,'3'-9'234'0,"-1"0"0"0,0 1-1 0,2 3-10 15,-4 5-11-15,3-7-14 0,-3 7-1 0,0 0 9 16,0 0 8-16,0 0 6 0,-5 34 8 0,-1-16-16 16,3 7-2-16,-3 1-17 0,-1 0-1 0,1 1-24 15,0-3-21-15,0 1 2 0,2-1-16 0,2-3-10 0,0-2-8 16,0 0-8-16,-1-1-15 0,6 0-13 0,-7-3-1 15,4-4-10-15,0 1-18 0,0-2-33 16,1 0-31-16,-1-4-46 0,3 0-39 0,-3-6-38 16,-3 11-41-16,3-11-47 0,4 10-35 0,-4-10-42 0,0 0-271 15,0 0-619-15,0 0 274 0</inkml:trace>
  <inkml:trace contextRef="#ctx0" brushRef="#br0" timeOffset="117247.69">22760 10065 61 0,'7'-9'209'0,"3"4"-20"0,-4 2-12 16,9 0-5-16,5-3-12 0,5 0-11 0,-4 2-13 0,7-1-10 15,0 0-15-15,2 1-7 0,-2 2-13 0,1-2-10 16,-1-1-9-16,-1 1-4 0,-5-2-5 0,-2 5-8 16,-1-2-1-16,1 0-9 0,-3 1-5 0,1-1 0 15,-6 0-5-15,-2 0 15 0,-2 3 8 0,-2-2 13 16,-6 2 18-16,9-2 6 0,-9 2 7 0,0 0 1 15,9-1-8-15,-9 1 2 0,0 0-8 0,0 0-2 16,0 0-8-16,0 0 1 0,0 0 0 16,-17 14 1-16,6-4 0 0,-3 4-9 0,2 0 3 15,-6 5 1-15,6-6-7 0,-1 3-4 0,1-1-5 0,3-1-6 16,-1 0-6-16,4-3-5 0,1 0-5 0,2-2 5 16,1 1-15-16,2-4 3 0,0 6-4 0,2-4-1 15,2-1-4-15,1 1 4 0,2-3-6 0,3 1-1 16,-1-3-11-16,2 0-10 0,2-1 4 0,0-2 2 15,-2-1-12-15,5 0-1 0,-4-2-6 0,1 0-1 16,0 0 12-16,0-4-10 0,-1 4-2 0,-1-4 2 16,4-2-8-16,-6 2 5 0,1-1-2 0,2 0-1 15,-3-1 1-15,3-4-1 0,-3 2 3 0,-1 0 2 16,0 1-11-16,-2 0 23 0,-2 4-11 0,0 2 0 16,0-3-1-16,-2 2-3 0,-2 5 6 0,7-5-1 15,-7 5 5-15,0 0-4 0,0 0 0 0,0 0 2 16,0 0-2-16,0 0 9 0,7 13 2 0,-7-13-1 15,4 10-8-15,-3-3 19 0,2 0-8 0,1-1 1 16,2 1 7-16,1 1-1 0,3-3-1 0,1 1 5 16,2 0-2-16,4-3-2 0,2-1-4 0,-3 0-4 0,5-1-6 15,-2 1 0-15,0-6 3 0,2 1 0 16,-3 3-6-16,2-3-1 0,-3 1 7 0,-1-3-1 16,-3 0 0-16,4 0-1 0,-6 1 2 0,1-1 2 15,-3-2-3-15,-2 1 5 0,-2 0 6 0,3-4-8 0,-4 3 6 16,0-3 7-16,-4 1 6 0,0 0 9 0,-3-1-5 15,3 10 4-15,-3-13-1 0,2 7 19 16,1 6-3-16,-2-10 8 0,2 10-7 0,-9-6 4 16,9 6-16-16,-10 1 6 0,10-1 0 0,-17 8-2 0,8-2 2 15,0 1-8-15,1 2-3 0,-2-5-5 0,4 6-17 16,1-1 15-16,-2 0-2 0,1-1-2 16,2 0 0-16,2-2 0 0,-1 1-1 0,3-7-4 15,1 11-17-15,-1-11-13 0,4 10-4 0,0-5-2 0,-4-5 1 16,10 5-5-16,-6-4-5 0,-4-1-3 0,9 3 1 15,-9-3 2-15,11 1-3 0,-11-1 9 16,12-3 4-16,-12 3-2 0,13-1 5 0,-13 1 3 0,9-1-3 16,-9 1 13-16,0 0 0 0,9-1-5 0,-9 1 15 15,0 0-13-15,9 2-1 0,-9-2 1 0,3 11 11 16,2-1 7-16,-2 5 9 0,2 12 1 0,-1-1 7 16,-1 3 11-16,-2 2-4 0,-1 2 5 0,1 0-6 15,-2 1 7-15,-3 0 0 0,5 0 1 0,-5-1-5 16,0 2 0-16,1-3 5 0,-2 0-1 0,-2-2-1 15,1-1 11-15,1-3-1 0,-2-2-5 0,0-5-4 16,-1-1 1-16,0-1-5 0,-1-1-5 0,-2 0-4 16,3-6 6-16,-2 2-8 0,-1-3-5 0,0-1 5 0,-3 2-3 15,4-5-4-15,0-2 4 0,-2 1-3 16,2-1-3-16,0-3-15 0,-3-3 1 0,3 0-17 16,1-1-7-16,1-1-4 0,2-3-11 0,2-4-10 0,1 1-11 15,3-7-7-15,6 0-3 0,5-6-2 16,2 1 8-16,6-3 5 0,3-2-8 0,8-10-2 15,-3 16 3-15,10-14 8 0,2-2-1 0,-2 4-2 16,4-1 3-16,-2-4 2 0,3 5 8 0,-6 0 3 0,1 1 2 16,-1-5 7-16,0 3 0 0,-12 8 7 0,-1-1 3 15,-1 2 2-15,-3-2 5 0,-1 1 3 16,0 0 10-16,-4 2 7 0,-4 2 16 0,0 6 9 0,-5 1 5 16,-1 4 5-16,-1 2 22 0,-2-1 19 0,-1 5-2 15,0 6 4-15,-3-9-3 0,3 9-11 0,-10-3 11 16,10 3 6-16,-25 11-2 0,8-2-2 0,0 3 1 15,-3 4-12-15,0 3 4 0,2 1-14 0,4-3-1 16,2-2-7-16,4 3-4 0,3-1-9 0,3 0 1 16,-2-1-15-16,5 1-24 0,4-5-35 0,4 3-47 15,2-2-39-15,2-2-46 0,3-1-42 0,3 0-40 16,7-1-63-16,-6-2-295 0,7-3-662 0,0 1 292 16</inkml:trace>
  <inkml:trace contextRef="#ctx0" brushRef="#br0" timeOffset="128913.73">24954 10094 175 0,'-2'-11'215'16,"0"2"-12"-16,0 0 3 0,1-2-13 0,-3 2-14 0,0 0-2 16,2 2-7-16,-3 2 5 0,0 0 1 0,1-1-10 15,-1 2-14-15,5 4-18 0,-11-6-11 16,5 4-11-16,6 2-17 0,-16 0-4 0,5 6-9 0,0-1-12 15,-6 9 0-15,3 1-8 0,-3 5 0 0,1 2-5 16,0 2-5-16,1 0-4 0,2 1-7 16,2 1-3-16,5-1-1 0,-2 0-6 0,3-7 0 0,2 1-3 15,3-1-3-15,1 0-2 0,5 0-7 0,0-2 4 16,7-1-2-16,0-2-19 0,9 2-7 0,4-5-15 16,1-1-29-16,5-2-31 0,2-2-38 0,1-4-42 15,2-2-34-15,3-4-34 0,-3 0-215 0,1-4-483 16,-4 0 213-16</inkml:trace>
  <inkml:trace contextRef="#ctx0" brushRef="#br0" timeOffset="130313.48">25446 10032 85 0,'0'0'209'0,"-7"-9"-11"0,1 8-11 15,6 1-1-15,-18 0-6 0,8 4-1 0,-2-1-7 16,-4 7-5-16,2 1-13 0,-7 6-10 0,5-3-11 15,3 1-7-15,-5 4-12 0,7-2-14 0,0 0-10 16,0-1-11-16,4 1-6 0,-1-2-4 0,7 2-7 16,-3-5-7-16,4-2-6 0,0 1-3 0,2-3-6 15,0 2-2-15,2-1-5 0,3-2-3 0,0-1-5 16,2-2-4-16,0 1-2 0,4-4-3 0,-1-1-1 0,-3-1-4 16,3-1 0-16,-2-2-1 0,-1-1 1 15,-1-2 0-15,2 1-2 0,-3-1 1 0,-1-3-5 16,1 0 7-16,-3-2 5 0,6 0-1 0,-8 0 4 15,0 0-4-15,0 1 5 0,0-2 3 0,-1 1-11 0,-2-4 4 16,0 4 7-16,1 2 17 0,-1 4 3 16,1 6 1-16,0-11-5 0,0 11-9 0,-2-10-1 0,2 10-6 15,0 0-5-15,0 0-1 0,0 0 4 16,0 0 2-16,0 0-3 0,-6 22 4 0,0-7-1 16,4 2-9-16,0 0 7 0,0 1-5 0,2-2-2 0,-2 1-4 15,2-2 3-15,2 2-5 0,0-6-1 16,0 3 3-16,2-3-2 0,0-1 0 0,2 1 0 15,3-4 2-15,-1-2-4 0,5 2 3 0,-3-4 0 0,2 0-2 16,1-2 1-16,-2-1-6 0,3-2 1 0,-3-2 0 16,3 1 4-16,-3-2-4 0,-2-1-5 0,2 0 7 15,-1-4 0-15,2-1-5 0,-2-3 7 0,-6 3-8 16,5-4 5-16,-3 4-2 0,1-3 6 0,-1 0-4 16,0-3-1-16,-2 0-2 0,-1 0 11 0,-1 0 5 15,2 4 4-15,-4 1 6 0,2 1 11 0,0 5 2 16,-2 0 0-16,0 6-7 0,1-10 15 0,-1 10-28 15,3-12 5-15,-3 12-9 0,0 0 2 0,0 0 2 16,0 0 8-16,0 0-7 0,0 0 15 0,0 27-13 16,-3-15-6-16,2 0 1 0,1 1 7 0,1-1-10 15,3 1 3-15,-3 2-2 0,3-3 9 0,0-1-17 16,0-2 0-16,1 2-2 0,1-3 4 0,2 0 2 16,1-1-5-16,1-1 3 0,3-2 1 0,0-2 0 15,1 0 1-15,-1-3-2 0,2 1 6 0,-1-2-11 16,1-2 1-16,-1-1-2 0,-1-1 7 0,-1 2-2 15,-1-4-3-15,-3 0-2 0,3 0 3 0,1-7 7 16,-7 4-13-16,1-3-2 0,2-2 3 0,-4 1-4 16,-2-3 8-16,1 3 7 0,1-2-14 0,-2 2 6 15,-2-1-6-15,0 4 1 0,0 0 2 0,0 5-3 0,0 0-4 16,0 7-2-16,0-10-1 0,0 10 3 16,0 0 1-16,0-8-3 0,0 8 6 0,0 0-9 15,0 0 4-15,-7 27-3 0,3-12 5 0,2 2-4 0,0 0 3 16,-1 2 6-16,0-3-7 0,1 1 4 0,4-2-2 15,-1 2 3-15,1-5-2 0,3 4 3 16,-1-4-2-16,3-1 6 0,-1-2 0 0,1 1-1 0,1-2-10 16,4-2 1-16,-1 1 13 0,1-5-7 0,1-1 11 15,5 1-6-15,-2-3 2 0,-2 0-6 16,-1-2 2-16,5-4 2 0,-5 4 0 0,-3-5-4 0,1-1-3 16,0 2 1-16,-2-2-3 0,-2-1 9 0,0-4-1 15,-1 2 8-15,0-1-14 0,2-3 0 0,-4 1-5 16,-2 3 9-16,1-4-5 0,-3 2-3 0,2 1-2 15,0 5 0-15,-2-2 13 0,0 1-13 0,0 9 0 16,4-9 2-16,-4 9-6 0,0-7-5 0,0 7 8 16,0 0 1-16,0 0-2 0,0 0 5 0,-2 35 0 15,-2-18-5-15,2-2 1 0,-3 3 4 0,1 0 0 16,0 1 2-16,0-1 3 0,-2 0-5 0,6-2 0 16,-5-1-7-16,4-1 10 0,1-4 0 0,-1 1 2 15,1-2 1-15,0-9-1 0,1 14 0 0,1-9 0 16,2-1-4-16,2-1 0 0,-6-3-7 0,15 0 0 15,-3-2 2-15,7-3-12 0,-1-1 3 0,-3-1 1 16,4-2 10-16,5-1-13 0,-6-2 15 0,-2 1-7 0,2-1-3 16,-4-3 4-16,-1 1-5 0,0 0 6 15,-3-2-5-15,-2 0-6 0,-1 0 2 0,-3 1 5 16,-2 1 2-16,0 4 1 0,2-1 1 0,-4 2 5 16,0-2-8-16,0 3 2 0,0 8 9 0,-4-12-4 0,4 12 4 15,0 0-4-15,-6-4 5 0,6 4 1 16,0 0-5-16,-22 21 11 0,10-7-6 0,-1 0 5 15,1 2 0-15,2 0 5 0,-1 0-12 0,1 0 3 16,6 0-2-16,-1-3-5 0,3 1 7 0,2-3 2 0,0 0-5 16,2-1 6-16,5 1 1 0,0-3 2 0,6-1-2 15,0 1 0-15,6-5-1 0,2-2 1 0,0-2-6 16,6-1 2-16,3-3-1 0,-8 1 5 0,-1-2 13 16,-2 1-14-16,0-1-8 0,-2-3 2 0,-3 1 5 15,1-1 6-15,-3 0-15 0,-3-1 8 0,-3 2 1 16,4-4-8-16,-6 3 4 0,1-1 4 15,1-3 0-15,-3 2 0 0,1 0-8 0,-2-2 3 0,0 3 4 16,3 4-6-16,-5-1 3 0,0 7 0 0,1-13 4 16,-1 13 0-16,0-7-7 0,0 7 6 0,0 0-2 15,0 0 10-15,0 0-1 0,0 0 3 0,-12 21 1 16,5-11 0-16,3 0-1 0,-5 5-1 0,2 0-2 16,-2-2-1-16,2 2 0 0,-2-1-2 0,4 0 1 15,-1 0-25-15,2-2-36 0,3-1-42 0,-3 0-46 16,0-1-47-16,4 3-55 0,0-4-60 0,0 2-313 15,4-2-667-15,0-1 295 0</inkml:trace>
  <inkml:trace contextRef="#ctx0" brushRef="#br0" timeOffset="130729.71">27505 9905 73 0,'-2'-9'293'0,"-4"4"-9"16,2-1-17-16,-8 1-5 0,1 5-15 0,-5 1-7 0,-2 5-14 16,-7 7-9-16,-2 5-4 0,0 1-23 15,-2 2-12-15,9 2-16 0,-1 1-17 0,1-1-17 16,7-2-7-16,0 2-12 0,7-6-12 0,2 1-13 16,4-2 4-16,0 1-2 0,4-5 0 0,2-1-10 0,5 3 10 15,-2-5-18-15,7-1 1 0,-3-1-11 16,-2-1-10-16,7-2-6 0,-5-2-9 0,6-2-1 15,-1-2-2-15,-7 0-1 0,2-2-6 0,1-2-7 16,-4 1 4-16,2-2-3 0,-3-2-2 0,-2-1 4 0,-1 0-4 16,4-4 1-16,-8 3-7 0,5-4 6 15,-3 0-6-15,-2 2-2 0,2 0-2 0,-1 1 17 16,-1 0-13-16,1 2 20 0,-1 0 4 0,-2 10-8 16,3-9-3-16,-3 9 1 0,1-10-12 0,-1 10 10 0,0 0 17 15,0 0 7-15,0 0 8 0,0 25-7 0,-4-14-2 16,2 4-2-16,-1 2-1 0,3 0-8 0,-2-2-2 15,2 2 4-15,0-1-13 0,2 0-1 0,1-4-37 16,2-1-44-16,1 4-57 0,-2-3-48 0,5-3-50 16,1 4-69-16,2-5-75 0,-3-1-306 15,3-3-718-15,-1 0 318 0</inkml:trace>
  <inkml:trace contextRef="#ctx0" brushRef="#br0" timeOffset="132436.6">29118 9753 122 0,'-11'-7'234'0,"0"2"-7"16,-2 1-8-16,-1 0-5 0,-1 2-14 0,-1 0-6 15,2 2-12-15,-3 3-4 0,1 4-14 16,0 0-11-16,0 3-9 0,-6 5-5 0,6-1-6 16,1 7-11-16,-2 0-12 0,2 1-6 0,3 0-11 0,4 3-7 15,-1 0-6-15,4-6-15 0,0-1-2 0,3 1-4 16,4-2-6-16,-2 1-4 0,10-2-5 0,-4 1-5 16,3-4 4-16,4 1-9 0,1-3-11 15,4 0-12-15,-2-2-12 0,4-2-24 0,5 0-32 0,2-2-23 16,-5-2-37-16,1-1-38 0,-2-1-40 0,1 0-40 15,0-2-218-15,-4-2-491 0,0 0 217 16</inkml:trace>
  <inkml:trace contextRef="#ctx0" brushRef="#br0" timeOffset="132830.88">29335 9676 98 0,'0'-11'247'0,"2"5"-10"15,-2 6-19-15,1-10-19 0,-1 10-18 0,1-8-10 16,-1 8-5-16,0 0 14 0,0 0-8 0,0 35 5 16,-1-16-11-16,-4 12-17 0,4-2-7 0,-2 2-11 15,-1 1-12-15,3 1-15 0,0 2-3 0,-1-3-5 16,2 0-14-16,0-4-10 0,0 1-6 0,2-5-6 16,0-7-6-16,0-1-7 0,-1-1-1 0,-1-4 0 15,1-1-5-15,-1-3-6 0,0-7-3 0,0 11-4 16,0-11 6-16,0 8 13 0,0-8-1 0,0 0 7 15,0 0-2-15,0 0-16 0,0 0-1 0,0 0-11 16,0 0-2-16,0 0 4 0,10-20-3 0,-5 10-24 16,2-1-11-16,1-6-9 0,3 2 1 0,2-1-3 15,-2 1-1-15,8-7 3 0,2 3-6 0,-8 5 7 16,1 0 0-16,-5 6 5 0,1-1-5 0,-1 4 5 16,-2 2 3-16,2-1-2 0,-9 4 4 0,13 2 1 15,-6 3 4-15,-1-3 3 0,-1 7 3 0,2 0-2 16,-2-1-4-16,1 4 6 0,0-1-2 0,1 3 2 0,-1-3 2 15,-1-1-16-15,2 1-54 0,-1 0-46 16,1-2-63-16,-1 1-76 0,3-3-45 0,-2 2-171 16,2-1-508-16,3-4 225 0</inkml:trace>
  <inkml:trace contextRef="#ctx0" brushRef="#br0" timeOffset="133182.62">29903 9875 6 0,'-9'-8'269'0,"-4"2"-12"0,0 4-4 16,-4 1 1-16,-3 2-21 0,-1 5-1 16,-4 4-8-16,0 3-18 0,3 3-18 0,3 1-10 15,5-2-17-15,0 0-15 0,5 2-17 16,2-2-10-16,1 3-15 0,4-4-6 0,2-1-11 0,1 2-7 16,3-4-7-16,3-1-6 0,2 0-9 0,3-2-11 0,2 0-6 15,-1-2-7-15,-1-3-8 0,1-2-6 16,2-1-8-16,-2 0 4 0,0-3-2 0,1 0-3 15,-4 0-4-15,-1-3 5 0,1 0-1 0,-1-4-6 16,2-1 2-16,-2 2-1 0,-3 1 3 0,0-4-4 16,0-2 1-16,-1 4-4 0,0-1 5 0,-2 2 15 0,0 1 8 15,0 2 0-15,-1 2-8 0,-2 4 1 16,3-10-4-16,-3 10-5 0,0 0-5 0,0 0 2 16,0 0 4-16,0 0 1 0,0 0 2 0,5 22-5 0,-4-10 0 15,-2 2 1-15,1-2-5 0,0-1-10 0,-1 0-32 16,2 0-27-16,-1 1-50 0,1-1-60 0,1 0-60 15,0-1-67-15,-1-1-220 0,2-2-558 16,-2 0 247-16</inkml:trace>
  <inkml:trace contextRef="#ctx0" brushRef="#br0" timeOffset="133548.96">30146 10009 112 0,'0'0'265'0,"0"0"-6"0,0 0-3 0,0 0-12 0,0 0-13 16,5 14-7-16,-5-14-10 0,1 13-14 0,-2-7-6 16,2 3-14-16,-1-2-11 0,0-7-8 0,1 13-13 15,1-6-1-15,-2-7-3 0,0 9-13 0,0-9-11 16,0 7-2-16,0-7 2 0,0 0 4 0,1 9 0 16,-1-9 7-16,0 0-3 0,0 0-18 0,0 0-8 15,0 0-13-15,0 0-6 0,0 0-9 0,0 0-7 16,6-26-7-16,-3 16-12 0,3 1-11 0,-2-3 0 15,5-3-11-15,0-1-4 0,1 2-5 0,1-4-4 16,0 4-7-16,7-5 1 0,-8 5-8 0,4 1 1 16,-5 5 0-16,0 0-2 0,1 4 1 0,-5-2-1 0,2 5-11 15,-1-1 8-15,-6 2-7 0,13 3 8 16,-8 1 2-16,3 5 0 0,-3 3-4 0,0-1 3 16,1 5 0-16,-1 0 2 0,1 1-2 0,-1-2-5 15,0-3-55-15,1 3-43 0,-1-3-35 0,3 2-43 0,-2-3-46 16,1 1-53-16,3-3-48 0,-1-1-259 15,3-4-638-15,0 2 282 0</inkml:trace>
  <inkml:trace contextRef="#ctx0" brushRef="#br0" timeOffset="134181.04">30709 9961 11 0,'-2'-14'225'0,"-2"-1"4"0,-3 0 2 15,-3 2 10-15,5 5 4 0,-2-1 5 0,-2 0-7 16,-1 2-12-16,0 1-9 0,0 4-11 0,1 3-16 0,-2 2-10 15,0 1-17-15,0 2-21 0,2-1-15 0,1 4-6 16,2-1-17-16,0 2-7 0,2-1-8 0,4 2-11 16,0 1-4-16,2 0-15 0,5-3-13 0,0 1-24 15,1 0-8-15,2-2-2 0,3-2-17 0,1 3 0 16,1-7-19-16,-3-2 0 0,2 2-3 0,-5-4 0 16,1 2 2-16,0-3 14 0,-1-2-6 0,-3 2-5 15,-1-2 4-15,0 1 6 0,0-4-3 16,-3 0 2-16,1 2 1 0,-2-4 14 0,2 5 1 0,-3 5 8 15,1-13 4-15,-1 13 14 0,1-5-18 0,-1 5-4 16,0 0-1-16,3-6 1 0,-3 6 8 0,0 0 6 16,-1 23 12-16,-1-3 14 0,0 8 1 15,3 4-2-15,0 3 4 0,1 10-7 0,0 4 9 0,1-2 5 16,-1 0 4-16,1-11-4 0,0 13 7 0,-1-2-4 16,-3-13-1-16,1-1-7 0,-3 1-1 0,2-2-4 15,-3 0-6-15,0-3-6 0,0 0-1 0,-1-5-4 16,0-6-2-16,-4-2-2 0,-1 0-10 0,0-3 3 15,-4 0-6-15,5-5-13 0,-9-4-11 0,6-1-14 16,1-5-5-16,-2-3-6 0,4-1 6 0,0-2-27 16,2-2-2-16,-1-6-5 0,4-1-5 0,1-9-13 15,6-1-12-15,7-1 13 0,5 1-12 0,1-5 0 16,4 1 24-16,8-9 0 0,4 2 5 0,0-3-7 16,4 5 5-16,-1 0-1 0,-1 1 9 0,1 0 5 15,-10 8 0-15,1-1 4 0,-5-1 8 0,1 4 1 16,0-5 4-16,-4 1 2 0,-1 2 5 0,-4 0 3 15,-1 0 7-15,-5 8 14 0,1 1 6 0,-1 0 19 16,-2 3 3-16,-4 4 0 0,0 0 9 0,1 4 7 16,-1 0 7-16,-1 7 1 0,0-10 0 0,0 10-3 15,0 0 6-15,0 0 3 0,-23 10-8 0,10 2 3 16,-7 6-6-16,3 3-12 0,-1-1 9 0,3 0-5 16,2-3-5-16,4 0-5 0,0 0 4 0,4-1-9 15,1 1-27-15,7 2-51 0,2-5-41 0,1 1-46 16,3-1-53-16,7-3-72 0,7 1-65 0,-4-7-238 15,13 1-617-15,0-2 274 0</inkml:trace>
  <inkml:trace contextRef="#ctx0" brushRef="#br0" timeOffset="134765.63">31620 9891 62 0,'0'0'302'0,"0"0"-13"0,-5-8 9 0,5 8-2 0,0 0 0 15,-15 4-5-15,15-4-14 0,-14 9-9 16,7-2-9-16,0 3-9 0,2-2-28 0,2 4-20 16,-1-3-12-16,4 0-13 0,-1 2 4 0,2 1-25 15,2 0-6-15,2-3-11 0,3 3-15 16,2-5-13-16,0 1-4 0,4-1-25 0,0-1-13 0,-3-2-10 0,4-1-12 16,-4-4-13-16,1 1-14 0,1-2 0 15,-3-1-9-15,-4 0-5 0,5-2-11 0,-6-1-7 16,-1-1-2-16,-3-3-1 0,-1-1 1 0,-1-1-3 0,-3-3-8 15,-3 0-3-15,-4-2-2 0,1 1 6 16,-2 2-4-16,-2 1 9 0,4 1 14 0,1 3-8 16,-1-1-4-16,2 4 7 0,3 1 3 0,0 0-7 15,-2 2 9-15,2-2-9 0,5 5 0 0,-7-4 0 16,7 4 3-16,0 0-5 0,0 0 9 0,0 0 2 16,0 0 4-16,29 9-4 0,-9-7 6 0,2-1-1 0,9-4-1 15,1 0-1-15,1 3 1 0,-2-3-14 16,1-4 8-16,-11 4 8 0,0-4 2 0,-2-1-8 15,-2 0 3-15,-3-3 11 0,1 0-11 0,-3-1-6 0,0-2 1 16,-4 0 10-16,-3-3 5 0,2 2-8 16,0-4 8-16,-3 0-3 0,0-1 7 0,0-5-1 15,-4 2 4-15,2 6 2 0,-1 5 11 0,2 1 13 16,-3 2-9-16,1 1 0 0,-1 8-6 0,2-9-5 16,-2 9-2-16,0 0 17 0,0 0-14 0,0 0 7 0,-12 38 7 15,6-9 12-15,-3 3 9 0,0 3 2 0,0-1-2 16,-3 14 7-16,2 6 11 0,-2-9 5 0,2 0-2 15,5-9 2-15,-1-1-4 0,-1-2 2 16,2 3-3-16,-1-2-7 0,2-2-6 0,2-2-4 0,0-4-6 16,0 1-4-16,2-8-5 0,0-1-6 0,-2-1-2 15,2-5-6-15,0 1-27 0,2-2-40 0,-1-1-47 16,-1-1-58-16,1-3-41 0,2 0-55 16,-3-6-42-16,3 8-46 0,-3-8-64 0,6 4-60 15,-6-4-232-15,0 0-739 0,0 0 328 0</inkml:trace>
  <inkml:trace contextRef="#ctx0" brushRef="#br0" timeOffset="134979.74">31856 9957 70 0,'16'-8'236'0,"5"0"-22"0,4 0 3 0,10 1 3 0,1-2 0 16,1 1-1-16,0-1-5 0,14-1-11 0,-13 2-10 15,1 1-15-15,14 3-6 0,-16-2-12 0,-1 0-18 16,-1 3-10-16,-6-2-7 0,-2 1-22 0,-8 1-9 15,-2 1-6-15,-3-1-11 0,-5 0-12 16,1-1-25-16,-4 1-17 0,1 1-32 0,-7 2-33 0,7-5-32 16,-7 5-42-16,0-8-36 0,0 8-53 0,0 0-68 15,-13-13-150-15,13 13-458 0,-20-7 204 0</inkml:trace>
  <inkml:trace contextRef="#ctx0" brushRef="#br0" timeOffset="135980.73">7945 11994 259 0,'0'-16'281'15,"-3"2"-10"-15,1-1-11 0,-1 3-13 0,2 1-2 16,0 2 8-16,-1 1 4 0,2 0-10 0,0 8-13 16,-2-11-19-16,2 11-25 0,0-8-22 0,0 8-27 15,0 0-2-15,0 0 3 0,0 0 1 0,0 0 2 16,5 35-3-16,-3-15-21 0,1 7-5 0,0 1-16 16,-1-1-6-16,-2 1-7 0,3 0-4 0,-1-2-12 15,-2 3-8-15,-1-4-7 0,2 2-4 0,2-2-3 16,-2-5-4-16,0-3 3 0,1 0-3 0,-1-2-23 15,3 1 4-15,-3 0-7 0,1-6-26 0,0 2-39 16,0-3-44-16,1 2-38 0,0-2-46 0,0 0-40 16,0-2-39-16,1 0-34 0,0-1-39 0,2-1-267 15,-1-3-640-15,-5-2 284 0</inkml:trace>
  <inkml:trace contextRef="#ctx0" brushRef="#br0" timeOffset="136529.43">8223 12182 2561 0,'11'-13'122'0,"-4"4"-20"0,-2 0-72 0,-1 4-16 16,-1 0-8-16,1 1 1 0,-4 4 5 0,0 0 17 16,0 0 14-16,0 0 17 0,0 0 19 0,10 12 8 15,-10-12 16-15,-5 20 3 0,5-7 1 0,-1 5-6 16,-1-5-7-16,1 2-1 0,-3 1-1 0,3-4 2 16,-2-2-8-16,-1 2 4 0,3 0-10 0,-1-3-7 15,0-1-3-15,0-2 6 0,2-6-10 0,-3 8 8 16,3-8 0-16,-1 7 9 0,1-7 6 0,0 0-5 15,-4 5 12-15,4-5-8 0,0 0-13 0,0 0-10 16,0 0-11-16,-6-19-3 0,7 9-9 0,-1 0-5 16,1-9-7-16,3 0-3 0,0-5-3 0,1 6-1 15,1-1-6-15,3 2-9 0,0-1-5 0,3-5-3 16,-2 8-6-16,2 0 3 0,8-2-2 0,-5 5 0 0,-3 2-2 16,-2 4 1-16,0 1 1 0,2 2 0 0,-2 3-4 15,3 3 1-15,-3 2-1 0,2 1 3 16,-1-1 2-16,1 8 3 0,2-1 6 0,-3 0-13 15,1 0 3-15,-2 2 2 0,0-2-1 0,-5-2 2 16,2-3-3-16,-1 0 17 0,-4 3-10 0,2-5-2 16,-1 2 2-16,-3-7 9 0,4 7-2 0,-2-3 8 0,-2-4 6 15,4 8 3-15,-4-8 2 0,0 0-3 0,0 0-3 16,0 0-4-16,0 0 1 0,0 0-3 16,0 0-10-16,0 0-3 0,-17-18-9 0,17 10-2 0,0-1 0 15,0-2-5-15,3-1-2 0,2-3-8 0,2-2 0 16,-1 1 1-16,3 0 2 0,1 3-14 0,2 0 17 15,-4 3 0-15,0 4-1 0,-1-2 0 16,-1 4 2-16,2 0 0 0,-1 4 0 0,-7 0 3 0,17 4 3 16,-8 2 3-16,-1 1-9 0,1 2 9 0,2 3-3 15,-5-1 1-15,2 5 5 0,0-2-2 0,1 1 3 16,-3 1 6-16,6 6-8 0,-7-5-22 0,1 1-45 16,-1-3-52-16,0 0-48 0,-2 0-57 0,-1-3-68 15,2-3-59-15,1 0-313 0,-1-3-724 0,3-1 320 16</inkml:trace>
  <inkml:trace contextRef="#ctx0" brushRef="#br0" timeOffset="136976.73">8960 12126 109 0,'2'-5'294'0,"-2"5"-10"0,3-10-10 0,-3 10-11 16,2-4-9-16,-2 4-6 0,0 0-3 0,0 0-1 15,0 0 3-15,0 0-18 0,0 0-13 0,-1 28-6 16,0-17-12-16,-1 1-8 0,1-2-18 0,0 1-3 15,0 1-26-15,1 4 3 0,-2-4-13 0,2-1-11 16,-1-2-10-16,1-9-13 0,-1 14-9 0,-1-9-8 16,2-5-8-16,0 0-3 0,-1 13-6 0,1-13 4 15,0 0 11-15,0 0 0 0,1 5 0 0,-1-5-11 16,0 0-5-16,0 0-7 0,0 0-7 0,6-29 2 16,-5 19-9-16,0-5-6 0,3 0-1 0,0-2-6 15,-2 2-2-15,6-11-3 0,-3 3-9 0,2-3-7 16,-2-1-6-16,2 0-3 0,2 3 1 0,-1-3-6 15,-2 0 4-15,5 2-4 0,-1 1 2 0,-1 6-4 16,-3 2 3-16,2 6 3 0,-3 0-5 0,0 3 1 16,-1 2-3-16,1 1-2 0,-5 4 5 0,13 1-4 15,-4 5 4-15,-2 3 9 0,6 7 6 0,-4-1 13 16,1 3 10-16,-2 7 4 0,1-9 6 0,-1 4 8 16,2 4-6-16,0 0 3 0,-4-4-1 0,0-3 1 15,-1 2-2-15,0-3-6 0,0-1-2 0,2 1 2 16,0-1-10-16,-3-5-2 0,1 1 0 0,-1-2-5 15,0 1-2-15,1-2-6 0,-3-2-31 0,1-1-39 16,-3-5-40-16,5 11-51 0,-4-8-42 0,2 3-38 16,-3-6-39-16,2 6-36 0,-2-6-39 0,0 0-45 15,0 0-32-15,0 0-250 0,0 0-724 0,-14 7 321 16</inkml:trace>
  <inkml:trace contextRef="#ctx0" brushRef="#br0" timeOffset="137128.51">9057 12159 80 0,'-5'-3'291'0,"5"3"-25"15,-9-6-24-15,9 6-21 0,-8-4-9 16,8 4-10-16,-6-2-2 0,6 2-6 0,0 0-4 16,0 0-17-16,0 0-5 0,0 0-17 0,26-5-16 15,-8 1-14-15,0 0-6 0,9 0-42 0,0-1-49 0,-7-3-64 16,7 1-79-16,4-2-87 0,-3 0-244 16,1 1-486-16,0-2 216 0</inkml:trace>
  <inkml:trace contextRef="#ctx0" brushRef="#br0" timeOffset="139116.85">9960 12292 88 0,'0'-7'214'0,"0"7"9"0,2-13-12 0,-2 4-11 0,2-1-13 16,-4-2 3-16,2 1-3 0,0 1-3 0,-2-1-4 16,1-2-9-16,1 2-8 0,-1-1-8 0,-2 2-8 15,3 1 0-15,-1 1 9 0,1 8 19 0,-1-13-20 16,-2 7-9-16,3 6-14 0,0 0-13 0,0-12-14 16,0 12-15-16,0 0-7 0,0 0-11 15,0 0 13-15,0 0-7 0,0 0 0 0,0 0 2 0,0 0-16 16,-3 29-7-16,3-17-3 0,-1 1-10 0,1 0-1 15,0-1-1-15,-1 5-5 0,2-2-7 16,-2-2-1-16,2-2-6 0,0 1-16 0,1 1-16 0,-1-2-37 16,-1 1-36-16,1-1-31 0,-1-1-34 0,2 1-44 15,-1-4-46-15,-1 3-30 0,0-10-32 0,1 11-241 16,-1-11-585-16,0 8 258 0</inkml:trace>
  <inkml:trace contextRef="#ctx0" brushRef="#br0" timeOffset="139280.84">9930 11813 60 0,'-2'-6'184'0,"2"6"-26"16,0 0-28-16,0 0-15 0,0 0-14 0,0 0-26 16,0 0-32-16,17 34-37 0,-4-10-47 0,-3 2-98 15,0 4-150-15,7-1 66 0</inkml:trace>
  <inkml:trace contextRef="#ctx0" brushRef="#br0" timeOffset="139513.93">10188 12254 95 0,'0'0'233'0,"-25"-14"6"0,20 11 2 0,-1-4-15 0,0 2-7 16,1-3-5-16,2-1-15 0,-1-1-19 15,2-2-14-15,0 1-16 0,4-2 4 0,-2 1-28 0,5-3-7 16,0 3-11-16,2 1-10 0,0 0-13 0,0 1-6 15,3 2-12-15,1 3-2 0,-1 0-9 0,-1 3-5 16,2 2-6-16,1 2-6 0,0 3-1 16,0 0-7-16,1 3-7 0,2 4 2 0,-2 0-4 0,-1 3-2 15,-2 1-3-15,4 5-6 0,-3-6-39 0,0 3-26 16,-3-4-33-16,2 2-49 0,1-1-49 0,-1 1-41 16,3-2-229-16,-5-6-492 0,2 3 218 0</inkml:trace>
  <inkml:trace contextRef="#ctx0" brushRef="#br0" timeOffset="139767.9">10818 11810 199 0,'-3'-10'299'0,"2"-1"-5"15,1 4-3-15,-1 0-27 0,1 7-24 0,-2-8-24 16,2 8-15-16,0 0 14 0,0 0-5 0,0 0-3 15,4 37 0-15,-5-11-19 0,2 2-12 0,2 0-8 16,-2 3-22-16,0-2-12 0,1 1-10 0,-2 1-10 16,2-3-6-16,1 1-19 0,-1 0-7 15,-1-5-8-15,3 3-10 0,0 0-4 0,-2 0-15 16,-4-11-29-16,4 2-42 0,0-3-37 0,-2 1-40 0,0-4-42 16,0-1-53-16,0 0-47 0,-4-4-52 0,3 2-262 15,-2 0-607-15,-2-5 269 0</inkml:trace>
  <inkml:trace contextRef="#ctx0" brushRef="#br0" timeOffset="140301.29">10781 12035 133 0,'4'-8'165'0,"1"-2"-16"0,2 2-7 0,1-3-13 16,1-1-5-16,1 1-3 0,4-2-12 0,-1-2-2 15,0 5-3-15,0 0-2 0,2-2-5 0,-4 0-3 16,-2 3-1-16,3-3 3 0,-3 2 1 0,-1 1 1 15,3-4-6-15,-3 4 1 0,-3-2 1 0,0 3 1 16,-1-1-7-16,2 0-5 0,-2-1-9 0,-3-1-6 16,2 3-10-16,-2 1 2 0,3 1-6 0,-4 6-3 0,2-9-10 15,-2 9-3-15,2-6-8 0,-2 6-1 16,0 0 11-16,0 0-5 0,0 0 3 0,4 34-3 16,-6-15-1-16,2 7-3 0,-1 1-2 0,2 4-3 0,-3-1-5 15,0-3 7-15,1 1-10 0,-1 0-2 16,0-3-2-16,1-6 0 0,2-1 11 0,-2-1-13 15,2-4-1-15,1-1-5 0,-1-1 2 0,0-2 0 16,-1-3-5-16,1 2-3 0,-1-8 2 0,4 11 0 16,-1-8-5-16,-3-3 1 0,13 2 5 0,-6-2-5 0,4 0 2 15,1 0 0-15,5 0-1 0,-3 0 4 0,4 0-3 16,0-1 7-16,0 0 1 0,1-2-5 16,1 0 2-16,-2 1-2 0,1-2 3 0,-1-2-5 15,0 2 4-15,-1 0 0 0,-5 0 0 0,5-4-2 0,-3 2 0 16,-4-1 2-16,2 0-2 0,-2 1 0 0,-2-3 0 15,0 2 3-15,-4-2-2 0,3 2 0 16,-4-1 9-16,-1-1-6 0,-1 3 2 0,-1-3-7 16,0-1 7-16,0 10 0 0,-3-17 4 0,0 9 8 0,-1 2 1 15,1 1 15-15,3 5-13 0,-10-10 2 0,5 7-3 16,-2 2 5-16,7 1 1 0,-18 3 6 0,7 4-6 16,1-2 0-16,-5 6-3 0,2 1-4 0,2 2-6 15,-1-1 6-15,4 2-22 0,5-4-37 0,0 1-41 16,3 3-53-16,3-3-65 0,0 0-75 0,4-2-276 15,4 1-594-15,6-2 263 0</inkml:trace>
  <inkml:trace contextRef="#ctx0" brushRef="#br0" timeOffset="140934.59">12096 11705 230 0,'-4'-15'288'0,"1"3"-5"15,3 3-10-15,-5 2 0 0,5 7-12 0,0-12-27 16,0 12-21-16,-2-10-20 0,2 10-25 0,0 0-14 16,0 0 6-16,0 0 15 0,11 43-19 0,-6-15 0 15,-1 2-9-15,0 2-7 0,-1 2-19 0,-1-1-2 16,2-2-6-16,-4-1-9 0,1-1-9 0,-1-9-12 15,2 5-2-15,-2-6-7 0,0-2-7 0,2-1-2 16,-1-3-4-16,-2-3-1 0,1-1-1 0,0-2-3 16,0-7-3-16,-4 12-2 0,4-5-1 0,0-7-5 15,0 0 1-15,0 9-4 0,0-9-7 0,0 0-5 16,0 0 2-16,0 0-2 0,0 0-10 0,0 0-23 16,0 0-4-16,-11-17-14 0,11 17-12 0,6-19 1 15,-2 7-3-15,2 1-11 0,2-3 2 0,3 2-1 16,1-2 10-16,1 7-8 0,-4 0 7 0,3 1-1 15,1 3 6-15,1-1 2 0,-2 4 3 0,2 0 2 16,-3 3 0-16,-2 1 6 0,2 1-5 0,-1 1 1 16,-1 2 4-16,-1-1 5 0,-3 3 2 0,2-3 0 15,-4 2 8-15,-2 0 6 0,-1-2-6 0,0 3 3 16,-2-3 3-16,-4 2 1 0,-1-1 1 0,0 1 0 0,-2-1 1 16,-3-1-7-16,1-1-9 0,0 1-11 15,-2-2-23-15,2 0-16 0,-1-3-24 0,1 1-17 16,0-2-28-16,2 0-29 0,-2-2-47 0,11 1-43 15,-10-4-40-15,4 1-229 0,6 3-560 0,0-11 248 16</inkml:trace>
  <inkml:trace contextRef="#ctx0" brushRef="#br0" timeOffset="141763.35">12598 11765 90 0,'0'0'274'0,"0"-7"-5"0,0 7-3 0,0 0-3 15,-8-6 7-15,8 6-19 0,0 0-5 0,-21 17 0 16,10-5-12-16,-3 2-8 0,3 2-12 0,1-1-9 16,0 4-19-16,1-2-18 0,3 0-17 0,-1-2-13 15,2 2-12-15,2-6-16 0,1 2-14 0,2-2-9 16,1 0-6-16,1 0-4 0,3-1-7 0,-1-2-21 16,5 0-6-16,-2-3-9 0,1 1-22 0,4-2 5 15,-1-2-9-15,1-2-12 0,3 0-6 0,-2-2-6 16,1-2-1-16,-3 2 2 0,1-3 1 0,-1 1 3 15,-1-5-3-15,0 2-2 0,-5-2 1 0,1-1 9 16,-2 0-3-16,1-2 1 0,-3 0-1 0,0-2 2 16,-2-1-3-16,0 0 6 0,-4 2-4 0,2 1 2 15,2 2 6-15,-3 4 5 0,3 6 4 0,0-11 0 16,0 11-7-16,-4-10 5 0,4 10 10 0,0 0 2 16,0 0 11-16,0 0 9 0,-10 21-10 0,5-7 0 15,-1-3-2-15,2 6 4 0,2-3 0 0,0 1-1 16,2 1-9-16,2-3 4 0,0 0 0 0,2-2-5 15,2 0-4-15,2-1 19 0,1 0-16 0,0-1-2 16,3-2 9-16,1-1-4 0,5-2-5 0,0-1-7 16,0-4 3-16,1 1 1 0,0-2-12 0,0-3-9 15,0 0-5-15,-1-5 2 0,-1 3-4 0,-4 0-4 0,0-2 11 16,-3 2-7-16,0-2 15 0,-6 0-16 16,6-3 7-16,-5 1 1 0,-1-1-3 0,-2-1 2 15,0 0 0-15,-4-1 1 0,0 1-2 0,2-3 7 16,-4 2-8-16,2 2 6 0,-1 1 9 0,0 2-8 0,1-1-1 15,2 4-2-15,0 6-2 0,-5-9-6 0,5 9 0 16,0 0 8-16,0 0 1 0,0 0 18 16,0 0 0-16,0 0 11 0,0 29 1 0,1-13-1 15,1 1 10-15,0 6 9 0,-2-4-4 0,0 0-4 0,5 0-2 16,-5 0-4-16,2 0-1 0,-1-1-4 0,-1 0 3 16,-1 1-13-16,1-2 7 0,0-6 0 15,1 1-5-15,-2-3-3 0,-1 1-1 0,2 0 3 16,0-10-5-16,0 11 3 0,0-11-2 0,-3 11-4 0,3-11-5 15,3 7-4-15,-3-7-15 0,0 0 5 16,0 0-6-16,13-3-1 0,-13 3-6 0,19-10 0 0,-4 0-1 16,1 0-14-16,8-3-18 0,-1 0 6 0,-3-3 1 15,2-1 5-15,1-1 4 0,-1-1 1 0,1 0 2 16,-5 0 0-16,2 0 9 0,-3-2 3 0,-2 1 4 16,-5 3 4-16,0 3 1 0,-1-2 4 0,-3 2-1 15,-1 2 7-15,-3 1 6 0,2 0 27 0,-4 3 7 16,0 0 10-16,0 8 1 0,-4-11 2 0,4 11 2 15,-7-3-2-15,7 3 9 0,-15 8 8 0,5 0 6 16,0 4 1-16,-4-1-3 0,1 5-5 0,2-1-7 16,-1 1-1-16,3-1-6 0,0 0-6 0,7 0-8 15,-2 0 2-15,1-1-9 0,3-3-31 0,3 0-58 16,3-1-45-16,3 2-64 0,0-4-61 0,5-3-74 16,5-3-72-16,2 2-322 0,2-3-757 0,4-2 336 15</inkml:trace>
  <inkml:trace contextRef="#ctx0" brushRef="#br0" timeOffset="144512.13">14245 11749 38 0,'-5'-10'252'0,"3"-1"-12"16,-2 1-12-16,-1-1-1 0,1 3 2 0,-5-1-5 16,2 0-3-16,2 3-5 0,-1 0-11 0,1 1-19 15,5 5-16-15,-13-3-14 0,13 3-14 0,-16 3-7 16,8 5-12-16,-5 2-10 0,-1 5 2 0,-5 9-19 16,6 0 0-16,-3 0-3 0,5 5-20 0,-1-1-10 15,4-3-1-15,1 1 5 0,7-6-14 16,-2 0-7-16,4-2-9 0,2 1 13 0,1-1-14 0,4-2-7 0,2 1-2 15,2-3-4-15,4 0-1 0,-3-4-13 16,5-3 2-16,0 2-8 0,0-4-7 0,2-1-9 16,1-1-4-16,7-5-9 0,-11 1-12 0,5-2-10 0,-3-2-3 15,0 0 2-15,-4-1 2 0,1-2 5 0,-1 0-1 16,-5-1 9-16,-2 2 0 0,3-2 6 16,-1-4 1-16,-2-1 4 0,0-1 1 0,-2 0 1 15,-3 0 2-15,1-1 3 0,-2-3 2 0,0 2 4 16,2-2-2-16,-2 0 2 0,1 2-2 0,0-8 6 0,0 9-2 15,-3 4 12-15,0 0 10 0,1 2 3 16,-1 5 1-16,-1-3 9 0,0 8-12 0,4-8-2 16,-4 8-4-16,0 0-2 0,0 0 14 0,0 0 10 0,0 0 8 15,0 0-2-15,-4 27 3 0,4-10-9 16,-3 2 4-16,3 0-10 0,-2-1 7 0,0 0-3 16,2 0-6-16,3-1-2 0,-2 0-3 0,1-3-2 15,-1-3-2-15,3 0 3 0,2 0 1 0,-2-3-2 0,4 2-6 16,-1-3 6-16,1-1-3 0,2-1-6 0,-1-3 0 15,2 1 1-15,1-3-7 0,-2-1-1 16,2-2 2-16,-3-1-6 0,0-1 0 0,0 2-4 0,1-4 5 16,-2-2 1-16,-1 1-2 0,-1-3-1 0,2 1 5 15,-4 0-5-15,1-1 2 0,-1-6 3 0,0 2-8 16,-2-2 5-16,0 0-6 0,-1 0 8 0,-1 1-7 16,4-3-1-16,-3 5-5 0,0-1 8 0,-1 5 3 15,0 3 4-15,0-1-4 0,0 8-1 0,1-9-2 16,-1 9 11-16,0 0-11 0,2-9-5 0,-2 9 17 15,0 0 5-15,0 0 0 0,0 26 6 0,0-14 2 16,2 4 5-16,-2 1 0 0,2 1 7 0,-1 1-5 16,2-1-1-16,-2 0-4 0,3-2 2 0,0-1-1 0,-1-2-7 15,1-2-2-15,4-2-2 0,-4 1 7 16,2-2-11-16,1 2 4 0,1-3 3 0,0-3-1 16,-2 1 4-16,4-1-5 0,1-3-3 0,-2 1 7 15,2-2-7-15,1 0 0 0,-2-3 2 0,-1 0-7 16,0 0-5-16,-4-1 12 0,4-2-11 0,-2 1-4 15,-4-2-9-15,5-1-8 0,-6-1 0 0,1-2-2 16,1 0-4-16,-4 0-7 0,0-7-4 0,0 2-7 16,-3-1-2-16,-1 1 1 0,0-3 1 0,-2-1 5 15,0 2 4-15,0 0 2 0,-1 2-2 0,1 1 13 0,-2 5 0 16,3-1 11-16,0 2 5 0,0 2 6 16,1 2-1-16,4 5 4 0,-4-6-4 0,4 6 2 15,-8-4 5-15,8 4-1 0,0 0-3 0,0 0 1 0,0 0-2 16,0 0 3-16,0 0-10 0,0 0 7 0,0 0-2 15,0 0 2-15,23 19 0 0,-11-15 2 16,2 0-6-16,3-2 3 0,-2 0 1 0,-2-1 1 16,-1 0 12-16,1-1-15 0,1 2-2 0,-3-2-1 15,-1 0 5-15,-1 0-1 0,-3 4-4 0,0-4 1 0,1 3-1 16,-7-3 0-16,10 5 8 0,-6 0 12 16,0 1 11-16,-2 0 15 0,2 4-7 0,-1 1 14 0,-1 0 4 15,0 0-2-15,-2 1-6 0,3 1 1 0,-3 0-4 16,2 2 1-16,0 2-6 0,1-1-11 0,-3-3 0 15,4-1-6-15,-2-1 0 0,-1-1 5 0,5-1-2 16,-4 1-5-16,5-3 0 0,-3-3 2 0,4 1-11 16,0 2 7-16,0-5 3 0,-1 0-4 0,5 0-6 15,-5 0-14-15,-7-2-2 0,16-3-6 0,-5 1-3 16,-2 0 5-16,-1-2-10 0,-1 0 3 0,-2 1-6 16,1-3-1-16,-1-1-3 0,-1-2-4 0,0-1-3 15,1-3 0-15,-4-1 0 0,1 1-5 0,-4-4 12 16,4-1-16-16,1 3-5 0,0-2 4 0,-2 0 6 15,1 1 2-15,0 3 1 0,2 2 8 0,-1-4-1 16,4 5 0-16,-3 2 2 0,-2 1 1 0,3-1-1 16,-1 3 9-16,1 2 3 0,-5 3 2 0,13-3 10 0,-8 3-8 15,-5 0 4-15,13 9 0 0,-3-2 13 16,-2 3 4-16,-2-1 5 0,1 3 1 0,-1 3 7 16,2 0 4-16,-3 2 6 0,-3-5-3 0,2 4-1 15,1-4-2-15,-1-1-4 0,0 1-1 0,2-1-1 0,1 0-2 16,-2-3-5-16,1 1 5 0,3-2-2 15,0-1-2-15,1-2 1 0,3 0-1 0,-3-2-3 16,3-1-6-16,5-4 22 0,-4 2-16 0,0-2-3 16,2-4 13-16,-3 3-12 0,-1-2-2 0,1-1 2 0,-4-1 0 15,0 1-10-15,-2-2 8 0,2-1 2 16,-3-1-3-16,-1 1 9 0,-2-5-10 0,0-2 2 0,-2 2-3 16,-1-1-4-16,-1 0 0 0,-2 5 4 15,0-2-5-15,0 1 4 0,-1 2 2 0,0 3-2 0,-2-1 2 16,2 4 2-16,4 4 3 0,-11-3 5 15,3 3 10-15,-4 3-5 0,0 7 6 0,-4 2 4 16,4 2-3-16,-1 4-10 0,0-1 5 0,4-1-6 0,3 4-1 16,-2-2 3-16,2-2-21 0,3 1-32 0,2 0-35 15,-1-2-37-15,4 1-38 0,-1-4-44 0,2-1-40 16,2-1-34-16,1-2-30 0,2 0-232 0,-2-2-567 16,2-1 251-16</inkml:trace>
  <inkml:trace contextRef="#ctx0" brushRef="#br0" timeOffset="144883.28">15607 11833 2 0,'6'-7'146'0,"1"-1"10"0,-2 3 8 0,-1 0 4 15,-4 5 2-15,9-4 12 0,-9 4 1 0,0 0 7 16,0 0 16-16,14 8-7 0,-12-2-8 0,1 2-4 16,2 1-9-16,-2-1-9 0,-1 2-8 0,0-1-4 15,0 0-4-15,0-2-8 0,-1-1-3 0,-1-6-9 16,1 10-1-16,-1-10-1 0,3 9 7 0,-3-9 7 15,0 6 1-15,0-6 6 0,0 0 3 0,0 0 7 16,4 5-3-16,-4-5-17 0,0 0-10 0,0 0-11 16,0 0-9-16,0 0-11 0,1-22-5 0,0 15-7 15,1-3-12-15,1 0-7 0,2-1-8 0,0-6-8 16,3 2-6-16,0 0-8 0,1-3-7 0,0 0-7 16,1 2-2-16,-1 1-2 0,2 3-4 0,-3 1-1 15,-3 1-2-15,2 2-5 0,-1 1 1 0,-2 2-5 0,1 3-3 16,-5 2 0-16,0 0 1 0,14 1-2 15,-14-1 1-15,10 8-3 0,-5 1 1 0,-1 2 0 16,0-1 3-16,-1 2 0 0,2 6 1 0,0-1-1 16,-3 1-1-16,1 0 2 0,-2 1-4 0,3-2-2 15,-3-2 1-15,2-4-39 0,-2 2-41 0,2-1-57 16,-1-3-55-16,1 1-49 0,-1-1-51 0,2-3-64 16,0-1-57-16,-4-5-307 0,6 4-780 0,-6-4 345 15</inkml:trace>
  <inkml:trace contextRef="#ctx0" brushRef="#br0" timeOffset="145180.97">16138 11445 191 0,'1'-10'287'0,"2"1"7"0,-2 1-5 16,0 3-13-16,-1 5-21 0,3-9-17 0,-3 9 1 15,0 0 12-15,0 0 3 0,0 0 8 16,-5 29-4-16,0-10-11 0,5 6-11 0,-6 3-4 0,3 0-9 15,-5 1-17-15,5 0-3 0,0 0-1 0,-5 1-15 16,5-2-9-16,2-2-11 0,1 0-17 0,-1-5-13 16,1-3-9-16,0 1-11 0,-2 0-15 0,5-4-8 15,-2 0-8-15,2-3-10 0,1 1-11 0,0-4-4 16,-1-1-3-16,5-1-13 0,-3-1-21 0,5-2-23 16,-1 0-36-16,3-3-38 0,-4-1-51 0,3 0-53 15,2-1-47-15,-3-3-34 0,0-1-40 0,2 1-40 16,-1-2-39-16,1-2-34 0,-7 2-257 0,1-2-722 15,-2-1 319-15</inkml:trace>
  <inkml:trace contextRef="#ctx0" brushRef="#br0" timeOffset="145345.81">15898 11601 110 0,'-11'-3'273'0,"1"-3"-20"15,3 3-14-15,0 0-8 0,7 3-7 0,-6-2-3 16,6 2-1-16,0 0-20 0,0 0-8 0,23-9-18 15,-4 5-17-15,13-5-10 0,2 2-21 0,3-3-13 16,2 0-37-16,11-6-42 0,-1 7-54 0,-13 0-58 16,4 2-61-16,-3-1-71 0,-3 3-215 0,-2-3-458 15,-2 6 203-15</inkml:trace>
  <inkml:trace contextRef="#ctx0" brushRef="#br0" timeOffset="148577.79">16581 11969 2517 0,'4'-6'141'16,"-1"-2"-12"-16,-2 2-21 0,-1 6-19 0,2-12-27 16,-2 12-4-16,3-7-7 0,-3 7-2 0,0 0 0 15,1-8 5-15,-1 8 6 0,0 0 10 0,0 0-19 16,0 0-6-16,3-7-10 0,-3 7-2 0,0 0-3 0,0 0-6 15,0 0-11-15,0 0-32 0,0 0-39 16,0 0-58-16,0 0-64 0,0 0-77 0,0 0-250 16,6 20-549-16,-6-20 244 0</inkml:trace>
  <inkml:trace contextRef="#ctx0" brushRef="#br0" timeOffset="149095.94">17252 11483 187 0,'0'-11'301'0,"0"4"-21"0,2 0-16 16,-2 7-7-16,1-12-21 0,-1 12-22 15,1-10-23-15,-1 10-20 0,0 0-16 0,0 0-11 16,0 0-1-16,0 0 5 0,0 0-14 0,3 49 9 16,-3-22-9-16,1 1-14 0,-2-1-2 0,1 2-18 15,5-2-14-15,-4 0-8 0,0 1-5 0,2-2-7 16,-2-2-11-16,2-5-1 0,-2 1 2 0,2-2-12 15,0-2-8-15,0-3-28 0,0 3-23 0,-2-3-31 0,0-2-29 16,2-3-36-16,-3 2-41 0,0 0-41 0,1-3-47 16,-1-7-34-16,-1 12-208 0,-2-5-522 15,-1-2 231-15</inkml:trace>
  <inkml:trace contextRef="#ctx0" brushRef="#br0" timeOffset="149629.82">17209 11522 120 0,'27'-4'180'0,"2"4"7"15,-2 1-5-15,5 7 3 0,-4 2-12 0,1 3 5 16,-2 2-16-16,0 2-10 0,-3 5-15 0,-1 1-12 16,-3 0-10-16,-4 2-12 0,0-3-8 0,-4 2-10 15,-4 2-7-15,-2-2-9 0,-4 0-6 0,-4-6-4 16,0 1-7-16,-5-1-3 0,-7 4-5 0,3-5-5 15,-3-3-2-15,-2 1-6 0,1-3-2 0,-4-3-2 16,0-2-5-16,3 1 0 0,-4-3-4 0,7-3 1 16,-1-1-1-16,3-1 4 0,-1-1-11 0,2-1 1 15,2 0-4-15,2 0 3 0,6 2-3 0,-9-8-1 16,9 8 3-16,-4-7-2 0,4 7 0 0,0 0 0 16,0 0-1-16,14-10 0 0,-6 7 5 0,2 1 4 15,4 2 3-15,4-3 4 0,1 2-1 0,1-1 12 16,11 0-6-16,-12 0 8 0,3 0-4 0,7-2 2 15,1-1-2-15,-1-1 2 0,1 2-5 0,0-4 2 16,0-1-10-16,-4 0 4 0,0 0-3 0,-1-2-2 0,-6 3-1 16,-4-1 0-16,3 0-3 0,-3 0 2 15,-5 3-2-15,-1-4-2 0,0 2 1 0,0-2-6 16,-4 0 1-16,-2 1-3 0,-1-1 2 0,1 0-3 16,-4 0 6-16,-2-2-5 0,1 1 2 0,-4 3-2 15,1-1 4-15,-2-1 2 0,3 3 6 0,-4-2 4 0,-2 4 2 16,0 2-3-16,0 2-2 0,-8 2 3 15,4 1 12-15,-3 7-11 0,-2 0 2 0,1 3-2 16,2 1-5-16,1 2 1 0,5-1-2 0,1 2 1 16,0 0-4-16,8 0-5 0,1-3-12 0,1 3-30 0,8-2-32 15,1 1-34-15,3-3-58 0,5-2-46 0,7-1-51 16,-4-1-56-16,1-4-174 0,7-1-522 16,-1-1 230-16</inkml:trace>
  <inkml:trace contextRef="#ctx0" brushRef="#br0" timeOffset="149863.7">18068 11464 107 0,'0'-11'278'0,"1"1"1"0,-1 10-12 16,1-10-28-16,0 5-22 0,-1 5-5 0,0 0 2 15,0 0 6-15,4 24 4 0,-1-5-17 16,-3 5-10-16,1 7-17 0,2-3-20 0,-2 2-6 0,2 0-18 15,0-1-13-15,-1 3-15 0,3-4-9 0,-3 2-8 16,3-1-10-16,-1-1-1 0,0-1-33 16,0-8-25-16,-3-1-35 0,2 1-47 0,-1-3-52 0,-2-4-70 15,0 0-62-15,0-3-53 0,-2 2-209 0,-1-5-548 16,1 0 242-16</inkml:trace>
  <inkml:trace contextRef="#ctx0" brushRef="#br0" timeOffset="150016.76">17973 11645 70 0,'10'-1'155'0,"4"0"-27"16,0 2-37-16,4 1-37 0,4 1-59 0,-3 2-78 15,-6 0-89-15,3 4 40 0</inkml:trace>
  <inkml:trace contextRef="#ctx0" brushRef="#br0" timeOffset="150518.44">18171 11932 48 0,'7'5'197'0,"-7"-5"1"0,12-2-2 0,-12 2-1 16,20-5-7-16,-8-3-15 0,2 1-11 0,2-1-13 15,0 1-13-15,2-4-13 0,-2 0-3 0,-1-2-12 16,0 1-6-16,2-1-8 0,-4-1-1 0,1 0-6 15,-3 0-2-15,1-1-6 0,0-1-3 0,-1-6-11 16,-4 5-3-16,0 2 4 0,-4-1-3 0,3 1 0 16,-4-2-3-16,-2 6 4 0,0 0 8 0,0 1-1 15,-1 2-5-15,-3 0-1 0,0 1-3 0,-1 2 0 16,-1 1-1-16,6 4 1 0,-17 4 15 0,6 1-11 16,-3 5-5-16,-3 3 8 0,2 1-9 0,-3 6-7 15,1 1 3-15,3 2-8 0,3-2-9 0,4-3-9 0,2-1 9 16,4 1-7-16,1-3-3 0,2 0 1 0,3-3-7 15,3 4-1-15,1-4-4 0,2 0 1 16,4-4-2-16,-3-1 0 0,5 0-5 0,2-2-2 16,-2-1-18-16,1-1-6 0,-3-3-6 0,0-1 1 0,-2-1-4 15,0-2 0-15,-3 0-3 0,0 0 1 0,3-1 1 16,-3-1 3-16,-1-4-1 0,1 1 1 16,-2-1 1-16,-1 0 1 0,-2-2 0 0,2-2 3 15,-2-2 0-15,1 0 5 0,-4 0-8 0,2-1 15 0,4 2-11 16,-6-1 3-16,3 6 1 0,-2 1 0 15,-1 2 1-15,1 1 0 0,0 0 7 0,-3 6-2 16,1-8-1-16,-1 8 1 0,0 0 5 0,0 0 28 16,0 0-16-16,0 0 5 0,11 23-4 0,-9-11-2 0,-1 1 1 15,1 3 12-15,-4-2-14 0,6 2-25 0,-3-2-42 16,0 3-63-16,-1 0-66 0,1-6-73 0,3 4-313 16,-2-3-620-16,-1-2 274 0</inkml:trace>
  <inkml:trace contextRef="#ctx0" brushRef="#br0" timeOffset="151312.71">18742 11724 256 0,'0'0'265'0,"0"0"2"15,0 0-4-15,0 0-13 0,0 0-16 0,5 22-10 16,-3-13-20-16,-1 3-20 0,0-1-11 0,1 1-10 15,-2-2-15-15,1 1-6 0,0 0-15 0,-1-4-5 16,0 3-16-16,0-10-8 0,1 10 9 0,1-5-22 16,-2-5-1-16,1 8 9 0,-1-8 7 0,0 0 11 15,0 0-9-15,0 0-18 0,0 0 1 0,0 0-1 16,0 0-16-16,0 0-5 0,0 0-8 0,0 0-4 16,-9-21-1-16,8 13-8 0,1 8-8 0,4-21 0 15,-2 4-11-15,2 5 11 0,4-4-12 0,-1 0-7 16,1-2 4-16,4-2-11 0,0-5-2 0,-1 9-7 15,1 0-1-15,1-1 0 0,0 4 5 0,2 2-12 16,-6 1 8-16,0 3-3 0,3 3 2 0,-3 0-1 16,1 5-1-16,1 2 0 0,0 3 2 0,-4 2-1 15,0 1 6-15,4 4-1 0,-3 2 12 0,-2-1-8 16,-1 2 9-16,4 1-4 0,-4 0 12 0,2 0-7 0,-3 0 4 16,-1-2 8-16,-1-2-13 0,1-2 4 15,0-2-11-15,-1 1 7 0,0-3 2 0,0-1-3 16,-2-6-8-16,3 8 3 0,-3-8 4 0,0 7 2 15,0-7-2-15,0 0-5 0,0 0 6 0,1 8-3 0,-1-8-1 16,0 0 6-16,0 0-6 0,0 0-5 16,0 0 2-16,0 0-2 0,14-22-7 0,-7 14 2 15,-1-2-11-15,0-4 0 0,2 4-12 0,1-3-1 16,0-2-5-16,0 0-8 0,4-1 0 0,-3 1-13 0,2 2 16 16,-1 0 2-16,-1 1-3 0,-2 5 12 0,1-1-6 15,-4 4-7-15,-1 1 15 0,-4 3-2 16,7-2 5-16,-7 2 7 0,0 0 7 0,9 13 14 15,-6-5 4-15,1 3-1 0,-2 1 10 0,-2 1 7 16,2-2-18-16,1 3 8 0,1 2-2 0,0-5 15 0,3 0-16 16,-1 0 5-16,3-2-4 0,-1 0 0 0,3-2 1 15,2-2-1-15,3 1-5 0,-3-3-2 0,1-5 2 16,8 2-2-16,-3-1 2 0,-7-3-3 0,-1 0 4 16,1-1 1-16,-2 1-6 0,0-2 0 0,-2-3-1 15,-1 1-1-15,0-1-2 0,-1 0 2 0,-2-7-3 16,-1 4-11-16,-5 1 16 0,4-1-5 0,-2-1-1 15,0 2-1-15,2-2 5 0,-4 0-3 0,0 0 0 16,2 13-1-16,-1-17 1 0,1 17-5 0,-1-14 3 16,1 14-7-16,-1-9 4 0,1 9-4 0,0 0 0 15,0 0 7-15,0 0 10 0,0 0 2 0,0 0 13 16,-12 29-4-16,11-14-3 0,-4 0-2 0,2 2 3 16,-1 0-6-16,2-3 9 0,2 1-11 0,-2 3 1 15,2-7-5-15,0 1-33 0,2 2-30 0,0-4-55 16,2 0-45-16,0 1-53 0,0-3-60 0,2-1-48 15,1-1-42-15,-4-1-261 0,4-2-669 0,-7-3 296 16</inkml:trace>
  <inkml:trace contextRef="#ctx0" brushRef="#br0" timeOffset="151886.85">19512 11829 116 0,'0'0'239'0,"0"0"-7"16,0 0 1-16,0 0-9 0,13-8-10 0,-13 8-18 16,7-10-14-16,1 3-2 0,-1-1-11 0,1-2-12 0,4-4-10 15,0 1-13-15,1 1-13 0,1-2 4 0,0 2-10 16,0 2-2-16,-1-2 1 0,-2 5-6 16,-1 0-3-16,-1 0-6 0,0 4-6 0,-3 1-7 15,3 1 4-15,-9 1-5 0,13 4 10 0,-4 2-7 0,0-1 0 16,-4 2-2-16,2-1 3 0,0 3-4 0,2 0-14 15,-3 1 0-15,2-3-7 0,1 1-7 0,2 0-3 16,-3-1-3-16,2-1-10 0,3-1 5 0,0-3-4 16,-1 0-7-16,5 0-8 0,-3-4 2 0,0 1-8 15,-2-2 6-15,-1-1-6 0,1-1 2 0,-2 0-7 16,-1-1 2-16,0-2-2 0,-3 0-2 0,-1-1-1 16,0 2-3-16,-2-3 7 0,-2-2-8 0,0 2 2 15,-1-2-3-15,-1-5-4 0,-1 7 2 0,0 0 5 16,1-1-2-16,-6 0 3 0,3 2-13 0,-1 0-8 15,-2 0 10-15,1 3-2 0,-2 2 0 0,-2 2-2 16,1 2 15-16,-4 3-4 0,2 4 12 16,-6 2-6-16,4 1 4 0,-2 3-3 0,1 0-3 0,2 2 7 15,1-1-7-15,3 2-8 0,4-4-39 0,3 0-41 16,1 3-62-16,3-2-74 0,2-1-78 0,4-4-84 16,1 2-303-16,4-2-732 0,5-2 324 0</inkml:trace>
  <inkml:trace contextRef="#ctx0" brushRef="#br0" timeOffset="152363.15">20519 11390 340 0,'2'-10'331'0,"0"3"-11"16,-1 1-15-16,-1 6-22 0,4-9-21 0,-4 9-25 15,2-7-18-15,-2 7 12 0,0 0 6 0,0 0-5 16,5 29 0-16,-3-12-6 0,-1 12-10 0,2 0-5 16,-3 4-15-16,2 0-11 0,1-3-14 0,-1 1-17 15,0 0-12-15,0-1-16 0,1-2-12 0,2-2-11 16,-2 0-7-16,1-2-9 0,-2-4-7 0,0-2-10 15,1-2-3-15,-2-3-13 0,3-1-23 0,-4-2-29 16,1 0-32-16,1-3-52 0,-1-1-39 0,0 0-35 16,-1-6-31-16,0 10-40 0,0-10-48 0,0 0-51 15,-6 6-39-15,6-6-268 0,-9 0-684 0,9 0 304 16</inkml:trace>
  <inkml:trace contextRef="#ctx0" brushRef="#br0" timeOffset="152888.94">20498 11630 157 0,'7'-11'173'0,"6"-1"-7"16,2 1-16-16,0 1-13 0,3 1-8 0,5-6-4 16,-6 6-8-16,6-5-1 0,-5 6 2 15,1-1-2-15,0 0-1 0,-4-1 1 0,3 0-2 0,-4 0 5 16,-1 3-9-16,-3 0 1 0,-1-2-2 0,3 2 6 16,-5 0-6-16,0 0 1 0,-2 1-9 0,-1 0 0 15,0 0-5-15,-1-1-1 0,-3 7-6 16,5-7 11-16,-2 3-25 0,-3 4-8 0,0 0-9 0,4-9-7 15,-4 9-10-15,0 0 2 0,0 0-6 0,0 0-9 16,0 0 3-16,8 16-4 0,-8-7-5 16,1 8 1-16,-1 0-3 0,-1 1-1 0,1-1 0 15,-2 2 1-15,1 0-3 0,1-2-5 0,0 2 3 0,0-2-1 16,1 0-6-16,2-2 3 0,-2-3-2 0,3 2-5 16,1-4-7-16,-1 1 0 0,1-1 4 0,0 0 2 15,0-2-4-15,2 0-3 0,1-1 0 0,2 1-2 16,-3 0 4-16,3-1 2 0,1 2 2 0,3 1-4 15,-3-4 1-15,5 2 3 0,-1-1-3 0,2-2-2 16,3-1 3-16,-2 0 0 0,0 0-6 0,1-3 3 16,-1-2 0-16,1-1 1 0,0 0-7 0,-1-2 4 15,-5 2 13-15,0-2-13 0,-2-1-1 0,0-2 0 16,-1 2 0-16,-3-2 3 0,0 0-3 0,-2-1 1 16,-2 1 4-16,0-3-3 0,-2 2-2 0,1-1 6 15,-4-2 0-15,2 11 0 0,-4-19-8 0,2 11 14 16,1 2 5-16,-2-1-3 0,3 7 10 0,-9-13 3 15,4 10-2-15,-3 1 6 0,8 2 5 0,-15 0 6 16,6 3 0-16,-1 4 8 0,-2 1 2 0,3 2 2 16,-1 2 2-16,0 1-12 0,1 3-9 0,3 1-14 15,0-2-27-15,5-4-34 0,1 2-44 0,3 2-45 0,3 1-61 16,3-7-77-16,6 2-314 0,5-4-633 0,7-1 280 16</inkml:trace>
  <inkml:trace contextRef="#ctx0" brushRef="#br0" timeOffset="153395.97">22147 11765 176 0,'1'-8'247'16,"-1"8"-13"-16,9-14-6 0,0 4-7 0,0 3-14 0,4-6-11 16,2-3-16-16,1 4-5 0,5-5-7 15,-5 3-13-15,2-4-11 0,3-1-9 16,0-1-8-16,-7 5-3 0,0 2 3 0,-1 2-1 0,-3-4-19 16,1-1-4-16,-3 3-11 0,0-1-10 0,-3 2 7 0,-1 0-3 15,-1 1 8-15,-1 0-15 0,-2 2-1 16,0 1 3-16,0 8-6 0,-4-11-1 0,4 11-3 0,-6-10 2 15,0 8-3-15,6 2 0 0,-16 7 5 16,4-1-2-16,-1 8-8 0,-2 0 0 0,1 8 0 0,0-1-7 16,6 4-7-16,1-2-5 0,2-4 6 0,2-2-14 15,3 2-1-15,1-1-6 0,3-1 1 16,3-2-10-16,0-1-21 0,3 1-37 0,2-1-48 16,3-5-46-16,3-1-50 0,-1-1-50 0,2-2-56 0,3-2-58 15,-2 1-276-15,-2-4-671 0,0-2 298 0</inkml:trace>
  <inkml:trace contextRef="#ctx0" brushRef="#br0" timeOffset="153557.44">22470 11294 39 0,'-5'-8'241'0,"5"8"-29"0,0 0-21 0,0 0-21 16,0 0-16-16,0 0-44 0,0 0-48 0,0 27-53 15,7-18-57-15,0-1-142 0,5 5-207 0,2-2 92 16</inkml:trace>
  <inkml:trace contextRef="#ctx0" brushRef="#br0" timeOffset="153813.89">22791 11309 86 0,'0'0'281'16,"0"0"-1"-16,1-12-10 0,-1 12-13 0,0 0-14 15,2-7-17-15,-2 7-20 0,0 0 9 0,0 0 15 16,0 0 21-16,5 31-10 0,-6-12-6 0,2 8-1 16,-2 3-5-16,2 3-17 0,-1 1 3 0,-3-1-17 0,3 2-11 15,-1 1-14-15,4-3-13 0,-5 3-24 16,2-4-15-16,4-1-7 0,-4 2-15 0,0-4-6 16,3 0-10-16,-2-1-7 0,3-2-13 0,-2-8-30 15,-1 1-40-15,2-3-41 0,1 0-52 0,0-2-40 16,-3-3-42-16,2 0-39 0,-2-3-47 0,3-1-38 15,-2-1-35-15,2-2-36 0,-4-4-200 0,8 6-623 16,-2-6 276-16</inkml:trace>
  <inkml:trace contextRef="#ctx0" brushRef="#br0" timeOffset="154039.63">23090 11626 58 0,'4'-8'284'0,"0"-1"-10"0,-2 1-9 0,1 4-12 16,-3 4-14-16,0 0 8 0,0 0 6 0,0 0 11 15,0 0 8-15,4 20 1 0,-5-4-15 0,-1 5-5 16,0-2-19-16,-1 8-13 0,-1 0-24 0,-1-1-16 16,3 0-17-16,0 0-14 0,1-7-16 0,1 2-15 15,-4-3-11-15,4 1-9 0,3 0-7 0,-2-1-15 16,0-2-20-16,1-5-26 0,-1-1-31 0,3-1-43 16,-2 1-26-16,2 0-30 0,-1-4-28 0,1-2-28 15,-4-4-23-15,2 9-29 0,-1-4-35 0,-1-5-46 16,0 0-38-16,0 0-229 0,0 0-599 0,0 0 265 15</inkml:trace>
  <inkml:trace contextRef="#ctx0" brushRef="#br0" timeOffset="154263.67">23129 11508 161 0,'11'-13'190'0,"3"0"10"0,0 2-4 15,-1 7 3-15,0-1 1 0,-2 5 5 0,5 2 3 16,-5 1 4-16,3 2-16 0,0 4-1 0,0 0-12 15,-2 4-14-15,-1-2-12 0,-1 4-7 0,-2-1-15 16,-3 1-6-16,0-5-6 0,-3 4-23 0,1 0 2 16,-3-1-5-16,-2-2-15 0,-2 5 16 0,-1-5-25 15,0 0-8-15,-4 4 4 0,-1-2-24 0,-2 1-31 16,3-3-33-16,-2-5-27 0,0 3-43 0,1-2-51 16,-4 3-65-16,4-4-54 0,0 0-274 0,0-1-577 0,2-1 256 15</inkml:trace>
  <inkml:trace contextRef="#ctx0" brushRef="#br0" timeOffset="155662.89">23923 11783 157 0,'0'0'300'0,"4"-12"-12"16,0 3-9-16,3 1-10 0,1-3-10 0,3-2-7 15,0-1-13-15,2 2-7 0,0-1-14 16,1 0-15-16,-3-2 1 0,3 1-21 15,6-3-9-15,-3-2-10 0,-4 4-12 0,0 1-6 0,0-3-11 0,-3 3-10 16,3-3-8-16,-6 2-7 0,1-3-8 0,-3 1-5 16,2 0-21-16,-4 1-5 0,-1 2-8 0,-2-2-6 15,-2 4-1-15,1 1 2 0,-1 5 1 0,-1-5 3 16,-1 4-5-16,-1 3-5 0,1-1-8 0,-1 0-3 16,-5 1-7-16,0 4 0 0,1 0-6 0,-4 0-3 15,0 1-2-15,3 4 0 0,-1-1-12 0,0 1 6 16,5-3-1-16,1 3-6 0,-2-2 1 0,7-3-3 15,-5 11-2-15,5-4 1 0,0-7-4 0,5 12 1 16,5-6-13-16,1 1-2 0,7 0-5 0,0-1-2 16,1-2 3-16,0-1-5 0,4 0 1 0,4-2-3 15,-6 1 5-15,-3-2-2 0,2 0 12 0,-3 0-10 16,-5 1 1-16,-2-1-1 0,-1 0 1 0,-9 0-3 16,13 1 1-16,-9 3 9 0,1 0-5 0,-1 3 9 15,1 3 7-15,-4 2-2 0,0 7 7 0,-1 0 1 16,2-2-7-16,-4 6 7 0,4-5 5 0,-2 0-5 15,1 2 1-15,1-5-2 0,1 1-8 0,0-3 6 16,-1-1 4-16,3 1-7 0,2-4 1 0,3 1 6 16,0-2-1-16,1-2-5 0,3-1 3 0,2-2-6 15,2-1 15-15,2-3-11 0,-2 0-10 0,2-2-7 0,6-2-2 16,-8-3-4-16,1 3 7 0,-2-2-9 16,-2-1 3-16,-2-1-1 0,1-1-7 0,-4-2 7 15,-3 2-1-15,2-2 2 0,-2-2-4 0,-3-1 2 0,0-2-2 16,1-1-2-16,-5 1 10 0,3 1-9 0,-2-2-4 15,-2 0-1-15,1 0 3 0,-3 2 4 16,3 5-1-16,-4-2 6 0,3 3-2 0,-3 1 2 0,3 3 4 16,-2-1 8-16,3 7-1 0,-9-6-1 0,9 6 15 15,-15 5 4-15,6 3 9 0,-6 7 7 0,-2 2-14 16,-1 6 0-16,5-1 4 0,-1 1-3 0,7-4-15 16,0-1 8-16,3 0-3 0,4-2 0 0,0 2 4 15,3-1-3-15,2-3 4 0,0-3-6 0,8 3-1 16,0-6 9-16,6 1-6 0,-6-6 0 0,7 1-2 15,1 0-7-15,-1-4-6 0,3 0-5 0,-5-4-1 16,2 2-1-16,0-4 1 0,-4 1 5 0,-2-1-2 16,-1-2-1-16,-3 0 4 0,2 2-5 0,-5-3 3 15,2-1-1-15,-1 1 0 0,-2-4 5 0,0 0-16 16,-3-2 11-16,1-1 9 0,-1-1-13 0,1 1 3 16,1-1-4-16,-3 1 7 0,3-1-6 0,-1 5 8 15,0 1-5-15,-1-1-1 0,-1 7 0 0,1-2 14 16,-3 7-15-16,3-7-3 0,-3 7-1 0,0 0 10 15,0 0 26-15,0 0 5 0,2 26 12 0,-2-11 4 16,-2 2-1-16,-2-1 6 0,1 3 1 0,-1 1-2 0,2-2-2 16,-2-1-3-16,1 0-2 0,1-5-2 0,0-2-6 15,0 2-5-15,-1-3 1 0,3-2 0 16,0-7-7-16,-1 12 8 0,1-12-10 0,0 9 2 0,0-9 5 16,1 6-2-16,-1-6 2 0,10 2-2 15,-10-2-3-15,21-4 2 0,-4-1-2 0,3-2-7 16,-3 1 2-16,3-3-2 0,-2-1 2 0,-1-1-3 15,0 0 2-15,-1-2-6 0,4-5 0 0,-6 5 2 16,1-1-2-16,-1 0-4 0,-2-2 5 0,-2 1-3 0,-1-2-3 16,0 1 2-16,-4 4 1 0,0 0 1 0,-1 2-5 15,-1-1 0-15,-2 7 2 0,-1 4 3 0,3-11-5 16,1 6-1-16,-4 5 1 0,2-7-4 0,-2 7 3 16,0 0 9-16,0 0 7 0,0 0 0 0,-13 18 0 15,8-9 0-15,1 2 1 0,-1 0-3 0,3 0 1 16,-1 3 1-16,-1-2-6 0,4 0-2 0,0 0 2 15,3-1 1-15,0 2-4 0,3-5 7 0,-1 3-4 16,4-5-5-16,1 1 8 0,2-3-7 0,4 1-3 16,2-3-6-16,-1-2-2 0,1 0-2 0,1-2 1 15,-2-1-7-15,-6-1 6 0,7-2-4 0,-7 2 5 16,-1-1 1-16,1-4 2 0,-3 2-4 0,0 1 6 16,-1-3-5-16,-1 0 4 0,-2-1-1 0,-1 2-1 15,-1-3 4-15,0 0-1 0,0-4-2 0,-2 5 1 16,3 0-4-16,-6 0 6 0,7 1 0 0,-4 3 1 15,0 6 4-15,-1-11-8 0,1 11-2 0,0 0 4 16,1-10-2-16,-1 10 4 0,0 0 15 0,0 0 13 16,0 0 3-16,0 0 5 0,-8 22 5 0,7-12-5 0,-2 0 0 15,2 2-2-15,-3 0-2 0,2 0-11 0,-1 4 5 16,0-4-5-16,0 4-1 0,1-3-2 0,0-3-36 16,-2 4-39-16,4-5-51 0,-1 1-54 15,1 1-40-15,-3-1-54 0,1-1-62 0,0-4-55 0,2 2-338 16,-4 0-770-16,2 1 341 0</inkml:trace>
  <inkml:trace contextRef="#ctx0" brushRef="#br0" timeOffset="155831.19">25091 11275 117 0,'-8'-7'257'15,"3"3"-32"-15,2 0-35 0,3 4-50 0,-8-6-48 16,8 6-31-16,0 0-58 0,0 0-44 0,0 0-133 16,0 0-189-16,0 0 83 0</inkml:trace>
  <inkml:trace contextRef="#ctx0" brushRef="#br0" timeOffset="156099.91">25646 11208 8 0,'4'-11'287'0,"-3"2"7"16,1-1 3-16,-2 4 18 0,0 6 12 0,1-13-3 16,0 7-8-16,-1 6-21 0,0 0-19 0,4-10-26 15,-4 10-27-15,0 0-18 0,0 0 13 0,0 0 3 16,2 24-3-16,-2-4 5 0,1 6-10 0,-2 2-8 16,1 2-10-16,-2 0-12 0,2 2-11 15,-4-2-13-15,3 1-14 0,1 2-13 0,0-2-11 0,-1-3-5 16,1-4-14-16,-2 5-17 0,1-10-5 0,1 0-9 15,0-2-11-15,0 2-19 0,0-7-26 0,1-1-33 16,1-1-35-16,0-1-43 0,-2-2-53 0,2 0-45 16,-2-7-40-16,2 9-31 0,-2-9-30 0,0 0-39 15,-5 9-59-15,5-9-335 0,0 0-786 0,0 0 347 0</inkml:trace>
  <inkml:trace contextRef="#ctx0" brushRef="#br0" timeOffset="156545.66">25452 11426 159 0,'3'-9'174'0,"-1"3"-20"0,3 0-2 16,3 0-12-16,3-1-1 0,10 1-6 16,-3 2-8-16,10 0-11 0,-1-1-9 0,3 0-9 15,1 4-9-15,-2-2-6 0,1 1-10 0,-1 1-6 0,0-2-6 16,-8 1-4-16,1 2-7 0,-2-3-2 0,-2 0 0 16,-5 2 8-16,0-1 10 0,-3 2 15 0,-3-1 12 15,-7 1 22-15,12-1-5 0,-12 1 0 16,0 0 0-16,0 0 0 0,0 0 11 0,0 0 4 0,0 0 21 15,-27 20-14-15,13-14 2 0,-1 4-9 0,-2 3 2 16,2-3-4-16,1 2-11 0,1 0-13 0,4-3-8 16,-1 6-10-16,6-5-7 0,0 3-6 0,0-1-4 15,3-3-6-15,2 2-2 0,3 0-8 0,0-3-5 16,2-1-5-16,4 3-5 0,1-5-15 0,0-2 4 16,1 1-15-16,-1-3 2 0,3 1-4 0,-5-1 5 15,3-1-10-15,-2 0 1 0,3-3-2 0,-4 1 7 16,-4-2 1-16,2 0-5 0,-1-1 5 0,1-4-8 15,-3 4 4-15,-1-4-3 0,-1-1-3 0,3 0 10 16,-3 3 3-16,0-1 5 0,-1-2-21 0,1 4 13 16,-2 6 2-16,2-10 1 0,-2 10 13 0,2-8-8 0,-2 8-6 15,0 0-4-15,2-6-6 0,-2 6 7 16,0 0-4-16,0 0 7 0,0 0-6 0,0 26 5 16,2-14 2-16,-4 1-13 0,2 0-39 0,2-3-60 15,-2 0-44-15,2 3-58 0,-2 0-52 0,3-1-58 16,-1 4-321-16,7-1-690 0,-8-6 306 0</inkml:trace>
  <inkml:trace contextRef="#ctx0" brushRef="#br0" timeOffset="156771.87">26030 11610 191 0,'2'-12'222'0,"0"1"-14"0,0-1-3 16,4-3-1-16,0-2 4 0,0 0-15 15,3-1-4-15,-1 0-10 0,5-3-2 0,-2 3-2 16,0 3-12-16,2 1 0 0,1-1-6 0,-3 3 1 0,-2 5-11 15,1 1 0-15,-4 2-15 0,-1 1-7 16,1 1-11-16,-6 2 16 0,11 3-4 0,-3 2 15 16,-4 1-25-16,-2 1-11 0,2 2-8 0,-1 2-10 0,-1-1-7 15,0 2-3-15,-2 2-8 0,0 0-31 0,0 1-47 16,0-4-51-16,2 3-62 0,0-4-53 0,-2 0-53 16,3-2-69-16,4 1-64 0,2-1-185 15,-1-2-590-15,2-2 261 0</inkml:trace>
  <inkml:trace contextRef="#ctx0" brushRef="#br0" timeOffset="157167.42">26526 11314 137 0,'-2'-10'276'16,"2"4"1"-16,0 6 0 0,-11-7-7 0,11 7 1 15,-14 3 2-15,3 3 0 0,2 2 7 0,-5 3-13 16,1 3-5-16,-3 2-8 0,1 3-15 0,4-2-20 15,-3 5-14-15,7-5-17 0,3 2-12 16,0-2-16-16,4 0-8 0,2 1-8 0,2-6-4 0,3 3-9 16,3-4-6-16,7 1-10 0,0-3-12 0,4-3-7 0,6-1-10 15,2-2-7-15,2-3-10 0,1-1-5 16,-3-2-10-16,-2 1-5 0,-9-2-6 0,4-1-8 16,-3-2-2-16,-4 2-1 0,3-5-2 0,-5 1-3 15,-3 2-2-15,-1-3-8 0,-1 1 1 0,-1 0-2 16,1-7-3-16,-2 5 1 0,-2 0 0 0,-4-6-6 15,3 4 1-15,-3 5 0 0,2-3-3 0,-2 5-1 16,0 6 2-16,-2-13 0 0,-1 7 4 0,3 6 0 16,0 0 6-16,-14 1 14 0,6 5 16 0,-6 3 11 0,-2 1 3 15,1 3 0-15,-1 1-4 0,3-1-1 0,-1 3-4 16,5 0-7-16,0 0-3 0,3 0-8 0,3-6-20 16,1 2-39-16,2 1-46 0,5-2-63 0,4-4-76 15,-1 0-88-15,3 0-87 0,3-4-85 0,5 3-378 16,0-2-918-16,8-3 407 0</inkml:trace>
  <inkml:trace contextRef="#ctx0" brushRef="#br0" timeOffset="157308.97">27090 11532 264 0,'9'-1'327'0,"-9"1"-23"0,0 0-6 16,11-1-7-16,-11 1-1 0,8-3-17 0,-8 3-35 15,0 0-20-15,0 0-19 0,0 0-29 0,0 0-45 16,10 2-53-16,-10-2-61 0,0 0-83 0,0 0-107 15,0 0-293-15,0 0-511 0,0 0 226 0</inkml:trace>
  <inkml:trace contextRef="#ctx0" brushRef="#br0" timeOffset="182595.9">3577 13957 28 0,'-3'-10'195'0,"2"-1"-5"0,-2 1 2 0,2 3 1 16,1 7 3-16,-4-11-9 0,3 5-7 0,1 6-14 16,-4-6-17-16,4 6-15 0,-4-7-10 0,4 7-17 15,0 0-11-15,0 0-15 0,-4-6-3 0,4 6-15 16,0 0-3-16,-7 17 0 0,0-2-3 0,0 4-8 16,-1 9-5-16,-2 4-4 0,-3 11-3 0,0 2 26 15,4 1-5-15,1-11-8 0,2 0-5 0,1-1-6 16,1 0-5-16,3-2 0 0,1 1-2 0,0-3-10 15,1 1 3-15,2-4-1 0,6-2-5 16,-6-7-1-16,4 1 6 0,2 7-1 0,-1-10-1 0,2 1-2 16,-3-3 2-16,1-3-3 0,1-3 7 0,1 0 5 15,-1-2-1-15,3-2 3 0,-1-2 0 0,2-2 0 16,2-2 0-16,1-4-6 0,3-3-1 0,5-6 0 16,-2-3-3-16,2-1 0 0,-2-3-6 0,0-3-1 15,-2-2 2-15,-1 0-5 0,-1-2-1 16,5-11 3-16,-9 9 1 0,2-12-8 0,-5 8 4 15,2-9-7-15,-7 9-5 0,4-14-5 0,-3 5-1 0,-3-2-2 16,-2 10 3-16,-1 0-5 0,-1-10 2 16,0 2-4-16,-2 9-2 0,-2 4 2 0,-1 1 4 0,-3 4-1 15,5 6-1-15,-4 1 2 0,1 4 2 0,-2 1 1 16,2 2 2-16,-2 4-3 0,0 0-1 16,1 2 3-16,-5 2-3 0,-1 1-3 0,-4 6 0 15,-3 3-2-15,-5 4 0 0,-3 8 3 0,-2 2 0 0,0 3-1 16,-5 17-7-16,2 0 13 0,9-11-4 0,4 1 0 15,4-1 2-15,4 0-1 0,6 0 6 16,2 2-7-16,5-4 5 0,4-1 1 0,4 0-5 16,5 0 5-16,3-4-8 0,4 0-6 0,3-3-6 15,0 0-12-15,3-1 0 0,1-2-6 0,1-3 2 16,1 0-3-16,-2 0-3 0,1 0 4 0,-2-3 3 16,-3 4 4-16,2-3 2 0,-11 0 3 0,1 0 0 0,-1 0 4 15,0-1 7-15,-2 2-3 0,-2-1 5 0,-1-2-1 16,-4 1 1-16,0-1 1 0,1 3 2 0,-2-3-1 15,-1 4-3-15,-2-4-12 0,-1 2-21 16,1-1-27-16,-2 3-28 0,1 2-25 0,-2-1-25 16,-2 0-38-16,-1 2-160 0,-2 1-380 0,-3-3 168 15</inkml:trace>
  <inkml:trace contextRef="#ctx0" brushRef="#br0" timeOffset="182730.85">3744 14737 106 0,'14'-6'123'0,"6"-2"-33"15,7-4-27-15,0-5-54 0,8-2-75 0,6-6-70 16,0-8 31-16</inkml:trace>
  <inkml:trace contextRef="#ctx0" brushRef="#br0" timeOffset="182896.74">4483 14298 85 0,'0'0'306'0,"2"-8"-19"0,-2 8-9 0,0 0-10 16,1-8-3-16,-1 8-12 0,0 0-19 0,0 0-17 15,3-6-20-15,-3 6-21 0,0 0-25 16,0 0-25-16,5-6-36 0,-5 6-39 0,0 0-47 16,0 0-44-16,5-4-44 0,-5 4-72 0,9-6-71 15,-1 3-187-15,1-3-448 0,1 2 199 0</inkml:trace>
  <inkml:trace contextRef="#ctx0" brushRef="#br0" timeOffset="192798.03">27755 11736 48 0,'0'0'233'0,"0"0"-21"0,-11-9-10 0,11 9-11 16,0 0-10-16,11-23-12 0,-7 13-9 0,3-2-4 15,0-2-8-15,1-1-3 0,-1-1-6 0,5-1-12 16,-4 0-8-16,0-2-15 0,7-3-6 0,-8 5-5 16,4-7-5-16,1-1-1 0,-6 6-11 0,0 0-9 0,2-6-6 15,-1-1-6-15,-3 6-2 0,3-4-8 16,-5 0 3-16,0 4-7 0,0 1-3 0,0 0-3 16,0 2-2-16,0-1 2 0,-4 3-3 0,2 4 5 15,2 1-2-15,-5-2 7 0,2 5-6 0,1 7 3 16,-4-12-8-16,0 9-1 0,4 3 1 0,-9-5-6 15,9 5-7-15,-14 0 3 0,3 4-3 0,-5 4 3 16,-1 2-8-16,0 2 2 0,0 0-1 0,0 1 0 16,2 0-9-16,1 0 8 0,2 2-6 0,1-2 0 0,5-3 0 15,2 1-2-15,1 1 1 0,4-1 1 0,1 0-5 16,2-3 4-16,8 3-7 0,1 2 3 0,6-6-6 16,0 2 2-16,10-2 1 0,3-2 2 15,-1 1-6-15,0-4 0 0,1 2 14 0,-1-2-13 0,-2-1-1 16,-8 1 3-16,0-1-10 0,-4 1 6 0,-2 0-1 15,-2-1 6-15,-3 1-5 0,0 2 1 0,-3 0 1 16,1 1-1-16,-2 1 1 0,-3 2 3 16,2-2 4-16,-2 4 4 0,-1-4 2 0,-2 4 0 0,1 1-1 15,0 0 4-15,-2-2-7 0,1 3 1 0,0-2 0 16,0 0 1-16,-1 0-5 0,2 1-11 0,-1-1-25 16,-1-1-34-16,1 1-33 0,-2 1-32 0,2-1-32 15,0-1-29-15,2 1-35 0,-2-1-25 0,0 1-187 16,1-4-477-16,2 1 211 0</inkml:trace>
  <inkml:trace contextRef="#ctx0" brushRef="#br0" timeOffset="192996.88">28319 11508 88 0,'3'-10'216'0,"0"1"1"16,-2 3 1-16,-1 6-13 0,2-10-10 0,-2 10-17 15,2-6-16-15,-2 6-20 0,0 0-8 0,0 0 8 16,0 0 1-16,0 0-10 0,0 0-9 0,7 24-11 15,-5-10-13-15,-1-2-9 0,0 4-8 0,-1 1-9 16,2 1-5-16,0 0-9 0,1-3-5 16,-1 4-10-16,-1-2-22 0,2-1-38 0,-2 0-32 0,1-4-49 15,0 1-34-15,1-2-36 0,-3 1-42 0,-2-1-184 16,2 0-423-16,-1-3 187 0</inkml:trace>
  <inkml:trace contextRef="#ctx0" brushRef="#br0" timeOffset="193384.53">28543 11678 162 0,'3'-17'188'0,"-3"17"-11"16,1-14 6-16,0 6-12 0,1-3-11 0,1 0-16 0,3-5-11 16,2 0-7-16,-1 0-11 0,3 2-2 0,0-1-5 15,2 2-3-15,-3 7-5 0,-2-5-10 16,2 6-9-16,-2 3-8 0,0 0-4 0,-7 2 3 15,17 6 2-15,-12 0 6 0,2 4-2 0,-1 2 0 0,0 3-3 16,0 0-3-16,-4 2-2 0,3 1-6 0,-1-1-3 16,-2 1-3-16,1-2-12 0,-3 2 1 0,3-6-5 15,-2 4-5-15,1-2-14 0,-2-3-26 0,3 0-37 16,1-1-53-16,-3 1-60 0,3-3-50 16,0-1-60-16,-2-1-157 0,3-2-455 0,-5-4 201 0</inkml:trace>
  <inkml:trace contextRef="#ctx0" brushRef="#br0" timeOffset="193557.71">28988 11521 184 0,'0'0'211'0,"5"-9"-21"0,-5 9-20 16,6-2-17-16,-6 2-16 0,0 0-14 0,0 0-30 15,17 7-31-15,-11-5-41 0,2 2-34 0,0 2-30 16,-3 0-23-16,3 2-24 0,-4-5-20 0,4 5-61 15,-3 2-185-15,-1-5 83 0</inkml:trace>
  <inkml:trace contextRef="#ctx0" brushRef="#br0" timeOffset="193670.4">29068 11626 91 0,'0'0'184'0,"-6"4"-14"15,6-4-10-15,-8 3-7 0,8-3-10 0,-7 3-11 16,7-3-5-16,0 0-15 0,-8 3-10 0,8-3-12 16,0 0-3-16,0 0-11 0,0 0-4 0,0 0-10 15,0 0-16-15,0 0-38 0,23 5-32 0,-8-5-44 16,7-1-48-16,0-2-153 0,10-2-289 0,0-2 129 15</inkml:trace>
  <inkml:trace contextRef="#ctx0" brushRef="#br0" timeOffset="194212.92">30111 11126 145 0,'0'0'305'0,"-11"-5"-22"16,4 5-9-16,7 0-6 0,-26 12-9 0,9 0-8 15,-6 5-10-15,-1 6-10 0,-2-1-15 0,4 2-12 16,-2 1-4-16,0 1-22 0,0 2-7 0,0 1-9 16,1-3-6-16,2-4-9 0,0 2-20 0,5-2-15 15,-3-1 2-15,6-6-14 0,-2-1-1 0,3-1-11 16,2-4-7-16,1-1-6 0,2 0-7 0,0-3 0 0,3 0-1 15,0 0 1-15,4-5 2 0,-8 5 9 0,8-5-13 16,-5 5 12-16,5-5-10 0,0 0-9 16,0 0-8-16,0 0-12 0,0 0 5 0,0 0-10 15,14-19-4-15,-6 14-9 0,-3-2 3 0,3 0-3 0,2 2 4 16,0 0-13-16,1 3-1 0,1-3 1 0,1 3 0 16,1 2-4-16,-2 0-11 0,3 0-9 0,1 4-12 15,4-4-5-15,-4 1-9 0,2 1-9 16,1 0-1-16,2 1 0 0,0 0-4 0,-1 0-5 0,1-3-1 15,2 0 3-15,-2-2 1 0,-2 2 3 0,0-4 4 16,-2-2 7-16,-5 4 4 0,1-4 11 16,-1 0-3-16,-3 0 5 0,-2-1-1 0,0-3-7 15,-2 2 13-15,-1-5 7 0,-2 0-1 0,0 0-4 16,-4-4 4-16,-3 1-1 0,2-3 2 0,-4 0 8 0,-2 1 2 16,-1-3 1-16,-5-1-1 0,3 7-3 0,1 0 0 15,-2-2 5-15,1 4-7 0,3 4-6 0,-1-1 18 16,2 3-7-16,1 0-3 0,-1-1-5 0,2 3-30 15,2 3-47-15,4 2-46 0,-5-4-31 0,5 4-34 16,0 0-53-16,0 0-41 0,0 0-277 0,0 0-614 16,15 19 272-16</inkml:trace>
  <inkml:trace contextRef="#ctx0" brushRef="#br0" timeOffset="194545.66">30357 11154 53 0,'0'0'270'0,"1"-8"-9"0,-1 8-14 16,2-6-18-16,-2 6-20 0,0 0-17 0,0 0-20 16,0 0-6-16,0 0 11 0,13 13 0 0,-8-4-7 15,2 7-3-15,-1 1-2 0,6 6-10 0,-2 0-11 16,-1 1-10-16,0 0-8 0,-3-5-4 0,3-2 4 16,5 4-13-16,1 0-17 0,-7-7 11 0,2-4 2 15,-3 0-3-15,3-1-8 0,-1 0-3 0,-1 0-15 16,-3-4 1-16,1-2 9 0,-2 2-5 0,0-1 7 15,-4-4 14-15,4 5 12 0,-4-5-1 0,0 0-12 16,0 0-12-16,0 0-9 0,11-15-5 0,-7 7-13 16,1-2-2-16,-2-2-9 0,0 1-5 0,4-5-9 0,-3 0 0 15,-2-2-7-15,2-1-3 0,2-1-8 16,-4 1-13-16,1 0-17 0,4-5-15 0,-3 7-18 16,2 3-19-16,-3 2-21 0,-1 1-36 0,2 1-49 15,-4 2-43-15,1 4-52 0,-1 4-43 0,4-9-18 0,-4 9-6 16,0 0-17-16,0 0-237 0,0 0-627 0,13 15 278 15</inkml:trace>
  <inkml:trace contextRef="#ctx0" brushRef="#br0" timeOffset="194768.14">30837 11291 89 0,'0'0'293'16,"8"-4"-18"-16,-8 4-10 0,0 0-13 15,0 0-8-15,6-2-16 0,-6 2-16 0,0 0-4 16,0 0 17-16,3 13 7 0,-3-6-6 0,-2 3-13 15,1 2-21-15,-3 1-9 0,4 3-6 0,-5-1-21 0,4 2-16 16,-1 0-12-16,0-4-12 0,0 2-17 0,2 3-6 16,-2-1-9-16,2-8-13 0,-1 4-1 0,1-2-7 15,1 1-9-15,-1-1-26 0,2-3-37 16,-2 3-41-16,1-3-42 0,0 0-32 0,-1-8-36 0,2 12-51 16,-2-12-42-16,1 8-40 0,-1-8-41 0,0 8-181 15,0-8-559-15,0 0 248 0</inkml:trace>
  <inkml:trace contextRef="#ctx0" brushRef="#br0" timeOffset="195147.9">30884 11311 99 0,'13'-13'221'0,"5"2"-7"16,-2-1-5-16,1 4-2 0,4 0-3 16,-1 3-1-16,1 1-3 0,-2 2-15 0,0 2-13 15,-1 1-8-15,0 3-1 0,0 1-14 0,-5-1-9 16,-1 1-8-16,0 3-10 0,-2-1-6 0,-1 0-4 0,-3 0-20 15,1 1-1-15,-3-1-7 0,-4 3 0 0,-2-4-7 16,0 4-3-16,-5-1-12 0,1 0-1 16,-4-2-4-16,1 0-7 0,1 2-12 0,2-5-5 15,-3 2-13-15,2 0-6 0,2-3-17 0,0 0-13 16,0 2-16-16,2 1-6 0,3-6-5 0,-6 6 0 0,6-6-2 16,0 0 0-16,6 15 1 0,-2-12 5 15,1 2 1-15,3 0 4 0,-1 1 5 0,3-3-1 16,-4 3 4-16,2 2 0 0,-3-4 2 0,1 3 4 15,1-1 7-15,-2 2 6 0,-1-3 11 0,-2 1 11 16,-2-6 14-16,3 10-3 0,-3-3 4 0,0-7-4 16,-7 10 9-16,3-4-2 0,-1 0-11 0,-5-1 4 15,4 0-9-15,-5-2 2 0,1 3-23 0,0-3-17 0,4 0-24 16,-1 1-37-16,-2-1-46 0,9-3-57 16,-10 2-59-16,10-2-228 0,0 0-510 0,0 0 226 15</inkml:trace>
  <inkml:trace contextRef="#ctx0" brushRef="#br0" timeOffset="195513.67">31595 11272 156 0,'1'-7'263'0,"1"4"-6"0,-2 3-15 0,0-11-10 0,0 11-8 16,0 0-14-16,-16-2-17 0,16 2-3 0,-20 11-6 15,7-6-18-15,2 3-15 0,1 1-13 16,-1-1-16-16,5 2-11 0,-1-1-14 0,1 2-5 15,1-1-5-15,1 0-10 0,1 1-7 0,5-1-8 16,-1 0-5-16,4-1-6 0,1-2-6 0,1 1 2 0,3 1-7 16,0-2-3-16,2-1-6 0,-1-1-2 0,2-1-1 15,-3-2-5-15,-1 0-3 0,-1 1 3 0,-2-3-4 16,-6 0 2-16,11 2-2 0,-11-2 14 16,8 1-3-16,-8-1 1 0,0 0 3 0,0 0-7 15,0 0 0-15,0 0 5 0,0 0-7 0,0 0-3 0,0 0 11 16,-36 5 6-16,20 1-5 0,1 2-1 0,-3 4 9 15,3-4-3-15,-1 3 2 0,1-2-7 0,1 1-4 16,2-2 4-16,3 2-4 0,2 0-7 16,1 0 2-16,4 0-12 0,-1 1 3 0,2 0-2 0,4 0-9 15,0-3-17-15,4 2-25 0,6 1-23 0,2 1-44 16,-1-2-41-16,1-3-35 0,2 3-49 0,-4-5-28 16,4 3-55-16,-5-2-226 0,-2-1-582 0,0-1 258 15</inkml:trace>
  <inkml:trace contextRef="#ctx0" brushRef="#br0" timeOffset="195799.69">30445 11777 94 0,'-58'2'316'0,"20"-2"-24"0,6 3-23 0,14-3-24 16,-1 0-25-16,9 4-10 0,6-3-4 0,4-1-3 15,0 0-9-15,27 8-28 0,8-6-5 0,28-1-3 16,37-3-15-16,3 1-22 0,9-3-7 0,6 3-14 16,2-4-18-16,-6-1-10 0,0 0-3 0,-4 1-8 15,-9-1-7-15,-7 4 0 0,-32-3-8 0,0 4 0 16,-7-2-10-16,-16 1-2 0,-2 0-2 0,-5 1-2 16,-12 0-3-16,-7-1-5 0,1 0-14 0,-4 1-27 15,-1 2-34-15,-9-1-20 0,6 4-38 0,-6-4-46 16,0 0-62-16,-29 17-57 0,0-6-221 0,-6 3-537 15,-13 6 238-15</inkml:trace>
  <inkml:trace contextRef="#ctx0" brushRef="#br0" timeOffset="196281.98">30591 12086 45 0,'0'0'302'0,"0"0"-32"15,-11 4-16-15,11-4-2 0,-7 8 3 0,-2 1 2 16,-3 3-7-16,-1 2-12 0,-6 6-16 0,-4 2-15 16,-2-1 0-16,2 3-25 0,-4 1-15 0,1-2-19 15,1-1-7-15,-1-1-6 0,3-2-4 0,1-2-14 16,6-5-1-16,0-2 0 0,2 0-3 0,4-1-5 16,1-3-12-16,0 0-2 0,3-1-7 0,1 0 3 15,0-3-8-15,5-2-5 0,-9 5-5 0,9-5-4 16,-7 5-2-16,7-5-12 0,0 0-8 0,0 0-4 15,0 0-8-15,0 0-7 0,30-15-3 0,-11 6-1 16,1 2-3-16,11 1-2 0,-3-3 3 0,-1 2-10 16,4 0 5-16,-1-1-4 0,2 4 1 0,-2-1-6 15,2 0 4-15,-12 2-3 0,2 2-3 0,6-3-10 16,0 2 0-16,-9 2-6 0,2-2-4 0,0 1-3 16,-3 0-6-16,-4 1 1 0,3-3 1 0,-3 1-1 15,-1 0 6-15,-3 0 3 0,3 1 3 0,-4-2 2 16,-2 1-2-16,1-4 3 0,-4 1 3 0,2-1-6 15,-3-3 3-15,-2 0 3 0,-2-1 3 0,-3-1-1 16,0-1 3-16,-1-3-1 0,-5 1-1 0,0 0 7 16,-3-1-4-16,-3 1-2 0,-4-3 2 0,5 6-1 0,-2-2 6 15,4 2-5-15,-3 3-1 0,2-3 2 16,1 2 0-16,1 5 4 0,5-1-7 0,7 5-5 16,-14-6-12-16,7 2-35 0,7 4-50 0,-7-4-53 15,7 4-58-15,0 0-47 0,0 0-70 0,0 0-333 16,0 0-720-16,0 0 319 0</inkml:trace>
  <inkml:trace contextRef="#ctx0" brushRef="#br0" timeOffset="197016.96">30975 11988 24 0,'5'-2'244'16,"-5"2"-20"-16,13-4-10 0,-2 4-5 0,2-2-12 15,5 0-11-15,2-1-12 0,0-1-25 0,2 1-12 16,-3-1-13-16,1 2-16 0,-2-1-10 0,-1 2-14 16,-5 0-24-16,-4 0-19 0,0 0-16 0,-8 1-13 15,10-4-9-15,-4 3-12 0,-6 1-8 0,0 0-8 16,0 0 1-16,0 0-1 0,0 0 4 0,-19-13 8 16,9 11 11-16,-1-3 9 0,0 3 6 0,4 1 10 15,-5-1 9-15,2 2 14 0,10 0 5 0,-13-3-6 16,13 3-1-16,-11 0-7 0,11 0 19 0,-9 6 6 15,5 1 22-15,1 2 2 0,2 1 17 0,-2 7 4 16,1-2 14-16,2 3-5 0,2 0 5 0,-2 0-2 16,2 7 1-16,-4-7-9 0,4 0 6 0,-2-1-9 15,0 0-1-15,1-4-5 0,-1 1-12 0,0 3 2 0,0-1-8 16,0-4-4-16,0-1-5 0,3-2-11 16,-3 1-6-16,0-3-6 0,0-7-3 0,0 10-8 15,0-10-4-15,-2 8-3 0,2-8 0 0,-2 10-4 16,2-10 4-16,-5 4-9 0,5-4-3 0,-7 2-1 15,7-2 3-15,-11 0-9 0,11 0 2 0,-14-2-2 16,14 2 1-16,-12-3-5 0,12 3 3 0,-9-2-1 16,9 2-6-16,-5-5-6 0,5 5-5 0,0 0-2 15,-5-7-10-15,5 7-7 0,0 0 2 0,18-5 3 16,-8 4-5-16,4-2-10 0,4 0-27 0,1 1-19 16,9 3-17-16,-6-3-24 0,5-1-27 0,1 6-27 0,-6-3-25 15,5-4-25-15,-7 4-16 0,-1 0-5 16,4-3-8-16,-1 2 8 0,-5 0 5 0,2-1 34 0,-3-3 17 15,-2 3 20-15,-2-3 31 0,-6 2 30 16,2-4 40-16,0 0 36 0,-5 1 26 0,3-3 35 0,-2 1 22 16,-2-1 7-16,3-1 24 0,-1 1 7 15,-2-1 13-15,1-1-1 0,-2 3 0 0,2-1 13 0,-1 2 5 16,-2 7 3-16,6-10 3 0,-6 10-2 16,2-7-14-16,-2 7-4 0,4-4 4 0,-4 4 16 0,0 0 24 15,0 0 2-15,0 0 8 0,8 21 8 0,-7-11-4 16,-1 2-13-16,-3 1-3 0,3 2-11 0,-1 2-14 15,-4 2-7-15,2-2-14 0,1-1-11 16,-1 1-7-16,1 0-13 0,2-5 0 0,-2 4-7 0,1-5-14 16,6 3-28-16,-5-4-37 0,2 1-49 15,-1-3-33-15,0-2-43 0,2-1-36 0,-3-5-40 0,0 11-44 16,0-11-36-16,0 10-38 0,0-10-29 16,-3 7-218-16,3-7-629 0,0 0 278 0</inkml:trace>
  <inkml:trace contextRef="#ctx0" brushRef="#br0" timeOffset="197346.06">31506 12178 125 0,'11'-15'201'0,"3"1"5"0,-1 0 5 0,3 1 3 15,1 4 9-15,0 0 2 0,1 1 7 0,-7 2-8 16,2 3-17-16,1-1-10 0,0 3-7 0,-1 1-19 16,-2 0-2-16,0 1-8 0,-1 2-2 0,-1 0-5 15,-3 1-11-15,-1-1-13 0,-1 2-6 0,4 2-4 16,-7 0-6-16,0 0-13 0,-1-7 8 0,-1 14-15 15,-3-4-5-15,-3-1-9 0,1 1-6 0,0-2-14 16,-2 1 2-16,-2-2-7 0,2 2-13 0,-1-4-12 16,3 3-24-16,-1-2-10 0,1-2-9 0,2 1-11 15,2 1-8-15,2-6-7 0,-1 12-5 0,1-12-7 16,3 14-7-16,4-4 12 0,-2-3 0 0,3-2 5 16,1 5-1-16,0-3 11 0,-1-1 3 0,0 0-2 15,0 1 1-15,-3-2 16 0,0 1-13 0,1-3 6 16,-2 2 6-16,-4-5 9 0,4 6 16 0,-4-6-3 15,0 0-2-15,-8 12 2 0,-2-8 8 0,0 1-6 16,-4-1-4-16,-3-1-25 0,1 3-34 0,-5-3-53 16,-7 1-58-16,0 2-85 0,1-1-92 0,-5-4-193 15,-5 1-577-15,-17 0 255 0</inkml:trace>
  <inkml:trace contextRef="#ctx0" brushRef="#br0" timeOffset="199400.08">28140 11205 158 0,'-3'-9'312'16,"3"9"-14"-16,0 0-13 0,0 0-5 0,0 0-20 15,-2-7-4-15,2 7-11 0,0 0-9 0,0 0-18 16,0 0-13-16,0 0-25 0,0 0-12 0,0 0-14 16,0 0-13-16,0 0-4 0,0 0-10 0,0 0-24 15,0 0-11-15,0 0-8 0,0 0-12 0,0 0-24 16,0 0-37-16,0 0-38 0,0 0-54 0,-3-8-51 16,3 8-52-16,0 0-61 0,0 0-66 0,0 0-204 15,0 0-559-15,-7 17 248 0</inkml:trace>
  <inkml:trace contextRef="#ctx0" brushRef="#br0" timeOffset="200214.72">27838 12226 270 0,'0'0'256'0,"-7"-1"-16"0,7 1-11 16,0 0-15-16,0 0-13 0,0 0-18 0,0 0-20 15,32-10-12-15,-12 6-19 0,11-2-12 16,6 2-14-16,15 1-36 0,1-3-46 0,1 3-57 0,5 0-57 16,-1-2-99-16,0 1-153 0,0-1-369 0,-2-2 163 15</inkml:trace>
  <inkml:trace contextRef="#ctx0" brushRef="#br0" timeOffset="202204.92">31301 11508 64 0,'0'0'106'0,"0"0"-6"0,8-3-15 0,-8 3-4 15,0 0-9-15,0 0-6 0,0 0-12 0,0 0 0 16,0 0-2-16,0 0-13 0,0 0-7 0,0 0-11 15,11 5-16-15,-11-5-16 0,0 0-13 0,0 0-13 16,0 0-13-16,7 4-13 0,-7-4-45 0,0 0-117 16,0 0 52-16</inkml:trace>
  <inkml:trace contextRef="#ctx0" brushRef="#br0" timeOffset="202410.6">31457 11573 11 0,'0'0'53'0,"0"0"-19"0,0 0-11 0,0 0-20 16,0 0-24-16,0 0-23 0,0 0 10 0</inkml:trace>
  <inkml:trace contextRef="#ctx0" brushRef="#br0" timeOffset="213067.91">28489 12123 24 0,'0'-9'54'0,"0"9"-25"16,0 0-48-16,0 0-18 0,0 0 8 0</inkml:trace>
  <inkml:trace contextRef="#ctx0" brushRef="#br0" timeOffset="-178810.47">17366 4383 109 0,'0'0'113'16,"-14"-2"1"-16,8 0-3 0,6 2 8 0,-13 0-10 0,13 0-2 15,-8-1-3-15,8 1 1 0,0 0-8 16,-11-1-5-16,11 1-7 0,0 0-2 0,0 0 0 16,0 0-1-16,0 0 0 0,0 0 9 0,0 0-1 15,0 0-2-15,0 0-7 0,39-7-10 0,-11 3-9 16,3-3-3-16,5 3-10 0,2-1-3 0,-3-2-7 16,-2 3-16-16,0 2-19 0,-6-1-17 0,0 0-31 15,-8 3-15-15,0-1-36 0,-4 2-23 0,-15-1-16 16,20 1-15-16,-13 0-5 0,1-1-102 0,-3 2-276 15,-5-2 122-15</inkml:trace>
  <inkml:trace contextRef="#ctx0" brushRef="#br0" timeOffset="-178263.17">17558 4375 20 0,'0'0'134'0,"-7"-1"-18"0,7 1-7 15,0 0-9-15,-7 3 6 0,7-3 17 0,-2 12-8 16,1-5 10-16,1 3 0 0,1 1 1 0,-2 6-9 15,2 1-6-15,-2 0-2 0,2 1 3 0,1-1-5 16,-1 7-7-16,-1-7-7 0,1 0-7 0,2-1-9 16,-2 0-8-16,0-1-3 0,4 1-8 0,-3-5-3 15,-2 0-4-15,0 0-7 0,0-1-2 0,1 0-5 16,-1-2-5-16,-1 1-4 0,1-3 1 0,0-7-3 16,-2 14-3-16,1-7-3 0,1-7 0 0,-4 10-4 15,4-10-4-15,-7 5-4 0,0-1-3 0,0-2-2 16,-1 0 0-16,8-2-1 0,-15 1 0 0,15-1 0 15,-13-1-1-15,8 2 3 0,5-1-1 0,0 0 4 16,-13-3 2-16,13 3-2 0,0 0-1 0,0 0 0 16,-9-1 2-16,9 1-5 0,0 0 1 0,0 0-2 15,0 0-2-15,0 0 1 0,0 0 0 0,0 0-7 16,28-3-6-16,-14 1-20 0,-2 0-15 0,7 0-25 16,-3-1-20-16,2 1-19 0,0-2-1 0,1 0-23 15,-1 0-14-15,1 3 1 0,1-1 4 0,-4-1 3 16,-3-1 8-16,1 1 15 0,-4 0 19 0,3-1 9 15,-4 0 14-15,-1-1 11 0,2-2 40 16,-4 1-6-16,1-1 20 0,-1 3 20 0,-6 4 18 0,8-13 20 16,-5 5 13-16,-3 8 16 0,6-10 6 0,-6 10 10 15,5-10 10-15,-5 10 2 0,4-7-5 0,-4 7-4 16,0 0-7-16,5-8-9 0,-5 8-7 0,0 0-6 16,6-1 16-16,-6 1 11 0,0 0 10 0,0 0 0 15,4 21-3-15,-4-21-9 0,4 16-3 0,-2-4 0 16,-2 0-12-16,0-1-2 0,2 2-10 0,-1-1-4 15,0-2-5-15,-1 2-9 0,0-2-4 16,0 2-1-16,1-3-6 0,2 1-14 0,-3-1-31 0,1 3-34 16,-1-6-26-16,0-6-45 0,-1 19-28 0,1-10-38 15,0-9-20-15,0 12-25 0,0-12-166 0,-3 12-424 16,3-12 188-16</inkml:trace>
  <inkml:trace contextRef="#ctx0" brushRef="#br0" timeOffset="-177916.01">17789 4640 36 0,'10'-17'127'0,"1"0"9"0,0 6 1 0,0-2-8 16,0 4-10-16,-2-1 2 0,0 4-8 0,1 0-4 15,0 1-9-15,-2 3-5 0,1-1-8 0,-3 1-3 16,3 1 1-16,-9 1-8 0,19 4-2 16,-11-2-5-16,2 1-2 0,-5 3-5 0,2-2 6 15,-2 5-6-15,0-1-5 0,-3 0-3 0,1 1-6 16,-1 2-3-16,0-2-2 0,-4 1-7 0,2 2-2 0,-2 0-6 15,1-1-5-15,-3-4-11 0,4 1-8 16,0-8-7-16,-3 11-1 0,3-11-6 0,0 13-3 16,3-10-6-16,-1 4 6 0,2-1-8 0,0-2 4 15,-4-4 2-15,10 12 0 0,-5-8 3 0,3-1-2 16,1 3 5-16,-4-1-2 0,0-2 2 0,2 2-4 0,-1 1 5 16,-1-1 0-16,-2 0 4 0,2-1 0 0,-3 1 7 15,-2-5 4-15,3 11-3 0,-3-11 5 16,0 10-1-16,0-10 1 0,-3 10-2 0,1-5 0 15,2-5-12-15,-3 7-17 0,3-7-17 0,-5 9-22 16,5-9-25-16,0 0-33 0,-5 9-20 0,5-9-155 16,-4 7-316-16,4-7 140 0</inkml:trace>
  <inkml:trace contextRef="#ctx0" brushRef="#br0" timeOffset="-177615.73">18331 4627 62 0,'10'-3'106'0,"-10"3"-10"0,0 0-7 15,13 0-14-15,-13 0-22 0,0 0-22 16,14 4-6-16,-14-4-16 0,6 7-20 0,-6-7-6 16,7 10-11-16,-7-10-2 0,2 11-8 0,-2-11 7 15,3 12 2-15,-3-12 12 0,-3 11 19 0,3-11 4 16,0 0 21-16,-4 14 18 0,4-14 3 0,-3 8 10 15,3-8 13-15,-7 8-2 0,7-8 1 0,0 0-1 16,-3 10-5-16,3-10 0 0,0 0-5 0,-4 6 0 16,4-6 2-16,0 0 6 0,0 6 11 0,0-6-9 15,0 0-4-15,0 0-14 0,16 3-24 0,-16-3-39 16,24-3-47-16,-8 0-48 0,2 0-109 0,-2-1-234 16,11-3 103-16</inkml:trace>
  <inkml:trace contextRef="#ctx0" brushRef="#br0" timeOffset="-177083.68">18856 4429 123 0,'0'0'243'0,"3"-8"-23"0,-3 8-23 0,5-6-20 15,-5 6-20-15,9-5-17 0,-3 2-12 0,1 1-13 16,4-3-13-16,-1 1-14 0,-1 3-24 0,1-2-18 15,1 2-22-15,-4-2-20 0,-7 3-19 0,16-3-11 16,-11 3-20-16,-5 0-12 0,11-3-4 0,-11 3 14 16,0 0-2-16,12-1 21 0,-12 1 15 0,0 0 12 15,6-4 1-15,-6 4 0 0,0 0 6 0,0 0 4 16,0 0 8-16,0 0-1 0,0 0 1 0,0 0-5 16,0 0-1-16,0 0 2 0,0 0 1 0,0 0 15 15,-14 18 1-15,13-8 1 0,-2-1 7 0,1 1 7 16,0 0 0-16,2 3 11 0,0-3 0 0,0 6 4 15,0-3 5-15,2 3 1 0,-2-3-4 16,0-1-1-16,1 0-4 0,-1 0-1 0,1 0 3 0,1 0-6 16,-1-2-6-16,0 0-3 0,1 0-4 0,-2-1 1 15,0-2-10-15,0-7-2 0,-2 14-4 0,1-8 2 16,-2 0-3-16,2 3-1 0,-3-2-6 0,-1-1 4 16,0 2-6-16,-3-3 1 0,3 0 4 0,0 0-3 15,1-2-10-15,4-3 3 0,-9 5-3 0,3-3 3 16,6-2-2-16,-8 3-1 0,8-3-2 0,0 0 4 15,-11 0 1-15,11 0-7 0,0 0 1 0,0 0 1 16,0 0-2-16,-8 0 0 0,8 0-2 0,0 0 4 16,0 0-5-16,0 0 0 0,0 0-3 0,0 0 2 15,0 0-1-15,0 0 2 0,0 0-3 0,22 4-11 16,-11-4-12-16,1 1-15 0,-1-4-24 0,3 5-17 16,4-4-28-16,1 2-24 0,2-3-19 0,-1 1-27 15,2-2-12-15,0 4-140 0,1-3-359 0,-3 0 160 16</inkml:trace>
  <inkml:trace contextRef="#ctx0" brushRef="#br0" timeOffset="-176732.21">19372 4588 73 0,'0'0'153'0,"7"-10"13"0,-4 2-6 0,-3 8-1 16,0 0 8-16,0 0-9 0,-3-15 1 0,3 15-11 0,0 0 1 16,-12-4-8-16,12 4-4 0,-15 2-4 0,15-2-7 15,-19 8-6-15,9-3-8 0,-1 3-3 16,1 0-16-16,0 2-12 0,2-3-5 0,2 2-10 15,-1-1-6-15,4 1-5 0,1 1-4 0,1-3-9 16,1-7-5-16,3 15 2 0,-2-6-16 0,3-2-11 0,0-2-3 16,2 2-3-16,2 0-7 0,1-1-11 0,0-2 0 15,0 0-4-15,-9-4 1 0,13 5 1 16,-13-5 3-16,10 4 2 0,-7-1 1 0,-3-3 1 16,0 0 3-16,0 0 5 0,0 0 4 0,0 0 5 15,13 1 6-15,-13-1-1 0,0 0 0 0,0 0 0 16,0 0 5-16,0 0 4 0,0 0 1 0,-26 2 0 0,18 1-2 15,0 1 3-15,-1-1 4 0,-1 2 0 16,1 1 3-16,0-1 0 0,0 1-6 0,0 0 0 16,1 0-1-16,3-1-4 0,1 2-4 0,2-2 0 0,-2-1-4 15,3 3 0-15,1-7-7 0,1 10-17 16,3-4-14-16,0-1-22 0,3 1-35 0,2-2-43 16,9 0-55-16,0-1-52 0,0 0-226 0,0-1-493 15,2-1 219-15</inkml:trace>
  <inkml:trace contextRef="#ctx0" brushRef="#br0" timeOffset="-176550.11">19536 4647 15 0,'-1'-9'268'0,"1"9"-17"0,0 0-17 0,0 0-6 15,0 0-28-15,0 0-22 0,0 0-16 0,9-8-12 16,-9 8-18-16,18-6-12 0,-4 3-11 0,2-2-36 15,6 0-30-15,0 3-57 0,0-2-63 0,8-2-67 16,1 2-178-16,-2-2-348 0,-3-1 155 0</inkml:trace>
  <inkml:trace contextRef="#ctx0" brushRef="#br0" timeOffset="-175946.9">19978 4360 180 0,'0'0'268'16,"0"0"-21"-16,0 0-23 0,0 0-18 0,-4-5-19 15,4 5-19-15,0 0-15 0,0 0-20 0,16-6-13 16,-8 3-13-16,5 0-8 0,0-1-12 0,1 2-14 16,4-2-21-16,-4 3-23 0,3 0-27 0,-3 0-26 15,-3-2-29-15,0 1-27 0,-11 2-14 16,15-1-22-16,-15 1-5 0,14-3-4 0,-14 3-1 0,0 0 14 15,10 0 14-15,-10 0 10 0,0 0 7 0,0 0 7 16,0 0 7-16,0 0 14 0,0 0 12 0,0 0 18 16,0 0 15-16,0 0-1 0,0 0 11 0,0 0 22 15,0 0 14-15,0 0 9 0,-30 0 3 0,30 0 9 16,0 0 1-16,0 0 3 0,0 0 0 0,0 0 0 16,0 0-7-16,-9 2-4 0,9-2-5 0,0 0-8 15,-4 7 12-15,4-7 9 0,-3 11 12 0,2-2-1 16,-2 1 9-16,3 1 4 0,-1 5-1 0,1-3-5 15,1-1-2-15,-1 4-6 0,0-3 4 0,0 2-12 16,2-2-3-16,-1 3-6 0,3-1-2 0,0 0-7 16,-3-3-2-16,4-1-2 0,-2 1-7 0,0-1 2 15,0 1-3-15,1-3-4 0,-3 1-3 0,0 0 0 16,-1-10-6-16,4 13-1 0,-4-13 1 0,3 10-4 16,-3-10-2-16,2 10-6 0,-3-5-6 0,1-5-9 15,0 0 1-15,-6 10-10 0,2-8-1 16,4-2-2-16,-14 3-4 0,5-2-4 0,-1-1 2 15,1 0 9-15,9 0-4 0,-22-1 1 0,15-1 7 16,-1 1 0-16,8 1 1 0,-13 0 0 0,13 0 2 16,-9-1 1-16,9 1 1 0,0 0 0 0,-12-1-1 0,12 1 4 15,0 0-1-15,0 0 7 0,0 0 2 0,0 0 8 16,0 0 5-16,0 0 5 0,0 0 3 0,0 0 0 16,0 0 8-16,0 0-13 0,22 10-2 0,-12-7-14 15,2-3-15-15,5 3-25 0,2-3-33 16,2-3-55-16,10 1-39 0,0 0-50 0,-1 4-164 15,0-3-408-15,-3 1 180 0</inkml:trace>
  <inkml:trace contextRef="#ctx0" brushRef="#br0" timeOffset="-175694.77">20647 4524 48 0,'0'0'269'0,"0"0"-9"16,0 0-10-16,0 0-6 0,-11-9-1 0,11 9-9 15,0 0-14-15,-26 9-6 0,11-2-8 0,0 4 3 0,0 0-11 16,0-4-13-16,0 3-21 0,1 2-1 16,3 1-26-16,3-4-13 0,1 0-18 0,-2-1-3 15,5 4-11-15,-1-4-13 0,2 2-1 0,3 0-8 16,0-10-9-16,1 20 1 0,3-10 2 0,3-3-20 16,2 1-10-16,6 0-7 0,3 1-18 0,0-1-37 15,1-3-33-15,0 0-38 0,3 0-37 0,-1-3-46 16,-1 0-55-16,0-1-58 0,-2 1-232 0,-4-4-570 15,0 1 252-15</inkml:trace>
  <inkml:trace contextRef="#ctx0" brushRef="#br0" timeOffset="-174251">21948 4398 104 0,'0'0'216'0,"-2"-7"-7"0,2 7-9 0,3-8-3 0,-3 8-3 15,0 0-2-15,0 0-4 0,0-9-5 16,0 9-5-16,0 0-11 0,0 0-11 0,4-5-12 15,-4 5-14-15,0 0-12 0,0 0-11 0,0 0-16 16,0 0-7-16,0 0-8 0,0 0-16 0,0 0-5 0,0 0-10 16,0 0-3-16,0 0 3 0,0 0 0 15,0 0-2-15,1 23 3 0,0-6-5 0,1-2-1 16,-1 4 1-16,-1-2-4 0,-1 2-1 0,3 0-4 16,-2 0-1-16,1 1 2 0,-1-4 0 0,0 3-12 15,2-3 4-15,-2 1 1 0,-2-1-10 0,5-3 4 0,-3-1-3 16,0-1 0-16,0 2-2 0,0-1 1 15,1-1 1-15,-2 1-5 0,4-2-1 0,-3 0 1 0,1 1-3 16,-1-1-1-16,0-3-4 0,1 0-25 16,-1 2-15-16,0-9-32 0,-1 13-26 0,2-7-27 15,-1-6-26-15,-1 12-27 0,1-12-32 0,1 8-14 0,-1-8-14 16,0 0-2-16,-1 9-152 0,1-9-421 0,0 0 186 16</inkml:trace>
  <inkml:trace contextRef="#ctx0" brushRef="#br0" timeOffset="-173832.82">21976 4383 84 0,'2'-12'180'0,"2"1"-8"16,3 1-12-16,4-2-5 0,-1 2-8 0,3-1-12 15,2 1-11-15,1 1-7 0,-2 4-8 0,1-3-10 16,-2 6-13-16,1-1-9 0,-1 3-7 0,2 0-6 0,-3 2-9 15,0 1-4-15,0 1-3 0,-2 2-4 0,-1 0-5 16,-1 0 2-16,-1 3-3 0,0-1 1 16,-3 3-2-16,1-3-7 0,-4 4-1 0,0-7-1 0,0 8-1 15,-1-5-6-15,-2 3-3 0,-1-2-5 16,0 0-6-16,0-1 0 0,2-1-3 0,1-7-11 0,-4 12-7 16,3-7-9-16,1-5-8 0,0 10-10 0,0-10-9 15,1 8 1-15,-1-8 8 0,5 9 3 16,1-6 1-16,1 0 0 0,-2 1 19 0,1 0-10 15,1-1 10-15,0 0-8 0,2 3 4 0,-4-1 2 16,1-2 4-16,-1 1-1 0,0 0 10 0,-5-4 6 0,5 12 14 16,-4-7 5-16,-1 3-2 0,0-8 14 0,-1 11 1 15,1-11-2-15,-5 14 1 0,-2-6-4 16,2-2-2-16,0-1-2 0,0 0-5 0,0 3-9 16,1-2-14-16,-2-1-27 0,2 0-31 0,4-5-42 15,-7 5-44-15,5 1-137 0,2-6-310 0,0 0 137 16</inkml:trace>
  <inkml:trace contextRef="#ctx0" brushRef="#br0" timeOffset="-173671.86">22534 4511 157 0,'7'-2'172'0,"0"0"-26"0,5-2-1 0,-3 1-22 16,1 1-14-16,0 0-3 0,2 1-25 15,-5-1-32-15,4 4-26 0,0-1-37 0,-2 1-33 16,-1-2-18-16,-1 4-10 0,0 0-77 0,-3-1-165 16,-4-3 74-16</inkml:trace>
  <inkml:trace contextRef="#ctx0" brushRef="#br0" timeOffset="-173533.23">22668 4537 188 0,'-5'10'23'0,"1"-4"31"0,4-6 18 0,-7 7 18 16,1-3 9-16,6-4 4 0,-8 5 3 16,4 1-4-16,0-2 1 0,4-4-3 0,-5 6-2 15,5-6 2-15,-8 7-7 0,8-7-1 0,0 0-1 16,-2 5-9-16,2-5 17 0,0 0-1 0,0 0-5 15,0 0-7-15,12 9-11 0,-3-6-20 0,3 1-33 16,6-4-48-16,4 0-60 0,7-3-66 0,5 3-158 0,-2-5-337 16,-1 2 149-16</inkml:trace>
  <inkml:trace contextRef="#ctx0" brushRef="#br0" timeOffset="-173200.74">23494 4205 17 0,'0'0'258'0,"0"0"-12"16,0 0-7-16,0 0-13 0,0 0-12 0,-5-4-14 16,5 4-13-16,0 0-15 0,0 0-8 15,0 0-16-15,0 0-17 0,0 0-12 0,0 0-16 16,0 0-7-16,20-6-11 0,-7 6-18 0,4-3-15 16,3 3-26-16,-2-1-28 0,-4-1-24 0,4 1-33 0,-6 1-18 15,-1 1-25-15,0-1-37 0,1-1-21 0,-12 1-22 16,14 1-153-16,-9-1-360 0,-5 0 159 0</inkml:trace>
  <inkml:trace contextRef="#ctx0" brushRef="#br0" timeOffset="-172832.14">23633 4192 130 0,'0'0'148'0,"0"0"-3"16,0 0 0-16,-7 1-8 0,7-1-12 16,0 0-9-16,0 0-18 0,-3 7-3 0,3-7 4 15,-2 10 14-15,-1 1 21 0,-1 2-6 0,2 2-9 16,-5-1-12-16,2 5 4 0,3 0-12 0,-1-2 0 15,2 0-9-15,-2 3-3 0,2-2-5 0,0-3-9 16,-2 1-5-16,2-3-6 0,1 1-6 0,0-4-2 16,0 1 2-16,-2 1-15 0,1-1-2 0,1-3-4 15,-1 0-3-15,1-8-1 0,0 14-4 0,-1-9-1 16,-2 2-1-16,-1-1-5 0,4-6-13 0,-6 11-14 16,-2-3-15-16,3-4-13 0,-5 3-18 0,-2-4-18 15,1 1-8-15,-2-1-8 0,0-2 2 0,-1-2 1 0,1 4 15 16,1-6 3-16,-2 1 4 0,2 0 7 15,1-1 3-15,2 0 19 0,1 3 10 0,8 0 12 16,-13-3 11-16,13 3 7 0,-9-1 11 0,9 1-4 16,0 0 0-16,-6-3 2 0,6 3-7 0,0 0 3 15,0 0-1-15,0 0 4 0,0 0 1 0,0 0 5 0,0 0 2 16,0 0-3-16,38 4 1 0,-21-1 1 16,-3-3-9-16,6 0 4 0,2 2-5 0,-1-1-10 0,8-2-25 15,0 1-32-15,2-2-38 0,1-1-45 16,-1 2-41-16,-3-2-148 0,-8 1-354 0,-1 0 157 15</inkml:trace>
  <inkml:trace contextRef="#ctx0" brushRef="#br0" timeOffset="-172301.02">24072 4369 235 0,'0'0'251'0,"0"0"-10"0,0 0-15 16,0 0-19-16,0 0-16 0,-12-3-17 0,12 3-7 16,0 0-12-16,-15 8-4 0,8-4-9 0,-1 3-9 15,-1 0-6-15,1 1-13 0,-4 1-13 16,3-3-11-16,3 2-3 0,0 0-12 0,-1-2-7 0,2 0-5 16,3 1-8-16,-2-2-6 0,4-5-4 0,-3 15-5 15,3-15-1-15,4 15-7 0,-1-8-6 0,3 1-10 16,4 0-12-16,-1-1-19 0,3-1-18 0,3 3-33 15,-2-5-33-15,3 0-36 0,-3-1-46 0,5-1-43 16,-5 1-202-16,0-2-460 0,-13-1 203 0</inkml:trace>
  <inkml:trace contextRef="#ctx0" brushRef="#br0" timeOffset="-172082.82">23553 4718 89 0,'-14'3'285'0,"4"-1"-25"0,1 0-19 16,0 0-19-16,9-2-16 0,0 0-11 0,0 0-9 15,0 0-9-15,0 0-11 0,60-4-13 0,-9-2-13 16,2-1-16-16,6-2-5 0,5 3-20 0,-1-4-16 16,1 2-6-16,-4 1-29 0,-4-2-37 15,-3 3-40-15,-15 1-57 0,-2 1-51 0,-2 0-55 0,-3 0-51 16,-10 4-123-16,-3 0-396 0,-5 0 175 0</inkml:trace>
  <inkml:trace contextRef="#ctx0" brushRef="#br0" timeOffset="-171884.13">23826 4807 177 0,'-10'1'275'0,"10"-1"-37"0,0 0-21 0,0 0-16 16,0 0-20-16,28-10-11 0,-9 4-21 15,3 0-16-15,4-1-12 0,4 2-11 0,-1-2-11 16,-1 3-18-16,-8-2-32 0,-2 2-29 16,0 1-33-16,-7 1-35 0,1 1-41 0,-12 1-31 0,18-4-21 15,-18 4-10-15,10-2-9 0,-10 2-91 0,0 0-269 16,0 0 119-16</inkml:trace>
  <inkml:trace contextRef="#ctx0" brushRef="#br0" timeOffset="-171346.73">24041 4757 447 0,'-13'2'-8'0,"2"2"11"0,-1-2 15 15,2 2 12-15,0-3 9 0,10-1 10 16,-14 3 7-16,14-3 8 0,-12 6 21 0,12-6 2 15,-6 7 14-15,2-4 12 0,1 3 19 0,-2 0 6 16,4 2 3-16,0 3-5 0,-3-1 8 0,1 1 5 16,2 1-2-16,0 4 2 0,0-3-11 0,-1 0-5 0,1-2-9 15,1 4-6-15,0-2-16 0,-1-1-4 16,1-1-8-16,0 3-6 0,0 0-10 0,-2-1-7 16,2-1-7-16,-1-3-7 0,1-9-2 0,0 19-9 15,-1-9-1-15,1-10-14 0,-8 17-16 0,4-12-19 16,-1 4-23-16,0-2-14 0,-1 0-20 0,6-7-13 15,-13 10-9-15,7-6-10 0,6-4 1 0,-13 4 3 16,13-4-8-16,-13 2 8 0,13-2 12 0,0 0 9 16,0 0 8-16,-15-6 12 0,15 6 2 0,-5-7 12 15,5 7 15-15,0 0 8 0,0 0 10 0,0 0 5 16,0 0 1-16,0 0 7 0,0 0 8 0,0 0 2 16,14-16-4-16,-7 15 0 0,2-1 8 0,1-1-5 15,2 2-4-15,2 1-2 0,0-3-2 0,7 1-12 16,-1 0-15-16,-1-1-18 0,2 1-25 0,-1-2-21 15,-1 0-30-15,0 2-8 0,1-2-12 0,-4 1 10 16,-3 1-3-16,1-2 11 0,-2 2 15 0,-2-2 8 16,-3 1 22-16,-7 3 12 0,13-8 17 0,-3 4 24 15,-4-2 37-15,-6 6 8 0,5-8 24 0,-3 3 13 16,2-2 10-16,-1 1 2 0,-3 6 9 0,1-11 20 16,-1 11 18-16,1-8 15 0,-1 8-4 0,3-7 1 15,-3 7-8-15,0 0-4 0,1-7-11 0,-1 7-7 16,0 0-12-16,0 0-9 0,0 0-6 0,0 0 10 15,0 0 4-15,0 0 5 0,0 0 16 0,6 29 8 16,-7-19-15-16,2 1-6 0,-1 2-5 0,0-1-15 16,0 2-8-16,0 1-2 0,0-1-8 0,0 0-9 15,0 1-4-15,3 1 1 0,-3-4-7 0,1-1-39 16,0-2-28-16,2 1-31 0,-3-10-36 0,1 14-32 16,-1-6-36-16,0-8-34 0,0 0-46 0,2 16-22 15,-2-16-26-15,0 0-198 0,-3 11-521 0,3-11 231 16</inkml:trace>
  <inkml:trace contextRef="#ctx0" brushRef="#br0" timeOffset="-170983.1">24225 4945 118 0,'9'-8'231'16,"-1"1"-4"-16,2 0-11 0,3 2-3 0,-3 1-9 15,3-1-9-15,-2 4-14 0,-1-1-8 0,4 1-10 16,-3 2-15-16,-1 1-12 0,-1 0-14 0,1 1-10 15,-1 0-10-15,-1 1-8 0,0 0-8 0,-2 2-6 16,-6-6-9-16,9 9-1 0,-4-3-2 0,-5-6-5 16,2 11-3-16,-2-11-3 0,-2 14 0 0,-4-6-8 15,0 1-4-15,2-1-6 0,0 1-8 16,-2-3-23-16,1-1-12 0,2 1-4 0,-1 0-7 16,4-6-5-16,-6 11-5 0,5-4-4 0,1-7 1 0,3 12 3 15,-3-12-5-15,4 16 0 0,0-8 9 0,-4-8-4 16,9 10 2-16,-3-2 4 0,-3-2 2 0,3 0 1 15,-6-6 3-15,10 10 1 0,-6-4 0 0,-4-6 0 16,6 9-1-16,-6-9 1 0,5 7 6 16,-5-7 2-16,0 0 7 0,5 10 7 0,-5-10 1 15,0 0-3-15,0 0 7 0,-13 10-12 0,13-10-10 0,-14 5-18 16,7-3-17-16,7-2-31 0,-14 2-44 0,14-2-48 16,-17 0-63-16,7 0-172 0,10 0-431 0,-22-6 191 15</inkml:trace>
  <inkml:trace contextRef="#ctx0" brushRef="#br0" timeOffset="-118867.1">20169 8795 2 0,'0'0'81'0,"0"0"-12"0,0 0-6 0,0 0-2 15,0 0-4-15,0 0-11 0,0 0 6 0,0 0-24 16,0 0 5-16,0 0 5 0,0 0-11 0,0 0 3 16,0 0-3-16,0 0-8 0,0 0-5 0,0 0-1 15,0 0-6-15,0 0 7 0,0 0-4 0,0 0 2 16,0 0 0-16,-30 5-9 0,24-4 0 0,6-1-6 16,-15 4-3-16,6-2 7 0,-3 0-8 0,1-1-2 15,-1 2-3-15,-2-1 1 0,1 2 3 0,-1-3-5 16,1 1 4-16,-3 1-8 0,-1 0 3 0,-2-2-3 15,2 1-2-15,-2 0 0 0,3 1 7 0,-4 0 0 16,1-3-2-16,1 2 4 0,-1 0 1 0,1-2 6 16,-1 3 0-16,0-2-3 0,2 0 12 0,2-1-12 15,-2 1 9-15,2 0 6 0,0 0 6 0,1 1-2 16,1-4 6-16,3 2 2 0,-4 2 4 0,2-2 3 16,2 0 3-16,-2 1 5 0,3-1-5 0,-2 0 5 15,11 0 2-15,-18 0 1 0,12 1 3 0,6-1-2 16,-16-1 4-16,16 1-3 0,-11 0 3 0,11 0-2 15,-12 0-1-15,12 0 5 0,0 0-5 0,-10 0 2 0,10 0-4 16,0 0 0-16,0 0-4 0,-8-1 3 0,8 1-6 16,0 0-2-16,0 0-4 0,0 0 1 0,0 0-2 15,0 0 1-15,0 0-1 0,27-4 0 16,-7 0 3-16,10-2 6 0,10 0 2 0,14-2-1 0,6 2 1 16,0-3 0-16,4 2-6 0,1-1-2 0,25-3 0 15,-28 1-1-15,3 4-6 0,29-4 0 16,-30 3-1-16,3 2-4 0,22-6 0 0,-25 7-3 15,-5-2 1-15,0-1 1 0,-4 3-7 0,-3-3 7 0,-13 4-2 16,-5 0-2-16,3-1-5 0,-8 2 5 0,-2-3-5 16,-5 2 2-16,-3 3 5 0,-2-1 1 15,-5 0 4-15,0-1-3 0,-2 1-4 0,-2 1 5 16,-8 0 4-16,13-2-1 0,-13 2 10 0,6 0 0 0,-6 0 0 16,0 0-1-16,0 0-4 0,9-2 8 0,-9 2-8 15,0 0-7-15,0 0 4 0,0 0-5 0,-38 1 0 16,18-1-4-16,-1 1 2 0,-11 2-4 0,-1 0-3 15,-6 1-3-15,-2-1-2 0,-11 1-1 0,-4 3-2 16,0-2 2-16,2 3 0 0,-1-1 0 0,0-2 1 16,0 2-2-16,-3-1-1 0,5 2-3 0,3-3 1 15,9 0 1-15,5-1 1 0,2 0-2 16,-1 1 0-16,6-1 1 0,1-2 0 0,9 1 4 0,6-1-5 16,1 0-2-16,2 0 1 0,2 0-5 0,8-2 0 15,-7 0-1-15,7 0 2 0,0 0 3 0,0 0 2 16,48 3-3-16,-9-3 1 0,22-3 5 0,32-5-1 15,-1 0 3-15,0 1-3 0,3-3 3 0,-4 0-3 0,-1 2-3 16,-28 2 4-16,0-1-1 0,3 0-2 16,1 1 0-16,24-4 1 0,-32 4 1 0,-4 2-6 15,-16 1-7-15,0-1-16 0,-4 1-13 0,-4 1-26 16,-8 1-26-16,-4 1-31 0,-5 0-30 0,-3-1-171 16,-5 1-355-16,-5 0 157 0</inkml:trace>
  <inkml:trace contextRef="#ctx0" brushRef="#br0" timeOffset="-114533.14">7390 13524 30 0,'0'0'155'0,"-10"2"-3"0,10-2-4 16,0 0-10-16,-14 0-8 0,14 0-11 0,0 0-9 16,0 0-8-16,-10 1-15 0,10-1-11 0,0 0-6 15,0 0-4-15,0 0-9 0,-9 1-6 0,9-1-2 16,0 0-6-16,0 0 4 0,0 0 3 0,0 0 3 16,0 0-6-16,0 0-2 0,0 0-4 0,34-6 1 15,-20 2-8-15,4 0-3 0,3-1-3 0,-2 0-3 16,8-1-2-16,-9 1-5 0,2 2-27 0,-1-2-17 15,-1 1-21-15,0 0-22 0,0 2-26 0,0-2-9 16,-4 2-17-16,-3-1-15 0,1 0-108 0,-3 1-263 16,-3 2 116-16</inkml:trace>
  <inkml:trace contextRef="#ctx0" brushRef="#br0" timeOffset="-114151.04">7573 13457 120 0,'0'0'139'0,"-7"9"-7"16,5-3 1-16,-2 3 16 0,3 2 0 0,-2-1-3 16,2 7-5-16,0 0-8 0,1 10 5 0,1-8-4 15,-1 1-12-15,1 4-7 0,3-4-5 0,0 5-8 16,-3-7-10-16,2 1-8 0,1 0-5 0,-2-2-9 0,1-2-5 16,1 3-5-16,0-2-6 0,1-1-8 15,-2-4-4-15,-1 0-4 0,0-1-3 0,-2-3-4 16,3 0-1-16,-3-7-7 0,0 12-2 0,0-12-8 15,2 7-12-15,-2-7-10 0,2 6-15 0,-2-6-27 16,0 0-22-16,0 0-7 0,-9 6-18 0,9-6-4 16,0 0 5-16,-19-6 4 0,19 6 8 0,-18-6 12 15,6 2 0-15,2 0 11 0,-3-2 14 0,3 1 14 16,-2 1-1-16,2-1 14 0,1 1 10 0,3-1 19 16,-1 3 5-16,7 2 8 0,-11-6-2 0,11 6 1 15,-6-3-8-15,6 3 4 0,0 0-5 0,-8-2 3 0,8 2 6 16,0 0 2-16,0 0 5 0,0 0 3 15,0 0-5-15,0 0-1 0,30 7-1 0,-17-6-1 16,6-1-1-16,-4 0-14 0,4 2-17 0,0-2-14 16,1 0-24-16,2 0-30 0,-3-3-30 0,3 3-32 15,-4-3-132-15,-1 1-292 0,-4 2 129 0</inkml:trace>
  <inkml:trace contextRef="#ctx0" brushRef="#br0" timeOffset="-113801.27">7827 13730 86 0,'9'11'180'0,"-9"-11"-12"0,3 10 4 16,-3 0-4-16,1-2-9 0,-2 2-8 15,-2 0-10-15,2-1-12 0,1 1-7 0,-3-1-6 16,2-1-11-16,0-2-6 0,1-6-6 0,-1 12-3 16,1-12 1-16,-2 7 3 0,2-7 5 0,0 0 1 15,0 8 4-15,0-8-4 0,0 0-4 0,0 0-15 16,0 0-4-16,0 0-7 0,0 0-10 0,0 0-7 15,-5-27-11-15,6 17-5 0,2 3-9 0,1-6-8 16,1 2-6-16,4-6-11 0,-1 1-1 0,1 2-5 16,1-1 1-16,-1 2-5 0,4 1 2 0,-2 1 1 15,-2 3 2-15,0 0-3 0,0 3-3 0,-2 0-4 0,1 2 3 16,0 2 0-16,1 1 2 0,0 3-1 0,1 1 4 16,-1 3-4-16,0 1 1 0,0 2 0 15,-1 3 5-15,2 0 0 0,-3 1-2 0,0-3 1 16,-2 5-4-16,0-5-23 0,1 1-29 0,-3-1-27 15,1 7-38-15,0-8-51 0,-2 3-51 0,-2-2-162 16,3 0-420-16,-2-3 186 0</inkml:trace>
  <inkml:trace contextRef="#ctx0" brushRef="#br0" timeOffset="-113051.08">8291 13605 81 0,'-2'-7'254'0,"2"7"-24"16,0 0-17-16,0 0-6 0,0 0-16 0,-17 10-7 15,9 0-9-15,1 4-9 0,-1 1-13 0,0 0-15 0,1 2-10 16,0 1-14-16,5 2-6 0,0 4-12 16,2-6-1-16,0-4-16 0,3 3-7 0,1-2-6 15,0-1-6-15,3-3-4 0,-2-1-7 0,4-1-2 16,2-1-1-16,1-2-2 0,1-1 5 0,4-1 0 15,-4 0-7-15,8-1-1 0,-3-5-7 0,5 0-1 16,-2-1-2-16,-1-3-4 0,-1 2-5 0,2-3-4 16,-6-1-9-16,2 0 0 0,-3-1 4 0,-2-3-4 15,1 2-7-15,-5-1-2 0,0 0 1 0,-3-2-12 16,1-2-10-16,-3 0-7 0,-2 2 3 0,-2-3 1 16,-2 0 5-16,-1 3-2 0,-2-1 3 0,-3 3 2 0,0-3 1 15,3 4 1-15,-1 1 9 0,-2 1 2 16,2 2 6-16,2 0 4 0,1 3 2 0,4 3-1 15,-8-9 0-15,8 9-6 0,-8-6-1 0,8 6-2 16,-5-3-4-16,5 3 6 0,0 0-3 0,0 0 2 16,0 0 2-16,0 0-2 0,0 0-1 0,0 0-2 0,25 7 0 15,-13-6 2-15,7-1-2 0,2 0 0 0,-2 1 2 16,2-3 0-16,-1 0 0 0,1 2-1 0,-1 3 1 16,-2-4-22-16,-2 1 5 0,-2-2 1 15,-2 2-2-15,0 0 3 0,-4 2 2 0,-1-1 0 16,0 3 1-16,1 0 4 0,0 5 1 0,-3-2 5 0,-1-1 10 15,-3 1 3-15,2 5 0 0,-1-1 5 0,-2 3-1 16,0 0 5-16,-1-2-7 0,1 3 2 0,-1-3-4 16,1 1 0-16,-2-2 1 0,2-1 0 0,2 1-2 15,0-2-4-15,1 1 1 0,2-2-1 16,-1-3 3-16,4 1-4 0,0 1 4 0,3-4-2 0,0-1 1 16,0 0 3-16,2-3-9 0,0 0-5 0,0 1-4 15,5-3 2-15,-3-2-1 0,-1 1-3 16,2-3-2-16,-4 0 0 0,4-1 3 0,-3-2-6 15,-3 1 1-15,0-3-1 0,1 0 4 0,-6 3-1 16,4-6 0-16,-6 4 0 0,1 4 2 0,-2-6-1 0,0 4 5 16,0-3 0-16,-2 4 12 0,0 8 10 0,-2-12 2 15,0 5 1-15,2 7-2 0,-5-7-3 0,5 7 1 16,-9-2 0-16,9 2 0 0,-16 7-2 0,7 2 1 16,0-1-5-16,-4 4 4 0,4 4-3 15,-1-1 2-15,2-1 1 0,-1 1-5 0,5-1 5 0,0 0-26 16,3-2-24-16,0 4-28 0,1-4-37 0,4-2-46 15,1 0-54-15,1 0-43 0,4-1-177 0,-2-2-456 16,4 0 202-16</inkml:trace>
  <inkml:trace contextRef="#ctx0" brushRef="#br0" timeOffset="-112216.11">9293 13589 182 0,'-6'1'243'0,"6"-1"-7"0,-21 5-10 0,5 1-10 0,-2 4-12 16,-4 5-10-16,3 3-15 0,0 1-13 0,3-3-19 0,4-3-9 15,-4 9-16-15,7-5-8 0,2-3-12 16,1 3-13-16,4-6-1 0,1 6-15 0,-2-7-5 16,7 1 2-16,-3 0-6 0,4-3-6 0,0 1-7 15,3-1-2-15,1-5-9 0,0 1-4 0,1 0-5 16,-1-2-4-16,3-2-5 0,-1 0-2 0,2-2-2 0,-4-1-3 15,0 0 8-15,-1 0-12 0,2-1 0 0,-4-1-3 16,1-4-2-16,-2 3 2 0,1-3-2 0,-1 4 3 16,-1-5-3-16,0 1-4 0,-4-2 4 0,2 2 1 15,1-2-2-15,-2 0-3 0,-1 0-2 16,-1 2 3-16,2 1 0 0,1 1 5 0,-2 7 3 0,1-12 3 16,-1 12 1-16,1-6-7 0,-1 6 0 0,0 0-2 15,0 0-3-15,0 0 12 0,0 0 11 16,0 0 3-16,0 0 1 0,-6 28 3 0,3-12 0 15,-1 0-4-15,3 0 1 0,-3 3-6 0,3-3-2 16,1-1-3-16,0-2-2 0,0-4 2 0,1 3 6 0,2-3-10 16,2 1-2-16,-1-3 7 0,0 0 0 15,2-1 6-15,4-2 2 0,-1-2-11 0,3 0 5 16,0-4-4-16,3 0 1 0,1-4-6 0,1 1-3 16,-1-3 7-16,0-2-8 0,-4 5 0 0,-1-3-2 15,3-5-3-15,-5 4-4 0,-3-2-1 0,0 0-5 0,5-5 0 16,-6-1 0-16,1 2-5 0,-2-2 3 0,1 2-7 15,-4-2 9-15,1-1-2 0,-1 8-6 0,0-2 4 16,-1 1 1-16,0 2 0 0,3 1 8 16,-3 8 3-16,1-10 1 0,-1 10-6 0,1-8-3 15,-1 8 3-15,0 0-1 0,0 0 3 0,0 0 6 0,0 0-2 16,-7 28 5-16,5-11 1 0,0-2-4 0,1 3-2 16,-2 0 3-16,3 8 5 0,-1-8-8 0,-2 0 3 15,2-2 1-15,0 2-7 0,-1-2 5 16,1-5-3-16,0 2 3 0,1-3-7 0,0 2 7 15,0-6 1-15,0-6-3 0,0 13 5 0,0-13-2 0,-3 9-6 16,3-9 5-16,0 8-2 0,0-8 14 0,0 0-17 16,4 5-1-16,-4-5 4 0,0 0-16 0,10-2 4 15,-10 2-17-15,19-10-10 0,-7 5-6 0,1-3-5 16,-1-2 0-16,5-2-5 0,-2-8-7 16,6 0 3-16,-3-1-3 0,0 2 7 0,-2-3 6 0,-2 1 5 15,0-1 4-15,0-1 2 0,-5 6 5 0,0 0 3 16,-1 0 3-16,-3 1 5 0,-2 4 9 0,-1 3 20 15,-1-1 8-15,2 2 15 0,-3 8 10 0,3-11 1 16,-3 11 1-16,0 0-2 0,-7-5-6 16,7 5 7-16,0 0 1 0,-29 19-3 0,16-6-2 0,-2 0-3 15,-4 3 5-15,4-1-3 0,4 2-7 0,0-2-4 16,0-1 2-16,5 2-13 0,2 0-19 0,-1-3-31 16,5-3-52-16,4 5-62 0,-1-4-76 0,5-2-82 15,0 1-231-15,7-2-580 0,2 1 257 0</inkml:trace>
  <inkml:trace contextRef="#ctx0" brushRef="#br0" timeOffset="-111798.95">10590 13549 155 0,'-1'-12'338'0,"0"3"-6"0,1 0-11 16,-2 2-9-16,2 7-19 0,-1-10-13 0,1 10-13 16,-2-9-26-16,2 9-30 0,0 0-27 0,-3-7-24 15,3 7-13-15,0 0-12 0,0 0-3 0,0 0-10 16,-2 35-7-16,-1-16-10 0,1 5-8 0,0 0-12 16,1-4-3-16,0 1-5 0,1 3-17 0,-2-4 4 15,2-1-17-15,0 2 2 0,0-2-2 0,2-1-8 16,-2 5-1-16,1-5-48 0,0-2-48 0,-1-1-47 15,0-3-48-15,-1 1-55 0,1-6-63 0,1 5-50 16,-3-2-248-16,0-3-615 0,2-7 273 0</inkml:trace>
  <inkml:trace contextRef="#ctx0" brushRef="#br0" timeOffset="-111634.18">10543 13293 99 0,'0'0'72'0,"18"14"-36"0,-9 1-36 15,4 7-35-15,-3 5-37 0,1 1 17 0</inkml:trace>
  <inkml:trace contextRef="#ctx0" brushRef="#br0" timeOffset="-111400.98">10785 13790 197 0,'0'0'264'0,"0"0"-2"0,0 0-14 16,0 0-4-16,0 0-13 0,1-27-11 0,0 18-11 15,4-2-11-15,3-1-12 0,-2-2-11 0,2 2-13 16,1-2-9-16,6 2-5 0,-2-1-16 0,2 2-12 16,-4 4-4-16,0 0-5 0,-2 3-24 0,3 1-13 15,0 3-4-15,0 3-9 0,-2 0-4 0,1 3-2 16,0 1-13-16,-2 2-3 0,0 0-4 0,-3 2 0 15,3 4-8-15,-3-3 1 0,1 4-11 0,-5 0-41 16,2-2-37-16,-1-1-48 0,-2 3-57 0,2 0-70 16,-2-3-78-16,1 4-202 0,0-8-558 0,3-1 246 15</inkml:trace>
  <inkml:trace contextRef="#ctx0" brushRef="#br0" timeOffset="-110699.97">11948 13469 255 0,'0'0'288'0,"-7"-12"-9"16,3 6-10-16,-2-1-9 0,0 4-12 16,6 3-14-16,-15-1-12 0,15 1-15 0,-17 5-5 15,6 3-18-15,-1 5 6 0,0 1-7 0,2 1-16 0,-4 7-14 16,6-4-17-16,2 1-15 0,-1 6-8 0,7-8-14 15,-3 2-11-15,6 0-7 0,1-3-9 0,1 2-4 16,3-1-7-16,1-1-4 0,5-2-2 0,-1-1-8 16,1-4-4-16,3-2 11 0,2 4-18 0,1-7-10 15,0 1-2-15,1-1-12 0,-1-1-2 0,-2-2 1 16,4-1-22-16,-4-1-16 0,2-4 15 0,-3 2 0 16,-4-1 7-16,-2 0-1 0,2-2-3 0,-4 0 4 15,-1-3-2-15,0 1-3 0,-1-1 2 16,-3-1 5-16,0 1 0 0,-2-2-3 0,-2 6 3 0,3-6-2 15,-3 3 7-15,0 8-5 0,0-12-4 0,0 12 3 16,0-8 0-16,0 8-2 0,0 0-3 0,0 0 6 16,0 0 7-16,0 0 4 0,0 0 3 0,0 0-6 15,-7 25-2-15,5-14 0 0,2-3 3 16,0 3-3-16,2-2 0 0,1 1-1 0,3-1 10 0,-1-1-11 16,4 1 1-16,-1-2 1 0,2-3 5 0,4 0-6 15,0-3 2-15,5 1 2 0,-2-4 0 0,2 0 1 16,1-2-4-16,-3-2 5 0,2-2-5 15,-6 1-2-15,1 1-4 0,-5-2 2 0,-2-1 3 16,2-1-7-16,-3 1 6 0,1-2 4 0,-4 0-2 0,-3 0 2 16,-1-2-3-16,1 0 0 0,-4-3 0 0,-2 2-8 15,-4-1-2-15,-1 0-3 0,2 3-6 16,-3 0-13-16,-1 1 3 0,1 5-10 0,-3-1-10 16,2 2-12-16,-1 3-15 0,-3 2-18 0,-2 1-25 0,1 3-34 15,-2 5-43-15,2-3-60 0,0 3-48 0,0 0-213 16,5 1-559-16,2-3 248 0</inkml:trace>
  <inkml:trace contextRef="#ctx0" brushRef="#br0" timeOffset="-110429.77">12538 13318 226 0,'0'0'325'0,"-3"-11"-16"15,3 11-23-15,-1-7-28 0,1 7-24 0,0 0-21 16,0 0-21-16,0 0-6 0,0 0 20 16,0 0-10-16,8 39-10 0,-4-13-14 0,-4 3-15 15,3-1-27-15,0 3 1 0,-3-4-11 0,0 4-13 0,2-6-8 16,-2 2 3-16,0 0-24 0,0 0-13 0,2-8-1 16,0 7-9-16,-2-8 2 0,-2 0-13 15,4-1-25-15,-2 0-49 0,2-2-45 0,-2-3-41 0,-2 0-48 16,2-4-54-16,0 2-57 0,0-4-46 0,0-6-182 15,-2 10-546-15,2-10 242 0</inkml:trace>
  <inkml:trace contextRef="#ctx0" brushRef="#br0" timeOffset="-110234.31">12666 13404 8 0,'2'-18'251'15,"0"7"4"-15,0-1 10 0,-2 3-4 0,0 3-14 16,3-1-22-16,-3 7-18 0,0 0-27 0,0 0 16 15,0 0 8-15,0 0 4 0,9 25-14 16,-7-1-1-16,0 4-16 0,0 1-9 0,-2 0-24 0,0 2-4 16,0-1-23-16,1 2-9 0,-1-3-8 0,2 0-10 15,-2-3-12-15,2 0-21 0,-2-6-5 0,2-1-40 16,0 7-50-16,-2-8-49 0,-2-1-53 0,2-2-69 16,0 2-69-16,0-1-287 0,-2-6-610 0,-2 0 270 15</inkml:trace>
  <inkml:trace contextRef="#ctx0" brushRef="#br0" timeOffset="-109934.03">12751 13819 33 0,'7'-6'217'0,"5"-2"3"0,1-2 3 16,1-1 1-16,1 2-7 0,1 0-6 0,-1-1-14 16,4-1-10-16,-4 0-11 0,1 0-9 0,0-1-12 15,0 0-12-15,1 0-15 0,-1 2-11 0,-3-2-8 16,3-3-9-16,-3 4 0 0,-2-2-14 0,1 0-1 15,-5 2-10-15,1-3 1 0,-7 3-8 0,4 2 10 16,-1-2 1-16,-4 3-2 0,2 0 11 0,-2 8-11 16,-2-13 8-16,2 13-12 0,-4-9 4 0,4 9-13 15,-12-2 1-15,12 2-9 0,-23 10 3 0,8-1-5 16,-3 5 1-16,2-1-9 0,-4 5-4 0,5-4-2 16,1 2-14-16,5-1 3 0,0 2 0 0,0-1-10 15,6-4-30-15,1 4-28 0,2-4-34 0,2 0-25 16,3-2-26-16,2 1-36 0,2-2-41 0,0-3-41 15,9 2-35-15,-1-5-24 0,2 2-200 0,1-2-543 16,0-5 240-16</inkml:trace>
  <inkml:trace contextRef="#ctx0" brushRef="#br0" timeOffset="-109700.95">13266 13559 126 0,'6'-14'209'0,"-3"2"8"15,-3 1 15-15,2 1 1 0,-2 2 8 16,0 8-4-16,-4-13 0 0,1 9-13 0,3 4-9 15,-9-4-10-15,9 4 3 0,-18 4-11 0,9 2-7 16,-5 5-7-16,-1 2-7 0,1 0-13 0,1 2-13 16,2 2-12-16,-1-2-11 0,4 3-16 0,1-1-11 0,-2 0-11 15,6 0-6-15,1-1-5 0,4-1-7 16,-2-3-10-16,5-2-4 0,0 2-6 0,2-2-25 16,1-1-24-16,3-3-36 0,5-1-39 0,0-1-41 15,-2-2-45-15,-1 0-47 0,5-1-48 0,3-2-16 0,5-1-29 16,-6-1-239-16,-1-2-584 0,-2 0 259 0</inkml:trace>
  <inkml:trace contextRef="#ctx0" brushRef="#br0" timeOffset="-109467.14">13532 13289 101 0,'-2'-10'309'15,"2"-3"9"-15,-2 5 6 0,4 0 6 0,-2 8-19 16,-4-10-20-16,4 10-24 0,0-9-30 0,0 9-24 15,0 0-3-15,0 0 11 0,0 0-9 0,-2 37-9 0,0-11-7 16,2 2-18-16,0 1-17 0,-2-1-14 16,4 0-10-16,-4-1-12 0,4 1-15 0,-4-3-2 0,4 0-14 15,-4 0-9-15,2-5-7 0,0-2-10 16,0-2-6-16,-1 1-11 0,2 0-11 0,-2-1-32 0,-1-4-58 16,2 0-61-16,0-2-59 0,0 0-54 0,-2-1-58 15,0 0-58-15,-2-3-41 0,-2 0-226 16,0-3-656-16,6-3 290 0</inkml:trace>
  <inkml:trace contextRef="#ctx0" brushRef="#br0" timeOffset="-109110.05">13454 13518 172 0,'7'-4'180'0,"4"1"0"0,-2 0-3 15,-4 0-9-15,4 0-8 0,-9 3-13 0,14-2-7 16,-6 3 0-16,-8-1-5 0,15 3 0 0,-7 0-2 0,1 1 5 15,-3 2 2-15,-1-1-2 0,4 0-12 16,-4 2-3-16,3 0-2 0,-3 2-7 0,3-1-13 16,0 0-7-16,-2-1-7 0,3 1-9 0,0-3-8 15,1 0-9-15,0 0-5 0,7 0-3 0,-2-1-5 0,3-2-2 16,0-2-5-16,2 0 6 0,-2-2-15 0,-4 1-4 16,4-3-2-16,-5 0-1 0,-2 1 5 0,1-1 1 15,-2-2 7-15,-1 2 3 0,-1-3 1 0,-2 1 9 16,-1-5 6-16,-3 5-18 0,0-2 18 15,-4-2-6-15,-1 0-8 0,-5 0 1 0,-2-4-5 0,-1 0-4 16,1 6-3-16,-3-3-6 0,0 2-3 0,-1 3-1 16,2 0-3-16,1 2-21 0,-8 2-15 0,6 2-34 15,-5 0-31-15,3 4-31 0,-4 4-29 0,-1 1-44 16,5 4-59-16,0 1-53 0,-2 3-243 0,5-1-586 16,4 1 260-16</inkml:trace>
  <inkml:trace contextRef="#ctx0" brushRef="#br0" timeOffset="-108764.66">13890 13685 175 0,'13'-5'216'0,"6"0"4"0,-9-1-7 0,5-1-4 16,0-4-13-16,-6 4-14 0,6-3-16 0,-6-2-15 16,5 1-4-16,-5-2-15 0,0 0-10 0,-2 3-5 15,0-6-7-15,-5 6 3 0,0-3-11 0,-4 0-9 16,0 1 6-16,-1 0-6 0,-3-5 3 0,-4 4-7 15,2 3 2-15,-1 0 1 0,2 1-2 0,-2 2-6 16,2 0-1-16,3 2-9 0,-1 1-10 16,5 4-1-16,-9-9-12 0,5 6-4 0,4 3-10 15,0 0-8-15,0 0-6 0,0 0-4 0,0 0-4 0,0 0-2 16,22-4-6-16,-9 4-3 0,1 0 1 0,-1 2-2 16,6 3-1-16,-6-2-1 0,3 3-2 0,-7-1 1 15,5 1 0-15,-6 2-4 0,-1-1 2 0,0 3 7 16,0-1 8-16,0 2 11 0,-3-1-2 0,-4 1 3 15,2 2 5-15,-2-3-5 0,2 3-1 0,-4-2-2 16,2 0-5-16,0 1-1 0,-2-1-2 0,0 0-27 16,1-1-37-16,0 2-41 0,-2 1-57 0,1-3-70 15,2-1-83-15,-2 1-258 0,4-2-603 0,0 0 267 16</inkml:trace>
  <inkml:trace contextRef="#ctx0" brushRef="#br0" timeOffset="-99566.84">14907 13691 120 0,'0'0'187'0,"0"0"-10"0,0 0-10 0,0 0-11 0,0 0-4 16,19-23-8-16,-8 17-5 0,-2-3-9 0,1-1-11 16,2-2-10-16,4-1-10 0,-3-1 0 0,-1-1-9 15,2 1 2-15,-2-2-9 0,2 1-4 16,-5 1-4-16,2 0-5 0,0-1-1 0,-4 1-4 0,0 0-3 16,-1 2 2-16,-6-2-1 0,3 4-4 0,-2-2-6 15,-2 1-1-15,2 1 0 0,-2 1 5 0,-1 1-2 16,2 8-4-16,-7-11-4 0,2 7-7 0,5 4 3 15,-13-3-6-15,13 3-5 0,-20 7 7 0,9 1-9 16,-3 6-4-16,1-1-3 0,-3 10 2 0,0 2 0 16,1 2-1-16,7-2-1 0,-6 0-3 0,4-1 2 15,4-1-6-15,1-4-2 0,3 0 3 0,2-3-2 16,0 2-4-16,7-1-1 0,-3-2 1 0,6 2-3 16,0-4 1-16,3-3-17 0,5 0-5 0,-2-4-24 15,6-2-22-15,6-1-19 0,3-2-25 0,2-2-30 16,-1-2-33-16,1-3-24 0,0-1-28 0,-3 0-8 15,-2-2-162-15,-1-1-420 0,-12 1 186 0</inkml:trace>
  <inkml:trace contextRef="#ctx0" brushRef="#br0" timeOffset="-98818.14">15395 13526 115 0,'0'0'158'16,"0"0"-18"-16,-2-12-12 0,2 12-13 0,0 0-11 15,0 0-4-15,0 0 19 0,0 0 14 0,0 0-10 16,0 0-10-16,0 0-10 0,0 0-5 0,2 33 7 15,-4-26 0-15,4 2-1 0,0 1-9 0,-2 0 2 16,1-2-9-16,-1-8-4 0,0 11-6 0,0-5 0 16,0-6 2-16,1 9 5 0,-1-9 10 15,0 0 10-15,-1 9 11 0,1-9 8 0,0 0 14 0,0 0 5 16,0 0-5-16,0 0-5 0,0 0-11 0,0 0-16 16,0 0-30-16,0 0 18 0,0 0-9 0,0 0-6 15,-10-25-16-15,8 17-5 0,1-2-7 0,1 0-10 16,0-1-3-16,3-1-10 0,-1-4-22 0,1 0 12 15,-1 0-10-15,5 1-1 0,-1 0-6 0,-1 2-5 16,4 1 2-16,2-2-3 0,0 3-4 0,2 4 6 16,1 0-4-16,0 4 0 0,-1 2 2 0,1 4 5 15,-3-1-9-15,7 7-1 0,-4 1 5 0,1 2-2 16,-2 2 5-16,-2 0-3 0,0 0-2 0,-1 2 0 16,0-2 6-16,-1 2-3 0,-3-1-1 0,1-4 3 15,-3-1-2-15,1 1 6 0,0-1 1 0,-2-5 1 16,-1 3-2-16,-1-4 0 0,-1-4-2 0,4 9 5 0,-4-9-1 15,2 7-3-15,-2-7 12 0,0 0-3 16,0 0 3-16,2 5 2 0,-2-5-8 0,0 0 2 16,0 0-7-16,0 0 1 0,0 0-8 0,0 0-5 0,3-22 1 15,3 14-9-15,-1-2 0 0,2-1 2 0,2-2-13 16,2 1 4-16,-2-2-6 0,-1 4 0 16,-1 1 3-16,2-1 3 0,1 1-3 0,-2 3 2 15,-3 0 1-15,1 3 1 0,-1 0-3 0,3 2 5 16,-8 1 2-16,11 1 5 0,-5 3-2 0,2 4 1 0,-2-2 0 15,-1 1 6-15,2 3-3 0,-2 0 2 0,0 1 1 16,1-1 3-16,2-3 1 0,-2 3 1 0,2-2 2 16,1-1 3-16,0-3-3 0,0 2 12 15,0-3 0-15,1-2-1 0,0 0-3 0,3-1 4 16,-1-2-5-16,0 0 6 0,0-2-2 0,1-1 0 0,3-1-2 16,-4 1 3-16,-2-2 3 0,0 0 0 0,-2-1-3 15,0-1 4-15,-2 0-5 0,1 0-1 0,-3 0 3 16,0-2 0-16,1 0 4 0,-2 0 1 0,0-1-4 15,-2 2 8-15,0 1-10 0,0-2 3 0,3 3 12 16,-4 8 9-16,-2-10 3 0,2 10-7 0,2-7-6 16,-2 7-4-16,0 0 5 0,0 0 7 0,0 0 1 15,0 0-21-15,0 0 16 0,-7 28 5 0,5-17-6 16,1 0-6-16,4 2 5 0,-3-2-9 16,1 1 1-16,1-1-2 0,3 0-4 0,-1 0-25 0,4-1-30 15,-2 0-36-15,2-4-42 0,1 1-45 0,0-1-46 16,2-3-52-16,2 0-45 0,-3-2-247 15,3-1-603-15,-3-2 267 0</inkml:trace>
  <inkml:trace contextRef="#ctx0" brushRef="#br0" timeOffset="-98648.33">16037 13249 1831 0,'-13'-22'14'0,"3"7"57"0,3 3 3 16,2 6-26-16,-2-3-20 0,3 4-5 0,0 0-7 15,4 5-11-15,-4-7 1 0,4 7-2 0,0 0-3 16,0 0-8-16,0 0-18 0,0 0-32 0,0 0-16 16,21 18-27-16,-10-10-22 0,-1-2-19 0,7 3-125 15,-2-4-289-15,-1 2 128 0</inkml:trace>
  <inkml:trace contextRef="#ctx0" brushRef="#br0" timeOffset="-98416.93">16199 13223 136 0,'5'-9'172'0,"-2"6"7"0,-3 3 1 16,4-12 0-16,-3 7-5 0,-1 5 0 0,1-12-1 15,-1 12 0-15,3-9-4 0,-3 9 1 0,1-9-1 16,-1 9-4-16,1-6-13 0,-1 6-14 0,0 0-17 16,2-7-16-16,-2 7-8 0,0 0 15 0,0 0 10 15,7 27 8-15,-3-10 4 0,-1 9-11 0,1 3-6 16,-4 0-8-16,5 1-15 0,-4 2 0 16,-1 0-14-16,0-2-4 0,4 1-4 0,-3-2-11 0,0 0-3 15,-1-5-9-15,1 1-6 0,2-4-2 0,1-4-26 16,-1-1-45-16,-1-4-28 0,2 4-39 0,-1-5-44 15,-1 1-42-15,1-5-51 0,-1-1-51 0,2 0-48 16,-4-6-175-16,1 7-547 0,-1-7 242 0</inkml:trace>
  <inkml:trace contextRef="#ctx0" brushRef="#br0" timeOffset="-98262.14">16183 13461 101 0,'3'-12'168'0,"1"7"-10"0,-4 5-15 0,12-7-13 16,-3 3-14-16,5-1-11 0,1-2-13 0,4 0-24 16,2 0-34-16,-1 1-28 0,6-1-36 0,-7 0-34 15,0 1-25-15,-1 0-68 0,-3-2-169 16,-3 1 75-16</inkml:trace>
  <inkml:trace contextRef="#ctx0" brushRef="#br0" timeOffset="-98077.14">16452 13239 7 0,'-2'-11'163'0,"-2"-1"3"0,1 3 1 0,2-1 7 15,-2 4 7-15,3 6-3 0,-3-12-6 0,1 8-14 16,2 4-18-16,0 0-19 0,-1-9-6 0,1 9 4 16,0 0 8-16,0 0 12 0,12 29 6 0,-9-10 3 15,1 4 2-15,3 6-17 0,-2-2-15 0,-3 1-8 16,2 0-14-16,0-1-5 0,-3 0-5 0,2-8-10 16,1 8-12-16,-2-8-9 0,1-1-39 0,-1-2-49 15,5 3-52-15,-5-1-59 0,2-7-64 0,0 5-61 16,-3-3-177-16,0-4-484 0,-2-2 215 0</inkml:trace>
  <inkml:trace contextRef="#ctx0" brushRef="#br0" timeOffset="-97566.25">16510 13571 162 0,'10'-2'163'0,"-10"2"-8"0,10-1-3 15,-2-1-4-15,2-2-6 0,3 0 2 0,-2-1-8 16,6-1-9-16,-3-4-7 0,3 3 1 0,-7 0 0 16,5-2-6-16,-1 0 2 0,0-1 3 0,2 1-1 15,-5-2-2-15,-1 2-8 0,-2-1-2 0,1-3-3 16,-3 2-5-16,3-3-3 0,-1-1 0 0,-4 3 0 16,0-3-10-16,-2 2-2 0,0 0-7 0,-1 3 12 15,0 0 11-15,0 1 11 0,-1 1 2 0,0 8-12 16,-1-12 12-16,1 12-9 0,-2-10-16 0,2 10-4 15,-6-2 4-15,6 2-21 0,0 0-6 0,-24 18-8 16,15-4-7-16,-1 1-3 0,-1 2-2 0,3 1-14 16,-1-2 5-16,2 2-1 0,2-1-3 0,3 0-4 0,1 0-2 15,2-5 3-15,3 0-8 0,1 3-3 16,-2-3 3-16,7 2-3 0,-3-5-5 0,2-3 4 16,-1 1-1-16,3-3 5 0,1-1-5 0,-1 0 4 0,1-2-14 15,0-3-14-15,0 0 8 0,2-1 6 16,-2 0-4-16,-1-4-4 0,1 1 6 0,-1-1-5 0,-1 0 10 15,-1-1-29-15,2-1 30 0,-1-2-11 16,-1-1-11-16,1-1 22 0,0 2-26 0,-2-2 15 16,-3 3 6-16,1 0-3 0,-1 1 5 0,-1 2-5 0,-1 1-4 15,-1 0 3-15,-2 6-2 0,7-7-4 16,-7 7 0-16,2-4 4 0,-2 4-4 0,0 0 6 16,0 0 0-16,7 13 1 0,-6-6-4 0,-1 1 3 15,0-8 1-15,0 17-25 0,0-7-35 0,0 1-53 0,0-2-55 16,-1 1-70-16,2 0-79 0,-2 1-313 15,-2-3-684-15,4 4 303 0</inkml:trace>
  <inkml:trace contextRef="#ctx0" brushRef="#br0" timeOffset="-97215.2">17493 13247 233 0,'0'-7'328'0,"0"7"-37"0,2-7-26 0,-2 7-11 0,0 0-2 16,0 0-6-16,18 10-9 0,-12 0-7 0,3 6-16 15,-1 2-15-15,3 3-14 0,0 2-16 0,-1-5-14 16,0 0-10-16,-2 0-15 0,2 0-18 0,-4-3-2 16,2 1-8-16,-1-5-14 0,-2 0 8 0,1-3-18 15,-2-1-4-15,0-2-14 0,-3 1-5 0,3-1 7 16,-4-5 11-16,5 7 11 0,-3-3 2 0,-2-4 20 15,0 0 14-15,4 4 1 0,-4-4-11 0,0 0-11 16,14-13-10-16,-10 4-12 0,0 1-6 16,5-6-4-16,-4 3-8 0,1 0-11 0,3-5 1 0,-3-3-4 15,-1 3-6-15,0-3-6 0,2 1-17 16,1-7-22-16,-2 0-22 0,2 9-25 0,0-2-16 0,-3 4-33 16,-1 1-42-16,0 3-36 0,-2 1-45 0,1 5-46 15,-2-2-55-15,-1 6-35 0,4-7-16 0,-4 7-227 16,0 0-653-16,0 0 288 0</inkml:trace>
  <inkml:trace contextRef="#ctx0" brushRef="#br0" timeOffset="-96950.79">17864 13372 133 0,'4'7'214'0,"0"-2"-12"16,0 1-7-16,1-1-2 0,-2 1 1 0,0 0-7 16,3 0-5-16,-4-1-3 0,2 0-4 0,1 0-13 15,1 0-6-15,-1-1 2 0,2-2-6 0,-1 0-4 16,6 0-8-16,-5-2-11 0,4 0-7 0,-1-2-9 15,1 0 2-15,0 0-14 0,-2-3 6 0,-1 1-5 16,0-2 2-16,-1-2-19 0,0-1-1 0,0 0-8 16,-2-2-2-16,-1 1 1 0,-2-2-3 0,-1 0-2 15,-1 2-9-15,-1-2 1 0,0 2-23 0,-2 0 7 16,1 4-2-16,-2-3-9 0,-5 3-3 0,1 1 2 16,-3 3-9-16,-3 2-2 0,-2 2-7 0,-1 3-31 15,-1 1-36-15,0 1-45 0,-1 3-48 0,3 1-56 16,1 0-63-16,3 0-67 0,2 3-257 0,1-6-635 15,6-2 282-15</inkml:trace>
  <inkml:trace contextRef="#ctx0" brushRef="#br0" timeOffset="-96700.74">18252 13147 147 0,'1'-17'346'0,"0"7"16"0,-1 1-1 15,3-1-20-15,-5 4 4 0,2 6-32 0,2-10-34 16,-2 10-29-16,0 0-32 0,0 0-18 0,0 0 9 16,0 0-10-16,11 29-12 0,-7-6-2 0,0 2-31 0,1 3-5 15,-2 0-10-15,-1 1-15 0,1-1-11 16,-2 1-14-16,-1 0-10 0,4-3-16 0,-2 0 6 16,1-7-16-16,0 7-10 0,-1-9-27 0,-1 0-42 15,2-5-62-15,-1 1-57 0,0-3-63 0,-2 0-59 16,1-1-63-16,0-3-60 0,-1-6-241 0,-2 9-671 15,2-9 298-15</inkml:trace>
  <inkml:trace contextRef="#ctx0" brushRef="#br0" timeOffset="-96459.89">18466 13146 77 0,'4'-10'304'15,"-1"0"7"-15,1 2 2 0,-2 1-2 0,1 0-21 16,-3 7-27-16,2-6-30 0,-2 6 10 0,0 0 10 15,0 0-3-15,3 22-17 0,-4-5-14 0,1 3-11 16,0 5-8-16,-4 4-26 0,0-1-16 0,3 2-10 16,1-3-18-16,-2 0-11 0,4-2-9 0,-2-1-12 0,0-4-11 15,2-1-11-15,1 0-6 0,-1-2-11 16,0-1-32-16,-2-4-38 0,1-2-40 0,0-1-41 16,-1-2-46-16,0-7-46 0,1 13-39 0,-1-13-44 0,2 10-32 15,-2-10-18-15,-3 6-247 0,3-6-611 0,0 0 270 16</inkml:trace>
  <inkml:trace contextRef="#ctx0" brushRef="#br0" timeOffset="-95365.75">18373 13384 56 0,'0'0'188'0,"-4"-9"-4"0,4 9-10 0,3-9-2 16,-3 9 2-16,15-7-5 0,-7 2-8 0,6 1-6 16,3 0-11-16,3 1-11 0,7-4-10 15,-7 2-11-15,8-1-7 0,2 0-8 0,0 2-11 16,-1-2-5-16,-9 2-3 0,8-1-10 0,-6 1-6 0,-2-1-3 15,-1 2 0-15,-7 0 1 0,2 1 8 16,-4 1 5-16,-2 0 11 0,-3-1 13 0,-5 2 17 16,11-2 6-16,-11 2 5 0,0 0-1 0,9 0 3 0,-9 0 2 15,0 0-2-15,0 0-21 0,0 0-6 16,-6 16 4-16,-2-6-6 0,-2 2 0 0,1 2-13 0,0 0-3 16,0 1-9-16,0 0-9 0,3-1-8 0,1-3-4 15,0 2 4-15,1-2-7 0,3 0-11 16,-1 0-6-16,4-1-1 0,1-1-1 0,0 1-13 15,-1-4 9-15,6 1-7 0,-3-2-3 0,6-3 0 0,0 2-6 16,-1-3-3-16,2-1 0 0,1-1-4 0,-2-2 12 16,2 1-11-16,-2-1-3 0,0-3-1 0,1 2 3 15,-3-4-3-15,0-1 3 0,1 2-4 16,-4-1 0-16,0-2 3 0,2 1 10 0,-2-1-9 0,-1 0-9 16,0 0 10-16,-3 3-4 0,1 1-1 0,0 2 6 15,-3 4-5-15,4-10 3 0,-4 10-3 0,1-8-7 16,-1 8 2-16,0 0-2 0,0 0 0 0,0 0 2 15,0 0-6-15,0 0 10 0,0 0-3 0,0 0 0 16,3 23 9-16,-3-23-7 0,3 12-1 0,0-9 1 16,2 4 4-16,2-1-2 0,2 0 0 0,2-3-11 15,2 0 19-15,5-2-1 0,0 0-7 0,1-1-4 16,1-2 0-16,2 1 0 0,5-3-1 0,0-2 0 16,-8 2-3-16,-1 0 10 0,-2-2-6 0,-4 1 6 15,-1-1-7-15,-1 0 2 0,1-1 0 0,-2-1 3 16,-2 1-1-16,1-5 1 0,0 5-1 0,-2-4-2 15,0 2 1-15,-3-1 3 0,-1 1-1 0,0 0 3 16,-2 2 5-16,0 7 10 0,0-13-1 0,0 13 3 16,-3-9-1-16,-2 5 1 0,5 4 8 0,-13-3-9 15,13 3 3-15,-16 7-6 0,4-5-1 0,3 2-4 16,0 3-1-16,-1-1 1 0,4-1 2 0,-1 0-3 16,2 0-3-16,0-1-1 0,5-4 0 0,-7 8-8 15,5-3 1-15,2-5-12 0,0 0-5 0,-2 8-21 16,2-8 21-16,0 0 1 0,0 0-7 0,0 0 9 15,6 7-2-15,-6-7 2 0,0 0-4 0,0 0 7 16,0 0-3-16,9 1 4 0,-9-1 0 0,0 0 1 16,0 0 2-16,0 0 0 0,0 0 0 0,0 0-3 0,6 4-2 15,-6-4 4-15,0 0-3 0,2 10 5 16,4 2 0-16,-2 4-2 0,5 3 8 0,-2 5-4 16,2 5 5-16,-1 0 2 0,2 4 13 0,-2 1 2 15,0 0 5-15,1 1 5 0,2 10-2 0,-2-12 3 16,-1 14 11-16,1-11-7 0,-3-1-1 0,0-3-9 15,-3-3 8-15,1-2-1 0,-3 1-4 0,2-4 1 16,-6-5 0-16,1-2 3 0,-2-2-6 0,-3 1-2 16,-2-1-3-16,-3-2 5 0,-1-2-3 0,-2-2 3 0,0-1-7 15,-1-2 5-15,3-2-8 0,-4 1 0 16,5-1 2-16,0-4-3 0,-1 1-1 0,3-1-8 16,-1 0 4-16,11 0-7 0,-14-5-11 0,8 1-4 15,1-2-8-15,3-4-11 0,2-1-4 0,4 0 3 16,3-7-5-16,5-6 5 0,6 1 0 0,1-2-5 0,0-3 1 15,4 0 5-15,6-12 3 0,3 4 1 16,3 0-5-16,-2 1 4 0,0-1 4 0,-5 12 7 0,8-9-9 16,-8 7 4-16,-3-1-3 0,1 1-6 0,6-9-4 15,-12 8 6-15,3-1 6 0,-3-3 3 0,2 3 3 16,-3-1-16-16,-3 0 12 0,-1 0 4 0,0 1 0 16,-2 1-1-16,-6 2 12 0,-3 7 5 0,1 1 12 15,-2 1 6-15,-4 5 6 0,1 4-11 16,-3-1 8-16,-2 2 6 0,-4 1-4 0,0 5 6 0,-5 4-4 15,-1 3-1-15,-10 5 5 0,2 4 5 0,9-3-8 16,-6 5 6-16,7-3-8 0,5 1 4 0,1 1-11 16,3 1 4-16,1 0-8 0,5-1 4 0,2-1-13 15,3 1-35-15,6-5-37 0,5 1-55 16,4 1-50-16,3 0-55 0,3-3-66 0,4-4-55 0,-2 0-288 16,-4-1-695-16,1-3 308 0</inkml:trace>
  <inkml:trace contextRef="#ctx0" brushRef="#br0" timeOffset="-93433.7">20533 13096 27 0,'-3'-11'220'16,"-2"1"0"-16,3 1 0 0,-1 0-1 0,1 0-6 16,-2 1-3-16,1 1-7 0,3 7-7 0,-4-8-15 15,4 8-15-15,-2-7-20 0,2 7-16 0,0 0-12 16,0 0-8-16,0 0-3 0,-15 19-3 0,7 4-2 15,-1 6 4-15,0 4-4 0,1 13-15 0,3 2 9 16,-3 2-20-16,5-4 28 0,5-10-17 0,-2-2-8 16,3 2-5-16,1 0-3 0,1-3-7 0,0-1-2 15,-1-1-8-15,3-2-3 0,-2-1-7 0,1-4 0 16,0 2-6-16,-3-7-3 0,0-1 0 0,4-1-12 16,-6-2-2-16,1-4 0 0,1 2-16 0,0-2-32 15,-1-4-28-15,-1-2-24 0,-1-5-21 0,2 13-25 16,-2-13-30-16,-7 9-35 0,1-5-30 0,-2-3-36 15,8-1-35-15,-16 2-172 0,3-3-500 0,0-1 221 16</inkml:trace>
  <inkml:trace contextRef="#ctx0" brushRef="#br0" timeOffset="-92450.29">20505 13401 73 0,'10'-2'169'15,"0"2"-4"-15,2 0-3 0,-1 2-5 0,1 1-6 16,-2 2-10-16,-1 0-10 0,2-1 3 0,-3 5-2 16,0-2-7-16,0 2-8 0,-2-2-12 0,-1 1-6 0,0 0-1 15,-1 2-8-15,0-1 0 0,-3-1-11 16,0-1-8-16,2 1-4 0,-3-8-8 0,1 10-3 16,-1-10-2-16,0 9-8 0,0-9-2 0,0 0-7 15,0 9-5-15,0-9-2 0,1 7-2 0,-1-7 0 16,0 0-1-16,0 0-5 0,0 0 0 0,0 0-3 0,0 0-2 15,0 0-4-15,0 0-2 0,13-3-1 16,-13 3-2-16,12-10-8 0,-6 2 0 0,0 0-3 16,2-1-2-16,0-1 2 0,-2 1-2 0,3-2-1 15,-3 0 2-15,1-2-3 0,-2 1 1 0,-1 0 3 16,0 2-2-16,-2-3 2 0,2 4 0 0,-1 0 5 16,-2 2 9-16,-1 7 4 0,1-11 1 0,-1 11-1 15,3-6-8-15,-3 6 3 0,0 0 5 0,0 0 8 16,0 0 4-16,0 0 6 0,-7 34-3 0,5-19-4 15,-1 2 2-15,2 0-4 0,1 0-5 0,-1 0-1 16,2-2-2-16,-1 2 1 0,4-6-6 0,-2 2-2 16,3-1 0-16,-1-2 1 0,3-1 1 0,-1-2-2 15,2-1 2-15,-1 1-4 0,0-3 4 0,1-1-2 16,-1-2-4-16,1-1 2 0,-1 1-2 0,-7-1-4 16,18-4 1-16,-11 1-1 0,-2 1-4 0,-1-5-3 15,0 1-2-15,-2 1 0 0,-1-4 0 0,1 0-4 0,-2 0 3 16,-3-1-4-16,2 1 5 0,-3-2-5 15,3-2-2-15,-4-2 0 0,1 4 1 0,0-4-2 16,1 5-2-16,-2-1-8 0,3 0-4 0,0 0 1 16,2 1 0-16,0 10-2 0,2-13 1 0,-1 8-1 15,-1 5 3-15,5-7 3 0,-5 7 3 0,9-7-1 0,-3 7 5 16,-6 0-2-16,14 4 5 0,-5-1 1 0,2 3 3 16,-2 1-1-16,1 2 7 0,-1 1 4 15,-1 1 5-15,0 0 2 0,-1 0 6 0,-1-1 3 16,1 0 2-16,-2 1 0 0,2-1 4 0,-3-2-1 15,-1-2 2-15,1 0-1 0,-2 0 4 0,-2-6 9 0,5 8 7 16,-5-8 5-16,5 7 9 0,-5-7 7 16,5 4 7-16,-5-4-2 0,0 0-1 0,0 0-7 0,0 0-5 15,0 0-4-15,0 0-8 0,0 0-2 16,0 0-3-16,2-19-13 0,-1 10-4 0,-1 9-7 16,4-16-7-16,0 5-8 0,-1 0 2 0,4-3-9 0,2 1-4 15,-2-2-2-15,4 4 1 0,-1-2 1 16,-1 5-2-16,-1 0 4 0,-1 2 4 0,1-1-2 15,-1 5-6-15,0 1 2 0,-7 1 0 0,13 2 4 16,-6 3 2-16,-2 1-4 0,1-3 3 0,-1 6 3 16,0-1-1-16,-1 2 6 0,1-1-4 0,-4-1 4 0,0-1 3 15,1-1 0-15,-2-6-6 0,5 10 6 0,-4-5 1 16,-1-5 1-16,1 7 3 0,-1-7-5 16,0 0 7-16,3 5-3 0,-3-5 6 0,0 0 9 15,0 0-3-15,0 0-1 0,0 0-3 0,0 0-4 16,0 0 5-16,0 0-9 0,8-19 2 0,-3 11-5 0,2-1-3 15,0-1-2-15,-1-1 1 0,-1 1 0 16,2 0-6-16,1 0 1 0,-1 2 0 0,1-1-3 16,-2 4 1-16,0-2-2 0,-2 4 4 0,-4 3-5 15,10-4 5-15,-10 4 0 0,0 0-3 0,14 7 3 0,-10 0-3 16,0-2 5-16,0 6 0 0,1 0-1 0,-1-1 1 16,-3 3 3-16,2-2-2 0,-1 1-6 0,2-1-36 15,-1 1-32-15,-1-1-40 0,1 0-53 16,-1-1-58-16,2-1-65 0,-3-3-155 0,-1-6-484 0,11 11 214 15</inkml:trace>
  <inkml:trace contextRef="#ctx0" brushRef="#br0" timeOffset="-92128.76">21968 13224 105 0,'3'-8'318'16,"-2"1"5"-16,-1 7-11 0,4-11-10 0,-4 11-25 0,0 0-28 15,1-11-21-15,-1 11-20 0,0 0-18 16,0 0-12-16,0 0-13 0,-8 27-21 0,6-15-14 16,-1 1-7-16,1 1-19 0,0 4-10 0,2-2-11 0,4 1-3 15,0 2-11-15,4-3-6 0,-2 2-4 16,2-2-9-16,0 1-2 0,2-2-5 0,0 0-7 0,-4-3 4 16,3 1-7-16,0-3 4 0,-4-1-16 0,0 0 3 15,1-2-3-15,-4 0-6 0,2-1-9 16,0 0 8-16,-4-6-1 0,4 10 2 0,-4-10 11 0,0 0 16 15,0 14-12-15,-7-9-4 0,2 0 0 16,5-5-10-16,-17 11 4 0,6-5-25 0,0-3-15 0,-1 2-23 16,-1-3-26-16,0 2-29 0,-3-2-39 0,2 1-42 15,-4-4-46-15,5-1-53 0,-1 2-281 0,-4-4-605 16,2-1 267-16</inkml:trace>
  <inkml:trace contextRef="#ctx0" brushRef="#br0" timeOffset="-91965.9">22042 13137 129 0,'12'-5'188'0,"2"0"-11"0,1-1-11 16,2 2-19-16,-1-2-15 0,2 4-12 0,-1-2-12 0,1 3-23 16,-2 1-42-16,2 1-65 0,1-2-63 0,-6 5-113 15,5-3-215-15,-5 1 95 0</inkml:trace>
  <inkml:trace contextRef="#ctx0" brushRef="#br0" timeOffset="-91547.91">22481 13166 137 0,'0'0'253'0,"-11"-2"-2"16,11 2-6-16,-8-3-6 0,8 3-21 16,0 0-21-16,-8-2-23 0,8 2-10 0,0 0-8 15,0 0 1-15,-2 12-2 0,2-12-15 0,6 23-11 16,-2-8-5-16,-1 3 1 0,5 5-10 0,-2 2-6 0,-1-6-10 16,3 6-9-16,1-1 3 0,-4-5 1 0,2-2-14 15,-1 2-4-15,0-2-5 0,2-2-1 16,-3-4-2-16,4 3-20 0,-2-3 13 0,-1-2-12 15,-2-4 4-15,-2 1-8 0,1-1 2 0,-3-5-9 16,6 7 14-16,-5-3 19 0,-1-4-3 0,0 0 14 16,7 7 16-16,-7-7 5 0,0 0-7 0,0 0-11 0,0 0-9 15,13-12-7-15,-11 6-5 0,5-4-8 0,-4 1-14 16,1-2 4-16,3-5-4 0,-2 1-5 16,0-2-4-16,1 0-4 0,-1 0-10 0,2 0-17 0,3-2-18 15,-6 1-11-15,2-2-15 0,1 4-20 0,-1-1-19 16,-1 0-14-16,-1 7-23 0,0-2-28 0,-2 1-31 15,-2 5-30-15,0 6-39 0,2-12-48 16,-2 12-30-16,2-6-25 0,-2 6-177 0,0 0-571 16,0 0 253-16</inkml:trace>
  <inkml:trace contextRef="#ctx0" brushRef="#br0" timeOffset="-91227.15">23183 13082 74 0,'6'-11'277'0,"-3"2"6"0,1-2 15 0,0 3 1 16,-4 8-3-16,4-11-9 0,-4 11-9 0,5-10-16 15,-5 10-18-15,0 0-19 0,3-10-22 0,-3 10-22 16,0 0-15-16,0 0 10 0,0 0-10 0,0 0 13 16,0 28-7-16,0-9 1 0,0 6-5 0,-3 2-14 15,-1 3-15-15,2-3-6 0,-2 3-11 16,1-1-10-16,1-2-13 0,-1-2-4 0,1 1-9 0,2-5-10 15,0-1-6-15,0-3-8 0,0 2-4 16,1-2-6-16,0 1-6 0,2-7-4 0,-1 1-6 16,2-1-2-16,0-1-15 0,1-2-16 0,0 0-25 0,-1-2-31 15,2 1-24-15,1-3-37 0,-2-1-59 0,1-1-37 16,-6-2-48-16,10 3-48 0,-10-3-51 0,13-3-52 16,-5 1-236-16,-3-5-698 0,-5 7 309 0</inkml:trace>
  <inkml:trace contextRef="#ctx0" brushRef="#br0" timeOffset="-90816.85">23107 13236 154 0,'-5'-3'264'0,"5"3"-23"0,-8-6-13 0,8 6-8 16,-6-4-8-16,6 4-8 0,0 0-7 0,0 0-16 16,0 0-16-16,19-2-4 0,1 0-20 0,10 1-19 15,3-1-5-15,1 0-19 0,1-1-8 0,-1-1-10 16,-2 1-8-16,2-1-2 0,-6 2-10 0,0-1-1 15,-9 2-8-15,0-1-9 0,-7 0-5 16,-2 1-1-16,-4 1 4 0,-6 0 18 0,13 0-4 0,-13 0 9 16,10-2 11-16,-10 2 7 0,0 0 20 0,4 7-17 15,-4-7-10-15,0 0 5 0,-9 20 10 0,3-10-4 16,-1-1-4-16,1 5-2 0,-2-1-12 0,3 3-1 16,0-4-10-16,4-2-6 0,-3 3-4 15,1-2-8-15,3-2 0 0,2 1-12 0,0-1 4 0,2 0-4 16,2-1-1-16,0-3-11 0,4 0 12 0,0-1-2 15,2-3-21-15,0-1-3 0,1 0-3 16,2 0 19-16,-3-3 1 0,1 0-7 0,-1-1 1 16,-1-2 2-16,-4 0-6 0,4 0 2 0,-4-2 1 0,0-1-7 15,-2-1 7-15,2 1 11 0,-4-2-19 0,1 2-12 16,-3-2 16-16,-1-1-7 0,0 12-13 0,-3-22-17 16,1 12 16-16,-1 2-12 0,3 8-15 0,-10-18-10 15,8 12-14-15,-2-1-25 0,-1 3-16 0,-3-2-25 16,-1 6-21-16,9 0-35 0,-19-3-43 0,19 3-47 15,-18 3-46-15,8 0-218 0,10-3-587 0,-14 6 260 16</inkml:trace>
  <inkml:trace contextRef="#ctx0" brushRef="#br0" timeOffset="-89894.13">24207 13117 93 0,'0'0'213'0,"1"-8"-8"0,-1 8-11 15,0 0-6-15,0 0-7 0,0 0-19 0,0 0-11 16,0 0-13-16,0 0-11 0,0 0-9 0,0 0-14 0,0 0-10 16,0 0-9-16,0 0-6 0,0 0-8 15,0 0-2-15,0 0-4 0,0 0-9 0,0 0-3 16,0 0-5-16,0 0-6 0,0 0-2 0,0 0-1 15,0 0-5-15,0 0 0 0,0 0 0 0,0 0-1 16,0 0-4-16,0 0 2 0,0 0-6 0,0 0-2 16,0 0 0-16,0 0 4 0,0 0-7 0,0 0 0 15,0 0 1-15,0 0-3 0,0 0 0 0,0 0-1 16,0 0-4-16,0 0 3 0,0 0-5 0,0 0 1 16,0 0-4-16,0 0 4 0,0 0-6 0,0 0 3 15,0 0-4-15,0 0 0 0,0 0 1 0,0 0-3 16,0 0 0-16,0 0 1 0,0 0 3 0,0 0-3 15,0 0 0-15,0 0 2 0,0 0 0 0,0 0 10 16,0 0 2-16,0 0 2 0,0 0 6 0,0 0 3 16,0 0 6-16,0 0 7 0,0 0-9 0,0 0-4 0,2-8-3 15,-2 8 0-15,0 0-3 0,0 0 2 16,-5-10-2-16,5 10 3 0,-3-9 0 0,3 9 2 16,-3-7 2-16,3 7 2 0,-3-9-5 0,1 3 4 15,2 6-7-15,-2-12 14 0,-1 5 1 0,3 7 7 16,-2-10 6-16,2 10-6 0,-1-7 7 0,1 7-10 0,0 0-1 15,-3-7-22-15,3 7 11 0,0 0-11 16,0 0-5-16,0 0 3 0,0 0-6 0,0 0 4 16,0 0 4-16,4 26-1 0,1-10 2 0,-4 1 14 15,0 2 5-15,-1 6 8 0,0 1 4 0,2 3-2 0,-2-10 0 16,0 8-15-16,0-1 9 0,0-7-4 0,0-2-5 16,0 1 1-16,0 0-4 0,0 0-4 0,0-2-10 15,-2-4 7-15,2 0-3 0,2 0-3 0,-2-2 2 16,0 0-15-16,0 1 9 0,0-3 0 0,0 0 8 15,0-8-14-15,0 13 11 0,0-7-26 0,0-6-40 16,1 8-21-16,-1-8-38 0,0 9-36 0,0-9-38 16,0 0-41-16,0 0-46 0,0 9-34 15,0-9-43-15,0 0-217 0,0 0-604 0,0 0 267 16</inkml:trace>
  <inkml:trace contextRef="#ctx0" brushRef="#br0" timeOffset="-89576.94">24423 13239 23 0,'0'0'241'0,"5"-4"-27"0,-5 4-5 16,0 0 2-16,0 0-6 0,0 0-10 0,0 0-13 15,0 0-13-15,8 15-12 0,-8-8-10 0,0-7-14 16,5 12-10-16,-1-2-13 0,0-2-6 0,2 1-6 16,2 0-1-16,2-1 0 0,-1 0-3 15,3-2-3-15,-1-1-3 0,0 0-2 0,2-2-4 0,1 0-3 16,-1-3 0-16,4 3-3 0,-6-3-7 0,2-2-10 15,-4 1 14-15,1-3-17 0,-1-2-1 0,-1 0-5 16,-1 2-8-16,1-4-1 0,-5-2-5 0,0 1-3 16,0-1-5-16,0-1 1 0,-3-1-3 0,-2-1-4 15,-4-1-3-15,2 0 2 0,-4 3-7 0,-1-2-3 16,-1 5 0-16,3-1-3 0,-5 1-5 0,1 1-5 16,-1 3-15-16,-1-2-14 0,-1 5-22 0,1-1-21 15,-4 0-31-15,4 4-38 0,0 0-43 0,3 0-46 16,4 2-45-16,-4 1-219 0,2-2-538 0,2 1 238 15</inkml:trace>
  <inkml:trace contextRef="#ctx0" brushRef="#br0" timeOffset="-89180.92">24786 13049 32 0,'4'-6'258'0,"0"-1"-5"0,0 2-11 16,-4 5-11-16,5-8-20 0,1 6-15 0,-6 2-9 15,12-2-8-15,-3 6 2 0,3 4 3 0,1 4-3 16,-2 4 0-16,1 0 0 0,3 7-21 0,-1 1-15 16,-1 1-14-16,-1 1 6 0,-1-2-4 0,-3 0-7 15,1 0-15-15,1-6-15 0,-5 1-12 0,3-3-8 16,-3-2-1-16,0-3-6 0,1-1-3 0,-3 0-6 16,1 0-9-16,-3-5-5 0,4 0-11 0,-1 0 7 15,-4-5 1-15,3 8 5 0,-3-8 12 0,2 8 4 16,-2-8 16-16,0 0 8 0,7 1-8 0,-7-1-12 15,11-8-6-15,-6 3-6 0,1-4-1 0,2 0-8 16,-2-2-3-16,3-5-4 0,-2 0-7 0,6 0-7 16,-6 0 4-16,1-3-3 0,4-5-4 0,-3 2-1 15,2-3-6-15,1 0 0 0,-3 0-5 0,0 0-4 16,0 1 6-16,-2 0-1 0,-1 7-3 0,-2-1-7 16,3 4 7-16,-3 2 1 0,-1 3-3 0,0 3-4 15,-2-1-15-15,-1 7-13 0,5-8-23 0,-5 8-18 16,2-9-37-16,-2 9-35 0,2-6-36 0,-2 6-37 15,0 0-22-15,0 0-24 0,0 0-50 0,0 0-45 16,0 0-236-16,0 0-636 0,21 9 281 0</inkml:trace>
  <inkml:trace contextRef="#ctx0" brushRef="#br0" timeOffset="-88094.72">26097 13066 139 0,'-7'-3'229'0,"7"3"-9"0,-13-1-4 0,13 1-9 15,-22 5-6-15,11 0-14 0,-1 2 2 0,-1 6-7 16,-6 6 13-16,4 0-15 0,1 6-12 15,1-4-11-15,4-3-7 0,0 6-16 0,4-6-4 16,1 1-16-16,0 1-14 0,4-2-8 0,0 1-5 16,0-1-10-16,4-1 7 0,1-1-17 0,1 0-1 15,2 0-12-15,0-6-8 0,3 3-15 0,-4-4-17 0,2 0-19 16,2-1-21-16,-2-2-33 0,1 0-38 16,2-1-31-16,-3 0-37 0,3-2-28 0,1 0-35 15,-1-2-13-15,1-1-16 0,-2-1-130 0,3 0-418 0,3-6 186 16</inkml:trace>
  <inkml:trace contextRef="#ctx0" brushRef="#br0" timeOffset="-86651.47">26331 13209 153 0,'-2'-10'198'0,"0"3"-5"0,2 7-3 0,-5-11-3 0,1 6-5 16,-4 4-4-16,8 1-2 0,-17-2-4 0,3 5-7 15,5 3 0-15,-4 3-13 0,-3 1-9 0,3 3-13 16,1 3-8-16,1-1-7 0,0 0-13 0,1 1-12 15,4-1-9-15,-2 1-8 0,5 0-4 0,1 0-5 16,2-4-11-16,0 0-3 0,2 0-8 16,1-2 1-16,1 0-8 0,2-2-10 0,1 0-14 15,2-2-9-15,-2-2-9 0,6 1-9 0,-3-3-5 16,3 0-2-16,-2-2 6 0,1-2-5 0,-2 0 1 16,1-3 5-16,-3 1 2 0,3-2 0 0,-3-1 0 0,0-1 3 15,0-2-1-15,-3 0 3 0,3-1 0 0,-5 0 2 16,4-4 4-16,-4-1-2 0,1 0 5 0,-2 4-3 15,-2 2 10-15,0-3 7 0,0 3 9 0,0 2 6 16,0 8 7-16,0-9-5 0,0 9-3 16,0-12-5-16,0 12-3 0,0 0-6 0,0 0-3 0,0 0 12 15,0 0 7-15,0 0-3 0,0 0 8 0,-9 27-6 16,6-15-1-16,1 2 0 0,2 1-2 0,-4 2 2 16,3-5-4-16,1 1 1 0,0-2-3 0,1 1-5 15,1-1-1-15,0-2-3 0,3 1-1 0,0-3 3 16,-1 1 1-16,2-1-6 0,1-2 5 0,-1 0-1 15,0-3 4-15,-2 1 4 0,-4-3-1 0,13 1 3 16,-13-1-9-16,14-2 1 0,-9 0-4 0,1-2 7 16,-1-1-8-16,1-1 1 0,1-4 1 15,-4 3-1-15,1-4-4 0,0 1 12 0,1-1-14 0,-1-5 5 16,-2 6-11-16,0-7 7 0,4 1-6 0,-2-1 4 16,-4 0-3-16,2 1 6 0,0 0-1 0,1 5 5 15,-1-5-3-15,-2 6 7 0,2 1-3 0,-2 3-4 16,0 6 3-16,0-9-11 0,0 9 3 0,2-7-3 15,-2 7 8-15,0 0-5 0,0 0 5 0,0 0 14 16,-4 25 8-16,2-14-12 0,-1 1 10 0,1 3-4 16,2 3 4-16,0-3 0 0,-2 2-3 0,2-5 3 15,0 1-10-15,2-2-17 0,-2 0 20 0,2-1-6 16,3-2 0-16,-3 0 0 0,4 0 15 0,-3-3 8 16,6 2-15-16,-2-4-2 0,-1 0 5 0,3-1-2 15,1 1-3-15,-2-3 3 0,3-1-6 0,-11 1 8 16,17-4-11-16,-7 0 2 0,-3 2 1 0,1-5-6 15,0 1-3-15,-4 2 4 0,3-7 8 0,1 3-10 16,-4-4-1-16,0 2-1 0,1-6-9 0,-3 0 6 16,0 6-1-16,0-10 9 0,0 4-18 0,-2-1 9 15,-2 0 5-15,2 3-5 0,-2 4-1 0,2 0-12 16,-2-1 6-16,2 11 12 0,-2-11 2 0,2 11-4 0,0-12 0 16,0 12-7-16,0-7-2 0,0 7 13 15,0 0-22-15,0 0 12 0,0 0 3 0,-14 27 5 16,9-12-5-16,-1 3 4 0,3-3 4 0,-1 2-4 15,4 0 0-15,-2-1-3 0,2 0 3 0,2-1-3 16,0-2 2-16,0-2 0 0,1-1-4 0,3 0 5 16,0 0-6-16,0-3 6 0,3 1-10 0,0-1 10 0,2-4-4 15,2 0-2-15,-2-2 1 0,8-1 6 16,-1-4-5-16,-1 1-4 0,-3 0-2 0,-1 0-2 16,4-4 2-16,-6 1-4 0,1 0 2 0,-2-3-21 0,-1 1 18 15,-3-2-5-15,4 0-8 0,-1-6 1 0,-3 0-1 16,-1-1-4-16,1 1 6 0,0 0-1 0,-2 1 0 15,-4 5-5-15,2-3 1 0,-2 3-10 16,2-2 15-16,-2 5 2 0,0 7 7 0,2-12-8 16,-2 12 9-16,0-8-5 0,0 8-7 0,0 0 10 0,0 0-5 15,0 0 6-15,0 0-2 0,-6 30-1 16,6-15 6-16,-4 3-3 0,0 0 1 0,2 1 4 0,-2 0-10 16,4 5 5-16,-4-5-15 0,4 0 19 15,-3 0 3-15,3-4 4 0,0 1-7 0,-2-4 3 0,2-2-7 16,0-1 6-16,-2-2-3 0,2-7 4 15,0 13 1-15,0-13 2 0,2 9-12 0,-2-9 9 0,0 0 11 16,0 9-9-16,0-9-1 0,5 1-6 0,-5-1 2 16,18-7-19-16,-9 3 2 0,2-2-14 0,5-3 2 15,-1-1-6-15,1-2-5 0,1 0-2 0,0-2-1 16,-6 0 1-16,7-5-2 0,-5 4 2 0,1 1 8 16,-1-2 4-16,-3 0 1 0,1-3 7 0,-3 4 7 15,1 1-4-15,-4 1 0 0,-2-1 2 16,-1 5 9-16,4-1 12 0,-4 3 6 0,0 0 8 0,-2 7 5 15,0-10 7-15,0 10 8 0,0 0-16 0,0 0 5 16,0 0 1-16,0 0 8 0,0 0-4 0,-20 20-1 16,11-10 5-16,3 4-11 0,-1 0-2 0,1 0 2 15,2-2-7-15,-2 0 2 0,4-1-3 0,0 0-2 16,2-1-2-16,2 1 4 0,0-1-8 0,2-2 2 16,2-1-13-16,-2 0 18 0,1-3 1 0,1 1-5 15,3-4-2-15,0 1 5 0,2 0-4 0,-4-2-2 16,7-2 1-16,-3-1 0 0,0 2-19 0,0-3 14 15,-2 0-3-15,-2-3 0 0,4 1-3 0,-6 2 6 16,-1-6-7-16,1 1-1 0,-1-1 1 0,0 0 7 16,0-2-1-16,-2 1-12 0,2-2-10 0,-2-3 2 15,2 0 6-15,-2 5 0 0,-1 2-4 0,-1 2 4 16,2 0 3-16,-2 7-3 0,2-9 4 0,-2 9-7 16,0-8-2-16,0 8 15 0,0 0-8 0,0 0 1 15,0 0 16-15,0 0-7 0,-4 28 4 0,1-12 10 16,-1 0-6-16,-2 1-5 0,4-1-4 0,-2 2 5 15,0 0 1-15,2-1-3 0,0 1-26 0,-1-3-46 16,3 2-50-16,0-1-52 0,2-2-53 0,0 2-67 16,5-2-298-16,-5-3-638 0,6-2 282 0</inkml:trace>
  <inkml:trace contextRef="#ctx0" brushRef="#br0" timeOffset="-85984.18">27782 13395 244 0,'4'-6'309'0,"1"-1"-20"0,0-2-15 0,-1-2-13 15,3 3-13-15,-1-2-21 0,1 0-11 0,0 0-23 16,0 0-15-16,4-3-17 0,-3 3-9 0,2-2-18 16,-5-1 7-16,1 2-11 0,5-3-7 15,2 0-11-15,-8-1-5 0,3 1-15 0,-3-1 4 0,1 0-13 16,-2 3 4-16,-2 1-13 0,-2 0 20 0,2 5 0 0,0-4-7 15,-2 10 1-15,3-7-18 0,-3 7-8 16,2-10-23-16,-2 10 10 0,0 0 0 0,0 0-3 16,0 0 15-16,-11 19-35 0,7-7 22 0,-6 2-11 15,1 3 2-15,2 0-7 0,1 0-2 0,1-5-6 16,3 3 7-16,-1 1-11 0,3-2-3 0,1 0-2 16,2-3 4-16,1 0-5 0,4-1 0 0,-1-2 3 15,2-1-9-15,5 0-7 0,1-2 2 0,3-2-3 16,-1-1-7-16,-2-1-3 0,-3-1-3 0,1 0 0 15,-2-2 4-15,0 1 2 0,-2-2 4 0,0-1-8 16,0 0 1-16,3-1 0 0,-6-1 2 0,3-1 5 16,-1 0-4-16,-1-1-6 0,0-3-5 0,0 2 2 0,-1-2-2 15,-1 1 1-15,3-2-6 0,-2 2 1 16,1 1 7-16,-1-2 3 0,-2 3-13 0,2 3 11 0,-3 0 0 16,-3 5 8-16,3-9-11 0,-3 9-3 0,0 0 12 15,0 0 3-15,0 0 13 0,0 0 8 0,0 0-1 16,0 29 2-16,-3-20 5 0,0 1-3 15,0 1 2-15,-2-1-4 0,3-1 0 0,0 1 1 0,0-2 0 16,-3 1-6-16,3-4-3 0,2-5 1 0,-2 9 7 16,2-9-16-16,-3 8 7 0,3-8-2 0,0 0 4 15,-3 5 5-15,3-5-2 0,0 0 1 16,0 0 1-16,0 0 2 0,0 0-3 0,0 0 1 0,0 0-5 16,0 0-1-16,27-10-1 0,-16 3-4 0,-4 3 2 15,6-4-2-15,-3 2-3 0,1-1-2 0,0 3 4 16,-1-3-7-16,-1 2 0 0,-1 2-3 0,-2 1 2 15,2 0-1-15,-8 2 4 0,0 0-7 0,15 4 1 16,-11-1 10-16,1 2-3 0,0 6-9 0,-2-4 10 16,-3 2-21-16,2 0 21 0,-2 3-10 0,0-1 12 15,-2-1-4-15,2 2 5 0,-1-1-25 0,-2 0-42 16,0-2-45-16,-1 1-42 0,1-2-45 16,-2 2-63-16,1-4-68 0,-4 1-322 0,1-2-701 0,7-5 310 15</inkml:trace>
  <inkml:trace contextRef="#ctx0" brushRef="#br0" timeOffset="-85799.71">27950 12891 183 0,'-9'-10'250'0,"3"4"-21"16,-1-1-27-16,4 3-23 0,3 4-17 0,-9-2-15 15,9 2-13-15,0 0-33 0,-8 16-52 0,8-16-65 16,8 19-73-16,2-2-167 0,3-1-276 0,7 4 122 16</inkml:trace>
  <inkml:trace contextRef="#ctx0" brushRef="#br0" timeOffset="-84996.89">28497 13027 63 0,'-4'-4'294'0,"4"4"-12"0,0 0-18 16,-6-6-9-16,6 6-4 0,0 0 0 0,0 0-2 15,-18 15-8-15,12-4-21 0,-1 0-20 0,1 3-22 16,-2 3 10-16,1-1-19 0,1 3-13 0,3 0-14 16,-1-1-20-16,1 1-11 0,2 0-7 0,2 0-7 15,0-2-11-15,3-1-13 0,1 1 0 0,1-2-7 16,2-1-2-16,-1-2-2 0,3-2-3 0,4 1 1 15,-1-1-14-15,6-3 7 0,-2-2-10 0,2-3-7 16,0 1-5-16,0-2 8 0,3 0-38 0,-4-1 14 16,-4-2-2-16,5-1-11 0,-1 0-1 0,-4-1-4 15,4 0-20-15,-7-3 16 0,5-1-5 0,-3-2-15 16,0 0-17-16,-5 0 12 0,-2 1-7 0,2-7-4 16,0 2-5-16,-3-1 2 0,0 1 9 0,0-3 2 15,-5 2 4-15,0-3-1 0,-4 0 3 0,-1 3 5 16,1-1-2-16,-3 3 9 0,-1 2 4 0,3 3-2 15,-4-1 8-15,-2 2 4 0,2 0 7 16,9 7-4-16,-14-7 0 0,8 4 0 0,6 3-3 0,-10-4 0 16,10 4 2-16,0 0-3 0,0 0 1 0,0 0 1 15,0 0 4-15,0 0 5 0,0 0-6 0,26 17 6 16,-7-15 1-16,9 0-3 0,-2 1 4 0,-2-3-4 16,-4 0 6-16,10-1-5 0,-12 1-2 0,3 0-2 15,-3-2 4-15,-1 2-5 0,-4 0 6 0,-4-2-5 16,-2 1 7-16,-7 1-3 0,14-1 1 0,-14 1-1 15,11 0 6-15,-11 0 27 0,9-2-19 0,-9 2-11 16,0 0 35-16,6 9 7 0,-7-2 4 0,1-7 3 16,-5 16-2-16,1-3-10 0,-3 2-5 15,3-3 2-15,2 0-2 0,-3 4-2 0,0-4-3 0,2 0-8 16,1 2 0-16,-1-2-7 0,3 0 0 0,1 0-1 16,1 0-5-16,3-2 3 0,0 2-3 0,0-3 1 15,0-1-6-15,3-1 9 0,1 0-7 0,3-1 1 16,-1-2 0-16,3-1-8 0,-1-1 7 0,-3-2-6 15,4 2-1-15,-3-2-2 0,3-2-3 0,-3 0-6 16,0 0 1-16,2-2-3 0,-3-1-3 0,0 0 9 16,-2 0-2-16,2-4-2 0,-1 1-2 0,-1 0-3 15,1-8 1-15,-3 6-5 0,1-4 2 0,-2 3-5 16,-2-3 9-16,0 3 1 0,0-1-5 0,-1-4 3 16,-2 4-18-16,1 3 20 0,-1-1-7 0,-2 2 7 15,2 8 0-15,-3-14-1 0,1 10 2 0,2 4 0 16,-10-4 4-16,10 4 2 0,-16 4-1 0,5 1 8 15,2 2 2-15,-5 4 1 0,1 2-1 0,4-4 17 16,0 3-36-16,1 0 26 0,1 2 7 0,0-3-16 16,5 1-2-16,0 1 3 0,1 3 1 0,4-5-51 15,2 1-48-15,1-2-59 0,6 2-66 0,1 1-93 16,4-5-73-16,0 0-235 0,2-3-668 0,2 0 296 16</inkml:trace>
  <inkml:trace contextRef="#ctx0" brushRef="#br0" timeOffset="-84166.89">29535 13091 36 0,'0'0'304'0,"-14"4"3"0,5 1-7 16,-1 3-7-16,-1 1-10 0,-1 2-14 15,0 2-18-15,1 1-13 0,2 0-21 0,-2-1-18 16,4 2-13-16,1 0-25 0,0-4-8 0,4 1 0 15,0 2-23-15,4-4-15 0,0 2 1 0,2-2-4 0,4-2-11 16,-1 1 1-16,4-2-21 0,1-1-1 16,3-3-18-16,2 0-1 0,0-1-8 0,2 0-8 15,-5-4 4-15,-1 0-10 0,-3-1-3 0,-1 0-2 16,1-1-8-16,1 0-1 0,-4-4-10 0,0 1 12 16,-2-2-13-16,1-1 0 0,-2 0-2 0,-3 0-1 0,2-3 6 15,-2-2-6-15,0 3-5 0,1 0 5 16,-4 1 9-16,4 0-11 0,-2 11-21 0,-2-21 17 15,4 12 4-15,-2 9 0 0,0-13 0 0,0 13-4 16,1-10 1-16,-1 10-2 0,0 0-2 0,0 0 2 16,0 0 20-16,0 0 15 0,0 0 0 0,0 0-5 0,-6 24 1 15,3-12 5-15,0-1-8 0,1 5 0 16,1-6-8-16,-1 3 1 0,2-3-2 0,0 2 0 16,0-1-2-16,2-2-1 0,1 1-1 0,1-2 1 15,3-1 5-15,2-1-1 0,2 0 2 0,2-3-5 0,3 1-3 16,4-3 2-16,-2-2-7 0,2 0-8 0,-2 1 3 15,1-3-10-15,0 0-16 0,-1-1 16 0,-5 0-4 16,-2-2 1-16,0 1 1 0,-1-3-2 16,1 0-8-16,-3-1 2 0,-1-1-5 0,-2-2-10 15,5-2 13-15,-5-2-1 0,-2 4 2 0,0-4-2 0,0-1-1 16,0 1 3-16,-2 4 0 0,0 1-3 0,0 2 7 16,2 2-1-16,-3 7-13 0,0-9 0 0,0 9 14 15,2-9-6-15,-2 9 6 0,0 0 1 16,0 0-2-16,0 0 4 0,0 0 14 0,-2 30-5 0,-1-18 0 15,2 5 2-15,-1 0 1 0,-1 0 0 0,2 0 0 16,-2 1 3-16,1 0-1 0,-4 0-1 0,4 0 0 16,-1-1-3-16,1-1-2 0,-1 0 6 0,3-6-3 15,-2 1-5-15,0-2 2 0,1-2 4 16,0-1-5-16,1-6 10 0,-1 11 3 0,1-11-9 0,-3 7-11 16,3-7-7-16,0 0-2 0,0 0-7 0,0 0-11 15,14 0-4-15,-14 0-12 0,15-8-9 0,-2 2-10 16,-1 1-8-16,2-4-4 0,2-2 2 0,0 0 5 15,-1 1 3-15,-2-4 4 0,3 2 8 0,-1-1 2 16,-2-3 9-16,2-1-2 0,-3 3 13 0,0-2 10 16,-1 2-6-16,-2 0 7 0,-1 2-1 15,-4 0 21-15,1 2 14 0,-1 2 20 0,1 0 10 0,-3 3 14 16,-2 5-2-16,3-9 12 0,-3 9-7 16,0 0-7-16,0 0 6 0,0 0 3 0,-30 9 8 0,18-3-11 15,0 1 1-15,2 0-20 0,0 0-6 0,2 2 2 16,2-1-3-16,1 3-6 0,1-4-35 0,1 3-32 15,6-1-56-15,1 1-48 0,2-2-75 16,4 1-55-16,8-4-65 0,1 3-282 0,8-2-677 0,0-3 300 16</inkml:trace>
  <inkml:trace contextRef="#ctx0" brushRef="#br0" timeOffset="-83866.59">30645 13062 157 0,'3'-9'288'0,"0"2"1"0,-1-2-9 0,2 1-5 0,1 1-8 16,-2 0 1-16,0 3-6 0,-3 4-14 0,4-7-26 15,-4 7-19-15,4-8-17 0,-4 8-22 0,0 0-6 16,0 0 10-16,0 0-4 0,14 18 4 0,-14-6-2 15,1 1 2-15,1 2-5 0,-2 3-10 16,-2 0-13-16,1-1-15 0,1-1-6 0,-4 2-10 0,4 0-16 16,-1-1-7-16,1-1-11 0,-1 1-13 0,0-5-42 15,2 3-36-15,1-4-48 0,-2 0-51 0,4 0-60 16,-3-1-64-16,-1-2-71 0,3-2-69 0,-3 1-279 16,0-7-714-16,-4 9 316 0</inkml:trace>
  <inkml:trace contextRef="#ctx0" brushRef="#br0" timeOffset="-83700.93">30640 12883 2 0,'0'-7'180'0,"0"7"-25"15,0 0-13-15,0 0-25 0,0 0-32 0,0 0-46 16,9 36-36-16,-3-18-37 0,0 5-82 0,0 6-123 15,2-3 54-15</inkml:trace>
  <inkml:trace contextRef="#ctx0" brushRef="#br0" timeOffset="-83429.97">30805 13243 208 0,'0'0'252'0,"10"-7"0"0,-10 7-7 0,2-6-9 15,-2 6-12-15,3-11-8 0,1 6-15 0,-1-2-17 16,3-2-12-16,1 1-18 0,3-4-7 0,0 2-14 15,2-2-3-15,3 1 4 0,-1 0-24 0,3 0-4 16,-2 3-1-16,0 1 1 0,-6 0-21 0,3 4-6 16,-3-3-7-16,-3 6-11 0,-6 0-3 0,12 3-7 15,-12-3-2-15,10 12 27 0,-8-2 10 0,1-1-14 16,0 2 8-16,-3 1 3 0,1 5-15 0,-2-5-3 16,-1 1-7-16,0 3-4 0,-1-5-2 0,2 2-6 15,-1-1-3-15,0 0-21 0,-1-1-40 0,2-1-37 16,1 0-63-16,-4-3-56 0,4-7-68 0,0 10-80 15,0-10-286-15,-1 8-659 0,1-8 292 0</inkml:trace>
  <inkml:trace contextRef="#ctx0" brushRef="#br0" timeOffset="-83256.23">30753 12849 197 0,'-5'-6'293'16,"2"0"-23"-16,-1 1-22 0,4 5-10 0,-4-7-35 16,4 7-19-16,0 0-21 0,0 0-19 0,0 0-27 15,0 0-44-15,0 0-53 0,0 0-74 0,16 15-94 16,-12-9-177-16,-4-6-352 0,9 10 156 0</inkml:trace>
  <inkml:trace contextRef="#ctx0" brushRef="#br0" timeOffset="-80697.97">8595 14709 120 0,'-6'-10'174'16,"2"2"-3"-16,-1-1 3 0,-3 0-5 0,3 2 0 15,-1-2 0-15,-1 2-20 0,2 2-15 0,-1-1-4 16,0 0-4-16,0 0-13 0,0-3-8 0,1 6 2 15,-3 0-3-15,8 3-2 0,-9-5-5 0,9 5-11 16,-10-2-6-16,10 2-5 0,-13 3-8 0,4 1-2 16,-1 2-3-16,-4 4 2 0,4 3-2 0,-7 11 6 15,1 0-15-15,-2 2 1 0,4-2-6 0,2 4-6 16,-1-3 0-16,4 1-8 0,3-1-1 0,0-6-3 16,3-2-6-16,3-1 0 0,2 4-8 0,-1-8 5 15,6 4-2-15,2-2 1 0,-2-5-1 0,4 4-5 16,5-2-3-16,-5-6-13 0,9 2-10 0,7-1-5 15,-5-3-4-15,6-3-16 0,0 0-12 0,-1-6-7 16,3 2-9-16,-1-4 0 0,-2-1-1 0,-2-2-3 16,1 2 4-16,-4-5 7 0,-6 4 4 0,0 1 3 15,-1-2 6-15,-4-2 8 0,-2 4 2 0,-1-6 6 16,-3 4-2-16,-1-2 8 0,0-3 2 0,-2-1 7 16,-2 7 4-16,-1-4 11 0,1 3 6 15,0-3 8-15,-1 6 13 0,1-2 7 0,0 10 8 0,0-11 2 16,0 11-2-16,0-11-7 0,0 11-9 0,0 0-3 15,0 0 1-15,0 0 14 0,0 0-2 0,0 0 1 16,0 0 1-16,-4 29-3 0,4-14 0 0,0-1 0 16,0 2-7-16,1 0-3 0,1 1-3 0,0-6-1 15,2 0 0-15,2 2-1 0,1-3-5 0,3 3 1 16,0-4-4-16,0-2 38 0,1-3-5 0,6 1 2 16,-4-2-4-16,5-1 0 0,-6 0-1 0,7-4-6 15,-8 0-9-15,3-1 3 0,-2-2-4 0,-2 1-6 16,0-1-2-16,-1-1 3 0,-2-2-7 0,0 2-2 15,-2-4-5-15,-2 4-6 0,-1-5 3 0,0 2-13 16,-2-3-2-16,-3 2 1 0,1-2-11 0,-3 1 0 16,-3-3-2-16,3 2-1 0,-6-1-2 0,0 1 4 15,3 3-1-15,-2 1 0 0,1 1 2 16,0 0 3-16,2 3-3 0,-1 1-7 0,0 0-11 0,2 1-14 16,6 2-9-16,-13 0-17 0,13 0-19 0,-11 7-22 15,6-5-15-15,1 2-25 0,0 2-35 16,4-6-29-16,-1 12-170 0,1-12-426 0,1 10 189 15</inkml:trace>
  <inkml:trace contextRef="#ctx0" brushRef="#br0" timeOffset="-80461.14">9108 14595 218 0,'0'-10'250'0,"0"10"12"0,0-13-2 16,0 13-7-16,1-10-16 0,-1 10-11 0,0 0-20 15,0 0-27-15,-1-14-21 0,1 14-17 0,0 0 3 16,0 0 1-16,0 0-15 0,4 33-1 0,-4-15-12 0,-3 7-5 16,6 1-5-16,-2 1-17 0,0 1-9 15,2 0-12-15,-1 0-1 0,1 0-5 0,0-2-13 16,0 0-1-16,1 0-4 0,-1-7-21 0,0 7-31 16,1-9-34-16,0-6-36 0,-1 7-38 0,1-7-35 15,-2 0-38-15,2-1-29 0,0-5-34 0,-2 2-20 16,3-2-145-16,-5-5-451 0,0 0 199 0</inkml:trace>
  <inkml:trace contextRef="#ctx0" brushRef="#br0" timeOffset="-80234.16">9264 14607 88 0,'1'-17'213'0,"-2"6"10"0,1 11 8 0,0-17-3 15,0 17-25-15,-2-10-18 0,2 10-11 0,0 0-3 16,0 0 3-16,0 0-6 0,0 0 3 0,0 0-7 15,4 46-7-15,-4-19-11 0,2 1-14 0,-1 2-1 16,-1 2-24-16,0 0-11 0,1-2-8 0,0 4-5 16,2-2-10-16,1-5-5 0,-2 2-13 0,2 1-28 15,2-5-31-15,0 1-34 0,-1-7-37 0,0-2-36 16,-1 1-38-16,0-7-32 0,-1 0-27 0,2-1-33 16,-2 0-10-16,1-1-132 0,-3-4-416 0,-1-5 185 15</inkml:trace>
  <inkml:trace contextRef="#ctx0" brushRef="#br0" timeOffset="-79962">9381 15072 83 0,'4'-6'147'0,"1"-4"-2"16,2 1-3-16,-1 2 3 0,2-3-10 0,1-4-1 16,2 1-8-16,2-1 2 0,0 0-7 0,1 0-8 15,-3 0-9-15,3-2-9 0,2 2-9 16,-3-1-8-16,3 2-8 0,-4-1 1 0,2 1-4 0,-3-2-2 16,-1 2-7-16,2-1 5 0,-3-1-9 0,-4 5-3 15,0-2 3-15,-2 1 9 0,-2 1 5 0,1-2 2 16,-2 6-5-16,0 6-3 0,0-14 2 15,0 14-3-15,-7-9 3 0,2 8-5 0,5 1 0 0,-13 2-2 16,1 3-8-16,2 2 8 0,-4 6 6 16,0 1-12-16,2 0-1 0,1 2-9 0,1 1-3 0,5 1 0 15,-1 0-8-15,4-1-3 0,1-1 1 0,3 1-27 16,2-6-28-16,3 2-31 0,3 1-40 0,2-3-35 16,3 0-48-16,4-3-41 0,0-4-41 0,1 0-157 15,1-4-455-15,1-1 201 0</inkml:trace>
  <inkml:trace contextRef="#ctx0" brushRef="#br0" timeOffset="-79747.85">9916 14708 20 0,'-3'-10'246'0,"-1"2"-3"0,0 3-2 16,-1 0-8-16,-1 2-11 0,6 3-5 0,-14 0-8 15,6 5-5-15,-3 4-5 0,-2 0-8 0,0 6-12 16,2 0-11-16,0 3-1 0,-4 3-27 0,5 2-5 15,3-7-18-15,5 2-10 0,-3 0-11 0,5 0-9 0,0-1-2 16,6-1-16-16,0-2-4 0,2 0-5 16,4-1-9-16,-2-5-19 0,7 1-39 0,2-1-33 0,1-3-40 15,-2-2-37-15,4-3-40 0,-1 1-45 16,8-5-39-16,-9 1-26 0,7-2-179 0,-7-2-482 16,-4 1 213-16</inkml:trace>
  <inkml:trace contextRef="#ctx0" brushRef="#br0" timeOffset="-79516.91">10163 14582 50 0,'-1'-14'249'0,"0"5"-11"0,1 9-21 16,0 0-20-16,0 0-5 0,0 0 13 0,0 0 4 16,0 0 7-16,0 0-7 0,0 0-10 0,-1 49-12 15,-2-29-19-15,0 5-13 0,2 1-3 0,0 2-23 0,0-4-17 16,2 3-9-16,-1 0-5 0,4-1-15 15,-3-2-8-15,0-6-11 0,2 1-26 0,-2-2-26 16,2-1-28-16,-1 0-42 0,1-2-35 0,-2-2-36 16,1-1-38-16,0 0-39 0,-1-5-33 0,1 1-20 15,-2-7-140-15,0 0-432 0,0 0 193 0</inkml:trace>
  <inkml:trace contextRef="#ctx0" brushRef="#br0" timeOffset="-79183.25">10248 14767 146 0,'0'0'172'0,"4"10"-1"0,-2-2-3 0,2 1-7 16,0 2-4-16,-1 0 2 0,0-2-12 0,2 3-7 16,2-2-7-16,-2 1-5 0,3-1-5 0,2-2-7 15,-3 1-6-15,2-5-8 0,2 1-5 0,0-1-4 16,1-1-9-16,0-2-7 0,0 0-8 0,-3-2-4 15,4 0-6-15,-1-2-3 0,-1 0-6 16,-1-3-4-16,-1 2-2 0,-3-1 6 0,2-2-3 0,-3 1-5 16,-1 1-6-16,-3-3 1 0,0-1 0 0,-1 0-3 15,0 9-4-15,-5-19-4 0,3 10 0 0,-6-1-7 16,2 2 2-16,-2-1-2 0,0 1-5 0,-2 2 0 16,1 2-11-16,-1 0-20 0,-3 2-18 0,2 2-17 15,-1 2-18-15,-2 2-13 0,2 2-20 16,-1 4-22-16,0 1-18 0,1 1-24 0,5 3-30 15,0 1-15-15,3 0-142 0,2 1-384 0,0-1 170 16</inkml:trace>
  <inkml:trace contextRef="#ctx0" brushRef="#br0" timeOffset="-78828.25">10516 14937 2 0,'9'-7'237'0,"-1"-1"-2"0,-3 2-6 15,1-3-6-15,1 0-8 0,-4 0-10 0,1 0-11 16,-1-1-17-16,-1 2-16 0,1-4-16 0,0 1-13 15,-1-2-13-15,1-2-17 0,-2-1-6 0,0 4-8 16,-1 1-7-16,-1-2-9 0,2 2-10 0,-2 0-2 16,1 1-7-16,0 3 5 0,0 7 5 0,-1-13-2 0,1 13 1 15,-4-11-10-15,4 11-4 0,-1-9-11 16,1 9-1-16,0 0-6 0,1-10-6 0,-1 10-2 16,0 0-2-16,0 0-5 0,0 0 0 0,0 0-3 15,0 0-7-15,0 0-4 0,22 12 14 0,-15-10-2 16,2 1-2-16,3-1 0 0,-2 0-2 0,1 0 1 15,-3 0-5-15,2 1 0 0,-1 3-2 0,-1-3 0 16,2 1-5-16,-2 3 0 0,-2-1 21 0,1 2 14 16,-1 1 15-16,-2 0 4 0,-2 2 2 0,0 0 2 15,-2 1 0-15,1 2-6 0,-2 3 2 0,1-2-10 16,-3 1-6-16,1-1 0 0,0-1-9 0,2-2-25 16,0 1-36-16,0-2-52 0,2 3-53 0,-1-2-61 15,3-2-82-15,2 0-277 0,4-1-605 0,2-2 267 16</inkml:trace>
  <inkml:trace contextRef="#ctx0" brushRef="#br0" timeOffset="-77217.11">11600 14604 263 0,'0'0'299'0,"-13"-8"0"16,3 7-8-16,1 0-6 0,-5 2-13 16,4 3-2-16,-5 4-18 0,0 2-6 0,-2 3-40 15,-2 7 11-15,2 2-20 0,2 2-18 0,0-2-12 16,5 1-12-16,4-5-21 0,2-1-16 0,-1 1-8 0,3-1-12 16,5-2-8-16,1 2-9 0,2-2-6 15,3-1-25-15,4 0 13 0,1-6-7 0,3 1-7 16,2-3-7-16,2 0-8 0,8-3-3 0,-9-3-9 15,0 0-15-15,10-2-17 0,-11-1 2 0,-1-2-17 16,2 0-2-16,-2-2-4 0,-1-1 4 0,-2-1 2 16,-2 2-4-16,-1-2 4 0,-1-3 0 0,0 1 2 15,-5 0-15-15,3-3 28 0,-2 0-17 0,-2-4 6 0,0 4-4 16,1-2 8-16,-2 0-13 0,-1 1 15 16,-1 4-4-16,3-8 4 0,-2 3-2 0,0 5 4 15,0 0-1-15,-1 4 1 0,0 0 2 0,-2 7-4 16,2-9-3-16,-2 9 7 0,0 0-4 0,0 0 14 0,0 0 14 15,0 0 7-15,6 23 3 0,-7-11 2 16,5 3-2-16,-4 3-5 0,-3 0 3 0,3-4 0 16,0 5 5-16,3-2-9 0,2-1-5 0,-1-5 5 15,3 3-9-15,-1-2 8 0,1-3-6 0,3-1 6 16,1 0 1-16,-1-4-3 0,4 1-10 0,-1-1-13 16,2-3 11-16,-2-1-1 0,3 0-3 0,-5-2-21 15,2 0 21-15,-2-2-3 0,-1 1 5 0,0-1-2 0,0-1-6 16,-4-1 8-16,1-3-2 0,-4 5 0 15,1-5 4-15,3-1-7 0,-5 0 1 0,2-2 1 16,-1 2 12-16,-1-4-13 0,0-2 4 0,0-1-11 16,-1 0 10-16,2 2-7 0,-2 4 2 0,1-2 6 15,0 4 3-15,-2-1-3 0,3 4 6 0,-3 6-7 0,3-10 1 16,-3 10 10-16,1-8-12 0,-1 8-16 16,0 0 31-16,0 0 8 0,0 0 13 0,0 0 4 15,1 27 1-15,-2-12 1 0,1 1-23 0,-1 1 25 16,1-1-4-16,0 0-8 0,2-1-4 0,0-2-3 15,2 1-3-15,1-1-7 0,1-3 0 0,1 0 3 0,2 1 6 16,0-3-11-16,1-1 8 0,2-1-5 16,0 0-8-16,2-4 6 0,0 0 1 0,0-2-3 15,4 0-4-15,-4-2 4 0,-3 1-2 0,2-2-16 16,-4-2 5-16,0 0-5 0,0 0-2 0,-2 1-25 16,0-3 18-16,0-1-9 0,-3 3 2 0,0-5-1 15,-3-1-4-15,0-1-6 0,0 1 2 0,-2 0-5 16,0-6 0-16,-2-1-4 0,-1 4-4 0,-2-4 4 0,-1 3-3 15,-1 0 7-15,0-1-11 0,3 4 18 16,-2-5 4-16,2 8 4 0,1 2 3 0,-1 0 1 16,4 2-7-16,1 5 9 0,-3-9 2 0,3 9 2 15,-4-8-4-15,4 8 5 0,0 0 0 0,-5-6 0 16,5 6 2-16,0 0 3 0,0 0 1 0,0 0 0 16,0 0-3-16,18 11 4 0,-10-9 1 0,1 0-16 15,3 1 17-15,0 1 2 0,-3 0-3 0,0-2 3 16,3 5-3-16,-2-2-7 0,-5-1 16 0,4 0-10 15,-2-2 5-15,0 2-2 0,-1 3 4 0,-2-1 2 16,1 0 9-16,2 3 3 0,-4-1-2 0,0 1 8 0,0 0 2 16,-1 4 5-16,2-5-2 0,-3 4-3 15,3 0 8-15,-2-1-9 0,0 1-4 0,3-2-21 16,-4 0 19-16,1 1 3 0,2-2-5 0,0 2-1 16,-1-2 0-16,1-3-4 0,0 2 1 0,-2-1-1 15,1-3-3-15,-3-4 0 0,9 8-2 0,-7-5-6 16,2 1 6-16,-4-4-5 0,0 0-7 0,7 6 3 15,-7-6-5-15,0 0 0 0,6 0 0 0,-6 0-3 16,0 0-2-16,0 0-3 0,13-10 1 0,-9 6-3 16,2-1 1-16,-3 0-10 0,1-5 2 0,3 2-10 15,-2 0-6-15,1-2-5 0,1-4-5 0,1 0-4 16,2-1 2-16,-3 0 1 0,1-1 2 0,1 3 6 16,-3-1 2-16,0 1 7 0,-1 3-1 0,-3-8 1 15,2 7 8-15,-2 0 2 0,-4 1 7 0,2-1 6 16,0 2 7-16,0 9 3 0,-2-13-3 0,-1 7 5 15,-1 2 2-15,4 4 6 0,-4-9 2 0,4 9-2 16,-2-6-5-16,2 6 4 0,0 0-12 0,-3-7 11 16,3 7-4-16,0 0 1 0,0 0-3 0,0 0 0 0,0 0 0 15,0 0-1-15,14-1 0 0,-14 1 4 16,18 5-2-16,-5-2 2 0,-2 3-5 0,1-3 5 16,-2 4-3-16,3-1 1 0,-5 3 5 0,3-2 16 15,-3 4 3-15,2 0 13 0,-1 2 12 0,-2 1 6 16,0-2-1-16,-3-1-6 0,1 4 3 0,-1 1 4 15,-2-2-26-15,1-2 21 0,-3 2 5 0,4-5-17 16,-2 2-1-16,-2-2-2 0,4 0-5 0,0-2 3 16,0 2-8-16,0-5-1 0,1 3 2 0,1-4-2 15,4 2-1-15,-1-2-16 0,-1-2 13 0,6-4-4 16,-1 0-3-16,0 1 4 0,3-2-9 0,-3 0 3 16,0-3-2-16,-3 0 1 0,1 1-17 0,-3-2 12 15,2-1-3-15,-3-1 8 0,-1-1-29 0,0 1 21 16,-2-6-11-16,-1 5 2 0,1 0 6 0,-4-1-7 15,0-3-4-15,0 1 4 0,-3 3 4 0,1 0 2 16,-2 1-4-16,4 5 7 0,-4-2-5 0,4 7-4 16,-10-8 4-16,3 7 11 0,7 1 3 0,-15 7 6 15,4 2 3-15,-2 0-2 0,1 3 6 0,1 2-9 16,0 2-1-16,1-2-7 0,1 0 1 0,3 1-25 16,0 0-31-16,0-5-51 0,4 2-55 0,0 0-15 15,4 0-35-15,6-1-81 0,4 2-292 0,4-2-624 16,0-1 277-16</inkml:trace>
  <inkml:trace contextRef="#ctx0" brushRef="#br0" timeOffset="-76800.48">13136 14683 253 0,'0'0'293'15,"0"0"-20"-15,0-6-9 0,0 6 9 0,0 0-8 16,0 0-8-16,0 0-7 0,0 0-11 0,2 25-10 15,0-16-19-15,-2-2-8 0,0 2-9 0,2 1-25 16,-2-3-11-16,0-1-19 0,0-6-9 0,3 14-6 16,-3-14-13-16,0 9-10 0,0-3 4 0,0-6-6 15,0 0-6-15,0 0 4 0,0 10 4 0,0-10 2 16,0 0-1-16,0 0 0 0,0 0-3 0,0 0-12 16,0 0-12-16,0 0-11 0,0 0-2 0,0 0-7 15,10-27-7-15,-7 18-5 0,3 0-6 0,2-2-12 16,-2-4-1-16,3-1-11 0,0 3-11 0,3-3 2 15,0 0-5-15,-2 2-1 0,1 2-2 16,-2 3 0-16,0-1-1 0,0 3 1 0,-4 2-2 0,1-2-3 16,0 5 4-16,-6 2 2 0,14-1-3 0,-14 1 0 15,11 8-2-15,-6-1 7 0,2 5 9 0,-4-1 7 16,1 1 2-16,0 4-5 0,0 1 2 0,-1 0 4 16,-1 1-4-16,2-1-7 0,2-1 6 0,-2 0-1 15,2-1-3-15,-3-2-6 0,1-3-26 0,0 0-36 16,0 1-45-16,4-3-65 0,-4-1-61 0,1-2-56 15,3 0-60-15,1-3-65 0,5-1-248 0,-14-1-715 16,21-4 316-16</inkml:trace>
  <inkml:trace contextRef="#ctx0" brushRef="#br0" timeOffset="-76525.57">13652 14398 15 0,'-2'-10'311'0,"6"1"6"15,-4 3-3-15,0 6-19 0,0-11-19 0,0 11-27 16,0-6-19-16,0 6 0 0,0 0 4 0,0 0 3 16,0 0-5-16,2 28-10 0,-2-13-6 0,0 4-7 15,0-1-10-15,-2 9-12 0,4-1-11 0,-2 0-2 16,0-7-7-16,0 7-17 0,2-6-9 16,1 0-15-16,0-2-12 0,-1 0-8 0,0 0-13 15,2-3-6-15,0-2-11 0,-1 0-9 0,1-3-7 0,3 0-5 16,-2 0-6-16,1-1-4 0,-1-2-14 0,3 2-14 15,-3-4-17-15,2 1-30 0,-2-1-28 16,-1-2-37-16,3 0-32 0,-1-2-42 0,-6-1-36 16,8 4-43-16,-8-4-34 0,0 0-47 0,10-1-48 15,-10 1-255-15,0 0-684 0,1-9 303 0</inkml:trace>
  <inkml:trace contextRef="#ctx0" brushRef="#br0" timeOffset="-76351.09">13522 14545 143 0,'-9'-4'265'0,"2"-1"-21"0,0 1-10 0,7 4-6 0,-5-4-11 16,5 4 3-16,0 0-10 0,0 0-6 0,0 0-22 0,19-7-21 15,-6 5-16-15,14 1-13 0,2-2-11 0,3 0-34 16,1-1-51-16,3-2-58 0,-2 1-67 16,3-3-78-16,-2 1-259 0,-3 2-460 0,-5-3 203 15</inkml:trace>
  <inkml:trace contextRef="#ctx0" brushRef="#br0" timeOffset="-73762.91">14726 14364 248 0,'-3'-5'251'0,"1"-3"-2"0,2 8-11 15,-4-8-17-15,4 8-21 0,-7-3-14 0,7 3-7 16,-12 9 0-16,4-1-15 0,-1 8-10 0,-3 6-20 16,1 6 0-16,2 1-9 0,0 4-10 0,3 0-8 15,1 1-7-15,-1 1-8 0,4-1-6 0,-1-3-2 16,3-2-8-16,0 1-8 0,3-4-5 0,-2-1-5 16,2-1-5-16,-1-5-5 0,0 0-6 0,0 0-5 15,3-4 0-15,-3 0-2 0,0-2-5 0,-2-1-5 16,2-2-6-16,1 0 4 0,-2-5-3 0,2 6 6 15,-3-5-9-15,0-6-4 0,1 10-16 0,-1-10-14 16,1 9-19-16,-1-9-18 0,0 0-22 0,3 7-15 16,-3-7-18-16,0 0-12 0,0 7-26 0,0-7-16 0,0 0-34 15,0 0-34-15,0 0-37 0,0 0-137 16,0 0-437-16,0 0 195 0</inkml:trace>
  <inkml:trace contextRef="#ctx0" brushRef="#br0" timeOffset="-72762.93">14607 14700 26 0,'5'-9'148'0,"4"1"-10"0,-1 1-4 0,3-1-5 16,5-3 5-16,0 6-5 0,2-3-3 0,-5 5-7 15,5 3-8-15,-1 3 10 0,0 3 7 0,-3 2 3 16,-1 6-10-16,-2 0 0 0,1 2 1 0,-3 2-2 16,-1 5-3-16,-6-4-2 0,2 5-6 0,-2-5-4 15,0 1-4-15,-4-1-3 0,2-1 4 0,-2-3-14 16,-2-3-9-16,2-3 1 0,2 0-14 0,-2-1-3 15,1-3-6-15,1-5-7 0,-3 9-2 0,3-9 0 16,-1 7-6-16,1-7-11 0,0 0 7 0,0 0-7 16,-1 7-5-16,1-7-5 0,0 0-7 0,0 0-16 15,0 0-5-15,0 0-6 0,8-23-5 0,-3 15-4 16,0-5-6-16,1 3-9 0,2-4-3 0,0 1-2 16,-1-4 8-16,1 3-5 0,-1-1-4 0,1-3 4 15,0-1-3-15,-1 3 5 0,1-2 1 0,-3 6 5 16,2-3 0-16,-1 4 9 0,-3 2 3 0,0 1 12 15,0 1 0-15,0 3 1 0,-3 4 0 16,2-7 11-16,-2 7 26 0,0 0 14 0,0 0-7 16,0 0 2-16,-2 26 0 0,-2-13 8 0,-3 2-8 0,7-2-5 15,0 3 0-15,-2 1-6 0,3 0-2 0,0-1-3 16,1 0-2-16,1-4 0 0,1 0-3 0,0-2 1 16,4 1-3-16,-2-2 0 0,2-2-5 0,1-1 0 15,0 0-3-15,1-2 0 0,0-1-6 0,-3-2-6 16,-1 0-2-16,-6-1-2 0,13 0-4 0,-7-4-2 15,-6 4-1-15,9-5 0 0,-4 1 5 0,-5 4 1 16,5-11-1-16,-4 5-1 0,-1-3-4 0,0 9-1 16,-1-17 8-16,-4 7-12 0,2-2 0 0,0 1 2 15,-1-1-5-15,0 1-1 0,2 1-3 16,2-3-2-16,-3 0-4 0,3 2 3 0,0-2-2 0,0 13 0 16,1-20 0-16,3 11 4 0,0 3 0 0,-4 6 6 15,13-13 3-15,-8 10 2 0,-5 3 1 0,14-3 3 16,-14 3 3-16,18 4 10 0,-18-4 7 0,16 10 2 15,-7-3 9-15,0 2 5 0,0 1 0 0,1 3 9 16,-3-3-3-16,2 0-1 0,-4 2-3 0,1-2-4 16,1 1-2-16,-2-1 3 0,-1-2-3 0,1-2-2 15,-3 1 0-15,1-3 2 0,-3-4 7 0,5 8 5 16,-5-8 8-16,0 0 7 0,0 0 3 16,6 10 2-16,-6-10 0 0,0 0-4 0,0 0-6 15,0 0-7-15,0 0 1 0,0 0-3 0,0 0-5 0,0 0-9 16,0 0-7-16,0 0 1 0,-2-31-6 15,6 22-17-15,-3-2-1 0,4-2-5 0,1-2-2 16,1-1-4-16,2 2-1 0,-3-2 0 0,4 7 1 16,-1-1 2-16,-1 1 3 0,2 3-2 0,1 2 10 0,-1 0-7 15,-10 4 1-15,12 0-1 0,-12 0 1 16,13 8 7-16,-6-5-4 0,-1 3 5 0,-1 2 0 0,-1 0 1 16,0 1 0-16,0 0 6 0,-1-3-3 0,-2 1 2 15,5-1 2-15,-6-6 3 0,1 10-2 16,-1-10 7-16,3 8-3 0,-3-8 0 0,0 0 4 15,3 7-3-15,-3-7 1 0,2 5-2 0,-2-5 2 16,0 0-1-16,0 0 1 0,0 0-3 0,0 0 0 16,0 0-2-16,0 0-3 0,0 0-3 0,14-17 0 0,-10 13 1 15,1-5-1-15,4 0-9 0,-2 1 0 16,2 0 9-16,0 1-11 0,0-1 1 0,-2 1 2 16,3 0 1-16,-1 2-5 0,-4 1-2 0,1 3 3 0,-6 1 0 15,14-2 4-15,-14 2 0 0,11 4 1 16,-5 0 2-16,0 5 10 0,1-1-13 0,-3 1 4 0,1 2 1 15,0 1-1-15,-4-1 1 0,3 5 0 16,1-1-1-16,-3-1 5 0,2 2-6 0,-3-4-28 16,2 3-35-16,-1-1-42 0,0-4-44 0,2 1-51 15,1-3-46-15,1 2-183 0,1-3-472 0,0-2 209 16</inkml:trace>
  <inkml:trace contextRef="#ctx0" brushRef="#br0" timeOffset="-72434.13">16103 14522 214 0,'0'0'315'0,"2"-11"-12"0,-2 11-23 0,1-9-16 16,-1 9-24-16,0 0-21 0,0 0-16 0,0 0-4 16,0 0-15-16,0 0-21 0,0 0-17 0,-3 37-6 15,3-20-9-15,2-2-11 0,-2 1-13 0,2 1-12 16,1 0-11-16,1-1-10 0,1 1-1 0,1-1-9 15,0 0-6-15,3 0-6 0,-1-1-2 0,0-5-13 16,-1 0 4-16,1 1 0 0,-1-2-2 0,1 2-2 16,-1-3-3-16,-1-1 2 0,-1 2-7 0,-1-5-2 15,0 2 0-15,-4-6-3 0,6 10 17 0,-6-10-9 16,2 10 4-16,-2-10-2 0,0 0-1 0,-12 14-5 16,4-9-18-16,-1-1-10 0,-1 1-20 0,1-1-20 15,-2-1-27-15,-1-2-25 0,1 0-27 0,11-1-32 16,-23 0-29-16,11-2-32 0,-5-2-19 0,5 0-40 15,0 0-21-15,1-2-157 0,2 0-485 0,1-4 215 16</inkml:trace>
  <inkml:trace contextRef="#ctx0" brushRef="#br0" timeOffset="-72299.89">16107 14541 140 0,'7'-7'152'0,"0"1"3"0,1-1-5 0,2 1-4 15,0 2-14-15,3-2-8 0,4 1-11 0,-3 3-12 16,3-2-10-16,3 3-6 0,0-2-18 0,1 3-41 15,0 0-53-15,6-2-59 0,-6 5-143 0,-3 0-246 16,1-2 109-16</inkml:trace>
  <inkml:trace contextRef="#ctx0" brushRef="#br0" timeOffset="-71767.13">16505 14665 176 0,'-4'8'265'15,"0"-1"-5"-15,1-1-13 0,0 0-9 0,0 0-10 16,3-6-4-16,-4 13-19 0,3-7-7 0,-2-1-15 16,3-5-14-16,0 0-10 0,-2 11-8 0,2-11-11 15,0 0-3-15,0 0 8 0,0 0 7 16,-3 12-3-16,3-12 3 0,0 0 14 0,0 0 6 16,0 0-8-16,0 0-18 0,0 0-13 0,0 0-17 0,0 0-10 15,0 0-6-15,-5-24-14 0,5 24-14 0,1-16-9 16,2 5-9-16,1-1-14 0,1-3-6 0,3-2-10 15,2 1-7-15,0 0-9 0,0 3-6 16,3-1-4-16,-3 3-3 0,-2 2-5 0,2 1 0 16,-1 3-3-16,0 0 1 0,1 2-3 0,-10 3 0 0,14 2 7 15,-6 4 0-15,1-2 3 0,-3 3-2 0,-2 4 2 16,0-1 7-16,-1 2-6 0,-1 1-2 0,1-2 6 16,-1 2 1-16,-3-2 4 0,2 0-2 0,2 0 2 15,-3-11-2-15,0 14 7 0,0-14-3 16,0 12-2-16,0-8 2 0,0-4 1 0,0 0-3 15,0 0 7-15,0 0-4 0,-3 16 5 0,3-16-4 0,0 0 3 16,0 0-4-16,0 0-2 0,0 0-5 0,0 0-5 16,0 0-7-16,0 0-6 0,0 0-2 0,0 0-2 15,16-28-7-15,-11 19-4 0,-1-2-4 0,4 2 0 16,-1 1-13-16,1-4 3 0,1 5-1 16,-1-1 6-16,0 3 4 0,-3-1 4 0,-5 6-2 0,9-6 5 15,-9 6 4-15,10-2 4 0,-10 2-2 0,0 0 5 16,0 0 15-16,17 11-8 0,-17-11-5 0,1 13 3 15,3-5 2-15,-3 3 4 0,1-3 3 0,-1 3-4 16,-1-11-1-16,2 21 4 0,0-11-32 0,-2-1-49 16,0-9-45-16,1 17-68 0,0-8-60 0,-1-9-65 15,4 13-231-15,-4-13-602 0,7 9 267 0</inkml:trace>
  <inkml:trace contextRef="#ctx0" brushRef="#br0" timeOffset="-71327.19">16989 14622 125 0,'0'0'263'0,"0"0"-12"16,0 0-7-16,0 0 1 0,0 0 1 0,0 0-8 0,0 0-15 15,0 0-12-15,0 0-7 0,0 0-25 0,-6 36 1 16,2-26-13-16,3-1-7 0,1-9-19 16,-4 19-8-16,1-11-8 0,3-8-18 0,0 13-9 15,0-13-5-15,-2 9-15 0,2-9 0 0,0 0 3 16,-3 9-1-16,3-9 9 0,0 0 8 0,0 0 11 15,0 0 6-15,0 0-7 0,0 0-14 0,0 0-10 0,0 0-4 16,0 0-13-16,0 0-7 0,0 0 1 0,0 0-12 16,6-37-4-16,-2 25-1 0,0 1-7 0,0-6 4 15,2 0-13-15,1 2-9 0,0-2-5 16,5-6-4-16,1 2-6 0,-1 0 0 0,2 0-6 16,-2 6-5-16,2-2 2 0,-2 3-2 0,-3 6-3 15,-1-2 6-15,0 1 1 0,-2 6-5 0,-6 3 1 0,8-7-1 16,-8 7-3-16,0 0 6 0,0 0 17 0,21 14-3 15,-18-8 15-15,0 5 11 0,0 3 4 16,-2-2 4-16,0 3 2 0,0 3 3 0,2-1-2 16,-3-1-2-16,4 2-5 0,-1-1-6 0,-1 0 1 15,0-2-1-15,0-4-2 0,0 1-8 0,0-2-2 0,-1 0-7 16,0-3-17-16,-1-7-32 0,1 12-35 0,-1-12-40 16,3 10-43-16,0-4-36 0,-3-6-33 15,0 9-23-15,0-9-23 0,0 0-34 0,0 0-28 16,0 0-23-16,-12 9-207 0,12-9-607 0,-17 2 268 15</inkml:trace>
  <inkml:trace contextRef="#ctx0" brushRef="#br0" timeOffset="-71198.28">17025 14653 185 0,'-4'-9'204'16,"4"9"-3"-16,0 0 0 0,-10-7-1 0,10 7-12 16,0 0-2-16,0 0-22 0,0 0-19 0,0 0-15 15,0 0-14-15,20-16-13 0,-8 12-33 0,4-5-32 16,1 5-42-16,2-1-62 0,8-4-72 0,-7 3-183 15,8-1-347-15,6 3 153 0</inkml:trace>
  <inkml:trace contextRef="#ctx0" brushRef="#br0" timeOffset="-70758.47">18084 14390 80 0,'-1'-10'308'0,"0"0"-5"0,-2 2-6 0,1 0-10 16,2 8-5-16,-3-13-1 0,3 13-13 0,-3-9-22 16,3 9-18-16,-1-6-29 0,1 6-19 0,0 0-16 15,0 0-16-15,0 0 6 0,0 0 2 0,0 0-12 16,3 36-8-16,-2-16-6 0,0 6-10 0,1 1-8 16,-4 1-6-16,2 0-4 0,-1 0-5 0,1 1-7 15,-3-2-10-15,2-7-5 0,2-2-9 16,-2 2-9-16,2-3-3 0,-1 0-6 0,0-2-7 0,2 1-3 15,-2-3 2-15,1-3-9 0,2 2-5 0,-2-4-16 16,0-2-34-16,2 0-25 0,-1 0-45 0,-2-6-30 16,5 10-37-16,-5-10-35 0,7 8-38 0,-5-4-29 15,-2-4-48-15,0 0-29 0,12 0-225 0,-12 0-612 16,0 0 271-16</inkml:trace>
  <inkml:trace contextRef="#ctx0" brushRef="#br0" timeOffset="-70366.39">17962 14567 21 0,'-11'-5'212'0,"4"0"-4"0,0 1-8 16,1 1-15-16,6 3-15 0,-9-5-15 0,9 5-6 15,0 0-2-15,0 0-6 0,0 0-6 0,0 0-7 16,42 0-13-16,-14-4-9 0,2 8-5 0,-1-2-9 16,2-5-6-16,-1 4-7 0,1-1-8 15,-2 3-6-15,0-3-7 0,-10 2-5 0,-1 0-8 0,-4-1-2 16,-4 2-5-16,0-1 3 0,-2 0-13 15,-2 0 20-15,1 2 16 0,-4 1 8 0,1 0 3 0,-1 1 6 16,-1-1 5-16,0 6 0 0,-2-1-10 0,0 0-7 16,-2 0-7-16,2 1-4 0,0 0-2 0,2-2-9 15,-1 1-9-15,3-2 1 0,-2 0 3 0,1-2-13 16,-1 1 1-16,4-3-2 0,-1 2 1 0,0-3-5 16,-5-3-6-16,11 4-1 0,-3-1 2 0,-8-3 0 15,9 0 0-15,-9 0-3 0,13-4 1 0,-8 1-3 16,1-1-5-16,-6 4-4 0,8-9 14 0,-4 2-10 15,-1-1-4-15,-1 2 1 0,0-3 1 0,-2-2-5 16,1 1 3-16,-3-1-2 0,1 1 6 16,-1-1-7-16,-3 0 3 0,2 2 2 0,-1-1-13 0,-3 4-12 15,3-1-16-15,-2 0-17 0,-1 2-24 0,1 3-23 16,6 2-31-16,-15-2-35 0,15 2-50 0,-19 3-60 16,10 0-256-16,0 4-575 0,1 1 255 0</inkml:trace>
  <inkml:trace contextRef="#ctx0" brushRef="#br0" timeOffset="-70033.06">18772 14499 86 0,'-3'-10'302'0,"3"10"3"0,0 0-16 0,0 0-10 15,0-10-32-15,0 10-17 0,0 0-30 16,0 0 9-16,0 0-3 0,0 0-22 0,0 0-8 0,5 32-20 15,-1-16-11-15,0 0-9 0,2 2-8 0,2 1-13 16,1-4-6-16,1 2-8 0,1-1-12 0,1 0-6 16,0 1-13-16,-2-1 7 0,3-4-15 0,-3 1-3 15,-2-3-10-15,1 0 2 0,-3-2-5 16,-1-1-10-16,0 0 4 0,-2-2-4 0,1-1-6 16,-4-4 5-16,6 6 8 0,-6-6 14 0,2 7-1 0,-2-7 2 15,0 0-7-15,-11 9 6 0,2-7-15 0,-2 0-14 16,-3 2-25-16,-1-4-29 0,2 0-33 0,0 0-24 15,0-4-28-15,-5 1-25 0,1-1-26 0,5-1-26 16,0 1-28-16,-2-2-27 0,1-3-21 16,3-2-17-16,1 2 5 0,4-2-177 0,0-6-491 0,1 3 217 15</inkml:trace>
  <inkml:trace contextRef="#ctx0" brushRef="#br0" timeOffset="-69883.2">18783 14481 60 0,'13'-12'102'0,"1"1"8"0,-1 1 3 0,3 3 2 0,1 0 11 16,1 3 2-16,-1-3 3 0,1 6-3 0,1 0 2 15,-3-1-13-15,3 2-8 0,0 2-9 0,2 0-15 16,-1 2-5-16,0-1-13 0,-1 3-23 16,-1-2-25-16,-2 0-49 0,-4-1-43 0,5 2-44 15,-6 1-34-15,0 2-82 0,-3-1-251 0,-1 2 112 0</inkml:trace>
  <inkml:trace contextRef="#ctx0" brushRef="#br0" timeOffset="-69781.31">19155 14604 8 0,'0'0'137'0,"-4"7"-12"0,4-7-13 0,-4 4-9 16,4-4-17-16,0 0-22 0,-1 9-29 0,1-9-42 16,0 0-35-16,0 0-62 0,1 12-112 15,-1-12 50-15</inkml:trace>
  <inkml:trace contextRef="#ctx0" brushRef="#br0" timeOffset="-69300.75">19297 14502 168 0,'0'0'253'0,"0"0"-10"0,0 0-9 0,0 0-20 15,3-5-15-15,-3 5-12 0,0 0 6 0,0 0 5 0,0 0-1 16,0 0-12-16,5 21-12 0,-4-13-9 16,2 0-17-16,0 3-5 0,3 2-15 0,2 1-9 15,-1 0-7-15,1 2-3 0,1 0-8 16,2-3-7-16,0 0-8 0,-1 0-8 0,1 0-11 0,-2-3 0 15,2 5-6-15,-2-6-11 0,0-1-3 0,-2 2-3 0,0-2-4 16,-2-1-11-16,-1-3 1 0,-1 3 7 16,-3-7-7-16,0 11-4 0,0-11-4 0,-12 13-1 15,6-10 1-15,-6 1-5 0,0 2-9 0,0-5 5 16,-1 3-13-16,-1-3-7 0,0-1-4 0,2 0-4 16,-1-2-5-16,4-1-2 0,-1 2-14 0,3-3-16 15,2-1-3-15,2-1-6 0,3 6 1 0,0-15 4 16,3 7 2-16,1-5 3 0,0 2-2 0,3-4 4 15,3-1 0-15,1 1 2 0,2-3 5 0,2 3 6 16,4-5 1-16,-6 4 5 0,1 1 4 0,1-6 9 16,-2 7-5-16,0-1 2 0,-4 2 5 0,1 0 1 15,-1-2 7-15,-4 4 11 0,1-1 9 0,-2 2 5 16,0-1 8-16,0 3 5 0,-3-2 7 0,2 4 6 16,-2-2 8-16,-1 8 2 0,-1-11-2 0,1 11-2 15,-5-7-9-15,5 7 5 0,-14 0-12 0,2 4 2 16,-6 2-7-16,0 3-6 0,2 1 1 0,-3 1-30 15,4 1-33-15,2-1-39 0,2-3-51 0,0 6-65 16,3-3-88-16,0 3-251 0,7-2-578 0,0-2 256 16</inkml:trace>
  <inkml:trace contextRef="#ctx0" brushRef="#br0" timeOffset="-68733.56">19784 14550 223 0,'0'0'323'0,"0"0"4"16,5 12-9-16,-5-6-17 0,0-6-22 0,-4 16-15 15,4-6-7-15,-1 0-24 0,2 1-13 0,2-2-15 16,-2 1-17-16,0-4-12 0,1 1-20 0,-2-7-6 16,2 12-9-16,-1-6-6 0,2-1-8 0,-3-5-11 15,3 7-6-15,-3-7 2 0,0 0 3 0,2 5 10 16,-2-5-8-16,0 0-18 0,0 0-6 0,0 0-10 15,0 0-6-15,0 0-12 0,-10-20-5 0,10 20-10 16,-1-17-12-16,1 6-4 0,0 2-10 0,1-1-7 16,3-3-12-16,0-3-4 0,2-1-11 0,0 1-8 0,3-1-14 15,0 3 1-15,2-1-4 0,-3 5 1 16,1 1-12-16,-2 2 5 0,2 1-1 0,-2 2 3 16,2 0 3-16,-2 3 3 0,-7 1 8 0,15 3-7 15,-7 3 8-15,-2 1-2 0,1 1 11 0,-2 4 2 16,0-1-4-16,-2 0 22 0,1 2-4 0,-1-2 15 15,-2 1-4-15,2-1 0 0,-2-1 9 0,2-4-1 16,-3-6 2-16,2 12-3 0,0-7 2 0,-2-5 4 16,1 5 4-16,-1-5 1 0,0 0 2 0,0 9 2 15,0-9 1-15,0 0-3 0,0 0-4 0,0 0-5 16,0 0-12-16,0 0 11 0,0 0-7 0,11-14-16 16,-7 5-4-16,1 0-6 0,2 3-1 0,0-6-1 15,3 4-2-15,-1-2-8 0,3-1-1 0,-1-1 3 16,0 3-10-16,0 0 3 0,-1 4 2 0,-1-1 6 15,-2 2-3-15,0-1-2 0,0 4 3 0,-7 1 2 16,10-2 3-16,-10 2 1 0,9 5 2 0,-4 1 5 16,-2-1 0-16,-1 4-10 0,-1 2 14 0,2-2-3 15,-3 3 4-15,0 1-25 0,0-1-53 0,0 0-58 16,1 3-67-16,-2-3-75 0,1-1-82 0,0 1-263 16,0-12-677-16,1 17 300 0</inkml:trace>
  <inkml:trace contextRef="#ctx0" brushRef="#br0" timeOffset="-68300.45">20341 14593 11 0,'0'0'273'16,"0"0"8"-16,0 0 3 0,0 0-4 0,0 0-13 16,0 0-14-16,-1 22-7 0,1-14-18 0,-3 2-19 15,3-2-2-15,-2 3-12 0,1-2-10 0,-1-3-12 16,2-6-13-16,-1 12-17 0,0-6-8 0,1-6-14 15,1 10 9-15,-1-10-3 0,-1 7 4 0,1-7-7 16,0 0 10-16,0 0 1 0,0 0-9 0,0 0-16 16,0 0-8-16,0 0-9 0,0 0-11 0,0 0-7 15,0 0-8-15,2-29-6 0,0 22-5 0,0-3-4 16,2-1-9-16,2-4 5 0,-2 3-14 0,1-2 0 16,3 0-9-16,0-4 2 0,2 3-4 0,0-3-2 15,4-6-4-15,1 4-5 0,-2-2-1 0,4 1-9 16,-6 4 3-16,2 1 1 0,-3 5-5 0,-1-2 5 15,0 6 0-15,-2-2-3 0,-4 3-2 0,3 2-5 16,-3 1 0-16,-3 3 1 0,0 0-1 0,0 0 18 16,16 7 12-16,-12 4 17 0,-3-1 7 0,0 7 4 15,2-1 2-15,-2 1 3 0,0 1 0 0,-1 1-3 16,0-1 1-16,0 0-4 0,2-1-3 0,1 2-10 16,2-1-2-16,-3-7 0 0,0 7-4 0,1-7-6 15,-1 0-4-15,1-2-12 0,0 0-28 0,-1-2-35 16,-1-1-43-16,2-1-65 0,-3-5-59 0,3 10-52 15,-3-10-46-15,2 9-49 0,-2-9-60 0,0 0-316 16,-5 9-802-16,5-9 354 0</inkml:trace>
  <inkml:trace contextRef="#ctx0" brushRef="#br0" timeOffset="-68150.9">20351 14598 225 0,'9'-3'223'0,"2"-2"-14"0,5 0-17 16,3-1-22-16,1 0-12 0,6 1-26 0,3 2-37 16,-1-3-57-16,0-3-96 0,0 6-71 0,-8-3-81 15,3 4-226-15,-2-5 100 0</inkml:trace>
  <inkml:trace contextRef="#ctx0" brushRef="#br0" timeOffset="-67518.98">20935 14650 16 0,'0'0'242'0,"0"0"-10"0,0 0-10 0,0 0-17 0,0 0-21 16,0 0-19-16,-11-3-16 0,11 3-23 0,0 0-24 16,0 0-25-16,0 0-35 0,0 0-47 0,0 0-64 15,0 0-76-15,0 0-113 0,0 0-278 0,20 11 123 16</inkml:trace>
  <inkml:trace contextRef="#ctx0" brushRef="#br0" timeOffset="-66817.27">21535 14354 214 0,'0'0'267'15,"-1"-5"-16"-15,1 5-6 0,0 0-26 0,0 0-16 16,0 0-18-16,0-9-21 0,0 9-16 0,0 0-7 0,0 0 4 15,0 0-8-15,0 0 3 0,6 29-6 16,-6-14-2-16,0 4-8 0,0 0-11 0,0 0-14 16,0 7 0-16,0 0-17 0,0-6 1 0,0-2-17 15,1 1 1-15,-2 0-9 0,0-2-3 0,2 1-9 0,-2-1 0 16,0-2-1-16,2 1-13 0,0-1-1 16,0-5-6-16,2-1-17 0,-2 0-21 0,0-2-22 15,-1 2-16-15,0-9-25 0,0 10-31 0,0-10-20 16,0 9-26-16,0-9-20 0,2 5-28 0,-2-5-26 15,0 0-28-15,0 0-143 0,0 0-431 0,0 0 190 0</inkml:trace>
  <inkml:trace contextRef="#ctx0" brushRef="#br0" timeOffset="-66294">21508 14386 5 0,'18'-9'161'0,"4"4"0"0,8 2 0 0,0 3-5 15,-2 1 5-15,0 5 0 0,1 0-9 0,-3 5-8 16,-7 0-13-16,0 4-11 0,-5 0-4 0,5 7-5 16,-8-1-7-16,-1 2-6 0,-5 3-7 0,-2-9-8 15,-3 3-7-15,-3-1-6 0,-3 8-7 0,-6-3-10 16,1-1-1-16,-3-9-5 0,-6 5-4 0,6-4-7 16,-7-1-9-16,5-2-5 0,-2-5-9 0,-1 1-2 15,4 0-3-15,-4-3-3 0,6-2-2 0,0-2 0 16,0-1-2-16,4 0 0 0,9 0 7 0,-16-4-8 15,12 3 0-15,4 1-4 0,-4-8 1 0,4 8 2 16,0 0 3-16,9-14 0 0,-3 9 9 0,5 1-5 16,-1 0 1-16,6-1 3 0,3-1 5 0,1 2 0 15,2-1 6-15,-3 1 0 0,9-2 7 0,0 1 11 16,0 0-4-16,2 0-1 0,-2-5 2 0,1 2-2 16,-1 3-4-16,-1-2-4 0,0-3 0 0,0 4-1 15,-2-3-4-15,-6 2-1 0,2 1-1 0,-5-1-1 16,2-2 0-16,-5-2-7 0,-3 5 4 0,2-2 2 15,-4 1-4-15,-1 2 2 0,2-4-1 0,-4 1-5 16,-1-1 9-16,-1 3-8 0,-2-3 5 0,-1 2-10 16,0 7 2-16,-1-13 1 0,1 13 6 0,-8-11 5 15,5 6 6-15,-3 1 0 0,-3 0 3 0,9 4-1 16,-19-2 3-16,2 5 4 0,1 4-3 0,-1 0 4 16,2 4-5-16,1 0-2 0,0 3-2 0,2 0-1 15,4 2-6-15,5-1-4 0,-1 0-2 0,5 2-16 16,2-5-23-16,2 0-32 0,4 1-33 0,5 1-44 15,-3-3-47-15,7-3-52 0,0 0-39 0,1-2-185 16,-1 1-497-16,4-3 220 0</inkml:trace>
  <inkml:trace contextRef="#ctx0" brushRef="#br0" timeOffset="-66066.01">22417 14360 34 0,'1'-13'262'0,"0"3"6"0,1 0-9 0,-2 4-18 16,0 6-20-16,1-9-25 0,-1 9-8 0,0 0 6 16,0 0 4-16,0 0-5 0,0 0-11 0,0 37-12 15,-3-20-20-15,1 2-10 0,0 5-13 0,2-3-10 16,-2 5-12-16,2 0-7 0,0 0-12 0,1-6-5 16,0 4-10-16,1-5-1 0,-1 6-32 0,2-8-36 15,-1 0-38-15,1 0-41 0,-1-6-47 0,0-2-43 16,-1 1-47-16,0-1-37 0,-2-1-220 0,-2-2-510 15,3-6 227-15</inkml:trace>
  <inkml:trace contextRef="#ctx0" brushRef="#br0" timeOffset="-65930.83">22346 14486 164 0,'4'-5'134'0,"-4"5"-15"0,10-5-7 0,-1 5-27 15,2 0-44-15,-1 3-39 0,0 0-34 0,0 1-73 16,1 5-112-16,-4 3 49 0</inkml:trace>
  <inkml:trace contextRef="#ctx0" brushRef="#br0" timeOffset="-65467.23">22511 14705 100 0,'18'-7'195'0,"-12"3"-6"16,1 0-6-16,2-3-9 0,1 1-12 0,0-2-14 15,1-2-12-15,0 4-8 0,-1-3-7 0,3-1-10 16,0 0 4-16,-2-2-17 0,-2 4-2 0,1-2-8 16,1-2-1-16,-4-3-1 0,2 2-2 0,-4 2-6 15,2 0-5-15,-3 0 2 0,-3-1 11 16,0 3 8-16,-1-1 0 0,0 4-3 0,0 6 1 0,-1-15 3 16,-3 12-1-16,4 3-2 0,-8-8-15 0,8 8 5 15,-12 0-8-15,12 0-2 0,-21 9 9 0,10 0-6 16,0-1-3-16,-1 3-6 0,-1 3-11 0,3 0-1 15,-2 0 3-15,6 2-13 0,1-4-7 16,1 0-2-16,3 1-9 0,1-1-3 0,1 1-2 0,3-3-3 16,1 1-3-16,1-2-16 0,3 0-7 0,0-4-5 15,4 1-8-15,-2-3-3 0,1-1-2 0,2 1-3 16,-3-3 1-16,1-1-3 0,1-2-1 0,0 2 1 16,-2-4 0-16,-1 0 4 0,1 1-2 0,-1-3 2 15,-1 3 3-15,-3-2 3 0,2-5 4 0,-1 2 0 16,-2-3 3-16,2 3-2 0,-1-2 1 15,-3 1 3-15,2-2 5 0,1 3-5 0,-3-1 4 16,-1 0 0-16,0 6 5 0,2-2 5 0,-4 6-1 0,2-9 2 16,-2 9-2-16,4-7 3 0,-4 7 0 0,0 0 3 15,0 0 7-15,0 0 12 0,0 0-15 0,3 26 8 16,-3-26-9-16,0 19 0 0,-2-10 1 0,4 4-24 16,-1-2-32-16,3 7-52 0,1-1-57 0,-4-2-60 15,5-6-49-15,1 2-246 0,-1 1-552 16,7-1 244-16</inkml:trace>
  <inkml:trace contextRef="#ctx0" brushRef="#br0" timeOffset="-64177.14">23116 14562 270 0,'0'0'294'0,"0"-6"-14"0,0 6-29 0,0 0-22 16,0 0-21-16,0 0-12 0,0 0 0 0,0 0 8 15,0 0-29-15,0 0-16 0,0 26-6 0,0-18-15 16,0 2-10-16,0-1-9 0,0-9-11 0,0 17-11 16,0-9-6-16,0-8-5 0,1 11-11 15,-1-11 1-15,1 9 11 0,-1-9 1 0,-1 8 19 0,1-8 7 16,0 0 6-16,0 0 5 0,0 0 2 0,0 0-10 16,0 0-11-16,0 0-14 0,0 0-6 0,0 0-13 15,0 0-4-15,0 0-11 0,0 0-5 16,-3-28-11-16,3 19-6 0,2-1-7 0,0-1-9 15,2-2-7-15,4 1-6 0,0-5-6 0,2 2-3 0,1 0 1 16,2 1-12-16,2 1-1 0,-2-1-6 0,2 4 4 16,-2-2 0-16,0 6 5 0,-4-1-10 15,1 1-2-15,0 3 4 0,-2 3-1 0,-8 0 3 16,14 1 9-16,-6 3-6 0,-2 3 2 0,1 1-2 0,-2 2 6 16,-3 1-1-16,1 0-2 0,-1 1 2 0,0 0 7 15,-1 1-16-15,3-1 16 0,-3 3 1 0,0-3-3 16,2-2 1-16,-2-4-6 0,-1 2 10 0,0-8-5 15,1 10 2-15,-1-10 5 0,2 8-7 0,-2-8 11 16,0 0-9-16,1 9 2 0,-1-9 8 16,0 0 3-16,0 0-1 0,0 0-6 0,0 0 4 0,0 0-9 15,0 0-2-15,0 0-11 0,0 0-11 0,9-28-5 16,-6 21-3-16,2-2 4 0,2 0-5 0,-2-2-2 16,4-3 0-16,3 0-3 0,-6 4 1 0,2 1 7 15,0 1 3-15,-2-1 0 0,0 4 3 16,-2 1 4-16,0 0-2 0,-4 4-1 0,8-6 0 15,-8 6 3-15,0 0 3 0,0 0 5 0,0 0 14 0,12 12 11 16,-9-5 8-16,-2-1 2 0,2 5-5 0,-2-2 12 16,2-1-12-16,0 1 8 0,3 2 1 0,-1-3 1 15,1 0 3-15,0-1-7 0,1-2 3 16,-7-5-15-16,15 9 11 0,-3-4-1 0,-1-3 0 16,2-2-4-16,-2 0 14 0,2-2-15 0,-1-2 2 0,-1 1-6 15,2-2-1-15,-4 0 14 0,0 0-16 0,-1 0 3 16,-1-3 8-16,0 1-15 0,-7 7-11 0,7-12 14 15,-3 2-2-15,-1 3 0 0,-3 7-6 0,2-14 11 16,2 5-14-16,-3-1 11 0,-2 2-8 16,1 8 5-16,1-13-6 0,1 9 6 0,-2 4-1 0,1-9 2 15,-1 9-7-15,0 0-1 0,0 0 0 0,0 0-9 16,0 0 1-16,0 0 17 0,0 0 2 0,0 0 4 16,0 0-1-16,-19 25-2 0,15-16-3 15,-1 1 10-15,1 1-11 0,3-1 6 0,-1-1 7 16,2 2-10-16,-2-2-1 0,4 0-2 0,1-2 10 0,-3-7 1 15,12 16-1-15,-6-9-13 0,0-3-14 0,6-1 0 16,-5 0-8-16,-7-3-15 0,23 1-3 16,-12-2-4-16,1 1-8 0,-12 0 10 0,20-6-3 15,-14 2 9-15,2-1-2 0,-8 5 0 0,14-12 1 16,-9 7 7-16,-1-1 7 0,2-2-2 0,-3-1 5 0,0-1 1 16,1 0-3-16,-2 1 3 0,1-2 3 0,1 0 7 15,-1 2-9-15,1-2-1 0,-2 3-3 0,5-1 7 16,-5 3-2-16,-2 6 8 0,4-7-3 0,-1 1 5 15,-3 6-8-15,0 0 10 0,5-7-9 16,-5 7 9-16,0 0 20 0,0 0 17 0,0 0-8 16,0 0 8-16,0 0-3 0,2 20-1 0,-2-20-3 0,-1 12-2 15,1-12-8-15,-3 10 7 0,3-10-6 0,-1 12-6 16,1-12-1-16,-1 7 7 0,1-7-10 0,0 0-3 16,0 0 3-16,-1 16 4 0,1-16-5 0,0 0 3 15,0 0-7-15,0 0 8 0,0 0-9 16,2 8-7-16,-2-8 3 0,0 0 2 0,14-4 5 0,-14 4-8 15,17-6 4-15,-6 3-3 0,1-2 2 16,-2 1-3-16,3 0-3 0,-3 1 6 0,0 1-3 0,0 0 1 16,2-1-6-16,-2 5 5 0,0-4-1 0,-2 4-3 15,-8-2 3-15,18 0 16 0,-7 1-16 0,0 1-2 16,-1 0-4-16,4-2 6 0,-1 2 8 0,-1 0-12 16,3-2 12-16,-3 0-15 0,2-4 9 0,-1 4 12 15,0-2-6-15,1-3-3 0,-2 3 5 0,-2-2 0 16,-1 0-4-16,-2 1 1 0,1 2-8 0,-2-7 10 15,-2 1-10-15,0 2 6 0,-4 5 1 0,8-9 13 16,-7 5-7-16,-1 4-7 0,3-13 2 0,-3 8-8 16,0 5-9-16,-2-14 27 0,2 14-3 0,-5-10 3 15,5 10-2-15,-2-8 11 0,2 8-8 16,-5-7 7-16,5 7-7 0,-9 0 5 0,9 0-3 16,-17 7 4-16,10 1 9 0,-3 0-13 0,1 2 2 0,-1 1-2 15,3 0-2-15,1 0-4 0,3 0 0 0,0 0 0 16,2 1-16-16,2-2-42 0,2 0-47 0,0 2-46 15,5-6-52-15,1 3-55 0,1-1-66 0,0-6-59 16,1 3-232-16,1-3-654 0,-1-1 289 16</inkml:trace>
  <inkml:trace contextRef="#ctx0" brushRef="#br0" timeOffset="-63977.99">23876 14258 2604 0,'-17'-11'38'0,"2"3"12"0,5 1-25 16,1 2 0-16,1 2 3 0,2-2 3 0,1 3-3 0,5 2-5 15,-8-5-1-15,8 5 1 0,0 0-9 0,0 0 0 16,0 0-20-16,0 0-27 0,23 6-49 0,-9-3-64 16,7 0-60-16,-3 2-203 0,5-2-443 0,-2 1 196 15</inkml:trace>
  <inkml:trace contextRef="#ctx0" brushRef="#br0" timeOffset="-63577.98">24939 14243 85 0,'3'-14'312'0,"-2"4"-6"15,3-1-13-15,-4 5-7 0,3-1-9 0,-3 7-10 16,2-10-18-16,-2 10-33 0,3-9-21 0,-3 9-10 15,0 0 11-15,0 0 14 0,3 22-16 0,-3-4 3 16,0 7-14-16,0 2-14 0,-3 1-19 0,4-1-10 16,-1 1-16-16,0 0-12 0,2 1-7 15,0-3-16-15,2-3-9 0,-3 5-9 0,4-1-7 0,-1-2 0 16,-1-1-8-16,-1-4-24 0,-1-3-32 0,2 0-53 16,-1-6-54-16,-2 0-52 0,0 2-54 0,0-5-60 15,-2 0-55-15,2-1-48 0,-5-1-191 0,5-6-614 16,-12 4 273-16</inkml:trace>
  <inkml:trace contextRef="#ctx0" brushRef="#br0" timeOffset="-63133.19">24870 14463 149 0,'10'-9'180'0,"-2"2"-9"16,8-3-4-16,-2 1-4 0,2-1-7 0,2 1-7 15,8-3-12-15,-2 3-7 0,2-3-12 0,-6 2-8 16,5 0-3-16,-7 1 1 0,-2 1 2 0,2-1-1 15,-3 0 1-15,-3 3-2 0,-3-2 2 16,1-1 1-16,-2 2-15 0,-4 2 2 0,3-2 5 16,-3 0-3-16,1 1-2 0,-1 0-5 0,-4 6-7 0,4-7-8 15,-4 7-15-15,5-6 0 0,-5 6-8 0,3-3-11 16,-3 3-6-16,0 0-3 0,0 0 5 0,0 0-4 16,-3 28-4-16,-2-12-2 0,1 3-11 0,0 0 1 15,1 0 3-15,1 2-5 0,2-3 0 0,0 0-2 16,2 1-1-16,2-1-4 0,1-3-1 15,5 0 2-15,-1-2 0 0,3 0 0 0,-1-4-5 0,4 0 0 16,2-3 1-16,1-1 1 0,-2-2-6 0,5-2 2 16,-1-1 1-16,0-1 2 0,-5-2-8 0,2-2-2 15,-4 1 1-15,1 0 4 0,-5 1-3 0,1-3-2 16,0-2 4-16,-3 2-3 0,-1-3 3 0,-2-1-2 16,0 3 2-16,-1-1-3 0,-3-2 2 0,0 0-2 15,-2 1 5-15,2 9-4 0,-4-12 2 0,3 7 1 16,-3-1 6-16,4 6-8 0,-11-5 13 0,-1 3-6 15,12 2-1-15,-23 5-2 0,6 3 3 0,2 0-4 16,1 2 6-16,3 1-7 0,3-1-16 16,2 0-41-16,2 6-52 0,1-3-61 0,3 0-74 15,7 1-86-15,-2 1-190 0,4-6-561 0,6 2 248 0</inkml:trace>
  <inkml:trace contextRef="#ctx0" brushRef="#br0" timeOffset="-62283.96">26209 14408 61 0,'-2'-10'340'0,"-6"2"-1"0,5 2 1 0,-6-2 6 16,4 4-13-16,-3-2-18 0,-1 4-12 0,-5 1-30 15,-1 4-24-15,-4 1-17 0,1 3-14 16,-4 5-26-16,-2 2-14 0,7-1-20 0,4 1-14 0,0 1-14 15,3 0-15-15,2 1-6 0,1 1-12 0,3 1-8 16,4-1-8-16,2-4-13 0,-2-1-5 0,4 0-3 16,3-1-7-16,1 2-6 0,2-4-5 0,1-3-8 15,-2 1-7-15,5-3 3 0,-1-1-5 16,1 1-9-16,-1-5-9 0,-2-2 10 0,3 0-5 0,-1-1 0 16,-1-2-1-16,-1 1-3 0,-2-4 6 0,4-3-8 15,-4 1 1-15,0-4 1 0,-2 2-3 0,-2-3 0 16,3 0-1-16,-5-3-1 0,1 1-2 0,2-8-1 15,0 2-10-15,-2 0-1 0,0-3-4 16,-3 2 7-16,3-2-1 0,-4 0-4 0,0 0 1 16,4-2 3-16,-2 1 2 0,1 3 3 0,-3 6 7 0,0 1 3 15,4 6 9-15,-4 1 6 0,0 4-3 16,0 0-5-16,0 7-1 0,2-10 5 0,-2 10-9 0,0 0-1 16,0 0 8-16,0 0 1 0,-6 32 3 15,1-14 3-15,1 6 0 0,-1 2-1 0,1 1 0 0,0-1-2 16,-2 2 0-16,6-2 4 0,0-6-3 0,1-1 1 15,4 6-4-15,-5-6 4 0,6-2-5 0,-1-1-2 16,3-2-1-16,1 1 5 0,3-2-2 0,-3-1 2 16,2-3-6-16,0-3 2 0,0 2-4 0,3-4-1 15,3 2 0-15,-5-3-3 0,1-3-5 0,0 2 0 16,-1 0-4-16,-1-4 3 0,-1 1-9 0,1-3-7 16,-3 1-2-16,1-2-1 0,-1-1 2 0,0 1-8 15,-1 0 2-15,-1-3-4 0,2-1 0 0,-4 2-6 16,1-3 10-16,-1 3-1 0,0-1 1 15,-2 3 2-15,-2 5 2 0,5-12 2 0,-2 9 2 0,-3 3-1 16,4-7-9-16,-4 7 11 0,0 0-3 0,0 0 8 16,0 0 17-16,0 0-2 0,0 0 8 0,3 18-3 15,-3-18 0-15,0 11-2 0,2-4-1 0,0 3-10 16,0 1 12-16,0-7 0 0,3 3-3 0,1 1-2 16,4-4 2-16,1 2 4 0,-1-3-2 0,2 0 0 15,4-1-6-15,0-2 1 0,-3-2-2 0,1 0 1 16,5-1-2-16,-5-1 3 0,-3 2-4 0,0-1 2 15,-1-1 0-15,-1-2 3 0,-1 1-1 0,-2 0 1 16,0-2-2-16,-2 2-2 0,1-4 2 16,-1 3-2-16,0 1 1 0,-1-1 3 0,-3 6-1 0,5-7 2 15,-5 7-4-15,6-6 4 0,-6 6 2 0,0 0-7 16,3-6 9-16,-3 6 15 0,0 0 12 0,0 0 7 16,0 0 4-16,-2 30 0 0,1-19 0 0,-1 2 2 15,-2 5-4-15,-3 0-3 0,2 0-4 0,-1 1-3 16,-1 4-5-16,1 0-1 0,0-3-3 0,4 0-5 15,-2-2-14-15,2-1-40 0,-1 2-44 0,5-3-57 16,-2-4-63-16,0 1-49 0,0 1-55 0,-2-2-52 16,4-5-54-16,-2 2-312 0,1-1-777 0,-1-8 344 15</inkml:trace>
  <inkml:trace contextRef="#ctx0" brushRef="#br0" timeOffset="-61882.81">26902 14469 191 0,'4'-3'265'0,"-4"3"5"0,5-3 19 0,-5 3-3 0,0 0-2 15,0 0-15-15,0 0-15 0,4 16-14 0,-4-9-15 16,0-7-17-16,0 13-8 0,0-13-14 0,-2 10-14 16,2-10-15-16,0 9-18 0,0-9-11 0,0 0-10 15,0 10 9-15,0-10-4 0,0 0 6 0,0 0 3 16,-2 6 9-16,2-6-5 0,0 0-7 0,0 0-14 15,0 0-10-15,0 0-17 0,0 0-8 0,4-23-4 16,-4 23-7-16,6-16-6 0,-3 7-9 0,-1-1-8 16,5 0-4-16,2-4-15 0,-2-2-1 0,5 3-7 15,0-2-4-15,-1 1-5 0,-2 2-7 0,7-1 0 16,-5 3-1-16,1 1-4 0,-4 2 2 0,3 3 0 16,-1-1-5-16,-1 3 1 0,0 1-3 0,-9 1 1 15,14 3-3-15,-8 0-2 0,1 1 8 0,-1 4-1 16,0-1 0-16,-2 3 1 0,0 0 1 0,0 2-4 15,-2-2 7-15,1 3-1 0,1-2 0 0,-4 1 1 16,2 4-8-16,1-6-36 0,-3 1-45 0,5-1-42 16,-3 0-42-16,0 1-33 0,1-1-63 0,-1 2-52 15,-2-12-50-15,6 16-293 0,-4-9-718 0,3-2 319 16</inkml:trace>
  <inkml:trace contextRef="#ctx0" brushRef="#br0" timeOffset="-61561.97">27357 14394 188 0,'2'-10'278'16,"-2"-1"16"-16,0 2-1 0,0 9-1 0,-4-11-10 15,4 11-20-15,-4-8-17 0,4 8-6 0,-11 2-5 16,11-2-8-16,-19 10-13 0,8-1-12 0,1-2-23 16,0 2-20-16,3 1-13 0,-1 0-10 0,0 0-14 15,2 0-12-15,3 0-13 0,1-1-3 0,2 0-17 16,0 0-2-16,0-9-14 0,4 12-9 0,-1-6 2 15,1-1-17-15,-4-5-9 0,12 4-1 0,-4-4-12 16,-8 0 2-16,13 0-2 0,-5-1 4 0,-8 1-11 16,11-8 8-16,-5 6-6 0,1-4-4 0,-2 3 7 15,0-1-2-15,-1-1-3 0,-4 5 2 0,7-9-4 16,-3 8 1-16,-4 1-3 0,9-7-5 0,-9 7 0 16,5-4 0-16,-5 4-3 0,0 0 14 0,0 0-15 15,0 0 3-15,11 5-5 0,-11-5-46 0,2 9-45 16,-2-1-54-16,0 0-50 0,0-8-68 0,0 19-63 15,0-7-283-15,0-1-669 0,0 2 295 0</inkml:trace>
  <inkml:trace contextRef="#ctx0" brushRef="#br0" timeOffset="-60966.96">27493 14541 174 0,'1'-7'245'0,"2"-4"5"16,-1 0-5-16,4 1-5 0,-2-3-6 0,3 3-12 15,-1-4-11-15,4-1-2 0,1 1-26 0,-1 1-3 16,1 1-6-16,-2 1-9 0,0 3 7 0,2 1-13 16,-2-1-13-16,2 4-20 0,-2 0-19 0,-2 1-5 15,1 3-13-15,-8 0-4 0,14 6-5 0,-7-1-6 16,0 3-7-16,-3 1-5 0,1 1 0 0,-2 2-3 16,-1-1 0-16,0-1-12 0,0 3 4 0,-2-4-2 15,2 1-6-15,-2-2-2 0,0 0-1 0,0-8-1 16,0 12-6-16,0-12 5 0,0 8 0 0,0-8 6 15,0 0 7-15,-2 8 3 0,2-8-5 0,0 0-4 16,0 0-15-16,0 0 6 0,0 0-4 0,0 0-4 16,0 0-7-16,0 0-9 0,0 0-11 0,0 0-1 15,8-27-5-15,-7 20-4 0,3 1-7 0,4-1-9 16,-2-2-2-16,1-1-3 0,3 0-9 0,2 0 3 16,1-1 1-16,0 0 1 0,1 0-1 0,-1 2 6 15,-3 4-2-15,-1-2 10 0,0 3-1 0,-2 1-3 16,0 1 5-16,-7 2-3 0,10 2 6 0,-10-2 9 15,9 4 14-15,-3 1 4 0,-2-1-1 0,1 1-3 16,-1 0 8-16,2 3-2 0,1-2-3 0,-2 2 7 16,4-2 13-16,1-2-2 0,2 0-11 0,-1-3-2 15,3 0-1-15,4-1-3 0,-5 0 5 0,1-2-4 16,-2-2 0-16,1 0-3 0,-2 1-5 0,-1-3 14 16,0 0-8-16,-1-2-1 0,-2 2 0 0,-3 0 6 15,4-3-7-15,-4 2 9 0,0 1-13 0,-2-1-2 16,0-2 0-16,-1 2-1 0,-1 7-1 0,1-12 0 15,-1 12 10-15,0-8-1 0,0 8 3 0,0 0-2 16,2-9-1-16,-2 9-5 0,0 0 15 0,0 0 9 16,0 0 5-16,0 0-2 0,-17 18-3 0,10-10 0 15,-2 2-5-15,3 0-1 0,1-1 0 16,-2 1-3-16,3 1 0 0,-1-1-1 0,5 0-5 0,0 1-22 16,0-11-39-16,0 15-53 0,4-5-57 0,-3-3-56 15,-1-7-72-15,7 10-74 0,-5-5-305 0,-2-5-721 16,11 4 319-16</inkml:trace>
  <inkml:trace contextRef="#ctx0" brushRef="#br0" timeOffset="-60815.35">28093 14160 16 0,'0'0'148'0,"0"0"-32"0,0 0-53 15,0 0-52-15,0 0-70 0,0 0-65 0,0 0 29 16</inkml:trace>
  <inkml:trace contextRef="#ctx0" brushRef="#br0" timeOffset="-60567.08">28560 14268 157 0,'0'0'294'0,"0"0"-2"16,6-2-7-16,-6 2-5 0,0 0-17 0,0 0-15 15,0 0-7-15,0 0-1 0,-34 9-11 0,16-2 5 16,-9 2 5-16,-2 1-10 0,2 1-5 0,1 2 1 16,3 1-6-16,5-4-18 0,0 0-15 15,4 0-21-15,4-3-16 0,0 3-12 0,3-2-12 16,4 3-13-16,0-1-14 0,7 0-7 0,2-1-11 0,4-2-7 16,7 0-19-16,2 1-38 0,10-1-55 0,1-1-52 15,1-2-65-15,2-2-55 0,-4 2-55 0,1-1-57 16,-1-3-72-16,-7 2-257 0,7-2-704 0,3-5 312 15</inkml:trace>
  <inkml:trace contextRef="#ctx0" brushRef="#br0" timeOffset="-60050.03">29325 14225 46 0,'-2'-6'317'0,"2"6"0"0,-7-10-22 0,5 6-10 15,2 4-15-15,-13 0 0 0,13 0-10 0,-18 11 7 16,4-2-14-16,3 3-16 0,-1 2-12 0,-1 1-20 16,4-1-20-16,2 2-13 0,3 0-17 0,-1-1-16 15,4 2-17-15,1 0-8 0,7-3-10 0,-1 1-4 16,5-3-1-16,3 0-5 0,1 0-2 0,3-3-6 15,-1 0-6-15,2-3-12 0,0 0-1 0,1-4-10 16,2-1-3-16,0-2-7 0,-6 1-2 0,2-1-8 16,-6-2-7-16,-1-1 8 0,1-1-2 0,-2-1-11 15,-1-3 3-15,-3 1-8 0,-3 0 1 0,2-3-3 16,-5 1-4-16,1-1 1 0,-3-2 7 0,-1 3-11 16,-1-2-4-16,-2-3 3 0,0 4-4 0,-2-2-19 15,-2 0-6-15,-3 2-14 0,3 3-18 0,-3 1-16 16,3 4-26-16,-6-3-17 0,2 4-27 0,1 1-26 15,0 3-38-15,0 0-44 0,-1 3-47 0,2-2-60 16,3 3-264-16,3-2-665 0,1-1 295 0</inkml:trace>
  <inkml:trace contextRef="#ctx0" brushRef="#br0" timeOffset="-59800.18">29680 14143 195 0,'8'-15'258'0,"0"1"-3"0,-2 5 8 0,2 2 7 16,-4-1 0-16,1 4-16 0,-3-1-17 0,-2 5-19 16,8-4-9-16,-8 4 51 0,9 9 10 0,-6 3 4 15,4 5-9-15,-3 8-11 0,-4 2-18 0,1 1-19 16,-3 2-12-16,1 2-17 0,-1-1-14 0,0-1-20 16,-2 1-15-16,-1 0-7 0,1 0-17 0,3-1-10 15,-2 1-9-15,1-3-9 0,2 2-11 0,-2-3-14 16,4-2-34-16,-1 0-41 0,0-6-48 0,-1-4-62 15,3-2-52-15,-2 0-72 0,0-1-66 0,2-2-67 16,-3 0-363-16,1-4-804 0,-1-6 356 0</inkml:trace>
  <inkml:trace contextRef="#ctx0" brushRef="#br0" timeOffset="-59565.28">30005 14369 163 0,'4'-5'293'0,"-3"1"-19"0,-1 4 8 16,0 0 31-16,0 0 0 0,0 0 3 0,12 13-24 16,-12-1-16-16,1 5-14 0,-2 0-17 0,1 3-13 15,0 6-19-15,-3 0-14 0,2 0-23 0,0-6-15 16,2 5-12-16,-2 0-19 0,-1 1-12 0,4-8-14 16,0 1-6-16,-1-2-14 0,1-2-25 0,0-2-28 15,0-3-45-15,0 0-41 0,1-2-43 0,-2-1-34 16,2 0-47-16,-3-7-43 0,0 11-33 0,0-11-44 15,0 0-35-15,2 4-199 0,-2-4-577 0,0 0 256 16</inkml:trace>
  <inkml:trace contextRef="#ctx0" brushRef="#br0" timeOffset="-59333.4">30090 14313 184 0,'16'-15'213'0,"6"-1"6"16,-6 7 6-16,1 0-1 0,5 3 0 0,-3-1-6 15,0 5-8-15,-1 2-12 0,0 4-9 0,0 2-5 16,-7 1-12-16,5 0-5 0,-5 4-12 0,-1 3-3 16,-5 0 8-16,-1-3-27 0,-2 5-1 0,-4-4-12 15,0 0 6-15,-3 0-12 0,-7 4-10 0,1-2-5 16,-6 0-3-16,-3 2-15 0,-5-3 1 0,0-3-11 16,-1 1-15-16,7-4-36 0,-3-1-26 15,1-2-57-15,1 4-52 0,-1-3-64 0,-1-4-83 0,5 3-77 16,3-3-222-16,1 1-608 0,13-2 269 0</inkml:trace>
  <inkml:trace contextRef="#ctx0" brushRef="#br0" timeOffset="-58095.01">30547 14515 1 0,'10'-4'309'0,"3"-2"-2"0,1-2-9 0,-5 0-6 15,8 0-18-15,-3-2-1 0,2 1-26 16,-3-1-26-16,2 1-14 0,0-2-7 0,0 0-15 16,-1 1-21-16,0-4-11 0,0 1-8 0,-5 1-7 15,5-3-7-15,-2-1-13 0,-1 2-14 0,-3-1-4 16,1-2-18-16,-3 1-5 0,0 3-7 0,-3 0-13 16,-2-3 3-16,-1 5 7 0,-2 2 0 0,-3-1 3 15,-2 4-5-15,-4-2 1 0,-2 3-4 0,0 3-1 16,-6-1-5-16,2 2-8 0,-2 2-9 0,5 2-2 0,1 0-5 15,3 0-1-15,4 0-6 0,-1 3 2 16,1-3-1-16,1 2-4 0,5-5-5 0,1 12-1 16,4-4 0-16,4-1-3 0,1 1-6 0,9-2 0 15,1-1-5-15,0 0 5 0,10-1-13 0,-2-1 3 16,0 0-7-16,-9-1 6 0,-1-2-10 0,2 1 6 0,-3-2 3 16,-4-1-2-16,-3 2 5 0,-1-2 2 0,-3 2-16 15,-6 0 12-15,12-1-2 0,-12 1 7 0,9-1-4 16,-9 1-6-16,0 0 0 0,9 1 4 15,-9-1 2-15,1 6 15 0,-1-6-4 0,-2 13 9 16,-4-4-7-16,2 3 5 0,1-3 7 0,-1 0-7 16,1 0 5-16,1 2-1 0,-1 0-1 0,2-1 3 0,-3 0-5 15,8 0 5-15,-3-1-6 0,3-2 1 16,1 2-2-16,3-3-1 0,0 2 4 0,3-3-5 16,0 1-1-16,0-2 2 0,1 0-6 0,1-1 4 15,1-3-3-15,-2 0-1 0,-2 0-1 0,3-2-2 16,-4 0-2-16,3-2 0 0,-3 0 3 0,-1-1 1 0,0-2-8 15,-2 0 6-15,-2 2 0 0,0-4-5 0,1-1-2 16,-3 0-4-16,0-2-7 0,0 2 1 16,1-7-5-16,2 1 0 0,-1 6-4 0,-2-6 4 15,-2 3-3-15,0 1 4 0,0 2-3 0,-1 1 3 16,0 1 0-16,1 8 0 0,-4-10-1 0,4 10 5 0,-6-3 5 16,6 3 5-16,-17 9 5 0,4-3 5 0,-1 4 3 15,0 4 5-15,1-1-2 0,-1-2 6 16,5 3-5-16,2-1 2 0,-1 1-3 0,3 0-3 15,1-2 1-15,3-2 2 0,3 0-7 0,3-1 6 16,3 0-9-16,2-2 11 0,3-1-5 0,5 0 1 16,0-2-2-16,1-1-7 0,-1 1-2 0,4-4-3 0,-4-2-4 15,-2 0 4-15,-2 0-4 0,0 0 2 16,-2-3 1-16,-3 0-2 0,1 0 0 0,-1-1 2 16,-1-1 0-16,-1-1-8 0,1 2 10 0,0-5-6 0,-2 4-1 15,0-3 0-15,2-1-7 0,-3 0-2 16,-1 0-4-16,5-3-5 0,-4 4 2 0,4 1 7 15,-4 1 1-15,-5 8-1 0,5-12-2 0,-5 12-2 16,5-8 0-16,-5 8 9 0,0 0 1 0,0 0 10 16,0 0 4-16,0 0 13 0,-4 24-10 0,1-12 16 0,-1-2 2 15,-3 0 4-15,2 0 1 0,2 2-3 16,-4-2-4-16,3-1 0 0,0 1-7 0,2-2 3 16,-1-1 1-16,2-1 3 0,1-6-9 0,0 12 1 0,4-7 3 15,-4-5 2-15,0 0 3 0,17 8-3 0,-6-8 0 16,-1 0-5-16,2-1 3 0,-1-2-3 0,2 0-3 15,-2-1 1-15,0-2-3 0,0 0 4 16,2 0-7-16,-4-3-4 0,1 1 3 0,-1-2-4 16,-3 1 1-16,1-2-9 0,1-3-5 0,2 1-7 0,-5-3 2 15,0 2-5-15,0-2 1 0,2 0-2 0,-5 5 1 16,3-2-5-16,-2 4 1 0,-1 0 12 0,-1 2 7 16,1 1-4-16,-2 6-7 0,4-6-1 0,-4 6 7 15,0 0 10-15,0 0 10 0,0 0 13 0,0 0-4 16,-16 20 4-16,13-12-6 0,-1 0 3 0,0 2-6 15,-1-1 3-15,3 0 0 0,2 2 1 0,3-2-4 16,1 0-1-16,0-2 2 0,3 2-3 16,3-5 3-16,2 1 22 0,5 3-3 0,-3-6 0 0,4-1-5 15,-2 2 0-15,-2-3-5 0,3-1 2 0,-3-1-10 16,-4 1 6-16,1-1-5 0,-1-2-2 0,-1-2-3 16,0 2 1-16,1-3-3 0,-4 3-2 0,-1-2-6 15,-1 1 10-15,1-1-3 0,-1 0-4 16,1 0-1-16,-1 0-2 0,0 1-5 0,0 0 1 15,-4 5 0-15,5-6-3 0,-5 6-8 0,4-7 8 0,-4 7-5 16,0 0 3-16,0 0 2 0,0 0-1 16,0 0 4-16,0 0 5 0,0 0 7 0,-2 21 2 0,-3-13-1 15,1 0-3-15,-1 2 8 0,-2-1-8 16,2 1 6-16,-1 0-10 0,0 0-31 0,1-1-31 0,0 0-36 16,1-2-54-16,0 1-59 0,-1 0-54 0,5-8-77 15,-8 11-80-15,3-8-228 0,5-3-702 0,-15 3 311 16</inkml:trace>
  <inkml:trace contextRef="#ctx0" brushRef="#br0" timeOffset="-57941.11">31414 14021 135 0,'0'0'185'0,"0"0"-28"0,0 0-47 0,10-13-52 0,-3 12-73 15,5 2-90-15,2-2-114 0,6 2 50 16</inkml:trace>
  <inkml:trace contextRef="#ctx0" brushRef="#br0" timeOffset="-57700.92">31930 13957 61 0,'0'0'306'16,"5"-5"-6"-16,-5 5-12 0,5-3-18 0,-5 3 1 0,0 0 20 15,7 13 19-15,-5-3-11 0,2 7-6 0,-4 2-3 16,0 6-10-16,-4 3-11 0,2-2-24 0,-4 1-15 16,3 0-23-16,-5-1-19 0,3 0-16 0,-2-1-20 15,2 0-11-15,3-8-15 0,0 2-13 16,0-2-12-16,-1 0-9 0,3 0-15 0,0-2-37 16,0-3-24-16,2 0-45 0,-1-2-48 0,-1 0-48 0,0-1-46 15,1-2-50-15,-1-7-46 0,-4 11-55 16,2-8-53-16,2-3-266 0,-13 3-693 0,13-3 307 15</inkml:trace>
  <inkml:trace contextRef="#ctx0" brushRef="#br0" timeOffset="-57300.75">31757 14288 118 0,'2'-11'206'0,"3"6"4"0,2-3-7 16,2 2 0-16,3-2-12 0,6 3-15 15,-2 0-19-15,13-1-11 0,-3 2-18 0,-4 0-9 16,1 1-11-16,4-2-14 0,-1 1-5 0,2 1-11 15,-8 0-9-15,2 0-5 0,6-1-6 0,-13 1-3 0,3-1-11 16,-8 0 13-16,-1 0 23 0,-2 4 19 0,0-1 9 16,-7 1 0-16,7-4 1 0,-7 4 0 15,0 0 4-15,0 0 3 0,0 0 1 0,0 0 17 16,0 0 4-16,-28 17-28 0,20-8 13 0,1 0-9 16,0 0-12-16,0 0 3 0,2 2-14 0,1-2-7 15,1-1-11-15,1 2-5 0,2 0-9 0,0-10-2 0,3 14-7 16,2-6-2-16,0 1-3 0,0-4-9 15,5 0-8-15,-3 0-5 0,2-2-11 0,-9-3-4 16,16 3-4-16,-9-1-2 0,-7-2-3 0,17-2-4 16,-17 2 3-16,13-2 2 0,-13 2-7 0,12-5 4 15,-3 0 2-15,-9 5 1 0,8-6 0 0,-8 6-1 0,7-9 1 16,-7 9-2-16,8-8 0 0,-8 8 3 16,4-5-3-16,-4 5-2 0,0 0 0 0,0 0-3 15,0 0-2-15,0 0 4 0,0 0-1 0,0 0 2 16,0 0 1-16,9 18-23 0,-9-18-40 0,-5 13-46 15,5-13-58-15,-7 15-60 0,3-8-63 0,4-7-57 0,-5 12-272 16,1-5-675-16,4-7 299 0</inkml:trace>
  <inkml:trace contextRef="#ctx0" brushRef="#br0" timeOffset="-57081.17">32233 14347 87 0,'0'0'138'0,"9"-13"1"0,-4 4-2 0,4 1-8 0,1-2-5 16,4-3-4-16,1 1-9 0,1 0 6 15,2 3 5-15,-4 1-17 0,2 0 13 0,-6 3 11 16,1 0 6-16,-1 2 2 0,-5 0-4 0,-5 3 6 16,12 1 13-16,-12-1 5 0,10 6-1 0,-8-2-1 15,0 3-7-15,-2 3-18 0,-3 0-12 0,0-1-8 16,1 1-6-16,-2 2-16 0,2-1-11 0,-1-2-7 0,2 1-26 16,2 2-40-16,-2-3-42 0,3 2-48 15,0-5-59-15,-2-6-71 0,5 10-75 0,-5-10-186 16,14 8-515-16,-7-7 228 0</inkml:trace>
  <inkml:trace contextRef="#ctx0" brushRef="#br0" timeOffset="-56683.02">32700 14157 189 0,'0'0'289'0,"2"-21"0"0,-7 21-3 16,5 0-3-16,0 0 3 0,-27 13-11 0,15-7 3 15,-2 6-13-15,3 0-7 0,-3 2-11 0,3 0-16 16,1 3-13-16,4 0-7 0,3-5-21 0,1 3-12 16,2-1-8-16,2-2-15 0,6 3-12 0,1-2-10 15,1-1-10-15,-1-3-8 0,-9-9-11 0,0 0-11 16,55 18-14-16,-55-18-9 0,41 2-2 0,-41-2-7 16,45-1-10-16,-45 1-6 0,35-9-10 0,-35 9-7 15,32-12-15-15,-32 12-5 0,27-15-16 0,-27 15-1 16,21-18-14-16,-21 18-12 0,15-20-3 0,-15 20-8 15,13-27 3-15,-13 27-2 0,7-29 5 0,-7 29 2 16,0 0-3-16,9-38 5 0,-9 38 1 0,0 0 19 16,0 0 11-16,0 0 10 0,0 0 12 0,0 0 17 15,-26-28 17-15,26 28 13 0,0 0 5 0,0 0-5 16,0 0-4-16,0 0-1 0,-69 32-6 0,69-32-6 16,0 0-7-16,-20 28 1 0,20-28-6 0,0 0-4 15,2 33-25-15,-2-33-43 0,0 0-57 0,35 31-76 16,-35-31-84-16,34 17-84 0,-34-17-82 0,38 11-309 15,-10-6-790-15,-28-5 350 0</inkml:trace>
  <inkml:trace contextRef="#ctx0" brushRef="#br0" timeOffset="-56554.08">33166 14328 306 0,'0'0'359'0,"0"0"12"16,0 0 19-16,0 0-2 0,0 0-15 0,0 0-35 15,0 0-28-15,0 0-34 0,0 0-31 0,0 0-20 16,0 0-45-16,0 0-70 0,0 0-70 0,0 0-114 15,0 0-123-15,0 0-158 0,0 0-193 16,-64-30-593-16,64 30 263 0</inkml:trace>
  <inkml:trace contextRef="#ctx0" brushRef="#br0" timeOffset="-46380.93">21591 15621 115 0,'-8'4'257'0,"2"0"-6"0,-4 1 3 0,3-3-2 0,1 2 2 16,1-1-10-16,5-3-10 0,-10 5-8 0,10-5-10 15,-7 3-8-15,7-3-17 0,0 0-14 0,0 0-16 16,-6 3-8-16,6-3-4 0,0 0-6 0,0 0-7 16,0 0-6-16,0 0-6 0,0 0-8 0,0 0-6 15,0 0-5-15,0 0-10 0,0 0-6 0,0 0-2 16,22-24-13-16,-10 12-5 0,4 1-10 0,2-8-13 15,1 0 1-15,-1 1 1 0,2-4-9 0,-1 2 1 16,-1 0-25-16,-1-2 16 0,-4-1-10 0,2-1-12 16,-4-2 0-16,1 2-1 0,-2 1-9 0,-3 4-6 15,-1 0-2-15,-2 1-14 0,-2 6 11 0,3-4-9 16,-5 5 7-16,-3 0-9 0,0 1-7 0,-1 0-2 16,4 10 1-16,-7-17 2 0,1 12-4 0,-1 1-8 15,-3 0-1-15,-1 4 8 0,11 0 3 16,-25 7-4-16,11 0 7 0,-7 3 3 0,3 1 1 15,2 0 3-15,1 4 7 0,0-1-3 0,3 1-1 0,4 2 5 16,2-2-1-16,3-2 2 0,3 1 7 0,5 2-4 16,2-5-2-16,5 2 4 0,2 0 2 0,12 2-1 15,-1-5 3-15,5 0-20 0,-2-1 22 16,3-2-2-16,2-2-1 0,-4 0 5 0,-1 0-2 0,-6-1 0 16,-1-1 0-16,-2-1-4 0,-3 3 5 0,1 1-2 15,-7-2-7-15,0-1 14 0,2 2-12 16,-4 2-2-16,-3 2 8 0,1 1 3 0,0 2 2 15,-2 3-6-15,0 3 10 0,-1 0-6 0,-5 7 1 16,2-8-4-16,0 4 2 0,0-2 7 0,3 0-48 16,-2-1-13-16,3 3-36 0,-1 3-49 0,-1-5-51 15,6 4-67-15,-1-5-57 0,1 5-220 0,-1-6-578 0,-2 1 255 16</inkml:trace>
  <inkml:trace contextRef="#ctx0" brushRef="#br0" timeOffset="-45478.35">22275 15680 29 0,'-3'-10'269'0,"3"10"-12"0,2-9-8 16,-2 9-4-16,0 0-8 0,-3-10-4 0,3 10-17 15,0 0-10-15,0 0-12 0,1-10-22 0,-1 10-12 16,0 0-12-16,0 0-10 0,0 0-17 0,0 0-11 16,0 0-14-16,-1-7-7 0,1 7-8 0,0 0-10 15,0 0-4-15,0 0 0 0,0 0-16 0,0 0-4 16,0 0-4-16,0 0-21 0,0 0 14 0,0 0-6 15,0 0-6-15,0 0-2 0,0 0 3 0,0 0-4 16,0 0-1-16,0 0-4 0,0 0-2 0,0 0-3 16,0 0 0-16,0 0 0 0,0 0-3 0,0 0-4 15,0 0-2-15,0 0 5 0,0 0-3 0,0 0 6 16,0 0 7-16,0 0-1 0,0 0 0 0,-10 20 4 16,8-12 0-16,-1 0 3 0,-1 2-3 15,-1-1 0-15,2 0 1 0,1 1 6 0,-2-2-9 0,2 2 1 16,1-5-8-16,0 2 3 0,0 3-6 0,1-10 0 15,1 15 9-15,0-9-10 0,0 1 0 0,-1-7-7 16,4 12 4-16,0-6-1 0,1-2 4 16,2 0-4-16,0-1 1 0,0 0 2 0,3-2-1 0,1 2-2 15,1-4 3-15,1 1 4 0,-2-3-9 16,1-1 13-16,4-1-11 0,-2-4-1 0,-2 3-2 16,2-2 8-16,0-2-13 0,-2-2 3 0,-2 1 5 0,-1 0-7 15,-3 1 1-15,-1-1-3 0,0-5-4 0,-2 1-4 16,0-2 4-16,-3 5 5 0,-2-5-9 0,1 5 2 15,-3 1 2-15,-1-1 0 0,-2 2 1 0,1 0 1 16,-1 1-15-16,-2 3 13 0,1 2 2 16,-2-1 0-16,3 4-7 0,7 1-3 0,-18 1-11 15,7 2-21-15,-1 0-19 0,2 3-24 0,-3 3-20 16,4-2-22-16,0 6-37 0,-2-1-37 0,6 0-23 0,2 3-45 16,1-2-174-16,0-2-488 0,4 0 217 0</inkml:trace>
  <inkml:trace contextRef="#ctx0" brushRef="#br0" timeOffset="-44767.22">22794 15615 268 0,'0'0'292'0,"0"0"-5"0,0 0-19 16,0 0-7-16,0 0-17 0,0 0-16 0,0 0-10 16,0 0-25-16,0 0-18 0,0 0-13 0,0 0-13 15,-3-14-20-15,3 14-14 0,0 0-11 0,18-5-8 16,-8 2-8-16,-10 3-9 0,21-4-11 0,-12 0-18 15,4 2-26-15,0-1-37 0,2 2-40 16,-3-2-45-16,0 2-44 0,-1-1-45 0,1-1-48 16,-6 3-31-16,-6 0-152 0,0 0-452 0,19 2 201 15</inkml:trace>
  <inkml:trace contextRef="#ctx0" brushRef="#br0" timeOffset="-44613.96">22870 15662 143 0,'-7'4'211'0,"7"-4"-3"0,-7 2-2 16,7-2-6-16,0 0-19 0,0 0-12 0,-4 5-9 16,4-5-5-16,0 0-9 0,0 0-16 0,17 6-12 15,-8-5-14-15,3-1-24 0,7 0-38 0,0-1-43 0,3-2-57 16,10 0-72-16,-2 0-67 0,-2-4-115 16,0 1-337-16,1 0 150 0</inkml:trace>
  <inkml:trace contextRef="#ctx0" brushRef="#br0" timeOffset="-43828.2">24128 15244 263 0,'0'0'262'0,"0"0"-9"15,-1-9-12-15,1 9-13 0,0 0-14 0,0 0-23 0,0 0-19 16,0 0-14-16,0 0-3 0,-9-1-7 0,9 1 1 15,-22 19-2-15,9-5-11 0,-6 5-3 16,-2-1-15-16,-3 4-6 0,0 2-16 0,0 1-3 16,2-2-5-16,-1-1-7 0,1-1-9 0,4 0-8 15,-1-3-3-15,6-4-8 0,-1-3-7 0,3 2 1 0,1-4-6 16,5 0-1-16,-1-5-6 0,1 1 6 16,1-1-7-16,4-4-3 0,-7 6-2 0,7-6 2 15,-5 6-10-15,5-6-1 0,0 0 1 0,-4 5 0 16,4-5-1-16,0 0-2 0,0 0-4 0,0 0-4 15,0 0 4-15,0 0-1 0,18-15-5 0,-9 9 2 16,1 2-6-16,3 1-1 0,-2-1 2 0,3 1-3 0,3 1 0 16,3 2-2-16,8-3-1 0,-1 2-9 0,1 0-5 15,2-1 2-15,-3 1-12 0,1 1-6 16,0 0-4-16,1 0 1 0,-7-1-1 0,7 2-3 16,-6-1 2-16,-3-3 2 0,0 3 0 0,0-3-3 15,-3 0 0-15,-3 0 6 0,-1 1 6 0,-5 0-1 0,2-1 4 16,-3-1 4-16,-3-1 3 0,0-2-2 15,1-2 4-15,-3 2 3 0,-2 0 0 0,-2-4-1 16,-4 0 7-16,1 0 3 0,-3-1 4 0,-3-2 1 16,3 1-3-16,-4 5 4 0,2-3 1 0,-3 1 3 15,2 2-6-15,1 1 2 0,1-1-2 0,-3 3 0 16,3-2-6-16,2 2 4 0,-1 1-19 0,3 1-25 16,-3 1-33-16,8 2-33 0,0 0-34 0,0 0-41 15,-19 5-32-15,19-5-33 0,-3 10-181 0,3-10-466 16,-1 13 207-16</inkml:trace>
  <inkml:trace contextRef="#ctx0" brushRef="#br0" timeOffset="-43484.2">24378 15247 212 0,'0'0'256'15,"3"-10"3"-15,-3 10-11 0,1-9-16 0,-1 9-22 16,0 0-25-16,0 0-19 0,6-3 0 0,-6 3-6 15,0 0-9-15,11 19 2 0,-2-9-8 0,-2 6-9 16,1 1-11-16,0 1-12 0,-2 2-9 0,4 3-7 16,-1-5-13-16,-1-1 4 0,1 2-19 0,2 3-7 15,0-6-4-15,-1-2-6 0,-2-1-6 0,3 0-6 16,-3-4 2-16,-2 0-8 0,2-4-2 0,-3 1 0 16,1-2 14-16,1-1 0 0,-1-1 2 0,-6-2 2 15,14-2-2-15,-14 2 2 0,14-9-2 0,-7 0-5 16,2 1 2-16,-2-1-5 0,3-6 1 0,-2 1-7 15,-1-1 0-15,1-2-1 0,0-1-7 0,-4-1 0 16,1 1-4-16,0-2-5 0,0-4 5 0,2 5-13 16,0-6-18-16,-2 9 1 0,-3 0-28 0,0 5-1 15,1 1-26-15,1 3-23 0,-4-2-34 0,0 9-39 16,2-10-49-16,-2 10-33 0,0 0-11 0,0 0-9 16,0 0-19-16,0 0-175 0,0 0-492 0,-10 27 218 15</inkml:trace>
  <inkml:trace contextRef="#ctx0" brushRef="#br0" timeOffset="-43266.96">24937 15318 78 0,'0'0'277'0,"0"0"3"16,0 0 1-16,0 0-1 0,-10-11-2 0,10 11-4 16,0 0-12-16,-16-5-9 0,16 5-11 0,0 0-5 15,-24 7-11-15,15-1-14 0,-1 1-13 0,-1 1-13 16,-1 3-13-16,-1 1-20 0,3 0-17 0,0 0-14 15,1 2-11-15,1 0-7 0,5-4-14 16,-2 5-12-16,4 0-14 0,1-2-48 0,4-1-36 16,5 3-53-16,2-4-54 0,2 0-61 0,0 0-56 15,8-4-64-15,7 1-47 0,-9-5-195 0,11-1-596 0,-2-3 265 16</inkml:trace>
  <inkml:trace contextRef="#ctx0" brushRef="#br0" timeOffset="-42883.1">25363 15241 87 0,'0'0'245'16,"-11"-7"-2"-16,11 7-4 0,-14 0-3 0,3 3-1 0,-1 1-9 15,1 0-9-15,-5 4-13 0,1 2-16 0,1 3-18 16,1 1-12-16,-1-2-18 0,4 4-11 16,3-6-18-16,2 7-8 0,0-5-13 0,5-1-10 15,4 4-3-15,0-4-12 0,5 3-6 0,-1-7-8 16,2 0-8-16,1 0-1 0,1-3-8 0,0 0-5 15,0-1-5-15,2-2-2 0,-1 1-3 0,-3-2-1 0,0 1-1 16,1-2 1-16,-11 1-5 0,0 0-2 0,15-4 0 16,-10 2 0-16,-5 2 1 0,0 0-1 0,2-6 11 15,-2 6-12-15,0 0 0 0,0 0 7 16,0 0 3-16,-29-1 4 0,19 6 3 0,-3-1 1 16,-5 2-4-16,-2 3 14 0,2 0-2 0,1 0 5 15,-6 5-9-15,3-2 5 0,7 1-5 0,-2-3-2 16,3 3-4-16,2 0-1 0,3-2-4 0,3 1-13 15,1 0 7-15,3 3-9 0,3-3 6 0,4 2-40 16,6-3-29-16,2-1 5 0,6 0-38 0,4 2-40 16,5-2-25-16,3 0-29 0,-4-2-49 0,5 0-47 15,-1-2-224-15,-3-2-545 0,-1 4 241 0</inkml:trace>
  <inkml:trace contextRef="#ctx0" brushRef="#br0" timeOffset="-42599.79">24642 15784 157 0,'-40'2'321'0,"5"-2"-3"0,14 2-20 16,0-2-24-16,10 0-19 0,3 1-14 0,4 2-16 15,4-3-11-15,0 0-13 0,39 3-14 0,-3-4-8 16,56-1-33-16,0-6 6 0,9 5-16 0,1-5-12 15,-1-2-10-15,-10 1 0 0,-26 3-18 0,-2-1-10 16,-6 1-5-16,3 1-6 0,-3 0-8 0,1 2-18 16,-7 2 8-16,-13-2-1 0,-3 1-10 0,-7 1 1 15,-8-1-8-15,-3 1-10 0,-6 0-29 0,0 1-43 16,-4 0-47-16,-7 0-48 0,11 4-34 0,-9-1-39 16,-2-3-63-16,0 13-59 0,-11-4-188 0,-5 2-564 15,-9 4 250-15</inkml:trace>
  <inkml:trace contextRef="#ctx0" brushRef="#br0" timeOffset="-42061.86">25081 16052 2421 0,'-2'-15'145'0,"0"7"23"16,0 1-42-16,2 7-2 0,-5-11-8 15,2 5 2-15,3 6-4 0,-3-7-14 0,3 7-16 16,-2-8-5-16,2 8-4 0,0 0-2 0,-20 4 2 16,7 7-2-16,-2-1 3 0,0 3-2 0,-9 7-6 15,3 5-5-15,-4 1-4 0,3 0-5 0,-2-3 0 0,1 1-3 16,3 1-2-16,-2-4-14 0,0 0 10 16,9-6 2-16,-2-1-7 0,5-1-5 0,2-4-2 15,-1-2-8-15,4-2 9 0,0-1-4 0,1 1-4 16,4-5 0-16,-6 5 7 0,6-5-13 0,-4 5 0 15,4-5-3-15,-6 4 6 0,6-4 4 0,0 0 1 16,0 0-1-16,0 0-6 0,23-10-4 0,-9 4 2 16,1 0 2-16,4 0-9 0,0-1-2 0,2 2 5 0,-1-3-5 15,6 1-4-15,-7 3 0 0,1-3 0 16,0 4 3-16,0 0-5 0,-1-1 2 0,0 2 1 16,1-1-6-16,1 2-3 0,-5-4-6 0,4 4 6 15,-3-1-10-15,-1 2 4 0,-3-1-7 0,1-1 9 16,-2 1 0-16,-2 0-8 0,0-2 8 0,-2 1 2 15,0-2 0-15,-2 2-4 0,0-2 6 0,-1 0 5 16,-5 4-9-16,7-12-1 0,-6 7 2 0,-1 5 7 16,3-13 1-16,-3 13-2 0,-4-16 4 0,0 10-2 15,-4-6-1-15,-1 1 0 0,-2-3 1 0,3 4 3 16,-6 0-1-16,1 0-5 0,3 2-2 0,-5-1 1 16,4 1-2-16,-2 2-6 0,2-1-17 0,2 3-37 15,-1-2-31-15,1 6-50 0,1-4-45 0,8 4-64 16,0 0-68-16,-12-6-31 0,12 6-256 0,0 0-658 15,0 0 292-15</inkml:trace>
  <inkml:trace contextRef="#ctx0" brushRef="#br0" timeOffset="-41562.07">25260 15956 238 0,'0'0'260'0,"0"0"-8"0,8-6-4 0,-8 6-16 16,5-5-16-16,4 3-21 0,-1-1-15 0,9 0-17 15,-4 0-10-15,6 0-24 0,0 1-10 0,0 0-17 16,-2 0-28-16,1 1-34 0,-2 1-37 0,-3-2-34 16,1 2-30-16,-3 2-33 0,-11-2-19 0,17-2-27 15,-9 4-9-15,-2-2 9 0,-6 0 22 0,0 0 1 16,0 0 11-16,0 0 18 0,0 0 17 16,0 0 25-16,0 0 20 0,0 0 26 0,0 0 19 0,0 0 25 15,0 0 8-15,-27 1 14 0,27-1 3 16,0 0 6-16,0 0-4 0,-12 0-2 0,12 0 31 0,-6 6 27 15,6-6 4-15,-6 12-1 0,3-5 6 16,3 4 13-16,-2 0-3 0,0 2-7 0,-2 2-7 16,3-2 0-16,0 5-4 0,-1 1-5 0,2-2-11 15,2 2-5-15,-2-2-11 0,2 1-2 0,-2-3-10 16,2-3-2-16,0 0-18 0,-2 0-13 0,2-3-5 0,0 3 4 16,3-4-8-16,-5-2-6 0,2-1-2 0,-2-5 2 15,0 0-7-15,-2 13 1 0,2-13-4 16,2 6-2-16,-2-6-8 0,0 0-7 0,-11 6-8 15,11-6-3-15,-9 0 5 0,9 0-7 0,-15-2 0 16,7-1-2-16,8 3 3 0,-13-3 2 0,6 0-7 16,7 3 6-16,-9-5 2 0,5 0-5 0,4 5 11 15,0 0 0-15,-9-4 5 0,9 4-2 0,0 0-2 0,0 0-4 16,0 0 2-16,0 0 3 0,0 0-6 16,26-10-4-16,-12 9-37 0,7-1-29 0,-4 0-30 15,2 1-32-15,2 0-34 0,7-4-24 0,1 1-33 16,0 1-27-16,-2-3-25 0,0 4-18 0,-4-2-162 15,-4-1-490-15,2 0 217 0</inkml:trace>
  <inkml:trace contextRef="#ctx0" brushRef="#br0" timeOffset="-41366.88">25925 16043 174 0,'4'-5'268'0,"-4"5"3"16,4-9 0-16,-4 9 6 0,2-7-12 0,-2 7-7 15,0 0-6-15,-17 0 5 0,3 4-7 0,-4 3-3 16,-6 4-7-16,-1 4-10 0,0-1-10 0,4 2-9 15,2 0-17-15,3-3-18 0,5 0-14 0,2 1-20 16,0 1-14-16,2 0-11 0,5-4-16 0,4 0-7 16,2 1-11-16,6 0-15 0,3 1-24 0,14-2-30 15,0-3-28-15,7-5-45 0,2-2-53 0,1 0-42 16,1-2-45-16,-1-3-41 0,3 0-40 0,-4-1-50 16,-3 1-275-16,1-2-654 0,-5 1 289 0</inkml:trace>
  <inkml:trace contextRef="#ctx0" brushRef="#br0" timeOffset="-40808.52">26685 15472 150 0,'0'0'263'0,"0"0"-3"16,-13 0-6-16,13 0-19 0,0 0-12 16,0 0-8-16,0 0-6 0,0 0-5 0,0 0-5 15,0 0-19-15,43-4-5 0,-14 3-31 0,2-2-10 16,4 1-18-16,1-2-17 0,-3 0-29 0,-1 1-34 16,-1 0-42-16,-4 2-42 0,-5 1-63 0,-8 1-59 15,-1 0-37-15,-1 1-33 0,-4-1-158 0,-8-1-430 16,0 0 190-16</inkml:trace>
  <inkml:trace contextRef="#ctx0" brushRef="#br0" timeOffset="-40696.13">26848 15566 143 0,'-7'3'166'0,"2"0"1"0,-2-2 4 0,7-1 5 16,-6 6 27-16,6-6 1 0,0 0-2 0,0 7-10 16,0-7-3-16,8 6-13 0,6-4-20 0,-3 0-20 15,12-2-9-15,8 0-32 0,3-2-31 0,0 0-47 16,-1 1-68-16,3 0-60 0,-2-1-59 0,1-1-206 15,-7 1-406-15,-8 2 179 0</inkml:trace>
  <inkml:trace contextRef="#ctx0" brushRef="#br0" timeOffset="-35891.25">27905 15179 121 0,'0'0'219'0,"-4"-9"7"0,4 9-3 15,-3-7-9-15,3 7-10 0,-3-9-14 0,3 9-8 16,-3-7-7-16,3 7-7 0,-2-6-2 0,2 6-8 16,0 0 0-16,-6-7-14 0,6 7-9 15,0 0-8-15,0 0-11 0,-3-5-4 0,3 5-8 16,0 0-3-16,0 0-11 0,0 0-14 0,0 0-8 15,0 0-1-15,0 0-8 0,0 0-10 0,0 0-7 0,0 0 0 16,0 0-8-16,0 0-3 0,0 0 7 0,0 0 10 16,7 25 2-16,-3-14 14 0,2 4-14 15,-5-2-1-15,3-2 7 0,-2 7 7 0,1 0-2 16,-2 0-2-16,2 1 9 0,1 0-8 0,-1 0-1 16,0-3-10-16,0 3 2 0,-2-2-1 0,1-1-4 0,0-5-1 15,-2 2-8-15,0-2 2 0,4-1-8 16,-3-1-4-16,0-2-1 0,-1 1-2 0,1-1 4 15,-1-7-16-15,2 13 0 0,-2-6 0 0,0-7-4 16,4 9-21-16,-4-9-19 0,0 7-34 0,0-7-29 16,0 0-28-16,2 8-39 0,-2-8-44 0,0 0-40 0,1 6-42 15,-1-6-48-15,0 0-240 0,0 0-624 16,0 0 276-16</inkml:trace>
  <inkml:trace contextRef="#ctx0" brushRef="#br0" timeOffset="-35495.93">28175 15247 28 0,'0'-6'237'0,"0"6"-4"0,0 0-8 0,0 0-13 16,0 0-12-16,0 0-4 0,0 0-12 16,0 0-2-16,0 0-15 0,0 0-5 0,-18 24-15 15,14-17-8-15,1 2-13 0,-1 0-9 0,2 3-9 16,-2-2-10-16,3-1-13 0,-1 0-6 0,2 2-7 15,2-2-9-15,-1-1-1 0,3 2-6 0,0-2-9 16,0-1-4-16,3 0 2 0,3-3-8 0,-1 3 0 16,1-4-1-16,4 2 4 0,1-5-4 0,4-1-3 15,-6 0 0-15,5-2 0 0,0 1-2 0,0-5 9 16,-2 1-8-16,-3 0 10 0,-2-1-4 0,5-1-10 16,-5-3-1-16,-2 2-4 0,2-2 6 0,-2-1-1 15,-2-1-9-15,-2 0-4 0,1 1-1 0,-5 0 1 16,0-5-3-16,-3 6 5 0,2-1-9 0,-4 1 3 15,-3 0-4-15,0 0-4 0,-1 3 6 0,-1-1 9 16,-1 3-17-16,-2 0-8 0,-3 0 6 0,2 2 4 16,-5 2-6-16,2 1-16 0,3 2-16 0,0 0-22 0,0 3-11 15,-3 1-31-15,0 1-31 0,4 0-41 16,3 1-53-16,3-2-43 0,3 2-232 0,3-7-538 16,-6 16 238-16</inkml:trace>
  <inkml:trace contextRef="#ctx0" brushRef="#br0" timeOffset="-35266.99">28529 15279 262 0,'4'-4'270'0,"-4"4"-12"0,8-6-18 0,-3 2-6 16,1-3-17-16,2 3-5 0,2 0-11 0,0-1-12 15,0 1-14-15,2 0-17 0,-1 1-1 0,1 2-21 16,5-2-12-16,-6 0-12 0,8 2-11 0,-6 0-9 15,5-2-9-15,0 2-5 0,-5-1-10 16,-2 1-9-16,3 1-30 0,-1-1-34 0,-1-1-27 0,-1 2-53 16,-11 0-44-16,19 2-45 0,-7-2-38 0,-7 0-39 15,2 0-178-15,-7 0-463 0,0 0 206 0</inkml:trace>
  <inkml:trace contextRef="#ctx0" brushRef="#br0" timeOffset="-34895.42">28991 15073 60 0,'0'0'263'16,"2"-7"3"-16,-2 7 0 0,1-8-1 0,-1 8-14 15,0 0-11-15,3-8-20 0,-3 8-17 0,0 0-12 16,0 0-20-16,0 0 0 0,0 0-4 0,0 0-13 16,0 0-7-16,-21 10-14 0,16-4-4 0,0 1-22 15,-1-1-12-15,1 1-2 0,2 4-15 0,1-3-13 16,2 0-3-16,0 0-3 0,0-8-2 15,2 13-17-15,3-6 0 0,0 2-2 0,3-2-4 16,0 1-3-16,-1-1 0 0,1 0 1 0,2-2 4 0,0 1-8 16,1-1-4-16,-1-1-3 0,-1 1 0 0,0 0-3 15,-2 1 3-15,0-3-15 0,-1 1 10 0,-1 1-7 16,1-1 2-16,0 0 9 0,-2 1-15 0,-1-1 4 16,-3-4 10-16,4 9 12 0,-4-9-5 0,2 8 4 15,-2-8 7-15,0 9-3 0,0-9-3 0,-7 10-3 16,2-5 7-16,0 1-5 0,-4-1-3 0,4-1-7 15,-2 1-13-15,1-1-22 0,0 2-19 0,-1-5-33 16,0 3-27-16,0-2-29 0,-2 1-43 0,2 0-40 16,7-3-42-16,0 0-56 0,-24-1-36 0,12-1-187 15,2-1-572-15,0-1 254 0</inkml:trace>
  <inkml:trace contextRef="#ctx0" brushRef="#br0" timeOffset="-34716.02">28994 15070 211 0,'10'-11'239'0,"2"0"-11"0,2 0-7 0,0 3-8 16,3-2-4-16,-1 3-12 0,2-1-10 0,-1-1-26 15,1 4-16-15,0 0-15 0,2-1-14 0,7 2 22 16,-7 1-24-16,-2 3-2 0,1-3-28 0,-2 3-36 0,-3 0-45 16,-2 1-42-16,0 1-45 0,-3-1-46 0,2 3-50 15,-3-1-40-15,-2 3-131 0,-6-6-379 0,6 9 167 16</inkml:trace>
  <inkml:trace contextRef="#ctx0" brushRef="#br0" timeOffset="-34315.04">28175 15699 199 0,'-20'-1'323'16,"2"1"-15"-16,4 1-19 0,9 1-18 0,5-2-20 16,0 0-15-16,0 0-7 0,28-10-24 0,9 3-19 15,24-5 1-15,30-6-33 0,2 1-12 0,-1 2-20 16,0-2-9-16,3 0-12 0,1 2-7 0,-32 5-6 15,28-2-13-15,-31 1-5 0,2 4-5 0,-3-1-9 16,-3 0-5-16,-5 0 0 0,-16 4-9 0,-4 1-1 16,-2-1-2-16,-10 2 12 0,-5 1 2 0,1-1 8 15,-6 0-2-15,0 0-1 0,-2 2 8 0,-8 0-4 16,10-3-1-16,-10 3-4 0,10 0-5 0,-10 0-21 16,0 0 10-16,10-1-1 0,-10 1-7 0,0 0-4 15,8-2-21-15,-8 2-29 0,0 0-33 16,0 0-45-16,0 0-40 0,0 0-41 0,0 0-47 15,0 0-47-15,0 0-55 0,0 0-243 0,0 0-619 0,0 0 275 16</inkml:trace>
  <inkml:trace contextRef="#ctx0" brushRef="#br0" timeOffset="-23113.03">28108 15888 61 0,'0'-12'217'16,"0"12"-2"-16,0 0-2 0,0-10-3 0,0 10-16 16,0 0-17-16,0-8-9 0,0 8-4 0,0 0-9 15,0 0-4-15,0 0-12 0,2-7-7 0,-2 7-8 16,0 0-2-16,0 0-9 0,0 0-3 0,0 0-5 16,0 0-3-16,0 0-4 0,0 0-5 0,0 0-10 15,0 0-6-15,0 0-3 0,0 0-11 16,0-10-1-16,0 10-12 0,0 0 8 0,0 0-15 15,0 0-5-15,0 0-5 0,0 0-4 0,0 0-3 0,0 0-3 16,0 0 5-16,0 0-5 0,0 0-3 0,0 0-4 16,0 0 2-16,0 0-20 0,0 0 20 0,0 0-4 15,0 0-5-15,0 0 1 0,0 0-1 0,0 0-4 16,0 0 2-16,0 0-3 0,-14 15 6 16,14-15-4-16,-8 9-2 0,5-5 0 0,3-4 3 15,-6 8-6-15,4-2-1 0,-4-1 3 0,4 1-1 0,2-6 2 16,0 9-4-16,0-9 5 0,0 12-6 15,5-5 6-15,-4-1-3 0,3 0-1 0,0 0 2 0,1 3-2 16,1-2-3-16,2 0 2 0,2 0 0 16,-1-1 2-16,-1 1 0 0,3 0-3 0,-1-2 3 15,1 3-5-15,-1-3 2 0,0 0 4 0,1 3-2 16,-1-1-12-16,-1-4 20 0,-1 1-12 0,0 2 5 16,-2-3-2-16,-1 1-1 0,-1 1 0 0,-4-5 2 0,7 6 3 15,-5-1-7-15,-2-5 5 0,2 8-1 0,-2-8-1 16,0 11 0-16,0-11 4 0,-4 10-2 0,0-4-4 15,1-2 2-15,-6 1 3 0,0 0-3 16,0-1 2-16,2 3 0 0,-3-2 1 0,-3 1-3 16,1-3-19-16,0 0-8 0,1 1-16 0,1 1-17 15,-2-4-24-15,2 0-24 0,-2 2-22 0,0-3-32 16,12 0-35-16,-17 2-38 0,7-4-27 0,10 2-180 16,-16-5-478-16,10 0 212 0</inkml:trace>
  <inkml:trace contextRef="#ctx0" brushRef="#br0" timeOffset="-22944.13">28125 15886 123 0,'4'-5'203'0,"-4"5"-10"16,6-6-11-16,-6 6-17 0,7-6-14 0,-3 2-14 16,3 0-15-16,-1 1-13 0,-6 3-11 0,16-4-14 15,-5 4-21-15,0 0-21 0,0 0-40 0,0 0-45 16,4 2-37-16,-2 0-47 0,1 1-111 0,-2-1-257 15,0 1 114-15</inkml:trace>
  <inkml:trace contextRef="#ctx0" brushRef="#br0" timeOffset="-22789.73">28408 15915 193 0,'0'0'226'0,"11"0"-4"0,-11 0-5 15,0 0-10-15,0 0-11 0,0 0-19 0,0 0-19 16,0 0-14-16,0 0-17 0,0 0-14 0,0 0-15 15,0 0-17-15,0 0-26 0,5 3-30 0,-5-3-37 16,0 0-45-16,3 8-39 0,-3-8-53 0,5 8-173 16,-5-8-347-16,1 6 154 0</inkml:trace>
  <inkml:trace contextRef="#ctx0" brushRef="#br0" timeOffset="-22250.3">28612 15853 281 0,'0'0'281'0,"0"0"-8"16,0 0-15-16,-1-12-20 0,1 12-18 15,0 0-21-15,0 0-24 0,0 0-17 0,0 0-13 16,0 0-8-16,0 0-15 0,-12 18-13 0,12-18-11 0,-5 11-6 16,5-11-8-16,0 16-3 0,5-7-14 15,-2 1 15-15,2 0 1 0,0 1-5 0,2-2-14 16,1 1 9-16,3 1-1 0,-2 0-7 0,0-3 1 15,2 6-7-15,-2-6-6 0,0 1-5 0,0 0-5 16,1-2-5-16,-2 1 0 0,-1 0-8 0,-1-2 2 16,-1 1-5-16,0 0-7 0,-4 1 3 0,0-2-6 15,-1 3 3-15,-1 0-1 0,-1-1-2 0,-4-1 1 16,-1 1 1-16,-2 1-8 0,-3-4-1 0,-4 2 4 16,3-3-8-16,0-2-19 0,-1 2 20 0,3-1-25 15,-2-2-8-15,1 2 1 0,2-2-1 0,0-2-10 16,10 1-7-16,-13-4-5 0,9-2-9 0,-1 3 0 15,5 3 1-15,-5-16 2 0,7 6 1 0,2-2 4 16,3-2 7-16,0-2-2 0,0-1 7 0,6 2 3 16,-3-1 5-16,1-1 2 0,6-2 1 0,-5 4 4 15,0 1 0-15,0 0 3 0,-2-1 2 0,1 2 3 16,-4 3 9-16,-2-1 5 0,-1 0 4 0,1 0-2 16,-5 2 2-16,4 0 0 0,-3-1 2 0,-2 2 5 15,1 8 5-15,-2-11 0 0,2 11 11 0,-7-9-3 16,4 4-4-16,3 5-2 0,-7-7 0 0,7 7-2 15,-12-1 1-15,12 1 0 0,-15 2-8 16,6 1-1-16,-1 0 3 0,-1 3 0 0,4-1-4 16,-4 0-1-16,1 2-9 0,3 0-32 0,-1 3-37 0,-1-5-32 15,3 4-46-15,0-1-50 0,0-1-51 0,3 2-204 16,3-9-493-16,-2 14 219 0</inkml:trace>
  <inkml:trace contextRef="#ctx0" brushRef="#br0" timeOffset="-21996.03">28877 15994 33 0,'0'0'358'0,"0"0"-3"0,0 0 2 0,0 0-16 16,0 0-8-16,0 0-23 0,15 0-21 0,-15 0-26 15,0 0-28-15,0 0-15 0,0 0-17 0,10-4-19 16,-2 4-31-16,0-3-2 0,3 1-13 0,2 0-10 15,1-2-9-15,4-3-22 0,-1 5-3 0,3-1-7 16,-2-1-6-16,-2 0-22 0,2 1-2 0,-1 1-20 16,1-1-17-16,-7 0-29 0,-4 0-40 0,5 1-34 15,-3 0-28-15,0 0-39 0,0 0-32 0,-9 2-40 16,13-3-44-16,-5 1-48 0,-8 2-239 0,10-4-599 16,-10 4 265-16</inkml:trace>
  <inkml:trace contextRef="#ctx0" brushRef="#br0" timeOffset="-21647.99">29330 15771 47 0,'0'0'298'0,"0"0"-7"16,-3-7-12-16,3 7-16 0,0 0-19 0,0 0-24 15,-3-8-18-15,3 8-21 0,0 0-7 0,0 0-17 16,0 0-14-16,0 0-15 0,0 0-13 0,-8 20-7 15,8-20-16-15,0 13 4 0,2-5-17 0,0-2-7 16,2 2-4-16,-1-1-9 0,0 0-1 16,2-1-8-16,1 3-8 0,0-2 0 0,-1 0-2 0,2 1-6 15,0 1-3-15,-1-3-1 0,2 3-1 16,1-2-7-16,-1-1 0 0,-2 1-2 0,-1-1-5 0,0 0-2 16,-1 1 4-16,2-3-6 0,-6-4 1 0,7 10 2 15,-4-5-2-15,-3 1-5 0,0-6 2 0,1 11 2 16,-1-11-2-16,-3 9-3 0,1-4 4 15,-6 0-3-15,4-1 0 0,-2 1-7 0,-1-4-11 16,-3 4-20-16,1-1-34 0,0 1-34 0,-1-3-41 16,-1 1-67-16,-1-3-48 0,-2 2-260 0,1-4-558 15,3 1 248-15</inkml:trace>
  <inkml:trace contextRef="#ctx0" brushRef="#br0" timeOffset="-21480.93">29341 15725 140 0,'5'-10'214'0,"2"3"-14"16,2-2-8-16,3 2-18 0,1-2-24 0,2 1-8 15,0 1-16-15,3 1-13 0,-2 1-10 0,1 1-29 16,-4 0-47-16,0 0-49 0,0 0-62 0,1 2-60 16,-1-1-91-16,-1 2-253 0,2-2 112 0</inkml:trace>
  <inkml:trace contextRef="#ctx0" brushRef="#br0" timeOffset="-21254.21">29943 15453 2275 0,'0'0'155'15,"0"-10"5"-15,0 10-39 0,0 0-10 0,0-15 1 16,0 15 6-16,0 0 0 0,0 0-14 0,0 0-9 15,0 0-4-15,0-13-10 0,0 13-8 0,6-6-5 0,-6 6-8 16,20-2-8-16,-9 0-16 0,1-1-18 16,5 5-30-16,-4-4-32 0,-3 2-38 0,-2 0-38 0,4 2-43 15,-12-2-38-15,13 5-23 0,-6-3-24 16,-4 2-15-16,-3-4-153 0,0 9-450 0,0-9 200 16</inkml:trace>
  <inkml:trace contextRef="#ctx0" brushRef="#br0" timeOffset="-21122.81">29980 15499 14 0,'-9'6'98'0,"1"-2"9"0,2 0 5 15,0-1 13-15,6-3 5 0,-10 5 13 0,10-5 3 16,-5 4-2-16,5-4-9 0,-6 5-9 0,6-5-11 16,0 0 1-16,0 0-13 0,0 0-3 0,0 0-7 15,0 0-14-15,23 6-21 0,-12-6-35 0,8-1-43 16,-1 0-47-16,5-2-65 0,4-1-160 0,2-1-315 16,-2-1 139-16</inkml:trace>
  <inkml:trace contextRef="#ctx0" brushRef="#br0" timeOffset="-20447.17">30753 15121 149 0,'4'-9'291'15,"-4"9"-5"-15,0 0-6 0,2-7-12 0,-2 7-16 16,0 0-15-16,0 0-21 0,0-7-12 0,0 7-28 16,0 0-12-16,0 0-10 0,0 0 0 0,0 0-12 15,0 0-7-15,0 0-14 0,-20 18-12 0,16-13-6 16,-1 3-33-16,0 1 16 0,2 0-15 0,-1 0-9 16,3-3-3-16,1 4-18 0,1-1 9 0,2 3-3 15,1-3-4-15,1 1 0 0,2 0-6 0,1 1-22 16,5-1 12-16,-3 0 5 0,3-1-9 15,0-2-2-15,1 1-19 0,0 2 30 0,-3 1-15 0,1-2-7 16,-3-1 7-16,-2-3-6 0,0 1 0 0,-2-3-7 16,0 2-1-16,-5-5 1 0,6 3 2 0,-6-3 4 15,6 7-2-15,-6-7 11 0,0 0 3 0,-12 10 1 16,2-6-6-16,-2 1-23 0,-2 0 20 0,2-1 0 16,-8-1-6-16,1-2 7 0,5 2-16 0,-4-2-37 15,0-1-14-15,5 1-38 0,-6-1-34 0,6 2-42 16,-2-5-48-16,4 2-57 0,-3-2-309 0,1 0-626 15,1 0 277-15</inkml:trace>
  <inkml:trace contextRef="#ctx0" brushRef="#br0" timeOffset="-20265.04">30718 15119 5 0,'14'-11'264'0,"-3"4"0"0,5-3-3 0,1 2-9 16,1-2-9-16,8 1-19 0,1-1-24 0,1 1-21 15,1 1-16-15,0 5-15 0,-1 0-23 16,-6 1-7-16,1-1-22 0,4 2-37 0,-8 1-43 16,0 0-48-16,-5 2-57 0,4-3-62 0,-6 1-68 15,-1 4-136-15,-11-4-384 0,11 4 171 0</inkml:trace>
  <inkml:trace contextRef="#ctx0" brushRef="#br0" timeOffset="-19941.12">30420 15754 200 0,'-19'0'328'0,"5"2"-9"0,4-2-17 15,4 0-18-15,6 0-8 0,0 0-15 0,0 0-27 16,0 0-13-16,44-9-21 0,-8 6-18 0,19-7-16 16,6 3-14-16,2 0-15 0,2 0-14 0,25-1-11 15,-29-2-8-15,3 4-12 0,-4-3-15 0,-4 2 3 16,-1-2-11-16,-5 2-10 0,-14 1-8 16,-4 3 0-16,-1-2-12 0,-10 1 2 0,0 0-3 0,-7 3-11 15,-1-1-4-15,-1 2-23 0,-1-1-37 0,-6 0-37 16,-5 1-48-16,12 0-39 0,-12 0-47 0,0 0-42 15,7 2-43-15,-7-2-225 0,0 0-560 0,0 0 248 16</inkml:trace>
  <inkml:trace contextRef="#ctx0" brushRef="#br0" timeOffset="-19534.02">30679 15956 78 0,'-13'0'286'0,"13"0"-1"0,-13 1-2 0,13-1-12 16,-9 1-15-16,9-1-15 0,-13 5-16 0,6 2-14 16,-1-1-13-16,-1 3-6 0,0-1-20 0,0 2-1 15,2-2-24-15,-1 2-12 0,4-2-15 0,-1 3-10 16,5-11-13-16,-4 17 0 0,4-17-6 0,4 16-4 15,2-6-5-15,3-3 2 0,0 1-11 0,3-3 4 16,3 1-4-16,5-3 2 0,0 0-17 0,1 0-2 16,1-5-10-16,-3 1-5 0,3-1 1 0,-3 0 4 15,-2-2-12-15,-4 0 4 0,-3-1-8 0,-2-1-7 16,0-3 0-16,-3 1 1 0,-1-1-1 0,-1-1-5 16,-2-2 1-16,-2 2-1 0,-2-2-5 0,-4-1 1 15,0 1-5-15,-2-1 3 0,0 2 0 0,-5 1-2 16,5 3-10-16,-2 0-3 0,-3 2-18 0,1 0-24 15,0 1-21-15,-1 3-33 0,-5 1-31 0,2 0-50 16,-2 3-45-16,6-1-73 0,1 2-60 0,-4 1-210 16,7-2-613-16,-1 3 272 0</inkml:trace>
  <inkml:trace contextRef="#ctx0" brushRef="#br0" timeOffset="-19377.29">30901 16027 2104 0,'8'0'216'0,"-1"-3"-87"0,-7 3-57 0,9-2-14 15,-9 2 15-15,0 0 26 0,9 0 15 16,-9 0-5-16,0 0-9 0,0 0-3 0,10-1-12 0,-10 1-6 16,0 0-13-16,0 0-7 0,0 0-19 0,8-3-27 15,-8 3-41-15,0 0-56 0,8 6-65 16,-8-6-82-16,6 4-273 0,-6-4-545 0,0 0 241 16</inkml:trace>
  <inkml:trace contextRef="#ctx0" brushRef="#br0" timeOffset="-18867.04">31210 15931 272 0,'0'0'298'0,"0"0"-1"16,0 0-11-16,2-7-21 0,-2 7-11 0,0 0-22 16,0 0-21-16,0 0-15 0,0 0-16 0,0 0 7 15,0 0-18-15,0 0-4 0,0 0-8 0,0 0-8 16,5 23-8-16,-4-16-17 0,3 4-2 0,-2-4-18 15,4 5 3-15,0-3 0 0,5 4-9 0,-2 3-3 16,2-4-3-16,1-1-1 0,0 1-19 0,-1 1-1 16,2 0-15-16,-5-3-3 0,1-1-5 0,0 0 0 15,-3-1-6-15,2 2-8 0,0-1-5 0,-1-2-5 16,-1 2 2-16,-4-3-6 0,-4 0 5 0,2-6-9 16,-7 11-13-16,-5-5-11 0,2-1-3 0,-8 0-9 15,3-2-10-15,-3-2 4 0,5 0-4 0,-5-2 3 16,4 0-1-16,2 0-11 0,-1-1-9 0,1-2-3 15,2-2 1-15,2 0-2 0,3 2-11 0,0 0 0 16,4-4 1-16,1-1-8 0,0 9 1 16,6-16 1-16,3 2-1 0,1-1 0 0,6 2 6 15,0-6 6-15,5 1 4 0,2-2 1 0,0-2 7 0,-1 5 2 16,2-1 7-16,-4-3 3 0,-2 3 3 0,-4 4 1 16,-1 0 6-16,0-2 2 0,-6 2 5 0,1 1 9 15,-5 2 5-15,1-1 27 0,-4 3-5 0,0-3 10 16,-2 2 7-16,-2 1 8 0,-2 0 3 15,-2 3-1-15,-3 0-4 0,-6 0 4 0,-2 3-6 16,0 2 6-16,-8 4-13 0,5-1 1 0,-5 3-6 16,7 2-3-16,-7 0-17 0,9 1-21 0,8 0-30 0,0 0-40 15,3 0-53-15,5 1-49 0,2-9-43 16,2 19-79-16,2-9-207 0,3-3-556 0,7 2 246 16</inkml:trace>
  <inkml:trace contextRef="#ctx0" brushRef="#br0" timeOffset="-18560.41">31824 15658 108 0,'-4'-7'368'0,"4"7"-9"0,-3-7-5 15,3 7-9-15,0 0-25 0,-2-9-13 0,2 9-33 16,0 0-27-16,0 0-17 0,0 0-25 0,6-12-22 16,-6 12-15-16,14-2-29 0,-3-1-13 15,-4 1-36-15,2 2-39 0,-1-1-51 0,2-1-39 16,-3 2-54-16,-7 0-40 0,16 2-36 0,-11-1-31 0,-5-1-23 15,8 5-14-15,-8-5-18 0,1 8-167 0,-1-8-455 16,-9 11 202-16</inkml:trace>
  <inkml:trace contextRef="#ctx0" brushRef="#br0" timeOffset="-18416.97">31835 15691 191 0,'-12'6'73'0,"3"0"20"0,0-3 14 0,1 2 1 16,3-3 11-16,0 2 5 0,0 0 21 0,5-4 12 16,-7 5 7-16,7-5 1 0,0 0-5 0,0 0-11 15,0 0-10-15,-9 6 28 0,9-6-13 0,0 0-7 16,0 0-15-16,0 0-13 0,26 5-19 0,-12-5-32 15,-1-2-36-15,4 1-44 0,2-2-64 0,1 0-65 16,2 0-88-16,-6-1-164 0,6-1-425 0,-2 0 188 16</inkml:trace>
  <inkml:trace contextRef="#ctx0" brushRef="#br0" timeOffset="-16532.16">32329 15283 85 0,'7'-10'221'0,"-7"10"-8"15,7-10-9-15,-7 10-10 0,5-9-5 16,-1 5-12-16,-4 4-1 0,8-9 3 0,-8 9-7 0,7-7-8 16,-7 7-12-16,0 0-9 0,4-10-12 0,-4 10 11 15,0 0-24-15,6-9 12 0,-6 9-12 0,0 0-5 16,3-7-6-16,-3 7-5 0,0 0-12 15,5-8-3-15,-5 8-9 0,0 0-9 0,0 0-5 16,0 0-5-16,0 0-6 0,0 0-8 0,0 0-4 16,0 0-5-16,0 0 2 0,0 0 0 0,0 0-12 15,0 0-2-15,0-14-1 0,0 14-2 0,0 0-4 16,0 0 4-16,0 0-19 0,0 0 16 0,0 0 1 16,0 0 10-16,0 0 1 0,0 0-3 0,0 0-6 15,0 0 1-15,0 0 2 0,0 0-1 0,0 0 9 16,0 0 5-16,0 0-6 0,0 0 3 0,0 0-3 15,0 0 2-15,0 0-8 0,0 0-2 0,0 0 5 16,0 0-2-16,0 0-1 0,0 0 1 0,0 0-1 16,0 0 9-16,-31 23-10 0,21-10 4 0,-3-1 6 15,-3 8-2-15,-1 1 2 0,6-5-3 0,-1-2-3 16,2 3 2-16,0 1-3 0,2-1 0 0,-1 1-6 16,5-2-1-16,0 0-5 0,-1-1 0 0,5 2-5 15,0-4-2-15,1-2 3 0,1-1 1 16,4 2-5-16,2-3 7 0,2 2-4 0,1 0-1 0,-2-3-4 15,2 1-2-15,-1-4 3 0,0 0-8 16,-2 0 8-16,1-1-7 0,-9-4-1 0,12 5-2 0,-12-5-1 16,12 1-7-16,-12-1 10 0,0 0-12 0,16-5 7 15,-16 5 3-15,11-8 1 0,-7 3 7 0,6-2-5 16,-10 7-2-16,6-15 0 0,-2 9 3 16,1-3 0-16,-5 9-3 0,3-14 1 0,-1 8-1 15,-2 6-3-15,0 0 1 0,-10-17 5 0,5 13-11 16,-9-1-4-16,4 2-10 0,-2 1-17 0,-6-1-37 15,-2 1 2-15,1 3-25 0,1 2-35 0,1-2-42 16,-2 1-41-16,1 1-48 0,8 2-73 0,-2-1-256 16,4-3-646-16,8-1 286 0</inkml:trace>
  <inkml:trace contextRef="#ctx0" brushRef="#br0" timeOffset="-16338">32427 15430 2146 0,'4'-8'151'0,"0"4"-16"16,-4 4-44-16,5-9-4 0,-3 5 23 0,-2 4 17 16,0 0-8-16,0 0-5 0,0 0-15 0,5-13-3 15,-5 13-12-15,0 0-9 0,0 0-10 16,0 0-4-16,0 0-9 0,0 0-3 0,0 0-7 16,0 0-13-16,0 0-34 0,11 12-24 0,-11-12-37 15,5 11-50-15,-5-11-53 0,5 10-46 0,-4-6-71 16,-1-4-189-16,0 0-514 0,8 11 228 0</inkml:trace>
  <inkml:trace contextRef="#ctx0" brushRef="#br0" timeOffset="-16032.23">32646 15226 241 0,'5'-5'265'16,"0"-1"-8"-16,-1 2-19 0,-4 4-20 0,8-3 0 15,-8 3 0-15,0 0-14 0,11 7-5 0,-9 0-11 16,0-1-12-16,-2-6-7 0,2 22-12 0,-3-11-12 16,0 5-13-16,-2 1-5 0,-3 1-17 15,-3-4-7-15,-1 1-11 0,1 0-10 0,-3-4-4 0,-1-1-5 16,6 0-9-16,-1-2-13 0,3-2 8 16,5-6-9-16,-12 8-2 0,12-8-1 0,-7 6-8 0,7-6-5 15,-4 7 4-15,4-7-9 0,0 0 0 0,0 0-5 16,0 0-7-16,0 0 11 0,0 0-18 0,23 3-7 15,-10-4-17-15,-13 1-33 0,0 0-31 0,0 0-45 16,88-3-38-16,-88 3-29 0,38-3-50 16,-38 3-37-16,32-7-245 0,-32 7-565 0,0 0 250 15</inkml:trace>
  <inkml:trace contextRef="#ctx0" brushRef="#br0" timeOffset="-15795.36">32871 15300 145 0,'0'0'173'0,"0"0"6"0,0 0 4 15,0 0-5-15,0 0-7 0,0 0-12 0,0 0-9 16,0 0 1-16,0 0-9 0,0 0-4 0,0 0-1 16,0 0 20-16,0 0 5 0,0 0-15 15,0 0-5-15,0 0-4 0,0 0-1 0,53 44-1 0,-53-44-8 16,0 0-5-16,13 32-5 0,-13-32-10 0,9 22-7 16,-9-22-3-16,0 0-11 0,10 28-7 0,-10-28-16 15,0 0-5-15,0 0-11 0,0 0 4 0,7 33-11 16,-7-33-16-16,0 0-15 0,0 0-26 15,0 0-19-15,0 0-33 0,-30 27-42 0,30-27-42 0,0 0-39 16,0 0-49-16,-33 7-46 0,33-7-210 16,0 0-535-16,0 0 237 0</inkml:trace>
  <inkml:trace contextRef="#ctx0" brushRef="#br0" timeOffset="-15649.28">32927 15266 143 0,'0'0'170'15,"32"-25"-12"-15,-32 25-13 0,0 0-19 0,29-16-10 16,-29 16-9-16,24-10-11 0,-24 10-20 0,0 0-41 16,43-10-43-16,-43 10-54 0,0 0-122 0,33-5-199 15,-33 5 88-15</inkml:trace>
  <inkml:trace contextRef="#ctx0" brushRef="#br0" timeOffset="-15430.73">33170 15130 224 0,'0'0'237'0,"0"0"-4"0,0 0-13 0,0 0-19 0,0 0 1 16,0 0 6-16,0 0-4 0,0 0 6 0,0 0 4 15,0 0 0-15,0 0-11 0,0 0-22 16,0 0 5-16,0 0-19 0,6 79-5 0,-6-79-24 16,0 0 3-16,-10 52-32 0,10-52-4 0,-7 34-1 15,7-34-9-15,-7 32-16 0,7-32-15 0,0 0-12 16,-5 38-36-16,5-38-34 0,0 0-50 0,-3 27-40 0,3-27-44 15,0 0-46-15,0 0-45 0,0 0-57 16,0 0-214-16,0 0-556 0,0 0 245 0</inkml:trace>
  <inkml:trace contextRef="#ctx0" brushRef="#br0" timeOffset="-15200.99">33304 15191 41 0,'0'0'295'0,"0"0"-6"0,0 0-13 0,0 0-17 16,0 0-4-16,0 0-1 0,0 0-9 0,0 0-20 16,0 0-11-16,0 0-16 0,0 0-16 0,0 0-7 15,0 0-17-15,0 0-23 0,-46 49 0 16,46-49-22-16,0 0-12 0,-8 32-14 0,8-32-8 16,0 0-12-16,4 40-24 0,-4-40-53 0,0 0-38 15,9 35-54-15,-9-35-52 0,0 0-56 0,16 26-54 16,-16-26-243-16,0 0-549 0,12 22 244 0</inkml:trace>
  <inkml:trace contextRef="#ctx0" brushRef="#br0" timeOffset="-14834.22">33402 15368 113 0,'0'0'229'0,"0"0"-18"15,0 0 4-15,21-39-12 0,-21 39-6 0,0 0-14 16,12-33-12-16,-12 33-7 0,8-24-7 0,-8 24-20 15,0 0-6-15,9-41-9 0,-9 41-5 0,8-29-9 16,-8 29-6-16,8-27 1 0,-8 27-13 0,0 0-3 16,16-35-5-16,-16 35-4 0,13-18 0 15,-13 18-11-15,0 0-4 0,0 0-10 0,22-23 1 16,-22 23-8-16,0 0-9 0,0 0 0 0,0 0-5 16,0 0-5-16,0 0 1 0,0 0-3 0,0 0-5 0,0 0 1 15,0 0-8-15,44 46 1 0,-44-46-3 0,0 0 1 16,-5 41-2-16,5-41 4 0,0 0-4 15,-13 44 5-15,13-44 3 0,0 0 0 0,-16 40-2 16,16-40 2-16,-13 20 0 0,13-20-5 0,0 0-9 16,-12 25 8-16,12-25-3 0,0 0-3 0,0 0 1 15,-10 26 1-15,10-26-2 0,0 0 4 0,0 0-9 16,0 0 5-16,0 0-18 0,26 38-28 0,-26-38-32 16,0 0-38-16,30 14-42 0,-30-14-31 0,0 0-53 15,36 11-60-15,-36-11-164 0,0 0-497 0,0 0 219 16</inkml:trace>
  <inkml:trace contextRef="#ctx0" brushRef="#br0" timeOffset="-14600.74">32725 15751 156 0,'-8'6'302'0,"8"-6"-12"16,0 0-9-16,0 0-9 0,0 0-30 0,93 3-18 16,-40-6-21-16,2 0-19 0,2 1-17 0,1-3-16 15,-1-1-16-15,0 2-12 0,-3-2-9 0,-2 1-16 16,-17 2-16-16,2 0-37 0,-3-2-41 0,-34 5-44 16,52-6-56-16,-52 6-62 0,29-3-50 0,-29 3-221 15,0 0-464-15,0 0 205 0</inkml:trace>
  <inkml:trace contextRef="#ctx0" brushRef="#br0" timeOffset="-14431.01">32852 15877 2648 0,'0'0'238'0,"-30"8"-133"0,30-8-48 16,0 0-20-16,0 0 31 0,-33 9 19 16,33-9 19-16,0 0-12 0,0 0-9 0,0 0-1 15,0 0-8-15,0 0-4 0,116-11-6 0,-78 8-12 16,14-1-24-16,0-2-46 0,-14 2-53 0,-2-2-84 15,1 4-90-15,-37 2-328 0,64-7-620 0,-36-1 275 16</inkml:trace>
  <inkml:trace contextRef="#ctx0" brushRef="#br0" timeOffset="-8348.78">16374 15008 46 0,'0'0'108'0,"11"-4"-11"0,-6 2-9 0,-5 2-9 0,14-3-10 15,-9 1 0-15,-5 2-4 0,10-2-9 0,-10 2-11 16,10-2-24-16,-10 2-18 0,12-1-11 16,-12 1-10-16,10 1-12 0,-10-1-30 0,11 1-45 15,-4 2-114-15,-7-3 50 0</inkml:trace>
  <inkml:trace contextRef="#ctx0" brushRef="#br0" timeOffset="-7749.55">19549 14953 47 0,'0'0'106'0,"0"0"-6"0,0 0-7 16,0 0-1-16,0 0-10 0,0 0-5 0,-4 6 1 15,4-6-7-15,0 0 1 0,0 0-8 0,0 0-4 16,0 0 1-16,0 0-3 0,0 0-4 0,0 0-10 0,0 0 1 15,0 0-5-15,0 0-7 0,0 0-5 16,0 0-7-16,0 0 0 0,0 0 0 0,0 0 1 16,0 0-13-16,0 0 5 0,0 0 5 0,0 0-2 15,0 0-6-15,0 0 1 0,0 0-1 0,0 0-3 16,0 0-2-16,0 0-1 0,0 0 7 0,0 0-5 16,0 0-4-16,0 0 3 0,0 0-5 0,0 0 5 15,0 0-9-15,0 0 12 0,0 0-1 0,0 0-3 16,0 0 5-16,0 0-2 0,0 0-3 0,0 0 2 15,0 0-4-15,0 0 1 0,0 0 2 0,0 0 3 16,0 0-5-16,0 0 0 0,0 0-1 0,0 0-2 16,0 0 1-16,0 0 5 0,0 0-8 0,0 0-1 0,0 0-11 15,0 0-9-15,0 0-21 0,0 0-11 16,0 0-26-16,0 0-32 0,0 0-105 0,0 0-236 16,0 0 105-16</inkml:trace>
  <inkml:trace contextRef="#ctx0" brushRef="#br0" timeOffset="-7422.78">18734 15073 26 0,'0'0'74'0,"0"0"-15"0,0 0-16 15,0 0 2-15,0 0-11 0,0 0-11 0,0 0-27 16,0 0-26-16,17 2-15 0,-17-2-49 0,0 0 21 16</inkml:trace>
  <inkml:trace contextRef="#ctx0" brushRef="#br0" timeOffset="-7198.76">19870 14935 62 0,'0'0'79'0,"-9"-1"-21"16,9 1-24-16,-16 1-31 0,16-1-26 0,-20 5-13 15,1-2-38-15,2 2 16 0</inkml:trace>
  <inkml:trace contextRef="#ctx0" brushRef="#br0" timeOffset="-6345.22">16221 15066 9 0,'0'0'123'16,"-5"-6"-14"-16,5 6-7 0,0 0 12 0,0 0-8 0,0 0 2 15,0 0-11-15,-6-4-7 0,6 4-2 16,0 0-4-16,0 0-2 0,0 0-14 0,0 0 7 16,0 0-7-16,0 0-2 0,0 0-2 0,0 0-3 15,0 0-5-15,0 0-2 0,0 0-1 0,0 0 2 16,0 0-8-16,-12 0 2 0,12 0 2 0,0 0-4 16,0 0 0-16,0 0 2 0,0 0-3 0,0 0-3 15,0 0-4-15,0 0-5 0,0 0-3 0,-10 0 4 16,10 0-8-16,0 0 0 0,0 0-4 0,0 0-2 15,0 0-3-15,0 0 0 0,0 0 2 0,0 0 4 16,0 0 5-16,33 4 0 0,-13-6-2 0,9 1 1 16,4-2-2-16,1 0 5 0,4-1-10 0,0-2 3 15,1 0-1-15,11 0 3 0,0-2-1 0,-12 2 3 16,1-2-2-16,-4-1-1 0,4 2-2 0,-2 1 7 16,-5 0-13-16,-2 0 2 0,-9 2-1 0,-1 1 0 15,-1 0 0-15,-2 0 3 0,-3 2-6 0,-2 0-3 16,-7 0 2-16,3-1 0 0,-1 0 3 0,-7 2 2 15,9-2-1-15,-9 2 11 0,9-2 3 0,-9 2 2 16,0 0 4-16,6-2 1 0,-6 2 3 0,0 0-3 16,0 0-5-16,0 0 2 0,12 0-5 0,-12 0 0 15,0 0 6-15,0 0-10 0,0 0-6 0,0 0-1 16,0 0-6-16,0 0-13 0,0 0-27 0,0 0-22 16,0 0-26-16,0 0-36 0,0 0-38 0,0 0-38 15,0 0-29-15,0 0-18 0,2 12-190 0,-2-12-458 16,0 0 204-16</inkml:trace>
  <inkml:trace contextRef="#ctx0" brushRef="#br0" timeOffset="-4419.23">19123 15079 65 0,'-9'-3'89'0,"9"3"-11"0,-10-3-12 16,4 2 0-16,6 1-3 0,-11-2-8 0,11 2 2 15,-15-1-7-15,7-1-4 0,8 2 0 0,-19-1-1 16,9 1-2-16,0 0 10 0,-3 0-11 0,3 1 2 0,-2-1-13 15,0 0 7-15,0 2-5 0,-1-2 10 16,1 0-1-16,-3 0 4 0,3 1 1 0,1 1-2 16,-1-2 1-16,0 0 1 0,-1 1 2 0,1-1 0 15,0 0 5-15,1 0-6 0,-2 2 1 0,4-2 3 16,0 0 0-16,9 0-5 0,-13 1 5 0,13-1-4 0,-11 3 3 16,11-3-1-16,-10-2-2 0,10 2 0 15,0 0-5-15,-11-1 3 0,11 1 2 0,0 0 2 16,0 0-2-16,0 0-4 0,0 0-4 0,0 0 4 15,0 0-9-15,0 0-1 0,0 0-1 0,0 0-4 16,0 0 2-16,41-3-6 0,-20 0 2 0,5 2-4 16,4-4 0-16,3 1-6 0,2 1 3 0,4-1-1 0,14-4-1 15,3 0-4-15,-1 3 0 0,0-4-3 16,0 3 3-16,5 0-2 0,0-2 5 0,-4-1-6 16,-1 4 0-16,0-1-1 0,0-2 4 0,0 2 0 15,-2 1 0-15,-3 1-3 0,-11 1-3 0,-2-3 4 16,-1 2 1-16,-3-3-2 0,-3 2 6 0,0 2-1 0,-2 1-1 15,-6-2-1-15,-3 1-2 0,1 2 0 16,-1-1-2-16,-6 0 1 0,-1 2 0 0,0-1 1 16,-1-1 1-16,-5 2 1 0,-6 0 0 0,14-2 1 15,-14 2 6-15,9-1 4 0,-9 1-9 0,0 0 1 16,10 0 7-16,-10 0 8 0,0 0-1 0,0 0-5 0,0 0 4 16,10 0 1-16,-10 0-2 0,0 0 4 15,0 0 1-15,0 0 1 0,0 0-5 0,0 0-1 0,0 0 1 16,4-5-7-16,-4 5-1 0,0 0 4 15,0 0-1-15,0 0-4 0,0 0 0 0,0 0-4 16,0 0 4-16,0 0-6 0,0 0 5 0,0 0-6 16,0 0 0-16,0 0 3 0,0 0-1 0,0 0 0 15,0 0-3-15,0 0-2 0,0 0 3 0,7-2 3 16,-7 2-11-16,0 0 5 0,0 0-6 0,0 0 8 16,0 0-6-16,0 0 0 0,0 0 0 0,0 0-4 15,0 0 0-15,0 0 3 0,0 0-3 0,0 0-1 16,0 0 4-16,0 0-3 0,0 0-1 0,0 0-3 0,0 0 5 15,0 0-3-15,0 0 3 0,0 0-3 16,0 0 10-16,0 0-10 0,0 0-9 0,0 0 11 16,0 0-1-16,0 0-3 0,0 0-1 0,0 0 4 15,0 0 1-15,0 0-3 0,0 0-2 0,0 0 1 16,0 0 3-16,0 0-1 0,0 0-2 0,0 0 11 16,0 0-9-16,0 0 0 0,0 0-3 0,0 0-1 15,0 0 9-15,0 0-9 0,0 0 4 0,0 0-1 16,0 0-3-16,0 0 7 0,0 0-5 0,0 0 1 15,0 0-1-15,0 0 1 0,0 0 2 0,0 0-4 16,0 0 0-16,0 0 1 0,0 0 6 0,0 0-2 16,0 0-6-16,0 0 1 0,0 0-3 0,0 0 7 15,0 0-5-15,0 0 5 0,0 0-1 0,0 0 2 16,0 0-3-16,0 0-3 0,0 0 0 0,0 0 3 16,0 0 0-16,0 0-6 0,0 0 4 0,0 0 2 15,0 0-4-15,0 0 8 0,0 0-4 0,0 0 2 16,0 0-7-16,0 0 2 0,0 0 3 0,0 0 2 15,0 0-1-15,0 0-1 0,0 0 10 0,0 0-12 16,0 0 2-16,0 0-1 0,0 0 4 0,0 0-8 16,0 0-1-16,0 0 7 0,0 0 10 0,0 0-10 15,0 0-6-15,0 0 3 0,0 0 2 0,0 0 0 16,0 0-5-16,0 0 13 0,0 0-11 0,0 0 3 16,0 0 0-16,0 0 2 0,0 0-4 0,0 0 8 15,0 0-12-15,0 0 0 0,0 0 6 0,0 0-1 16,0 0 0-16,0 0-5 0,0 0 4 0,0 0 2 15,0 0 0-15,0 0 2 0,0 0-5 0,0 0 2 16,0 0 1-16,0 0 0 0,0 0 5 0,0 0-7 16,0 0 2-16,0 0-2 0,0 0 1 0,0 0 1 15,0 0-1-15,0 0 4 0,0 0-3 0,0 0 1 16,0 0 0-16,0 0 0 0,0 0-3 0,0 0 2 16,0 0 0-16,0 0 2 0,0 0-2 0,0 0-3 15,0 0 4-15,0 0 0 0,0 0-2 0,0 0 0 16,0 0 4-16,0 0-5 0,0 0-1 0,0 0-3 15,0 0 5-15,0 0 3 0,0 0-2 0,0 0 0 16,0 0 3-16,0 0 2 0,0 0-2 0,0 0 1 16,0 0-10-16,0 0 10 0,0 0-4 0,0 0-4 15,0 0 4-15,0 0 0 0,0 0 3 0,0 0-1 16,0 0 2-16,0 0-9 0,0 0 8 0,0 0-4 16,0 0 1-16,0 0 3 0,0 0-1 0,0 0 1 15,0 0-5-15,0 0 3 0,0 0 0 0,0 0-3 16,0 0 3-16,0 0 2 0,0 0-6 0,0 0 4 15,0 0-3-15,0 0 4 0,0 0-1 0,0 0-2 16,0 0 2-16,0 0-1 0,0 0 5 0,0 0-7 16,0 0 4-16,0 0-4 0,0 0 4 0,0 0-2 15,0 0 1-15,0 0-2 0,0 0 1 0,0 0-1 16,0 0-6-16,0 0-4 0,0 0-1 0,0 0 1 16,0 0-6-16,0 0-6 0,0 0-4 0,0 0-1 15,0 0-8-15,0 0-10 0,0 0-5 0,0 0-7 16,0 0-7-16,0 0-4 0,0 0-8 0,0 0-4 15,0 0-10-15,0 0-19 0,0 0-12 0,0 0-21 16,0 0-23-16,0 0-29 0,0 0-22 0,0 0-179 16,0 0-429-16,0 0 189 0</inkml:trace>
  <inkml:trace contextRef="#ctx0" brushRef="#br0" timeOffset="-3000.74">19036 14634 50 0,'0'0'161'0,"0"0"-2"16,0 0-8-16,0 0 2 0,0 0-7 0,0 0-9 15,-7 13-2-15,7-13-6 0,0 0-3 0,0 0-6 16,0 0 1-16,0 0-4 0,0 0-4 0,0 0 2 16,0 0-5-16,0 0-2 0,0 0-4 0,0 0 0 15,0 0-26-15,0 0 1 0,6 5-9 0,-6-5-1 16,0 0-5-16,0 0-5 0,0 0 4 0,0 0-1 16,14-12-9-16,-14 12-5 0,5-6-6 15,-5 6-3-15,4-8-5 0,-4 8 6 0,3-8 0 0,-3 8 4 16,2-6-7-16,-2 6-1 0,0 0-7 0,1-8 0 15,-1 8 4-15,0 0 0 0,0 0-2 0,0 0 3 16,0 0-6-16,0 0-1 0,0 0 3 0,0 0-1 16,0 0-5-16,0 0-5 0,0 0-1 0,0 0-3 15,0 0-2-15,0 0-4 0,0 0 1 0,0 0-1 16,0 0-2-16,0 0 0 0,-7 22 2 0,7-22-4 16,0 0 3-16,4 10 5 0,-4-10-6 0,6 5 2 15,-2-2-4-15,-4-3 0 0,6 3-1 0,-6-3 0 16,12 3-4-16,-12-3 4 0,11 2-1 0,-11-2 2 15,13-2 1-15,-13 2-1 0,9-3 0 0,-9 3-1 16,9-2 3-16,-9 2-8 0,5-5 7 0,-5 5 0 16,4-6-9-16,-4 6 4 0,4-6 3 0,-4 6-1 15,0 0-1-15,-2-11 1 0,2 11-5 0,0 0 3 16,0 0 0-16,-5-10-3 0,5 10 9 16,0 0-11-16,-6-5 0 0,6 5 3 0,0 0-4 0,0 0 1 15,-15 5-1-15,15-5 3 0,-9 6-1 0,9-6 0 16,-5 5-2-16,1 0 1 0,4-5-2 0,-3 8 3 15,3-8 0-15,0 10-5 0,0-10 7 0,1 11-2 16,-1-11 2-16,6 7 3 0,-3-3-5 16,4-1 4-16,-7-3 0 0,11 4-3 0,-3-1-4 0,-2-1 2 15,-6-2 1-15,16 0 2 0,-10 0-1 0,-6 0-2 16,13 0 3-16,-13 0 3 0,9-3-2 0,-9 3-5 16,7-5 3-16,-7 5 2 0,6-6-2 0,-6 6 1 15,2-7-1-15,-2 7 0 0,0-9 0 0,0 9-3 16,0 0 9-16,-5-12-5 0,5 12 1 0,-5-8-2 15,1 5-2-15,4 3 4 0,-5-5 0 0,5 5 8 16,0 0-14-16,-14 0 4 0,14 0-9 0,-10 4 5 16,4-1 1-16,6-3-1 0,-10 7 3 0,7-4 1 15,3-3-2-15,-4 11 2 0,2-6-1 0,2-5 1 16,-1 8-1-16,1-8 5 0,0 0 0 0,5 11-4 16,-2-7 0-16,-3-4-4 0,11 4 0 0,-11-4-2 15,8 0-2-15,-8 0 2 0,9 0 0 0,-9 0 1 16,0 0 2-16,10-2 3 0,-10 2-3 0,4-8 2 15,-4 8 0-15,0 0 2 0,1-9-2 16,-1 9 1-16,0 0-3 0,-5-14-4 0,5 14-8 0,-5-7-3 16,1 3-11-16,4 4-10 0,-8-7-35 0,8 7-23 15,-7 0-31-15,7 0-54 0,-13 7-49 0,5-3-235 16,2 4-507-16,-2 0 224 0</inkml:trace>
  <inkml:trace contextRef="#ctx0" brushRef="#br0" timeOffset="-795.03">28384 15995 60 0,'0'0'200'0,"0"0"-2"16,0 0 20-16,0 0-9 0,0 0-4 0,0 0-12 15,0 0-14-15,0 0-6 0,0 0-6 16,0 0-10-16,0 0-8 0,0 0-8 0,0 0-2 16,0 0-7-16,0 0-8 0,0 0-6 0,0 0-10 15,0 0-5-15,0 0-7 0,0 0-11 0,0 0-7 0,0 0-3 16,0 0-2-16,0 0-7 0,0 0-9 0,0 0-1 16,0 0-6-16,0 0 6 0,0 0-8 15,0 0-1-15,0 0-5 0,0 0-4 0,0 0-4 16,0 0 3-16,0 0-6 0,0 0 8 0,0 0-14 15,0 0 6-15,0 0-4 0,0 0-3 0,0 0-2 16,0 0-10-16,0 0 5 0,0 0-3 0,0 0-8 16,0 0 2-16,0 0-2 0,0 0 6 0,0 0-2 15,0 0-10-15,0 0 6 0,0 0 1 0,0 0-2 16,0 0-1-16,0 0 1 0,0 0-1 0,0 0-4 16,0 0 3-16,0 0 6 0,0 0-1 0,0 0-8 15,6 14 0-15,-6-14-2 0,0 0 7 0,0 0-6 0,0 0 2 16,0 0 2-16,0 0-1 0,0 0 2 15,0 0-4-15,0 0 7 0,0 0-7 0,0 0 3 16,0 0-5-16,0 0 3 0,0 0 14 0,0 0-13 16,0 0-1-16,0 0 4 0,0 0-7 0,0 0 1 15,0 0-1-15,0 0-4 0,0 0 7 0,0 0 0 16,0 0-8-16,0 0 4 0,0 0-3 0,0 0 2 16,1 9-1-16,-1-9 0 0,0 0 11 0,2 6-9 15,-2-6-16-15,6 5 12 0,-6-5-14 0,9 4 1 16,-9-4-2-16,9 4-1 0,-9-4-1 0,9 3 7 15,-6 0-10-15,-3-3 4 0,11 1-2 0,-11-1 5 16,11 0 0-16,-11 0 4 0,9 0 3 16,-9 0-1-16,0 0 5 0,0 0-6 0,8-3-5 0,-8 3 11 15,0 0-1-15,0 0 3 0,2-8 2 0,-2 8 3 16,0 0-15-16,0 0 11 0,0 0 2 0,0 0-9 16,-16-11 9-16,16 11 0 0,-14 6 2 0,6-4 2 15,0 1 0-15,-1 4 2 0,-2-3-4 0,2 4 5 16,5-2 4-16,0-2-13 0,-1 3 3 0,2-1 1 15,3-6 2-15,0 11 0 0,0-11 3 0,8 9-4 16,-4-4 2-16,2-2-6 0,-6-3 4 0,17 4-9 16,-9-6 0-16,3 2-2 0,-1-3 2 0,1-3 2 15,-5 0-7-15,3 0 5 0,0 1-3 0,-3-3-1 16,-3 3 11-16,1-5-7 0,0 1 1 0,-3 1 1 16,-1-2 5-16,0 10-3 0,-5-16 1 0,1 8-2 15,1 1 3-15,-1-1 1 0,-2 1-1 0,1 1-3 16,1 1 3-16,4 5-10 0,-7-5 7 0,7 5-27 15,-8-4-21-15,8 4-35 0,0 0-33 0,0 0-47 16,-17 7-49-16,12-5-65 0,-1 2-157 0,6-4-476 16,-8 11 210-16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AD74-9474-47CD-B18C-9BBD94E40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B1708-62E0-4E06-8DC1-84CC92E99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9684B-9512-4E2C-9722-9994D7485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DD2-9870-4669-8C7F-F35B628E2C3C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722C7-2781-42BA-B35F-C65A9B36F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19BF7-51AF-43B8-8821-D9E45C82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A859-D5DF-4EA4-A419-069265D4B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576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165B9-C8AB-4546-960D-C4813BC5F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14A27-6560-476F-8B11-0BA184683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23B1A-A8B8-410C-A4FE-7346BA4E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DD2-9870-4669-8C7F-F35B628E2C3C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15BA4-3AFF-4864-A5D2-590AB72C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72F96-CC33-41E4-B799-E0ED4C3BC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A859-D5DF-4EA4-A419-069265D4B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737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7641-1713-4A76-9B51-FD8C16DD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5FA26-8396-47AA-B8CE-AA0E13EA6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14C56-5DFC-49F1-8D0F-369856FC2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DD2-9870-4669-8C7F-F35B628E2C3C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50B91-8394-4F39-8360-FC98E62E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A8B15-C3A1-4698-98D1-62C8DBDE1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A859-D5DF-4EA4-A419-069265D4B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233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FD75-0841-4C59-AA89-1274D2B8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A2E30-736C-4F15-99B1-3621112194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FFAA4-21D6-41C1-A3E9-938076823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D718C-ABC5-4933-8CB5-C9455D89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DD2-9870-4669-8C7F-F35B628E2C3C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20836-F4CD-42B1-8D0B-1119C266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72C98-1EEC-40DF-9901-6216A3BEA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A859-D5DF-4EA4-A419-069265D4B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82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F0CE6-34B1-479C-B59C-AA66223D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0F1DC-BA85-4A86-B5BD-1D535BD79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344462-F0E9-4565-AF5F-E7814197B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1E0D3A-CB84-405A-90FE-F35882185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8E712B-A00B-4763-83A7-1B70F231E9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FBB07F-520F-450A-A71A-9E12D1CD8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DD2-9870-4669-8C7F-F35B628E2C3C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A17BB2-3EE2-49F6-865E-4BBF2C8A0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AB3F5D-9592-4B28-839D-1E87E45CA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A859-D5DF-4EA4-A419-069265D4B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224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16148-D28D-4A69-886B-AC1578A6D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FC693-D57B-40CC-9C06-4F4BA399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DD2-9870-4669-8C7F-F35B628E2C3C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612EE-6E8E-43D9-9EA9-5CD41FAB7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DD90F-332F-4B44-B6DD-24AAE153D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A859-D5DF-4EA4-A419-069265D4B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783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4EF27-7FEB-4C06-95F7-B2E2C83E2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DD2-9870-4669-8C7F-F35B628E2C3C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2993A3-0D59-41DD-B3CB-94F59E042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3FD36-75CC-4404-BC3A-779114FC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A859-D5DF-4EA4-A419-069265D4B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84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20B4-CEB9-4EF4-BD17-5E78CFE5B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F330E-BD43-4B95-B9F0-673C12CFC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AB1D8-0F6E-4100-9C21-822D5D022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B8375-52FB-492B-939C-D448E9AF8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DD2-9870-4669-8C7F-F35B628E2C3C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2EE94-541B-48F7-995A-ABAD3F032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B8EDD-8C5F-4D41-A80E-A33EA6A2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A859-D5DF-4EA4-A419-069265D4B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94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1BDC-95D8-4A7E-94BD-FCDD01699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BC748-1501-44AE-A7A8-6EBF49EF21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AE2C3-1063-4734-92FF-B93E87657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4C7DE-E99A-42B9-A644-E5A258A9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DD2-9870-4669-8C7F-F35B628E2C3C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DEE83-7BF9-4F46-9165-5426F4B6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C92B4-B84C-47FF-8D25-96B3CDB3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A859-D5DF-4EA4-A419-069265D4B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52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0177-E64F-4E08-B269-3361049A8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6DAD5-10BF-44D6-9ADC-95C153335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FE6B2-B3C9-42E8-AD26-FCF1C0B81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DD2-9870-4669-8C7F-F35B628E2C3C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16F7B-6331-443A-92CB-1B2BDB05C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7E6A9-2315-466D-BE03-73C514EBC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A859-D5DF-4EA4-A419-069265D4B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760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89D4D2-883B-4E86-BB31-20C1DA98E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1B7D2-A59C-4FAA-8E96-0AAC13D97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4D73-F5B0-437F-91E1-CC6075ADE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DD2-9870-4669-8C7F-F35B628E2C3C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AD3BA-8E77-45F9-977E-1ED6A65BC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6CC33-45E7-449E-A561-BCF0F9CA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A859-D5DF-4EA4-A419-069265D4B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45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F0C5CD-C6B5-4267-9988-7AF1CBC21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65DA0-05CD-475A-B17B-BFCE75E47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0C1D8-29CD-48DA-8FA0-8F5F3225B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D2DD2-9870-4669-8C7F-F35B628E2C3C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C1018-39D8-4159-ACEA-EFE3CA61F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25103-6995-4AE4-A890-8A8C69DB8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A859-D5DF-4EA4-A419-069265D4B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87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F417EA-98ED-4AC9-B6F6-2251146238E9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BJT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3529B7-25D4-471B-A73B-4266D532A957}"/>
                  </a:ext>
                </a:extLst>
              </p14:cNvPr>
              <p14:cNvContentPartPr/>
              <p14:nvPr/>
            </p14:nvContentPartPr>
            <p14:xfrm>
              <a:off x="4278960" y="1103400"/>
              <a:ext cx="6721200" cy="4939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3529B7-25D4-471B-A73B-4266D532A9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9600" y="1094040"/>
                <a:ext cx="6739920" cy="49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6E31DBC-3990-48FC-AF16-3BCF9537B5BC}"/>
                  </a:ext>
                </a:extLst>
              </p14:cNvPr>
              <p14:cNvContentPartPr/>
              <p14:nvPr/>
            </p14:nvContentPartPr>
            <p14:xfrm>
              <a:off x="3944160" y="1139400"/>
              <a:ext cx="7188480" cy="3912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6E31DBC-3990-48FC-AF16-3BCF9537B5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4800" y="1130040"/>
                <a:ext cx="7207200" cy="393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4011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F417EA-98ED-4AC9-B6F6-2251146238E9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BJT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879335-CF1F-4F13-BB03-0572577D1743}"/>
                  </a:ext>
                </a:extLst>
              </p14:cNvPr>
              <p14:cNvContentPartPr/>
              <p14:nvPr/>
            </p14:nvContentPartPr>
            <p14:xfrm>
              <a:off x="1361520" y="1027800"/>
              <a:ext cx="10459800" cy="5030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879335-CF1F-4F13-BB03-0572577D17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2160" y="1018440"/>
                <a:ext cx="10478520" cy="50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5E99085-4B5C-46A8-A92B-3A5754B49B1B}"/>
                  </a:ext>
                </a:extLst>
              </p14:cNvPr>
              <p14:cNvContentPartPr/>
              <p14:nvPr/>
            </p14:nvContentPartPr>
            <p14:xfrm>
              <a:off x="5011920" y="1474560"/>
              <a:ext cx="4453920" cy="4519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5E99085-4B5C-46A8-A92B-3A5754B49B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2560" y="1465200"/>
                <a:ext cx="4472640" cy="453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7723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F417EA-98ED-4AC9-B6F6-2251146238E9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BJT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E3B35B-C300-4182-AB2E-82B006F0D07B}"/>
                  </a:ext>
                </a:extLst>
              </p14:cNvPr>
              <p14:cNvContentPartPr/>
              <p14:nvPr/>
            </p14:nvContentPartPr>
            <p14:xfrm>
              <a:off x="1354680" y="1018800"/>
              <a:ext cx="9086040" cy="2748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E3B35B-C300-4182-AB2E-82B006F0D0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5320" y="1009440"/>
                <a:ext cx="9104760" cy="27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3AFA993-7667-404F-BB51-EB766CF175DE}"/>
                  </a:ext>
                </a:extLst>
              </p14:cNvPr>
              <p14:cNvContentPartPr/>
              <p14:nvPr/>
            </p14:nvContentPartPr>
            <p14:xfrm>
              <a:off x="2650320" y="1238760"/>
              <a:ext cx="8647560" cy="4631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3AFA993-7667-404F-BB51-EB766CF175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40960" y="1229400"/>
                <a:ext cx="8666280" cy="465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5195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89443" y="7171598"/>
            <a:ext cx="4114800" cy="365125"/>
          </a:xfrm>
        </p:spPr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440FD0-17C2-4C11-AF82-7B351D6EB73E}"/>
              </a:ext>
            </a:extLst>
          </p:cNvPr>
          <p:cNvSpPr/>
          <p:nvPr/>
        </p:nvSpPr>
        <p:spPr>
          <a:xfrm>
            <a:off x="1288953" y="151627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Load Line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074" name="Picture 2" descr="DC load line and operating point of Transistor in english - YouTube">
            <a:extLst>
              <a:ext uri="{FF2B5EF4-FFF2-40B4-BE49-F238E27FC236}">
                <a16:creationId xmlns:a16="http://schemas.microsoft.com/office/drawing/2014/main" id="{47D6B9E6-8B12-406D-8755-9C83D1D84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71" y="1007268"/>
            <a:ext cx="6902068" cy="484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BFD049-743E-48C3-8B32-56CB5A79EE6F}"/>
                  </a:ext>
                </a:extLst>
              </p14:cNvPr>
              <p14:cNvContentPartPr/>
              <p14:nvPr/>
            </p14:nvContentPartPr>
            <p14:xfrm>
              <a:off x="341640" y="828720"/>
              <a:ext cx="11548080" cy="4942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BFD049-743E-48C3-8B32-56CB5A79EE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280" y="819360"/>
                <a:ext cx="11566800" cy="496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761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4BE16D-61A0-46CD-B441-35BD5A92B046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DC Load Line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E7E08355-CF5B-42EA-8157-A924365A4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036" y="1073482"/>
            <a:ext cx="978992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just" eaLnBrk="1" hangingPunct="1"/>
            <a:r>
              <a:rPr lang="en-US" altLang="zh-TW" dirty="0"/>
              <a:t> The straight line is known as the </a:t>
            </a:r>
            <a:r>
              <a:rPr lang="en-US" altLang="zh-TW" b="1" dirty="0"/>
              <a:t>DC load line. </a:t>
            </a:r>
            <a:r>
              <a:rPr lang="en-US" altLang="zh-TW" dirty="0"/>
              <a:t>The dc load line is a graph that </a:t>
            </a:r>
            <a:r>
              <a:rPr lang="en-US" altLang="zh-TW" b="1" dirty="0"/>
              <a:t>represents all the possible combinations of I</a:t>
            </a:r>
            <a:r>
              <a:rPr lang="en-US" altLang="zh-TW" b="1" baseline="-30000" dirty="0"/>
              <a:t>C</a:t>
            </a:r>
            <a:r>
              <a:rPr lang="en-US" altLang="zh-TW" b="1" dirty="0"/>
              <a:t> and V</a:t>
            </a:r>
            <a:r>
              <a:rPr lang="en-US" altLang="zh-TW" b="1" baseline="-30000" dirty="0"/>
              <a:t>CE</a:t>
            </a:r>
            <a:r>
              <a:rPr lang="en-US" altLang="zh-TW" b="1" dirty="0"/>
              <a:t> for a given amplifier</a:t>
            </a:r>
            <a:r>
              <a:rPr lang="en-US" altLang="zh-TW" dirty="0"/>
              <a:t>. For every possible value of </a:t>
            </a:r>
            <a:r>
              <a:rPr lang="en-US" altLang="zh-TW" i="1" dirty="0"/>
              <a:t>I</a:t>
            </a:r>
            <a:r>
              <a:rPr lang="en-US" altLang="zh-TW" i="1" baseline="-30000" dirty="0"/>
              <a:t>C</a:t>
            </a:r>
            <a:r>
              <a:rPr lang="en-US" altLang="zh-TW" dirty="0"/>
              <a:t>, and amplifier will have a corresponding value of </a:t>
            </a:r>
            <a:r>
              <a:rPr lang="en-US" altLang="zh-TW" i="1" dirty="0"/>
              <a:t>V</a:t>
            </a:r>
            <a:r>
              <a:rPr lang="en-US" altLang="zh-TW" i="1" baseline="-30000" dirty="0"/>
              <a:t>CE</a:t>
            </a:r>
            <a:r>
              <a:rPr lang="en-US" altLang="zh-TW" dirty="0"/>
              <a:t>.)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D084A6-7499-43CC-884D-C8AC78206E0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933893" y="2567610"/>
            <a:ext cx="9969154" cy="3067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/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When a transistor does not have an ac input, it will have specific dc values of IC and VCE. </a:t>
            </a:r>
          </a:p>
          <a:p>
            <a:pPr algn="just" eaLnBrk="1" hangingPunct="1"/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These values correspond to a specific point on the dc load line. This point is called the Q-point.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5044AB-93CD-484E-B64D-6BBC4B2C666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942753" y="4077987"/>
            <a:ext cx="10144988" cy="22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The intersection of the dc bias value of </a:t>
            </a:r>
            <a:r>
              <a:rPr lang="en-US" altLang="zh-TW" sz="2400" i="1" dirty="0"/>
              <a:t>I</a:t>
            </a:r>
            <a:r>
              <a:rPr lang="en-US" altLang="zh-TW" sz="2400" i="1" baseline="-30000" dirty="0"/>
              <a:t>B</a:t>
            </a:r>
            <a:r>
              <a:rPr lang="en-US" altLang="zh-TW" sz="2400" dirty="0"/>
              <a:t> with the dc load line determines the </a:t>
            </a:r>
            <a:r>
              <a:rPr lang="en-US" altLang="zh-TW" sz="2400" i="1" dirty="0"/>
              <a:t>Q</a:t>
            </a:r>
            <a:r>
              <a:rPr lang="en-US" altLang="zh-TW" sz="2400" dirty="0"/>
              <a:t>-point.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70C0"/>
                </a:solidFill>
              </a:rPr>
              <a:t>It is desirable to have the </a:t>
            </a:r>
            <a:r>
              <a:rPr lang="en-US" altLang="zh-TW" sz="2400" i="1" dirty="0">
                <a:solidFill>
                  <a:srgbClr val="0070C0"/>
                </a:solidFill>
              </a:rPr>
              <a:t>Q</a:t>
            </a:r>
            <a:r>
              <a:rPr lang="en-US" altLang="zh-TW" sz="2400" dirty="0">
                <a:solidFill>
                  <a:srgbClr val="0070C0"/>
                </a:solidFill>
              </a:rPr>
              <a:t>-point centered on the load line.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70C0"/>
                </a:solidFill>
              </a:rPr>
              <a:t>Midpoint biasing allows optimum ac operation of the amplifier. 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E34907-66A6-4A02-B1B3-C9CE541D07E4}"/>
                  </a:ext>
                </a:extLst>
              </p14:cNvPr>
              <p14:cNvContentPartPr/>
              <p14:nvPr/>
            </p14:nvContentPartPr>
            <p14:xfrm>
              <a:off x="6812280" y="5134320"/>
              <a:ext cx="1921320" cy="486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E34907-66A6-4A02-B1B3-C9CE541D07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02920" y="5124960"/>
                <a:ext cx="194004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3BC9255-3570-499B-BE1F-9A255BA5D40B}"/>
                  </a:ext>
                </a:extLst>
              </p14:cNvPr>
              <p14:cNvContentPartPr/>
              <p14:nvPr/>
            </p14:nvContentPartPr>
            <p14:xfrm>
              <a:off x="3671640" y="3930120"/>
              <a:ext cx="235440" cy="1432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3BC9255-3570-499B-BE1F-9A255BA5D4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62280" y="3920760"/>
                <a:ext cx="254160" cy="16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7660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F417EA-98ED-4AC9-B6F6-2251146238E9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Load Line (AC)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146" name="Picture 2" descr="Common Emitter Amplifier and Transistor Amplifiers">
            <a:extLst>
              <a:ext uri="{FF2B5EF4-FFF2-40B4-BE49-F238E27FC236}">
                <a16:creationId xmlns:a16="http://schemas.microsoft.com/office/drawing/2014/main" id="{7A8087D5-081D-4289-93EF-16F43DAD4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903" y="1032009"/>
            <a:ext cx="4800600" cy="4793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89346FEB-7D39-427A-830E-F151DDB75D4B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083192"/>
            <a:ext cx="6278526" cy="5105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200" dirty="0"/>
              <a:t>When an </a:t>
            </a:r>
            <a:r>
              <a:rPr lang="en-US" altLang="zh-TW" sz="2200" b="1" dirty="0"/>
              <a:t>ac signal</a:t>
            </a:r>
            <a:r>
              <a:rPr lang="en-US" altLang="zh-TW" sz="2200" dirty="0"/>
              <a:t> is applied to the base of the transistor, </a:t>
            </a:r>
            <a:r>
              <a:rPr lang="en-US" altLang="zh-TW" sz="2200" i="1" dirty="0"/>
              <a:t>I</a:t>
            </a:r>
            <a:r>
              <a:rPr lang="en-US" altLang="zh-TW" sz="2200" i="1" baseline="-30000" dirty="0"/>
              <a:t>C</a:t>
            </a:r>
            <a:r>
              <a:rPr lang="en-US" altLang="zh-TW" sz="2200" dirty="0"/>
              <a:t> and </a:t>
            </a:r>
            <a:r>
              <a:rPr lang="en-US" altLang="zh-TW" sz="2200" i="1" dirty="0"/>
              <a:t>V</a:t>
            </a:r>
            <a:r>
              <a:rPr lang="en-US" altLang="zh-TW" sz="2200" i="1" baseline="-30000" dirty="0"/>
              <a:t>CE</a:t>
            </a:r>
            <a:r>
              <a:rPr lang="en-US" altLang="zh-TW" sz="2200" dirty="0"/>
              <a:t> will both vary around their </a:t>
            </a:r>
            <a:r>
              <a:rPr lang="en-US" altLang="zh-TW" sz="2200" i="1" dirty="0"/>
              <a:t>Q</a:t>
            </a:r>
            <a:r>
              <a:rPr lang="en-US" altLang="zh-TW" sz="2200" dirty="0"/>
              <a:t>-point values. </a:t>
            </a:r>
          </a:p>
          <a:p>
            <a:r>
              <a:rPr lang="en-US" altLang="zh-TW" sz="2200" dirty="0"/>
              <a:t>When the </a:t>
            </a:r>
            <a:r>
              <a:rPr lang="en-US" altLang="zh-TW" sz="2200" i="1" dirty="0"/>
              <a:t>Q</a:t>
            </a:r>
            <a:r>
              <a:rPr lang="en-US" altLang="zh-TW" sz="2200" dirty="0"/>
              <a:t>-point is </a:t>
            </a:r>
            <a:r>
              <a:rPr lang="en-US" altLang="zh-TW" sz="2200" b="1" dirty="0"/>
              <a:t>centered</a:t>
            </a:r>
            <a:r>
              <a:rPr lang="en-US" altLang="zh-TW" sz="2200" dirty="0"/>
              <a:t>, </a:t>
            </a:r>
            <a:r>
              <a:rPr lang="en-US" altLang="zh-TW" sz="2200" i="1" dirty="0"/>
              <a:t>I</a:t>
            </a:r>
            <a:r>
              <a:rPr lang="en-US" altLang="zh-TW" sz="2200" i="1" baseline="-30000" dirty="0"/>
              <a:t>C</a:t>
            </a:r>
            <a:r>
              <a:rPr lang="en-US" altLang="zh-TW" sz="2200" dirty="0"/>
              <a:t> and </a:t>
            </a:r>
            <a:r>
              <a:rPr lang="en-US" altLang="zh-TW" sz="2200" i="1" dirty="0"/>
              <a:t>V</a:t>
            </a:r>
            <a:r>
              <a:rPr lang="en-US" altLang="zh-TW" sz="2200" i="1" baseline="-30000" dirty="0"/>
              <a:t>CE</a:t>
            </a:r>
            <a:r>
              <a:rPr lang="en-US" altLang="zh-TW" sz="2200" dirty="0"/>
              <a:t> can both make the </a:t>
            </a:r>
            <a:r>
              <a:rPr lang="en-US" altLang="zh-TW" sz="2200" b="1" dirty="0"/>
              <a:t>maximum</a:t>
            </a:r>
            <a:r>
              <a:rPr lang="en-US" altLang="zh-TW" sz="2200" dirty="0"/>
              <a:t> possible transitions above and below their initial dc values. </a:t>
            </a:r>
          </a:p>
          <a:p>
            <a:r>
              <a:rPr lang="en-US" altLang="zh-TW" sz="2200" dirty="0"/>
              <a:t>When the </a:t>
            </a:r>
            <a:r>
              <a:rPr lang="en-US" altLang="zh-TW" sz="2200" i="1" dirty="0"/>
              <a:t>Q</a:t>
            </a:r>
            <a:r>
              <a:rPr lang="en-US" altLang="zh-TW" sz="2200" dirty="0"/>
              <a:t>-point is </a:t>
            </a:r>
            <a:r>
              <a:rPr lang="en-US" altLang="zh-TW" sz="2200" b="1" dirty="0"/>
              <a:t>above</a:t>
            </a:r>
            <a:r>
              <a:rPr lang="en-US" altLang="zh-TW" sz="2200" dirty="0"/>
              <a:t> the center on the load line, the input signal may cause the transistor to saturate.  When this happens, a part of the output signal will be </a:t>
            </a:r>
            <a:r>
              <a:rPr lang="en-US" altLang="zh-TW" sz="2200" b="1" i="1" dirty="0"/>
              <a:t>clipped </a:t>
            </a:r>
            <a:r>
              <a:rPr lang="en-US" altLang="zh-TW" sz="2200" dirty="0"/>
              <a:t>off. </a:t>
            </a:r>
          </a:p>
          <a:p>
            <a:r>
              <a:rPr lang="en-US" altLang="zh-TW" sz="2200" dirty="0"/>
              <a:t>When the </a:t>
            </a:r>
            <a:r>
              <a:rPr lang="en-US" altLang="zh-TW" sz="2200" i="1" dirty="0"/>
              <a:t>Q</a:t>
            </a:r>
            <a:r>
              <a:rPr lang="en-US" altLang="zh-TW" sz="2200" dirty="0"/>
              <a:t>-point is </a:t>
            </a:r>
            <a:r>
              <a:rPr lang="en-US" altLang="zh-TW" sz="2200" b="1" dirty="0"/>
              <a:t>below</a:t>
            </a:r>
            <a:r>
              <a:rPr lang="en-US" altLang="zh-TW" sz="2200" dirty="0"/>
              <a:t> midpoint on the load line, the input signal may cause the transistor to cutoff.  This can also cause a portion of the output signal to be clipped. </a:t>
            </a:r>
          </a:p>
          <a:p>
            <a:r>
              <a:rPr lang="en-US" altLang="zh-TW" sz="2000" dirty="0">
                <a:solidFill>
                  <a:srgbClr val="0070C0"/>
                </a:solidFill>
              </a:rPr>
              <a:t>The ac load line is used to tell you the maximum possible output voltage swing for a given common-emitter amplifier.</a:t>
            </a:r>
            <a:r>
              <a:rPr lang="en-US" altLang="zh-TW" sz="2000" b="1" dirty="0">
                <a:solidFill>
                  <a:srgbClr val="0070C0"/>
                </a:solidFill>
              </a:rPr>
              <a:t> </a:t>
            </a:r>
          </a:p>
          <a:p>
            <a:endParaRPr lang="en-US" altLang="zh-TW" sz="2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C7CE6CC-FF8F-4989-B754-E2BAD6805D7B}"/>
                  </a:ext>
                </a:extLst>
              </p14:cNvPr>
              <p14:cNvContentPartPr/>
              <p14:nvPr/>
            </p14:nvContentPartPr>
            <p14:xfrm>
              <a:off x="2607480" y="928080"/>
              <a:ext cx="9573480" cy="5261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C7CE6CC-FF8F-4989-B754-E2BAD6805D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98120" y="918720"/>
                <a:ext cx="9592200" cy="528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5817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7" name="Picture 2" descr="Common Emitter Amplifier and Transistor Amplifiers">
            <a:extLst>
              <a:ext uri="{FF2B5EF4-FFF2-40B4-BE49-F238E27FC236}">
                <a16:creationId xmlns:a16="http://schemas.microsoft.com/office/drawing/2014/main" id="{8CC15A21-ED3F-487E-A8A3-A3F6048C0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366" y="136525"/>
            <a:ext cx="10080434" cy="621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CB812B-C701-42EB-B369-AC04BF990D3F}"/>
                  </a:ext>
                </a:extLst>
              </p14:cNvPr>
              <p14:cNvContentPartPr/>
              <p14:nvPr/>
            </p14:nvContentPartPr>
            <p14:xfrm>
              <a:off x="378000" y="481680"/>
              <a:ext cx="6198840" cy="5299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CB812B-C701-42EB-B369-AC04BF990D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640" y="472320"/>
                <a:ext cx="6217560" cy="531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7689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F417EA-98ED-4AC9-B6F6-2251146238E9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BJT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D5802E7-C8D3-4210-A60B-24DD611C361A}"/>
                  </a:ext>
                </a:extLst>
              </p14:cNvPr>
              <p14:cNvContentPartPr/>
              <p14:nvPr/>
            </p14:nvContentPartPr>
            <p14:xfrm>
              <a:off x="769680" y="946800"/>
              <a:ext cx="11065320" cy="3618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D5802E7-C8D3-4210-A60B-24DD611C36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320" y="937440"/>
                <a:ext cx="11084040" cy="363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8322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F417EA-98ED-4AC9-B6F6-2251146238E9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BJT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DAEA27-89EB-476E-9E14-E0C4BF9C8E52}"/>
                  </a:ext>
                </a:extLst>
              </p14:cNvPr>
              <p14:cNvContentPartPr/>
              <p14:nvPr/>
            </p14:nvContentPartPr>
            <p14:xfrm>
              <a:off x="545400" y="1164960"/>
              <a:ext cx="11001600" cy="4774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DAEA27-89EB-476E-9E14-E0C4BF9C8E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6040" y="1155600"/>
                <a:ext cx="11020320" cy="47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5C68284-69C4-40F1-B0E2-DE0E7257A4F6}"/>
                  </a:ext>
                </a:extLst>
              </p14:cNvPr>
              <p14:cNvContentPartPr/>
              <p14:nvPr/>
            </p14:nvContentPartPr>
            <p14:xfrm>
              <a:off x="2468160" y="2703600"/>
              <a:ext cx="7901280" cy="2754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5C68284-69C4-40F1-B0E2-DE0E7257A4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58800" y="2694240"/>
                <a:ext cx="7920000" cy="277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2257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F417EA-98ED-4AC9-B6F6-2251146238E9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BJT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8032817-67E7-4D4C-A9EE-5388005053EE}"/>
                  </a:ext>
                </a:extLst>
              </p14:cNvPr>
              <p14:cNvContentPartPr/>
              <p14:nvPr/>
            </p14:nvContentPartPr>
            <p14:xfrm>
              <a:off x="923760" y="1082160"/>
              <a:ext cx="10419480" cy="1232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8032817-67E7-4D4C-A9EE-5388005053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400" y="1072800"/>
                <a:ext cx="10438200" cy="12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8AAB7EF-A2C8-4DC4-870C-7AAB20682AAE}"/>
                  </a:ext>
                </a:extLst>
              </p14:cNvPr>
              <p14:cNvContentPartPr/>
              <p14:nvPr/>
            </p14:nvContentPartPr>
            <p14:xfrm>
              <a:off x="785520" y="1270800"/>
              <a:ext cx="11040480" cy="4783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8AAB7EF-A2C8-4DC4-870C-7AAB20682A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6160" y="1261440"/>
                <a:ext cx="11059200" cy="480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3486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975AF-5BB9-4A3E-BC73-2C8130DEA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B5C76-12F9-4A9F-80B7-599C56CF8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2E550-50D7-4FF0-9BD9-7690AE001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3A642C-EC6D-4255-AA82-96985B511C4B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BJT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59FFDE4-1D4C-4EA3-9F8F-2C6F58AF9B73}"/>
                  </a:ext>
                </a:extLst>
              </p14:cNvPr>
              <p14:cNvContentPartPr/>
              <p14:nvPr/>
            </p14:nvContentPartPr>
            <p14:xfrm>
              <a:off x="1220400" y="1044720"/>
              <a:ext cx="10970640" cy="4832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59FFDE4-1D4C-4EA3-9F8F-2C6F58AF9B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1040" y="1035360"/>
                <a:ext cx="10989360" cy="485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7493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9B30095FBE4DBF87005A6F15244E" ma:contentTypeVersion="2" ma:contentTypeDescription="Create a new document." ma:contentTypeScope="" ma:versionID="394c0588db4c74b93abab7d9b09bba50">
  <xsd:schema xmlns:xsd="http://www.w3.org/2001/XMLSchema" xmlns:xs="http://www.w3.org/2001/XMLSchema" xmlns:p="http://schemas.microsoft.com/office/2006/metadata/properties" xmlns:ns2="91a3a9aa-4352-4e1d-89f7-38dd1103c51e" targetNamespace="http://schemas.microsoft.com/office/2006/metadata/properties" ma:root="true" ma:fieldsID="9a12efb6747b5efa58ef1bb966178ebf" ns2:_="">
    <xsd:import namespace="91a3a9aa-4352-4e1d-89f7-38dd1103c5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3a9aa-4352-4e1d-89f7-38dd1103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82253D-2CF1-4B5C-92D4-77CB2355729C}"/>
</file>

<file path=customXml/itemProps2.xml><?xml version="1.0" encoding="utf-8"?>
<ds:datastoreItem xmlns:ds="http://schemas.openxmlformats.org/officeDocument/2006/customXml" ds:itemID="{4D789EA0-2F38-445F-80BB-17A9090F5D62}"/>
</file>

<file path=customXml/itemProps3.xml><?xml version="1.0" encoding="utf-8"?>
<ds:datastoreItem xmlns:ds="http://schemas.openxmlformats.org/officeDocument/2006/customXml" ds:itemID="{879F4223-04BC-4BC8-8312-FF0A2D337872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403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 Saxena</dc:creator>
  <cp:lastModifiedBy>Priyank Saxena</cp:lastModifiedBy>
  <cp:revision>1</cp:revision>
  <dcterms:created xsi:type="dcterms:W3CDTF">2022-02-11T11:26:03Z</dcterms:created>
  <dcterms:modified xsi:type="dcterms:W3CDTF">2022-02-11T11:27:15Z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0x010100ED5A9B30095FBE4DBF87005A6F15244E</vt:lpwstr>
  </property>
</Properties>
</file>