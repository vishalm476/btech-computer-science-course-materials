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2.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notesSlides/notesSlide3.xml" ContentType="application/vnd.openxmlformats-officedocument.presentationml.notesSlide+xml"/>
  <Override PartName="/ppt/ink/ink26.xml" ContentType="application/inkml+xml"/>
  <Override PartName="/ppt/ink/ink27.xml" ContentType="application/inkml+xml"/>
  <Override PartName="/ppt/ink/ink28.xml" ContentType="application/inkml+xml"/>
  <Override PartName="/ppt/notesSlides/notesSlide4.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45"/>
  </p:notesMasterIdLst>
  <p:sldIdLst>
    <p:sldId id="256" r:id="rId5"/>
    <p:sldId id="310" r:id="rId6"/>
    <p:sldId id="515" r:id="rId7"/>
    <p:sldId id="516" r:id="rId8"/>
    <p:sldId id="517" r:id="rId9"/>
    <p:sldId id="526" r:id="rId10"/>
    <p:sldId id="527" r:id="rId11"/>
    <p:sldId id="528" r:id="rId12"/>
    <p:sldId id="529" r:id="rId13"/>
    <p:sldId id="530" r:id="rId14"/>
    <p:sldId id="531" r:id="rId15"/>
    <p:sldId id="532" r:id="rId16"/>
    <p:sldId id="533" r:id="rId17"/>
    <p:sldId id="534" r:id="rId18"/>
    <p:sldId id="535" r:id="rId19"/>
    <p:sldId id="536" r:id="rId20"/>
    <p:sldId id="537" r:id="rId21"/>
    <p:sldId id="538" r:id="rId22"/>
    <p:sldId id="539" r:id="rId23"/>
    <p:sldId id="540" r:id="rId24"/>
    <p:sldId id="541" r:id="rId25"/>
    <p:sldId id="542" r:id="rId26"/>
    <p:sldId id="543" r:id="rId27"/>
    <p:sldId id="544" r:id="rId28"/>
    <p:sldId id="545" r:id="rId29"/>
    <p:sldId id="547" r:id="rId30"/>
    <p:sldId id="548" r:id="rId31"/>
    <p:sldId id="549" r:id="rId32"/>
    <p:sldId id="550" r:id="rId33"/>
    <p:sldId id="551" r:id="rId34"/>
    <p:sldId id="552" r:id="rId35"/>
    <p:sldId id="554" r:id="rId36"/>
    <p:sldId id="555" r:id="rId37"/>
    <p:sldId id="556" r:id="rId38"/>
    <p:sldId id="557" r:id="rId39"/>
    <p:sldId id="558" r:id="rId40"/>
    <p:sldId id="559" r:id="rId41"/>
    <p:sldId id="560" r:id="rId42"/>
    <p:sldId id="561" r:id="rId43"/>
    <p:sldId id="562" r:id="rId44"/>
    <p:sldId id="566" r:id="rId45"/>
    <p:sldId id="567" r:id="rId46"/>
    <p:sldId id="568" r:id="rId47"/>
    <p:sldId id="569" r:id="rId48"/>
    <p:sldId id="570" r:id="rId49"/>
    <p:sldId id="571" r:id="rId50"/>
    <p:sldId id="572" r:id="rId51"/>
    <p:sldId id="573" r:id="rId52"/>
    <p:sldId id="574" r:id="rId53"/>
    <p:sldId id="575" r:id="rId54"/>
    <p:sldId id="576" r:id="rId55"/>
    <p:sldId id="577" r:id="rId56"/>
    <p:sldId id="578" r:id="rId57"/>
    <p:sldId id="579" r:id="rId58"/>
    <p:sldId id="580" r:id="rId59"/>
    <p:sldId id="581" r:id="rId60"/>
    <p:sldId id="582" r:id="rId61"/>
    <p:sldId id="583" r:id="rId62"/>
    <p:sldId id="584" r:id="rId63"/>
    <p:sldId id="585" r:id="rId64"/>
    <p:sldId id="586" r:id="rId65"/>
    <p:sldId id="587" r:id="rId66"/>
    <p:sldId id="588" r:id="rId67"/>
    <p:sldId id="589" r:id="rId68"/>
    <p:sldId id="590" r:id="rId69"/>
    <p:sldId id="591" r:id="rId70"/>
    <p:sldId id="592" r:id="rId71"/>
    <p:sldId id="593" r:id="rId72"/>
    <p:sldId id="594" r:id="rId73"/>
    <p:sldId id="595" r:id="rId74"/>
    <p:sldId id="422" r:id="rId75"/>
    <p:sldId id="351" r:id="rId76"/>
    <p:sldId id="333" r:id="rId77"/>
    <p:sldId id="334" r:id="rId78"/>
    <p:sldId id="335" r:id="rId79"/>
    <p:sldId id="336" r:id="rId80"/>
    <p:sldId id="337" r:id="rId81"/>
    <p:sldId id="338" r:id="rId82"/>
    <p:sldId id="339" r:id="rId83"/>
    <p:sldId id="294" r:id="rId84"/>
    <p:sldId id="295" r:id="rId85"/>
    <p:sldId id="312" r:id="rId86"/>
    <p:sldId id="313" r:id="rId87"/>
    <p:sldId id="352" r:id="rId88"/>
    <p:sldId id="353" r:id="rId89"/>
    <p:sldId id="368" r:id="rId90"/>
    <p:sldId id="369" r:id="rId91"/>
    <p:sldId id="314" r:id="rId92"/>
    <p:sldId id="340" r:id="rId93"/>
    <p:sldId id="341" r:id="rId94"/>
    <p:sldId id="449" r:id="rId95"/>
    <p:sldId id="436" r:id="rId96"/>
    <p:sldId id="437" r:id="rId97"/>
    <p:sldId id="438" r:id="rId98"/>
    <p:sldId id="435" r:id="rId99"/>
    <p:sldId id="325" r:id="rId100"/>
    <p:sldId id="326" r:id="rId101"/>
    <p:sldId id="461" r:id="rId102"/>
    <p:sldId id="327" r:id="rId103"/>
    <p:sldId id="354" r:id="rId104"/>
    <p:sldId id="328" r:id="rId105"/>
    <p:sldId id="367" r:id="rId106"/>
    <p:sldId id="355" r:id="rId107"/>
    <p:sldId id="356" r:id="rId108"/>
    <p:sldId id="441" r:id="rId109"/>
    <p:sldId id="442" r:id="rId110"/>
    <p:sldId id="443" r:id="rId111"/>
    <p:sldId id="357" r:id="rId112"/>
    <p:sldId id="358" r:id="rId113"/>
    <p:sldId id="359" r:id="rId114"/>
    <p:sldId id="383" r:id="rId115"/>
    <p:sldId id="382" r:id="rId116"/>
    <p:sldId id="371" r:id="rId117"/>
    <p:sldId id="372" r:id="rId118"/>
    <p:sldId id="361" r:id="rId119"/>
    <p:sldId id="428" r:id="rId120"/>
    <p:sldId id="596" r:id="rId121"/>
    <p:sldId id="415" r:id="rId122"/>
    <p:sldId id="518" r:id="rId123"/>
    <p:sldId id="519" r:id="rId124"/>
    <p:sldId id="520" r:id="rId125"/>
    <p:sldId id="521" r:id="rId126"/>
    <p:sldId id="522" r:id="rId127"/>
    <p:sldId id="523" r:id="rId128"/>
    <p:sldId id="423" r:id="rId129"/>
    <p:sldId id="421" r:id="rId130"/>
    <p:sldId id="424" r:id="rId131"/>
    <p:sldId id="445" r:id="rId132"/>
    <p:sldId id="427" r:id="rId133"/>
    <p:sldId id="425" r:id="rId134"/>
    <p:sldId id="489" r:id="rId135"/>
    <p:sldId id="524" r:id="rId136"/>
    <p:sldId id="525" r:id="rId137"/>
    <p:sldId id="469" r:id="rId138"/>
    <p:sldId id="490" r:id="rId139"/>
    <p:sldId id="484" r:id="rId140"/>
    <p:sldId id="476" r:id="rId141"/>
    <p:sldId id="477" r:id="rId142"/>
    <p:sldId id="482" r:id="rId143"/>
    <p:sldId id="483" r:id="rId1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0" autoAdjust="0"/>
    <p:restoredTop sz="94660"/>
  </p:normalViewPr>
  <p:slideViewPr>
    <p:cSldViewPr snapToGrid="0">
      <p:cViewPr varScale="1">
        <p:scale>
          <a:sx n="90" d="100"/>
          <a:sy n="90" d="100"/>
        </p:scale>
        <p:origin x="75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tableStyles" Target="tableStyles.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15.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1T10:41:50.068"/>
    </inkml:context>
    <inkml:brush xml:id="br0">
      <inkml:brushProperty name="width" value="0.05292" units="cm"/>
      <inkml:brushProperty name="height" value="0.05292" units="cm"/>
      <inkml:brushProperty name="color" value="#FF0000"/>
    </inkml:brush>
  </inkml:definitions>
  <inkml:trace contextRef="#ctx0" brushRef="#br0">28523 2893 5 0,'9'-4'88'0,"-9"4"-6"0,0 0-8 0,0 0-4 15,0 0 9-15,0 0 6 0,0 0 3 0,0 0-1 16,0 0 9-16,0 0-10 0,0 0-3 0,7-2-1 15,-7 2-7-15,0 0-7 0,0 0-2 0,0 0-7 16,0 0-6-16,0 0-3 0,0 0-2 0,0 0-4 16,0 0-4-16,0 0-6 0,0 0 2 15,0 0-3-15,0 0-4 0,0 0 0 0,0 0-2 16,0 0-2-16,0 0 0 0,0 0 3 0,0 0-9 16,0 0 6-16,0 0-10 0,0 0 3 0,0 0 3 0,0 0-2 15,0 0 0-15,0 0 0 0,0 0 3 16,0 0-1-16,0 0 0 0,0 0-2 0,0 0-5 0,0 0 0 15,0 0 3-15,0 0-5 0,0 0-3 16,0 0-3-16,0 0 1 0,0 0-1 0,0 0 0 16,0 0 0-16,0 0-4 0,0 0 2 0,-24 5-7 15,24-5 6-15,0 0 2 0,-8 5-8 0,3-2 5 16,5-3-4-16,-6 4 7 0,6-4-9 0,-7 3 1 16,7-3 0-16,-6 7 3 0,2-2-1 0,4-5 1 0,-8 10-2 15,5-5-4-15,0 0 6 0,3-5-1 16,-7 10-3-16,5-6 4 0,-2 5 5 0,2-1-8 15,-3 0 0-15,2 3 4 0,-2-2-3 0,3 1 0 16,-1-1 2-16,0 1-1 0,1 1 5 0,1-3-7 16,-1 1 4-16,0 1 2 0,2-1-8 0,0 2 8 15,2 0-5-15,-2-1 5 0,2 1-3 0,0 0 2 16,-1 0-7-16,2-1 4 0,-2 0 2 0,1-1 2 16,1 1 0-16,2-1-5 0,-1 1 7 0,3-3-5 15,-3 3 3-15,2-4-1 0,-2 2 0 0,2-2-4 16,-2-2-1-16,1 0 7 0,1 2-2 0,0-2-1 15,-1-1-1-15,2 1 4 0,-2 1 2 0,2-3-3 16,3 2 0-16,0-2 8 0,1-1-2 0,-2-1 3 16,2 2-2-16,-4-2-4 0,4-2-3 0,0 1 8 15,0 0-4-15,-1 0 4 0,1-3 2 0,0 0-4 16,-1-1-1-16,1 0-2 0,-2-1 0 0,2-1 5 16,0 2 0-16,-2-1 3 0,0-2 7 0,1 0-7 15,-1 1-1-15,0-3 4 0,-4 0-4 0,3 1 5 16,-2-1-3-16,-1-1-2 0,-1-1 1 0,1 1-3 15,-1-5 0-15,0 1-3 0,-1-4-2 0,-1 3 0 16,-2-1 8-16,0 1-2 0,-2 4-1 0,1-7 3 16,0 8-6-16,0-1 1 0,-4-3 0 15,1 4 2-15,-1 0 1 0,1 2-3 0,0-1-1 16,0 1 1-16,0-1-2 0,-2 1 3 0,1 1-3 16,0 0-2-16,0 2-3 0,-2-2 4 0,0 3 4 15,2 2 1-15,-2-2-5 0,-3-1 0 0,2 3 0 0,2 0-4 16,0 1-6-16,-5 1-1 0,0-2-2 0,1 2-4 15,1 1-4-15,9 0-3 0,-18 0-5 16,10 0-8-16,-1 2-13 0,9-2-3 0,-17 3-11 16,10-1-11-16,0-1-13 0,1 3-12 0,1 0-21 15,5-4-11-15,-8 7-20 0,4-4-14 0,1 3-110 16,3-6-291-16,-4 11 129 0</inkml:trace>
  <inkml:trace contextRef="#ctx0" brushRef="#br0" timeOffset="563.54">29534 2788 125 0,'0'0'229'0,"0"0"2"0,0 0-8 16,6-3-12-16,-6 3-16 0,0 0-14 0,0 0-19 15,0 0-9-15,0 0-13 0,0 0-12 0,0 0-12 0,0 0-12 16,0 0-9-16,0 0-13 0,0 0-5 0,0 0-12 16,0 0-8-16,0 0-3 0,0 0-2 15,-22 20-5-15,19-14-9 0,-3 3-6 0,1 1-2 16,1-2-3-16,-1 3 1 0,1 0-6 0,-1-1-2 15,3 3-1-15,-1-1-3 0,1-1-2 0,0 6 0 16,2-6-3-16,0 1 2 0,0-1-6 0,2 2-2 16,0-2 1-16,2-1 2 0,1 0 0 0,-1-1 4 15,1 1-6-15,1-3-1 0,1 3-1 0,3-4-1 16,-1 2 4-16,1-3-3 0,3 0 0 0,-1-1 0 16,0-3-1-16,6 1 2 0,1-2-2 0,-1 1 1 15,3-4 4-15,-1 2-6 0,6-5 4 0,-5 0-1 16,1 0 0-16,4-4 1 0,-8 1-4 0,2 0 3 15,-2 0 0-15,0-3-1 0,0 3-2 0,-4-3 1 16,1-1 2-16,-3-1 3 0,-1 1-5 0,-1 0 10 16,-2-2-10-16,-2-2 1 0,-2 1-4 0,-2-1 0 15,-2-1 0-15,-2 1 0 0,-2 0 1 16,-2 1-2-16,-3-1 0 0,-1 2-2 0,-4-1-3 16,-3 3-3-16,2 0-5 0,-11 1-3 0,-3 2-8 0,7 3-20 15,-6 4-8-15,-1-1-15 0,2 1-23 0,-4 2-25 16,2 2-26-16,1 2-44 0,-1-3-36 0,8 6-145 15,-7-1-397-15,6-1 175 0</inkml:trace>
  <inkml:trace contextRef="#ctx0" brushRef="#br0" timeOffset="1036.4">28170 2216 36 0,'-4'-9'184'0,"4"9"-9"0,-5-5-13 0,5 5-10 16,0 0-20-16,-4-6-12 0,4 6-16 15,0 0-7-15,0 0-19 0,0 0-4 0,0 0-11 0,0 0-6 16,0 0-4-16,0 0-11 0,21 18 9 0,-14-9-2 15,5 0-9-15,1 4 0 0,1 1-5 16,2-2-2-16,5 5 0 0,-6-7-9 0,3 2 3 16,4 2-5-16,-8-3-2 0,2 0-2 0,1-4-3 15,-3 0 3-15,1 2-7 0,-1 0 2 0,-2 0-6 16,-2-2-24-16,-1-1-30 0,-1 0-25 0,2 1-26 16,-5-3-26-16,-5-4 4 0,10 7-22 0,-10-7-86 15,9 5-246-15,-9-5 108 0</inkml:trace>
  <inkml:trace contextRef="#ctx0" brushRef="#br0" timeOffset="1230.58">28433 2100 41 0,'0'0'142'16,"-4"-9"-5"-16,4 9-19 0,0 0-7 0,-7-4-4 15,7 4 10-15,0 0-11 0,-18 15-2 0,5-2-7 16,-5 8-5-16,0-1-11 0,2 3-4 0,-1 2-7 15,-2-2-9-15,0 6-5 0,2-4-5 16,3 5-7-16,-1-4-12 0,1-1-18 0,3 0-21 16,2-7-40-16,-1 0-36 0,4-3-25 0,2 3-128 15,3 0-255-15,-2-5 113 0</inkml:trace>
  <inkml:trace contextRef="#ctx0" brushRef="#br0" timeOffset="1747.2">29210 1883 199 0,'0'0'209'0,"0"0"-6"16,4-6-6-16,-4 6-11 0,0 0-15 16,0 0-19-16,0 0-17 0,5-6-19 0,-5 6-10 15,0 0-15-15,0 0-11 0,0 0-7 0,0 0-6 16,12 8-4-16,-8-3-14 0,6 0 2 0,-1 3-9 0,1 0-4 16,4 3-1-16,-2 0-5 0,-3-4-4 0,4 2-1 15,-2 0-2-15,-1-2-1 0,3 0-1 0,-3-2-7 16,1 2 2-16,2 3 0 0,-5-4-4 15,2 0-4-15,-1 0 4 0,-3-2-4 0,1-1 0 16,-7-3 1-16,13 4-2 0,-13-4 0 0,7 7-7 16,-7-7 14-16,7 5 20 0,-7-5 10 0,0 0 13 15,0 0-8-15,0 0-4 0,19-15-8 0,-11 4-2 16,-1-1-5-16,1-4-4 0,1 0-1 0,-2-3-2 16,1 0-4-16,0 2 1 0,1-7-6 0,-4 5-3 15,1 2-1-15,6-7 0 0,-8 7 2 0,-2 1-6 16,2-1 1-16,0 7-1 0,-3-1-3 0,2 3 3 15,-3 8-6-15,1-12 2 0,-1 12-4 16,3-9-3-16,-3 9-8 0,0 0-6 0,2-10-22 16,-2 10-18-16,0 0-24 0,0 0 0 0,0 0-9 0,0 0-18 15,0 0-23-15,0 0-34 0,1 36-38 0,-6-18-160 16,-4-1-393-16,0 2 174 0</inkml:trace>
  <inkml:trace contextRef="#ctx0" brushRef="#br0" timeOffset="1980.51">29426 1966 129 0,'0'0'216'0,"9"5"-5"0,-9-5-17 0,0 0-12 16,0 0-18-16,0 0-16 0,0 0-15 0,0 0-1 15,0 7-12-15,0-7-9 0,-1 13 2 0,1-13-8 16,0 18-9-16,0-6-15 0,-1 1-3 0,2 2-5 15,-2 1-7-15,1 2-6 0,-2 7-12 0,2-10 0 16,2 1-11-16,-1 2-23 0,1 6-45 16,-2-4-47-16,4-1-57 0,0 0-62 0,-4 4-156 15,-1-6-383-15,-2 2 169 0</inkml:trace>
  <inkml:trace contextRef="#ctx0" brushRef="#br0" timeOffset="8615.34">30598 2746 11 0,'0'0'76'0,"0"0"-3"0,0 0-4 0,0 0-8 16,0 0-5-16,0 0-4 0,0 0-14 0,0 0 0 15,0 0-3-15,0 0-3 0,0 0-1 0,0 0-7 16,0 0 2-16,0 0-10 0,0 0 2 0,0 0 5 15,0 0-5-15,0 0 14 0,0 0-16 0,0 0-8 16,0 0 0-16,0 0 8 0,0 0-2 0,0 0-9 16,0 0 8-16,0 0-10 0,0 0 3 15,0 0 12-15,0 0-10 0,0 0-5 0,0 0 8 0,0 0-5 16,0 0 0-16,0 0 2 0,0 0-5 16,0 0 9-16,0 0-12 0,0 0 4 0,0 0 0 15,0 0 3-15,0 0 8 0,0 0-11 0,0 0 12 0,0 0 3 16,0 0 0-16,0 0 1 0,0 0 4 0,0 0 0 15,0 0 1-15,0 0 1 0,0 0-3 16,0 0 4-16,0 0-1 0,0 0-3 0,0 0 4 16,0 0-3-16,0 0 6 0,0 0-3 0,0 0 10 15,0 0-7-15,0 0-5 0,0 0 3 0,0 0-2 16,0 0 8-16,0 0-10 0,0 0 2 0,0 0-3 16,0 0 7-16,0 0-3 0,0 0 6 0,0 0-1 15,0 0-3-15,0 0-1 0,0 0 1 0,0 0-8 16,0 0 4-16,0 0-7 0,0 0 2 0,0 0-5 15,0 0 2-15,0 0 4 0,0 0-12 0,0 0 0 16,0 0-4-16,0 0 0 0,0 0-8 0,10 0-21 16,-10 0-30-16,13-4-48 0,-1 3-45 0,-3-1-121 15,-9 2-289-15,16-1 128 0</inkml:trace>
  <inkml:trace contextRef="#ctx0" brushRef="#br0" timeOffset="11714.07">31183 2452 103 0,'0'0'127'0,"0"0"-3"0,0 0-7 0,0 0-1 0,0 0-2 15,0 0-9-15,0 0-8 0,0 0-9 0,0 0 5 16,0 0-10-16,0 0-2 0,0 0-4 0,0 0-2 16,0 0-6-16,0 0-1 0,0 0-3 0,0 0-7 15,0 0-3-15,0 0 2 0,0 0-7 16,0 0 0-16,0 0 2 0,0 0-4 0,0 0 0 15,0 0 2-15,0 0-3 0,0 0 3 0,0 0-6 16,0 0 0-16,0 0 0 0,0 0-9 0,0 0-1 0,-3-6-1 16,3 6-9-16,0 0 2 0,0 0-2 0,0 0-5 15,0 0-1-15,0 0-5 0,0 0 0 16,0 0-2-16,0 0 2 0,0 0-4 0,18-7-1 16,-8 4 4-16,2-3-7 0,8 0 1 0,-1-1-2 15,1 0-9-15,0 2 10 0,1 0-3 0,-4-3-12 16,1 3-9-16,-2-3-16 0,-3 3-18 0,-3 1-25 15,-10 4-27-15,18-6-41 0,-11 4-32 0,-7 2-153 16,0 0-358-16,6-5 158 0</inkml:trace>
  <inkml:trace contextRef="#ctx0" brushRef="#br0" timeOffset="11996.23">31192 2474 16 0,'0'0'138'0,"0"0"-19"0,0 0-7 0,0 0 5 0,0 0-3 15,0 18 7-15,0-8-3 0,-1 1-7 0,1 0-16 16,0 5-4-16,-1 0-5 0,1 1 19 16,0-1-3-16,0 1-1 0,0-4-16 0,2 2-2 15,0 2-9-15,-2-6-9 0,4-1-4 0,-3 2-2 16,0-1-6-16,-1-1-8 0,0-10-1 0,4 19-9 15,-4-10-2-15,1 1-1 0,-1-10-1 0,0 17-8 16,0-17-4-16,3 14-14 0,-1-7-15 0,-2-7-23 16,0 13-20-16,0-13-31 0,5 10-37 0,-5-10-36 15,3 10-150-15,-3-10-330 0,0 0 146 0</inkml:trace>
  <inkml:trace contextRef="#ctx0" brushRef="#br0" timeOffset="12143.66">31242 2677 5 0,'0'0'112'0,"17"-10"-13"16,-7 5-6-16,8-4-13 0,-1 5-27 0,-1-3-31 16,6 1-24-16,-5 0-75 0,0 0-84 0,0-1 37 15</inkml:trace>
  <inkml:trace contextRef="#ctx0" brushRef="#br0" timeOffset="12663.31">31586 2552 23 0,'0'0'142'0,"0"0"-12"0,1 13-1 16,-1-13 4-16,0 0-13 0,-11 20-8 0,8-8-2 0,-1-3-10 15,2 2-5-15,-2 0-14 0,3-1-6 0,-2 0-11 16,1-1-2-16,2-9-18 0,-4 15 6 16,4-15-3-16,-5 12-5 0,5-12-3 0,-3 11-4 15,3-11-16-15,0 0 15 0,-2 13-7 0,2-13-2 0,0 0-4 16,0 0 0-16,-2 9 9 0,2-9 7 16,0 0 4-16,-2 3 5 0,2-3 10 0,0 0 0 15,0 0 9-15,0 0 5 0,0 0 4 0,0 0-1 16,0 0-3-16,0 0-15 0,0 0-7 0,0 0-10 0,0 0-4 15,-5-28-7-15,6 17-2 0,-1-4-7 16,3 0-1-16,-1-3-8 0,1 2-1 0,1-3-3 16,-1 2-1-16,4-2-2 0,-5 3-4 0,3 0 2 15,2 0-6-15,-2-1 3 0,1 0 1 0,1 0-3 16,-2 5 0-16,-1 2-4 0,1-1 9 0,0 2-4 16,1 2 3-16,-3 0-3 0,-3 7 2 0,2-7-1 15,-2 7-4-15,4-6-1 0,-4 6 5 0,0 0-4 16,12 3 2-16,-12-3-3 0,7 8 6 0,0-3-5 15,-2 4-1-15,1 1 8 0,1-1-4 0,-1 0 3 16,2 3-3-16,-2 0 2 0,0 2-2 0,2 2 4 16,-4-6-3-16,1 2-4 0,0-2 5 0,0 0 1 15,0 0 7-15,-1-1-6 0,1 3 0 0,0-2 6 16,-1 1-8-16,1-2 6 0,-2 1-3 0,2-3-8 16,-2 3-29-16,-1 0-51 0,0 0 5 0,-2-10-39 15,2 15-29-15,-3-7-35 0,0 2-133 0,-2-3-344 16,3-7 152-16</inkml:trace>
  <inkml:trace contextRef="#ctx0" brushRef="#br0" timeOffset="12856.51">31626 2626 84 0,'0'0'128'0,"0"0"-20"0,9-12-17 16,-9 12-11-16,14-8-25 0,-4 3-13 0,2-1-20 16,0 2-30-16,0-2-23 0,6 2-25 0,-3-2-31 15,1 0-92-15,-4 1 41 0</inkml:trace>
  <inkml:trace contextRef="#ctx0" brushRef="#br0" timeOffset="13114.52">31874 2441 67 0,'0'0'158'0,"0"0"0"16,0 0 0-16,0 0-2 0,-4-14-15 0,4 14-12 15,0 0-16-15,0 0-16 0,0 0-5 0,0 0-16 16,0 0-9-16,0 0 0 0,0 0-11 0,0 0-1 16,0 0 8-16,0 0-11 0,0 0 2 0,-5 39-4 15,5-28-5-15,0-1-4 0,-2 1 1 0,2-11-6 16,0 19-6-16,0-9-5 0,0-10-2 0,2 18-1 15,-1-11-1-15,-1-7-1 0,1 21-11 16,-1-13-32-16,4 2-30 0,-4-1-22 0,0-9-28 0,3 12-25 16,-3-12-20-16,2 12-118 0,-2-12-288 0,0 10 128 15</inkml:trace>
  <inkml:trace contextRef="#ctx0" brushRef="#br0" timeOffset="13295.02">31889 2436 61 0,'4'-9'105'0,"-4"9"-12"16,0 0-17-16,11-3-4 0,-11 3-7 0,14 0-7 16,-14 0-6-16,23 0-2 0,-11 0-24 15,-1 3-11-15,0-3-23 0,-11 0-16 0,21 2-26 16,-14-1-49-16,-7-1-106 0,14 0 46 0</inkml:trace>
  <inkml:trace contextRef="#ctx0" brushRef="#br0" timeOffset="13515.48">32042 2365 33 0,'0'0'143'0,"0"0"-7"0,0 0-5 15,0 0-18-15,0 0-16 0,0 0-12 0,0 0-6 16,0 0 17-16,0 0 4 0,0 0-8 0,0 0-9 15,-7 31-5-15,3-19-9 0,1 0-10 0,2 1 5 16,0 0-11-16,-1 1-5 0,2-1-7 0,2 3 2 16,-2-3-8-16,0 0-5 0,1-1-1 0,0-1-7 15,1 4-16-15,-2-6-29 0,2 4-42 16,1-1-32-16,-2-2-31 0,2-1-114 0,-3-9-263 0,1 17 117 16</inkml:trace>
  <inkml:trace contextRef="#ctx0" brushRef="#br0" timeOffset="13695.53">32173 2497 100 0,'5'-8'167'15,"-5"8"-16"-15,0 0-21 0,0 0-6 0,5-8-25 16,-5 8-22-16,0 0-19 0,12-11-29 0,-2 7-32 15,-10 4-29-15,16-5-29 0,-4 3-80 0,-12 2-151 16,15-3 68-16</inkml:trace>
  <inkml:trace contextRef="#ctx0" brushRef="#br0" timeOffset="14096.23">32418 2353 42 0,'0'0'157'15,"0"0"-13"-15,0 0 0 0,0-10-5 0,0 10-7 16,0 0-12-16,0 0-13 0,0 0-7 0,0 0-2 16,0 0-5-16,0 0-5 0,0 0-1 0,-18 23-8 15,13-16-11-15,-1 3-5 0,3 1-3 16,-1 0-8-16,3-1-6 0,1-10-3 0,-2 22-5 16,2-12-3-16,0 2 1 0,1-3-6 0,1 1-1 15,-2-10-4-15,8 14-1 0,-4-7-2 0,1 0 0 16,-1 0-3-16,2-4-1 0,6 1 1 0,-2-3-6 15,3 1 6-15,1-5-3 0,2-1 3 0,2 1-3 16,-1-3-2-16,-4 3-1 0,-2-3-3 0,0-1 1 16,0 0 3-16,-3-3-4 0,3 2 4 0,-3-7-3 15,-3 5-2-15,1-6 2 0,-3 1-6 0,-2 1-1 16,-1 2-3-16,0-5-3 0,-1 5-2 0,-3-5 8 16,-1 8-9-16,0-3 2 0,-2 2-1 0,-2 3-8 15,0 0-6-15,-1 1 2 0,-3 0-4 0,-1 6 0 16,14 0 4-16,-27-3-8 0,27 3-6 0,-21 0-17 15,21 0-11-15,-14 6-23 0,14-6-21 0,-12 10-25 16,7-4-29-16,1 0-119 0,4-6-298 0,-5 15 133 16</inkml:trace>
  <inkml:trace contextRef="#ctx0" brushRef="#br0" timeOffset="14364.42">32703 2284 196 0,'0'0'208'0,"0"0"-17"0,0 0-12 0,0 0-18 16,0 0-21-16,0 0-13 0,0 0-11 0,0 0-21 16,0 0 0-16,0 0 2 0,0 0-1 0,0 0-10 15,0 0-4-15,0 0-3 0,13 55-6 0,-13-55-4 16,0 0 1-16,2 33-2 0,-2-33-5 0,0 0-9 15,5 33 0-15,-5-33-9 0,0 0-4 16,6 32-4-16,-6-32-6 0,0 0-20 0,0 0-19 0,6 33-28 16,-6-33-30-16,0 0-34 0,0 0-34 0,8 28-42 15,-8-28-165-15,0 0-370 0,0 0 165 0</inkml:trace>
  <inkml:trace contextRef="#ctx0" brushRef="#br0" timeOffset="14580.84">32738 2275 119 0,'0'0'137'0,"0"0"-10"0,0 0-17 16,0 0-15-16,0 0 4 0,0 0-8 0,0 0-11 15,0 0-5-15,0 0-7 0,71-1-11 0,-71 1-6 16,38 4-15-16,-38-4-26 0,0 0-17 0,48 1-32 15,-48-1-29-15,0 0-106 0,52-3-188 0,-52 3 84 16</inkml:trace>
  <inkml:trace contextRef="#ctx0" brushRef="#br0" timeOffset="14764.67">33016 2185 8 0,'0'0'150'0,"0"0"-4"0,0 0-6 15,0 0 8-15,0 0 2 0,0 0-17 0,0 0-9 16,0 0-12-16,0 0-10 0,-28 75-6 16,23-50-12-16,5-25-11 0,-7 38-2 0,7-38-31 15,-5 43-35-15,2-18-40 0,3-25-29 0,0 38-69 16,0-38-92-16,-5 37-244 0,5-37 108 0</inkml:trace>
  <inkml:trace contextRef="#ctx0" brushRef="#br0" timeOffset="15530.45">31328 3224 236 0,'1'-7'279'0,"-1"7"-15"16,0 0-11-16,-5-13-28 0,3 7 4 0,2 6-13 16,-4-13-12-16,1 6-9 0,-1 2-8 0,4 5-16 15,-7-9-9-15,3 5-18 0,4 4-15 0,-9-7-13 16,4 5-12-16,5 2-10 0,-19 2-13 0,8 2-11 16,0 1-3-16,-3 6-6 0,1 1-9 0,-2 0-8 15,3 1-5-15,-2 2 5 0,5 3-9 0,1-1-5 16,-2 1 0-16,5 0-18 0,-1-1 12 0,1 0 2 15,2-1-7-15,0 1 1 0,2-6-1 0,2 2-4 16,-1-1-2-16,3 0-3 0,1-2 1 0,1 1 3 16,0-2-2-16,3 1-3 0,-1-2-1 0,1 1-1 15,2-3 2-15,2-1-17 0,1-1-3 0,-1 1-19 16,5-2-33-16,2-2-38 0,1 2-43 0,0-3-49 16,0-2-45-16,0-2-63 0,0 0-183 0,0-2-523 15,0 0 231-15</inkml:trace>
  <inkml:trace contextRef="#ctx0" brushRef="#br0" timeOffset="15729.48">31660 3277 128 0,'0'0'224'0,"0"0"-2"0,0 0 0 0,0 0 0 15,0 0-1-15,0 0-8 0,1-8-27 0,-1 8-2 16,0 0-18-16,0 0-17 0,0 0-11 0,0 0-15 15,17-5-16-15,-7 1-8 0,2 1-11 0,1-1-41 16,-2 0-7-16,1 2-29 0,0 0-31 0,1 0-32 16,0-2-39-16,2 1-39 0,3 1-61 0,-5 1-194 15,0-2-416-15,3-4 185 0</inkml:trace>
  <inkml:trace contextRef="#ctx0" brushRef="#br0" timeOffset="16549.5">32336 3027 53 0,'0'0'159'0,"0"0"-3"0,0 0 0 15,0 0 1-15,0 0-4 0,0 0 12 0,0 0-15 16,0 0-3-16,0 0-11 0,0 0 3 0,0 0-10 16,0 0-2-16,0 0-9 0,0 0-8 0,-6-14-11 15,6 14-4-15,0 0-9 0,0 0-8 0,0 0-13 16,0 0-4-16,0 0-4 0,0 0-4 0,-24 15-2 15,16-6-9-15,0 1 0 0,1 2-7 0,3 2 2 16,-5 0-6-16,2 1-2 0,0-3-3 0,0 1-1 16,4-1-4-16,0-2-1 0,0 1 0 0,2 2-5 15,0-3-2-15,1 2-1 0,0-12-9 0,4 19 13 16,-2-9-1-16,1-3 0 0,3 0-6 0,2 2 1 16,1-3-1-16,-3-3-2 0,5 3 3 0,1-4-4 15,0-1 4-15,0-2-13 0,6-1 10 0,-4 2-1 16,-1-5-10-16,-1 1 10 0,4-2-6 0,-4 0 3 15,-1 1-3-15,-2-2 2 0,-1-3-3 0,5-2 2 16,-8 0-1-16,0 2 3 0,0-6-9 0,-2-1 8 16,-2 6 3-16,-2 0-7 0,-1-6 3 0,-1-1-9 15,-1 2 8-15,0-1 0 0,-3 6-7 0,2 2-3 16,-2 1-2-16,0 1-3 0,-2 0-3 0,0 0-10 16,0 2-5-16,2 2-11 0,7 3-18 15,-17-5-23-15,9 3-26 0,8 2-30 0,0 0-38 16,-19 3-25-16,19-3-170 0,-9 9-405 0,9-9 180 0</inkml:trace>
  <inkml:trace contextRef="#ctx0" brushRef="#br0" timeOffset="16737.45">32672 2931 55 0,'0'0'129'0,"0"0"-7"0,45-21-9 16,-45 21-17-16,0 0-14 0,24-12-8 0,-24 12-21 16,0 0-8-16,0 0-36 0,0 0-19 0,32-9-33 15,-32 9-15-15,0 0-54 0,0 0-120 0,0 0 53 16</inkml:trace>
  <inkml:trace contextRef="#ctx0" brushRef="#br0" timeOffset="16931">32685 2917 11 0,'-5'11'118'16,"5"-11"9"-16,-4 14 3 0,2-3 4 0,-2 2 9 16,2-2-7-16,-3 4-5 0,2-2-1 0,-1 1-6 15,0 1-7-15,1-3-8 0,2 1-11 16,-1 2-10-16,0 2-12 0,1-5-5 0,0 0-7 16,1 0-3-16,0-1-9 0,0-11-3 0,-2 21-8 15,4-10-10-15,-2-2-30 0,1 4-31 0,0-3-37 16,2-1-51-16,-1 0-30 0,-2-9-133 0,2 16-302 15,-2-16 134-15</inkml:trace>
  <inkml:trace contextRef="#ctx0" brushRef="#br0" timeOffset="17096.53">32675 3116 102 0,'0'0'119'0,"0"0"-5"15,42-29-20-15,-42 29-5 0,32-17-18 0,-32 17-19 16,33-14-28-16,-33 14-25 0,37-10-38 0,-37 10-66 16,35-10-112-16,-35 10 49 0</inkml:trace>
  <inkml:trace contextRef="#ctx0" brushRef="#br0" timeOffset="17463.79">32934 2998 9 0,'0'0'188'0,"0"0"1"0,0 0 0 0,0 0 2 0,0 0-6 15,0 0-9-15,0 0-17 0,0 0-18 0,0 0-16 16,0 0-13-16,0 0-11 0,0 0-12 16,0 0 4-16,0 0-3 0,0 0 3 0,0 0-10 15,0 0-4-15,0 0-8 0,0 0-5 0,0 0-7 16,16 59-7-16,-16-59-5 0,0 0-3 0,0 0-2 16,0 40-5-16,0-40-2 0,0 0-6 0,0 0-5 15,2 30 1-15,-2-30-8 0,0 0-15 0,0 0-20 16,0 0-16-16,0 0-19 0,0 0-5 0,0 0-7 15,0 0-10-15,0 0-15 0,0 0-7 0,0 0 3 16,0 0 6-16,0 0 12 0,0 0-1 0,0 0 22 16,0 0-2-16,0 0 11 0,0 0 8 0,0 0 6 15,0 0 13-15,0 0 12 0,-11-114 18 0,11 114 9 16,5-51 9-16,-4 26 9 0,-1 25 3 0,8-36-1 16,-8 36 11-16,6-28-3 0,-6 28 0 0,0 0-6 15,7-34 1-15,-7 34-2 0,0 0-4 0,0 0-10 16,0 0-3-16,0 0-5 0,8-29-6 0,-8 29-1 15,0 0-16-15,0 0-31 0,0 0-28 0,0 0-35 16,0 0-33-16,0 0-29 0,0 0-150 16,43 65-335-16,-43-65 149 0</inkml:trace>
  <inkml:trace contextRef="#ctx0" brushRef="#br0" timeOffset="17605.18">32957 3042 130 0,'0'0'127'0,"0"0"-20"16,0 0-9-16,0 0-8 0,0 0-9 0,0 0-28 16,0 0-18-16,0 0-36 0,0 0-48 0,89-15-64 15,-89 15-120-15,0 0 54 0</inkml:trace>
  <inkml:trace contextRef="#ctx0" brushRef="#br0" timeOffset="18219.4">31550 3889 79 0,'0'0'261'0,"0"0"-7"0,0 0-9 15,0 0-21-15,-9-8-20 0,9 8-20 0,0 0-20 16,0 0-17-16,0 0-12 0,0 0-5 0,0 0-9 16,0 0-4-16,-10 28-17 0,6-17-13 0,0 3-5 15,1-1-6-15,-1-1-11 0,4-12-6 0,-4 23-5 16,3-13-5-16,1-10-7 0,-4 19-6 0,4-19-3 15,0 12-2-15,0-12-5 0,0 0 2 0,0 0 4 16,1 17-10-16,-1-17-1 0,0 0-1 0,0 0 4 16,0 0 5-16,0 0 22 0,-4 11 2 0,4-11 18 15,0 0 0-15,0 0 9 0,0 0 9 0,0 0-16 16,0 0-12-16,0 0-7 0,0 0-14 0,0 0-1 16,5-46-8-16,-2 29-3 0,0-3-10 0,4-4-3 15,-2-3-3-15,2 2-2 0,0-4-3 0,2 0-2 16,0 1-5-16,0 0-1 0,2 3 3 15,-4 9-9-15,-2-3 10 0,2 6-1 0,-1 1 1 0,-3 6-3 16,0-1-2-16,-3 7 2 0,8-8-3 0,-8 8-5 16,5-6 0-16,-5 6-1 0,0 0 5 0,0 0-7 15,0 0 1-15,23 14 4 0,-15-5 6 16,-2 1-6-16,1 0 3 0,3 5 1 0,-4 1-4 16,2 1 5-16,-2-3-3 0,2 0 1 0,-2-1 0 15,-2-1 0-15,4 2 1 0,-3-2 4 0,-1 0-5 16,2-1 12-16,-6-11-5 0,10 16 4 0,-6-6-12 15,1 0-22-15,-1-2-26 0,1-2-33 0,0 2-35 16,-5-8-37-16,9 11-46 0,-9-11-40 0,8 10-36 16,-5-6-179-16,-3-4-497 0,0 0 220 0</inkml:trace>
  <inkml:trace contextRef="#ctx0" brushRef="#br0" timeOffset="18396.37">31658 3919 169 0,'-13'-2'217'0,"13"2"-5"16,0 0-20-16,0 0-12 0,0 0-19 0,0 0-18 15,0 0-15-15,0 0-16 0,29-30-25 16,-13 18-35-16,9-1-39 0,3-1-51 0,2-3-50 16,0 1-56-16,-2 6-89 0,-2-2-253 15,1-2 113-15</inkml:trace>
  <inkml:trace contextRef="#ctx0" brushRef="#br0" timeOffset="18629.71">32122 3642 82 0,'0'0'174'0,"-18"0"-6"16,18 0-3-16,0 0 1 0,-16 5-4 0,16-5-8 15,-16 9-3-15,8-2-11 0,0 0-5 0,1 3-8 16,-3-1-14-16,4 6-6 0,0-4-13 0,1-1-4 15,0 2-13-15,1 0-7 0,0-1-8 0,3 7-4 16,0-8-4-16,2 3-8 0,1 0 2 0,3-2-17 16,-1-2-15-16,1 2-15 0,2-3-18 0,1-1-42 15,0 2-48-15,3-5-59 0,0 1-191 0,-11-5-387 16,22 5 171-16</inkml:trace>
  <inkml:trace contextRef="#ctx0" brushRef="#br0" timeOffset="18796.64">32252 3778 24 0,'0'0'208'0,"0"0"-8"0,0 0-24 16,9-10-15-16,-5 5-20 0,6-2-9 0,0 0-11 16,7-3-17-16,1 4-23 0,6-7-30 0,1 3-38 0,4-1-42 15,-1 1-47-15,-2 1-143 0,1 1-235 0,-7 1 104 16</inkml:trace>
  <inkml:trace contextRef="#ctx0" brushRef="#br0" timeOffset="19098.5">32734 3596 140 0,'0'0'186'0,"0"0"-8"16,0 0 1-16,0 0-3 0,0 0-5 0,0 0-3 15,0 0-6-15,-37 15-9 0,29-9-3 0,3 1-11 16,0-1-4-16,5-6-9 0,-11 16-20 0,9-11-9 15,2-5-12-15,-3 12-1 0,3-12-15 0,-1 9-2 16,1-9 5-16,0 0 8 0,4 13-1 0,-4-13-2 16,8 7 1-16,-8-7-3 0,0 0-5 0,0 0-4 15,0 0 0-15,0 0-9 0,0 0-1 0,64 3-6 16,-64-3 3-16,0 0 1 0,0 0-2 0,38-18-8 16,-38 18 2-16,0 0-9 0,22-24-2 0,-22 24 3 15,0 0-5-15,10-28-4 0,-10 28-4 0,0 0-5 16,0 0-3-16,-4-42-6 0,4 42-20 15,0 0-13-15,0 0-22 0,-23-38-8 0,23 38-13 16,0 0-21-16,-18-16-33 0,18 16-36 0,0 0-48 16,0 0-33-16,0 0-12 0,0 0-194 0,0 0-480 15,0 0 213-15</inkml:trace>
  <inkml:trace contextRef="#ctx0" brushRef="#br0" timeOffset="19480.32">32892 3529 94 0,'0'0'155'0,"42"-15"-7"0,-42 15 0 0,29-12-6 16,-29 12-2-16,35-10 0 0,-35 10-5 0,27-9-12 16,-27 9-5-16,28-14-11 0,-28 14-9 0,34-13-11 15,-34 13-8-15,0 0-8 0,29-11-12 0,-29 11-20 16,0 0-12-16,0 0-14 0,0 0-30 16,25-12-28-16,-25 12-23 0,0 0-17 0,0 0-7 15,0 0 2-15,0 0 0 0,0 0 15 0,0 0 6 16,0 0 11-16,0 0 5 0,0 0-1 0,0 0 13 0,0 0 6 15,0 0 11-15,0 0 10 0,0 0 20 0,0 0 8 16,0 0 0-16,0 0 15 0,-101 20 7 16,101-20 13-16,0 0 5 0,0 0 19 0,0 0 8 0,0 0 9 15,-17 30 19-15,17-30 6 0,0 0 2 0,-15 31-8 16,15-31-8-16,0 0-5 0,-11 32 3 16,11-32-10-16,0 0-7 0,-8 35-2 0,8-35-9 15,0 0-2-15,-1 34-7 0,1-34-7 0,0 0-1 16,0 35-7-16,0-35-4 0,0 0-2 0,0 0-6 15,10 38 2-15,-10-38-8 0,0 0-1 0,10 23-15 16,-10-23-26-16,0 0-27 0,0 0-43 0,0 0-48 16,8 30-42-16,-8-30-82 0,0 0-137 0,0 0-422 15,0 0 186-15</inkml:trace>
  <inkml:trace contextRef="#ctx0" brushRef="#br0" timeOffset="19643.71">32970 3678 159 0,'0'0'200'0,"0"0"-17"0,0 0-16 15,41-28-21-15,-41 28-11 0,24-9-16 0,-24 9-26 0,28-14-27 16,-28 14-38-16,25-14-39 0,-25 14-35 16,27-15-39-16,-27 15-108 0,0 0-208 0,30-17 93 15</inkml:trace>
  <inkml:trace contextRef="#ctx0" brushRef="#br0" timeOffset="20030.58">33203 3545 105 0,'0'0'144'0,"0"0"3"0,0 0 3 0,0 0-2 15,0 0-1-15,0 0-7 0,0 0-14 0,0 0-4 16,0 0-17-16,0 0-9 0,0 0-9 0,0 0 16 16,0 0 5-16,0 0 2 0,0 0 0 0,0 0-7 15,0 0-7-15,0 0 8 0,0 0 5 0,23 50-17 16,-23-50-6-16,0 0-11 0,5 29 4 0,-5-29 5 15,0 0-8-15,0 0-8 0,8 31-4 0,-8-31-5 16,0 0-11-16,0 0-1 0,0 0-6 0,5 30 0 16,-5-30 5-16,0 0-12 0,0 0-1 0,0 0-2 15,0 0 9-15,0 0 22 0,0 0 14 0,0 0 11 16,0 0 6-16,0 0-9 0,0 0-9 0,0 0-7 16,0 0-5-16,0 0-8 0,0 0-3 0,0 0-8 15,0 0-8-15,0 0-1 0,0 0-12 0,0 0-2 16,-37-90-11-16,37 90-6 0,-6-36-13 15,6 36 5-15,-2-44 1 0,2 44-2 0,2-36-8 16,-2 36 7-16,6-34-1 0,-6 34-1 0,0 0-2 16,7-39 2-16,-7 39 1 0,0 0-3 0,13-24-3 15,-13 24-4-15,0 0-9 0,0 0-10 0,20-21-14 16,-20 21-16-16,0 0-28 0,0 0-23 0,0 0-45 16,0 0-35-16,0 0-40 0,43 5-40 0,-43-5-208 0,0 0-526 15,0 0 232-15</inkml:trace>
  <inkml:trace contextRef="#ctx0" brushRef="#br0" timeOffset="20187.25">33305 3557 49 0,'0'0'215'0,"0"0"-10"0,0 0-9 16,0 0-12-16,0 0-9 0,0 0-23 0,0 0-8 15,0 0-22-15,0 0-13 0,0 0-22 0,0 0-39 16,0 0-56-16,0 0-68 0,71-34-75 15,-71 34-92-15,29-13-261 0,-29 13 116 0</inkml:trace>
  <inkml:trace contextRef="#ctx0" brushRef="#br0" timeOffset="20814.39">31599 4434 115 0,'-3'-6'279'0,"1"-1"-10"0,-1 0-3 16,3 7 2-16,-6-12-4 0,2 8-3 0,4 4-9 15,-5-10-9-15,5 10-20 0,-4-6-14 0,4 6-22 16,0 0-19-16,-5-6-22 0,5 6-36 0,0 0-14 16,0 0 9-16,0 0 3 0,0 0-23 0,-4 22 8 15,3-6 0-15,1 1-15 0,0 7 2 0,-2 0-15 16,1 5-4-16,4-5-6 0,-3-5-5 0,1-1-8 0,2-2-6 16,-2 1-5-16,1-1 1 0,1 3-22 0,0-4-50 15,-1-3-44-15,0-1-49 0,0-1-42 0,-1 1-43 16,2-1-38-16,1-2-35 0,-3-3-240 15,-1 4-574-15,0-9 253 0</inkml:trace>
  <inkml:trace contextRef="#ctx0" brushRef="#br0" timeOffset="21146.6">31617 4553 240 0,'0'0'225'0,"0"0"-28"0,1-9-23 16,-1 9-8-16,6-8-15 0,-2 2-21 0,1 1-13 15,3-2-11-15,2-1-12 0,0 3-10 0,1 0-9 0,0-3-16 16,1 1-5-16,0 1-6 0,0-1-31 16,-2 0-7-16,2-2 2 0,-3 5-2 0,-3-3-3 15,2-1 7-15,1 2-19 0,-4-1 16 0,0 0-3 16,-3 2-3-16,2-1 2 0,-1-2-5 0,1 2 1 16,-1-1 6-16,0 1 4 0,-3 6 11 0,4-9 10 15,-4 9 14-15,2-6-8 0,-2 6 6 0,0 0-6 16,0-8-4-16,0 8-6 0,0 0-8 0,0 0-1 15,0 0 10-15,0 0 12 0,0 0 10 0,0 0 3 16,3 26-2-16,-3-15-1 0,-1 2 3 0,1-2-8 16,2 6-2-16,-3-1-9 0,1-3 5 0,1 2-11 15,1-4-2-15,-1 7-2 0,0-1 1 0,2-5-11 16,1 2-26-16,-3-1-41 0,1-1-58 0,5-2-72 16,-5 1-71-16,1 1-156 0,2-2-440 0,-1 0 195 15</inkml:trace>
  <inkml:trace contextRef="#ctx0" brushRef="#br0" timeOffset="21313.53">32065 4491 269 0,'0'0'249'0,"6"-3"-22"0,-6 3-19 0,0 0-24 0,7-7-15 15,-2 3-22-15,0 0-15 0,2 0-13 0,3-1-16 16,1-3-30-16,5 0-43 0,2 2-57 0,-2-3-77 15,5 1-193-15,-2 0-321 0,-1 0 142 0</inkml:trace>
  <inkml:trace contextRef="#ctx0" brushRef="#br0" timeOffset="22030.42">32607 4325 140 0,'0'0'245'0,"-10"-10"-7"0,10 10-7 16,0 0-10-16,0 0-11 0,0 0-20 15,0 0-12-15,0 0-3 0,0 0-8 0,-14 19-19 16,14-19-7-16,-7 13-18 0,6-3-13 0,-1-1-10 0,2-9-9 16,-2 17-11-16,2-17-7 0,3 15-9 15,-1-9-7-15,2 2 2 0,3 1-1 0,-1-3 7 16,3 1-7-16,-1-3-3 0,1 1-1 0,1-1-4 16,1-1 0-16,-11-3-15 0,0 0 6 0,0 0 2 15,0 0-1-15,0 0-11 0,0 0 6 0,0 0 2 16,69-9-8-16,-69 9 0 0,0 0-17 0,0 0 9 15,16-20 1-15,-16 20-6 0,0 0-1 0,0 0-3 16,0 0-11-16,-7-45 8 0,1 35-5 0,1 0-4 16,0-1-6-16,-2 1-10 0,-1 2-7 0,-2-1-5 15,4 2-10-15,-5 1-9 0,0 3-14 0,1-1-11 16,10 4-14-16,-15-5-21 0,15 5-28 0,-12 0-22 16,12 0-30-16,0 0-32 0,-15 6-33 0,15-6-166 15,0 0-448-15,-9 10 198 0</inkml:trace>
  <inkml:trace contextRef="#ctx0" brushRef="#br0" timeOffset="22447.09">32846 4214 15 0,'0'0'210'0,"0"0"-7"15,0 0 5-15,0 0-5 0,25-32-6 0,-25 32-5 16,0 0-14-16,0 0-17 0,17-20-13 0,-17 20-9 15,0 0-9-15,0 0-14 0,23-24-11 16,-23 24-11-16,0 0-9 0,0 0-13 0,21-15-4 16,-21 15-5-16,0 0-11 0,0 0-20 0,0 0-23 15,0 0-29-15,0 0-34 0,0 0-30 0,23-16-34 16,-23 16-34-16,0 0-4 0,0 0 2 0,0 0-2 16,0 0 2-16,0 0-3 0,0 0 11 0,0 0-76 0,0 0-240 15,0 0 790-15,0 0-409 0,0 0 22 16,0 0 25-16,0 0 17 0,0 0 26 0,0 0 2 15,0 0 23-15,0 0 8 0,0 0 3 0,0 0 14 16,0 0 27-16,0 0 6 0,0 0 15 0,0 0 4 16,0 0 0-16,0 0 4 0,-24 98 9 0,24-98 0 15,0 0-3-15,-3 42 0 0,3-42 2 0,0 0-7 16,-1 42-8-16,1-42-10 0,0 0-13 0,-3 38-5 16,3-38-7-16,0 0-8 0,1 36-7 0,-1-36-4 15,0 0-5-15,7 32-6 0,-7-32-6 0,0 0-26 16,0 0-31-16,7 30-41 0,-7-30-59 0,0 0-65 15,0 0-63-15,0 0-162 0,6 31-445 0,-6-31 197 16</inkml:trace>
  <inkml:trace contextRef="#ctx0" brushRef="#br0" timeOffset="22601.1">32915 4338 30 0,'0'0'228'15,"0"0"-34"-15,0 0-13 0,0 0-20 0,31-32-15 0,-31 32-25 16,0 0-28-16,37-21-24 0,-19 11-54 0,-18 10-51 16,32-18-49-16,-32 18-102 0,24-15-201 0,-24 15 89 15</inkml:trace>
  <inkml:trace contextRef="#ctx0" brushRef="#br0" timeOffset="22942.25">33167 4157 18 0,'0'0'167'15,"0"0"-9"-15,0 0-8 0,0 0-4 0,0 0-8 16,0 0-1-16,0 0 3 0,0 0 9 0,0 0 11 16,0 0 3-16,0 0-13 0,0 0-8 0,0 0-9 15,24 54-10-15,-24-54-9 0,0 0-4 0,5 42-10 16,-5-42-11-16,5 24-13 0,-5-24 1 0,0 0-9 16,7 33 0-16,-7-33-6 0,0 0-4 0,0 0-9 15,9 29 4-15,-9-29-10 0,0 0 22 0,0 0 10 16,0 0 6-16,0 0 10 0,0 0 16 0,0 0-3 15,0 0-10-15,0 0 4 0,0 0-27 0,0 0-6 16,0 0-13-16,0 0 7 0,0 0-12 0,0 0-19 16,0 0 7-16,0 0-6 0,0 0-16 0,-17-115-7 15,15 89-3-15,2 26-9 0,1-51-10 0,-1 51 7 16,4-45-16-16,-4 45-1 0,6-36 5 0,-6 36 1 16,9-34 1-16,-9 34 0 0,0 0-17 0,13-30-19 15,-13 30 4-15,0 0-11 0,0 0-15 0,16-22-14 16,-16 22-26-16,0 0-16 0,0 0-33 0,0 0-34 15,0 0-48-15,0 0-214 0,0 0-499 16,0 0 221-16</inkml:trace>
  <inkml:trace contextRef="#ctx0" brushRef="#br0" timeOffset="23074.7">33233 4244 100 0,'0'0'142'0,"0"0"-2"0,0 0-26 15,0 0-20-15,85-25-43 0,-60 14-60 0,3-1-97 16,-4-2-114-16,1-1 51 0</inkml:trace>
  <inkml:trace contextRef="#ctx0" brushRef="#br0" timeOffset="24824.64">28519 5002 84 0,'0'0'95'0,"0"0"-3"0,0 0-13 0,4-3-17 15,-4 3-1-15,0 0-14 0,0 0-10 16,0 0-17-16,0 0-19 0,0 0-14 0,0 0-8 15,0 0 2-15,4 8-10 0,-4-8-13 0,0 0-34 16,1 10-82-16,-1-10 37 0</inkml:trace>
  <inkml:trace contextRef="#ctx0" brushRef="#br0" timeOffset="25414.51">28442 5331 5 0,'0'0'186'0,"0"0"-3"0,0 0-2 0,-4-12 4 0,4 12 4 16,0 0 2-16,-3-7-8 0,3 7-8 0,0 0-12 16,0 0-13-16,-7-8-8 0,7 8-9 0,0 0-4 15,0 0-16-15,0 0-8 0,0 0-7 0,0 0-11 16,0 0-8-16,0 0-13 0,0 0-2 0,0 0-4 16,0 0-4-16,-20 24 7 0,12-10-11 0,-1 4-9 15,2-2-6-15,0 0-2 0,-2 1-5 0,7-1-4 16,-2 4-1-16,1-2-6 0,-1-3-2 0,4 0-2 15,0 1 3-15,0-6-4 0,4 3-3 0,-1-3 0 16,2 1 0-16,0-1 0 0,1 0-2 0,2-4 10 16,-1 2-12-16,4-3 3 0,0-1-3 15,0-1-2-15,0 0 3 0,3-3 8 0,-1-2-12 16,3-2 3-16,0-1-4 0,2-3-2 0,-3-1 2 0,0-2-2 16,2-1-1-16,-3-1 10 0,-1-4-12 0,5-3 1 15,-9 2 1-15,1 1 0 0,0-7-2 0,-5 6 3 16,0-6 0-16,-2 7-3 0,-4-2 4 0,1 1-3 15,-5 1 4-15,2 2-2 0,-5-1 2 0,2 1-4 16,-4 1 0-16,-1 2-1 0,-3 0 3 0,4 5-6 16,-1 0-1-16,-6-1 0 0,4 6-4 0,-5-3-2 15,-1 5-5-15,4 2-6 0,2 0-11 0,-3 2-12 16,0 3-15-16,3-1-23 0,2 0-33 0,-1 1-31 16,5 0-46-16,1 4-16 0,3-2-21 0,1 5-148 15,2-14-408-15,7 23 181 0</inkml:trace>
  <inkml:trace contextRef="#ctx0" brushRef="#br0" timeOffset="25680.41">28914 5119 225 0,'0'0'233'0,"2"-6"-5"15,-2 6-17-15,0 0-7 0,0 0-5 16,4-5-10-16,-4 5-15 0,0 0-13 0,0 0-14 15,0 0-18-15,0 0 6 0,0 0 3 0,0 0-4 16,7 26-10-16,-5-15-2 0,-3 7-15 0,6 6-8 0,-1-5-6 16,0 7-9-16,-2 1-12 0,2-3-3 15,0 2-10-15,-3-1-4 0,2-8-5 0,-1 2-1 16,1 0-6-16,1-1-4 0,-2-2-3 0,1-5-6 16,-1 4-5-16,1-3-3 0,-1 0-20 0,1-2-16 15,0 3-39-15,-2-5-41 0,-1-8-42 0,2 19-43 16,2-10-56-16,-1-3-33 0,-1 2-184 0,-2-8-488 0,10 8 216 15</inkml:trace>
  <inkml:trace contextRef="#ctx0" brushRef="#br0" timeOffset="27014.59">30837 5129 80 0,'0'0'162'0,"-10"0"-2"0,10 0-7 0,0 0 2 15,0 0-1-15,0 0-5 0,-10 0-2 0,10 0-7 16,0 0-10-16,0 0-3 0,0 0-6 16,0 0-6-16,0 0-8 0,0 0 21 0,0 0-8 15,0 0-10-15,0 0-11 0,0 0-9 0,0 0-7 0,0 0-12 16,0 0-6-16,20-9-8 0,-3 2-4 0,1 1-5 15,9-1-7-15,-1-2-6 0,-7 4-16 0,1-2-7 16,-1 1-19-16,-6 2-22 0,-1-1-22 0,-1 2-26 16,-4 1-34-16,1-1-34 0,-2 2-29 15,-6 1-31-15,11-2-151 0,-11 2-384 0,0 0 170 16</inkml:trace>
  <inkml:trace contextRef="#ctx0" brushRef="#br0" timeOffset="27264.64">30892 5099 39 0,'0'0'175'0,"0"0"-7"0,0 0-4 0,0 0-15 16,0 0-8-16,-9 0-12 0,9 0-10 0,0 0 2 16,-1 8 2-16,1-8 0 0,0 17-6 0,-3-7-9 15,2 1 1-15,0 7-7 0,-3 8 1 0,1-1-4 16,1 1-5-16,1 2-6 0,1-1-5 0,1-3-8 15,-1-5-5-15,0 0-9 0,2-2-6 0,0 1-3 16,-4 0-3-16,4-1-6 0,1-5-2 0,1 0-6 16,-2 0-3-16,-1-3-1 0,0 2-4 0,3-1-20 15,-3-4-25-15,3 0-28 0,-4-6-42 0,0 0-35 16,4 16-50-16,-1-13-33 0,-3-3-174 0,0 0-412 16,1 13 183-16</inkml:trace>
  <inkml:trace contextRef="#ctx0" brushRef="#br0" timeOffset="27446.4">30947 5365 50 0,'12'-6'142'0,"3"-3"-21"0,0 1-9 0,6-2-14 0,-5 1-17 16,3 0-41-16,6-1-38 0,-6 2-22 0,0 0-85 15,1-1-113-15,-8 4 50 0</inkml:trace>
  <inkml:trace contextRef="#ctx0" brushRef="#br0" timeOffset="27964.51">31283 5223 182 0,'0'0'222'0,"0"0"-1"0,0 0-7 0,0 0-1 16,0 0-15-16,0 0-14 0,0 0-8 0,0 0-15 15,0 0-15-15,0 0-20 0,0 0-9 0,0 0-16 16,0 0-17-16,0 0-7 0,0 0-7 0,0 0-6 16,0 0-6-16,0 0-4 0,0 0-5 0,0 0-1 15,0 36-1-15,0-24-7 0,-1-2-1 0,0 1-1 16,-1 6-3-16,-3-1-2 0,4-3 0 0,0-1-2 15,1 1 0-15,-3-3-2 0,1 1-5 0,0-2-5 16,0-1-4-16,2-8 3 0,-2 13-3 0,1-6 1 16,1-7-1-16,-4 7 0 0,4-7-7 0,-1 9 9 15,1-9 0-15,0 0-1 0,-3 7 3 0,3-7 15 16,0 0 1-16,0 0-1 0,0 0-14 16,0 0 4-16,0 0-9 0,0 0-6 0,0 0-8 0,-2-37 7 15,1 19-9-15,2-1-8 0,-1-1 3 0,2-3-5 16,2-2-4-16,1 0-3 0,-1 5-1 0,0 1-4 15,1 2-3-15,2-2 2 0,-2 2 3 0,-1 5 1 16,-1 2 6-16,0 2 3 0,0-3-3 0,-2 6 0 16,-1 5 2-16,4-10-4 0,-4 10 2 15,6-5-1-15,-6 5 0 0,5-1-1 0,-5 1 7 16,0 0-4-16,16 11 3 0,-8-3 6 0,-1 0 4 16,-3 2 2-16,2 0 5 0,1 0 5 0,1 5 2 15,0-2-5-15,-4-1 3 0,-2-3-2 0,5 4 1 16,-2-2 2-16,-1 0 0 0,0-1-2 0,-2-3-1 15,1 3 1-15,-1 1-15 0,2-1-22 0,-4-10-30 16,4 13-44-16,-4-13-47 0,5 7-52 0,-5-7-45 16,8 9-174-16,-8-9-452 0,0 0 201 0</inkml:trace>
  <inkml:trace contextRef="#ctx0" brushRef="#br0" timeOffset="28180.46">31319 5329 174 0,'0'0'187'0,"0"0"-16"0,1-15-17 0,-1 15-14 15,11-9-18-15,1 2-8 0,2-2-15 16,5 1-7-16,-3-3-12 0,8 0-21 0,-6 2-20 16,0 1-26-16,1 1-29 0,-1 3-41 0,-1-6-25 15,0 7-10-15,-5-1-14 0,-2 0 1 0,3 0-60 16,-5 0-178-16,-2 1 79 0</inkml:trace>
  <inkml:trace contextRef="#ctx0" brushRef="#br0" timeOffset="28364.36">31591 5187 472 0,'0'0'-34'0,"7"-5"20"0,-7 5 18 16,3-4 12-16,-3 4 28 0,0 0 16 0,3-9 10 16,-3 9 1-16,0 0 22 0,0-10 14 0,0 10 18 15,0 0 11-15,0-8 10 0,0 8 5 0,0 0 0 16,0 0 2-16,0 0-12 0,0 0-9 0,0 0-8 16,0 0-12-16,0 0-7 0,0 0-15 0,0 0-2 0,0 0 3 15,0 0 3-15,0 0-4 0,0 0-14 16,0 0 3-16,0 0-7 0,-6 29-10 0,4-20-8 15,2-1-1-15,-1 1-5 0,2 3-7 0,-1-6 1 16,-1 4-16-16,1-10-18 0,0 15-33 0,0-10-41 16,0-5-32-16,0 0-37 0,0 19-40 0,0-19-39 0,1 8-31 15,-1-8-159-15,0 0-437 0,2 11 194 0</inkml:trace>
  <inkml:trace contextRef="#ctx0" brushRef="#br0" timeOffset="28534.09">31636 5149 169 0,'3'-5'175'0,"-3"5"-15"15,0 0-20-15,0 0-19 0,0 0-5 0,3-5-15 16,-3 5-8-16,12-3-9 0,-5 3-6 0,3-4-18 16,2-1-28-16,2 5-28 0,4-4-31 0,-1 0-35 15,-5 0-29-15,0 2-102 0,-2 0-207 0,-2 0 92 0</inkml:trace>
  <inkml:trace contextRef="#ctx0" brushRef="#br0" timeOffset="28736.39">31828 5036 163 0,'0'0'174'0,"0"0"-6"0,0 0-10 16,0 0-11-16,0 0-6 0,0 0-8 0,0 0 2 15,0 0 3-15,0 0-5 0,0 0 1 0,0 0-18 16,-8 30-10-16,5-22-12 0,1 2-8 0,1 1-11 15,1 0-6-15,-2 0-9 0,2 0-1 0,0-11-20 16,0 22-30-16,3-9-40 0,-1-3-48 0,1-1-48 16,1 1-45-16,2 0-150 0,-6-10-348 0,10 19 155 15</inkml:trace>
  <inkml:trace contextRef="#ctx0" brushRef="#br0" timeOffset="28922.45">31996 5138 2 0,'7'-4'171'16,"-7"4"-7"-16,12-9-24 0,-3 4-28 0,0 0-16 15,0 0-33-15,3 1-34 0,-1-2-45 0,5-2-40 16,-5 4-62-16,-2 0-128 0,5-1 58 0</inkml:trace>
  <inkml:trace contextRef="#ctx0" brushRef="#br0" timeOffset="29397.26">32357 5005 176 0,'0'0'202'0,"0"0"0"0,0 0-5 0,0 0-7 15,-5-10-5-15,5 10-15 0,0 0-12 0,0 0-14 16,0 0-13-16,0 0-9 0,0 0-6 0,0 0-5 16,0 0-3-16,-5 24-11 0,2-18-8 0,-1 3 4 15,3-1-21-15,0 3-7 0,2 0-8 0,-1-1-7 16,2 0-3-16,-2 1-2 0,4-1-7 0,-1-2-3 16,4 0-1-16,-2-2-4 0,2 1-2 0,-1-3-5 15,6 1 0-15,-2-2-1 0,2 0-3 0,0-2-4 16,1-1-1-16,2 1-3 0,2-5-6 0,-4 2 1 15,0 0-4-15,-3-2 2 0,3-1-2 0,-6 0-2 16,1 0 1-16,-3-2-1 0,1-2-6 0,-2 0-5 16,-1-2-14-16,-1 0-1 0,-2 0-11 0,-1 1-7 15,0-1-17-15,-1 0-5 0,0 0-13 0,-2 2-15 16,0 2-23-16,1 2-29 0,-1-4-38 0,-4 3-31 16,2 2-123-16,-3 3-367 0,9 1 163 0</inkml:trace>
  <inkml:trace contextRef="#ctx0" brushRef="#br0" timeOffset="29749.81">32638 4921 10 0,'8'-3'135'0,"-1"-1"-13"0,-7 4-13 0,0 0-6 15,0 0-12-15,0 0-5 0,50-27-16 16,-50 27-9-16,0 0-3 0,26-10-6 0,-26 10-17 15,0 0-5-15,0 0-7 0,0 0-9 0,25-16 1 16,-25 16-2-16,0 0 1 0,0 0-11 0,0 0-8 0,0 0 7 16,0 0 4-16,0 0 19 0,0 0-13 0,0 0 5 15,0 0-5-15,0 0-8 0,0 0 12 16,0 0 1-16,0 0-4 0,0 0 6 0,0 0 9 16,0 0 2-16,0 0 14 0,0 0 5 0,0 0 8 15,0 0 11-15,0 0 1 0,-23 38 4 0,17-22 10 16,-1 1 5-16,2 0-3 0,1 0-1 0,2 0-10 0,-1-1-5 15,2-1-9-15,0 2-1 0,1-1-6 16,0-6-7-16,0-10-7 0,0 0-2 0,0 0-2 0,0 0-11 16,7 58-7-16,-7-58-19 0,0 0-20 15,0 0-33-15,8 29-42 0,-8-29-38 0,0 0-45 16,0 0-147-16,0 0-355 0,0 0 157 0</inkml:trace>
  <inkml:trace contextRef="#ctx0" brushRef="#br0" timeOffset="29904.22">32780 5040 45 0,'0'0'98'16,"0"0"-36"-16,50-22-29 0,-50 22-29 0,28-13-45 15,-28 13-43-15,23-12 19 0</inkml:trace>
  <inkml:trace contextRef="#ctx0" brushRef="#br0" timeOffset="30254.59">32976 4927 134 0,'0'0'141'0,"0"0"-5"0,0 0-20 16,0 0 13-16,0 0 2 0,0 0 12 15,0 0 2-15,0 0 3 0,0 0 0 0,0 0-9 16,0 0-6-16,4 68 5 0,-4-68-13 0,0 0-15 15,3 34-9-15,-3-34-8 0,0 0-8 0,2 35-6 16,-2-35-11-16,0 0-1 0,0 0-11 0,6 29-3 16,-6-29-4-16,0 0-6 0,0 0-5 0,0 0 1 0,0 0-2 15,0 0 10-15,0 0 13 0,0 0 13 16,0 0 7-16,0 0-3 0,0 0-9 0,0 0-11 16,0 0-4-16,0 0-7 0,0 0-1 0,0 0-10 15,0 0-15-15,0 0-3 0,0 0-11 0,0 0-1 16,0 0-5-16,0 0 21 0,-2-122-19 0,4 97 1 15,-2 25-3-15,11-45-11 0,-5 19 7 0,-6 26-9 16,15-36-9-16,-15 36 1 0,15-32-1 0,-15 32 3 16,15-28-6-16,-15 28-17 0,14-16-21 0,-14 16-27 15,0 0-17-15,0 0-35 0,27-20-31 0,-27 20-43 16,0 0-39-16,0 0-131 0,0 0-418 0,0 0 185 16</inkml:trace>
  <inkml:trace contextRef="#ctx0" brushRef="#br0" timeOffset="30407.18">33002 5031 67 0,'0'0'182'0,"0"0"-23"0,0 0-12 0,0 0-12 16,0 0-16-16,0 0-12 0,0 0-10 16,69 5-8-16,-69-5-26 0,0 0-27 0,0 0-41 0,50-13-51 15,-50 13-134-15,0 0-207 0,0 0 92 0</inkml:trace>
  <inkml:trace contextRef="#ctx0" brushRef="#br0" timeOffset="30864.71">31808 5678 84 0,'0'0'240'0,"-9"-4"-4"0,9 4-1 0,-12 0-3 15,12 0-6-15,-17 4-6 0,6-1-1 0,0 2-31 16,-1 2 6-16,-1 6-2 0,-1 0-13 0,1 0-14 16,1 0-8-16,2 3-16 0,1-2-9 0,2 0-32 15,1-1 4-15,3-2-11 0,1-1-6 16,0 1-9-16,-1 0-10 0,3 1-2 0,0-12-1 0,5 20-10 15,-1-11-4-15,1 0-8 0,3-2-8 0,2 0-12 16,2-2-17-16,3 2-31 0,2 0-43 0,3-3-46 16,-3-2-59-16,4 0-67 0,0-2-64 0,-2 0-195 15,3-2-540-15,-4-1 240 0</inkml:trace>
  <inkml:trace contextRef="#ctx0" brushRef="#br0" timeOffset="31030.84">32051 5795 90 0,'0'0'283'0,"4"-4"-28"16,-4 4-25-16,6-8-26 0,1 7-18 0,-1-3-18 15,4-2-17-15,1 0-18 0,7-3-12 0,0 1-32 16,6-4-32-16,3 0-51 0,-2 2-43 0,4 0-66 16,1-3-62-16,-2 4-113 0,3 0-302 0,-4 2 134 15</inkml:trace>
  <inkml:trace contextRef="#ctx0" brushRef="#br0" timeOffset="31346.72">32605 5578 89 0,'0'0'257'0,"0"0"-7"15,0 0-7-15,0 0-4 0,0 0-10 0,0 0-7 16,5-4-23-16,-5 4 5 0,0 0-16 0,0 0-9 16,0 0-9-16,0 0-12 0,0 0-15 0,0 0-10 15,0 0-9-15,0 0-11 0,0 0-6 0,-12 25-18 16,11-18-18-16,-1 2 9 0,2 0-14 0,-2-2-13 15,5 3-14-15,-2-3 7 0,3 0 0 0,1 1-1 16,0-4-4-16,3 3-5 0,-2-3 0 0,6-1-5 16,-12-3-3-16,0 0 4 0,0 0-6 0,0 0-1 15,63 3-2-15,-63-3-4 0,0 0 3 0,36-12 1 16,-36 12-2-16,22-16-5 0,-22 16 0 16,0 0-1-16,22-28-9 0,-22 28 13 0,10-32-6 0,-10 32-12 15,4-28 0-15,-4 28 0 0,0 0-17 0,-5-44-1 16,5 44-13-16,0 0-8 0,-19-37-21 0,19 37-15 15,-22-18-21-15,10 13-13 0,-3 4-22 0,1-2-19 16,-4 3-15-16,1 3-34 0,3 0-51 0,-1 5-236 16,0 1-524-16,6-1 232 0</inkml:trace>
  <inkml:trace contextRef="#ctx0" brushRef="#br0" timeOffset="31597.2">32865 5506 116 0,'0'0'213'0,"0"0"5"0,0 0 14 0,0 0 2 16,0 0-1-16,0 0-6 0,0 0-17 0,0 0 2 15,0 0-6-15,0 0-19 0,0 0-10 0,0 0-19 16,0 0-23-16,0 0 1 0,0 0-4 0,0 0 1 0,0 0-6 16,0 0-12-16,0 0-5 0,0 0-9 15,0 0-11-15,0 0-12 0,0 0-7 0,0 0-11 16,46 41-1-16,-46-41-7 0,0 0-4 0,11 27-9 15,-11-27-9-15,0 0-17 0,11 22-35 0,-11-22-48 16,0 0-48-16,0 0-55 0,15 25-49 0,-15-25-62 16,0 0-261-16,0 0-588 0,0 0 261 0</inkml:trace>
  <inkml:trace contextRef="#ctx0" brushRef="#br0" timeOffset="31782.89">32942 5518 70 0,'0'0'273'0,"0"0"-31"16,0 0-15-16,0 0-18 0,0 0-8 0,0 0-11 16,0 0-12-16,0 0-9 0,0 0-14 0,0 0-16 15,34-32-14-15,-34 32-14 0,0 0-9 0,43-11-13 16,-43 11-18-16,37-7-28 0,-37 7-31 0,34-7-36 16,-34 7-35-16,0 0-39 0,35-8-47 0,-35 8-38 15,0 0-167-15,0 0-379 0,0 0 168 0</inkml:trace>
  <inkml:trace contextRef="#ctx0" brushRef="#br0" timeOffset="31947.17">33168 5417 38 0,'0'0'170'0,"0"0"16"0,0 0 10 0,0 0 6 15,0 0-3-15,0 0-7 0,0 0-15 0,0 0-15 16,0 0-13-16,0 0-16 0,0 0-6 0,0 0-8 16,0 0-5-16,0 0-8 0,0 0-11 0,0 0-11 15,0 0-7-15,0 0-2 0,0 0-10 0,0 0-25 16,0 0-32-16,2 72-47 0,-2-72-54 15,0 0-71-15,-4 49-74 0,4-49-126 0,-8 35-393 16,8-35 173-16</inkml:trace>
  <inkml:trace contextRef="#ctx0" brushRef="#br0" timeOffset="32963.74">31831 6421 219 0,'0'0'257'16,"0"0"-15"-16,-1-8-19 0,1 8-13 0,0 0-17 15,0 0-15-15,0 0-9 0,0 0-1 0,0 0 5 16,-7 22-7-16,3-5-15 0,0-1-14 0,-1 2 0 15,0 0-19-15,-3-1-4 0,3 2-16 0,0-2-13 16,1-1-9-16,-1-2-14 0,2-2 0 0,1-3 0 16,0 1-6-16,1-3-19 0,0 2 19 0,1-9-14 15,-3 11 2-15,3-11-4 0,-2 7-7 0,2-7 10 16,0 0 2-16,0 0 9 0,0 0 1 0,-4 9 7 16,4-9 6-16,0 0 4 0,0 0 2 0,0 0-20 15,0 0-17-15,0 0-7 0,0 0-1 0,-1-27-3 16,3 15-15-16,2-5 0 0,2-1-2 0,1-5-16 15,0-1 5-15,2-2-14 0,-2 1-16 0,3 3 7 16,-2 5 8-16,1 2 6 0,-2-1-2 0,-2 6 3 16,-1 0-3-16,0 4 3 0,0 2 0 0,0-2-6 15,-4 6 2-15,6-8-4 0,-6 8 0 0,0 0 4 16,8-1 4-16,-8 1 1 0,9 13 1 0,-4-3 2 16,-1 1 2-16,2 0 0 0,-1 7 12 0,0-4-16 15,-1 3 3-15,0-2 3 0,-3 1 0 0,1-3 1 16,1 3 2-16,2-4-1 0,-2 3-1 0,-1-3-26 15,1 0-41-15,0-2-51 0,-2 3-49 0,0-4-54 16,-1 4-46-16,0-2-253 0,0-11-562 0,-4 19 249 16</inkml:trace>
  <inkml:trace contextRef="#ctx0" brushRef="#br0" timeOffset="33126">31820 6606 160 0,'0'0'240'0,"-4"-4"-22"0,4 4-20 16,0 0-23-16,0 0-16 0,0 0-20 0,1-13-25 16,-1 13-20-16,11-9-26 0,0 2-31 0,-1 1-27 15,7-6-55-15,0 4-44 0,9-3-20 0,0 2-23 16,-1-3-75-16,-5 7-223 0,0-3 100 0</inkml:trace>
  <inkml:trace contextRef="#ctx0" brushRef="#br0" timeOffset="33314.49">32176 6380 121 0,'-1'-6'193'0,"1"6"-11"0,0 0-10 0,0 0-6 16,0 0-10-16,0 0-3 0,0 0-2 0,0 0-4 15,-18 12 5-15,12-2-2 0,-2 0 5 0,-2 3-18 16,1 3-13-16,3-6-7 0,-1 5-14 0,1-2-15 16,1-3-3-16,1 0-4 0,1 2-14 0,2 0-2 15,0-1-17-15,0-1-24 0,2-1-27 0,0-1-24 16,0 2-36-16,5-1-49 0,-3-3-55 0,8 0-51 15,-4-1-157-15,1-3-405 0,-8-2 179 0</inkml:trace>
  <inkml:trace contextRef="#ctx0" brushRef="#br0" timeOffset="33466.78">32347 6468 87 0,'7'-9'227'0,"-4"4"-25"0,4-2-18 16,1 1-28-16,2-1-22 0,2-2-21 0,3-1-28 15,2 0-29-15,6-4-40 0,0-2-40 0,1 1-54 16,2 1-37-16,-7 6-60 0,-1-3-187 0,7-2 83 16</inkml:trace>
  <inkml:trace contextRef="#ctx0" brushRef="#br0" timeOffset="33746.58">32764 6238 90 0,'0'0'182'0,"0"0"2"0,0 0-4 0,0 0 5 15,0 0-1-15,-28 32-5 0,23-21-6 0,0-3-10 16,-1 0-10-16,2 1-8 0,0-2-9 0,1 2-15 16,1-4-2-16,1 3-13 0,1-8-19 0,0 0-3 15,-2 16 2-15,2-16 3 0,0 0-1 0,0 0 0 16,0 0-3-16,0 0-2 0,0 0-7 0,0 0-9 16,0 0-2-16,53 21-5 0,-53-21-3 0,0 0-4 15,0 0-8-15,47-11-2 0,-47 11 0 16,0 0-8-16,29-16-2 0,-29 16-5 0,0 0-9 15,18-25-6-15,-18 25-1 0,0 0-22 0,7-32-8 16,-7 32-6-16,0 0-22 0,-3-42-15 0,3 42-12 0,0 0-20 16,-14-34-26-16,14 34-30 0,0 0-25 0,-27-25-33 15,27 25-17-15,0 0-184 0,-33-9-440 0,33 9 196 16</inkml:trace>
  <inkml:trace contextRef="#ctx0" brushRef="#br0" timeOffset="34096.61">32943 6164 148 0,'0'0'136'15,"48"-23"-8"-15,-48 23-11 0,35-17-6 0,-35 17-17 16,27-13-2-16,-27 13-20 0,23-12 6 16,-23 12-12-16,0 0-11 0,0 0-4 0,28-16 0 15,-28 16-18-15,0 0-11 0,0 0-15 0,0 0-17 0,0 0-3 16,0 0-14-16,0 0 0 0,0 0 3 0,0 0-3 15,0 0 2-15,0 0-1 0,0 0 7 16,0 0 19-16,0 0 4 0,0 0 3 0,0 0 14 16,0 0 13-16,0 0 1 0,0 0 8 0,0 0 7 15,0 0 22-15,0 0 13 0,0 0 10 0,0 0 7 16,-92 36 10-16,92-36 11 0,-2 32-7 0,2-32-8 0,-4 31-8 16,4-31-10-16,0 0-9 0,0 36-7 0,0-36-5 15,0 0-9-15,0 0-3 0,5 47 0 16,-5-47-8-16,0 0-6 0,5 28-1 0,-5-28-7 15,0 0-14-15,4 32-28 0,-4-32-41 0,0 0-51 16,0 0-61-16,1 35-57 0,-1-35-170 0,0 0-418 16,0 0 186-16</inkml:trace>
  <inkml:trace contextRef="#ctx0" brushRef="#br0" timeOffset="34233.57">33033 6335 14 0,'0'0'215'0,"0"0"-32"16,0 0-23-16,39-30-25 0,-39 30-37 0,21-16-36 16,-21 16-28-16,19-16-48 0,-19 16-28 0,24-23-33 15,-24 23-54-15,21-14-139 0,-21 14 62 0</inkml:trace>
  <inkml:trace contextRef="#ctx0" brushRef="#br0" timeOffset="34546.51">33222 6160 70 0,'0'0'156'15,"0"0"-12"-15,0 0-10 0,0 0-15 0,0 0-11 16,0 0 12-16,0 0 6 0,0 0 11 0,0 0 7 16,0 0 9-16,0 0-10 0,0 0-5 0,0 0 0 15,0 0-12-15,22 65-12 0,-22-65-11 0,0 0-8 16,10 32-12-16,-10-32-7 0,0 0-5 0,8 27-7 16,-8-27-5-16,0 0-6 0,0 0-5 0,0 0 3 15,0 0 10-15,0 0 5 0,7 27 7 0,-7-27 4 16,0 0 11-16,0 0 7 0,0 0-5 0,0 0-6 15,0 0-12-15,0 0-7 0,0 0-14 0,0 0-17 16,0 0-18-16,0 0-12 0,0 0-16 0,-33-80-16 16,33 80-3-16,-10-35-8 0,10 35-6 0,-12-42-11 15,12 42-19-15,3-44-4 0,-3 44-3 0,10-51 2 16,-1 26 0-16,-9 25 11 0,15-34 7 0,-15 34-3 16,20-23-8-16,-20 23-15 0,20-18-2 0,-20 18-14 15,0 0-6-15,32-14-18 0,-32 14-27 0,0 0-34 16,0 0-130-16,0 0-344 0,0 0 152 0</inkml:trace>
  <inkml:trace contextRef="#ctx0" brushRef="#br0" timeOffset="34682.28">33286 6234 5 0,'0'0'138'0,"0"0"-14"0,0 0-12 0,0 0-11 0,0 0-32 16,0 0-38-16,0 0-51 0,0 0-74 0,0 0-101 15,0 0 45-15</inkml:trace>
  <inkml:trace contextRef="#ctx0" brushRef="#br0" timeOffset="35046.57">32163 7123 95 0,'0'0'292'0,"0"0"-32"0,0 0-26 16,0 0-20-16,0 0-17 0,0 0-17 0,0 0 2 16,0 0-7-16,0 0-10 0,0 0-12 0,0 19-17 15,0-19-1-15,1 18-25 0,0-5-8 0,3 0-10 16,-2 4-13-16,0-2-6 0,0 2-3 0,-1-5-10 16,2-2-3-16,0 3-32 0,-1-3-27 0,-1 3-45 15,3-4-49-15,-1 0-52 0,-2-1-53 0,3 0-55 16,-4 3-134-16,4-2-422 0,-4-9 187 0</inkml:trace>
  <inkml:trace contextRef="#ctx0" brushRef="#br0" timeOffset="35379.56">32255 7236 183 0,'0'0'234'15,"0"0"-24"-15,7-4-22 0,-7 4-16 0,6-5-16 16,-6 5-18-16,9-6-14 0,-2 2-12 0,-2 0-15 15,3 1-2-15,-2-1-14 0,3-2-14 0,0-1-1 16,-1 4-10-16,-3-1-9 0,4-2-4 0,-4 0-8 16,4-1-5-16,-4 3 0 0,-1-2-5 0,-2 0 1 15,6 1-6-15,-5-1-3 0,0 0 0 0,1 0 2 16,-1-1 4-16,-3 7 6 0,1-9 6 0,-1 9 5 16,1-7 10-16,-1 7 7 0,1-8 2 0,-1 8 0 15,0 0-5-15,3-7-4 0,-3 7-10 0,0 0 3 16,0 0-10-16,0 0 5 0,0 0 1 0,0 0 11 15,0 0-4-15,0 0-2 0,3 24-2 0,-2-10-5 16,-1-2-5-16,0 4 1 0,0-3-5 0,1 1 0 16,-1 5-20-16,0-4-22 0,1-4-36 0,-1 3-57 15,2-2-58-15,0 1-58 0,-2 1-232 0,2-2-492 16,-2-2 218-16</inkml:trace>
  <inkml:trace contextRef="#ctx0" brushRef="#br0" timeOffset="35563.51">32584 7215 187 0,'0'0'269'0,"7"-3"-37"0,-7 3-34 15,0 0-33-15,6-7-26 0,-6 7-29 0,6-9-39 16,-3 5-41-16,1-2-55 0,2-1-38 0,2-1-62 15,-1 4-73-15,1-3-215 0,-8 7 95 0</inkml:trace>
  <inkml:trace contextRef="#ctx0" brushRef="#br0" timeOffset="36281.03">33065 6960 168 0,'0'0'184'0,"0"0"-9"15,-16 39-18-15,16-39-5 0,0 0-18 0,0 0-18 16,-3 32-9-16,3-32-13 0,0 0-10 0,0 0-8 16,0 0-7-16,0 0-6 0,0 0 3 0,10 40-2 15,-10-40 8-15,0 0-4 0,0 0 1 0,0 0-4 16,0 0 1-16,38 6 0 0,-38-6-3 0,0 0-3 15,0 0 0-15,0 0 6 0,0 0-5 0,0 0-11 16,0 0-7-16,47-43-1 0,-47 43-5 0,0 0-7 16,7-32 0-16,-7 32-3 0,0 0-6 0,4-33-6 15,-4 33-13-15,0 0-2 0,0 0-12 16,-3-44-15-16,3 44-10 0,0 0-7 0,0 0-10 16,0 0-19-16,-11-33-23 0,11 33-34 0,0 0-40 0,0 0-34 15,0 0-109-15,0 0-339 0,0 0 151 0</inkml:trace>
  <inkml:trace contextRef="#ctx0" brushRef="#br0" timeOffset="36614.58">33343 6796 86 0,'0'0'147'16,"0"0"-13"-16,41-25-12 0,-41 25-14 0,23-14-13 15,-23 14-7-15,0 0 1 0,27-19-18 0,-27 19-6 16,0 0-6-16,0 0-4 0,22-17-4 0,-22 17-28 15,0 0 8-15,0 0-13 0,0 0-12 0,0 0-8 16,0 0-17-16,0 0 7 0,0 0-3 16,0 0 15-16,0 0 1 0,0 0 7 0,0 0-4 15,0 0 2-15,0 0 11 0,0 0 7 0,0 0 9 0,0 0 19 16,0 0 2-16,0 0 20 0,0 0 12 0,-78 56-6 16,78-56 12-16,-13 29 7 0,13-29 3 0,-9 34-4 15,9-34 0-15,-2 37-5 0,2-37-9 16,-4 35-7-16,4-35-6 0,0 0-9 0,0 48-8 15,0-48-2-15,0 0-2 0,0 39-7 0,0-39-4 16,0 0 1-16,4 29-21 0,-4-29-24 0,0 0-36 0,0 0-40 16,0 0-45-16,5 37-57 0,-5-37-54 0,0 0-120 15,0 0-386-15,0 0 170 0</inkml:trace>
  <inkml:trace contextRef="#ctx0" brushRef="#br0" timeOffset="36750.08">33384 7012 23 0,'0'0'190'16,"32"-23"-20"-16,-32 23-24 0,30-17-19 0,-30 17-22 15,26-15-41-15,-26 15-34 0,25-16-49 0,-25 16-45 16,20-19-65-16,-20 19-140 0,0 0 62 0</inkml:trace>
  <inkml:trace contextRef="#ctx0" brushRef="#br0" timeOffset="37046.51">33575 6815 2 0,'0'0'186'0,"0"0"6"0,0 0 2 15,0 0-6-15,0 0 9 0,0 0-10 0,0 0-5 16,6 84-18-16,-6-84-19 0,0 0-9 0,0 40-14 16,0-40-11-16,0 0-8 0,4 30-16 0,-4-30 0 15,0 0-8-15,0 0 2 0,0 0 9 0,0 0 4 16,2 32 3-16,-2-32 14 0,0 0-2 0,0 0 10 15,0 0-14-15,0 0 7 0,0 0-31 0,0 0-6 16,0 0-2-16,0 0-7 0,0 0-12 0,0 0-3 16,0 0-10-16,0 0-15 0,4-112-12 0,-4 112-8 15,-1-51-8-15,2 26-16 0,-1 25 21 0,3-54-9 16,-1 27-9-16,-2 27-12 0,8-45-13 0,-8 45-7 16,13-37-9-16,-13 37-12 0,10-25-21 15,-10 25-24-15,0 0-27 0,15-26-35 0,-15 26-29 16,0 0-36-16,0 0-182 0,0 0-457 0,0 0 202 0</inkml:trace>
  <inkml:trace contextRef="#ctx0" brushRef="#br0" timeOffset="37167.49">33664 6801 22 0,'0'0'164'0,"0"0"-17"0,0 0-15 15,0 0-41-15,0 0-30 0,0 0-59 0,0 0-106 16,0 0-112-16,0 0 50 0</inkml:trace>
  <inkml:trace contextRef="#ctx0" brushRef="#br0" timeOffset="38066.78">28803 6536 162 0,'0'0'200'16,"-4"-11"2"-16,4 11-3 0,-3-8 0 0,3 8 1 15,0-8-5-15,0 8 9 0,0 0-8 0,0-10-11 16,0 10-16-16,0 0-15 0,0 0-18 0,0 0-13 15,0 0-18-15,0 0-17 0,0 0-7 0,0 0 0 16,0 0-1-16,0 0 2 0,-4 28 2 0,4-12-5 16,-1 4-1-16,2 6 2 0,-3 2-7 0,0-9 0 15,2 8-8-15,-1-8-11 0,1-1-9 0,-1 2 2 16,2 5-7-16,-1-7-8 0,0-3 1 0,3 2-9 16,-5 1 2-16,2-7-15 0,0 3-28 0,-1 2-20 15,2-3-32-15,-1 3-41 0,2 0-37 0,-2 0-47 16,1-4-52-16,3 3-35 0,0-3-183 0,-2-2-503 15,4 0 222-15</inkml:trace>
  <inkml:trace contextRef="#ctx0" brushRef="#br0" timeOffset="38413.21">29171 6669 21 0,'0'0'237'0,"1"-9"-19"0,-1 9-16 0,0 0-10 15,3-6-1-15,-3 6-2 0,0 0-1 0,0 0-10 16,0 0-3-16,0 0-9 0,0 0-10 0,0 0-16 16,0 0-10-16,0 0-10 0,0 0-12 0,0 0-13 15,0 0-8-15,7 23-9 0,-3-15-5 0,0 0 1 16,2-1-18-16,1 3-4 0,0-2-5 0,5-1-5 16,-5-1-4-16,2-2-3 0,4 2 1 0,-3-3-8 15,3 1-1-15,-1-2-1 0,-1-2-1 0,3 2 1 0,-2-3-4 16,2 0 4-16,-1-1-3 0,-2-2 0 15,-1 1 13-15,-1-3-18 0,-1 0 13 0,-3 2 8 16,3-2-7-16,-2-3-8 0,-3-1 2 0,-2 2 2 16,-1-4-1-16,-1 2-9 0,-2-1 3 0,0 1-8 15,-2 0-1-15,0 3 3 0,0-2-8 0,1 3 1 16,-1 0-11-16,1 1-17 0,4 5-22 0,-15-1-34 16,5 2-34-16,-2 4-30 0,-6 7-58 0,3 0-44 15,-5 8-61-15,-2 3-160 0,4-1-499 0,-1-3 221 16</inkml:trace>
  <inkml:trace contextRef="#ctx0" brushRef="#br0" timeOffset="39163.71">30032 6870 101 0,'0'0'259'0,"0"0"-25"0,-5-3-24 16,5 3-19-16,0 0-23 0,0 0-16 0,0 0-17 15,0 0-20-15,0 0-8 0,0 0-13 0,0 0 1 16,14 18-1-16,-1-3-3 0,1 9 18 0,4 2-3 0,-2 3-15 16,13 10-5-16,-9-10-9 0,7 13-8 0,-4 0-9 15,1 0-4-15,-6-12-8 0,9 12-3 16,-9-13-4-16,3 0-4 0,0 1-5 0,6 10-4 16,-8-13-2-16,5 2 7 0,0-1 14 0,11 10 4 0,3-2 3 15,3-2-8-15,0-3 4 0,-1-2 6 0,-1 0 3 16,-4-11-5-16,-2-2-4 0,-1 2-7 0,1-2 1 15,-1-3-4-15,0-1 1 0,-4-1-6 0,3 0 1 16,-3-2-6-16,0-1-2 0,-10-2-1 0,1-1-7 16,-3-2 1-16,-3 0 3 0,-1 0-7 0,-2-1 1 15,0 1 1-15,-2-2 0 0,-3 1 1 0,-5-2-1 16,8 4 8-16,-8-4 5 0,9 1 0 0,-9-1 16 16,0 0 2-16,0 0 2 0,0 0-4 0,0 0 1 15,0 0-5-15,0 0-11 0,0 0 9 0,0 0-1 16,1-13-9-16,-1 13 8 0,0 0-7 0,0 0 12 15,-15-7 0-15,15 7 3 0,-12-6 4 0,7 5 0 16,5 1-14-16,-14-2 2 0,6 2-5 0,8 0-1 16,-16 6-6-16,3-2 0 0,-4 4-2 0,0 3 1 15,-6 2-6-15,1 2-3 0,-3 2-11 0,0 2-19 16,2-3-40-16,1-2-28 0,7 0-40 0,-3-2-39 16,-1 4-39-16,2-3-46 0,3 1-54 0,0-3-43 15,3 2-260-15,-1-1-649 0,5-7 287 0</inkml:trace>
  <inkml:trace contextRef="#ctx0" brushRef="#br0" timeOffset="39351.92">31024 7541 264 0,'-16'-23'304'0,"-4"1"-14"0,-2 2-8 15,-1 1-14-15,2 0-1 0,-1 3-10 0,1-1-26 16,3 5-2-16,-1 1-28 0,-1-3-13 0,2 3-24 15,3 1-10-15,1 0-21 0,3 0-31 0,4 3-29 16,-2 0-49-16,5 0-60 0,-3 0-71 0,5-3-86 16,3 0-61-16,3 4-220 0,5-6-513 0,5 1 228 15</inkml:trace>
  <inkml:trace contextRef="#ctx0" brushRef="#br0" timeOffset="41647.3">32302 7937 24 0,'0'0'91'0,"0"0"-13"0,0 0-2 15,0 0 4-15,0 0-7 0,0 0 0 0,0 0-8 16,0 0 8-16,0 0 5 0,0 0 2 0,0 0-1 15,0 0-1-15,0 0-7 0,0 0-2 0,0 0-6 0,0 0-9 16,0 0-3-16,0 0-1 0,0 0-5 0,4 23 9 16,-2-9-9-16,3 5-12 0,-1 7 7 0,4 3-7 15,-2 2-8-15,1 4-15 0,2 14-37 16,-1-13-36-16,0 11-47 0,-2 4-123 0,1-2-250 16,-3 0 111-16</inkml:trace>
  <inkml:trace contextRef="#ctx0" brushRef="#br0" timeOffset="41865.9">32867 9729 90 0,'12'52'129'0,"-7"-29"-23"16,-5-23-4-16,4 36-11 0,-4-36-18 0,-1 34-17 0,1-34-32 16,0 0-35-16,-13 45-43 0,13-45-47 0,-19 23-110 15,19-23 48-15</inkml:trace>
  <inkml:trace contextRef="#ctx0" brushRef="#br0" timeOffset="47863.95">27059 16126 11 0,'2'-9'163'0,"-2"9"-4"0,0 0 3 15,-2-12-2-15,2 12 1 0,0 0-6 0,0-7 0 16,0 7-7-16,0 0-9 0,0 0-5 16,0-9-9-16,0 9-8 0,0 0-10 0,0 0-6 15,0 0-13-15,0 0-9 0,0 0-7 0,0 0 1 16,0 0-3-16,0 0 4 0,0 0-3 0,-2 29-5 0,2-17 1 15,0-1-6-15,0 6-7 0,-5 0 26 0,2 1-10 16,-3-2-5-16,4 5-15 0,-5-4 13 16,3-2-15-16,-2 2-5 0,4-2-8 0,0-1 0 15,-2-2-2-15,3-2-5 0,-1-1-9 0,0-1 11 16,2-8-11-16,0 11 0 0,-2-5-5 0,2-6 0 16,-4 7 3-16,4-7 0 0,0 0 1 0,-2 9 8 15,2-9 6-15,0 0-1 0,0 0 0 0,0 0-14 16,0 0 10-16,0 0-9 0,-5-26-1 0,8 13 2 15,-6-6-8-15,7 0 0 0,-3-8-3 0,5 0 4 16,-4-2-3-16,3-1 0 0,1 2 2 0,2 0-6 16,0-1 1-16,1 1 0 0,1 1-6 0,-4-2-10 15,3 2 12-15,0 1 0 0,3 2 5 0,-2 0-5 16,-5 7-2-16,7-1 3 0,-4 4-4 0,-1 3 5 16,-1 2-3-16,-1-1-2 0,2 3 0 0,-4 2-1 15,1 0 2-15,-4 5-5 0,9-6 1 0,-3 5-12 16,-6 1 14-16,14 0-4 0,-3 2 4 0,-1 5 0 15,3 1 4-15,0 2-1 0,1 4 8 0,1 1 10 16,3 5-10-16,-1 0 3 0,-3 1-5 0,0 1 2 16,0 2 2-16,-3 0-5 0,1 0 3 0,-2 0-9 15,-1 3 14-15,0-3 4 0,2 0-3 0,-4-4-4 16,4 5 4-16,1-2-5 0,-3-3 2 0,-3-3 7 16,2 2-7-16,-2-3-6 0,1 0 2 0,-1-2-7 15,1-2 2-15,-2-2 1 0,2-2 0 0,-5-1-9 16,0 2 14-16,2-2-4 0,-2-1-1 0,1 0 2 15,-1-2-2-15,-2-4-3 0,4 7-15 0,-4-7-9 16,2 7-11-16,-2-7-47 0,0 0-23 0,0 0-33 16,0 0-25-16,0 0-45 0,0 0-19 15,-15 4-21-15,15-4-18 0,-16-4-158 0,16 4-458 0,-22-9 204 16</inkml:trace>
  <inkml:trace contextRef="#ctx0" brushRef="#br0" timeOffset="48114.88">27106 16286 60 0,'0'0'165'15,"0"0"-11"-15,0 0-5 0,0 0 4 0,0 0-11 16,31-23-5-16,-10 8-4 0,8-4-4 0,-2-3-6 16,19-6-1-16,-5 1-10 0,4 1-1 0,-13 7 0 0,-1 0-9 15,2 1-4-15,-5 1-13 0,-3 2-4 0,-8 5-7 16,1 2-7-16,-5 1-7 0,-3 0-7 15,1 4-2-15,-7-1-10 0,5 2-1 0,-4-2-6 16,-5 4-4-16,11-3-10 0,-11 3-17 0,9-1-15 16,-9 1-41-16,0 0-28 0,0 0-37 0,16 6-39 15,-16-6-44-15,5 7-136 0,-5-7-364 0,0 0 162 16</inkml:trace>
  <inkml:trace contextRef="#ctx0" brushRef="#br0" timeOffset="51367.17">27903 15915 53 0,'0'0'112'0,"0"0"7"0,0 0-20 0,0 0 4 0,2-9-12 15,-2 9 2-15,0 0 2 0,0 0-2 16,0 0-3-16,0 0 1 0,-2-9-3 0,2 9 1 15,0 0-2-15,0 0-3 0,0 0-1 0,-4-7 5 16,4 7-2-16,0 0-2 0,0 0 4 0,0 0-9 0,-1-10-9 16,1 10 0-16,0 0 7 0,0 0-2 0,0 0 1 15,-2-8 0-15,2 8-4 0,0 0-9 0,0 0 0 16,0 0-9-16,0 0 1 0,0 0-6 16,0 0-6-16,0 0-11 0,0 0-3 0,0 0-5 15,0 0-2-15,0 0-4 0,0 0-1 0,0 0-5 16,0 0 3-16,0 0 0 0,0 0 6 0,0 0-1 15,13 25 1-15,-10-13 2 0,1 3 5 0,3-1 7 16,-4-2-7-16,3 6 2 0,-1-2 4 0,1 2 4 16,-1 0 1-16,2-3-2 0,-3 1 3 0,0 0-2 15,-3 0 0-15,3 3-4 0,1-3-5 0,-3-4-16 16,0-1 13-16,1 2-4 0,-1-5 6 0,-2 2-8 16,4-3 1-16,-4-7-4 0,1 11-3 0,-1-4 2 15,0-7-8-15,3 10 4 0,-3-10 0 0,0 8 0 16,0-8 0-16,1 6-7 0,-1-6-2 0,0 0 9 15,0 0-15-15,0 0-11 0,0 10-15 0,0-10-12 16,0 0-13-16,0 0-17 0,0 0-17 0,0 0-25 16,0 0-43-16,0 0-30 0,0 0-35 0,0 0-20 15,0 0-175-15,-11-22-450 0,8 15 200 0</inkml:trace>
  <inkml:trace contextRef="#ctx0" brushRef="#br0" timeOffset="51813.91">27912 15826 135 0,'2'-8'143'0,"5"1"4"0,-2-2-8 16,6 0-2-16,0 0-5 0,5-3-3 0,-3 4-2 15,5-2-14-15,-2 4-9 0,1 2-5 0,-2 3-2 16,-2 1-6-16,0 1 0 0,1 0-2 0,3 4-2 15,-7 1-4-15,1 1-3 0,-3 0 3 0,0 3 0 16,-2-1-8-16,-1 2-8 0,0 0-2 0,-1 0 2 16,-2 1-5-16,-2-1-7 0,2 5-5 0,-2-5-5 15,2 0 0-15,-2-3-9 0,0 1-5 0,0-9-1 16,-2 15-2-16,2-12-7 0,0-3 1 0,0 11-5 16,5-6-3-16,-5-5-9 0,5 7-1 0,-1-3-3 15,1 1 0-15,0-1-4 0,3 0 0 16,-3 0-2-16,3 0 3 0,1 0-1 0,0 1-3 15,0 0 5-15,0 1-1 0,-3-2-4 0,4 6 4 16,-3-4 0-16,0 1 0 0,-1 1-3 0,0-2 3 16,0-2 2-16,-4 3-2 0,2-1 2 0,-1-2 0 15,0 2-2-15,-3-6 1 0,1 12 1 0,-1-12 3 16,-1 11-4-16,-1-4 4 0,0-1-6 0,-1 0-2 0,-2 0-5 16,-1-3-7-16,-2 5-19 0,3-4-15 0,-3-2-27 15,8-2-22-15,-14 3-34 0,7-1-45 16,-4-4-34-16,1 2-131 0,10 0-371 0,-21-7 164 15</inkml:trace>
  <inkml:trace contextRef="#ctx0" brushRef="#br0" timeOffset="52198.35">27881 15538 95 0,'0'0'189'0,"-10"0"-15"0,10 0-14 15,0 0-11-15,0 0-11 0,-8-3-1 16,8 3-2-16,0 0 0 0,0 0-8 0,25-18-10 15,-8 6 7-15,8 0-7 0,3-4 0 0,1 3-7 0,-1-2 5 16,-1 0-1-16,-4-1 7 0,3 5 0 0,-9 0 2 16,-2 2 2-16,-6 2-13 0,2-1 17 0,-6 6 3 15,-5 2 6-15,11-8-5 0,-11 8-13 16,10-8-13-16,-10 8-3 0,0 0-16 0,9-6 0 16,-9 6-7-16,0 0-7 0,0 0-8 0,0 0-22 15,0 0 11-15,0 0-8 0,0 0-10 0,8-7-16 16,-8 7-17-16,0 0-23 0,0 0-42 0,0 0-46 15,0 0-58-15,0 0-56 0,0 0-76 0,0 0-279 16,0 0-623-16,0 0 275 0</inkml:trace>
  <inkml:trace contextRef="#ctx0" brushRef="#br0" timeOffset="54796.55">28907 15527 230 0,'0'0'244'0,"3"-5"-15"0,-3 5-13 15,0 0-12-15,0 0-9 0,0 0-10 0,0 0-7 16,0 0-10-16,-13-9-13 0,13 9-11 0,-10 0-9 16,10 0-5-16,0 0-9 0,-17 12-3 0,9-3-14 15,0 0 2-15,-1 5-1 0,-1 1-5 0,-3 7 30 16,1 2-8-16,2-1-7 0,1 4-18 0,0-3-4 16,2 2-15-16,1 0 4 0,4-1 1 0,-1 0-10 15,3-6-4-15,0-1-2 0,0 1-11 0,3-3-2 16,-2 2-9-16,1-6-9 0,4 0 6 0,0-2-12 15,-1 3-10-15,2-4 7 0,2 0-5 0,1-2 4 16,-1-2 0-16,2 0 2 0,3-1-8 0,-1-4 3 16,1 0-4-16,4-3-2 0,0-1 2 0,-5 0-5 15,5-1-5-15,-7 0 3 0,3-4-4 0,2 0-2 16,-6 2-9-16,2-5-21 0,-3 3-10 0,0 0-18 16,2-1-31-16,-1-3-39 0,0 1-39 0,-1-2-45 15,0-1-56-15,0 0-62 0,-3-2-237 0,3-1-608 16,-1-5 269-16</inkml:trace>
  <inkml:trace contextRef="#ctx0" brushRef="#br0" timeOffset="55210.39">28745 15226 205 0,'-10'-2'255'0,"-3"0"-7"0,-1-1-19 0,0 1-6 16,4 0-3-16,-2-1-16 0,2 2-6 0,1-1-18 16,9 2-2-16,-11-4-18 0,11 4-12 0,-8-1-9 15,8 1-16-15,-7-2-9 0,7 2-4 0,0 0-17 0,0 0-9 16,21-20-10-16,-3 7-4 0,6-2-7 15,3-1 0-15,4 0-14 0,4-1-5 0,10-6 5 16,-13 7-9-16,0 4-4 0,-4-4-1 0,-2 4 11 16,-6 3-1-16,-3 1 0 0,1 2 5 0,-8 0 2 15,-1 2 2-15,0 1 6 0,-3 1 0 0,-1-1 7 16,-5 3-2-16,9-5 4 0,-9 5 5 0,9-1-6 16,-9 1 0-16,0 0 2 0,6-6-13 0,-6 6 4 15,0 0-4-15,0 0-4 0,0 0-8 0,8-1-1 16,-8 1-8-16,0 0 0 0,0 0-27 0,0 0-29 15,0 0-44-15,0 0-39 0,0 0-53 0,0 0-50 16,0 0-62-16,-20-6-66 0,20 6-295 0,0 0-682 16,0 0 301-16</inkml:trace>
  <inkml:trace contextRef="#ctx0" brushRef="#br0" timeOffset="57296.92">29600 15409 21 0,'0'0'219'0,"0"0"-2"16,0 0-10-16,0 0-18 0,0 0-12 0,0 0-15 16,0 0 4-16,0 0 3 0,0 0-8 0,5 16-1 15,-5-7-4-15,2 1-5 0,-1 4-6 0,4 1-10 16,-3 2-9-16,2 1-6 0,-3-1-8 0,5 1-10 15,-5 0-2-15,3 0-12 0,0-3 5 0,-1 3-20 16,0-7-8-16,3 1-6 0,-3 1 1 0,-2-2-7 16,3 2-7-16,-5-4-3 0,5 1-17 0,-2 0 7 15,-1-2-4-15,3 3-5 0,-1-4-2 0,-2-2-9 16,2 0-11-16,-3-5-31 0,6 10-12 0,-4-7-19 16,-2-3-19-16,3 6-18 0,-3-6-24 0,0 0-19 15,4 5-19-15,-4-5-25 0,0 0-15 0,0 0-48 16,0 0-148-16,0 0-428 0,0 0 190 0</inkml:trace>
  <inkml:trace contextRef="#ctx0" brushRef="#br0" timeOffset="57547.49">29618 15349 172 0,'14'-10'202'0,"4"2"5"0,2 2-7 16,6-1-6-16,-4 4-8 0,7 3-6 0,-1 1 0 15,-6 5 0-15,5 3-9 0,-2 3-6 0,-2 1-6 16,-1 3-10-16,-7-2-5 0,3 5-12 16,-6-2-7-16,-3 0-6 0,0 2-15 0,-4 0-5 15,1 7-7-15,-6-7-7 0,-2 7-1 0,-4 1-21 16,-5 1 11-16,-2-1-14 0,-2 0-8 0,-4-1-8 16,-3-1-17-16,-1-1-23 0,1-2-33 0,-2 0-48 0,-4-3-43 15,1-1-44-15,0-2-65 0,-1-4-60 16,-3-1-169-16,6-7-496 0,2-1 220 0</inkml:trace>
  <inkml:trace contextRef="#ctx0" brushRef="#br0" timeOffset="58766.42">30299 15266 146 0,'0'0'220'0,"0"0"-1"0,0 0-13 0,0 0-6 15,0 0-12-15,0 0-5 0,0 0-11 0,0 0-9 16,0 0 1-16,0 0-11 0,0 0-2 0,0 0-15 15,0 0 6-15,0 0-5 0,0 0-5 0,0 0-3 0,0 0-4 16,0 0-5-16,0 0-6 0,0 0 2 0,0 0 3 16,0 0-35-16,0 0 12 0,0 0 4 0,0 0-14 15,0 0-2-15,0 0-9 0,0 0-6 0,0 0-2 16,0 0-10-16,0 0-3 0,0 0-6 16,0 0-5-16,0 0-4 0,0 0-15 0,0 0 1 15,0 0-4-15,0 0 1 0,0 0-5 0,0 0 1 0,9-8 5 16,-1 6-7-16,3-4 8 0,2 1-30 0,4 0 22 15,-5 2 0-15,6-6-2 0,0 5-3 0,-1-1-3 16,2-2 5-16,1 0-4 0,0 2 1 16,-4 0-17-16,2-2 0 0,-5 2-7 0,-2 4-12 15,0-2-18-15,-5 0-19 0,0-1-29 0,2 2-30 16,-8 2-29-16,8-3-35 0,-8 3-32 0,7-1-34 16,-7 1-40-16,0 0-232 0,0 0-568 0,0 0 251 0</inkml:trace>
  <inkml:trace contextRef="#ctx0" brushRef="#br0" timeOffset="58986">30424 15032 251 0,'-2'-3'321'0,"2"3"-19"16,-7-7-25-16,7 7-21 0,0 0-24 0,0 0 5 15,0 0 3-15,0 0-7 0,0 0-9 0,-1 37-31 16,7-12-19-16,-4-1-6 0,0 5-25 0,2 3-15 15,1-2-11-15,-1 1-12 0,-1 4-22 0,2-2-45 16,0-2-38-16,-1-1-54 0,-3 2-47 0,0-2-71 16,4-3-78-16,-1-2-65 0,-2-7-157 15,0-6-511-15,1 2 226 0</inkml:trace>
  <inkml:trace contextRef="#ctx0" brushRef="#br0" timeOffset="63287.15">31058 15069 56 0,'-6'-6'104'0,"6"6"14"0,0 0 0 16,-9-9 1-16,9 9 4 0,-7-4-7 0,7 4-1 15,0 0-5-15,-10-7 2 0,10 7-10 0,0 0 0 16,0 0-9-16,-7-7-7 0,7 7-13 0,0 0-5 15,0 0-6-15,0 0-11 0,0 0-1 0,0 0-6 16,0 0-4-16,0 0 6 0,0 0 7 0,0 0-4 16,-7 18 2-16,7-18-6 0,-1 19 5 15,1-6 1-15,0 4 5 0,-3-1-5 0,3-1 0 16,-1 3-1-16,-2 0-7 0,1 0 1 0,2-2-4 16,0 4 0-16,-1-4-4 0,-1 0-5 0,1 1 1 15,-1-5-5-15,2 3 0 0,0-2-6 0,-2-4-1 16,2-9-4-16,-1 15 2 0,1-15-3 0,-2 11-2 15,2-11-1-15,0 0 2 0,0 10-4 0,0-10 4 16,0 0-2-16,0 0 10 0,0 0 9 0,-2 12 7 16,2-12 0-16,0 0-3 0,0 0-5 0,0 0-2 15,0 0-3-15,0 0-4 0,-1-36-5 0,1 36 3 16,-1-27-4-16,2 9-1 0,-1 0-3 0,0-1-2 16,-1-7-7-16,-1 7-1 0,1-7-3 0,0-1-1 15,1 2-4-15,1-2 5 0,2 0-7 0,-3 0 2 16,1 2 0-16,2 9 1 0,-2-1 1 0,0 0 2 15,2 2 0-15,-3 2 0 0,2 3-1 0,-1 0 0 16,-1 10 2-16,3-16-2 0,-3 16-2 0,2-10 1 16,-2 10-4-16,3-8 3 0,-3 8 1 0,0 0 0 15,0 0 0-15,0 0 1 0,0 0 0 0,23 12 0 16,-13 0 4-16,-2-2 0 0,2 3-1 0,2 2 7 16,-1 1 5-16,5 5 1 0,-6-3 7 0,0-1 7 15,4 3-4-15,-2 1-3 0,-1-2 1 0,-2-2 0 16,1 0 0-16,2 5 3 0,-5-3 2 15,1 0-4-15,0-4 1 0,-1 2 2 0,1-3-6 0,-3-2 1 16,-1 1-6-16,0-5 1 0,1 3-1 16,-1-4-4-16,0 1 4 0,-4-8-2 0,5 14-2 15,-3-10 1-15,-2-4-5 0,4 10-11 0,-4-10-6 16,0 0-19-16,4 10-14 0,-4-10-20 0,0 0-26 16,0 0-30-16,0 0-18 0,0 0-46 0,0 0-35 15,1 15-27-15,-1-15-152 0,0 0-432 0,0 0 191 16</inkml:trace>
  <inkml:trace contextRef="#ctx0" brushRef="#br0" timeOffset="63484.83">31051 15231 46 0,'0'0'175'0,"0"0"-4"0,0 0-9 0,0 0-10 16,0 0-14-16,0 0-6 0,0 0-19 0,5-16-12 15,-5 16-12-15,16-13-6 0,-3 2-12 16,1 2-19-16,0-2-12 0,0-2-29 0,-1 2-30 16,6-9-25-16,-6 5-40 0,1 0-27 0,0 1-102 15,-2-2-231-15,-2 3 102 0</inkml:trace>
  <inkml:trace contextRef="#ctx0" brushRef="#br0" timeOffset="63831.78">30781 14745 204 0,'0'0'204'0,"0"0"-13"16,0 0-21-16,0 0-7 0,0 0-10 15,0 0-11-15,0 0 0 0,37-33-12 0,-10 16-10 0,1-2-6 16,8 0-6-16,-6-1-4 0,4 0-7 16,-4 1 0-16,0 1-1 0,-6 1 0 0,2 1-5 15,-7 6-5-15,-4-1-10 0,0 2-4 0,-4 3-8 16,0 2-8-16,-5-3-5 0,0 4-6 0,-6 3-4 16,9-4-3-16,-9 4-4 0,10-5-4 0,-10 5-5 15,0 0-2-15,0 0 0 0,0 0 1 0,0 0-6 16,0 0-1-16,0 0-8 0,0 0-19 0,0 0-20 15,0 0-38-15,0 0-36 0,0 0-39 0,0 0-37 16,0 0-38-16,-8 34-183 0,8-34-433 0,-5 21 192 16</inkml:trace>
  <inkml:trace contextRef="#ctx0" brushRef="#br0" timeOffset="65907.82">31455 14762 56 0,'0'0'132'0,"-2"-12"6"0,2 12-4 0,0 0 0 16,0 0 1-16,0 0-18 0,-2-13-3 0,2 13-6 15,0 0-14-15,0 0-7 0,0 0-7 0,0 0-12 16,-3-3 7-16,3 3 9 0,0 0 8 0,0 0-3 16,0 0-11-16,4 29-6 0,-4-17 3 0,4 4 4 15,-4 0-5-15,0 1-4 0,2 4-1 0,-2-2-7 16,4-1-1-16,-1 7-4 0,-2-6-3 0,1 0-7 15,0-1-6-15,2-1-2 0,-2 0-1 0,-2-3-2 16,3 1 0-16,-3-4-4 0,2 0-1 0,0 0-6 16,-1-1 1-16,-1-2-4 0,1 0-1 0,-1-8-2 15,1 13-5-15,1-8 0 0,-2-5-1 16,0 9-4-16,0-9 3 0,0 0-4 0,0 9 1 0,0-9 1 16,1 7 1-16,-1-7-2 0,0 0-4 0,0 0 0 15,0 0-1-15,2 6-2 0,-2-6 1 0,0 0 0 16,0 0-6-16,0 0 2 0,0 0-2 0,0 0-3 15,0 0-1-15,0 0-1 0,0 0-1 0,0 0-1 16,0 0 3-16,0 0-4 0,0 0 1 16,0 0 1-16,0 0 6 0,0 0-5 0,0 0 6 15,0 0 2-15,0 0-7 0,0 0 2 0,0 0 7 16,0 0-5-16,0 0 2 0,0 0-4 0,0 0 3 0,0 0-2 16,0 0 2-16,0 0-3 0,0 0 6 0,0 0-6 15,0 0-1-15,0 0 1 0,0 0 0 16,0 9 1-16,0-9 3 0,3 7-2 0,-3-7 2 15,1 7-3-15,-1-7 3 0,2 6 0 0,-2-6-3 16,3 10 3-16,-3-10-1 0,2 9 1 0,-2-9 1 16,0 8-5-16,0-8 4 0,1 8-2 0,-1-8-3 15,0 0-8-15,0 0-11 0,3 6-4 0,-3-6-17 16,0 0-11-16,0 0-16 0,0 0-2 0,1 7-22 16,-1-7-18-16,0 0-27 0,0 0-18 0,0 0-3 15,0 0-9-15,0 0-108 0,0 0-303 0,0 0 134 16</inkml:trace>
  <inkml:trace contextRef="#ctx0" brushRef="#br0" timeOffset="66430.23">31449 14757 117 0,'4'-8'122'16,"1"-2"-11"-16,3-1-3 0,0 1 0 0,-2 1-10 16,5 0 1-16,-3 3-10 0,4-1-1 0,-3 2-5 15,2 2-5-15,1 1-1 0,-1 1-10 0,1 2 4 16,-1 2-8-16,1 0-3 0,-1 4 1 16,-1 1-4-16,4 1-4 0,-5 1 2 0,0 3-6 15,-1-3-4-15,0 4 5 0,-3 2-3 0,-4-3-6 16,2 2 0-16,-2 1 4 0,-1 1 1 0,-1-1-9 15,-3 0 2-15,-1 0-7 0,1 0-2 0,-1-6-6 0,1 2 0 16,-2 0-2-16,-1-1-4 0,3-3-1 16,2-1-4-16,-1-1-2 0,3-6-7 0,-3 9 4 15,2-4-8-15,1-5-4 0,-2 8 2 0,2-8 3 16,0 0 1-16,6 10-3 0,-2-8 2 0,-4-2 0 16,13 6 3-16,-2-3-8 0,1 0 6 0,2-1-3 15,-1 2 0-15,2 0-2 0,-1 0 1 0,-1 0 1 16,-1-2-5-16,0 2 6 0,1-1-2 0,-2 0 0 15,0 1 8-15,-3 0-2 0,-1-1-6 0,-1 2-3 16,-6-5 11-16,9 5-2 0,-5-1 15 0,-4-4 9 16,3 7-2-16,-3-7 2 0,-7 11-1 0,2-6 1 15,-4 0-3-15,-1 3-3 0,-2 2-5 0,-2-2-1 16,-4-1 4-16,-1 0-6 0,8 0 1 0,-5-1-3 16,-1 1-5-16,5-3-1 0,1 1-21 15,0-3-10-15,0 0-28 0,1 4-31 0,10-6-18 0,-16 2-22 16,16-2-37-16,-14 1-22 0,14-1-128 0,0 0-338 15,-20-6 150-15</inkml:trace>
  <inkml:trace contextRef="#ctx0" brushRef="#br0" timeOffset="67314.89">32163 14582 142 0,'0'0'203'0,"0"0"-3"0,0-13-11 15,0 13-8-15,0 0-12 0,0 0-7 0,0 0-5 16,-6-11-17-16,6 11-4 0,0 0-13 0,0 0-7 16,0 0-4-16,0 0-11 0,0 0 1 0,-24 13-4 15,15-3-7-15,0 4-4 0,-2 0-3 0,0 2-4 16,4 0 0-16,0 4-8 0,0-4-6 0,0 3-3 16,3-1-1-16,2-1 1 0,1 2 3 0,-1-1-1 15,1 0-2-15,0 0 6 0,2 0-2 0,0-1-10 16,2-3-4-16,-1-1-4 0,2-2-8 0,0 1-1 15,1-2-7-15,3 2-2 0,-2-5-2 0,1 1-1 16,-1 0-1-16,3-2-6 0,0-3 4 0,-3 1-6 16,1-2-1-16,-7-2 1 0,16 4 2 0,-5-4-8 15,-11 0 2-15,21-5-5 0,-9 2 2 0,-1-1-8 16,1 0 7-16,-1-2-2 0,1 0-4 0,-2 1-5 16,-1 0-15-16,0-3-8 0,-3 4-11 15,3-1-7-15,-2 0-16 0,-1 2-22 0,-2-1-25 16,-4 4-34-16,9-9-28 0,-9 9-39 0,5-11-27 15,-5 11-36-15,4-11-172 0,-4 11-476 0,0 0 211 16</inkml:trace>
  <inkml:trace contextRef="#ctx0" brushRef="#br0" timeOffset="67764.92">31963 14350 186 0,'-9'0'219'0,"9"0"-10"0,-15 3-6 0,10-3-20 16,5 0-10-16,0 0-17 0,-12 0-18 0,12 0-13 0,0 0-10 16,0 0-12-16,0 0-6 0,0 0 11 0,0 0-14 15,28-17-3-15,-9 9-16 0,7-4-5 16,3-2-1-16,-3 2-2 0,2-2-3 0,-5 2 8 16,3 1-3-16,-9 1 10 0,0-2-3 0,2 2 2 15,-3 1-10-15,-7 2 5 0,1 3-12 0,-4-1-1 16,-6 5-4-16,10-6-7 0,-10 6-2 0,8-4 0 15,-8 4-7-15,0 0 0 0,9-5-3 0,-9 5-3 16,0 0-4-16,0 0 3 0,0 0-9 0,10-4 1 16,-10 4-5-16,0 0-4 0,0 0-2 0,0 0-15 15,0 0-31-15,0 0-38 0,0 0-56 0,0 0-64 16,0 0-55-16,0 0-48 0,0 0-163 0,12 17-494 16,-12-17 218-16</inkml:trace>
  <inkml:trace contextRef="#ctx0" brushRef="#br0" timeOffset="68791.53">32653 14457 72 0,'0'0'167'15,"0"0"-10"-15,0 0-12 0,0 0-9 0,0 0-9 16,0 0-13-16,0 0-6 0,0 0-14 0,0 0-5 16,0 0-10-16,0 0-6 0,0 0-9 0,0 0-3 15,0 0-11-15,0 0-5 0,0 0-10 0,0 0 0 0,0 0-3 16,0 0-4-16,0 0-2 0,0 0-4 16,0 0 0-16,0 0 6 0,0 0-9 0,0 0 0 15,0 0 4-15,0 0 7 0,0 0 5 0,0 0 2 16,0 0 4-16,0 0 9 0,0 0-7 0,0 0 2 15,0 0 0-15,0 0 1 0,0 0-2 0,0 0 33 16,0 0-8-16,0 0-4 0,0 0 0 0,0 0-1 16,0 0 0-16,0 0-1 0,0 0 1 0,0 0-12 15,0-9-4-15,0 9-6 0,0 0-7 0,0 0 3 16,0 0-20-16,-5-14 14 0,5 14-6 0,-2-9-1 16,2 9-1-16,0 0 0 0,-3-14 1 0,3 14 9 15,-4-11 11-15,4 11 1 0,0 0 6 0,-4-9 0 16,4 9-26-16,0 0 15 0,0 0-4 0,0 0 1 15,0 0-10-15,-1-11-1 0,1 11-7 0,0 0-3 16,0 0 1-16,0 0 4 0,0 0 5 0,0 0 0 16,8 28 1-16,-6-15 2 0,2 1 7 15,1 5 2-15,0-4 7 0,0 6-4 0,0 4 4 16,1 1-3-16,-3-7-2 0,-3-19-4 0,10 42-2 16,-8-23-5-16,-2-19 4 0,0 0-17 0,9 46 17 15,-9-46-6-15,4 28 9 0,-4-28-9 0,0 0 0 16,5 32 0-16,-5-32-8 0,0 0 3 0,0 0-5 15,6 34-5-15,-6-34 9 0,0 0-8 0,0 0-13 16,0 0 8-16,0 0 8 0,7 30-11 0,-7-30 6 0,0 0-6 16,0 0 8-16,0 0-11 0,0 0 1 15,0 0 3-15,0 0-6 0,0 0-4 0,0 0-11 16,0 0-15-16,0 0-11 0,0 0-24 0,0 0-36 16,0 0-43-16,0 0-23 0,0 0-25 0,0 0-21 15,0 0-34-15,0 0-35 0,0 0-31 0,0 0-162 16,0 0-513-16,0 0 227 0</inkml:trace>
  <inkml:trace contextRef="#ctx0" brushRef="#br0" timeOffset="69398.14">32596 14472 92 0,'0'0'127'15,"0"0"-13"-15,-11-3-7 0,11 3 6 0,0 0 9 16,0 0-16-16,-7-3-3 0,7 3-5 0,0 0-10 16,0 0-6-16,0 0-2 0,0 0 3 0,0 0-1 15,0 0-3-15,0 0-7 0,0 0 7 0,0 0-9 16,0 0 9-16,0 0-6 0,0 0-3 0,0 0 7 15,0 0 4-15,0 0-6 0,-12-3-6 0,12 3-6 16,0 0-3-16,0 0-6 0,0 0-6 0,0 0 0 16,-1-13-8-16,1 13 2 0,0 0-10 0,0 0 1 15,0 0-3-15,0 0-1 0,4-16 3 16,-4 16 2-16,0 0 5 0,0 0 1 0,4-12 1 16,-4 12-5-16,0 0-2 0,3-11 0 0,-3 11-9 15,0 0 6-15,6-9-6 0,-6 9-5 0,5-8 0 16,-5 8 1-16,0 0-3 0,9-6-1 0,-9 6-2 15,6-8 2-15,-6 8 2 0,10-7-3 0,-5 3-1 16,-5 4-12-16,14-8 18 0,-6 1 3 0,1 4-6 16,-9 3-1-16,0 0-1 0,0 0-3 0,0 0-2 15,59-15 1-15,-59 15 5 0,0 0-4 0,45 1 2 16,-45-1 5-16,35 8 5 0,-35-8 3 0,35 18 0 16,-35-18 1-16,33 29 2 0,-20-14 8 0,-13-15-5 15,27 36 3-15,-16-13 1 0,-1-1 2 0,-10-22-5 16,13 44 1-16,-9-19-1 0,-4-25 8 0,-1 50-2 15,1-50 5-15,-10 45-6 0,-1-21-3 0,-1-2-9 16,-5 3 0-16,-2-3 1 0,-3 0-7 0,-1-3-3 16,-3-1 6-16,1 1-3 0,-1-5-7 0,3-1 0 15,4-4-18-15,-6 0-17 0,7-2-25 0,1-3-31 16,-1-3-43-16,5-1-42 0,-2-1-56 0,5-3-73 16,1-3-271-16,-1-2-607 0,3-2 268 0</inkml:trace>
  <inkml:trace contextRef="#ctx0" brushRef="#br0" timeOffset="70107.64">32732 14057 70 0,'-16'7'108'0,"16"-7"1"0,0 0-5 15,0 0-4-15,0 0 6 0,0 0 1 0,-18 5 4 16,18-5 3-16,-11 3 2 0,11-3 3 0,-15 5-2 15,8 0 2-15,-2-2 6 0,0 2 0 0,9-5 7 16,-12 3 1-16,12-3-2 0,-9 5-6 0,9-5-9 16,-7 2-10-16,7-2-3 0,0 0-13 0,0 0-5 15,0 0 3-15,0 0-20 0,0 0-5 0,19-21-7 16,-19 21-1-16,39-29-6 0,-10 10-6 0,-3 1-1 16,1-1-6-16,0 4-6 0,-4-2 9 0,0 1-13 15,-23 16-2-15,28-21-2 0,-28 21-3 0,18-14 0 16,-18 14-3-16,0 0-1 0,0 0 2 15,25-17-9-15,-25 17 3 0,0 0-7 0,0 0 5 16,0 0-7-16,0 0-1 0,0 0-13 0,0 0-22 16,0 0-36-16,22-15-45 0,-22 15-38 0,0 0-59 15,0 0-262-15,0 0-512 0,0 0 228 0</inkml:trace>
  <inkml:trace contextRef="#ctx0" brushRef="#br0" timeOffset="71646.42">29632 15191 87 0,'0'0'213'0,"0"0"-6"0,0 0-16 16,0 0-8-16,0 0-11 0,0 0 0 0,0 0-19 0,0 0-16 15,-14-2 12-15,14 2-8 0,0 0-18 0,0 0-13 16,0 0-14-16,0 0-8 0,0 0-7 15,-11-6-7-15,11 6-9 0,0 0-8 0,0 0-8 16,0 0 0-16,0 0-9 0,15-14-3 0,-5 5-5 16,8-3-5-16,9-5-21 0,1 2-27 0,1-4-34 15,17-9-42-15,3 2-38 0,1-2-43 0,1-1-198 16,-1 3-407-16,1-2 180 0</inkml:trace>
  <inkml:trace contextRef="#ctx0" brushRef="#br0" timeOffset="73780.25">28006 16976 29 0,'-20'5'157'0,"-2"1"0"15,6-1-5-15,-2-2 0 0,0 0-8 0,5-1-3 16,2 0-4-16,-1 1-3 0,4-2-3 0,-2 0-4 15,3 0-3-15,7-1-1 0,-13 3-9 0,13-3-10 16,-7 2-6-16,7-2-14 0,0 0-7 0,0 0-4 16,0 0-2-16,7-19 1 0,2 8-1 15,5-6-7-15,10-5-4 0,3-3-2 0,12-9-1 16,1 3-8-16,5 1 3 0,2-3-4 0,2 3-1 0,3-4-5 16,2 4-1-16,27-9-2 0,-3 0-2 15,-17 12-2-15,25-11 6 0,3-1 3 0,3 4 0 16,10-4 12-16,4 1-5 0,6-2 5 0,3-1-9 15,0-4-2-15,2 2-2 0,8-3-6 0,7-4 1 16,4 2-3-16,6-1-5 0,-1 0 0 0,5-2-8 16,0-1-1-16,4-3-1 0,5-2 0 0,-1 3-1 15,-3-6 0-15,1 5 2 0,-2 1 7 0,-3-4-2 16,-6 6 10-16,-5 0-5 0,-7 8 5 0,-11-5-7 16,-6 7 5-16,-4 3 2 0,-13-3-13 0,-1 4 15 15,-11 3 2-15,-2-4-11 0,-24 16 2 0,-2-5 3 16,-3 3 13-16,2-1-4 0,-7 0-7 0,-1 1 5 15,-1-3-8-15,-1 4-4 0,0-2 0 0,2 4-9 16,-14 1 4-16,13-5-8 0,-13 6-4 0,15-4 2 16,-6-1-12-16,5 2 11 0,-16 5 1 0,4 0-18 15,-5-1 20-15,2-3-7 0,-3 4 2 0,-4-1-3 16,0-2 4-16,2 2-6 0,-4-2-5 0,0 0-14 16,-3-1 1-16,0 0-2 0,-4-1 0 0,2-1-5 15,-5 0-1-15,4-3-6 0,-5 2 5 0,2-2 5 16,0 0-2-16,-2 1-13 0,2-5 20 0,-3 0 2 15,1 4-4-15,-1-2 1 0,0 0 3 0,-1 2 0 16,-9 27 1-16,13-53 0 0,-8 27-6 16,-1-2 11-16,-4 28-3 0,2-52-2 0,-2 25 6 15,0 27-4-15,-5-55-4 0,1 28 3 0,-5-2 4 16,3 1-17-16,-3-4 16 0,-1 0-2 0,-3 2-1 16,-1-2-1-16,0-3-6 0,-7-7-1 0,-2 2-2 0,6 10-8 15,-11-10-3-15,2 0-3 0,-6 3-4 16,-2 1-12-16,-2 3-11 0,-4 3 7 0,-3 0-2 15,-5 2-5-15,-4 3-1 0,1 0-5 0,-11 3-11 16,0 2 5-16,-24-11 0 0,22 14-6 0,-24-2 8 16,-1 7-12-16,26 5 9 0,-30 0-4 0,1 3-1 15,1 1 3-15,-1 5 2 0,27 3 3 0,-27 2 4 16,0 2 0-16,-2 7 0 0,4 0 4 0,-4 4 2 16,1 1-1-16,-5 1 0 0,1-1 5 0,-4 7 0 15,4-1 1-15,-3 2 0 0,-7 0-2 0,-2 4 3 16,-5 3-7-16,-2-1 3 0,3 0 9 0,-2 0-4 15,0 4-3-15,-2-2-8 0,2 4 0 0,0 1 11 16,1-1-15-16,1 0-5 0,1-2 3 0,5 3-4 16,2 8 13-16,3-6-8 0,-4-2 5 0,6 1-5 15,0-1-3-15,0 2 8 0,3-2 4 16,7-1-3-16,4 0-3 0,3 1-1 0,0-1 5 0,4-2 1 16,-2 2 4-16,3 2-51 0,1 0-113 15,2 3 50-15</inkml:trace>
  <inkml:trace contextRef="#ctx0" brushRef="#br0" timeOffset="74364.39">27070 17406 20 0,'36'-7'61'0,"2"1"-11"0,3-1-1 16,-3-2 0-16,-1 4 6 0,17-9 7 0,-2 5-12 16,-2-2 8-16,4-3-2 0,2-4 8 0,-2 1-16 15,2-6 7-15,0 1 8 0,4-5 5 0,-3 0-4 16,29-11 3-16,-28 12-2 0,26-11-7 0,-25 11 5 16,25-13 0-16,-5-1-7 0,-19 14 1 0,22-16-3 15,-3 2 1-15,-22 13-2 0,26-10-5 0,-26 15-11 16,2 3 8-16,27-8-6 0,-25 12-2 0,-2-3-14 15,-2 4 6-15,6 0-4 0,-4 4-9 0,-4-2-13 16,1 2-7-16,0-1-13 0,-3 1-18 0,-2 0-19 16,0 2-16-16,0 0-37 0,-17 1-14 15,16-3-106-15,-13 6-245 0,-1-4 109 0</inkml:trace>
  <inkml:trace contextRef="#ctx0" brushRef="#br0" timeOffset="123102.57">28083 17048 8 0,'-18'1'26'15,"-2"2"-1"-15,6-1 3 0,-4-1 0 0,-2 2-1 16,3 0-9-16,0-1 4 0,-1 0-11 0,0 0 4 16,0 0-5-16,3-1-10 0,1-1 5 15,-1 2-3-15,-3-1 2 0,-1 0 3 0,-2-2 3 0,2 1-5 16,1-1 7-16,-2 1-8 0,2 0 6 0,0-1 12 16,0-1 5-16,0-1-7 0,0-1 8 0,0 0 0 15,2 4 3-15,2-3 8 0,1 2-3 16,-2-2 7-16,3 1 10 0,-1 2-10 0,3-1-3 15,10 1-4-15,-21-1 9 0,21 1-12 0,-14-2-3 16,7 1 6-16,7 1 2 0,-8 0-9 0,8 0-9 0,0 0 7 16,0 0-3-16,-10-1-13 0,10 1-3 15,0 0 26-15,0 0-24 0,0 0 22 0,0 0 0 16,0 0 0-16,0 0 3 0,0 0 2 0,29-2 7 16,-15-1-1-16,3 0 3 0,6 1 3 0,5-9-9 15,5 6 5-15,2-9 2 0,16 1-1 0,0-4-5 16,3-8 2-16,29-8 3 0,2 1-3 0,-2 0 3 15,7-4-3-15,7-2-5 0,2-1 0 0,2 0-6 16,2-6-4-16,8-1-3 0,4-5 2 0,-2-1-1 16,4-1-6-16,9-2-4 0,-2-1 2 0,-6 0-4 15,8 6-2-15,0-6 9 0,-1-4-4 0,8 3 3 16,-1-2-3-16,-6 1 0 0,2-1-9 0,0-5 3 16,4-1-2-16,-1 1-1 0,1 3-1 0,1-1 0 15,-4 0-3-15,-1 7 12 0,-11-5 1 0,-3 4 13 16,1 8 4-16,-10 4 9 0,-3 3 0 0,-13 4 1 15,-2 7-1-15,-29 8-1 0,0-2-1 0,4 6-9 16,-6-4-1-16,1 5-2 0,-4-1-3 0,-5 3-3 16,1-1-3-16,-17 4-4 0,0 3-2 0,-4 0 0 15,0 1-1-15,-1 1 1 0,-13 1-7 0,2 3 2 16,-3-2-2-16,-2 1 2 0,0 2 1 0,-3 0 0 16,-1 2-6-16,-7 0 0 0,11-3 0 0,-11 3 6 15,6-3-7-15,-6 3 1 0,7-3-3 0,-7 3 8 16,0 0 1-16,0 0-4 0,0 0 0 0,0 0 5 15,0 0 1-15,0 0-2 0,0 0 2 0,0 0-2 16,0 0-1-16,0 0 2 0,0 0-2 0,-37 3 1 16,37-3 5-16,-22 0-11 0,10 1 3 0,0-1 5 15,12 0 1-15,-19 2 3 0,8-1-2 16,11-1-1-16,-18 1-8 0,18-1 4 0,-15 1 0 16,15-1 0-16,-13 0-4 0,13 0 3 0,0 0-2 15,-14 0 1-15,14 0-4 0,0 0 1 0,0 0-2 0,0 0 2 16,-12 0-2-16,12 0-4 0,0 0-10 0,0 0-10 15,0 0-10-15,0 0-13 0,0 0-14 0,0 0-16 16,0 0-25-16,0 0-22 0,0 0-20 16,0 0-20-16,0 0-30 0,0 0-34 0,0 0-119 15,0 0-373-15,0 0 165 0</inkml:trace>
  <inkml:trace contextRef="#ctx0" brushRef="#br0" timeOffset="132238.67">8131 14550 35 0,'0'0'122'0,"-11"-3"-8"0,11 3-9 16,-13-2 7-16,13 2-4 0,-11-1-6 0,4 0 4 15,7 1-3-15,-12-3-13 0,5 2-6 16,7 1-10-16,-10-3 7 0,10 3-17 0,-9-4 4 15,9 4-8-15,-9-1-7 0,9 1-2 0,-10-1-4 16,10 1-2-16,0 0-7 0,-7-3-3 0,7 3-2 0,0 0-3 16,-6-4-6-16,6 4 1 0,0 0-5 15,0 0-2-15,0 0 0 0,0 0-4 0,0 0 1 0,0 0 0 16,0 0-4-16,0 0-2 0,0 0 2 16,0 0-1-16,-9-1 2 0,9 1 2 0,0 0 3 15,0 0 1-15,0 0-4 0,0 0 5 0,0 0-5 0,0 0 7 16,0 0 0-16,0 0 1 0,0 0-2 15,0 0 0-15,0 0 3 0,0 0 1 0,0 0 1 0,0 0 4 16,0 0-4-16,0 0-2 0,0 0 1 16,0 0-6-16,0 0 4 0,0 0 0 0,0 0-2 15,0 0-3-15,0 0-4 0,0 0 3 0,0 0-7 0,0 0-1 16,0 0 1-16,0 0-3 0,0 0 3 0,0 0-2 16,0 0 3-16,23-18-3 0,-9 8-1 0,5 0-1 15,7-7-1-15,2 0-1 0,1 2 2 0,1-2-2 16,-1-1 1-16,4 2 0 0,-1-5 5 15,1 2-5-15,-1 1 0 0,0-1-1 0,2 0 3 0,-2-1-5 16,1 3 4-16,-4 1 1 0,1 2-2 0,-6-2-4 16,0 4 3-16,-8 2 1 0,-2 2 4 0,-2 2 8 15,-1-1-5-15,0 3 3 0,-5 0-2 0,1 0 6 16,-1 2 4-16,-1-1 6 0,-5 3 5 16,8-5 8-16,-8 5 3 0,6-4 7 0,-6 4 5 15,0 0-1-15,0 0 12 0,7-2-15 0,-7 2 0 16,0 0-3-16,0 0-5 0,0 0-2 0,0 0-7 15,0 0 1-15,0 0-7 0,0 0-1 0,0 0-5 0,0 0-4 16,8-3-16-16,-8 3-12 0,0 0-23 16,0 0-22-16,0 0-32 0,0 0-34 0,0 0-49 15,0 0-45-15,0 0-41 0,0 0-172 0,0 0-462 0,0 0 204 16</inkml:trace>
  <inkml:trace contextRef="#ctx0" brushRef="#br0" timeOffset="139363.96">8483 15035 87 0,'0'0'108'0,"0"0"3"0,0 0 9 15,0 0-10-15,0 0 0 0,0 0-12 0,0 0-6 16,0 0-1-16,0 0-9 0,0 0 0 0,0 0 2 16,0 0-9-16,0 0-5 0,0 0-8 0,0 0 5 15,0 0-7-15,0 0-10 0,0 0 1 0,0 0-9 16,0 0 1-16,0 0-1 0,0 0 0 0,0 0-10 15,0 0 4-15,1-6-10 0,-1 6 5 0,0 0-7 16,6-6-7-16,-6 6-10 0,10-8-11 0,-3 1-24 16,3 0-26-16,3-3-30 0,0 1-34 0,2-1-32 15,1-1-103-15,0 0-273 0,1-1 121 0</inkml:trace>
  <inkml:trace contextRef="#ctx0" brushRef="#br0" timeOffset="139646.99">8846 15013 13 0,'0'0'110'0,"-5"4"-3"0,5-4-7 0,0 0 3 0,0 0-13 16,0 0 3-16,0 0-14 0,0 0 0 0,0 0-12 16,0 0-7-16,0 0-9 0,18-12 1 15,-7 5-12-15,3-3-17 0,4-1-28 0,9-6-13 0,-3 0-30 16,3-1-23-16,-5 0-21 0,2-1-48 16,-5 0-149-16,4-1 66 0</inkml:trace>
  <inkml:trace contextRef="#ctx0" brushRef="#br0" timeOffset="139795.73">9218 14936 53 0,'0'0'45'0,"23"-13"-27"16,-8 3-38-16,-1-2-20 0,9-7 9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1T10:44:38.151"/>
    </inkml:context>
    <inkml:brush xml:id="br0">
      <inkml:brushProperty name="width" value="0.05292" units="cm"/>
      <inkml:brushProperty name="height" value="0.05292" units="cm"/>
      <inkml:brushProperty name="color" value="#FF0000"/>
    </inkml:brush>
  </inkml:definitions>
  <inkml:trace contextRef="#ctx0" brushRef="#br0">27290 11152 72 0,'-4'5'163'0,"4"-5"-11"0,-5 3-13 0,5-3-7 15,0 0-1-15,0 0-2 0,0 0 4 0,0 0 1 16,0 0-8-16,0 0-7 0,0 0-6 0,0 0-4 16,-4 5-11-16,4-5-13 0,0 0-8 0,0 0-7 15,0 0-7-15,0 0-6 0,0 0-4 0,0 0-9 16,21-19-9-16,0 1-19 0,2-3-23 0,4-1-20 15,15-10-34-15,4-3-31 0,0-2-32 0,4-1-44 16,-3 5-128-16,-2-1-320 0,1-1 142 0</inkml:trace>
  <inkml:trace contextRef="#ctx0" brushRef="#br0" timeOffset="613.41">25958 8861 101 0,'-4'-8'134'0,"4"8"-13"0,10-16-23 15,7 1-24-15,7-7-17 0,13-10-31 0,9-3-33 16,22-19-18-16,2 3-72 0,-17 18-105 0,26-25 48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1T10:44:58.599"/>
    </inkml:context>
    <inkml:brush xml:id="br0">
      <inkml:brushProperty name="width" value="0.05292" units="cm"/>
      <inkml:brushProperty name="height" value="0.05292" units="cm"/>
      <inkml:brushProperty name="color" value="#FF0000"/>
    </inkml:brush>
  </inkml:definitions>
  <inkml:trace contextRef="#ctx0" brushRef="#br0">11370 2781 11 0,'4'6'9'0,"-4"-6"1"0,0 0 3 0,0 0-6 15,0 0-6-15,0 0 10 0,0 0-3 0,0 0 3 16,0 0-4-16,0 0 8 0,0 0 2 0,0 0 0 16,0 0-2-16,7 1 7 0,-7-1 6 0,0 0 2 15,0 0 13-15,0 0-4 0,0 0 4 0,0 0-1 16,0 0-6-16,0 0-2 0,13-8 0 0,-5 1-9 16,3 0-21-16,6-6-19 0,7-2-31 0,4-4-33 15,4-2-85-15,13-13 38 0</inkml:trace>
  <inkml:trace contextRef="#ctx0" brushRef="#br0" timeOffset="5132.95">9196 3349 5 0,'0'0'29'0,"0"0"-2"16,0 0-7-16,0 0 1 0,0 0-3 0,0 0 0 15,0 0-2-15,0 0-4 0,1 11 0 0,-1-11 4 16,0 0-3-16,0 0-2 0,0 0 5 0,4 9 17 15,-4-9-2-15,3 9-3 0,-2-5 10 0,2 3 5 16,-3-7-6-16,3 13-2 0,1-6-5 0,-1-1 0 16,-1 2-6-16,1-1-1 0,2 1 6 0,-3-1 12 15,1-1-13-15,-2 0 0 0,2 1-2 0,-1-1 5 16,-2-6-1-16,6 11 8 0,-4-7 3 0,-2-4-4 16,4 10-1-16,-4-10-6 0,6 7-1 0,-4-3-6 15,-2-4 2-15,0 0 1 0,3 6 5 0,-3-6 1 16,0 0 4-16,0 0 9 0,0 0 8 0,4 5 3 15,-4-5 4-15,0 0 5 0,0 0 1 0,0 0-1 16,0 0 0-16,9 0-5 0,-9 0-5 0,12-5 6 16,-2-2-3-16,7-3 1 0,8-9-9 0,6 0-12 15,12-13-5-15,3 3-9 0,5-4-3 0,-3-3 1 16,2 0-19-16,-6 1-15 0,2 3-29 16,-2-3-10-16,2 3-46 0,-4-1-36 0,-5 3-31 15,-9 8-110-15,3-3-298 0,-4 5 132 0</inkml:trace>
  <inkml:trace contextRef="#ctx0" brushRef="#br0" timeOffset="8948.99">9512 4307 14 0,'0'0'54'0,"0"0"-9"15,0 0-2-15,0 0 0 0,0 0-2 0,0 0-1 16,0 0-5-16,1-9 0 0,-1 9-4 0,0 0-4 15,0 0-2-15,0 0 4 0,0 0 0 0,0 0-9 16,0 0 1-16,0 0-2 0,0 0-2 0,0 0 2 16,0 0-2-16,0 0-10 0,0 0 2 0,0 0 3 15,0 0 0-15,0 0-1 0,0 0-1 0,0 0 2 16,0 0 0-16,0 0-4 0,0 0-3 0,0 0 4 16,0 0 0-16,0 0-11 0,0 0 4 0,0 0 1 15,0 0 3-15,0 0 3 0,0 0-8 0,0 0 4 16,0 0 2-16,0 0 2 0,0 0-9 0,0 0 4 15,0 0-2-15,0 0 3 0,0 0 3 16,0 0 6-16,9 17 1 0,-4-11-4 0,-1-2 5 0,2 3 2 16,-1-1 2-16,-1-2-6 0,0 1 0 15,1-1 3-15,-5-4 0 0,5 8-3 0,0-4-11 0,-1-1 13 16,-4-3-5-16,7 7 9 0,-4-5-8 16,-3-2 4-16,4 6 4 0,-4-6-7 0,5 2 8 15,-5-2 1-15,0 0-6 0,7 4 8 0,-7-4 12 16,0 0-16-16,0 0 3 0,0 0 2 0,0 0 10 0,15-5 0 15,-7-3-4-15,12-11-5 0,7-6 6 0,9-14-11 16,2-6-19-16,17-23 1 0,-14 21-9 16,20-24-13-16,-7 7-3 0,0-2-6 0,-17 23 4 0,1 1-14 15,-2-1-1-15,1 3-1 0,-4 2 3 16,-10 12 6-16,3 0-17 0,-1 0 9 0,1 1 20 16,-2 4 9-16,-3-1-11 0,-1 6 6 0,-6 3 0 15,-5 5 4-15,0 0 1 0,-1 2-4 0,-1-1 2 0,-3 4 1 16,1 0 2-16,-5 3 1 0,8-7 1 0,-8 7-3 15,6-5 1-15,-6 5 2 0,8-4-6 0,-8 4 4 16,6 0 2-16,-6 0-4 0,0 0-4 16,13 3-4-16,-9 2-15 0,0 0-30 0,-2 1-54 15,-4 6-126-15,-3 2 56 0</inkml:trace>
  <inkml:trace contextRef="#ctx0" brushRef="#br0" timeOffset="9505.79">9236 5312 134 0,'0'0'172'15,"0"0"-1"-15,0 0 2 0,0 0-1 0,0 0-6 16,0 0-17-16,0 0-14 0,0 0-16 0,0 0-7 15,0 0-13-15,-6 6-15 0,6-6-5 0,0 0-10 16,0 0-8-16,0 0-11 0,0 0 1 0,0 0-8 16,0 0-3-16,0 0 0 0,0 0-16 0,0 0 4 15,0 0-6-15,0 0 7 0,0 0-13 0,0 0-1 16,0 0-1-16,0 0-1 0,0 0-1 0,0 0-6 16,0 0 2-16,0 0 1 0,0 0-1 0,0 0-3 15,0 0 4-15,0 0-4 0,0 0 0 0,0 0 2 16,0 0-2-16,0 0-1 0,0 0 3 0,0 0-1 15,0 0 3-15,0 0-2 0,0 0-1 0,0 0 3 16,0 0-6-16,0 0 2 0,0 0-3 0,0 0 0 16,0 0 0-16,0 0 1 0,-5-20-1 0,3 13-11 15,2 7 5-15,0-16 4 0,-3 7-8 0,2-1-4 16,1 0-3-16,0 1-18 0,0-3-9 0,-1 5-27 16,0-2-48-16,-1 1-31 0,2 8-11 0,2-14-21 15,-2 9-92-15,0 5-295 0,-2-12 131 0</inkml:trace>
  <inkml:trace contextRef="#ctx0" brushRef="#br0" timeOffset="10215.84">9186 4925 157 0,'0'0'166'0,"0"0"-5"0,-1-7-16 15,1 7-9-15,0 0-18 0,0 0-6 16,0 0-18-16,0 0-9 0,0 0-6 0,0 0-12 15,0 0-4-15,0 0-7 0,0 0-9 0,-3-7-4 16,3 7-4-16,0 0-8 0,0 0-3 0,0 0-4 16,0 0-7-16,0 0 4 0,0 0-9 0,0 0-3 0,0 0-5 15,0 0-4-15,0 0-3 0,0 0 1 0,0 0-7 16,0 0 5-16,0 0-6 0,0 0 4 16,0 0-2-16,0 0 3 0,0 0 2 0,0 0 1 15,4 27-5-15,-2-23 7 0,1 4-5 0,2-2 8 16,-3-1-7-16,1 2 7 0,0 0 5 0,-1 1-10 15,2 0 6-15,0 0-4 0,-1-2 5 0,-1 1-1 16,2-1 3-16,-2 0-2 0,2 1 1 0,-1-2 3 0,-3-5-6 16,5 12 2-16,-3-7-1 0,-2-5 1 15,6 7-2-15,-6-7 3 0,5 7 0 0,-5-7-2 16,4 6-4-16,-4-6 4 0,2 5-4 0,-2-5 2 16,0 0-1-16,0 0 2 0,6 4 4 0,-6-4-1 15,0 0 7-15,0 0 0 0,16-4 2 0,-4-2 7 16,12-7-1-16,6-5-4 0,18-11 5 0,0-6-1 15,5 0-5-15,23-16-1 0,-26 13-7 0,1 2-3 16,-1 0 1-16,-5 2-4 0,-4 2 0 0,-12 12-5 16,1-2-2-16,-2-1 0 0,-4 5 0 0,-6 7 2 15,5-4-3-15,-8 5 1 0,-5 2 1 0,-2 2 2 0,-2 2 5 16,1-1-6-16,-7 5 4 0,9-7-5 16,-9 7 5-16,7-3 0 0,-7 3 2 0,7-7 1 15,-7 7-4-15,0 0 1 0,0 0-4 0,0 0 2 16,9-5 1-16,-9 5 1 0,0 0-3 0,0 0 4 15,0 0-4-15,0 0 3 0,0 0-5 0,0 0 3 16,0 0 2-16,0 0-9 0,0 0-8 0,0 0-6 16,0 0-4-16,0 0-25 0,0 0-40 0,0 0-32 15,10 17-31-15,-11-2-84 0,-3 3-258 0,-3-1 115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1T10:47:47.698"/>
    </inkml:context>
    <inkml:brush xml:id="br0">
      <inkml:brushProperty name="width" value="0.05292" units="cm"/>
      <inkml:brushProperty name="height" value="0.05292" units="cm"/>
      <inkml:brushProperty name="color" value="#FF0000"/>
    </inkml:brush>
  </inkml:definitions>
  <inkml:trace contextRef="#ctx0" brushRef="#br0">7766 2737 1 0,'-8'-1'11'0,"8"1"-3"16,-11-7 0-16,2 5 11 0,2 0-2 0,0 0-5 0,-5-2 2 16,2 2-3-16,2-1 0 0,-4 2 3 0,4-1-1 15,-2 1 8-15,1-1-4 0,-1 1 0 0,1 0-7 16,9 1 0-16,-17-1 1 0,9 1-4 16,8 0 2-16,-14-3-4 0,7 3 7 0,7 0 3 15,-11-1-3-15,11 1 0 0,-9-3-8 0,9 3 4 16,0 0 3-16,-11 2-2 0,11-2 9 0,0 0-15 15,0 0 4-15,-12 0 0 0,12 0 0 0,0 0-4 16,0 0 1-16,0 0-2 0,-9 1 0 0,9-1 3 16,0 0-3-16,0 0-5 0,0 0 4 0,0 0-2 15,0 0 1-15,0 0-1 0,0 0 4 0,0 0-4 16,0 0 5-16,0 0-1 0,0 0-9 0,0 0 11 16,0 0-4-16,0 0 2 0,0 0-1 0,27 1-4 15,-19 0 5-15,-8-1-1 0,13 0 1 0,-3 2-6 16,-1-5 9-16,2 4-5 0,5-2 4 0,-5 1-3 15,2-2 4-15,5 0 4 0,2-1 11 0,0-1 0 16,1 2 7-16,7-4-7 0,2 0-12 0,-2 1 15 16,1-1-10-16,1 0 1 0,0-1-5 15,0 1-6-15,-1 0 10 0,2 0-3 0,-2-2 6 0,4-2-3 16,-1 3 6-16,2-2-14 0,-2 1 6 16,0-1 3-16,-3 3-2 0,4-2 3 0,-1 0 1 0,-1 3-6 15,-1 0 0-15,0 0 9 0,2 0-6 0,-3 2-5 16,3-1-4-16,-4 2-3 0,0-1 4 0,2 1-5 15,-1 1 2-15,-2-2 8 0,-5 2-10 16,5 1 6-16,-1-2-6 0,-5 1 7 0,6 0-9 16,1-1 9-16,-8 2 7 0,1-1-12 0,0 1-3 15,1-2 5-15,0-2 4 0,-1 3-7 0,0-1 4 16,7-2-2-16,-7 3 2 0,1 0-3 0,-1-3 2 16,1 1-12-16,-2 3 15 0,7-3 0 0,-5 0 5 15,5 3 6-15,-6-3-11 0,6 0 10 0,-8 0-6 0,3 1-12 16,1 0-3-16,-2 1 11 0,0 0-8 15,2-1 1-15,-2 0 2 0,-1 2-5 0,2-3 0 16,-2 3 5-16,1 0 0 0,-2 0-6 0,0-1 9 16,-1 1-9-16,2 0-5 0,-3-2 11 0,2 2-4 15,-2 0 6-15,3 2-7 0,-2-2 0 0,-1 0 10 16,-2 1-10-16,2-1 4 0,1 0-5 0,0 3-2 16,-1-2 8-16,-1 2-3 0,0-2 2 0,1 0 3 15,1 3 1-15,1-3 3 0,3 0-10 0,-4-1 5 16,2 1-7-16,-2 1 17 0,2-2-12 0,2 1 1 15,-1-1-3-15,-1 0-5 0,0 0 10 0,-1 0 6 16,9 0-12-16,-9-1 6 0,4 1 1 0,-8 1-9 16,7-1 8-16,6 0-2 0,-6 0 2 0,-1 0-4 15,6 0 3-15,-5 0 8 0,5 0-18 0,-2-1 12 16,-3 2-6-16,6-2-2 0,2 1 2 0,-2 0 0 16,2-2-1-16,1 0 1 0,-2 0 2 0,2 1 0 15,2-3-9-15,-1 1 9 0,0 2-15 16,0-2 16-16,4 0-7 0,-3 2-2 0,0-2 4 15,1-1 11-15,-2 1-4 0,5 0-4 0,-2 0 10 16,1 0-10-16,1-1 2 0,1 2 9 0,1-3-12 0,-1 2-1 16,2-1-1-16,-4 2 7 0,3-1-8 15,0 2 11-15,-4-1-22 0,1 0 8 0,1 1-3 0,3 0 4 16,-7-2 11-16,2 3-4 0,-1-2 1 16,-1 1 0-16,2 0 5 0,-2 1-10 0,-1 0 7 15,1 1-11-15,-1 0 12 0,4 1-14 0,-7-2 12 16,3 0-3-16,-1 3 5 0,-2-1-6 0,3 0 4 15,-6 0-2-15,3 3 5 0,0-4-8 0,3 1 2 16,-3 1-2-16,3-1-2 0,-1 0 3 0,-1 2 6 16,0 0-1-16,2 0-6 0,-3-1-1 0,3 3 7 15,-5 0-5-15,2-1-4 0,-9 2 3 0,0-2 0 16,8-1 13-16,-8 2-15 0,7 3 2 0,-2-3-9 16,-5 0 6-16,0 0 5 0,-1 2-2 0,0-1 3 15,1 1-1-15,-2-1 1 0,2-1-3 0,-1 0-4 16,0 2 2-16,4-2 6 0,4 4-9 0,-6-4 9 15,5 2-5-15,-5-5 8 0,-1 3-8 0,0 0 11 16,0-2-11-16,3 1 9 0,-4-1-8 16,2 0-9-16,0-1 9 0,1 2 4 0,-4-3-4 15,2 3 6-15,-2-2-4 0,4 0 4 0,-3 1-5 0,-2-3 3 16,2 3-6-16,0-4 5 0,-1 5 2 0,1-5-2 16,2 2 1-16,-2-1-5 0,1-1 4 0,0 0 0 15,0-1 1-15,1 2 3 0,-1 0-6 16,-2-2 7-16,2 1 0 0,2-1-13 0,-1-1 4 15,2 0 7-15,3-1-8 0,1-1 7 0,-7 3-2 16,10-2-6-16,-5-1-6 0,-4 0 9 0,2 1 8 16,4 1-6-16,-4 0 0 0,-1 1 5 0,8-3-14 15,-11 2 13-15,4-1 7 0,0 2-14 0,3-5 1 0,1 5 6 16,-6-1-4-16,6 2 8 0,-5-3-10 0,0 3-1 16,-1-1-4-16,6 0 11 0,2 1-9 15,-7-2 6-15,-2 1-2 0,1 1 5 0,3 1-3 16,-4 1-2-16,1-1 0 0,8 0-3 0,0 2 1 15,-6-1-3-15,-4-2 10 0,9 0-5 0,-8 1 5 16,7-1 4-16,-7 0-21 0,0 0 15 0,-1 3-1 16,3-2-6-16,-2 2-4 0,7-1-7 0,-7-1-6 15,4 0-20-15,-3 0-21 0,9 0-15 0,-10 2-10 16,8 0-62-16,-7 0-161 0,-3 1 72 0</inkml:trace>
  <inkml:trace contextRef="#ctx0" brushRef="#br0" timeOffset="1482.88">15067 2489 23 0,'-7'3'29'0,"7"-3"-5"0,0 0-2 0,0 0 4 0,0 0-5 16,0 0 0-16,0 0-7 0,0 0 2 15,0 0-1-15,9 13 0 0,-9-13 3 0,0 0 0 16,14 10-2-16,-7-6 1 0,-1 0-1 0,6-1 3 16,-1 1 1-16,2 4-2 0,6-4-1 0,-1 1 0 15,-1-1 6-15,6-2-1 0,3 1-4 0,4 0 7 16,-8 0-6-16,7-3 1 0,1 3 3 0,0-2-6 15,3 1 2-15,-1-2 3 0,2 0-1 0,1 0-2 16,-2 0-2-16,3-2 4 0,-2 2-1 0,1-1-5 16,1-2 5-16,-1 1-6 0,3 1-3 0,-1-2 6 15,0 0 3-15,2 1-6 0,-1-2 17 0,12-1-14 16,2 1-17-16,-2-1 10 0,-11 0 3 0,13 0 6 16,-1-1-5-16,1 2 3 0,-1-3-6 15,-11 0-8-15,10 2 3 0,-12-1 1 0,2 2-6 16,13-2 5-16,-16 2 2 0,0 0-2 0,15-1 8 0,-15-1-16 15,0-1 10-15,1 4 14 0,2 0-16 0,-3 1 4 16,-1-1 1-16,3-2-1 0,1 1-8 16,-2 2 7-16,-1-1-3 0,2 0 2 0,1 2 2 0,-3-2-2 15,3 0 3-15,-3 1-6 0,0 0 8 0,3-1-10 16,-2 0 1-16,1-1 2 0,1 1-1 0,-3-3 1 16,2 1-6-16,-3-3 3 0,1 4-5 0,0 0 3 15,-5-2-1-15,2 4 3 0,3-4-4 0,-5 0 3 16,1 1-9-16,-2 3 16 0,0-2-15 15,-1 3 13-15,1-2-5 0,1 3 0 0,-3-2-7 16,2 0 9-16,-1 2-3 0,-2 1 6 0,-7-1-1 0,9 3-2 16,-10-2-1-16,10 2-1 0,-4 1 8 0,1-2-7 15,1 2-11-15,-6-3 21 0,4 2-10 16,3 3-3-16,-1-4 1 0,0 0 1 0,0 1-3 16,3-5 3-16,0 2 0 0,-2 2-4 0,1-2 1 15,1-3 2-15,0 4 2 0,0-1 1 0,-2-1-15 16,2 0 9-16,0-2 4 0,-3 3 2 0,2 0-6 15,0 2 1-15,-1-1-2 0,0-2 4 0,1 1-9 16,-1 0 9-16,1-2-1 0,-1 4-1 0,-2-2 1 16,2-2 5-16,0 2-3 0,0 0 3 0,0-2-8 15,-1 4 21-15,0-2-11 0,2 0 9 0,-1-2-9 16,1 2 5-16,-4 0-3 0,8-3 1 0,-1 2-2 16,1 1 0-16,0 0 4 0,0-3 0 0,0 3-4 15,-1 0 0-15,0 0-3 0,4 0 3 0,-3 0-7 16,2 0 11-16,1-1-7 0,0 1 2 0,0 0-6 15,0 0 3-15,13 0-2 0,-13-3 0 0,-1 6 4 16,1-6-3-16,2 3 6 0,-2 0-5 0,2 0 0 16,-2-1 3-16,3 4-8 0,0-5 1 0,-1 4 0 15,12-2 5-15,-11-2-2 0,0 1 3 0,11-1-2 16,-1 2 0-16,-10-1-4 0,10-3-1 0,1 0 1 16,-11 3 6-16,10-1-4 0,-11-1-1 0,12 2-4 15,-12-2 0-15,13 0 3 0,-13-1 1 0,-1 3-1 16,-1-1 6-16,15 2-4 0,-14 0 5 0,2 0 1 15,0 0-4-15,0 3-3 0,11-6 1 0,-13 5 2 16,1-2 15-16,0 4-16 0,12-4 1 0,-11-2-7 16,-2 7 6-16,0-3-1 0,2-1 2 0,12-1-1 15,-14 1 1-15,0-1 2 0,1 4 2 16,0-4-7-16,1 2 7 0,-1-3-5 0,-1 2 0 0,1 2 1 16,-3-1 0-16,2-1 4 0,0-1 1 15,-2 0-4-15,1 1 0 0,-2-2-3 0,5 1 2 16,-3 1 2-16,1-2-3 0,-4 0 0 0,3-2 3 15,0 3 2-15,3-1 3 0,-6 1-1 0,3 0 2 0,-2 0-3 16,-3-2 1-16,4 3 0 0,-1-3-1 0,0 2 3 16,-2 0 2-16,3-1-4 0,-3-1 8 0,0-1-1 15,3 3-1-15,0-2-4 0,-4 5 4 0,0-3-2 16,2 0-3-16,-4 0-1 0,0 4 3 16,2-1-2-16,-2-1 6 0,2 1-3 0,0 1-4 15,1 0-1-15,-1-2 0 0,2 0 2 0,0 2-2 16,-1 1 7-16,3-2-7 0,-3-1 0 0,4 4-1 0,1-1 8 15,1 0-4-15,0 1 2 0,1-4 3 0,10 4-1 16,-14-2 0-16,15 1-4 0,-14 0 6 16,14 3-2-16,-1-7-2 0,2 6 1 0,-1-4 2 15,-1 1-4-15,5 0 1 0,0-5-3 0,0 2 7 16,0 2-6-16,-1-1 0 0,2-1-2 0,0 1 4 16,0-2-2-16,3-2 3 0,-2-1-5 0,2 0 9 15,-1 3-1-15,2-1-1 0,4-2-2 0,-1-1 0 16,0 1-3-16,1 5 1 0,-6-6-4 0,-1 3 0 15,2-4 0-15,-4 6 1 0,1-2-7 0,-2-1 5 16,-16-1-3-16,18 3-6 0,-5-3 0 0,-15 3-13 16,5-1-14-16,-3 1-31 0,-3 1-23 0,2 1-50 15,-4 0-44-15,-2 2-155 0,-8 1-360 0,-2-4 160 16</inkml:trace>
  <inkml:trace contextRef="#ctx0" brushRef="#br0" timeOffset="6655.1">23506 2425 45 0,'0'0'48'0,"0"0"-1"0,0 0-4 16,0 0-3-16,0 0-3 0,0 0-11 0,0 0-1 15,0 0-6-15,0 0 4 0,0 0-6 0,0 0 3 16,0 0-5-16,0 0-4 0,0 0-4 0,0 0 3 16,0 0-7-16,0 0 5 0,0 0-5 0,0 0 2 15,0 0-2-15,0 0-14 0,0 0-9 0,0 0 0 16,0 0 1-16,-18 0-1 0,18 0 4 16,0 0 1-16,0 0-1 0,-7-6 1 0,7 6-8 0,0 0-1 15,0 0-19-15,0 0-46 0,0 0 20 0</inkml:trace>
  <inkml:trace contextRef="#ctx0" brushRef="#br0" timeOffset="8303.79">23288 2524 15 0,'0'0'29'0,"0"0"-12"0,0 0 8 15,0 0-4-15,0 0 0 0,0 0 0 0,-10-4-8 16,10 4 2-16,0 0 7 0,0 0 4 0,-8-3-5 15,8 3 9-15,0 0 2 0,0 0-7 0,0 0-6 16,-10-2 6-16,10 2-4 0,0 0-6 0,-6-4 11 16,6 4 2-16,0 0 2 0,0 0-7 0,0 0 9 15,-8-4-6-15,8 4 1 0,0 0-4 0,0 0-1 16,0 0 3-16,0 0-8 0,0 0 8 0,0 0-5 16,0 0 5-16,0 0-15 0,0 0 5 0,0 0 3 15,0 0-4-15,0 0 0 0,0 0-7 0,0 0 2 16,0 0 6-16,0 0-12 0,0 0 1 0,0 0 7 15,0 0-5-15,0 0 1 0,0 0 4 0,23-5 0 16,-13 1-2-16,2 2-2 0,1-2-1 16,-1 0 3-16,5-2 2 0,0 3-3 0,3-3 6 0,-7 2-18 15,1 0 12-15,-1 0-8 0,4 2 9 0,2-4 0 16,0 4-3-16,-3 0 7 0,2 0-10 16,3-1 4-16,-2 1 4 0,-1-1 9 0,2 2-14 15,-3-1 6-15,1 0-4 0,0 2-2 0,1 0-9 0,-3 0 0 16,2 0 6-16,-5-1-1 0,5 2 2 15,1 1 1-15,-4-2-6 0,3 1 6 0,-5 0-6 16,2 0 4-16,-1 1-4 0,4-1 0 0,-1 3 5 16,-3-4-5-16,4 3 11 0,0-3-10 0,-5 0 6 15,4 0-9-15,1 2 0 0,0-2 1 0,1 0 7 0,-2-2-2 16,0 4 2-16,1-4-3 0,1 2 1 16,-3 0-9-16,-2 0 19 0,-1-2 1 0,1 4-17 15,-1-4 3-15,1 2-1 0,3 0-1 0,-3-1 0 16,3 1 5-16,-4 0-7 0,0 0 13 0,0 0-9 15,1-2-3-15,3 1 11 0,-3 1-5 0,-1-1-6 16,0 1 0-16,4-1 6 0,-2-1-3 0,1 0-10 16,-2 1 16-16,3-2-10 0,-4 2 8 0,2-1-8 15,2-1 8-15,-1 1 1 0,-3 0 8 0,-1 0-9 16,4 0-5-16,-4 0 7 0,1 0-1 0,6-2-3 16,1 3 0-16,-4-2 9 0,2 2-11 0,-1-3 2 15,1 2-6-15,1-1 3 0,-3-2 14 0,4 4-9 16,-6-2-4-16,3 0 3 0,0 1-3 0,2-3 2 15,-2 2-3-15,0 0-3 0,2 1 5 0,-4-1 9 16,3-2-14-16,0 5 10 0,-2-6-2 0,0 3-1 16,-2 2-7-16,-1-2 17 0,1 1-14 15,0 2-1-15,0-4 4 0,2 3-2 0,-2-2 0 0,3 1 1 16,-2 0-6-16,3-2 7 0,-1 2 0 0,-6 1-2 16,1-1 6-16,2 0-6 0,-1 1 0 0,-1-2-3 15,1 2 8-15,-1-1-13 0,-1 1 17 0,2-1 1 16,-3 0-12-16,2 1 5 0,-1-1 7 15,2 0-6-15,-13 2-4 0,21-3 4 0,-9 1-1 0,-3 0-2 16,3 0 2-16,-12 2-1 0,23 0-3 16,-15-1 6-16,-8 1 0 0,17-2-10 0,-6 0 5 15,-11 2 1-15,19 0-3 0,-9 0 13 0,-10 0-12 16,17-1 6-16,-17 1-8 0,19-1-1 0,-19 1 5 0,15-2 1 16,-15 2 2-16,12 2-4 0,-12-2 1 0,17 0 6 15,-17 0-5-15,16 0-4 0,-16 0-1 16,11-2 2-16,-11 2 4 0,11 2-1 0,-11-2 5 15,14 1-10-15,-14-1 10 0,15 3-4 0,-15-3-8 16,14-1-6-16,-14 1 10 0,13-1 5 0,-13 1-3 16,16 0-3-16,-16 0 4 0,13 1 0 0,-13-1-4 15,13 1 11-15,-13-1-13 0,14 2 7 0,-14-2 3 16,9 1-6-16,-9-1 1 0,14 0-5 0,-14 0 7 16,11 0-3-16,-11 0 3 0,0 0-6 0,18 3 3 15,-18-3 0-15,9 1-3 0,-9-1 7 0,11 2-8 16,-11-2 1-16,11 1-1 0,-11-1 6 0,0 0-3 15,18 0-7-15,-18 0 8 0,14-4 10 0,-14 4-11 16,0 0 2-16,15 1 3 0,-15-1-7 0,11 0 4 16,-11 0 3-16,12 2-8 0,-12-2 2 0,11 1-5 15,-11-1 10-15,0 0 1 0,18-1-3 0,-18 1-3 16,11-4 10-16,-11 4-15 0,16-2 9 0,-16 2-8 16,11 0 3-16,-11 0 3 0,11 0 8 0,-11 0-2 15,0 0-7-15,18-3-6 0,-18 3 11 0,0 0-9 16,17 3 4-16,-17-3 0 0,10 0 1 0,-10 0-4 15,0 0 3-15,16 0 7 0,-16 0-6 0,11 0 2 16,-11 0 5-16,0 0-9 0,18-1 4 0,-18 1 5 16,12 0-9-16,-12 0 3 0,13-3-7 0,-13 3 2 15,14 0-1-15,-14 0 1 0,13-1 4 0,-13 1-1 16,13 0-23-16,-13 0 12 0,12 1-2 16,-12-1-2-16,13 0-2 0,-13 0-15 0,12 0 5 0,-12 0-13 15,11 1 2-15,-11-1 4 0,0 0-1 0,0 0 4 16,15 0 8-16,-15 0-2 0,0 0 6 0,10 2-3 15,-10-2-3-15,0 0 10 0,0 0-1 0,11 1 2 16,-11-1 5-16,0 0 10 0,0 0-12 16,0 0 3-16,14 2 2 0,-14-2-1 0,0 0 4 15,0 0 5-15,0 0-2 0,11 0 1 0,-11 0-2 16,0 0 9-16,0 0 2 0,0 0 3 0,0 0-5 16,0 0 5-16,0 0-1 0,0 0 3 0,0 0-1 15,0 0-7-15,14-2 12 0,-14 2-5 0,0 0 1 16,0 0-4-16,0 0 5 0,0 0-9 0,0 0 0 15,0 0 0-15,0 0-6 0,0 0 6 0,0 0-1 16,0 0 7-16,0 0-3 0,0 0-9 0,0 0 7 16,0 0-6-16,0 0-2 0,12 2 3 0,-12-2-3 15,0 0 2-15,0 0 4 0,0 0-3 0,0 0 4 16,0 0-11-16,0 0 4 0,0 0 10 16,0 0-7-16,0 0-4 0,0 0 2 0,0 0-10 15,0 0 8-15,0 0-23 0,0 0-2 0,0 0-2 0,0 0-12 16,0 0-3-16,0 0-16 0,0 0-7 15,0 0-51-15,0 0-127 0,0 0 55 0</inkml:trace>
  <inkml:trace contextRef="#ctx0" brushRef="#br0" timeOffset="9750.09">23386 2449 5 0,'-15'-10'93'0,"1"1"5"0,2-1-10 16,-3 0-14-16,0 2 1 0,5 0-10 0,-2 2-13 16,-2-4-10-16,4 3 3 0,0 0-4 0,0-1-5 15,-1 3-13-15,0-3 6 0,2 2 1 0,-1 3-7 16,0-5 7-16,-2-4-1 0,2 4-12 0,1 0 3 15,0-2-5-15,1 0-5 0,-2 1 4 0,1-4-2 16,0-1-5-16,1-1 7 0,-2 1 2 0,3-1-3 16,-1-1-7-16,0 2-1 0,1-2-1 15,-2 0-1-15,0-1 10 0,1-1-3 0,3 0-2 0,0-1-4 16,-2 0 2-16,2 1-17 0,-2-8 25 0,0 3-12 16,2 4 2-16,1-7 1 0,-1 0 1 0,0 3-18 15,0-2 10-15,0-2 10 0,2 1-12 0,2-2 0 16,2 1 1-16,2-1 4 0,-1 2 12 15,1 7-7-15,5-8-1 0,-6 8 0 0,3-7-2 16,2 9 3-16,-2 1-9 0,0-1 5 0,4-1-5 16,-1 3 7-16,-1 2 4 0,3-3-2 0,-2 6-3 15,1-3 1-15,0 0-4 0,4-2-5 0,0 1 1 0,3 1 8 16,5-2-8-16,4 1 3 0,-1 0-14 0,6 0 15 16,-1-2-1-16,3 6 3 0,0-2-11 15,1-2 7-15,2 4-1 0,-1 0-5 0,2 0 5 0,0 0-5 16,1 1-1-16,-1 0 9 0,17-1 7 15,-4-2-2-15,-11 5-8 0,1 0-2 0,-1 1 12 16,0 1-10-16,13 1 1 0,-12 2 6 0,-2 0-8 16,2-1 4-16,-1 3 0 0,0-3 1 0,0 4 2 0,3 1-3 15,-4-2 2-15,2 1-4 0,13 1 6 16,-12-2-12-16,-2 2 5 0,16 0 2 0,-1-1 1 0,1 1-5 16,-2-1 19-16,3 0-8 0,0-2-6 15,0 2 1-15,0-3 8 0,-4 0-12 0,4 1-2 16,0 1 4-16,-5-2 5 0,-10 0-3 0,-1 0-1 15,1 1 7-15,-3-1-17 0,0 1 3 0,-3 1 10 16,4 0-5-16,-1-1 1 0,-3-1 0 0,2 2-2 16,3-1-4-16,-5 2-1 0,1-1 5 0,1 0 2 15,0 2-6-15,-3-2-2 0,4 0-1 0,-3 1-1 16,-3 0-8-16,0 1-1 0,1 1 2 0,-2-3 13 16,-1 2-7-16,0 1-3 0,0 0 2 0,-3 1 4 15,1 0-4-15,-4-1 5 0,-2 0 6 0,0 1-9 16,0-1 6-16,-1 4 3 0,-2-2 0 0,0 1 4 15,-1-1-9-15,2 1 5 0,-3 2-4 0,0-1 7 16,2 1-2-16,-3 0-10 0,1 0 11 0,-3 2-8 16,1-1 13-16,-1 4-9 0,1-3 5 0,2 0-1 15,-3 4-1-15,3-2 8 0,-3-1-7 0,1 3-2 16,-1 1-2-16,1-3-3 0,1 3 7 0,-1 1 11 16,-1-2-17-16,2 1 6 0,-1-4 0 0,0 3 0 15,4-3 3-15,0 8 4 0,-3-6-6 0,2 1 1 16,-4-2-4-16,0 0 5 0,1 2 6 0,1 0-10 15,-1-3 2-15,-1 5-3 0,1-2 6 0,-3 0-6 16,3-1 2-16,-3 1 2 0,0-1 0 16,1-2 5-16,-4 3-11 0,1-1 5 0,-2-2-7 0,0 0 11 15,0 3-5-15,-3-2 1 0,-2 0 4 0,0 0-6 16,-2 5 4-16,0-2-5 0,-4 1 3 0,2 0-7 16,-3-1 3-16,-1 1 17 0,-4 2-14 0,-1-2-6 15,-5 5 3-15,-1 2 6 0,-2-2-8 0,-3 1-4 16,-2 2 5-16,-1 1-1 0,-4-3-11 15,4 0-6-15,-4 1 12 0,1 2-5 0,3 0 5 16,-3 0-6-16,1-1 13 0,0-2-14 0,2 0-2 16,-4-1 4-16,4-1-5 0,-2-1 1 0,3-1-3 15,-3 0-9-15,-4-3-6 0,3 2 4 0,-5-3-13 16,-3-2-38-16,-11 8-90 0,-1-4 39 0</inkml:trace>
  <inkml:trace contextRef="#ctx0" brushRef="#br0" timeOffset="19266.05">11743 9001 21 0,'0'0'24'0,"0"0"-1"15,0 0-2-15,0 0-5 0,0 0 3 0,15-4-5 16,-15 4-3-16,12-4 2 0,-6 4-5 16,-6 0 2-16,16-1-3 0,-5-1 0 0,-1 2 10 0,1-2-6 15,1 0 0-15,5-1 0 0,-2 1-7 0,2 1 8 16,3-1-4-16,-2 1-3 0,2-1 4 0,-1 1 0 15,2-2-7-15,6 1 10 0,1 1-7 16,3-2 5-16,-2 2-4 0,3 0-1 0,3-1-2 0,-3 2-1 16,3 0-3-16,1 0-2 0,1 0 5 0,-1 0-4 15,4 0 9-15,12 3-6 0,-12 0 2 0,14 1 0 16,-1-2-1-16,1 2 1 0,1-3-5 0,1 1 1 16,0-4 4-16,2 2-2 0,0-1 6 0,1-1-7 15,3 1 4-15,-5-2-2 0,6-1-1 0,-3 0 1 16,-1 1 0-16,4-2 5 0,2-1-2 0,2-1-3 15,-1 1 1-15,1-1 4 0,21 0-3 0,-27 4-2 16,1-2 0-16,1 0-3 0,-2-1 3 0,1 3-3 16,0-4-2-16,-2 3 3 0,1-1 0 0,0-2 0 15,4 2 0-15,-1-2-2 0,0 0 3 0,-2 0-5 16,1 1-7-16,-2-2-4 0,-1 0-6 0,-2 4 0 16,-1 1-6-16,-3 1-24 0,-1 4-53 0,-14-4 24 15</inkml:trace>
  <inkml:trace contextRef="#ctx0" brushRef="#br0" timeOffset="19596.48">18997 8586 3 0,'2'7'22'0,"2"3"-7"0,-4 0-13 0,1 0-9 0,1 2-9 15,-2 2 4-15</inkml:trace>
  <inkml:trace contextRef="#ctx0" brushRef="#br0" timeOffset="20083.39">19678 8980 42 0,'20'0'45'0,"2"1"0"15,6 1-8-15,3 0-6 0,1 3 1 0,1-3 0 16,2 2-6-16,2-1 2 0,0 1-5 0,1-3-3 16,16 4-7-16,-2 0 3 0,-2-2 2 0,7 1-7 15,0-1 6-15,1-1 3 0,2-2-2 0,4 0 2 16,27-4-2-16,-28-1 0 0,1-1 3 0,28-1 2 15,-28 0-1-15,28-3-4 0,-28 3 0 0,31-8-1 16,-4 6 5-16,-26 0-16 0,30-2 6 0,-7-2-6 16,-21 4 6-16,25 1-22 0,5 15-26 0,0-5 83 15,-32-4 10-15,-3-5-14 0,2 0-9 0,0 0-4 16,-5 0-4-16,0 0 8 0,1 0-6 0,-5-1-9 16,1 0-2-16,-3 1 3 0,-15 4-10 0,0-3 0 15,2 3 6-15,-6 0-15 0,-2 2 4 0,-2 1-5 16,-1-3-12-16,-10 3-1 0,3 0-10 0,-3 0-10 15,-6 0-8-15,0 0-4 0,-2 2-10 0,-2 2-13 0,-2 0-4 16,-2-1-44-16,-5-3-126 0,-2 13 55 16</inkml:trace>
  <inkml:trace contextRef="#ctx0" brushRef="#br0" timeOffset="21190.97">11082 17439 14 0,'0'0'109'0,"-14"-4"-13"0,14 4-16 0,0 0-6 16,27-38 0-16,5 1-16 0,7-7-12 0,23-21-10 15,6 1-15-15,3-5-37 0,6 2-22 0,6-1-55 16,9 6-100-16,-5 1 45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3:26.624"/>
    </inkml:context>
    <inkml:brush xml:id="br0">
      <inkml:brushProperty name="width" value="0.05292" units="cm"/>
      <inkml:brushProperty name="height" value="0.05292" units="cm"/>
      <inkml:brushProperty name="color" value="#FF0000"/>
    </inkml:brush>
  </inkml:definitions>
  <inkml:trace contextRef="#ctx0" brushRef="#br0">6213 2177 5 0,'-11'7'9'0,"3"0"-5"0,-2 1 6 0,0-2-5 15,2 2-1-15,0-4-1 0,-1 2 1 0,-1 1 4 16,1 2-9-16,0-2 5 0,-1 2 4 0,1-2 3 15,1 0-9-15,1-1-3 0,-1-3-3 0,8-3 6 16,-9 7 3-16,9-7-5 0,-6 6-2 16,6-6 1-16,0 0-2 0,-9 7 1 0,9-7-1 15,0 0 1-15,-8 3 1 0,8-3 1 0,0 0-4 16,0 0-6-16,0 0-12 0,0 0 6 0,0 0 33 16,36-6-13-16,-3-1-7 0,18-11 3 0,9-6 5 15,30-11 2-15,6-2-4 0,3-3-3 0,5 0-8 16,-1-2 9-16,1-3 4 0,-2 7-13 0,-7-5-8 15,-5 1 4-15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41:34.423"/>
    </inkml:context>
    <inkml:brush xml:id="br0">
      <inkml:brushProperty name="width" value="0.05292" units="cm"/>
      <inkml:brushProperty name="height" value="0.05292" units="cm"/>
      <inkml:brushProperty name="color" value="#FF0000"/>
    </inkml:brush>
  </inkml:definitions>
  <inkml:trace contextRef="#ctx0" brushRef="#br0">17453 3147 39 0,'0'0'59'0,"0"0"-4"16,0 0-5-16,-11 0-3 0,11 0-8 15,-8 2-4-15,8-2-2 0,-11 4-6 0,5-1-3 16,-1 0-2-16,0 0-5 0,-1 1 3 0,2 0-9 0,-3 1 3 16,3-1-4-16,-1 2 3 0,1 0-6 0,-2-2 8 15,2-1-5-15,-2 1-2 0,-1 3 4 16,3-5-6-16,-4 2 1 0,5 1 3 0,-2-2-3 15,1 1 3-15,-2-2-1 0,8-2-3 0,-10 4 8 16,0-3-2-16,1 1 2 0,2 0 7 0,7-2-6 16,-13 3 5-16,6-2-4 0,7-1 1 0,-16 1 7 15,7 2 1-15,9-3 4 0,-15 1 11 0,8-1-1 0,7 0 1 16,-15 1 1-16,15-1-6 0,-15-1 4 16,7 0-3-16,8 1-1 0,-15-1-2 0,5 1 7 15,10 0 21-15,-15-2 12 0,15 2-4 0,-11-2-3 16,11 2-2-16,-10-2-2 0,10 2-2 0,-10-2 1 15,10 2-9-15,-9-1 2 0,9 1-8 0,-6-2 1 16,6 2-4-16,0 0-1 0,-9-1-8 0,9 1 7 16,0 0-13-16,0 0-6 0,0 0 1 0,0 0-8 15,0 0 0-15,0 0-1 0,0 0-1 0,-11-2-4 16,11 2 10-16,0 0-13 0,0 0 0 0,0 0-3 16,0 0-1-16,0 0 0 0,0 0 0 0,0 0-1 15,0 0 6-15,0 0-8 0,0 0 2 0,29 7-2 16,-21-4 5-16,3 1 4 0,-1-3-7 0,4 0 2 15,-3 1 2-15,2 2-5 0,3-2 0 0,-4-1 5 16,8-1-2-16,-1 3-3 0,0 0 0 0,0-1 3 16,-1 0-7-16,-1 1 1 0,0-1 5 0,1 1 0 15,1 0 1-15,-1-2-1 0,2 2-1 0,0-1 2 16,-2-1-1-16,1 2 0 0,-2-2 5 16,2-1-4-16,-1 3-3 0,1-2 3 0,0 2-2 15,-2-2 2-15,2 1-4 0,0 0 2 0,8 1 0 16,-8-3 0-16,-1 0 1 0,-1 2-1 0,2-1 1 0,-3-2-1 15,2 2-2-15,1-1 4 0,-6 1-1 0,0-1-2 16,1 1-1-16,3-1 1 0,-3 2 2 0,1-2-1 16,0 0-3-16,-3 3 5 0,6-1-3 0,-4 0 3 15,-1 0-2-15,-2 0 1 0,1 1-2 0,3-3 3 16,3 3-1-16,-2-2 0 0,4 1 0 0,-2 1 0 16,-1 0 3-16,5-1-5 0,-1-1 3 0,-1 1 1 15,8 0-4-15,-7-1 2 0,2 1 1 0,3 1-1 16,-4-3 2-16,5 0-1 0,1 0 3 0,-7 2-1 15,5-4 0-15,3 2-1 0,-8 0 1 0,7 0-3 16,-7 0 1-16,1-3 5 0,0 3-7 0,5 0 3 16,-6 0-1-16,6 0 5 0,-1-2-1 0,4 0 3 15,-11 1 0-15,10-2 1 0,-2 3-1 16,4-1-3-16,-2 0 3 0,3-2-5 0,3 2 6 0,-3-3-6 16,-2 3 3-16,2-2 1 0,3 0 2 0,-1-1 1 15,3 2 0-15,-3-2 1 0,3 3 1 0,0-6-4 16,0 2-2-16,-3 1 1 0,3-1 0 0,-1 0 2 15,3 0-2-15,0 3-2 0,1-4 3 0,-2 2-5 16,3-1-1-16,9-1 2 0,-9 3 1 16,-3-2-2-16,11 0 1 0,-9 0-1 0,11 0-1 15,-13-1 2-15,0 2-1 0,-1 0-1 0,15-1 1 0,-13 2-5 16,13-3 7-16,-15 1-3 0,16 0 2 0,-15-1 0 16,-2 4-1-16,19-3 0 0,-17 2-3 0,1 0 2 15,13-2-1-15,-1 4 5 0,-14-3-3 0,3 2 1 16,9-3-5-16,-11 3 2 0,14-4 0 15,-14 4-1-15,2-1 1 0,11 2-2 0,-11-3 3 16,-2 2-1-16,2 0 1 0,-2-2-3 0,13-1 1 16,-11 2 1-16,-1-1-2 0,16 2 0 0,-18-2 3 0,2 0-2 15,12-1 3-15,-14 3-2 0,1-1 3 0,2-2-3 16,-3 3 1-16,1 0-3 0,2 1 2 16,-3-2 3-16,1 0-3 0,1 3-1 0,-2 0-1 15,2-3 1-15,-2 0 1 0,-3 3-1 0,1-2 1 16,1 2 1-16,-1 0-3 0,0-4 1 0,0 3 2 15,-1-3-2-15,-2 4-2 0,0 1 1 0,2-1 2 16,-2 0-1-16,1 0 0 0,-4 1 0 0,6-1 0 16,-7 0 1-16,1 4-2 0,1-5 1 0,-2 2 1 15,0 2-2-15,2-5 4 0,-1 0-5 0,-1 2 1 16,0-3 1-16,0 3 1 0,0 2 0 0,-7-1-1 16,1-2 1-16,-3 1-4 0,2 1 4 0,7-1 2 15,-5 0 2-15,5 2-1 0,-8 0 2 0,8-1-2 16,-8-2-3-16,8-1 3 0,-9 2-1 0,2 2 1 15,-1-4 0-15,1 2-1 0,7 0 1 0,-8-1-2 16,1 0 1-16,-3 0 1 0,1 1-1 0,-2 0-3 16,-1 1 1-16,-3-1 0 0,2 2-1 0,-2-2 1 15,0 0 0-15,-2 2 3 0,8-5-1 0,-6 3 1 16,5 0 1-16,0 1-1 0,1-1-1 0,0 2 4 16,-1-2-5-16,3 0 1 0,-3-2 0 0,1 1 1 15,2 0 1-15,-1-2 4 0,0 2-7 16,2-2 3-16,-2 3 2 0,2 0-3 0,0-1-1 0,-2-1 0 15,-1 2 5-15,2-2-3 0,-1 2 6 0,2-1-2 16,-2-2-1-16,-2 3 2 0,3-1 0 0,-5 0 2 16,5-3-1-16,-5 4 4 0,-2 0-3 0,6-2-5 15,-8 4 5-15,6-4-2 0,-5 2 0 0,0 2 0 16,-2-4 8-16,2 4-6 0,1-4-1 0,-1 4-4 16,-13-2 0-16,24-2 5 0,-11 2 2 0,0 0 1 15,-2 0-2-15,-11 0-1 0,23 0-3 0,-12 0-6 16,-11 0 12-16,15 0 1 0,-15 0-3 0,13 0-5 15,-13 0 7-15,12 2-3 0,-12-2 4 0,0 0 1 16,16-2 3-16,-16 2 5 0,0 0-6 0,11 0 3 16,-11 0-3-16,0 0 3 0,0 0 2 0,13 2 0 15,-13-2 6-15,0 0-2 0,0 0-4 16,0 0 4-16,0 0-3 0,0 0-1 0,0 0 0 16,0 0-2-16,0 0-6 0,0 0-1 0,0 0-11 0,0 0 10 15,0 0-1-15,0 0-13 0,0 0 8 0,0 0-2 16,0 0 3-16,12 0-22 0,-12 0 22 0,0 0-12 15,0 0-18-15,0 0-14 0,0 0-18 0,0 0-20 16,0 0-24-16,0 0-21 0,0 0-23 0,0 0-29 16,0 0-25-16,0 0-44 0,0 0-36 15,0 0-187-15,0 0-499 0,0 0 221 0</inkml:trace>
  <inkml:trace contextRef="#ctx0" brushRef="#br0" timeOffset="5043.96">5630 4053 16 0,'0'0'28'15,"0"0"-2"-15,0 0-6 0,0 0 0 0,0 0-1 0,0 0-2 16,0 0-2-16,0 0 1 0,0 0-1 0,0 0-1 16,0 0 0-16,0 0-7 0,0 0 2 15,0 0-2-15,0 0-2 0,0 0-1 0,0 0 0 16,0 0-10-16,0 0 3 0,0 0-2 0,5-11-7 16,-5 11-1-16,0 0-5 0,4-7-16 0,-4 7-35 15,8-7 16-15</inkml:trace>
  <inkml:trace contextRef="#ctx0" brushRef="#br0" timeOffset="6434.02">5747 3888 12 0,'0'0'24'0,"0"0"5"0,0 0 1 0,0 0-2 15,0 0 4-15,0 0 9 0,0 0 9 0,0 0-5 16,-7-11-2-16,7 11-2 0,0 0 0 0,0 0 7 15,0 0-3-15,0 0 0 0,-2-7 3 0,2 7-8 16,0 0-1-16,0 0-8 0,0 0 0 0,0 0-3 16,0 0-2-16,0 0 6 0,0 0-14 0,0 0-2 15,0 0 16-15,0 0-16 0,0 0-7 0,-7-4 3 16,7 4-4-16,0 0 23 0,0 0-22 0,0 0 4 16,0 0-5-16,0 0 20 0,0 0-23 0,0 0 2 15,0 0 3-15,0 0-5 0,0 0 5 0,0 0-6 16,0 0 18-16,0 0-25 0,0 0 3 0,0 0 1 15,0 0-3-15,0 0 6 0,0 0-5 0,0 0 7 16,0 0-8-16,0 0 5 0,0 0-3 0,0 0 3 16,0 0 0-16,0 0 11 0,0 0-8 0,30 4 2 15,-30-4 6-15,10 3-6 0,-10-3 5 0,19 1 2 16,-9-1 1-16,3 1 2 0,0 1 12 0,5-2-5 16,1 0 15-16,0 0 4 0,3-2 3 0,-2-1-5 15,9 0 0-15,0-4-4 0,-1-2 0 0,3 4-1 16,1-3-6-16,-2-4-3 0,2 4 0 0,4 0 6 15,-5 0 0-15,1-1-3 0,-2 3-3 16,2-2 0-16,0 0-6 0,3-2 4 0,-5 3-3 16,1 1-1-16,-2-2 0 0,0 3-3 0,-1 0-2 15,2 0 4-15,-1 1-4 0,0 2-3 0,-1-2 0 0,-1 1 7 16,1 3-12-16,1 0 0 0,-6-3 1 0,5-1 3 16,3 3-8-16,-3-1 4 0,2-1-4 0,-2 1-2 15,0 0 13-15,3 1-9 0,-3 0 3 16,1 1 0-16,-1-3-2 0,-1 3 3 0,1-1-5 15,-1-2 2-15,1 4-2 0,-9 1 2 0,3-2 1 16,0 0-3-16,-1 2 4 0,0 0-5 0,0-1-1 0,0 1-1 16,1 1 0-16,-3-3 3 0,0 1-4 0,2-1 1 15,-2 4-7-15,-3-3 12 0,3 1-6 16,1 3 1-16,1-4-1 0,0 2 4 0,-1 0-2 16,8 0 3-16,-6 0-1 0,0 0-1 0,-3-3 0 15,1 3 2-15,0-2-3 0,-2 2 0 0,3 0-2 16,0-1 1-16,-3 3-1 0,1-1 0 0,-1 0 4 15,1 1-3-15,1-2-2 0,-2 2 11 0,3-2-9 16,-2 1-3-16,-1 2 0 0,3-5 4 0,-1 4-2 16,0 0-1-16,-1-1 2 0,2-2-2 0,0 2-1 15,1 0 3-15,-3 0 0 0,3 0-4 0,0 1 7 16,-1-1-6-16,-1 1 3 0,1-2 0 0,7 2 0 16,-6-1-3-16,0-1 0 0,5 2 3 0,0 0-1 0,-7-1-2 15,-1 2 1-15,4-2 2 0,4 1-4 0,-5 1 5 16,3-1-8-16,5 1 7 0,-2-2-1 15,0 3-3-15,-1-2 1 0,2-1 2 0,-6 0 1 16,5 0 0-16,2 0-3 0,0 0-2 0,1 1 6 16,1-1-3-16,-3 0-2 0,2 1 4 0,0-2-3 15,-1-2 0-15,-3 3 0 0,4-2 4 0,0 1-2 16,-2-2-1-16,2 3 1 0,-1-2-3 0,1 3-1 16,0-3 5-16,-1 1 1 0,2-1 2 0,-2 2-5 15,0-1 2-15,4-2 1 0,0-1-3 0,0 2-1 16,-3 2 3-16,6-1-1 0,-1-2-1 0,0 2-2 15,-2-1 6-15,2 1-5 0,-1-2 2 0,-1 3 3 16,3-1 2-16,-2 2 0 0,1-4-4 0,-2 1 5 16,1-1-3-16,-1 1 2 0,0-2-3 0,0 1 5 15,2-1 2-15,-2 2 2 0,3-2 3 0,-1 0 1 16,3 1 2-16,-1 0 2 0,-4-2-7 0,2 1 5 16,1 0-3-16,0 1-1 0,-1 1 2 0,0-4-2 15,2 2-2-15,-1 2-3 0,0-2-1 0,0 1 0 16,-1-1 1-16,0-1 3 0,-2-1-5 15,0 2-2-15,1 0 6 0,-2 2-5 0,2-6 4 0,-3 5 4 16,1-4-3-16,-1 5-2 0,0-4 1 0,-3 2-1 16,3 0 3-16,-1 0-2 0,1 2-2 0,0-1 7 15,-1-2-2-15,1 2-2 0,0-4 0 0,-1 3 2 16,0 0 0-16,5 0 2 0,-5-4-2 0,-1 3 1 16,2-4-2-16,0 3 0 0,0-1 1 0,0-1-1 15,0 3-3-15,-1-4 1 0,0 2-3 0,-2 1 9 16,2-1 9-16,-3 0-4 0,-2 0-4 0,4 0-1 15,-2 1-1-15,-6 0 0 0,-2-1-3 0,2 1 1 16,1-2-1-16,-5 3-2 0,2-1-6 0,0 2 2 16,0 0-3-16,-1 0 8 0,-2 0 0 0,1-2 1 15,-1 4-1-15,2-2-1 0,-5 0 0 0,-1 0-2 16,1 0-4-16,-3 0 5 0,-1 0-4 0,1 2-3 16,-3-1 1-16,3-1 4 0,-4 0-3 0,2 2 7 15,-9-2-9-15,14 0 2 0,-8 1-5 0,-6-1 18 16,10 0 0-16,-10 0 3 0,8 1 2 0,-8-1 0 15,0 0 2-15,9 0 2 0,-9 0-1 0,0 0 3 16,0 0-5-16,10 2 1 0,-10-2-2 0,0 0-3 16,0 0-14-16,0 0 13 0,0 0-2 15,0 0 1-15,0 0-4 0,0 0-1 0,0 0-2 16,11 0 2-16,-11 0-4 0,0 0-1 0,0 0-14 0,0 0-20 16,10-3-25-16,-10 3-28 0,0 0-37 0,0 0-31 15,0 0-48-15,18-1-65 0,-13 2-243 0,-5-1-546 16,0 0 242-16</inkml:trace>
  <inkml:trace contextRef="#ctx0" brushRef="#br0" timeOffset="6649.62">12174 3884 112 0,'0'0'177'0,"0"0"-23"0,16-14-14 0,1 3-14 15,10-6-24-15,5-4-39 0,18-4-59 16,4-2-62-16,4-3-79 0,-7-4-149 0,28-14 67 16</inkml:trace>
  <inkml:trace contextRef="#ctx0" brushRef="#br0" timeOffset="20416.95">16796 5193 6 0,'9'0'5'0,"-1"2"4"0,3-1 1 0,2 0-6 15,-3 1 4-15,2-2-3 0,0 2 2 0,0-1-1 16,1-1 3-16,-3 3-5 0,4 0-17 0,5 2 31 16,0-2 2-16,-1-1-3 0,0 1 7 0,1-1-7 15,2 0 2-15,0-2-3 0,-1 2-3 0,0-2-4 16,2 0-2-16,-2 2 6 0,2 0-6 0,1-1 2 16,-1 1 0-16,0-2-1 0,4 0-2 0,-4 1 3 15,0-2-3-15,-2 1 2 0,1 0 2 0,0 0 0 16,0 0-1-16,-2 1 0 0,3-1-1 0,-2 2 5 15,1-4-1-15,0 2-6 0,0 0-3 0,2 2 6 16,-2-2-7-16,8 1 6 0,-9-1-4 0,8 0 0 16,-9 2-2-16,4-4 1 0,5 2 2 0,-6 2 2 15,5-1-3-15,-4-2 2 0,4 1 1 0,-7-2-4 16,10 2 5-16,-9 0-3 0,8 0-3 0,-8 0 2 16,6 0 2-16,-6 0 2 0,7 0 1 0,-1-3-4 15,-7 2-2-15,1 0 4 0,7 0-4 0,-8 0 2 16,2 2 3-16,-3-1-1 0,4 1 0 0,-1-1-4 15,-3 0 4-15,9 1 3 0,-8 2-2 16,2-3 5-16,5 1-4 0,-7 1-1 0,2-2-3 16,0 1-1-16,-2 0-2 0,10 2 2 0,-9-3 2 0,7 2-4 15,-1 0 5-15,1 0 0 0,-2-1-8 0,2 0 11 16,2-1-3-16,0 0 3 0,1 1-4 0,1-2 0 16,0 2 1-16,2-4 5 0,1-1-6 0,-1 0-2 15,2 1 0-15,-1 0 4 0,-1-1 2 0,-1 2-5 16,1-1 1-16,-1-1 1 0,1 1-1 15,2 2-3-15,-3-1 6 0,0-3-7 0,1 3 7 0,0-1-5 16,3 0-6-16,-1 0 10 0,-1 2-2 0,0-3-1 16,2-1 7-16,2 2-5 0,-2-1 4 0,2-1-2 15,11 0-1-15,-13 0 1 0,16 1-6 0,-17-1 7 16,4 1-4-16,10-3-3 0,-11 3 12 0,0-1-11 16,12 0 2-16,-11-2-2 0,-2 3 1 0,13-4 11 15,-12 2-5-15,0 0-13 0,12-3 15 16,1 1-4-16,-1 2 6 0,-12-1-8 0,12 1-2 15,-15 2-3-15,15-5 7 0,-14 6-2 0,2-2 0 0,12 0 2 16,-14 2-4-16,0-3-1 0,3 3 0 0,11-1 11 16,-12-2 0-16,0 2 6 0,-3-1-5 0,16-2 9 15,-15 1 8-15,1-1-14 0,1 2 1 0,0-1 1 16,0 2-8-16,-1-2 4 0,-1 3 1 16,0-4-7-16,0 3 1 0,-1 0 0 0,-2 0 1 0,1 0-2 15,2-1 0-15,-1 0-3 0,-3 2 15 0,0-4-7 16,2 0-2-16,-1 2-6 0,-2-2 11 15,0 0 6-15,-2-1-9 0,2 2 7 0,-1 1-5 0,0-2-5 16,-1 0 2-16,-1 4 1 0,-1-4 1 16,0 1-2-16,0 2-5 0,-7 0 3 0,0 1 1 15,2 1-3-15,-3-1-2 0,1 3 1 0,0-2-4 0,-1 2-1 16,1-1-4-16,-2 0 1 0,0 1 7 0,0 0-4 16,0 0 2-16,-1 0-3 0,1 2-5 0,-2 0 8 15,1-2-3-15,0 2 2 0,0-2-1 16,0-2-4-16,0 2 3 0,1 2-1 0,0-2-3 15,0 1 6-15,1-1-5 0,0 1 0 0,0 0 2 0,-1 1-2 16,1-2-4-16,0 1 4 0,1 0-3 0,0-1 5 16,1 0-3-16,-2-1-4 0,-1 0-6 0,1 1-7 15,1-2-11-15,0 2-5 0,0 0-13 16,8 0-13-16,-1 0-12 0,0-1-18 0,0 2-18 16,-9-1-100-16,3 4-225 0,-1-3 99 0</inkml:trace>
  <inkml:trace contextRef="#ctx0" brushRef="#br0" timeOffset="23019.34">11557 5876 6 0,'-11'-1'50'0,"11"1"5"0,0 0 5 0,0 0-1 0,-9-1 0 15,9 1 2-15,0 0-3 0,0 0 20 0,-8-3-21 16,8 3 2-16,0 0-10 0,0 0-4 16,0 0 2-16,-8-2-8 0,8 2-11 0,0 0 6 0,0 0-3 15,0 0-8-15,0 0-1 0,0 0-1 0,0 0-12 16,0 0 13-16,0 0 0 0,0 0-3 0,0 0-3 16,0 0 12-16,0 0-15 0,0 0-13 0,0 0 11 15,0 0-2-15,0 0 3 0,0 0-4 0,0 0 0 16,0 0-3-16,0 0-11 0,0 0 11 15,0 0-1-15,0 0-1 0,0 0-9 0,0 0 34 0,0 0-5 16,0 0-6-16,0 0 3 0,18 14 2 16,-12-11 0-16,-1 0-10 0,2 0 5 0,-1 0-1 0,5-2 24 15,-2 3 7-15,5-2 0 0,-2 0-4 0,2-1-5 16,-1 0 1-16,6-1-3 0,-1 0-3 0,2-1-1 16,0 1-2-16,1-1-4 0,1 1 8 15,-2-2 3-15,9 2 3 0,-8-2-9 0,1 2 5 0,8-3 8 16,-3 2 6-16,1 0-1 0,-1-2-8 0,2-1 2 15,-1-1-8-15,1 0 8 0,0 2 1 0,2-3-2 16,1 0-8-16,-3 0-1 0,2-2-4 16,1-1-1-16,0 2-2 0,-3-1 1 0,-2 1-2 15,2 2-3-15,-9 0-1 0,0-1 1 0,7 1-10 0,-9 1 5 16,0 2-3-16,2 0 1 0,1-1-4 0,-3 3 0 16,0-1-3-16,1-2 0 0,0 3 9 0,-8 0-11 15,5 0 2-15,1 0 0 0,-3 0-6 0,-1 1 5 16,-1-1-4-16,-1 2 2 0,-2-1-2 15,5 0 3-15,-7 1 0 0,-1-2-3 0,-6 0 5 16,18 0-7-16,-13 0 0 0,3 2 3 0,-8-2-4 0,12 1 2 16,-12-1-2-16,13 1 3 0,-13-1 13 0,13-1 5 15,-5 1-3-15,-8 0 1 0,13-1-3 0,-13 1-1 16,12 0 4-16,-12 0-6 0,11 0-4 0,-11 0-1 16,0 0-3-16,10-2 7 0,-10 2-3 15,0 0 6-15,0 0-8 0,10 0 0 0,-10 0-3 16,0 0 1-16,0 0-1 0,0 0-3 0,0 0 2 15,0 0-1-15,0 0-2 0,0 0-2 0,0 0-4 16,0 0-14-16,0 0-19 0,0 0-24 0,7 3-25 16,-7-3-12-16,0 0-21 0,0 0-31 0,8 13-32 15,-8-13-9-15,9 10-140 0,-2-4-361 0,-7-6 160 16</inkml:trace>
  <inkml:trace contextRef="#ctx0" brushRef="#br0" timeOffset="23266.01">13266 5596 7 0,'0'0'129'0,"0"0"1"16,4-4 11-16,-4 4 1 0,0 0 15 0,0 0-1 16,3-4 2-16,-3 4-9 0,0 0-12 0,0 0-8 15,0 0-12-15,0 0-14 0,0 0-4 0,0 0-15 16,0 0-2-16,0 0-16 0,0 0-3 0,0 0-12 15,0 0-3-15,4-5-10 0,-4 5 0 0,0 0-13 16,0 0-19-16,0 0-24 0,0 0-27 0,0 0-30 16,0 0-18-16,0 0-25 0,0 0-31 0,0 0 5 15,0 0-12-15,23 9-88 0,-23-9-262 0,6 6 116 16</inkml:trace>
  <inkml:trace contextRef="#ctx0" brushRef="#br0" timeOffset="33187.03">23662 9023 121 0,'-9'0'136'0,"9"0"-8"16,0 0-9-16,-12 1-8 0,12-1-7 0,0 0-8 15,0 0-8-15,-14 0-9 0,14 0-3 0,0 0-3 16,0 0-8-16,-8 2-5 0,8-2 2 0,0 0-7 16,0 0 3-16,0 0-2 0,-7 0-6 0,7 0-5 0,0 0-2 15,0 0 2-15,0 0-3 0,0 0-9 0,0 0 4 16,0 0-3-16,0 0-1 0,0 0 0 15,0 0-5-15,0 0 6 0,0 0 1 0,0 0-1 16,0 0 4-16,0 0-3 0,0 0-4 0,0 0 3 0,0 0 2 16,0 0-5-16,0 0-2 0,0 0-4 0,0 0-1 15,0 0 0-15,0 0-5 0,0 0-2 0,0 0-5 16,0 0 1-16,-12-2-1 0,12 2-1 16,0 0 1-16,0 0-1 0,0 0-3 0,-10-1-2 0,10 1 4 15,0 0-3-15,-10-1 0 0,10 1 0 0,-12-3-7 16,12 3 5-16,-10-1 0 0,2-1-6 0,8 2 4 15,-14-2-1-15,8 1 3 0,6 1-1 0,-12-2-2 16,12 2 1-16,-12-1-6 0,12 1 7 0,-11-1-2 16,11 1-2-16,-10 0 3 0,10 0 0 0,-11-3-1 15,11 3-1-15,-7-1 3 0,7 1 2 0,0 0 0 16,-10-1 3-16,10 1 5 0,0 0 1 0,-10-3 1 16,10 3-2-16,0 0-1 0,0 0 1 0,0 0-1 15,-8-1-4-15,8 1-2 0,0 0 5 0,0 0-3 16,0 0 1-16,0 0-2 0,0 0 2 0,0 0 2 15,0 0-7-15,0 0-2 0,0 0 8 0,0 0-7 16,0 0-2-16,0 0-3 0,0 0 3 0,0 0-3 16,0 0-3-16,0 0 3 0,0 0 3 0,0 0-2 15,0 0 0-15,0 0 2 0,33 4 5 0,-20-3-6 16,-1 1 2-16,0 0-1 0,6-1 0 0,1 2 2 16,-1-1-1-16,1-1 0 0,2 1-2 0,2-1 3 15,-3 4-3-15,7-3 1 0,-5 1-1 0,1-3-1 16,4 4 4-16,-6-1-3 0,1 0 1 0,0-1-1 15,7 4 2-15,-2-3 2 0,1 1-2 0,0 1 0 0,0-1 2 16,-1-3 0-16,0 3 2 0,0-1 2 16,3 0 1-16,2-3-1 0,-2 0-1 0,1 0 0 15,0 2-2-15,-1-2 0 0,0 0 0 0,-1-2-1 0,-1 2 3 16,-1 0-5-16,1 0 4 0,-6 0-3 16,-3-3 2-16,1 3-3 0,1 0-1 0,-2 0 3 15,-1 0-1-15,-1-2-2 0,2 0 2 0,0 0-2 16,-6 2-1-16,-2 0-2 0,3 0 3 0,-1 2-1 0,1 0 1 15,4 0 2-15,-5-2 1 0,-2 3-1 0,1-3 1 16,2 0-2-16,0 2-1 0,0-1 2 0,4-2-2 16,1 2 1-16,1 1 0 0,-2-2 0 0,4 0 3 15,-3 2-3-15,2-2 0 0,0 2-4 0,1-1 5 16,6 2-1-16,-6 0-1 0,7-5-2 0,-7 1 5 16,6 2 0-16,1 1 6 0,2 1-6 15,-12-3 4-15,8-2 2 0,1 1-4 0,1 1-1 0,0 0 3 16,-2 0-3-16,2-2-4 0,-2 2 7 0,1 2-4 15,1-1-1-15,1-1 4 0,-1-1 1 0,4 1-3 16,-2-2 6-16,1 1-10 0,-3 0 3 0,5 1 7 16,-3-2-12-16,1 0 4 0,3 2-3 0,1-1 2 15,-2-3-4-15,1 3 4 0,1-1-1 0,1-1 2 16,-1 4-7-16,-1-2 3 0,2-1 2 0,0 0 5 16,-3 0-8-16,5 1 4 0,-3-2-4 0,2 2 8 15,2 0 3-15,-1 0-2 0,12 0-4 0,-15-1 1 0,2 1 0 16,2 1-1-16,10-5-1 0,-10 2-1 15,12 0 1-15,-16 2 3 0,16-2-2 0,-16 2 1 16,4-2-3-16,10 3 1 0,-10-3 0 0,-2-1 1 16,14-1-2-16,0 0-3 0,-16 0 4 0,4 2-1 0,14-2 4 15,-5 0-4-15,-11-1-3 0,1 4 9 0,11 0-7 16,-13-1 0-16,1-1-4 0,-2 2 6 16,2-1-2-16,-2 3-2 0,18-5 2 0,-20 3-1 15,7 2-1-15,-8-3-1 0,3 0 2 0,0 3 3 0,-3-2-2 16,-1 0 1-16,4 2-1 0,-5 2-4 15,2-2 5-15,-1 0 0 0,-2 2-1 0,4 1 1 0,-1-4-2 16,-4 1 8-16,1-2-4 0,3 4 1 0,-4-2 1 16,-2 1-3-16,2-2 2 0,2 1 1 0,-3-2-3 15,-1 1 2-15,-5 1 4 0,6-3-4 0,-9 5-1 16,9-4 4-16,-6 4-3 0,1-4 1 0,-3 2 7 16,1 0-3-16,0-1 2 0,2 2-5 0,-3-1-1 15,0 0 3-15,-2-1-2 0,0-1 0 0,1 4-5 16,-5-2 8-16,-1 0-3 0,1 0 3 0,-1 0-1 15,-1 1-3-15,3-1 5 0,-4 2-6 0,-1-4-1 16,2 5 0-16,1-2 1 0,-4 2-4 0,2-2 6 16,0 1-1-16,-3 1-6 0,-1-2 5 0,0-1 1 15,-7 0-4-15,16 3-2 0,-10-3 3 0,-6 0-11 16,11 4-12-16,-11-4-14 0,11 1-3 0,-11-1-13 16,0 0-1-16,7 3-13 0,-7-3-12 0,0 0-21 15,0 0-34-15,0 0-38 0,0 0-44 0,0 0-217 16,0 0-466-16,0 0 207 0</inkml:trace>
  <inkml:trace contextRef="#ctx0" brushRef="#br0" timeOffset="35833.01">24432 10068 10 0,'0'0'201'0,"0"0"-19"0,0 0-18 16,0-26-14-16,0 26-15 0,1-14-9 0,1 4 0 16,-1-1-9-16,3 0-5 0,0 0-5 15,-2-2-6-15,2-2-2 0,0 0-10 0,1-3-6 0,-1 1 1 16,2 1-4-16,-2-2-6 0,3-1-4 0,-3-6-4 16,0 6 0-16,-1 1-5 0,-2-7-6 0,1 0-5 15,0 6-1-15,-1 0-3 0,-1-1-3 16,3 3-4-16,-3 1-9 0,0 2-2 0,1 3-3 0,-1-1 3 15,0-1-2-15,1-2-2 0,-1 6-4 0,0-1-5 16,0 2 4-16,0 8-3 0,0-12-5 0,0 12 3 16,3-11-3-16,-3 11 4 0,0-8-8 0,0 8 1 15,0 0-2-15,1-9 5 0,-1 9 1 0,0 0 1 16,0 0 5-16,0 0-1 0,0 0 0 0,0 0 5 16,-9-5-5-16,9 5-3 0,0 0 1 0,-11 15-4 15,6-5-4-15,-2 0 6 0,0 0-6 0,3 2 1 16,-3 5-1-16,4-1-2 0,0 1-1 0,0-2 1 15,2 2-6-15,0-1 2 0,1 1 0 0,2-2 9 16,1-2-11-16,0-1 2 0,0-1-2 0,5 2-3 16,-2-1 1-16,2-2 3 0,-2 1-3 0,5 0 3 15,3 2 0-15,-5-3 2 0,2 1 1 0,-1 0-3 16,3-1 7-16,-5-1-3 0,2-2-4 0,-3 1 1 16,0 0 0-16,0 1 2 0,-1-3-1 0,-1 2 1 15,-1-1-4-15,-4 0 1 0,2 4-6 0,-2-3-5 16,-6 4 0-16,3-3-5 0,-1 1 1 0,-4-2-1 15,0-1 5-15,0 0 0 0,-1 0 1 0,3-3 4 16,-2 2-1-16,3-4 2 0,5-2-2 0,-10 4 1 16,5-2-5-16,5-2-1 0,0 0-3 0,-8 3 4 0,8-3-4 15,0 0 1-15,0 0 2 0,0 0 2 0,5-21-5 16,-1 11 8-16,5 0-5 0,3-5-3 16,0 0 7-16,1 0 2 0,5-6 2 0,-5 7-4 0,5-6 1 15,-2 1 1-15,4-2 2 0,-4-1 0 0,3 3 3 16,-6 4 1-16,6-6-4 0,-2 2 5 15,-2-2-2-15,-4 5 3 0,1-1-1 0,-2 1 0 0,-1-1-6 16,-2 2 7-16,0 2-4 0,-3 3 2 0,0 1 1 16,-1-1 2-16,-1 3-3 0,-2 7 0 0,0-12 6 15,0 12 0-15,-4-9 2 0,4 9-1 0,-5-8-1 16,5 8 3-16,-6-6-2 0,-2 3 1 0,8 3 1 16,-10-2 2-16,10 2 0 0,-14 0 1 0,4 2 0 15,2 2 0-15,-3 1-3 0,0 1 3 0,5 0-2 16,-2 1-3-16,2 3 0 0,-2 1 2 0,2 5-4 15,1 2 2-15,3-2-2 0,-3 0-1 0,3 0 0 16,2 1-3-16,1 0 0 0,3-2 0 0,0-2-3 16,2 2 6-16,4-1-1 0,1-1-1 0,3 0-2 15,4-4-5-15,1 0-1 0,6-4-6 0,3 1-3 16,1-4 3-16,0-2-8 0,-2-3-1 0,2-3-1 16,-2 2 6-16,0-7 1 0,0-2 3 0,-4 0-3 15,-1-3 5-15,-4 4 0 0,-3-2 2 0,1 3-1 16,-3-4 2-16,0 2-2 0,-4 0 1 0,1-2 5 15,-5 0-1-15,-1 3 2 0,1 0 1 0,-1-4 3 0,-4 6-2 16,1 0 6-16,-4 0-1 0,1 1 4 16,-3 2 13-16,0 0-2 0,1 4 7 0,-2 0 2 15,6 3-5-15,-16-4-2 0,9 5 0 0,-4 2-5 16,0 2 8-16,-1 3-2 0,-1 1-1 0,0 4-2 0,0 1-5 16,1 1-3-16,5-1 0 0,0 2 0 0,-1 0-3 15,3-5-3-15,5 5 1 0,-5-4 0 0,8-1-1 16,-1 0-2-16,1 1 1 0,-1-2-4 15,2-3-1-15,1 2-1 0,3-3-5 0,-4 0-6 0,2-1 0 16,1-2 0-16,-1 0 4 0,-6-3-2 0,16 2 0 16,-9-3 7-16,-7 1-4 0,14-2 0 15,-6-1 0-15,-1 1 0 0,-7 2 2 0,12-6-4 16,-7 2 4-16,-5 4-2 0,8-2 0 0,-8 2-2 16,6-3 2-16,-6 3 1 0,8-1-2 0,-8 1-3 0,0 0 5 15,0 0 0-15,10 9 5 0,-9-3-1 16,7 5 2-16,-6 9 4 0,1-1 0 0,-2 9 1 15,-1 3 1-15,0 3-3 0,0-2 2 0,0 1-4 0,0 0-1 16,0-2 4-16,3-1 2 0,-1-2-3 0,0-2 3 16,-4-7 0-16,2 0 2 0,0-4-1 0,0 0 0 15,2-4-4-15,-2-3 5 0,0-1-1 0,0-7 3 16,0 12-4-16,0-12 2 0,0 8 1 0,0-8 0 16,0 0 2-16,2 6 0 0,-2-6-4 0,0 0 8 15,0 0-5-15,11-18-3 0,-3 1 1 0,0 0 1 16,1-12-3-16,1 1-3 0,-2-2-2 0,1 0 7 15,-3-4-5-15,3 4 0 0,-1-3 7 0,-2 0-4 16,1-1-4-16,0 2-2 0,-2 1 4 0,-1 1 1 16,0 4-5-16,1 2 2 0,1 6 0 0,-4 2-2 15,-1 2-1-15,4 3 3 0,-3 1-2 0,0 3 10 16,-1 0-11-16,-1 7 7 0,3-10-1 0,-3 10 2 0,1-9 0 16,-1 9-3-16,0 0 0 0,4-7 2 15,-4 7 0-15,0 0-3 0,0 0-3 0,0 0-1 16,0 0 5-16,0 0 3 0,0 0-4 0,0 0 9 15,8 19-5-15,-5-13 0 0,-1 4 1 0,1-4 0 0,-1 5 2 16,0-1-5-16,3-1 3 0,-3-1 4 16,3-1-6-16,1 1 1 0,-2-2-1 0,4 1 4 15,-4-3-3-15,0 1 2 0,1-1-1 0,-5-4 9 16,10 3-11-16,0-1 4 0,-1-2 0 0,-9 0-1 0,17-3 1 16,-7-2-2-16,-1 0-2 0,-1 0 0 0,2-1 0 15,-5 2-2-15,3-2 2 0,-1-1-2 0,-2-2-2 16,0-1 1-16,-1 0 0 0,-2 3 3 15,2-3-3-15,-1-1 5 0,-1 3-4 0,0 1 2 0,-2 7-2 16,0-12-1-16,2 7-3 0,-2 5 2 0,0 0-5 16,2-10 4-16,-2 10-5 0,0 0 0 0,0 0-2 15,0 0 2-15,0 0-1 0,10 18 5 0,-10-8-2 16,4 0-3-16,1 3 1 0,-1-3 2 0,4 1 0 16,0 0 1-16,-1-3 3 0,1 0 3 0,4-1-1 15,-3 0-2-15,4-4 1 0,1 0 9 0,-1-3-4 16,5-3 1-16,-3-1-4 0,4-3 3 0,2-3-5 15,-2-1 5-15,4-3-1 0,-8 3-5 0,2-2 4 16,-4-1-3-16,1 1 0 0,-4-1 2 0,2 2-1 16,-5-1-4-16,1 0 5 0,-6 3-2 0,1-2 14 15,-3 1-10-15,2 0-1 0,0 0-7 0,-6-1 5 16,-1 2-2-16,1 2 3 0,0 3 1 0,0-2-5 16,-2 3-2-16,6 4-2 0,-13-3 0 0,13 3-1 15,-18 5 1-15,9 3-1 0,-2 3 8 0,1 4-8 16,1 2 0-16,-3 5 1 0,7-3-1 0,0 1-6 15,5-2-8-15,-3-1-37 0,6-1-26 0,0-3-33 16,3 2-20-16,-1-4-15 0,1-1-19 0,3-3-8 16,5 3-1-16,-3-4-5 0,1-3 6 0,1-1 13 15,-2-1 14-15,3-2 21 0,-3-1 13 0,0-1 12 16,-2 1 27-16,0-2 16 0,-2-1 29 0,0 0 12 16,-3 0 25-16,-1 1 15 0,1-2 18 0,0 1 10 15,-2-2 7-15,-2 7 4 0,3-12 15 0,1 4 1 16,0-1-7-16,-1-3-1 0,0 2 0 0,-1-1-2 15,6-1-2-15,-3 2 6 0,-1-1-2 0,1 2 0 16,2-1-1-16,-1 2-6 0,-1-1-4 0,1 3-6 16,-1 1-3-16,2 1-9 0,0-1 3 0,-1 2-12 15,1-1 0-15,-7 4-2 0,14 2 2 0,-14-2-8 16,13 4 0-16,-9 2-3 0,1 1 0 0,2 3-3 0,-5 3 2 16,2-1-7-16,-1-1-8 0,1 2-13 0,-4-1-11 15,4-1-24-15,-1 1-32 0,-3 0-31 16,2-3-50-16,0 0-34 0,1-3-37 0,-3-6-118 15,0 10-377-15,0-10 167 0</inkml:trace>
  <inkml:trace contextRef="#ctx0" brushRef="#br0" timeOffset="36111.87">26187 9343 132 0,'-3'-7'203'0,"2"2"-3"0,1 5-1 0,-1-13 4 15,1 13-7-15,-2-7-9 0,2 7-4 0,0 0-11 16,0-8-9-16,0 8-12 0,0 0-9 0,0 0-5 16,0 0 1-16,0 0 6 0,7 29-5 0,-3-11-16 15,4 8-3-15,0 1-8 0,-3 2-13 0,-1 2-4 16,-2-2-11-16,3 1-14 0,2-1-2 0,-2 1-6 16,1-4 5-16,-2 2-23 0,-1-5-3 0,-1-4 3 15,5 0-12-15,-3-1-4 0,-3-1 2 0,3-2-9 16,-4-3-12-16,4 1-11 0,-4-3-24 0,2 0-21 15,-2-2-28-15,0-1-32 0,0-7-25 0,2 11-23 16,-2-11-19-16,1 6-33 0,-1-6-20 0,0 0-14 16,0 0-167-16,0 0-441 0,0 0 195 0</inkml:trace>
  <inkml:trace contextRef="#ctx0" brushRef="#br0" timeOffset="36418.22">26214 9637 47 0,'-5'-9'163'0,"-1"-1"-2"15,0 3-1-15,-2 0-10 0,6 2-16 0,2 5-9 16,-7-7-5-16,5 2-6 0,2 5-15 0,0 0 3 15,-7-9-14-15,7 9-6 0,0 0-6 0,0 0-7 0,0 0 3 16,0 0-4-16,12-10-6 0,-6 6-1 0,4-2-13 16,7-2 1-16,1 2-5 0,-7 1-4 15,1-2-6-15,3 0 2 0,2 0-7 0,-7 3-1 16,1 0-3-16,1 0 2 0,-7 1-3 0,3 1-2 0,-3 0 1 16,4-1 1-16,-9 3-3 0,9-3 5 0,-9 3 3 15,9-2 3-15,-9 2-4 0,14-1 0 0,-14 1-3 16,10 1 4-16,-10-1 8 0,9 2-1 15,-9-2-1-15,10 6 14 0,-4-2 7 0,-1 0-6 0,-1 0-3 16,1 5-4-16,-1-3-3 0,0 0-2 16,2 4-3-16,-4 0 0 0,2 1-10 0,0-1 0 15,-2-1-1-15,3 2-2 0,-3 0-7 0,0-1-10 16,0-1-16-16,-2 1-23 0,0-1-28 0,-2 1-34 0,2-3-43 16,0-7-41-16,-2 15-29 0,2-10-210 0,-4 2-453 15,1-2 200-15</inkml:trace>
  <inkml:trace contextRef="#ctx0" brushRef="#br0" timeOffset="36597.25">26438 9328 93 0,'-6'-4'251'15,"6"4"-28"-15,-9-5-24 0,9 5-25 0,-9-3-23 16,9 3-32-16,0 0-28 0,-9-1-32 0,9 1-29 15,0 0-29-15,0 0-40 0,0 0-25 0,0 0-34 16,22 20-101-16,-13-15-215 0,5-2 96 0</inkml:trace>
  <inkml:trace contextRef="#ctx0" brushRef="#br0" timeOffset="37000.18">26679 9417 120 0,'0'0'170'0,"0"0"5"0,0 0 13 15,-7 12 3-15,7-12-1 0,-6 10 2 0,3-3-2 16,-3 1 1-16,-1 3-3 0,-2 5-2 0,0 6 3 16,-3 3-20-16,1 2-11 0,1 1-20 0,0 0-6 15,3 0-16-15,1 0-10 0,1-8-16 0,3 3 8 16,2-5-23-16,0-3-8 0,2-2-10 0,1-2 2 16,1-1-11-16,0-2-4 0,1-1 2 0,2-2-7 0,-3-1-7 15,5-2-5-15,-2-2-1 0,5 0-1 0,-4-4-7 16,1-1 1-16,2 0 0 0,-2-1-3 15,0-3-4-15,0 0 0 0,-2 0 11 0,0 1-13 16,-3-3-1-16,0 0-1 0,-3 2 6 0,1-1-6 0,0-2 0 16,-2 1-7-16,0 3 2 0,0 8 3 0,0-15 5 15,0 11 9-15,0 4 0 0,0 0-8 0,0-14 1 16,0 14-2-16,0 0-3 0,0 0 4 0,0 0 3 16,0 0 17-16,0 0 0 0,7 28 3 0,-4-13-12 15,-3 3-1-15,0 0 0 0,2-1-5 0,0 2-2 16,2-2 0-16,-2 0-11 0,1 0-9 0,1-4-27 15,0-2-28-15,-1 0-22 0,1-1-45 0,1-3-38 16,-3 3-44-16,3-4-41 0,-1-3-20 0,-4-3-19 16,9 2-171-16,-9-2-498 0,10-8 221 0</inkml:trace>
  <inkml:trace contextRef="#ctx0" brushRef="#br0" timeOffset="37199.44">26865 9352 152 0,'-2'-17'234'15,"2"5"-3"-15,0 4-3 0,0 0-7 0,0 8-4 16,-2-10-13-16,2 10-8 0,0 0-4 0,0 0 2 16,0 0 5-16,0 0-4 0,4 24-9 0,-2-5-13 15,0 9-16-15,2 3-15 0,-2 3-17 0,0 1-14 16,-2 0-6-16,2 1-12 0,0-4-12 0,3 0-37 16,-3 0-13-16,2-6-35 0,1 1-37 0,-5-8-47 15,5 6-55-15,-1-6-71 0,0-3-65 0,-4 1-212 16,1-1-531-16,1-6 235 0</inkml:trace>
  <inkml:trace contextRef="#ctx0" brushRef="#br0" timeOffset="38332.9">27352 9883 278 0,'0'0'268'15,"0"0"-12"-15,0 0-13 0,0 0-9 0,0 0-13 16,-1-22-10-16,2 11-24 0,2-4 1 0,-1-2-8 0,2 0-13 15,4-9-10-15,-6 9-8 0,6-2-3 0,2-7-3 16,-3 3-10-16,0-2-7 0,-1 1-14 0,0 0 2 16,-3-1 1-16,1-2-18 0,-2 3-11 15,3-3-12-15,-3-2-2 0,-2 2-9 0,-1 0-6 0,0-1 0 16,-4-1-5-16,1 10-1 0,2 2-17 16,-1-2-4-16,-1 9 18 0,2-2 6 0,0 2 2 0,0 1-4 15,1 2 4-15,1 7-6 0,-2-13-3 0,2 13-5 16,-4-9 1-16,4 9-6 0,0 0-2 0,0 0 3 15,0 0 6-15,0 0-6 0,-5 22-4 0,5 4 8 16,3-2-3-16,-1 5-5 0,-2-2 2 0,2 3-8 16,0 0-2-16,0-2-3 0,1-1-3 0,1 1 8 15,3-4-13-15,-3-7 1 0,4 0-2 0,-4-5-6 16,5 2 3-16,-1-1-5 0,0-4-3 0,1 0-9 16,-1-2-2-16,1 0-9 0,3-4-3 0,1 2-5 15,-1-5-5-15,-2 1 1 0,3-5-7 0,1 0 10 16,-1-1-11-16,2-5 6 0,-3-2-2 0,0 0-12 15,-3-2 5-15,0 2 16 0,-1-2-15 0,0-2 14 16,-6 3 6-16,1 0-4 0,-2-2 0 0,-1 4 4 16,0-1 6-16,3 3 7 0,-5 1 3 0,2 8-8 15,-1-10 19-15,1 10-6 0,0-10 8 0,0 10 3 16,0 0 5-16,1-7 2 0,-1 7 2 0,0 0 8 16,0 0 13-16,0 0 0 0,2 38 0 0,-2-20 0 0,0 1-6 15,0 0-5-15,2-2-2 0,2 0-9 16,-1 1 3-16,1 0-4 0,4-3-1 0,-4-5-2 15,4 3 3-15,-1-5-4 0,2 2-10 0,0-3-5 0,-2 0-5 16,3-1 1-16,1-3-9 0,0 0 10 0,-1-3-8 16,-2 0-6-16,3-3 2 0,-5 1-5 15,4 0-2-15,0-5-8 0,-5 2 1 0,0-4-12 0,-1-1 1 16,0 0-7-16,-1-2-1 0,-3-5-9 0,-3-2 19 16,1 2-16-16,0-2 8 0,-5 4-4 0,3 0 10 15,-2 1-1-15,-1 3 9 0,3 1-2 0,0 1 13 16,-2 4 6-16,4-2-4 0,2 7 4 0,-7-8-1 15,7 8 2-15,-2-6 0 0,2 6 3 0,0 0-2 16,-5-6-2-16,5 6 7 0,0 0-8 0,0 0 5 16,0 0-1-16,0 0 3 0,0 0-5 0,22-1 12 15,-12 1-8-15,0-1 2 0,4-1 6 0,-2 0-5 16,1-2 3-16,1-2-2 0,-3-1 5 0,5-2-9 16,-5 3 2-16,6-2 4 0,-3-1-4 0,-3 2 7 15,-1 1-5-15,-2 0 1 0,-1-1 8 0,0 5 0 16,-3-1-3-16,-4 3 2 0,9-6 1 0,-9 6 5 15,4-4 8-15,-4 4 6 0,0 0 5 0,5-2 4 16,-5 2-5-16,0 0 6 0,0 0 3 0,0 0 4 16,0 0-13-16,0 0-14 0,0 0 9 0,0 0 0 15,0 0 0-15,-4 21-2 0,0-11-3 0,2 1 2 16,-1 0-7-16,-2 5 2 0,5-5-9 0,0 5 5 16,-4 2-1-16,6 0 0 0,-1-1 0 0,0-1-1 15,-2 1 1-15,5-1-1 0,-2 0-9 0,4 1 10 0,-1-1-6 16,-3-1 0-16,3 2 0 0,-1-1-1 0,3 0-3 15,-4-3 11-15,3 1-10 0,-2 1-3 0,1-3 15 16,-3 3-14-16,0-3 0 0,5 3 3 16,-4-4-3-16,-1 1 7 0,3 0-5 0,-4-1 3 0,2-1-3 15,-3-1 10-15,0 1-6 0,1 1-4 0,-2-2-6 16,2 1 12-16,-2-2-9 0,1 0-11 0,-4-1-6 16,1 2-14-16,3-1-22 0,0-8-19 0,-5 13-18 15,0-9-26-15,5-4-22 0,-9 7-40 0,4-5-41 16,5-2-37-16,-10 1-45 0,10-1-1 0,0 0-201 15,-10-12-547-15,10 1 243 0</inkml:trace>
  <inkml:trace contextRef="#ctx0" brushRef="#br0" timeOffset="38533.01">28115 9448 242 0,'0'-9'261'0,"-1"1"-27"0,1 8-18 15,-2-9-19-15,2 9-10 0,0 0-11 0,0-12-11 16,0 12-15-16,0 0-10 0,0 0-8 0,0 0-1 15,0 0-10-15,0 0-11 0,13 29-9 0,-8-12-9 16,2 0-12-16,0 0-4 0,-1 0-10 0,1 1-4 0,-1-1-3 16,0-1-19-16,-3-3-14 0,0 1-16 15,1-2-24-15,-2 0-32 0,0-2-37 0,-1 2-32 16,-1-4-28-16,0-1-43 0,0-7-26 0,-3 12-168 16,0-6-411-16,3-6 183 0</inkml:trace>
  <inkml:trace contextRef="#ctx0" brushRef="#br0" timeOffset="38692.97">28047 9303 116 0,'-5'-10'218'0,"-1"2"-23"0,1 3-19 0,2 0-20 16,3 5-15-16,-5-8-12 0,5 8-14 16,-5-6-16-16,5 6-22 0,0 0-22 0,0 0-21 0,0 0-16 15,0 0-38-15,0 0-31 0,29 3-28 0,-11-2-30 16,4-2-103-16,6 4-230 0,0-6 103 0</inkml:trace>
  <inkml:trace contextRef="#ctx0" brushRef="#br0" timeOffset="38900.91">28404 9256 5 0,'0'0'231'0,"14"0"-3"0,-14 0-9 0,8-1-3 0,-8 1-14 16,0 0-2-16,7 3-6 0,-7-3-4 0,0 0-4 16,0 0-5-16,-2 16-7 0,-2-8-3 0,-1 4-1 15,0 0-9-15,-4 4-7 0,0 8-7 0,0 1 3 16,-2 0-4-16,2-1-6 0,2 2-23 0,-1-7-10 15,6 5-7-15,-1-7-14 0,3-1-8 0,0-1-9 16,0 0-5-16,0-4 1 0,4 0-18 0,-3-3-16 16,6 2-20-16,-2-5-19 0,-2-1-27 0,4 0-23 15,0-2-29-15,-7-2-36 0,17-2-48 0,-5-3-46 16,-1-2-53-16,0 0-46 0,-3-2-177 0,4-7-534 16,-2 1 237-16</inkml:trace>
  <inkml:trace contextRef="#ctx0" brushRef="#br0" timeOffset="39086.9">28251 8975 142 0,'-18'0'316'0,"4"0"-28"16,1 3-29-16,0-1-28 0,1 0-25 0,2 1-16 0,2-2-23 15,2 1-16-15,6-2-21 0,-11 4-13 16,11-4-22-16,-7 1-36 0,7-1-43 0,0 0-49 0,0 0-57 15,0 0-65-15,-7 4-194 0,7-4-376 0,0 0 166 16</inkml:trace>
  <inkml:trace contextRef="#ctx0" brushRef="#br0" timeOffset="170250.19">12659 11530 9 0,'0'0'76'0,"2"-7"-4"0,-2 7-7 16,0 0-5-16,0 0-5 0,2-11-5 0,-2 11 5 16,0 0-6-16,0 0 3 0,3-8-1 0,-3 8-8 15,0 0-4-15,0 0-4 0,2-6-8 0,-2 6 6 0,0 0-9 16,0 0 5-16,0 0-2 0,0 0-6 15,0 0 12-15,0 0 7 0,0 0 4 0,0 0-3 16,0 0-1-16,0 0-7 0,0 0 2 0,4 19 5 16,-4-19 8-16,4 10-1 0,-4-10 2 0,0 12-7 15,1-8 1-15,-1-4 10 0,1 13 9 0,-1-7-4 16,0-6-10-16,0 13-4 0,2-9-3 0,-2-4-6 16,2 7-1-16,-2-7-4 0,0 0 9 0,0 8-3 15,0-8 5-15,0 0-1 0,2 7-4 0,-2-7 0 16,0 0 2-16,0 0 0 0,0 0-5 0,0 0 5 15,0 0-3-15,5 3-4 0,-5-3-6 0,0 0 0 16,14-10-1-16,9-11-2 0,15-11-10 0,12-6-34 16,27-16-57-16,8-7-36 0,7-6-51 0,4-8-165 0,8-3-356 15,-3-13 158-15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45:17.391"/>
    </inkml:context>
    <inkml:brush xml:id="br0">
      <inkml:brushProperty name="width" value="0.05292" units="cm"/>
      <inkml:brushProperty name="height" value="0.05292" units="cm"/>
      <inkml:brushProperty name="color" value="#FF0000"/>
    </inkml:brush>
  </inkml:definitions>
  <inkml:trace contextRef="#ctx0" brushRef="#br0">15868 2581 8 0,'21'3'17'0,"-2"-3"-9"0,0 0 8 16,1 1-3-16,2 1 1 0,5-1-4 0,-4-1 4 15,-1 0-8-15,-1 0 4 0,6 0 3 0,1 0-3 16,-6 0-1-16,5 0-17 0,-5-1 8 0,6-1-24 15,-9 2-25-15,4-1 11 0</inkml:trace>
  <inkml:trace contextRef="#ctx0" brushRef="#br0" timeOffset="1189.58">18615 2581 3 0,'39'0'12'0,"0"-2"6"0,0 1-4 15,1-2 12-15,10 2-8 0,-12 0-1 16,0-1-4-16,2 1 4 0,-2 0 2 0,1-2-2 15,-1 2 10-15,-2 0-12 0,2-1 7 0,-2 0-4 16,1 1 0-16,-1-1 0 0,-2 4-3 0,1-5 4 16,-1 3 4-16,2 0-5 0,0-1 5 0,-2-1-1 0,5 1 3 15,-2-2-4-15,-1 3 3 0,-1-3-3 16,1-1-3-16,2 2 3 0,-3 1-9 0,1-3 11 16,-3 2-8-16,0-1 9 0,-1 1-6 0,0 1-1 15,-1 0-12-15,-1 1 7 0,0-3 1 0,-1 3-5 16,-1 0 9-16,-1-2-3 0,1 1-6 0,-7 1-2 15,6-3 4-15,-6 5 2 0,6-2 0 0,-6-2-3 16,7 2-1-16,0 2 2 0,-5-2-6 0,4 1 2 16,-4-1 2-16,2 1-1 0,3 1-5 0,-1 1 7 15,-5-2-10-15,6 0 15 0,-5-1-12 0,5 2 6 16,-1-2-2-16,1 0 1 0,-6 0 4 0,8 3 7 16,-9-3-8-16,7 1 6 0,-7-1-9 0,0 0 3 15,2 1 1-15,-2 1 4 0,0-1-8 0,2-1 9 16,4 1-8-16,-6-1 7 0,2 1-8 0,4-1 10 15,-7 0-13-15,-1 2 3 0,2-2-5 0,7 0 6 16,-7 0 8-16,0 0-2 0,1 1-10 0,4 1 8 16,-5 0-5-16,1 0 9 0,-1-2-4 0,10 2 5 15,-4-4-6-15,2 2 9 0,-1 0 0 0,2 2-6 16,-5-2-6-16,5 1 1 0,-2-1 10 16,1 0 2-16,1 0-2 0,-2 3-5 0,1-2 3 15,2-2 8-15,2 2-4 0,0-2 0 0,-1-1 2 16,3 1-5-16,-2 0 0 0,1-1 4 0,1 2-4 0,-3 0-3 15,1-2-2-15,0 1 3 0,1 0 2 16,-2-1 1-16,-1 1-3 0,1-1 0 0,0 1 1 16,0 2 2-16,-4 1-3 0,4-2 0 0,0 0-3 15,-2 1-3-15,0 1-1 0,0-4 1 0,-1 4 1 16,1-1-3-16,-2-1 6 0,0-1 1 0,-1 1-2 16,-2 0 1-16,3 1-1 0,-5-1-2 0,5 3 2 15,-1-3 0-15,-4 3 3 0,-2-3 0 0,2 1 0 16,-2 1-5-16,-1-1-3 0,0 0-1 0,0 1 1 15,0-2-2-15,3 1 6 0,-2 1-4 0,0-2 4 16,2 2-2-16,4-4-1 0,-6 5 2 0,2-2-9 16,-3 2 11-16,1-2-5 0,0-1 4 0,1 1 0 15,4-1 0-15,-4 3 4 0,0-3-5 0,5 1 0 16,1 0 13-16,-8-1-1 0,2 0-7 0,6 0 2 16,-7-1-1-16,2 1-2 0,-3 0-4 0,-1 1-3 15,3-1 5-15,-2 2-5 0,-3-2 1 0,3-2 2 16,-4 2 0-16,2 0-2 0,1 2 5 0,0-2 1 15,0-2 5-15,-1 1 5 0,1 0 4 0,3 1 0 16,-2-3-4-16,2 2-3 0,0 0 1 0,-3-2-6 16,3 3-2-16,-1-2-1 0,-1 0 5 0,1 0-5 15,0 1-1-15,-2-2 3 0,1 0 0 0,-1 2-4 16,1 0-3-16,0 1-4 0,-2-2 1 0,1-1 3 16,-1 0-1-16,-2 2-3 0,-1 1-1 0,2-2 6 15,-4 0-4-15,3 1 3 0,-3-1-5 0,-1 1-3 16,1 0 2-16,-3 0-3 0,-1 1 3 15,-1-2 0-15,2 0 0 0,-10 2 1 0,14-1 1 16,-6 1 2-16,-8 0-1 0,14-1-3 0,-14 1-4 16,12-2 4-16,-12 2-3 0,10 0-6 0,-10 0-14 0,0 0-13 15,9 2-19-15,-9-2-17 0,0 0-23 0,0 0-24 16,0 0-19-16,0 0-25 0,0 0-29 16,0 0-122-16,0 0-336 0,0 0 149 0</inkml:trace>
  <inkml:trace contextRef="#ctx0" brushRef="#br0" timeOffset="7281.51">20353 3317 73 0,'0'0'84'0,"0"0"-12"0,0 0 10 15,0 0-13-15,0 0-1 0,0 0-14 0,0 0-6 16,0 0 4-16,0 0-11 0,0 0-3 0,0 0 4 15,0 0-6-15,0 0 0 0,0 0-8 0,0 0 6 16,0 0-5-16,0 0-3 0,0 0-1 0,0 0 3 16,0 0-4-16,0 0 3 0,0 0 4 0,0 0-3 15,0 0-2-15,0 0 0 0,0 0-5 0,0 0 1 16,-13-3-3-16,13 3-2 0,-8 1-1 0,8-1-4 16,0 0-1-16,-13 2 5 0,8-2-6 0,-2 3 5 15,7-3 1-15,-14 4-8 0,7-1-4 0,7-3-3 16,-15 3 4-16,5-1-3 0,4 0-1 0,-5 2 5 15,2-1 1-15,-1-1-2 0,-2 1 5 0,6-2 4 16,-3 1 3-16,1 1-1 0,1 0-2 0,7-3 7 16,-13 2-4-16,13-2 1 0,-9 3 1 0,9-3-4 15,-9 1 10-15,9-1-11 0,-6 2-5 16,6-2 7-16,0 0 1 0,0 0-1 0,0 0 9 0,-8 3-4 16,8-3 3-16,0 0-7 0,0 0 0 0,0 0-3 15,0 0 3-15,0 0 11 0,0 0-18 0,0 0 1 16,-8 2-2-16,8-2-4 0,0 0 0 0,0 0-2 15,0 0 4-15,0 0-1 0,0 0 5 0,0 0-3 16,0 0 1-16,0 0 3 0,22 9-4 0,-16-6 1 16,2-1 4-16,0 0 0 0,2 2 3 0,1-1 1 15,1 2 8-15,1-3-3 0,-3 1-5 0,2-2 1 16,0 1 4-16,0 0-5 0,-2 1 2 0,3-1-1 16,-2 1 0-16,1-2-3 0,-5 0 3 0,2 0 2 15,2 2-3-15,-2-2-5 0,-3-1 0 0,-6 0-3 16,12 2 1-16,-12-2-3 0,10 1-2 15,-10-1 1-15,7 0-1 0,-7 0 4 0,0 0-2 16,0 0-1-16,8 3 0 0,-8-3 1 0,0 0 1 0,0 0-1 16,0 0 0-16,7 1 3 0,-7-1-1 0,0 0 7 15,0 0-1-15,0 0 1 0,0 0-1 0,0 0-4 16,0 0 1-16,0 0-4 0,0 0 1 16,-25 4-1-16,14-4-2 0,-3 2 0 0,-4-1-1 15,1 2-2-15,-1 0 5 0,0-2-7 0,0 2 2 16,-1 1-1-16,3-4-2 0,0 2 3 0,3-2 0 15,0 2 0-15,1 1-1 0,2-3 2 0,1 0-1 16,2 3-1-16,7-3 1 0,-10 0-2 0,10 0 3 0,-10 0-4 16,10 0 0-16,0 0-1 0,0 0-1 15,-12-2 2-15,12 2-4 0,0 0 4 0,0 0-2 16,0 0 1-16,0 0-3 0,0 0 3 0,30-8 1 16,-12 4 3-16,7-2-5 0,5 0 2 0,-2-3-1 15,3 2 1-15,-2 0 3 0,0 1-2 0,2-1-2 16,-2-1-1-16,-1 1 0 0,-6 3 0 0,-3-2 3 15,3 2-3-15,-4-1 0 0,-1 2 4 0,-3 0-5 16,-2-1 2-16,0 2-2 0,1 0 3 0,-6 0-4 16,-7 2 1-16,11-1 1 0,-11 1 1 0,8-3-4 15,-8 3 8-15,0 0-4 0,0 0 2 0,0 0-5 16,7-2 7-16,-7 2-3 0,0 0-3 0,0 0 3 16,0 0 0-16,-27 3 0 0,17-1-1 0,-4-2-4 15,2 3 3-15,-7 0 0 0,1 0-2 0,-2 1 3 16,-3-2-1-16,5 2-1 0,0 0 2 0,5 0 0 15,-6-2 1-15,9 2-3 0,-3-3 2 0,3 1-1 16,3 0-1-16,7-2 0 0,-12 1-3 0,12-1-2 16,-7 2 0-16,7-2 5 0,0 0-6 0,0 0 0 15,0 0 1-15,0 0 6 0,0 0-6 0,0 0 2 16,0 0 2-16,27 1 4 0,-13-2-3 0,7-1-4 16,2-1 3-16,3 1 4 0,2-4-3 0,1 1 2 15,-4 1-2-15,-4 0 2 0,-1 0-4 0,-3 3 3 16,-5-3-10-16,0 3-1 0,-2-1-3 0,0 0-3 15,-3 2-1-15,-7 0 2 0,10-1 1 0,-10 1 1 16,9-2-1-16,-9 2 8 0,0 0-3 0,0 0-1 16,0 0-3-16,0 0 2 0,0 0-1 0,0 0-1 15,0 0-10-15,0 0 2 0,-24 8-2 0,11-5 3 16,0 1 5-16,2-2-2 0,-1 0 8 0,5 0 0 16,-1-1 1-16,8-1 2 0,-12 2 2 0,12-2-2 15,-10 1-2-15,10-1 0 0,0 0-4 0,-8 0 4 16,8 0 6-16,0 0-7 0,0 0 3 0,0 0 3 15,0 0-2-15,0 0-2 0,0 0 1 16,30-6-12-16,-16 4-13 0,5-2-15 0,-1-1-24 0,2 2-26 16,1 0-25-16,-3-1-105 0,0 0-248 0,-4 0 111 15</inkml:trace>
  <inkml:trace contextRef="#ctx0" brushRef="#br0" timeOffset="14230.51">11252 4441 2 0,'0'0'6'0,"0"0"3"16,0 0-1-16,0 0-8 0,0 0-5 0,0 0-4 15,0 0 2-15</inkml:trace>
  <inkml:trace contextRef="#ctx0" brushRef="#br0" timeOffset="21631.3">20869 3027 24 0,'-6'-6'150'0,"6"6"5"15,0 0-1-15,-3-6-1 0,3 6-5 0,0 0 16 16,0 0-3-16,0 0-20 0,-2-7-6 0,2 7-10 15,0 0-12-15,0 0-8 0,0 0-16 0,0 0-11 16,0 0-7-16,0 0-7 0,0 0-7 0,0 0-5 16,-6-5-7-16,6 5-4 0,0 0-4 0,0 0-5 15,0 0-4-15,0 0-1 0,0 0-3 0,0 0-6 16,0 0-5-16,0 0 4 0,0 0-3 0,0 0 3 16,0 0-3-16,0 0 0 0,0 0-3 0,0 0 1 15,0 0-6-15,0 0 1 0,0 0 2 16,0 0 3-16,17-5-2 0,2-1-1 0,13-5-1 15,21-8-17-15,7-4-35 0,33-11-31 0,1-5-46 0,10-4-63 16,-2-6-172-16,0-5-385 0,-6 0 171 0</inkml:trace>
  <inkml:trace contextRef="#ctx0" brushRef="#br0" timeOffset="23081.34">20901 2923 33 0,'0'0'69'0,"-3"-7"9"0,3 7-10 16,0 0 2-16,0 0 6 0,0 0-6 0,0 0 0 16,-3-6-2-16,3 6-1 0,0 0-3 15,0 0-6-15,0 0-2 0,0 0-8 0,0 0-10 16,0 0-3-16,0 0-2 0,0 0-6 0,0 0 6 16,0 0-8-16,0 0-10 0,0 0 7 0,0 0-5 15,0 0-10-15,0 0 4 0,0 0 0 0,0 0 2 16,0 0-7-16,0 0-3 0,0 0-4 0,0 0 4 0,0 0-1 15,0 0-1-15,0 0-6 0,0 0 2 16,0 0 3-16,0 0 3 0,0 0-3 0,0 0-3 16,0 0 6-16,0 0 1 0,0 0-3 0,5 23 0 15,-5-23-2-15,1 6-3 0,-1-6 2 0,2 11 12 16,0-5-16-16,0 0 11 0,-2-6-3 0,2 11-5 0,-2-5 8 16,0-6-3-16,1 12-6 0,-1-12 6 15,2 10-7-15,0-6 0 0,-2-4 4 0,1 8 2 16,-1-8-1-16,0 0 6 0,0 0-9 0,1 14 6 15,-1-14 2-15,0 0-2 0,2 3-2 0,-2-3 1 16,0 0 12-16,0 0-15 0,0 0-3 0,0 0 5 16,0 0-5-16,2 6 18 0,-2-6-17 0,0 0 2 15,0 0 1-15,0 0 3 0,0 0 2 0,0 0 1 16,0 0-1-16,26-9 3 0,-12 2-20 0,10-6-17 16,8-2-13-16,4-2-21 0,10-9-21 0,6 2-87 15,4-3-184-15,-1-3 81 0</inkml:trace>
  <inkml:trace contextRef="#ctx0" brushRef="#br0" timeOffset="31331.78">9466 8329 58 0,'0'0'60'0,"0"0"-8"0,0 0 0 15,0 0-10-15,0 0-5 0,-8-2-9 0,8 2 1 16,0 0-9-16,0 0 0 0,0 0 1 0,0 0-1 15,0 0 1-15,0 0-6 0,0 0-4 0,0 0-4 16,0 0 1-16,0 0 3 0,0 0 3 0,0 0 6 16,0 0 0-16,0 0-1 0,0 0 1 0,0 0 8 15,0 0 5-15,0 0-3 0,0 0 3 0,0 0-2 16,0 0 0-16,0 0 14 0,0 0-14 0,0 0 5 16,0 0-7-16,0 0 13 0,0 0-1 0,0 0-5 15,0 0 9-15,0 0-12 0,0 0 1 0,0 0 7 16,0 0 0-16,0 0 1 0,0 0-2 0,0 0 7 15,0 0-2-15,0 0-3 0,0 0 3 0,0 0-4 16,0 0 1-16,0 0-2 0,0 0-3 0,0 0-6 0,0 0-7 16,0 0 3-16,0 0-13 0,0 0 6 15,0 0-1-15,0 0 2 0,0 0-10 0,0 0 3 16,0 0 0-16,0 0-5 0,0 0 10 0,0 0-9 16,0 0 4-16,0 0-7 0,0 0-2 0,0 0 3 15,0 0-1-15,0 0 2 0,0 0 7 0,0 0 1 0,0 0-2 16,0 0 5-16,0 0-4 0,0 0 4 15,0 0 0-15,0 0-3 0,0 0-1 0,0 0 1 16,0 0-6-16,0 0-2 0,0 0 2 0,0 0-4 16,0 0 1-16,0 0 1 0,0 0-7 0,0 0-6 0,0 0 4 15,0 0 1-15,0 0-9 0,0 0 1 0,0 0 4 16,0 0 1-16,0 0-3 0,0 0 1 0,-5 11 3 16,5-11-1-16,0 0-4 0,0 0 1 15,0 0 4-15,0 0 3 0,0 0 0 0,8 13-3 0,-8-13-2 16,0 0 4-16,0 0-3 0,7 4 4 15,-7-4 1-15,0 0 0 0,8 1-1 0,-8-1 2 16,0 0-2-16,0 0 1 0,0 0 0 0,10-1 5 16,-10 1 0-16,0 0 0 0,0 0 0 0,0 0 1 0,0 0 1 15,0 0-5-15,0 0 0 0,7-5 0 0,-7 5-1 16,0 0 2-16,0 0 4 0,0 0-6 16,0 0-5-16,0 0 2 0,0 0-6 0,0 0-6 15,0 0 10-15,0 0 2 0,0 0-4 0,0 0-2 0,0 0 2 16,0 0-4-16,0 0 2 0,0 0 0 0,0 0 4 15,0 0-7-15,0 0 4 0,0 0 2 0,0 0-3 16,0 0 3-16,0 0 1 0,0 0 0 0,0 0 3 16,0 0-1-16,0 0 2 0,0 0-3 0,0 0 2 15,0 0 1-15,0 0 1 0,0 0 1 0,0 0-3 16,0 0 0-16,0 0 0 0,0 0 0 0,0 0-1 16,0 0-2-16,0 0-2 0,0 0-3 0,-18-8-2 15,18 8 0-15,0 0-2 0,-8-7 3 0,8 7 0 16,-4-7-3-16,4 7 7 0,0 0-4 0,-8-3 2 15,8 3 0-15,0 0-4 0,-5-3 4 0,5 3-1 16,0 0-3-16,0 0 4 0,0 0-6 0,-15 1 6 16,15-1-4-16,-6 4 6 0,6-4-1 0,-7 4 1 15,7-4-1-15,-6 7 3 0,6-7-6 0,-5 4 7 16,5-4-8-16,0 0-4 0,-5 4-22 0,5-4-38 16,0 0-13-16,0 0-32 0,0 0-38 0,7 13-106 15,-3-9-281-15,-4-4 124 0</inkml:trace>
  <inkml:trace contextRef="#ctx0" brushRef="#br0" timeOffset="32647.68">11857 8295 16 0,'0'0'176'0,"0"0"-5"0,0 0-6 0,0 0-7 16,0 0-7-16,0 0-9 0,0 0-8 0,0 0-16 16,0 0-6-16,0 0-8 0,0 0-10 15,0 0-14-15,0 0-6 0,0 0-7 0,0 0-8 16,0 0-4-16,0 0-6 0,0 0-4 0,0 0-5 0,0 0-6 16,0 0 0-16,0 0-6 0,0 0-1 0,0 0-3 15,0 0 2-15,0 0-9 0,0 0 1 0,0 0 0 16,0 0 4-16,0 0-5 0,0 0-1 15,0 0-2-15,0 0 0 0,0 0-1 0,0 0 0 0,0 0-2 16,0 0 3-16,0 0-3 0,0 0-2 0,0 0 0 16,0 0 2-16,0 0-4 0,0 0-1 0,0 0 4 15,-2-8-1-15,2 8-5 0,0 0 5 0,0 0-11 16,0 0 4-16,0 0-4 0,0 0-2 0,0 0-4 16,0 0 6-16,0 0-2 0,0 0-2 0,0 0 4 15,-10 16-4-15,10-16 3 0,0 0-2 16,0 0 2-16,1 10 4 0,-1-10-4 0,0 0 2 0,0 0 1 15,0 0-1-15,4 9-2 0,-4-9 3 0,0 0 0 16,8 3-1-16,-8-3 0 0,6 2 0 0,-6-2 0 16,0 0-2-16,0 0 4 0,0 0-2 0,0 0 1 15,0 0 5-15,14-5-2 0,-14 5 4 0,4-6-5 16,-4 6 0-16,0 0 5 0,0-10-5 0,0 10 5 16,0 0 6-16,0 0 3 0,0 0 5 0,-6-11 1 15,6 11-1-15,0 0-5 0,0 0 0 0,0 0-2 16,-3-9-3-16,3 9-5 0,0 0 2 0,0 0-2 0,0 0-3 15,-5-3-4-15,5 3-12 0,0 0-12 16,0 0-21-16,0 0-33 0,0 0-44 0,-7 18-51 16,4-13-184-16,3-5-386 0,-2 13 171 0</inkml:trace>
  <inkml:trace contextRef="#ctx0" brushRef="#br0" timeOffset="33981.4">14777 8349 159 0,'0'0'183'0,"0"0"-15"0,0 0-11 15,0 0-10-15,0 0-11 0,0 0-13 0,0 0-11 16,0 0-16-16,0 0-6 0,0 0-9 16,0 0 0-16,0 0-5 0,0 0-5 0,0 0-6 15,0 0 0-15,0 0-5 0,0 0-1 0,0 0-3 0,0 0-3 16,0 0 0-16,0 0 0 0,0 0-1 0,0 0 0 16,0 0-2-16,0 0 0 0,0 0-6 0,0 0-2 15,0 0-5-15,0 0-2 0,0 0-6 0,0 0-1 16,0 0-4-16,0 0 6 0,0 0-2 0,0 0-1 15,0 0-4-15,0 0 3 0,0 0 1 0,0 0-4 16,0 0 0-16,0 0-4 0,0 0-3 0,0 0-1 16,0 0-4-16,0 0 1 0,0 0-6 0,0 0 1 15,0 0-7-15,0 0 5 0,0 0-2 0,0 0-2 16,0 0-1-16,0 0 1 0,0 0-2 0,0 0 0 16,0 0 0-16,0 0 3 0,0 0-1 0,0 0-1 15,0 0-2-15,0 0 0 0,0 0-2 0,0 0 2 16,13-16-1-16,-13 16-4 0,0 0 1 0,0 0-1 15,0 0 3-15,10-2 2 0,-10 2 0 0,0 0 0 16,0 0 4-16,0 0-2 0,0 0 0 0,0 0 1 16,0 0 0-16,0 0 0 0,0 0-4 0,0 0 3 15,0 0 8-15,0 0-6 0,0 0-1 0,0 0-1 16,0 0 2-16,0 0-3 0,-18-9 1 0,18 9-3 16,0 0 0-16,0 0 3 0,0 0-5 0,0 0 3 15,0 0-2-15,0 0 1 0,-9 13 0 0,9-13 0 16,0 0-2-16,0 0 4 0,0 0-3 0,0 0 3 15,0 0 1-15,0 0-4 0,0 0-4 0,0 0 2 16,0 0-4-16,0 0 3 0,0 0 2 0,0 0 1 16,0 0 0-16,0 0 4 0,0 0 2 0,0 0-3 15,0 0 2-15,0 0 0 0,0 0-1 0,0 0 5 16,0 0-1-16,0 0 1 0,0 0-2 0,-4-13-4 16,4 13-6-16,0 0-5 0,-7-3-14 0,7 3-16 15,0 0-15-15,0 0-21 0,-11 1-26 0,11-1-31 16,0 0-27-16,-11 9-39 0,3-3-128 0,3-5-356 0,-1 5 158 15</inkml:trace>
  <inkml:trace contextRef="#ctx0" brushRef="#br0" timeOffset="43395.1">22675 5753 25 0,'0'0'48'0,"-5"-3"9"15,5 3-4-15,0 0-3 0,0 0 2 0,0 0 3 16,-5-6-8-16,5 6 12 0,0 0-3 0,0 0 2 15,-4-5-2-15,4 5-2 0,0 0-3 0,0 0 2 16,0 0 6-16,0 0-10 0,-4-5 0 0,4 5-4 16,0 0-13-16,0 0 8 0,0 0-11 0,0 0 5 15,0 0-6-15,0 0 1 0,0 0-5 0,0 0-5 16,-4-7 6-16,4 7-9 0,0 0 4 0,0 0 4 16,0 0 3-16,-6-5 0 0,6 5-1 0,0 0-5 15,-5-4 1-15,5 4-3 0,0 0-2 0,-8-7-1 16,8 7-3-16,-9-3-5 0,9 3 3 0,-11-3-5 15,11 3 5-15,-9-3-2 0,9 3-6 0,-8-3 2 16,8 3 3-16,-9-3-2 0,9 3 2 0,0 0-16 0,-9-3 22 16,9 3-3-16,0 0 3 0,-6-2-2 15,6 2 1-15,0 0-9 0,0 0 4 0,0 0 2 16,0 0-3-16,0 0 5 0,0 0-6 0,0 0 7 16,0 0-10-16,0 0 2 0,0 0 6 0,-11 0 0 15,11 0-3-15,0 0-2 0,0 0-2 0,0 0-1 16,0 0-1-16,0 0-1 0,0 0 1 0,0 0-1 15,0 0 8-15,0 0 3 0,0 0-6 0,18 10 6 16,-18-10-2-16,8 4-1 0,-2-2 0 0,1 0 0 0,0 2 5 16,4 0-3-16,1 0 0 0,4 0-6 0,2 0 6 15,1 1-5-15,-1 0 4 0,10 0 3 0,-7-2-8 16,9 1 6-16,2 0 1 0,-2 0-15 16,1-3 12-16,0 2 0 0,-1 1 1 0,4-1-6 0,-1 0 2 15,3-1 3-15,0-2-1 0,-2-1 1 0,6 2 2 16,-2-2-4-16,12 1 4 0,-12 0 0 0,1-1 1 15,0 0 1-15,2 1 2 0,-1-2 3 16,-1-1-2-16,16-1 9 0,-1 1-6 0,-16 2-2 0,15-3 2 16,-2 2-4-16,1-1-5 0,-15 0 1 0,4 0 15 15,10 1-4-15,2-2 0 0,-14 0-3 0,14 4-2 16,0-5-3-16,-3 5 3 0,-10-4-5 0,10 3 2 16,-11 1-5-16,1-3 1 0,11 0 4 0,1 2-3 15,-2-3 2-15,-11 1-3 0,0 2-1 0,0 0 4 16,12-4-3-16,-13 3 0 0,3 0-3 0,10-2 0 15,-11 1 2-15,-2 2-3 0,14-1-1 0,-2 1 6 16,-13-1-7-16,4-1 1 0,-2 2-4 0,0-2 3 16,2 1-1-16,9-1-2 0,2-1 4 0,-16 4-2 15,1-1 0-15,-3-1 2 0,5 2-1 0,-5-2 1 16,1 2 0-16,3-1-2 0,2 0 0 0,-3-1 1 16,-3 1-3-16,5 1 5 0,-2-1-2 0,1-1-2 15,1 4 5-15,-4-4 2 0,3 0-6 0,-2 2 1 16,2-2 1-16,1 0-1 0,-6 2 2 0,1-1-4 15,0 1 1-15,3-3 4 0,-9 1-4 0,7 0 0 16,1 1 3-16,-1-1-1 0,1 0-5 0,-3 0 3 16,-1 0 0-16,3 0 0 0,-3 2 1 0,-1-1 0 15,-2 1 0-15,1 0 1 0,-1-2-4 0,2 2 0 16,1 2 2-16,-3-2 0 0,0 0-1 0,5 0 2 16,-7-2-1-16,2 2-1 0,0 0-1 0,-1 0 1 15,1 0 6-15,-1-1-5 0,-7 1 3 0,10 1 2 16,-2-2-3-16,0 0 5 0,-6 1-4 0,4-2 2 15,3 1-4-15,-1 2 3 0,-10-1-2 0,10 0 1 16,-1 0 0-16,-6 0-1 0,-2-1 0 0,9 1 4 16,-2 1-3-16,0-1 2 0,-6 2-5 0,6-2 3 15,4 0 5-15,-11 0 6 0,3 0 0 0,4-2-1 16,4 1-1-16,-1 0-1 0,-1-1 2 0,-2-1-4 16,2 2-2-16,-5 2-1 0,5-1-2 0,-8 0 1 15,2-1 0-15,-4 1-1 0,4 0 1 0,6 0-1 16,-7-2-3-16,0 2 1 0,-3-1 1 0,12 1-1 15,-10-3-1-15,6 1-1 0,-5-1 1 0,5-1 1 0,2 2-3 16,-8 1-1-16,-1-2 1 0,11 2 2 16,-13-1-4-16,3 1 2 0,1 0 0 0,-3-1-1 15,2 1 2-15,-3 0 1 0,3 2-1 0,-1-1-3 16,0-1 3-16,-2 0 0 0,-5 1-3 0,6-3 0 16,0 3 3-16,-1 0-3 0,-3 2-2 0,3-4 2 15,-4 2-1-15,0 0 2 0,4 0 0 0,-9-1 0 0,5 1 0 16,-4 1 0-16,-1-2 2 0,-9 1-3 15,14-1-7-15,-14 1-10 0,11 0-12 0,-11 0-12 16,7 1-23-16,-7-1-19 0,0 0-33 0,0 0-46 16,0 0-39-16,0 0-195 0,0 0-428 0,0 0 190 0</inkml:trace>
  <inkml:trace contextRef="#ctx0" brushRef="#br0" timeOffset="44959.81">7039 6550 13 0,'-16'1'42'0,"4"0"-7"0,-6-1-2 0,0 0-4 0,0 1-4 15,1 0-3-15,1 2-6 0,-3-1 4 16,2-1-7-16,-2 2 4 0,-2 1 3 0,5-1-6 16,-3 0 2-16,2 1-3 0,-1 1-3 0,3-1 11 15,-6-1-9-15,5 3 2 0,-4-2 6 0,3 0-3 16,4-1 5-16,-1-1 5 0,1 0 6 0,3-1 3 0,-3 2 15 16,3-2-4-16,1 1 18 0,0 0-3 15,9-2 15-15,-12 0-8 0,12 0 12 0,-10 1-15 16,10-1-3-16,0 0-3 0,-10 0-10 0,10 0 11 15,0 0-14-15,0 0-8 0,0 0-6 0,0 0-1 16,0 0-4-16,0 0 1 0,-9 0-13 0,9 0-2 16,0 0 0-16,0 0 0 0,0 0-3 0,0 0 3 15,0 0-2-15,0 0 0 0,0 0-9 0,0 0-7 16,0 0 4-16,34 0 1 0,-14-2 8 0,-1 1 2 16,3-1 0-16,7 0-2 0,2-2 5 0,3 1 2 15,2-1-4-15,1 1 4 0,14-4 2 0,-13 2-6 0,15 1 1 16,-1-2-1-16,-13 3-3 0,13-4 2 0,-12 4 4 15,11 0-6-15,-1 1 3 0,-13-3-2 16,2 3 2-16,11-2-9 0,-10 3 2 0,-2 1-1 16,16-2 4-16,-15 4-3 0,12-2-2 0,-1 3 0 15,1-3-3-15,-12 2 6 0,12 1 1 0,-13-1-4 0,16 2 4 16,-3 2 0-16,0-3 0 0,-12 1 2 0,13 2-5 16,-12-2 3-16,11 1-5 0,1-1 12 15,-2 2 0-15,2-2 6 0,-13-1-2 0,14 2 0 16,0 2 2-16,-15-1 2 0,16-2 2 0,-1 0 2 15,-12 0 2-15,12-1-3 0,0 1-2 0,0 0-4 0,-2-1-1 16,-12 1 1-16,13-3 4 0,0 3 4 0,0-3-5 16,-13 2-1-16,16-3 1 0,-1 1-2 15,0-1 2-15,0 1-2 0,0-2-6 0,0 1 7 16,-2 0 0-16,1 1 1 0,-14-2 1 0,12 1-1 16,-14 0-7-16,1-1-4 0,-1 1 1 0,-4-2 1 0,1 2 1 15,-6 2-5-15,1-2 3 0,-2 0-2 16,-8 0 0-16,2 1 0 0,-2 2 0 0,-1-3-3 15,-5 3-2-15,-1-3 2 0,0 2-2 0,-1 0-1 16,-2 0 3-16,2-2-9 0,-5 1 4 0,-6-1 4 16,10 0-1-16,-10 0 1 0,0 0-2 0,8 1-2 0,-8-1 6 15,0 0-4-15,0 0-1 0,0 0-2 0,10-1-8 16,-10 1-13-16,0 0-17 0,0 0-17 0,0 0-23 16,0 0-36-16,0 0-33 0,0 0-30 15,0 0-29-15,14 4-113 0,-14-4-343 0,0 0 153 16</inkml:trace>
  <inkml:trace contextRef="#ctx0" brushRef="#br0" timeOffset="45772.65">11642 6638 104 0,'-4'-2'135'0,"4"2"-6"0,-7-4 6 0,7 4-4 15,0 0-4-15,-9-5-7 0,9 5-14 0,0 0-14 16,-5-3-6-16,5 3-8 0,0 0-15 16,0 0-7-16,0 0-5 0,0 0-6 0,0 0-2 0,0 0-5 15,0 0-2-15,24 1-4 0,-11 1-10 0,7 0 2 16,2 3 1-16,10-4-11 0,3 1 5 0,3 4 0 15,14-2-4-15,-3-1 2 0,7 3-3 0,-4-1 2 16,6-2-6-16,-1 3 5 0,1-2-8 0,3-2 9 16,-3-1-1-16,7 2-2 0,-1-1-1 0,30-2 6 15,-29-1 3-15,27-1-4 0,-27 2 6 0,27-3 1 16,-27 1-3-16,0-2 2 0,25 1 0 0,-25-1 0 16,-6 2 4-16,3 1-4 0,-1 0-1 0,0-3 0 15,2 3-3-15,-7-4 5 0,4 3-1 0,-5 2-3 16,-4 0 0-16,-13 0 2 0,-1 0-6 0,-2 3-2 15,-3-3-1-15,-1 2 0 0,-4-4-3 0,-7 4-3 16,-2-2 2-16,-5 2 7 0,-1-4 3 0,-1 4 4 16,-2-2 3-16,-2 1 3 0,-7-1 2 0,13 1 1 15,-13-1 3-15,9 0 23 0,-9 0 3 0,0 0-1 16,11-1 0-16,-11 1 4 0,0 0 7 16,0 0-10-16,7 1-2 0,-7-1-5 0,0 0-2 0,0 0-3 15,0 0-12-15,0 0-3 0,0 0-6 0,9 1 0 16,-9-1-8-16,0 0-8 0,0 0-10 0,0 0-21 15,0 0-23-15,0 0-29 0,0 0-29 0,0 0-40 16,0 0-35-16,0 0-31 0,4 6 17 0,-4-6-5 16,3 9-27-16,0-2-120 0,-2 0-368 0,-1-7 163 15</inkml:trace>
  <inkml:trace contextRef="#ctx0" brushRef="#br0" timeOffset="46514.86">19109 6467 5 0,'0'0'51'0,"9"3"-2"0,-1 1-5 0,-2-3-5 15,8 3-8-15,2-2 4 0,5 3-8 0,1-5 2 16,7 2-3-16,2 0 0 0,4 0-6 16,-2-1 3-16,3 1-3 0,-1-2-6 0,3 1 3 15,-4 0 4-15,4 1-6 0,-5-2-3 0,2 0 0 0,-2-2 1 16,1 2-5-16,-4-1-5 0,0 1-7 15,-2 3-3-15,-5-3 1 0,-5 0-9 0,2 0-9 0,-2 1-15 16,-4 1-36-16,-1-2-80 0,-2 2 36 0</inkml:trace>
  <inkml:trace contextRef="#ctx0" brushRef="#br0" timeOffset="49915.62">15864 8093 171 0,'0'0'195'16,"0"0"-18"-16,0 0-18 0,0 0-1 0,0 0-8 16,0 0-3-16,9-2-7 0,-9 2-13 0,0 0-8 15,0 0-15-15,0 0-9 0,0 0-16 0,0 0-4 16,0 0-6-16,0 0-9 0,0 0-10 0,0 0 1 16,0 0-12-16,0 0-5 0,0 0-6 0,0 0 2 15,0 0-9-15,0 0 0 0,8 4-3 0,-8-4-4 16,0 0 3-16,0 0 0 0,5 5-1 0,-5-5 2 15,4 5-6-15,-4-5-1 0,5 6 1 0,-5-6-2 16,4 5-5-16,-4-5 4 0,5 6-1 0,-5-6-1 16,4 4 0-16,-4-4-4 0,0 0 0 0,4 7 0 15,-4-7 1-15,0 0-1 0,0 0 0 0,3 5 1 16,-3-5 0-16,0 0-3 0,0 0 3 0,6 5-2 16,-6-5 3-16,0 0-2 0,0 0-7 0,0 0 5 15,0 0 0-15,3 4 2 0,-3-4-1 0,0 0 1 0,0 0-2 16,0 0 5-16,0 0-2 0,0 0-1 15,0 0-6-15,0 0 7 0,12-2-2 0,-3-2 3 16,1-2-4-16,8-1 1 0,6-10-15 0,7 1-15 16,15-11-24-16,-1 1-26 0,2-2-34 0,4-4-33 0,0-1-38 15,2 3-141-15,-1-2-351 0,0-1 155 0</inkml:trace>
  <inkml:trace contextRef="#ctx0" brushRef="#br0" timeOffset="76697.75">17174 12182 14 0,'0'0'65'0,"0"0"-1"16,0 0-16-16,0 0 7 0,0 0-11 0,0 0 2 15,0 0-10-15,-6 7 3 0,6-7-11 0,-4 5 1 16,4-5-2-16,0 0-10 0,-6 6 5 0,6-6-5 16,-9 4 1-16,5-1 0 0,-4-1-3 0,2 3-4 15,-1 0 3-15,0-1-2 0,-5 0 5 0,3 1-9 16,-1 0 0-16,-3-1 7 0,1 2-15 0,-5 0 12 16,2 0-3-16,2-1 1 0,-4 0 7 0,1 1-5 15,-1-1 1-15,-2 0-10 0,1-1 16 0,-1-1-7 16,-2 0-5-16,5 1 11 0,-2 0 0 0,1-2 0 15,1 0 5-15,1-1 2 0,2-1 9 0,-2 0-5 0,3 0 12 16,-1-1 8-16,1 1-5 0,-2-3-1 0,3 2 12 16,-2-2-3-16,0 2-3 0,4 1 9 15,-3-2-1-15,1 0-6 0,2 1 8 0,9 1-6 16,-16 0 4-16,11-2-2 0,5 2-2 0,-9-1-6 0,9 1-5 16,-9-2 1-16,9 2-8 0,0 0-7 0,0 0-3 15,0 0 0-15,0 0-10 0,0 0 9 0,0 0 1 16,0 0 2-16,38 5-4 0,-20-5 0 0,10 4 1 15,1-3 1-15,2-1 1 0,4 0-1 0,16 0 5 16,1 1-7-16,-1-1 4 0,4-3 5 0,-1 1-9 16,3-1 4-16,1 0 1 0,6 3-2 0,-4-4 0 15,1 0 0-15,3 1-4 0,2 3 0 0,0 0 1 16,26-6 0-16,-32 5 2 0,30-6 0 0,-28 4 3 16,-1 0-1-16,4 0 2 0,25-2 3 0,-30 1-7 15,5 2 1-15,-1-3-1 0,1-1 1 0,-2 1 1 16,-1-1-4-16,2 1 3 0,-4 1-2 0,1 0 1 15,-4 0 5-15,-2 3-3 0,-3-3 4 0,-12 2 1 0,12 2-2 16,-12 0 3-16,-4-3-7 0,-2 0 8 0,-2 2-7 16,-2-1 2-16,-9 2 2 0,0-2 7 15,-1 1 3-15,-1 1-3 0,-5 0-2 0,-3 0 1 16,-2 0 4-16,-3 1 5 0,-6-1 13 0,12-2 9 0,-12 2 23 16,6 2 3-16,-6-2-4 0,0 0 12 0,0 0 1 15,13-2 1-15,-13 2-2 0,0 0-1 0,0 0-5 16,5-3-3-16,-5 3-11 0,0 0-6 0,0 0-7 15,0 0-11-15,5-5-8 0,-5 5-5 0,0 0-12 16,0 0-18-16,0 0-19 0,0 0-26 0,0 0-30 16,0 0-27-16,0 0-21 0,0 0-29 0,0 0-34 15,0 0-37-15,0 0-38 0,0 0-29 0,0 0-18 16,0 0 7-16,6 9 2 0,1-4-204 0,-4 2-527 16,7-4 233-16</inkml:trace>
  <inkml:trace contextRef="#ctx0" brushRef="#br0" timeOffset="77114.31">20818 12036 129 0,'0'0'254'15,"0"0"-24"-15,5-3-21 0,-5 3-10 0,0 0-1 16,0 0-4-16,0 0-4 0,0 0-7 0,0 0-10 16,0 0-12-16,0 0-14 0,10 0-15 0,-10 0-10 15,0 0-9-15,0 0-8 0,0 0-7 0,0 0 0 16,0 0-6-16,0 0-5 0,0 0-5 0,0 0-4 16,0 0-5-16,0 0-8 0,0 0-2 0,0 0-4 15,0 0 0-15,0 0-5 0,0 0-5 0,0 0-10 16,0 0-1-16,0 0-8 0,0 0 1 0,0 0-3 15,0 0-3-15,0 0-1 0,0 0-5 0,0 0 0 16,0 0-3-16,0 0-1 0,8-3 0 0,-8 3-6 16,0 0 7-16,0 0-6 0,0 0-4 0,0 0 2 15,0 0 1-15,0 0-4 0,0 0 4 0,0 0-5 16,0 0-1-16,0 0 2 0,0 0-3 0,0 0-2 16,0 0 8-16,0 0-16 0,0 0-2 0,0 0-15 0,0 0-23 15,0 0-23-15,0 0-30 0,0 0-37 0,0 0-45 16,0 0-44-16,0 0-42 0,0 0-233 0,0 0-544 15,-14 19 242-15</inkml:trace>
  <inkml:trace contextRef="#ctx0" brushRef="#br0" timeOffset="78578.59">9365 13201 80 0,'0'0'79'0,"0"0"-18"0,0 0-11 16,0 0-26-16,0 0-25 0,0 0-19 0,0 0-26 15,0 0-50-15,0 0 23 0</inkml:trace>
  <inkml:trace contextRef="#ctx0" brushRef="#br0" timeOffset="79724.82">10138 13153 35 0,'0'0'41'0,"6"-6"-2"0,-6 6-1 0,8-3-14 15,-8 3 2-15,8-3-7 0,-8 3-5 0,7-2-14 0,-7 2-10 16,9-2-28-16,-9 2-41 0,0 0 18 0</inkml:trace>
  <inkml:trace contextRef="#ctx0" brushRef="#br0" timeOffset="84482.7">19688 13054 101 0,'-1'-5'231'0,"1"5"-25"0,0 0-21 0,0 0-19 16,0 0-16-16,0 0-10 0,0 0-18 0,9-8-15 15,-9 8-6-15,11-5-11 0,1 0-10 0,2 1-11 16,3 0-4-16,4-4-6 0,9-2-13 0,4 1-30 16,1-4-50-16,13-2-25 0,2-3-40 0,4-4-43 15,-2 1-125-15,4-4-289 0,-1-4 128 0</inkml:trace>
  <inkml:trace contextRef="#ctx0" brushRef="#br0" timeOffset="95279.72">11742 17451 16 0,'0'0'126'0,"0"0"-7"16,0 0-2-16,0 0 2 0,0 0 6 0,0 0-13 0,0 0 1 16,0 0 7-16,0 0-6 0,0 0-2 0,0 0-2 15,0 0-7-15,0 0 0 0,0 0-8 0,0 0-5 16,0 0-8-16,0 0 0 0,0 0-6 0,0 0-8 16,0 0-9-16,0 0-1 0,0 0-4 0,0 0-1 15,0 0-2-15,0 0 0 0,0 0-1 0,0 0-5 16,0 0-3-16,0 0-3 0,0 0-3 0,0 0 0 15,0 0-3-15,0 0-5 0,-13-14-3 16,13 14 4-16,0 0-10 0,0 0 2 0,0 0-4 0,0 0-2 16,0 0-2-16,0 0-1 0,0 0 1 0,0 0-4 15,-9-2 3-15,9 2-4 0,0 0 0 0,0 0 0 16,0 0-3-16,0 0 1 0,-9-1-2 16,9 1 5-16,0 0-1 0,0 0-2 0,0 0 6 15,0 0-4-15,0 0-2 0,-13 3 0 0,13-3-1 16,0 0 1-16,0 0-1 0,0 0 1 0,-14 1-2 15,14-1-1-15,0 0 2 0,0 0 1 0,-10 1-3 16,10-1 0-16,0 0 1 0,0 0 3 0,-10 0-2 16,10 0-4-16,0 0 5 0,-6 2-3 0,6-2 1 15,0 0-2-15,-12 0 0 0,12 0 9 0,0 0-1 16,0 0 9-16,-9 2-3 0,9-2 2 0,0 0 3 16,0 0-5-16,0 0 3 0,0 0-4 0,0 0-3 15,0 0 5-15,0 0-5 0,0 0-2 0,0 0-2 16,0 0 0-16,0 0-2 0,-8-4 1 0,8 4 0 15,0 0-1-15,0 0-6 0,0 0 4 0,0 0-5 16,0 0 2-16,0 0-5 0,0 0 6 0,0 0-5 16,0 0 5-16,0 0-3 0,0 0 0 0,0 0 2 15,31-4 3-15,-23 4-5 0,-1-1-1 0,4-1 4 16,1 0-4-16,-1-1 1 0,0 1 5 0,2-1-2 16,-3 1 1-16,3-2-3 0,-3 3 0 0,0-3-3 15,-1 4 5-15,-4-3-4 0,-5 3 5 16,13-1-4-16,-13 1 1 0,10-1-3 0,-10 1 8 0,8-1-6 15,-8 1 2-15,0 0 1 0,0 0 2 0,0 0-2 16,0 0 4-16,9-2 0 0,-9 2 1 0,0 0-1 16,0 0 6-16,0 0-5 0,0 0 5 0,0 0 1 15,0 0-5-15,0 0 1 0,-24 8-3 0,17-6 0 16,-2 0 1-16,0 0 5 0,-1 3-8 16,0-2-2-16,1 1 4 0,-4-1-5 0,3 0 5 0,0 1-4 15,2-2-2-15,-1 0 4 0,-1 0 0 16,2 1-3-16,8-3 4 0,-13 3-4 0,10 0 1 0,3-3-1 15,-7 3 3-15,7-3 3 0,0 0-5 0,-9 4-2 16,9-4-6-16,0 0 5 0,0 0-1 0,0 0 5 16,0 0-6-16,0 0 3 0,0 0-3 0,0 0-2 15,0 0 9-15,0 0-5 0,0 0 11 0,0 0-13 16,0 0 2-16,0 0 1 0,0 0 4 16,0 0-6-16,23-10 4 0,-23 10 0 0,11-2-2 0,-11 2-1 15,7-2 2-15,-7 2 1 0,8-3-3 16,-8 3-3-16,10-1 5 0,-10 1-6 0,0 0 2 0,0 0-11 15,9-2-5-15,-9 2-9 0,0 0-12 0,0 0-30 16,0 0-26-16,0 0-29 0,0 0-32 16,12 3-28-16,-12-3-29 0,0 0-31 0,0 0-125 15,0 0-400-15,0 0 178 0</inkml:trace>
  <inkml:trace contextRef="#ctx0" brushRef="#br0" timeOffset="98864.59">15018 17274 16 0,'0'0'127'16,"-10"6"-14"-16,10-6 8 0,-4 3-3 0,4-3-2 15,-5 4-7-15,5-4 2 0,0 0-4 0,-6 5 4 0,6-5-12 16,0 0-8-16,0 0-4 0,0 0-8 16,0 0-9-16,0 0-1 0,0 0-14 0,0 7-2 15,0-7-10-15,0 0 1 0,0 0-9 0,0 0-1 16,0 0-9-16,0 0 6 0,0 0-4 0,0 0-7 15,0 0 1-15,7 7-8 0,-7-7 7 0,0 0-4 16,0 0-1-16,0 0-4 0,2 6 3 0,-2-6-11 16,0 0 5-16,0 0-1 0,0 0-7 0,0 0 1 15,0 0-3-15,0 0 0 0,0 0-4 0,0 0 1 16,0 0-1-16,0 0-9 0,0 0-2 0,0 0-14 16,0 0-5-16,0 0-7 0,0 0-4 0,0 0-13 15,0 0-5-15,0 0 1 0,0 0 15 0,0 0-17 16,0 0-9-16,0 0 0 0,0 0-17 0,0 0-16 15,0 0-88-15,-14-17-213 0,14 17 94 0</inkml:trace>
  <inkml:trace contextRef="#ctx0" brushRef="#br0" timeOffset="100435.58">15023 17344 53 0,'0'0'53'0,"0"0"-6"0,0 0 1 16,0 0-1-16,0 0 3 0,0 0 1 0,0 0-11 16,0 0-2-16,0 0-1 0,0 0 0 0,0 0 5 15,0 0-4-15,0 0-3 0,0 0-4 0,0 0-5 16,0 0 5-16,0 0-6 0,0 0 3 0,0 0-8 15,0 0-3-15,0 0-4 0,0 0 13 0,0 0-9 16,0 0 19-16,0 0-4 0,0 0 0 0,0 0 5 16,0 0 9-16,0 0-10 0,0 0-7 0,0 0-1 15,0 0 4-15,0 0-5 0,0 0 7 0,0 0-3 16,0 0 1-16,0 0-5 0,0 0 3 0,0 0-9 16,0 0 7-16,0 0-9 0,0 0 7 0,0 0-8 15,0 0-3-15,0 0 0 0,0 0 0 0,0 0 6 16,0 0-7-16,0 0 6 0,0 0-9 0,0 0 3 15,0 0-2-15,0 0 3 0,0 0 3 0,0 0 1 16,0 0 3-16,0 0-1 0,0 0-1 0,0 0-6 16,0 0 3-16,0 0-6 0,0 0 2 15,0 0-3-15,-12-11-4 0,12 11 4 0,0 0 0 16,0 0 6-16,0 0-3 0,0 0-5 0,0 0 3 0,-5-5 0 16,5 5-2-16,0 0 1 0,0 0-2 0,0 0-2 15,0 0 5-15,0 0-6 0,0 0 2 0,0 0-2 16,0 0 4-16,0 0-3 0,-7-4-1 0,7 4 1 15,0 0 0-15,0 0-1 0,0 0 1 16,0 0 2-16,0 0-1 0,0 0 5 0,0 0-6 16,0 0-1-16,-9-2 0 0,9 2 5 0,0 0-4 15,0 0 4-15,0 0-9 0,-11-1 5 0,11 1-8 0,0 0 12 16,0 0 4-16,0 0-4 0,-9 0-3 0,9 0 1 16,0 0 4-16,0 0-7 0,0 0 4 0,-13 1-4 15,13-1 2-15,0 0 0 0,-10 0 1 16,10 0-6-16,-8 3 8 0,8-3-4 0,0 0-3 15,-8 1-9-15,8-1 11 0,0 0-4 0,0 0 4 16,-9 2-1-16,9-2 2 0,0 0-2 0,-8 1-1 16,8-1 0-16,0 0 0 0,0 0 1 0,0 0 0 15,-7 4-2-15,7-4 7 0,0 0-9 0,0 0 7 16,0 0-4-16,0 0 4 0,0 0-6 0,0 0 4 16,0 0-8-16,0 0 8 0,0 0-1 0,0 0-3 15,0 0 6-15,0 0-1 0,0 0-4 0,0 0 1 16,0 0-4-16,0 0 1 0,0 0 1 0,0 0 2 15,0 0 1-15,0 0-3 0,0 0-1 0,0 0 2 16,0 0 0-16,30-7-5 0,-19 6-1 0,-2 1 3 16,0 0 6-16,2-1-5 0,1-1-6 0,-1 2 12 15,2-1-10-15,5-1 5 0,-4 2-1 0,-3 0 3 16,0-3-2-16,3 2 6 0,-3 1-4 0,2-2 0 16,-4 2-3-16,3 0 1 0,0-1 1 0,-4-2-2 15,-8 3 0-15,17 0-1 0,-8 0-2 0,-9 0 4 16,12-1 2-16,-12 1-3 0,7-1 5 0,-7 1-2 15,0 0 1-15,9-2 4 0,-9 2 7 0,0 0 3 16,0 0-1-16,0 0 0 0,0 0 5 0,0 0-8 16,0 0 2-16,0 0-2 0,0 0-1 0,0 0-5 15,0 0 3-15,-23 6-5 0,11-2 7 0,2-2-9 16,0 0 4-16,-3 1-5 0,2 0 0 16,3 1 4-16,-4-2-4 0,3 1-1 0,2-2 1 15,0 2 3-15,-2-2-4 0,2 1 2 0,7-2-4 0,-13 3 3 16,4-2-1-16,9-1 3 0,-6 3-5 15,6-3 0-15,-9 4 0 0,9-4 1 0,0 0-4 0,-9 2 2 16,9-2-2-16,0 0 0 0,0 0-3 0,-5 4 0 16,5-4-9-16,0 0 0 0,0 0-14 0,0 0-12 15,0 0-21-15,0 0-14 0,0 0-23 16,0 0-25-16,0 0-22 0,34-3-27 0,-28 5-117 0,-6-2-312 16,0 0 139-16</inkml:trace>
  <inkml:trace contextRef="#ctx0" brushRef="#br0" timeOffset="103917.98">15020 17415 9 0,'0'0'95'0,"0"0"-11"15,0 0-5-15,0 0-6 0,0 0-8 0,0 0-3 0,0 0 1 16,0 0 0-16,0 0-9 0,0 0-2 0,0 0-14 16,0 0 4-16,0 0-4 0,0 0 7 15,0 0-14-15,0 0 5 0,0 0 0 0,0 0-6 16,0 0 5-16,-20-7 12 0,20 7-12 0,0 0-2 15,0 0 1-15,-7-2-4 0,7 2-3 0,0 0-5 16,-5-4-2-16,5 4-5 0,0 0-7 0,-9-6 5 16,9 6-10-16,-7-3 11 0,7 3 3 0,-6-5-3 15,6 5-6-15,-9-1 0 0,9 1 2 0,-9-6-6 16,9 6 10-16,-9-4-5 0,4 1 2 0,-3 0-6 16,8 3 7-16,-14-5-4 0,7 0-3 0,-1 2 2 15,-2-1-6-15,-1-1 7 0,0-1-5 0,-2 1 11 16,-1-3-9-16,3 3 3 0,-5-1-2 0,5-1 7 15,-5-2-3-15,5 4 10 0,-3-6-3 0,-1 1-6 16,-1 0 2-16,5 5-1 0,-3-5-1 0,3 2 9 16,0-1 1-16,2 0-5 0,-3-2 0 0,3 2 4 15,-2-4-5-15,6 5 4 0,-3-4-5 0,-1 4-4 16,2-8 0-16,3 4 0 0,-4-3-1 0,2-1-3 16,-1-2 3-16,5-1-3 0,-5 1 2 0,5-11 2 15,-2 6-3-15,3 5 2 0,2-9 1 0,-2 7 4 16,1 1-5-16,-2-6 17 0,2 6 1 0,2 2 8 15,-2-2 2-15,1 0 3 0,-2 2-5 0,1 1-3 16,0 0-4-16,1 1-5 0,-1 1-2 16,1 3 4-16,-1 0-3 0,3-2-4 0,1 3 1 0,1 0-4 15,-4-2-5-15,0 0 2 0,2 2-1 0,2 0 4 16,-1-2-3-16,0 4-4 0,1-5 0 0,0 4 0 16,1-1 1-16,1-1 0 0,-1 1-1 0,3-5-6 15,5 3 1-15,-5 4 5 0,4-3-3 16,0-1 0-16,-2 5 0 0,3-4 0 0,-4 4-5 15,6-3 4-15,-5 4-4 0,2 1 5 0,2-2-3 16,-3 1 3-16,2 1-6 0,-1-1 2 0,1 3 0 0,-1-1 0 16,-2 2-1-16,4-1-1 0,-2 1 2 15,1 2-4-15,0-2 1 0,5 2 4 0,-6 0 0 16,1 0-2-16,4 3-1 0,-1-2 0 0,-4 3 3 0,1-1-2 16,0-1 6-16,-6-1-9 0,12 3 7 15,-6-3 0-15,4 5-1 0,-7-2 3 0,1-1-7 16,-1 2 8-16,7-1-3 0,-6 0 0 0,-1 1-4 15,-1 0 5-15,2 1-1 0,-3-1-3 0,4-2 5 16,-2 2-2-16,3 1-4 0,-3 0 6 0,2 1-4 0,-2-2-1 16,-1 4 3-16,1-4 0 0,-2 2 0 15,2 1-1-15,0-1 1 0,-2 2 2 0,-2-3-2 16,1 2 0-16,2-1-1 0,-1 0 4 0,1 1-3 16,0-1 2-16,-5 0-2 0,4 0 0 0,-5-1 5 15,3 0-4-15,0 1 2 0,-1 0-4 0,-1-1 7 16,0 1-1-16,-1 1 1 0,0-2-3 0,-4-6 1 15,9 13 0-15,-5-8-3 0,-4-5 1 0,6 12 3 16,-3-2-2-16,-1-3 5 0,3 2-3 0,-3 0 2 16,0 0-1-16,1 3-1 0,-3-12-5 0,3 18 4 15,-3-8-2-15,2-1 3 0,-2 4-7 0,0-13 5 16,0 20 3-16,0-10-7 0,2 0 3 0,-2 1-4 16,2 0 3-16,-1-1-1 0,-1 0 0 0,0 1-2 15,0-2 3-15,0-1-2 0,1-1 0 0,0 3 0 16,-1-1-1-16,-2 1 6 0,2-10-6 0,0 16 5 15,1-6-5-15,-2-1-1 0,0 1-1 0,2-3 2 16,-2 3 2-16,1 0 0 0,0-1-1 0,-2-2 0 16,2-7 1-16,-2 15-5 0,0-6 4 0,1-2-2 15,0 3 2-15,0-5 1 0,-1 2-4 0,-1 1 4 16,-1-2-1-16,4 3 4 0,-3-3-5 0,1 2 2 16,-1 0 0-16,-2-2-2 0,4 2 1 0,-5 1 3 15,3-4-5-15,-4 4 1 0,4-2-1 0,-2-4 0 16,2 4-3-16,-1-2 7 0,0-1-4 0,-1 2-2 15,0 2 4-15,1-3 0 0,0-1-3 0,4-4 0 16,-6 11 2-16,1-6-3 0,0 2 0 0,-2-2 0 16,4-1 2-16,3-4 1 0,-7 6 4 0,2 0-1 15,5-6-2-15,-7 6-2 0,7-6-4 0,-8 5 3 16,4-1-3-16,4-4 3 0,-9 9-5 0,5-6 7 16,-2-1-2-16,6-2 3 0,-12 6-4 0,6-2 2 15,1-1-1-15,5-3-1 0,-12 6 2 16,5-3 2-16,0-2-4 0,2 3 2 0,-2 0-2 15,7-4-1-15,-13 3 3 0,7-1 0 0,0 1-1 16,6-3 2-16,-14 2 0 0,14-2-1 0,-8 4-6 0,1-3 4 16,7-1 0-16,-8 4 4 0,8-4-6 0,-8 1 7 15,8-1-4-15,0 0 2 0,-11 0-2 0,11 0 10 16,0 0-13-16,-9 1 2 0,9-1 1 0,0 0 0 16,-13 3-3-16,13-3 3 0,0 0-2 15,-8 0 4-15,8 0-2 0,0 0 0 0,0 0-3 0,0 0-1 16,-13-2-8-16,13 2-7 0,0 0-3 0,0 0-8 15,-11 0-7-15,11 0-17 0,-9 2-11 0,9-2-13 16,0 0-18-16,0 0-5 0,-18 1-20 0,18-1-12 16,0 0-16-16,-11 2-11 0,11-2-16 15,-7 0-103-15,7 0-301 0,-10 3 133 0</inkml:trace>
  <inkml:trace contextRef="#ctx0" brushRef="#br0" timeOffset="104279.55">15118 17245 104 0,'0'0'250'0,"0"0"-2"0,5-3 3 15,-5 3-7-15,0 0-7 0,1-7-19 0,-1 7-19 16,0 0-26-16,2-10-8 0,-2 10-19 0,0 0-15 15,0 0-17-15,-2-12-11 0,2 12-31 0,0 0-33 16,0 0-30-16,0 0-40 0,0 0-44 0,0 0-53 16,0 0-37-16,0 0-39 0,0 0-146 0,0 0-380 15,0 0 169-15</inkml:trace>
  <inkml:trace contextRef="#ctx0" brushRef="#br0" timeOffset="105105.6">12578 17209 44 0,'0'0'122'0,"0"0"-27"15,0 0-16-15,0 0-22 0,0 0-25 0,0 0-18 16,0 0-19-16,-11 8-24 0,11-8-40 0,-7 8-73 15,-1-4 32-15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47:45.794"/>
    </inkml:context>
    <inkml:brush xml:id="br0">
      <inkml:brushProperty name="width" value="0.05292" units="cm"/>
      <inkml:brushProperty name="height" value="0.05292" units="cm"/>
      <inkml:brushProperty name="color" value="#FF0000"/>
    </inkml:brush>
  </inkml:definitions>
  <inkml:trace contextRef="#ctx0" brushRef="#br0">11581 6374 2 0,'0'0'25'0,"-11"-1"-1"16,11 1-5-16,0 0 1 0,0 0-4 0,0 0-1 15,-8-1-1-15,8 1-1 0,0 0-3 0,0 0 2 16,0 0-5-16,0 0 2 0,0 0 0 0,0 0-5 16,0 0 1-16,0 0 1 0,0 0 0 0,0 0 2 15,0 0-1-15,0 0-5 0,0 0 3 0,-11 0-15 16,11 0 7-16,0 0-3 0,0 0-3 0,0 0-2 16,-7-2 3-16,7 2 3 0,0 0-2 0,0 0 5 15,0 0-1-15,0 0 0 0,0 0 1 0,0 0-3 16,0 0 0-16,0 0 2 0,0 0 2 0,0 0-3 15,0 0 0-15,-12 0-1 0,12 0 0 0,0 0 1 16,0 0 5-16,0 0-9 0,0 0 1 0,0 0-3 16,0 0 1-16,0 0 0 0,0 0-7 0,0 0-16 15,0 0 7-15</inkml:trace>
  <inkml:trace contextRef="#ctx0" brushRef="#br0" timeOffset="1758.76">11505 6382 25 0,'0'0'32'0,"0"0"-9"0,-14-5-3 15,14 5-3-15,0 0 4 0,0 0 0 0,0 0-4 16,0 0 3-16,0 0 2 0,0 0-2 0,0 0 6 16,0 0 0-16,0 0-3 0,0 0 1 0,0 0-4 15,0 0 0-15,0 0-3 0,0 0-3 0,-10 1 7 16,10-1-5-16,0 0 0 0,0 0 5 15,0 0-2-15,0 0 0 0,0 0-7 0,0 0 4 0,0 0-1 16,0 0-1-16,0 0 3 0,-10 0-6 0,10 0 2 16,0 0 3-16,0 0-3 0,0 0-6 0,-9 0 1 15,9 0 2-15,0 0-2 0,0 0 10 0,-9 0-13 16,9 0 4-16,0 0 3 0,0 0 4 0,0 0 1 16,0 0 1-16,-10-1-3 0,10 1-4 0,0 0 4 15,0 0-4-15,0 0 2 0,0 0-4 0,-12 0 0 16,12 0-5-16,0 0 4 0,-7 2 0 0,7-2-2 15,0 0-6-15,0 0 3 0,-13 0 7 0,13 0-5 16,0 0-1-16,-9 1-4 0,9-1 6 0,0 0-6 16,-9 2 5-16,9-2 5 0,0 0-4 0,-9 1 1 15,9-1 1-15,0 0-5 0,0 0-5 0,-10 0 3 16,10 0-1-16,0 0 5 0,0 0 0 0,-8 1 9 16,8-1-3-16,0 0 0 0,0 0 3 0,0 0 2 15,0 0-2-15,0 0-1 0,-13-1 1 0,13 1 0 16,0 0 1-16,0 0 4 0,0 0-5 0,0 0-2 15,0 0-8-15,0 0 6 0,0 0 1 0,0 0 0 16,0 0-4-16,0 0-2 0,0 0-2 0,0 0 6 16,-9-1-5-16,9 1-1 0,0 0 4 0,0 0 3 15,0 0-4-15,0 0 3 0,0 0-10 0,0 0 4 16,0 0 1-16,0 0 4 0,0 0-9 0,0 0 8 16,0 0 1-16,0 0-1 0,0 0-5 0,0 0 1 15,0 0-3-15,0 0 3 0,0 0 1 0,0 0-7 16,0 0 12-16,0 0-9 0,0 0 6 0,0 0-5 15,0 0 2-15,0 0-3 0,0 0 2 0,0 0 3 16,0 0-11-16,0 0 11 0,0 0-11 0,0 0 4 16,0 0 3-16,0 0-1 0,0 0 1 0,0 0 5 15,0 0-4-15,0 0-1 0,0 0-5 0,0 0 5 16,0 0-1-16,0 0-2 0,0 0 1 0,0 0 3 0,0 0 3 16,0 0-8-16,0 0 0 0,0 0 1 15,0 0-5-15,0 0 9 0,0 0-3 0,0 0-1 16,0 0-5-16,0 0 9 0,0 0 0 0,0 0 7 15,0 0-9-15,0 0 2 0,0 0-7 0,0 0 1 16,0 0 5-16,0 0-10 0,0 0 11 0,0 0-1 16,0 0-6-16,0 0 6 0,0 0-4 0,0 0 4 15,0 0-8-15,0 0 8 0,0 0-3 0,0 0-1 16,0 0 4-16,0 0 5 0,0 0-2 0,0 0-5 16,0 0-4-16,0 0-2 0,0 0 0 0,0 0-3 0,0 0 7 15,0 0-5-15,0 0 0 0,0 0-2 0,0 0 5 16,0 0 1-16,0 0 0 0,0 0 1 15,0 0-9-15,26-5 11 0,-26 5-6 0,0 0-3 16,0 0-2-16,11 1-3 0,-11-1-1 0,0 0-5 16,0 0 0-16,9 1-2 0,-9-1-3 0,0 0 2 0,0 0 1 15,0 0-4-15,9 0 4 0,-9 0 0 0,0 0-3 16,0 0 1-16,0 0 6 0,0 0-2 0,0 0-3 16,7 3 6-16,-7-3-4 0,0 0 3 15,0 0-3-15,0 0 7 0,0 0 0 0,0 0-2 16,7 2 1-16,-7-2-2 0,0 0 0 0,0 0-1 0,0 0 1 15,0 0-3-15,0 0 4 0,0 0 3 0,0 0-5 16,7 2 5-16,-7-2-6 0,0 0 6 0,0 0 3 16,0 0 0-16,0 0 0 0,0 0 2 15,0 0 1-15,0 0 1 0,0 0 2 0,0 0 2 16,0 0-2-16,0 0-1 0,0 0-2 0,0 0 2 0,0 0 3 16,0 0 1-16,0 0-4 0,0 0 1 0,0 0 6 15,0 0-5-15,0 0 1 0,0 0 0 0,0 0 0 16,0 0 5-16,0 0-3 0,0 0 0 15,0 0 2-15,0 0-2 0,0 0 0 0,0 0 3 16,0 0-3-16,0 0 2 0,0 0-1 0,0 0-1 0,0 0 2 16,0 0-2-16,0 0 2 0,0 0-2 0,0 0-2 15,0 0 3-15,0 0-3 0,0 0 4 16,0 0 1-16,0 0-1 0,0 0-1 0,0 0 1 16,0 0 0-16,0 0-1 0,0 0-1 0,0 0-1 15,0 0 2-15,0 0-1 0,0 0 8 0,0 0-1 0,0 0-4 16,1 7-3-16,-1-7 1 0,0 0-1 0,0 0-1 15,0 0 0-15,0 0-3 0,0 0 6 0,0 0-2 16,0 0 1-16,0 0 2 0,0 0-5 16,0 0 4-16,0 0-4 0,0 0-2 0,0 0 5 15,0 0 3-15,0 0-2 0,0 0 0 0,0 0 1 0,0 0 2 16,0 0-2-16,0 0 0 0,0 0 1 0,0 0-2 16,0 0 3-16,0 0 2 0,0 0-4 0,0 0 3 15,0 0 2-15,0 0-2 0,0 0-2 0,0 0 4 16,0 0-3-16,0 0 1 0,0 0 4 15,0 0-4-15,0 0 6 0,0 0-3 0,0 0-3 0,0 0 2 16,0 9 0-16,0-9 11 0,0 0-13 0,0 0 3 16,0 0-5-16,0 0 7 0,0 0-5 0,0 0-1 15,0 0 2-15,0 0-3 0,0 0 1 0,0 0 5 16,0 0 2-16,0 0-5 0,0 0 2 0,0 0-4 16,0 0 7-16,0 0 1 0,0 0-6 0,0 0-4 15,0 0 1-15,0 0 1 0,0 0 5 0,0 0-6 16,0 0-3-16,0 0 0 0,0 0 4 0,0 0 0 15,0 0-7-15,0 0 1 0,0 0 4 0,0 0-2 16,0 0 1-16,0 0 0 0,0 0 5 16,0 0-8-16,0 0 6 0,0 0-5 0,0 0-1 0,0 0 6 15,0 0-6-15,0 0 7 0,0 0-2 0,0 0-8 16,0 0 2-16,0 0 7 0,0 0-8 0,0 0 1 16,0 0 2-16,0 0 5 0,0 0-7 0,0 0 0 15,0 0 6-15,0 0-8 0,0 0 2 0,0 0-5 16,0 0 2-16,0 0 3 0,0 0-7 0,0 0 0 15,0 0-5-15,0 0 2 0,0 0-1 0,0 0 0 16,0 0 3-16,0 0-1 0,0 0 4 0,0 0-5 16,0 0-8-16,0 0-4 0,0 0-10 0,-1 10-1 15,1-10-27-15,0 0-66 0,0 0 29 0</inkml:trace>
  <inkml:trace contextRef="#ctx0" brushRef="#br0" timeOffset="6635.64">8685 4489 82 0,'0'0'82'0,"0"0"-9"0,0 0 9 0,0 0-5 15,0 0-3-15,0 0-5 0,0 0-2 0,0 0-8 16,0 0 5-16,0 0 3 0,0 0-5 0,0 0 1 16,4-4-3-16,-4 4-6 0,0 0-4 0,0 0-5 15,0 0 2-15,0 0-2 0,0 0-3 0,0 0 1 16,0 0-6-16,0 0 2 0,0 0 5 0,0 0-6 16,0 0-1-16,0 0 2 0,0 0-3 0,0 0-2 15,0 0 3-15,0 0-4 0,0 0 0 0,0 0-3 16,0 0-7-16,0 0 1 0,0 0 0 0,0 0-3 15,0 0 2-15,0 0-5 0,0 0 1 0,0 0-8 16,0 0 3-16,0 0-2 0,0 0 5 0,0 0-7 16,0 0 1-16,0 0-1 0,0 0-5 0,0 0-2 15,0 0 4-15,6 11 1 0,-6-11-2 0,22 0 22 16,-1-1 3-16,13-2 6 0,3 0 0 0,18-3 0 16,0-4-1-16,5 4-3 0,4-4-2 0,29-9 0 15,-29 9 0-15,25-4 2 0,-26 0-2 0,2 1 4 16,24-5-3-16,-31 8 0 0,-2-3-1 0,-2 2-1 15,0 3-2-15,-16 1-4 0,-1 0 1 0,-1-1 5 16,-3 1-1-16,-1 0-3 0,-13 1 1 0,4 3-4 16,-1 0 0-16,-5-1-3 0,-3 3-3 0,-4 1 1 15,0-1 0-15,-2 1 0 0,-8 0 4 0,10-2 14 16,-10 2 8-16,6-2 6 0,-6 2 7 0,0 0 6 16,9 0 2-16,-9 0 0 0,0 0-4 0,0 0-7 15,0 0-3-15,0 0 0 0,0 0-5 0,0 0-10 16,0 0 5-16,0 0-8 0,0 0-2 0,0 0-2 15,0 0-9-15,0 0 2 0,0 0-4 0,0 0-18 16,0 0-26-16,0 0-30 0,0 0-37 0,0 0-34 16,0 0-39-16,0 0-39 0,0 0-20 0,0 0-16 15,0 0-11-15,0 0-148 0,0 0-432 0,0 0 191 16</inkml:trace>
  <inkml:trace contextRef="#ctx0" brushRef="#br0" timeOffset="6895.99">10225 4091 1379 0,'5'-9'-14'0,"-5"9"116"0,3-11 11 0,-3 11-49 0,1-5-6 16,-1 5-23-16,0 0-9 0,1-9-4 0,-1 9-8 16,0 0 0-16,0 0 2 0,0 0 8 0,0 0 6 15,0 0 5-15,0 0 1 0,0-8 9 0,0 8 5 16,0 0-5-16,0 0-5 0,0 0-2 0,0 0-5 15,4-7-2-15,-4 7-4 0,10-5-1 0,0 0-5 16,9-4-5-16,8-1-1 0,4-2-3 16,1-1-17-16,4 0-21 0,1 1-19 0,-1 2-23 15,-2 0-44-15,4-3-25 0,-3 6-22 0,1-2-142 0,-7 2-324 16,2 0 143-16</inkml:trace>
  <inkml:trace contextRef="#ctx0" brushRef="#br0" timeOffset="11640.35">11705 6195 35 0,'0'0'82'0,"0"0"-11"15,-3-6-11-15,3 6-8 0,0 0 5 0,0 0-23 16,0 0-6-16,0 0-9 0,0 0-10 0,0 0-2 16,0 0-13-16,0 0-2 0,-1-8-12 0,1 8-1 15,0 0-7-15,0 0-5 0,0 0-24 0,0 0-61 16,0 0 27-16</inkml:trace>
  <inkml:trace contextRef="#ctx0" brushRef="#br0" timeOffset="12058.68">12922 6240 61 0,'0'0'81'0,"0"0"-7"0,0 0-3 16,0 0-9-16,0 0-6 0,0 0-8 16,0 0-16-16,0 0-20 0,0 0-7 0,0 0-24 15,0 0-15-15,0 0-42 0,0 0-80 0,0 0 36 16</inkml:trace>
  <inkml:trace contextRef="#ctx0" brushRef="#br0" timeOffset="12767.65">12909 6306 41 0,'0'0'55'0,"0"0"-2"16,0 0-9-16,0 0-15 0,0 0-14 0,0 0-9 15,0 0-12-15,0 0-17 0,0 0-13 0,-21 8-39 16,21-8 17-16</inkml:trace>
  <inkml:trace contextRef="#ctx0" brushRef="#br0" timeOffset="14735.89">12650 6325 36 0,'0'0'48'0,"0"0"-19"16,0 0-16-16,0 0-18 0,0 0-16 0,0 0-21 16,0 0 9-16</inkml:trace>
  <inkml:trace contextRef="#ctx0" brushRef="#br0" timeOffset="17085.57">12778 6289 30 0,'0'0'26'15,"0"0"-3"-15,0 0-4 0,0 0-4 0,0 0-5 16,0 0-6-16,0 0-2 0,0 0-6 0,0 0-5 15,0 0-11-15,0 0-20 0,0 0 9 0</inkml:trace>
  <inkml:trace contextRef="#ctx0" brushRef="#br0" timeOffset="27084.56">12012 16215 76 0,'0'0'135'0,"0"0"3"0,0 0-5 0,5 5-12 15,-5-5-21-15,0 0-8 0,0 0 1 0,0 0-8 16,0 0-11-16,0 0-9 0,0 0-1 0,0 0-10 16,0 0 5-16,0 0-14 0,0 0-16 0,0 0-10 15,6 4-11-15,-6-4-30 0,0 0-15 0,0 0-8 16,0 0-20-16,0 0-13 0,0 0-18 0,5 3-79 15,-5-3-189-15,0 0 84 0</inkml:trace>
  <inkml:trace contextRef="#ctx0" brushRef="#br0" timeOffset="28451.94">14461 16100 37 0,'0'0'41'16,"0"0"-24"-16,0 0-22 0,0 0-10 0,0 0-17 15,0 0 7-15</inkml:trace>
  <inkml:trace contextRef="#ctx0" brushRef="#br0" timeOffset="28721.45">15146 16054 53 0,'0'0'62'0,"0"0"-14"0,0 0-11 15,0 0-12-15,13 8-23 0,-13-8-21 0,-1 5-16 16,1-5-38-16,0 0 18 0</inkml:trace>
  <inkml:trace contextRef="#ctx0" brushRef="#br0" timeOffset="28954.94">16006 16107 13 0,'0'0'95'15,"10"-4"-6"-15,-10 4-15 0,0 0-18 0,0 0-15 16,0 0-14-16,0 0-21 0,0 0-22 0,6 6-49 15,-6-6-69-15,0 0 31 0</inkml:trace>
  <inkml:trace contextRef="#ctx0" brushRef="#br0" timeOffset="29288.95">16179 15623 56 0,'0'0'62'0,"0"0"-10"0,0 0-20 0,0 0-10 0,0 0-33 16,-4 17-25-16,4-17-38 0,0 9 16 0</inkml:trace>
  <inkml:trace contextRef="#ctx0" brushRef="#br0" timeOffset="29990.06">17958 16115 82 0,'0'0'91'0,"0"0"-10"0,0 0-4 15,0 0-15-15,0 0-8 0,0 0-10 0,0 0-25 16,0 0-13-16,0 10-19 0,0-10-29 0,0 0-36 16,0 0-83-16,2 11 38 0</inkml:trace>
  <inkml:trace contextRef="#ctx0" brushRef="#br0" timeOffset="33196.78">17550 16606 101 0,'0'0'107'0,"0"0"-4"15,-6-5-13-15,6 5-9 0,0 0-9 0,0 0-8 16,0 0-4-16,0 0-2 0,0 0-8 0,0 0-10 0,0 0 1 15,0 0-6-15,0 0 16 0,0 0 0 0,0 0 8 16,0 0 12-16,0 0-4 0,16-4-3 0,-16 4 8 16,21-2 4-16,-10 1-3 0,7-1-4 15,1 2-3-15,0-2-9 0,2 2 9 0,8 0 0 0,-2 0-8 16,1-3-6-16,3 2 2 0,2 0 1 0,3-3-2 16,1 2-7-16,0 0 3 0,15-2-8 0,-13 2 8 15,16 1 0-15,0-1-6 0,-4 0-4 0,4-4-4 16,1 3-2-16,1 0-2 0,6-2-2 15,-4 1 4-15,3-1 1 0,2-1 0 0,-1 3 1 0,28-4 3 16,-26 3-4-16,26-1 8 0,-2 3-6 0,-29 0 2 16,7 0-2-16,25-2 2 0,-30 4 2 0,2-3 3 15,28 3-4-15,-27-5 3 0,2 3-4 0,26-4-5 16,-29 3 1-16,28 3 4 0,-29 0 5 0,4 0-3 16,-3-2 0-16,-4 1 11 0,29 1-13 15,-29-3 12-15,2 0-8 0,0 0-15 0,-3-1 3 0,4 0-2 16,-3 1 3-16,-3 1-7 0,-5-2 0 0,3 0-5 15,-19 0 4-15,1 0 0 0,-3 0 0 16,-2 3 5-16,-1-4 6 0,-4 1 1 0,-7 2-3 16,-3-2 4-16,-3 1 3 0,-6 3-5 0,1-1-2 15,-1 1-1-15,-8 0 13 0,9-2-4 0,-9 2-12 0,0 0-16 16,0-8-14-16,0 8-16 0,0 0-21 0,-24-9-20 16,10 9-26-16,-6-3-25 0,-8 3-41 15,-6 0-37-15,-2 1-40 0,-1 1-38 0,-12-2-38 16,-11 5-157-16,1-3-498 0,-1 0 220 0</inkml:trace>
  <inkml:trace contextRef="#ctx0" brushRef="#br0" timeOffset="34062.85">13438 16616 90 0,'-17'-1'108'0,"3"1"-7"16,-1 0-14-16,1-2 4 0,3 1 5 0,0 0 6 16,1 1 2-16,10 0-8 0,-15 0 1 0,8-2-2 15,7 2-4-15,-12 0 1 0,12 0-5 0,-8-3-3 16,8 3-8-16,0 0 0 0,-11 0-11 0,11 0-6 16,0 0-2-16,0 0-10 0,0 0-3 0,0 0-6 15,0 0 3-15,0 0-6 0,0 0-1 0,0 0 1 16,0 0 5-16,0 0-2 0,29 6-1 0,-9-6 2 15,13 0 5-15,-5-1-4 0,7 2 4 0,-1-4 5 16,7 2-7-16,-3-1-6 0,22 2-4 0,-1-7 2 16,4 2 0-16,2-2-1 0,27 3 1 0,-27-2 0 15,25 2-2-15,0 1 3 0,-25 1 5 0,29 0 2 16,0-2 0-16,-4-1-1 0,-24 2-3 0,32-2-5 16,-6 5-4-16,-2-2 0 0,0 2 1 0,-27-3-5 15,5 2-3-15,23-4 1 0,-25 5-3 0,-1-3-4 16,-2 5 4-16,0-5 0 0,-6 6 6 0,1-3 1 15,-8 1-5-15,-13-4 5 0,0 5 3 0,-4-5 3 16,-2 4 6-16,-11-1-4 0,-1-1 4 0,-6 1-4 16,-2 0-1-16,-1 0-4 0,-10 0-2 0,12 1-4 15,-5-1-3-15,-7 0-3 0,0 0-15 0,0 0-25 16,0 0-28-16,0 0-28 0,0 0-28 0,-41-9-50 16,13 7-36-16,-5-1-38 0,-5 1-34 0,-15 1-161 15,-2-2-461-15,-4 0 205 0</inkml:trace>
  <inkml:trace contextRef="#ctx0" brushRef="#br0" timeOffset="34949.96">9344 16609 9 0,'8'0'18'0,"-2"-3"0"16,-6 3 1-16,12-3 1 0,-6 2 0 0,-6 1 6 15,10-4-1-15,-10 4 4 0,8-4 14 0,-8 4 6 16,0 0 7-16,7-1 10 0,-7 1 11 0,0 0-3 16,0 0 2-16,0 0 2 0,0 0 4 0,0 0-5 15,0 0 1-15,0 0-3 0,0 0 7 0,0 0-11 16,0 0 5-16,-21 8-3 0,21-8 3 0,-11 3 2 16,11-3-4-16,-8 4 2 0,8-4-10 0,-9 1-2 15,9-1-14-15,0 0-7 0,0 0 0 0,0 0 1 16,1 10 0-16,-1-10 36 0,14 6-5 0,-1-3 6 15,6 3 3-15,11-1-1 0,3-1-7 0,4 0-5 16,18 0-2-16,0-1-10 0,4 0 1 0,-1-3-8 16,4 0-1-16,2-1-6 0,26-1 2 0,-24 0 2 15,27 2 4-15,-29 0-3 0,25 0-3 0,-22-4-5 16,25 3 2-16,-30-2-8 0,29-2 14 0,-27 4-1 16,0-3 2-16,33 0-16 0,-5-3 22 0,-28 6-1 15,2-3-5-15,-1-2-14 0,-2 2 11 0,0 2 0 16,-5-6-5-16,1 4 0 0,-10 0 5 0,-11 3 4 15,0-3-7-15,-3 2 18 0,-4-4-6 16,-2 2 9-16,-8 1-2 0,0 3 5 0,-10 0-3 0,3-3 5 16,-5 2-3-16,-9 1 2 0,14-3-2 0,-14 3 4 15,0 0 2-15,11-1-7 0,-11 1-5 0,0 0-11 16,0 0-1-16,12-5-12 0,-12 5-15 0,0 0-30 16,0 0-24-16,0 0-30 0,0 0-55 0,0 0-54 15,0 0-49-15,0 0-40 0,-33-6-59 0,25 4-51 16,8 2-214-16,-24 0-629 0,7-2 279 0</inkml:trace>
  <inkml:trace contextRef="#ctx0" brushRef="#br0" timeOffset="39335.08">20723 13590 38 0,'0'0'40'0,"2"-7"-7"16,-2 7-1-16,1-7-1 0,-1 7-4 0,0 0-7 15,0 0 1-15,0 0 11 0,-4-10-8 0,4 10 2 16,0 0-6-16,0 0 9 0,-3-9-8 0,3 9 1 16,0 0-2-16,-2-7 1 0,2 7-2 15,0 0-6-15,-3-6 4 0,3 6 11 0,0 0-3 0,-8-7-3 16,8 7 5-16,-6-3-10 0,6 3 8 0,-7-3 9 16,7 3-10-16,-8-3 1 0,8 3 12 0,-10-2-4 15,10 2 2-15,-10-3-3 0,10 3-2 0,-13-2 11 16,1 0-3-16,2 2-1 0,0 0 2 0,-4 0 0 15,2 2 12-15,0-4 6 0,-5 1 3 0,-1 2-12 16,3-1 2-16,-5 2 6 0,8-1 3 0,-4 0-4 16,-2-1 0-16,-1 1 1 0,4 1-2 0,2-1 0 15,0 0 1-15,1-1-7 0,1 2-2 0,4-1 0 16,-5-1-8-16,12 0-4 0,-13 2-4 0,13-2-4 16,-7 0-4-16,7 0-4 0,0 0 3 0,0 0-6 15,0 0 0-15,0 0 3 0,0 0 5 0,30 7 0 16,-9-4 0-16,12-2 2 0,7-4-1 0,13 1 6 15,5-1-2-15,5-3 0 0,1 0 2 0,28-4-1 16,-27 4-7-16,28-8 3 0,-4 2 1 0,-25 1-1 16,26-5-3-16,-25 5 3 0,26 0-4 0,-25 3 0 15,24-8 0-15,-27 8 4 0,0-2-8 0,-5 0 12 16,2-3 0-16,-5 4 3 0,-3 1 2 0,-14 0 9 16,1 2-5-16,11-1 8 0,-17 0-2 0,-1 1-1 15,-3-2-7-15,-9 4-1 0,1 0-2 0,-2-1-2 0,0 2 0 16,-2-1 4-16,-4 0 1 0,0 1 10 15,-3 0-6-15,0 1-11 0,-2 0 1 0,1-1-1 16,-3 2-4-16,-6 1-2 0,13-3 0 0,-13 3-5 16,9-2-4-16,-9 2 4 0,6-2-6 0,-6 2-4 15,0 0 5-15,0 0-4 0,0 0-2 0,8-4-1 0,-8 4-2 16,0 0-11-16,0 0-11 0,0 0-10 0,0 0-23 16,0 0-19-16,0 0-23 0,0 0-28 15,0 0-20-15,0 0-14 0,0 0-3 0,0 0-23 16,0 0-9-16,-4 17-24 0,4-17-152 0,-12 16-397 15,6-8 175-15</inkml:trace>
  <inkml:trace contextRef="#ctx0" brushRef="#br0" timeOffset="40149.65">21014 14408 92 0,'0'0'136'0,"0"0"-11"16,0 0-8-16,-3-8-14 0,3 8-5 0,0 0-11 15,0 0-9-15,0 0-10 0,0 0-7 0,0 0-6 0,0 0-4 16,0 0 4-16,0 0 1 0,0 0 2 16,0 0 3-16,0 0-6 0,22 12-4 0,-19-10 0 15,4 0-1-15,-1 0 1 0,2 1 10 0,2-1-3 16,2 1 1-16,2 1 6 0,5 1 11 0,0-1-5 0,13-2-2 16,0 1 0-16,6-3 0 0,16 0 3 0,5 3-2 15,3-6 3-15,4 2-3 0,29-2-3 0,-3 2-5 16,-1-4-8-16,0-4-8 0,0 3 4 15,2 3-6-15,2-1-3 0,4-8 1 0,-1 7 22 0,5 1-10 16,-1-5 2-16,-2 3 1 0,-1 0-4 0,-1 0 5 16,-1-4-1-16,0 6-1 0,-5-3-1 0,1 1 9 15,-28 5 2-15,3-4 0 0,-3 1 5 0,27-5-3 16,-33 7-3-16,0-3 14 0,-5 2-1 16,-14-1 0-16,12-2 4 0,-18 4-3 0,-1 1-6 0,-1-3 2 15,-4 2 2-15,-9-1-1 0,-1 3 1 0,-6 0 2 16,-1-2 1-16,-2 0-9 0,-2 2 4 0,-7 0-5 15,10-2-9-15,-10 2-3 0,6-1-7 16,-6 1-9-16,0 0-4 0,0 0-9 0,9 0-14 0,-9 0-12 16,0 0-36-16,0 0-38 0,0 0-39 0,0 0-50 15,0 0-46-15,-39 3-58 0,22 1-54 0,-2-1-52 16,-14 0-243-16,3-1-662 0,-7 0 293 0</inkml:trace>
  <inkml:trace contextRef="#ctx0" brushRef="#br0" timeOffset="41146.17">20989 13563 53 0,'0'0'73'0,"-13"0"-5"0,13 0-9 0,-13 3-8 15,6-3-1-15,7 0 0 0,-13 3-6 0,7-3-21 16,6 0 18-16,-14 2-7 0,6-1 0 0,8-1 2 16,-12 3 2-16,6-3 7 0,6 0-2 0,-13 2 0 15,7 0 5-15,6-2-9 0,-12 2-1 0,12-2 7 16,-11 0-6-16,11 0-2 0,0 0 10 0,-13 0-5 15,13 0 6-15,-9 0 3 0,9 0 4 0,0 0 2 16,-9 1-4-16,9-1-7 0,0 0 6 0,0 0-12 16,0 0-5-16,0 0-4 0,-9 0 0 0,9 0-5 15,0 0 6-15,0 0 0 0,0 0 10 0,0 0 2 16,21 7-4-16,-11-5 3 0,3 0-9 0,7-2 2 16,7 3 0-16,4-1-4 0,3 1-1 0,3 0 10 15,14-5-1-15,-1 4-3 0,8-1-1 0,-2-1-1 16,4-1 3-16,3-1-4 0,2 2 9 0,26-4 3 15,-31 4 0-15,4-5-3 0,26 0-7 0,-26 0-2 16,27-2 4-16,-26 0 1 0,25 0-3 0,-25 2-6 16,-1-5 1-16,28 0-1 0,-31 6 0 0,-1-6 1 15,2 4 0-15,-5 0 6 0,-1-3 2 0,0 4 1 16,-6-2-4-16,4-2 3 0,-17 4 4 0,1 1 16 0,-3-2-10 16,-1 1 2-16,0 0-6 0,-5 0 1 15,-2-1-1-15,-8 4-6 0,-1-1 1 0,-5 2-8 16,-1-1-2-16,-1 1-5 0,-2 1-2 0,-2-2-1 15,-7 2-4-15,13-2 5 0,-13 2-13 0,8 0-9 0,-8 0-10 16,0 0-16-16,0 0-24 0,10 0-24 0,-10 0-25 16,0 0-27-16,0 0-28 0,0 0-45 15,-18 15-15-15,5-8-42 0,-6 1-153 0,-1-2-442 16,-1 1 196-16</inkml:trace>
  <inkml:trace contextRef="#ctx0" brushRef="#br0" timeOffset="41292.94">22661 13385 53 0,'-7'-3'144'0,"7"3"-40"0,0 0-33 16,0 0-28-16,-14 8-38 0,10-3-75 0,-2 1-77 0,-2 2 34 15</inkml:trace>
  <inkml:trace contextRef="#ctx0" brushRef="#br0" timeOffset="83469.09">13218 5251 38 0,'0'0'90'0,"0"0"2"15,0 0-3-15,0 0-11 0,0 0-4 0,0 0-9 16,0 0-4-16,-8-1-4 0,8 1-5 0,0 0-8 16,0 0-9-16,0 0-3 0,0 0 8 0,0 0-12 15,0 0-2-15,0 0-3 0,0 0 3 0,0 0-7 16,0 0-9-16,0 0 5 0,0 0-1 0,0 0 1 16,0 0-1-16,0 0-8 0,0 0-3 0,0 0 2 15,0 0-1-15,0 0-9 0,0 0-3 0,0 0-3 16,0 0 1-16,0 0-20 0,0 0-4 0,0 0-14 15,0 0-10-15,0 0-16 0,0 0-56 0,0 0-141 16,0 0 64-16</inkml:trace>
  <inkml:trace contextRef="#ctx0" brushRef="#br0" timeOffset="84812.88">18411 4676 37 0,'0'0'168'16,"0"0"-7"-16,0 0-9 0,0 0-6 0,3-5-5 15,-3 5-9-15,0 0-11 0,0 0-8 0,0 0-15 16,0 0-3-16,0 0-15 0,0 0-6 0,0 0-10 16,0 0-3-16,0 0-9 0,0 0-4 0,0 0-9 15,0 0-2-15,0 0-21 0,0 0 7 0,0 0-8 16,10 17-3-16,-8-13 1 0,-2-4 0 0,5 9-1 16,-2-4-4-16,-3-5-2 0,7 8 2 0,-6-3 1 15,2 1-1-15,-1 0-1 0,-2-6-2 0,7 10 6 16,-5-4-6-16,1-2 4 0,-3-4-1 0,6 10-2 15,-3-5-4-15,-3-5 1 0,3 6-2 0,-3-6-1 16,4 6 1-16,-4-6 0 0,4 5 8 0,-4-5-2 16,0 0 9-16,5 3 3 0,-5-3 4 0,0 0 1 15,9 2-1-15,-9-2 4 0,10 0 4 0,-10 0 1 16,17-9-9-16,1 0 2 0,4-6 1 0,3 0-10 16,5-4-17-16,13-11-20 0,1-1-38 0,1 3-31 15,3-5-40-15,3 0-39 0,1-1-140 0,-3 0-335 16,1-3 148-16</inkml:trace>
  <inkml:trace contextRef="#ctx0" brushRef="#br0" timeOffset="88346.21">20162 4409 83 0,'0'0'160'15,"0"0"-14"-15,0 0-3 0,0 0-5 0,0 0 0 16,-7-11-13-16,7 11-8 0,0 0-14 0,-8-3-6 16,8 3-2-16,-8-3-11 0,8 3-2 0,-11-3-10 15,2 2-7-15,9 1 0 0,-14-1-2 0,2 1-2 16,1 0-3-16,0 0-7 0,-1 2 2 0,-1 1-5 16,3 0-9-16,-4 0-4 0,1 0-3 0,-1 2 5 15,2 3 0-15,-3-1-1 0,2 3-2 0,2-3-3 16,-1 2 0-16,-1 0-4 0,3 1-3 0,3 1 3 15,0-3-3-15,1 3-4 0,1-1-2 0,-2 1 2 16,5-1-5-16,-1-1 2 0,3-2-4 0,-1 0 6 16,1 3-10-16,1-1 9 0,2 1-10 0,1-2-4 15,-1 2 2-15,4-2 1 0,0 2-3 0,1-2 3 16,4 0-1-16,-2-1 2 0,1-2-4 0,5 4 0 16,-2-2 2-16,-2 0 0 0,1-3 1 0,5 2-4 15,-6-1 3-15,2-1-2 0,-3 2-1 0,1-2 0 16,-1-1 2-16,1 1-5 0,-3 0 8 0,-2 0-7 15,0-3-3-15,-7-1 1 0,7 4 1 0,-3-1-1 16,-4-3 4-16,5 3-1 0,-5-3 9 0,3 10 13 16,-3-10 6-16,0 0 3 0,-10 12 4 0,2-5-2 15,-10 4-1-15,1-2-1 0,-7 3 2 16,-1-2-3-16,-2 0-4 0,0 1-1 0,1-4-5 0,1 3-2 16,3-4-1-16,2 1-4 0,-1-1-4 0,1 0 0 15,1 2-4-15,7-5-16 0,-2-1-27 0,1 2-25 16,3-3-42-16,-1 3-38 0,6-3-57 0,5-1-43 15,-9 4-159-15,9-4-432 0,0 0 191 0</inkml:trace>
  <inkml:trace contextRef="#ctx0" brushRef="#br0" timeOffset="88829.27">20667 4437 126 0,'0'0'212'0,"7"-3"0"0,-7 3-16 15,0 0-13-15,0 0-7 0,0 0-12 0,0 0-8 16,0 0-9-16,0 0-8 0,0 0-14 0,-20-5-4 0,20 5-8 15,-18 5-12-15,6-1-5 0,-1 3-4 0,0-2-7 16,-1 4-6-16,1 1-6 0,2-4-6 0,-1 3-5 16,2-2-5-16,1 0-7 0,3 1-7 15,-1 1-5-15,3-3-4 0,1 4-5 0,0 0 2 16,2-2-7-16,1 3 0 0,1-2-4 0,3 1 2 16,1 0 4-16,3 2-10 0,2-4-2 0,-1-1 3 15,4 5-6-15,1-3-1 0,0 0 2 0,0 0 1 16,-4-4-6-16,3 1 2 0,-3-1-5 0,0 2-2 15,-1 0-1-15,1-4 3 0,-4 1-2 0,-1-1-4 16,-5-3 11-16,11 5-8 0,-8-3-1 0,-3-2 6 16,6 5-4-16,-6-5 4 0,0 0-2 0,0 0 9 15,0 0 9-15,-16 16-6 0,4-11-8 0,-5 1 5 16,1 2-1-16,-2 0-1 0,0-3-1 0,-1 1-3 16,0-1 1-16,1-1-18 0,5 0-13 0,-4 0-24 15,5 0-27-15,1-3-41 0,11-1-46 0,-13 2-54 16,6-1-56-16,7-1-142 0,-12 5-447 0,12-5 198 15</inkml:trace>
  <inkml:trace contextRef="#ctx0" brushRef="#br0" timeOffset="89179.26">20818 4601 13 0,'0'0'141'0,"0"0"-5"0,0 0-1 0,0 0-6 15,0 0-19-15,2 17-10 0,-2-11-3 0,2 2-10 16,-2-8-2-16,2 15-15 0,0-6-2 0,1 1-10 16,1-2-3-16,1-3-1 0,2 4-2 0,-1-2 0 15,3-1 9-15,1-1 6 0,-1 0 1 0,2-2 0 16,-1 0-1-16,1-2 8 0,0 0-4 0,0 1-3 16,-3-4-3-16,2 1 1 0,1-3 5 0,-4 2 3 15,-1 0 4-15,1-2 0 0,0 0 7 0,-2 0-1 16,0-1-3-16,-5 5-5 0,7-14-4 0,-6 5-9 15,-1-4-6-15,0 13-5 0,0-25-5 0,-3 14-6 16,-2-1-4-16,1 0-6 0,1 0 0 0,-6 1 0 16,4 0-7-16,-3 1-3 0,0 3-14 0,-2-1-5 15,1 2-14-15,0-1-5 0,-2 3-22 0,-1 2-23 16,-1 1-14-16,-1 1-24 0,1 2-26 0,0 2-45 16,1-1-32-16,3 4-26 0,0 0-142 0,1 3-403 15,2-2 179-15</inkml:trace>
  <inkml:trace contextRef="#ctx0" brushRef="#br0" timeOffset="89462.73">21140 4492 199 0,'5'-8'219'16,"-5"8"-5"-16,4-7-6 0,-4 7-8 0,0 0-8 15,5-7-17-15,-5 7-13 0,0 0-8 0,0 0-19 16,0 0-15-16,0 0-15 0,0 0-16 0,0 0-1 15,0 0-7-15,0 0-5 0,0 0 8 0,6 26-12 16,-7-9-7-16,1 0-6 0,-4 0-6 0,3 9-3 16,-3-7-6-16,2 7-1 0,0-2-5 0,1-3-6 15,-4 4-4-15,5-7-1 0,0 1-2 0,-1-2-2 16,-1 0 0-16,4-2-6 0,-4-1 3 0,2-2-1 16,0-1-5-16,0 2-5 0,0-1-19 0,0-2-24 15,0-10-24-15,2 17-24 0,-5-8-40 0,3-9-52 16,0 13-25-16,0-13-35 0,1 12-142 15,-1-12-405-15,-2 9 180 0</inkml:trace>
  <inkml:trace contextRef="#ctx0" brushRef="#br0" timeOffset="89712.8">21109 4495 98 0,'8'-10'167'0,"1"2"-7"0,0 0-3 0,2 2-12 0,0-1-14 16,0 4-10-16,2 0-10 0,-2 0-13 0,5 3-9 16,-6 1-9-16,0-1-10 0,0 4-5 0,1-3 5 15,-4 5-1-15,0-2-3 0,-2 2 10 16,-3 0 4-16,1 3 4 0,-3-9 6 0,-4 19-6 16,1-7 1-16,-8 3-13 0,-2-1-3 0,-7 5-9 15,-1-2-28-15,-1 0-32 0,-2-3-40 0,-4 2-41 0,1-3-67 16,1 0-52-16,-5 2-127 0,0-4-354 15,1 2 157-15</inkml:trace>
  <inkml:trace contextRef="#ctx0" brushRef="#br0" timeOffset="92546.77">21551 5556 31 0,'0'0'140'0,"0"0"1"15,0 0-7-15,0 0-1 0,0 0-7 0,0 0-6 16,0 0-9-16,0 0-4 0,0 0-7 0,0 0-8 15,0 0-4-15,0 0-4 0,0 0-5 0,4-5-8 16,-4 5-3-16,0 0-8 0,0 0-3 0,0 0-8 16,0 0 1-16,0 0-8 0,0 0 1 0,0 0-4 15,0 0-2-15,0 0-6 0,0 0 1 0,0 0 2 16,0 0-2-16,0 0-1 0,0 0 4 0,0 0-3 16,0 0 3-16,0 0-1 0,0 0 0 0,0 0 1 15,0 0-3-15,0 0-2 0,0 0-3 0,0 0 0 16,0 0-6-16,0 0 3 0,0 0-1 0,0 0-4 15,0 0-2-15,0 0 0 0,0 0-2 0,0 0 2 16,0 0-1-16,0 0-1 0,0 0 1 0,0 0-1 16,0 0 1-16,0 0-2 0,0 0 1 0,0 0 0 15,0 0-4-15,0 0 2 0,0 0 1 0,0 0-1 16,0 0-1-16,0 0-2 0,0 0-1 0,0 0 0 16,0 0-1-16,0 0-1 0,0 0-2 0,0 0 2 15,0 0-4-15,0 0 1 0,0 0-1 0,0 0 2 16,0 0-2-16,0 0-2 0,0 0 1 0,0 0 1 15,0 0 0-15,0 0-3 0,0 0 1 0,0 0 2 16,0 0-5-16,0 0 2 0,0 0-2 0,0 0 0 16,0 0 1-16,0 0 4 0,0 0-3 0,0 0 2 0,0 0 0 15,0 0-4-15,0 0 2 0,0 0-2 16,0 0 2-16,0 0-2 0,0 0 1 0,0 0 1 16,0 0 0-16,0 0 0 0,0 0-3 0,0 0 2 15,0 0-1-15,0 0-1 0,0 0 3 0,0 0 0 16,0 0-2-16,0 0 3 0,0 0-1 0,0 0-2 15,0 0 3-15,0 0-4 0,0 0 5 0,0 0-2 16,0 0 2-16,0 0-1 0,0 0-1 0,0 0 0 16,0 0 0-16,0 0 2 0,0 0-2 0,0 0-1 15,0 0 0-15,0 0 1 0,0 0-3 0,0 0 3 16,0 0 1-16,0 0 1 0,0 0-2 0,0 0-1 0,0 0-3 16,0 0 4-16,0 0-3 0,0 0 5 15,0 0-3-15,0 0 1 0,0 0 0 0,0 0 0 16,0 0-2-16,0 0 3 0,0 0-3 0,0 0 3 15,0 0 0-15,0 0-1 0,0 0 2 0,0 0-2 16,0 0 1-16,0 0-1 0,0 0 0 0,0 0-3 16,0 0 1-16,0 0 1 0,0 0 1 0,0 0 3 15,0 0-3-15,0 0 0 0,0 0 1 0,0 0 0 16,0 0-3-16,0 0 4 0,0 0-4 0,0 0 4 16,0 0-3-16,0 0 1 0,0 0-2 0,0 0 3 15,0 0-3-15,-23 12 3 0,17-8-3 0,-2-3 3 0,1 2-4 16,-1 0 3-16,2 0-2 0,-1 1-2 15,1-2 2-15,-2 2 2 0,-2 2-1 0,2-1-2 16,-1 2 5-16,0-1-1 0,0 1-1 0,-1-1 0 16,-1 2 3-16,3 1 0 0,1 0-1 0,-3-3 3 15,5 3-1-15,-1-2 1 0,1 3-2 0,0-3 0 0,1-1 0 16,-1 0-2-16,1 1-2 0,1-1 1 16,3-6 3-16,-2 11 0 0,0-7-4 0,2-4 1 15,0 12 2-15,0-12-4 0,3 10 2 0,0-4 0 16,0 0 2-16,1-1 3 0,4 2-3 0,-2 0 2 0,3-2-3 15,1 1-1-15,-1 0 3 0,3 0 0 0,-1 0 2 16,0 1-4-16,4 0 2 0,-2-1-3 16,-3-2 3-16,3 1 0 0,-2 1-2 0,1 0 0 15,0-1 0-15,-1-1-1 0,-2 3 0 0,1-2-3 16,-5-1 2-16,0 0 0 0,0-2-2 0,0 2-1 0,-5-4 1 16,8 6 1-16,-8-6 1 0,5 6-1 0,-2-3 4 15,-3-3 4-15,-3 11-1 0,3-11 4 0,-11 14 6 16,3-7 4-16,-1 2-3 0,-1-1 2 15,-6-2 6-15,2 4-5 0,0-7-3 0,-2 5 0 16,-1-2 1-16,-3-1-3 0,3 1-2 0,-2-2-3 0,-4 0 0 16,5-1 0-16,0 0-2 0,1-1-9 0,0 1-14 15,5 0-12-15,-1-2-21 0,4-1-25 0,9 0-27 16,0 0-42-16,-18-1-50 0,11 1-54 0,7 0-139 16,0 0-417-16,0 0 184 0</inkml:trace>
  <inkml:trace contextRef="#ctx0" brushRef="#br0" timeOffset="93017.55">22051 5582 231 0,'0'0'271'0,"0"-8"-3"0,0 8-2 0,0 0-5 16,1-7-14-16,-1 7-8 0,0 0-12 0,0 0-14 15,0 0-16-15,0 0-27 0,0 0-12 0,0 0-17 16,0 0-14-16,0 0-18 0,0 0-16 0,0 0-15 16,0 0-7-16,0 0-3 0,0 0-8 0,0 0-8 15,8 29-4-15,-4-10 29 0,2 8-7 0,2 1-17 16,-4 0 9-16,0-1-9 0,0 3-7 0,-1 0-6 16,0-2-2-16,1 0 0 0,-3-1-5 0,-1-2-1 15,2 1-2-15,-3-7-6 0,2 6 0 0,1-7-1 16,-1-2-7-16,2 1 7 0,-2-2-8 0,-2 2 4 15,1-4-9-15,0-2 5 0,0 1-15 0,-2-2-23 16,2-3-30-16,0-7-32 0,2 14-36 0,-4-9-42 16,2-5-39-16,-1 10-42 0,1-10-32 0,1 9-28 15,-1-9-174-15,0 0-518 0,0 0 230 0</inkml:trace>
  <inkml:trace contextRef="#ctx0" brushRef="#br0" timeOffset="93298.76">22114 5642 218 0,'2'-14'230'0,"4"1"-2"0,-3 2-5 0,4 2-7 0,-2 0-2 16,-1 2-9-16,-1-1-12 0,1 3-16 16,2-1-21-16,-6 6-17 0,7-7-10 0,-2 4-16 15,2 2-10-15,-7 1-17 0,0 0-5 0,15 3-8 16,-6-1-12-16,-1 3-3 0,-2 4-8 0,-1-1-2 15,1 2-1-15,-3 0-1 0,1 6-4 0,-4-4-5 16,0 4-3-16,-3-3 1 0,-1-1 2 0,-1 1-5 16,0 1-1-16,-4 1 3 0,0-1-1 0,-1 1-3 0,0-4-1 15,1-1-6-15,-5 1-12 0,6-2-18 0,-1-3-27 16,-2 2-28-16,1-2-37 0,2-1-45 16,-1-1-45-16,4 0-44 0,0 0-223 0,-2-2-494 15,7-2 219-15</inkml:trace>
  <inkml:trace contextRef="#ctx0" brushRef="#br0" timeOffset="93629.66">22336 5701 109 0,'8'5'178'0,"-8"-5"-3"0,6 8-9 16,-5-1 0-16,1-1-16 0,0 3-13 0,1 0-10 15,-1 1-10-15,1 1-11 0,1-2-11 0,0 1-9 16,-2 1-5-16,5-2-3 0,-2 0-2 15,1-2 0-15,3 0 5 0,0-1 1 0,-1-2 2 16,-1 0 3-16,4 0-5 0,-1-1 5 0,1-2 1 0,1 0-3 16,-1-1-2-16,1-2-2 0,-1-1 1 15,0-1 1-15,-1 0-6 0,0-1 7 0,-4-1 4 16,2-2-6-16,-3 0 0 0,0-1-8 0,0 0-1 16,-2-2 5-16,-3-1-4 0,-1-3-12 0,-2-1 0 15,-2 2-11-15,0-3-5 0,-3 1-2 0,0 3-9 0,-2 1-11 16,3 0-7-16,-1 4-6 0,-1-1-10 0,-2 2-6 15,2 0-19-15,-3 4-19 0,1-1-22 0,0 1-29 16,4 3-31-16,7 0-33 0,-14 1-34 0,7 3-40 16,-2 2-39-16,3 3-193 0,2-3-503 15,2 1 222-15</inkml:trace>
  <inkml:trace contextRef="#ctx0" brushRef="#br0" timeOffset="93945.3">22831 5551 177 0,'6'-6'259'0,"-6"6"-14"0,0 0-15 0,0 0-7 16,0 0-15-16,0 0-2 0,0 0-23 0,-26 2-10 15,15 4-9-15,-3 2-10 0,-4 4-17 0,3 0-14 16,-6 3-10-16,7-1-13 0,-2 1-10 16,4-1-10-16,1 0-9 0,3 1-3 0,2 1-9 0,2 1-7 15,0-1-3-15,5 0-9 0,-1-4-12 0,3 3-8 16,2-2-3-16,0-1-8 0,3 1-2 0,2 0 3 15,0 0-1-15,-2-3-5 0,1-2 2 0,-2-1-2 16,0 0-1-16,-2 0-1 0,0-3 1 16,-2 1-2-16,2-2 2 0,-5-3-2 0,5 8 2 0,-5-8 5 15,1 8 3-15,-1-8 9 0,0 0-3 0,-6 12 4 16,-3-6-7-16,0 0-1 0,-5 2-1 0,-4-1-8 16,-1 2-12-16,-6 2-26 0,0 0-33 0,-3-3-45 15,-2 3-52-15,1-3-64 0,0 2-53 16,-1-1-146-16,5 1-462 0,5-4 204 0</inkml:trace>
  <inkml:trace contextRef="#ctx0" brushRef="#br0" timeOffset="94162.79">22203 6357 2466 0,'-11'6'283'0,"2"-1"-127"0,-1 0-82 15,3 0-25-15,3-3-21 0,4-2-6 0,-8 6-4 16,8-6 3-16,-4 5 4 0,4-5 3 0,0 0 3 16,17 1-1-16,3-4-1 0,10-2-5 0,7-5-11 15,15-1-19-15,0-6-29 0,0 3-46 0,1-4-63 16,0-5-74-16,-5 5-252 0,-14 4-507 0,11-5 225 16</inkml:trace>
  <inkml:trace contextRef="#ctx0" brushRef="#br0" timeOffset="94413.21">23405 5852 71 0,'0'0'363'0,"9"-5"-37"0,-9 5-17 0,3-2-17 0,-3 2 5 15,0 0-13-15,9-4 4 0,-9 4-26 0,0 0-12 16,7-3-22-16,-7 3-20 0,0 0-25 0,0 0-15 15,0 0-22-15,0 0-15 0,0 0-13 0,0 0-9 16,9-3-5-16,-9 3-4 0,16-2-27 0,-4-3 3 16,7-4-22-16,9-4-26 0,4-4-48 0,14-9-25 15,-1-3-35-15,1 0-34 0,2 1-28 0,1 1-43 16,-2-2-47-16,2 0-50 0,-5 1-49 0,-5-2-176 16,-10 7-548-16,-1-1 243 0</inkml:trace>
  <inkml:trace contextRef="#ctx0" brushRef="#br0" timeOffset="95596.92">21154 6375 162 0,'0'0'173'0,"0"0"-9"0,0 0-5 16,0 0 2-16,0 0-1 0,0 0-5 0,0 0 1 15,5-2-9-15,-5 2-10 0,0 0-8 0,0 0-8 16,0 0-9-16,0 0-5 0,0 0-7 0,0 0 3 0,0 0-9 15,0 0-6-15,0 0 1 0,0 0-5 0,0 0 1 16,0 0-4-16,0 0-8 0,0 0-10 16,0 0-5-16,0 0-5 0,0 0-5 0,-24-1-8 15,24 1-1-15,-14 0 1 0,14 0 0 0,-13 0 2 0,13 0-10 16,-9 0-8-16,9 0 2 0,0 0-5 0,0 0-3 16,-12 0-2-16,12 0-2 0,0 0-1 15,0 0-5-15,0 0-2 0,0 0 2 0,0 0 2 16,0 0-6-16,30-9 3 0,-11 6 4 0,8-4-7 0,1-2 1 15,4 0 0-15,1-1 1 0,-2 0 0 0,2 0-2 16,-2 1 1-16,0-3 0 0,-1 2 6 0,1 3 4 16,-2-5-8-16,1 3 9 0,-2-3-2 0,1 1 1 15,-1 1 2-15,0-1-6 0,0 0 0 0,-1 2 1 16,-2 0-5-16,-5 0 10 0,-1 2-11 0,-3 0-3 16,-4 4-4-16,-1-2-18 0,-2 1-7 0,-3 4-33 15,0-3-32-15,-6 3-31 0,0 0-30 0,11 0-15 16,-11 0-22-16,0 0-12 0,1 11-12 0,-1-11-29 15,-13 14-126-15,0-1-396 0,-2 1 175 0</inkml:trace>
  <inkml:trace contextRef="#ctx0" brushRef="#br0" timeOffset="95947.04">21350 6393 230 0,'0'0'287'0,"0"0"-12"0,0 0-11 16,0 0-10-16,0 0-7 0,-3-7-8 0,3 7-11 16,0 0-17-16,0 0-19 0,0 0-26 0,0 0-17 15,0 0-16-15,0 0-15 0,0 0-19 0,0 0-5 16,0 0-3-16,0 0-17 0,10 30-5 0,-3-12-5 16,-2-1-9-16,2 10 2 0,0-3-6 0,2 5-3 0,-3-6-7 15,1 2-6-15,-2-7 0 0,-1 2-4 16,-1-1-5-16,5-3 0 0,-4-1-2 0,0-3-1 15,1-2-4-15,-1 6 1 0,-1-6 1 0,0-2-6 16,1 0-2-16,-3-2-3 0,2-1 2 0,-3-5-3 16,3 12 7-16,-1-9-13 0,-2-3 3 0,2 7 5 15,-2-7-8-15,0 0 11 0,0 0-3 0,3 7-3 16,-3-7 4-16,0 0 3 0,0 0-12 0,0 0 0 16,0 0-13-16,0 0-22 0,0 0-23 0,0 0-30 15,0 0-33-15,0 0-35 0,0 0-36 0,14-14-52 0,-14 14-34 16,4-7-226-16,-4 7-542 0,0 0 240 15</inkml:trace>
  <inkml:trace contextRef="#ctx0" brushRef="#br0" timeOffset="96228.86">21238 6739 138 0,'0'0'222'0,"0"0"-24"0,-6 5-21 0,6-5-16 16,0 0 10-16,0 0 5 0,0 0-8 0,9 15-2 15,-5-10-3-15,-4-5 10 0,6 10-20 0,-1-1-9 16,2-1 2-16,1-2 3 0,2 3-5 0,-3-2-3 16,3-1-6-16,1 0 3 0,-1-3 3 0,3 4 0 15,-2-4-9-15,-1-1-19 0,3 2 5 0,-1-3-11 16,-2 1-11-16,4-2-11 0,-5 1-5 0,4-2-8 16,-2 0-6-16,1-2-10 0,6-2 4 0,-4-2-15 15,2 0-13-15,0-2-28 0,-1 1-29 0,0-3-31 16,1 3-42-16,-4-3-46 0,1-1-50 0,-1-1-63 15,0 0-51-15,-3 3-248 0,-1 1-600 0,-1-1 266 16</inkml:trace>
  <inkml:trace contextRef="#ctx0" brushRef="#br0" timeOffset="96628.54">21500 7015 195 0,'-7'-9'334'0,"1"2"-10"16,3 0-14-16,-2 1-1 0,5 6-21 0,-9-7-19 15,2 2 2-15,3 1-9 0,4 4-23 0,-16-5-22 16,8 4-21-16,8 1-20 0,-14 3-19 0,3 0-22 15,2 4-11-15,1-1-14 0,0 2-11 0,3 0-11 16,0 2-5-16,1-1-24 0,4 4-13 0,2-2-10 16,1 4-22-16,4 2-14 0,3-3 0 0,2 3-13 0,-1-4 0 15,2 0 3-15,0-1-1 0,-1-1-4 0,-3 0 7 16,0-2 2-16,-1 0-5 0,-2 0 3 0,1-1-4 16,-3-2 11-16,1 3-3 0,-4-1-2 15,2 1 6-15,-5-3 2 0,-3 3 4 0,-1-1-3 0,-2 1 3 16,-6 1-1-16,1-1 7 0,0-3-10 0,-5 4 2 15,1-5-4-15,1 1 2 0,2-2 2 0,1-1-10 16,-1-1-29-16,2-1-28 0,-7 0-34 0,7-1-45 16,3 0-45-16,9 0-50 0,-14-3-58 0,8 2-240 15,6 1-579-15,-3-11 256 0</inkml:trace>
  <inkml:trace contextRef="#ctx0" brushRef="#br0" timeOffset="96878.85">21608 6997 86 0,'1'-7'422'0,"0"0"-44"0,-1 7-42 0,0-11-29 16,0 11-5-16,0 0-27 0,1-11-13 0,-1 11-1 15,0 0-18-15,4-6-13 0,-4 6-22 0,0 0-16 16,0 0-12-16,0 0-4 0,0 0-8 0,5 27-12 16,-5-7-8-16,-1 9-13 0,2 0-12 0,-1 4-11 15,-2-1-14-15,1 2-6 0,-2-1-9 0,0-3-14 16,1 0-12-16,3-2-26 0,-3-2-20 0,2-9-33 15,-2 2-38-15,2-3-20 0,-1 0-37 0,4-4-29 16,-3-2-29-16,1-1-36 0,0 0-36 0,-1-9-32 16,3 9-30-16,-3-9-274 0,1 5-631 0,-1-5 279 15</inkml:trace>
  <inkml:trace contextRef="#ctx0" brushRef="#br0" timeOffset="97397.1">21442 7267 70 0,'-7'-6'265'16,"7"6"-29"-16,0 0-26 0,0 0-19 0,0 0-19 16,12-11-17-16,-2 4-13 0,4 0-15 0,4-2-14 15,9-3-9-15,1 0-14 0,0 1-10 0,5-2-11 0,-1 3-16 16,0 0-11-16,-1-3-16 0,-2 2-3 0,-2 1-7 16,0 0-7-16,-8 5 3 0,1-2-3 15,-2 3 0-15,-5-2 0 0,-1 2 3 0,-1 1 10 16,-1 0 9-16,-2-1 11 0,-3 3 16 0,-5 1 14 15,10-1 14-15,-10 1 7 0,0 0 1 0,0 0 5 0,7-4 5 16,-7 4-8-16,0 0 6 0,0 0 1 16,0 0-4-16,0 0 11 0,-36 9-11 0,26-4 4 15,-1 1-16-15,-4 6-16 0,1-2 0 0,-1 4-8 16,3 0-8-16,1 2-5 0,-2-2-9 0,4 0-8 0,3 2 11 16,-2-1-9-16,5-4-4 0,1 2 0 15,1-1-9-15,2 1 0 0,1-4-5 0,6-2 7 16,-2 1-23-16,3-2-2 0,3-3-6 0,2 0-7 15,3-3-5-15,2-3 1 0,1-2-7 0,-1-1 6 0,1-4 1 16,5-4 4-16,-8 4 6 0,-2 0-10 0,-2-3 11 16,0 2-2-16,-2-4 3 0,-6-2 1 15,3 2-1-15,-2-2 3 0,-1-8 7 0,-2 6-2 16,-3-7 3-16,-4-1 4 0,1 2-3 0,1 1 10 0,-1 5 4 16,0-8-7-16,-2 4 2 0,1 6 20 0,1 7-3 15,1 0 25-15,-1 1 5 0,0 2 1 0,2 1-7 16,1 6-6-16,-2-11-20 0,2 11 7 0,0 0-9 15,0 0-5-15,0 0-3 0,0 0 3 0,0 0-4 16,-3 34 12-16,6-9-16 0,0 3 1 0,0-1 0 16,2 3-5-16,-2-2-15 0,3-3-41 0,-3-5-44 15,4 4-50-15,-3-5-53 0,1 0-77 0,-1-7-64 16,1-1-301-16,0-1-687 0,4-2 305 0</inkml:trace>
  <inkml:trace contextRef="#ctx0" brushRef="#br0" timeOffset="97544.8">22271 7112 262 0,'8'-4'369'16,"-8"4"-36"-16,5-3-23 0,-5 3-8 0,6-5-22 15,-6 5-10-15,0 0-26 0,5-3-22 0,-5 3-40 16,0 0-43-16,0 0-58 0,-1-11-61 0,1 11-72 16,-4-11-85-16,3 0-79 0,-4 1-220 0,1-2-470 15,-1-5 208-15</inkml:trace>
  <inkml:trace contextRef="#ctx0" brushRef="#br0" timeOffset="98298.69">20174 5046 84 0,'0'0'196'16,"-3"-9"-23"-16,3 9-16 0,0 0-21 0,0 0-13 16,0 0-15-16,0 0-10 0,0 0 3 0,0 0 0 0,9 28-17 15,-4-19-6-15,0 2-4 0,-2 2-8 0,2 0-1 16,-2 0-9-16,0-3-4 0,1 1-5 15,-1 0-5-15,-1-1-2 0,1 2 2 0,-3-4-9 16,5 2-4-16,-2-4 0 0,-2 1 1 0,0 0-8 16,0 1-1-16,-1-8 0 0,2 13-1 0,-1-7-6 0,0 1-31 15,-2 4-25-15,1-11-50 0,-1 21-24 16,-2-12-33-16,-1 0-139 0,-1 3-312 0,-1-5 138 16</inkml:trace>
  <inkml:trace contextRef="#ctx0" brushRef="#br0" timeOffset="98513.04">20103 5234 14 0,'0'0'140'0,"0"0"-20"0,0 0-14 16,15 4 0-16,-15-4-17 0,0 0-7 0,11 9 3 16,-6-5 0-16,-1-1-6 0,1 2 0 0,0 0-2 15,0 0-9-15,3 1-5 0,-3 0-2 0,2-1-9 0,0 0 3 16,3-1-10-16,-5 0-7 0,4-1 1 15,2 0-4-15,-2-2 5 0,2-2-4 0,7-2 0 16,0-4-8-16,0 0-8 0,1 0-9 0,0-3-14 16,-1-1-18-16,-4 1-32 0,9-6-31 0,-10 3-38 15,2 1-113-15,-7 2-254 0,1-3 113 0</inkml:trace>
  <inkml:trace contextRef="#ctx0" brushRef="#br0" timeOffset="98929.7">20675 5131 188 0,'-10'-3'204'0,"10"3"-18"0,-13 0-14 0,1 3-8 15,2 2-14-15,-3-2-7 0,2 1-16 0,-1 2-13 16,1 1-11-16,1-2-11 0,2 2-12 0,-1 0-9 16,3 0-7-16,0 2-3 0,4 1-10 0,2-3-5 15,0 3-3-15,2-1-8 0,2 1 2 0,3-2-3 16,0 0-6-16,1 2-4 0,1-4-6 0,-1 2-3 15,0-2 2-15,0-1-5 0,0 2 0 0,-3-2-2 16,1-1 2-16,-2 1-8 0,-4-5 1 0,8 6 3 16,-4 0 0-16,-4-6-1 0,-2 8 5 0,2-8-2 15,-3 11-1-15,-1-5-3 0,-3 1-4 0,0 3-13 16,-2-4-17-16,1 1-19 0,0 0-24 0,-2-1-45 16,1-3-39-16,1 4-39 0,1-3-100 0,7-4-318 15,-10 5 141-15</inkml:trace>
  <inkml:trace contextRef="#ctx0" brushRef="#br0" timeOffset="99163.13">20803 5101 108 0,'0'0'235'0,"5"-8"-26"16,-5 8-13-16,5-4-15 0,-5 4-9 0,0 0-11 15,2-5-15-15,-2 5-11 0,0 0-15 0,0 0 0 16,0 0-1-16,0 0-3 0,9 16-3 0,-7-7-10 15,0 2-11-15,2 1-6 0,1 2-7 0,-1 4-9 16,1 0-7-16,-1-1-5 0,1-2-4 0,-2-4-9 16,0 6 0-16,4-5-19 0,-1 3-25 0,-2-3-39 15,-1-2-47-15,-3-10-42 0,5 15-55 0,-1-7-41 16,-2 5-144-16,-2-13-397 0,3 15 176 0</inkml:trace>
  <inkml:trace contextRef="#ctx0" brushRef="#br0" timeOffset="99650.12">20813 5234 121 0,'7'-13'155'0,"-7"13"-19"0,18-7-13 0,-6 1-14 0,4 0-5 16,1 0-15-16,2-1-9 0,-1 0-5 0,3-1-9 16,0 2-4-16,-3-1-8 0,3-1-1 0,-2 1-10 15,-1 0-4-15,-2 2-5 0,-5-1 2 0,0 2 5 16,-2-1-6-16,-9 5 20 0,12-5 11 15,-12 5 13-15,10-3 7 0,-10 3 2 0,0 0-7 16,5-5-10-16,-5 5 0 0,0 0 3 0,0 0 4 16,0 0-5-16,-17-6-2 0,17 6-4 0,-13 0-2 0,13 0-6 15,-20 7 0-15,11-3-7 0,-2 2 2 0,2 1-12 16,1-2-6-16,-2 4-3 0,5-1-5 0,-2 1 6 16,3 0-8-16,3-1-8 0,-2-2 0 0,3-6-3 15,-1 13 3-15,1-13-8 0,4 11 5 16,-4-11-2-16,5 9 1 0,-5-9-6 0,13 7-2 15,-5-7-2-15,-8 0 2 0,21-2 0 0,-7 0-2 0,2-4 0 16,-2 2 1-16,-4-1 1 0,-2-1 1 0,4 0 1 16,-5-2 2-16,-1-1 0 0,-1 0 4 0,-1-2 3 15,-1-1-1-15,-2 1 2 0,-1-2 0 0,-1-3-2 16,-3 0-4-16,-1 1 8 0,1-2-9 16,-1 1-2-16,0 0 6 0,1 4 8 0,0 1 7 15,-1 1-4-15,1 4 0 0,3 1-3 0,1 5-2 0,-5-8-8 16,5 8-3-16,-4-9 0 0,4 9-3 0,0 0-5 15,0 0 1-15,0 0 0 0,0 0-1 0,4 31 2 16,-2-15-1-16,1 3 0 0,1 1-2 0,2 3-5 16,-1 2-4-16,-2-1-42 0,-1-7-35 0,5 2-40 15,-5-1-46-15,3 0-53 0,-1-3-246 16,-1 3-509-16,1-9 226 0</inkml:trace>
  <inkml:trace contextRef="#ctx0" brushRef="#br0" timeOffset="99787.13">21320 5166 142 0,'3'-9'283'0,"-3"9"-30"16,0 0-26-16,0-7-19 0,0 7-21 0,0 0-20 15,2-6-18-15,-2 6-17 0,0 0-28 0,0 0-38 0,0 0-30 16,0 0-46-16,0 0-68 0,0 0-69 0,0 0-140 16,0 0-310-16,13 30 137 0</inkml:trace>
  <inkml:trace contextRef="#ctx0" brushRef="#br0" timeOffset="100861.86">23925 5786 194 0,'0'0'197'0,"5"3"-3"0,-5-3 2 0,0 0-4 16,0 0 0-16,0 0-9 0,0 0-9 0,0 0-10 15,0 0-4-15,0 0-29 0,6 4-10 0,-6-4-12 16,0 0-10-16,0 0-18 0,0 0-18 0,0 0-17 15,0 0-23-15,0 0-22 0,0 0-28 0,0 0-31 16,0 0-35-16,10-10-34 0,-10 10-33 0,4-6-183 0,-4 6-371 16,4-10 164-16</inkml:trace>
  <inkml:trace contextRef="#ctx0" brushRef="#br0" timeOffset="106989.8">23177 15107 5 0,'0'0'79'0,"0"0"-4"0,0 0-13 15,3-12 1-15,-3 12-7 0,0 0-11 0,0 0-14 16,0 0 11-16,7-9 2 0,-7 9-13 0,0 0-8 16,4-3 7-16,-4 3-7 0,0 0 1 0,4-6-6 15,-4 6 3-15,0 0-2 0,0 0-1 0,0 0-7 16,0 0 5-16,0 0-10 0,0 0 4 0,6-4 1 16,-6 4 3-16,0 0-1 0,0 0-1 0,0 0-4 15,0 0 6-15,0 0-9 0,0 0 13 0,0 0-7 16,0 0 12-16,0 0-6 0,0 0-5 15,0 0 4-15,0 0 1 0,0 0 5 0,0 0 9 0,0 0-6 16,0 0-7-16,0 0 3 0,0 0 4 0,0 0-5 16,0 0 11-16,0 0 1 0,0 0-11 0,0 0 1 15,0 0 3-15,0 0 0 0,0 0 4 0,0 0-5 16,0 0 4-16,0 0-12 0,0 0 0 0,0 0 3 16,0 0 1-16,0 0-3 0,0 0 0 0,0 0 1 15,0 0-6-15,0 0-4 0,0 0 7 0,0 0-16 16,0 0 14-16,0 0-11 0,0 0 5 0,0 0-4 15,0 0-13-15,0 0-12 0,0 0-10 0,0 0-20 16,0 0-25-16,0 0-17 0,0 0-23 0,4-7-70 16,-4 7-202-16,7-3 89 0</inkml:trace>
  <inkml:trace contextRef="#ctx0" brushRef="#br0" timeOffset="107736.4">23232 15153 47 0,'-9'-1'93'0,"9"1"0"0,0 0-4 0,0 0-5 16,0 0 2-16,0 0-1 0,0 0 0 15,0 0-7-15,0 0-3 0,-6-4-3 0,6 4-4 16,0 0-1-16,0 0 0 0,0 0 1 0,-9-1-4 0,9 1 4 15,0 0-4-15,0 0-2 0,0 0-7 0,0 0-2 16,0 0 7-16,0 0-14 0,0 0 2 0,0 0 1 16,0 0 2-16,0 0-1 0,0 0 0 15,-13 1-4-15,13-1 2 0,0 0 1 0,0 0-6 16,0 0-6-16,-10-1 0 0,10 1-8 0,0 0-5 0,-14-2 5 16,14 2-4-16,0 0 1 0,-13 2 5 0,13-2-5 15,-10 0 3-15,10 0-1 0,0 0 0 0,-14 0 4 16,14 0 0-16,-9-2 3 0,9 2-3 15,-9 2 7-15,9-2-7 0,0 0 3 0,-12 0-6 16,12 0 1-16,0 0-3 0,-10-2 1 0,10 2 4 16,0 0-5-16,0 0 2 0,-10 2-3 0,10-2-9 0,0 0 0 15,0 0-5-15,0 0 1 0,0 0-4 0,0 0-2 16,0 0 0-16,0 0-4 0,0 0 1 16,0 0-3-16,0 0 3 0,0 0 3 0,0 0 2 15,39 0-6-15,-16 0 5 0,4-4 1 0,1 2-2 16,3-1-1-16,-1-1 0 0,-1 2 8 0,-1 0-6 15,0 1 4-15,-6 0-3 0,-4-1 0 0,1-2 1 0,-1 4-1 16,-5-3-2-16,-1 5 3 0,1-4 7 0,-4 0-6 16,-1 1 3-16,-1 0-2 0,-7 1 0 15,12-3-2-15,-12 3-1 0,9-1-2 0,-9 1-2 16,6-2 4-16,-6 2 5 0,0 0-8 0,10 0-1 16,-10 0-4-16,0 0 1 0,0 0 2 0,0 0-3 15,0 0 5-15,0 0-2 0,0 0-1 0,0 0-2 0,0 0 2 16,0 0-2-16,0 0-4 0,0 0-7 0,0 0-9 15,0 0-22-15,0 0-24 0,0 0-27 16,0 0-38-16,0 0-45 0,0 0-44 0,0 0-201 16,0 0-454-16,0 0 200 0</inkml:trace>
  <inkml:trace contextRef="#ctx0" brushRef="#br0" timeOffset="108047.03">23302 14920 77 0,'0'0'178'0,"0"0"-16"0,0 0-20 0,-9-3-10 16,9 3-18-16,0 0-9 0,0 0-7 0,0 0-7 16,0 0-8-16,0 0 11 0,29 18-2 0,-12-13 1 15,0 4-11-15,5-3-5 0,3 1-1 0,-3-3-8 16,2 7 0-16,3-3-5 0,-6-2-7 0,-5 0-6 15,3 0-4-15,0 0-7 0,-3 0-2 0,-1 1-6 16,-1 2-5-16,-6 0-2 0,1 1-5 0,-3 0 2 16,-2 3 5-16,-5 4 10 0,0 2 0 0,-7 6 1 15,-6 2-11-15,-3 2 7 0,-3 2-5 0,-10 6-5 16,0 0-15-16,-6-4-27 0,0 4-38 0,-1-4-51 16,9-9-58-16,-3-1-193 0,-16 12-386 15,6-8 170-15</inkml:trace>
  <inkml:trace contextRef="#ctx0" brushRef="#br0" timeOffset="113878.82">24276 14951 80 0,'0'0'110'0,"0"0"-2"16,0 0-6-16,0 0 4 0,0 0-8 0,0 0-3 15,0 0 0-15,0 0-6 0,0 0 8 0,5-6-5 16,-5 6-7-16,0 0-1 0,0 0 1 0,0 0-7 0,0 0 2 16,0 0-5-16,0 0-7 0,0 0-1 15,0 0-4-15,0 0 0 0,0 0-10 0,0 0-1 16,4-7-1-16,-4 7 0 0,0 0-6 0,0 0 0 16,0 0 1-16,0 0-2 0,0 0 0 0,0 0 1 15,0 0-7-15,0 0 3 0,0 0-6 0,0 0-3 0,0 0-2 16,0 0-2-16,0 0 0 0,0 0-2 0,0 0-6 15,0 0 1-15,0 0-4 0,0 0 3 16,0 0-6-16,0 0 0 0,0 0-2 0,0 0 2 16,0 0-7-16,0 0 2 0,0 0 0 0,0 0-3 15,0 0 2-15,0 0 0 0,0 0-2 0,0 0 3 16,0 0 0-16,0 0-1 0,0 0 4 0,0 0-2 0,0 0-2 16,0 0 2-16,0 0-4 0,0 0 0 15,-18-1-2-15,18 1 0 0,-11 1-2 0,11-1-1 16,-16 3 0-16,9 0 2 0,-2 1 0 0,-1-1 0 15,-1 1-1-15,2 1 1 0,-2-2 0 0,1 3 1 16,1-2-1-16,-3 3 7 0,1-2-12 0,2 2 4 16,0-1-1-16,0 0 2 0,2 2-2 0,0-3 7 15,1 1-1-15,0 3 1 0,1-3-2 0,1 3 2 16,2-2-2-16,-1-1-3 0,2 1 1 0,1-7 0 16,2 13-3-16,0-7 4 0,2 2-1 0,-2-1-2 15,3-1 0-15,4 0 1 0,0 2-3 0,1-2 0 16,-2-1 4-16,2 0-2 0,-1-1-2 0,9 3 5 15,-8-2-4-15,2-1 1 0,2-2 1 0,-4 1 0 16,0 0-3-16,1-1 3 0,-4 0-3 0,1-1 0 16,1 2 1-16,-2-1 3 0,-7-2-6 0,12 4 4 15,-12-4-4-15,5 2 3 0,-5-2-2 0,5 3 3 16,-5-3 1-16,0 0 0 0,0 0 5 0,4 6-2 16,-4-6 6-16,-11 9-2 0,3-6-2 0,-2 2 1 15,-3 0-4-15,-2 1 6 0,-3-2-5 0,1 2 0 16,-1 1 0-16,0-2-2 0,6-1-3 0,-1-1-13 15,-1 0-7-15,1 1-12 0,0-2-16 0,2 0-15 16,0 2-21-16,0-1-35 0,11-3-34 0,-13 2-36 16,13-2-41-16,0 0-125 0,-14-2-384 0,14 2 170 15</inkml:trace>
  <inkml:trace contextRef="#ctx0" brushRef="#br0" timeOffset="114278.79">24795 14837 61 0,'0'-6'204'16,"0"6"-8"-16,0 0-1 0,-15-2-18 0,15 2-3 15,-25 6-10-15,9-1-6 0,4 0-7 0,-4 3-7 16,-5 3-16-16,6-2-9 0,-2 1-15 0,5 2-7 15,3-4-11-15,-4 2-6 0,6-1-11 0,1 3-6 16,3-5-9-16,1 3-2 0,2 0-8 0,2-2 1 16,2 2-8-16,3-1-4 0,3-3-4 15,-2 4 0-15,6-1-3 0,4 0-7 0,0 0-2 0,-3-3 1 16,4 4-4-16,-4-4-1 0,2 0-3 0,-5-1 1 16,0 0-4-16,-3-1 6 0,-1-2-11 0,-1 0 4 15,-3 1-1-15,-4-3-1 0,8 4-2 16,-4-2 4-16,-4-2 2 0,0 0 4 0,-5 15-1 0,-4-8 0 15,-7 1-2-15,-1 1-1 0,-3 0 3 0,-3 4 2 16,2-6-5-16,-6 1 0 0,8 0-2 0,-1-2-7 16,1 0-10-16,1-2-23 0,6 3-15 0,0-3-30 15,-1-2-29-15,3 3-41 0,0-4-60 0,10-1-180 16,-13 2-421-16,13-2 187 0</inkml:trace>
  <inkml:trace contextRef="#ctx0" brushRef="#br0" timeOffset="114597.69">24934 14984 103 0,'7'-4'181'0,"-7"4"-7"0,0 0-11 16,0 0-7-16,0 0-7 0,0 0-3 0,0 0-13 0,6 10-12 16,-6-10-14-16,0 0-6 0,0 11-14 0,0-11 0 15,3 10-17-15,-2-6-5 0,3 0-3 0,-1 3-9 16,3-3 5-16,2 0 6 0,3 0-2 0,0-1-7 15,2-1 5-15,1-1-2 0,0-2-1 16,3-4 0-16,1 2 0 0,1-1-7 0,-4-5-3 16,2 3 4-16,-7 2 3 0,-1-4 5 0,3-1-7 0,-6 2 1 15,-1-2-8-15,0 0 1 0,-2 1 4 0,-3-1-15 16,-3-1-4-16,2 1-1 0,-8-2-5 0,-1 3-1 16,-3-5-6-16,-1 6 0 0,-3-2-8 15,2 2-3-15,-7 3-8 0,3 1-12 0,0 0-14 16,-2 3-15-16,-4 1-24 0,2 5-20 0,4-2-29 15,1 2-30-15,2 2-37 0,5-3-30 0,2 3-172 0,2-2-416 16,2-1 184-16</inkml:trace>
  <inkml:trace contextRef="#ctx0" brushRef="#br0" timeOffset="114862.95">25295 14821 183 0,'6'-7'222'15,"-6"7"-3"-15,0 0 1 0,6-7-9 0,-6 7-13 16,0 0-8-16,0 0-14 0,0 0-16 0,4-3-11 16,-4 3-16-16,0 0-15 0,0 0-1 0,0 0-14 15,0 0 1-15,9 11 3 0,-5-3 0 0,-1 3-6 16,2 0-5-16,1 5-6 0,-3-1-8 0,1 0-7 16,3 2-4-16,-3 2-12 0,0-2-8 0,1 1 0 15,-3-1-6-15,3 1-3 0,-1-2-8 0,-1 0-1 16,0-5-22-16,2 5-16 0,-3-5-27 0,-2 2-34 15,2-3-29-15,0 2-42 0,-2-12-43 0,-2 16-47 16,2-16-38-16,-4 16-161 0,4-16-460 0,-8 11 203 16</inkml:trace>
  <inkml:trace contextRef="#ctx0" brushRef="#br0" timeOffset="115096.77">25326 14811 80 0,'10'-9'200'0,"1"2"-2"16,0 2-9-16,-2 1-10 0,1-1-10 0,0 3-18 15,-10 2-14-15,16-3-14 0,-16 3-6 0,15 3-7 16,-15-3-4-16,12 6-3 0,-7-1-4 0,-5-5-9 16,7 12-4-16,-7-12-7 0,-3 19-3 0,-1-10-10 15,-3 6-6-15,-5-1-22 0,1 2-20 0,-3-2-35 16,-1-1-35-16,-6 5-53 0,4-6-44 0,-6 3-36 15,-5 1-143-15,3-2-355 0,0-3 157 0</inkml:trace>
  <inkml:trace contextRef="#ctx0" brushRef="#br0" timeOffset="116062.77">24265 15075 20 0,'2'-8'171'0,"-2"8"-3"0,2-7-9 16,-2 7-16-16,0 0-12 0,2-10 3 0,-2 10-2 15,1-7-2-15,-1 7-5 0,3-7-1 0,-3 7-4 16,0 0-6-16,1-9 0 0,-1 9-2 0,0 0-3 16,0-9-1-16,0 9 0 0,0 0-3 0,0 0-1 15,2-7-2-15,-2 7-10 0,0 0-3 0,0 0-6 16,0 0-3-16,0 0-7 0,0 0-4 0,0 0-8 15,-4-9-4-15,4 9-3 0,0 0-5 0,0 0-5 16,0 0-6-16,0 0-4 0,0 0 2 16,-23 11-6-16,14-3-4 0,0 1 5 0,0-1-5 15,-3 4-8-15,5-2 3 0,-2 3 2 0,-3 2 3 0,2 0 0 16,2 1-2-16,-2-1 16 0,4 1-7 0,-2 1 3 16,2 2-5-16,-1-2 1 0,5 1-1 15,-3-2 1-15,2 1-4 0,0 1-4 0,3-6-1 0,2 3-7 16,-1-2 2-16,4-4 2 0,0 0-3 0,2 0-2 15,2 0 6-15,1-1 5 0,3-2 15 0,3 0 14 16,2-4 0-16,-1-2 7 0,2 0-6 0,2-2-2 16,-2-3-10-16,1 1-6 0,-2-3 4 0,-2 0-4 15,2 1 0-15,-4 0-9 0,-3 0-6 0,4-3-15 16,-6 6-23-16,1-5-32 0,-6 3-29 0,4-2-29 16,-8 7-58-16,7-12-49 0,-7 12-46 0,4-13-38 15,-1 2-31-15,-3 11-202 0,-5-16-572 0,-1 7 254 16</inkml:trace>
  <inkml:trace contextRef="#ctx0" brushRef="#br0" timeOffset="116429.09">24317 14932 42 0,'-4'-3'209'0,"4"3"-23"15,-9-7-2-15,4 5-3 0,5 2-4 16,-10-2-9-16,10 2-6 0,-17 0-15 0,8 3-1 16,-3-1-9-16,0 5-6 0,1-1-5 0,-1-1-5 15,-2 5-9-15,0 3-8 0,1 2-1 0,2-2-3 0,-1 2-3 16,1 1 1-16,-1-1-8 0,3 1-9 0,2 2 3 16,3-2-18-16,0 0 1 0,1-3-1 15,2-1-3-15,1 0-2 0,3 0-10 0,-1 1 3 16,2-2 6-16,0-2-8 0,1 2-3 0,1-1-1 15,2-2 1-15,1-1 3 0,-1-1 11 0,4 1-1 16,0-2-12-16,0-2-6 0,1-1-4 0,0 0 1 0,1 1-6 16,4-6 1-16,-4 3-5 0,3 0-21 15,2-3-24-15,-10 2-21 0,4-1-26 0,-4-2-31 16,-3 4-33-16,-6 0-38 0,0 0-47 0,17-6-42 16,-17 6-34-16,6-7-197 0,-6 7-524 0,0 0 232 15</inkml:trace>
  <inkml:trace contextRef="#ctx0" brushRef="#br0" timeOffset="116745.84">24334 14937 129 0,'-4'-8'232'0,"0"2"-4"15,4 6-10-15,-8-5-11 0,8 5-13 0,-7-1-11 16,7 1-12-16,0 0-11 0,-23 9-5 0,13-1-8 15,-1 1-13-15,-2 5-3 0,-3 6-5 0,-1 1-9 16,2 0-12-16,3 1-3 0,-1 1-6 0,3 1-1 16,3 1-8-16,-1-7 2 0,3 1-7 0,1 1 3 15,2-1-8-15,0-3-12 0,2 4 2 0,0-4-9 16,4 2-1-16,0-1 2 0,-1-6-16 0,4 4-2 16,-2-4-8-16,0 0 3 0,3-4-4 0,0 2-2 15,1-1-2-15,-2-2-2 0,2-1-2 0,0 1-2 16,3-3-8-16,-2-1 15 0,1 0-19 0,0-1-11 15,-1-1-18-15,-10 0-19 0,14 0-25 0,-5-1-34 16,-9 1-36-16,10-4-53 0,-10 4-47 0,9-7-37 16,-9 7-24-16,8-11-155 0,-7 5-485 0,-1 6 214 15</inkml:trace>
  <inkml:trace contextRef="#ctx0" brushRef="#br0" timeOffset="117046.81">24286 15040 214 0,'-7'-3'227'0,"7"3"-6"0,-13 0 0 0,13 0-11 0,-15 3-2 15,6 0-12-15,-2 1-5 0,1 2-16 0,3 3-10 16,-2-2-8-16,0 6-14 0,-3-1 2 0,3 2-8 16,4 3-4-16,-1-1 3 0,-1 2-22 0,2-1-1 15,3 2-10-15,-1 1-5 0,2-1-2 0,0 0-19 16,2-1 0-16,0-2-6 0,2 1-6 15,-1-5-8-15,3 2-1 0,2-1-8 0,-1-3-7 0,0 2-3 16,4-4 0-16,0 0-12 0,1-2 9 0,1 0-7 16,0-3-4-16,6 0 2 0,0-1-22 0,0-1-8 15,0-4-25-15,2 0-25 0,-3 1-34 0,0-1-42 16,-4-2-38-16,-1 2-50 0,2-3-39 16,0 1-47-16,-5 3-173 0,-9 2-517 0,17-11 228 15</inkml:trace>
  <inkml:trace contextRef="#ctx0" brushRef="#br0" timeOffset="119851.77">24067 15693 12 0,'0'0'172'15,"11"1"-3"-15,-11-1-1 0,5-3-4 0,-5 3 2 16,0 0-1-16,0 0-1 0,0 0 0 0,0 0 26 15,0 0-1-15,9-2-5 0,-9 2-8 0,0 0 2 16,0 0-4-16,0 0-8 0,0 0-5 0,0 0-7 16,0 0-13-16,0 0-7 0,0 0-16 0,0 0-6 15,0 0-9-15,0 0-2 0,-32 8-3 0,22-6-15 16,0 3-15-16,-3-1 8 0,1 3 5 0,-4 1-16 16,2 1-4-16,-1 2-3 0,3-1-3 0,-2 3-12 15,2-2 8-15,5 4-11 0,-2-2 3 0,0 3-14 16,2-3-1-16,2 5-1 0,-1-3 0 0,5 2 4 15,1-2-11-15,0 2-4 0,1 1 10 0,0-3-11 16,2 1 2-16,1-2-4 0,3 0-6 0,2-1 6 16,4-1 4-16,-1-1-5 0,-1-2-5 0,3 0 5 15,4-2 5-15,-1 0 5 0,0-2 5 16,0-1-9-16,2-3 10 0,-1-1-4 0,-1 1-3 0,-2-1 1 16,-2-2 1-16,1 1-3 0,-3-2 2 0,1 3-7 15,-1-4-8-15,-2 0 4 0,-2 2-10 16,-1 0-15-16,-6 2-22 0,13-6-35 0,-9 2-47 0,0 0-44 15,-4 4-35-15,3-7-37 0,-3 7-50 16,3-7-46-16,-3 7-270 0,1-8-649 0,-1 8 287 16</inkml:trace>
  <inkml:trace contextRef="#ctx0" brushRef="#br0" timeOffset="120095.25">24494 15845 199 0,'0'0'258'0,"-11"-9"-21"0,11 9-10 0,0 0-17 15,0 0-8-15,-5-4-21 0,5 4-13 0,0 0-5 0,0 0-11 16,0 0 0-16,0 0-12 0,27 2-9 16,-19-4-13-16,3 1-13 0,-1 0-6 0,2 0-12 0,-2-1-17 15,1 1-12-15,-1 0-21 0,-3 1-26 16,-7 0-29-16,13-1-33 0,-13 1-38 0,0 0-44 15,14-2-47-15,-9 2-39 0,-5 0-168 0,0 0-417 16,15-4 185-16</inkml:trace>
  <inkml:trace contextRef="#ctx0" brushRef="#br0" timeOffset="120382.01">24796 15649 270 0,'0'0'272'16,"-1"-6"3"-16,1 6-14 0,0 0-5 0,-3-9-13 16,3 9-33-16,0 0-4 0,0 0-22 0,0 0-20 15,0 0-27-15,0 0-5 0,0 0-8 0,0 0-3 16,0 0 18-16,0 0-1 0,0 0-13 0,13 24 1 16,-8-12-7-16,0 3-8 0,-1-2-1 0,0 1-15 15,1 2-14-15,-2 1 1 0,-1-2-19 0,2 1 3 16,-1 0-10-16,-3 0-8 0,0 1-20 0,-3 1 7 15,3-2 5-15,-1-2 0 0,0-2-3 0,-1 0-18 16,2-1-26-16,-1-1-29 0,2 0-40 0,-3 0-47 16,2-3-44-16,0-7-48 0,-3 12-49 0,3-12-37 15,0 9-237-15,0-9-582 0,0 0 258 0</inkml:trace>
  <inkml:trace contextRef="#ctx0" brushRef="#br0" timeOffset="120628.79">24787 15623 13 0,'5'-10'220'0,"-2"2"-16"0,5-1-3 15,1 3-8-15,0-1 3 0,0 1-11 0,3 2-11 16,-3 0-7-16,2 2-6 0,1 2-8 16,-1-1-15-16,0 4-12 0,0 0-2 0,-2 1-5 15,-1 3 1-15,2-1-7 0,-6 3-12 0,1 1-5 0,0 0-9 16,-2 2-9-16,-3 1-3 0,-3 2-16 0,-2 0 8 15,-1 0-9-15,-4 1-3 0,1 0-18 0,-4-1-18 16,-1 0-27-16,-3-2-41 0,1 0-50 0,0-1-52 16,-3-1-62-16,5-3-61 0,-3 1-151 15,2-6-459-15,1 0 204 0</inkml:trace>
  <inkml:trace contextRef="#ctx0" brushRef="#br0" timeOffset="120895.62">24970 15793 38 0,'5'2'205'0,"-5"-2"-6"0,11 4-11 15,-4-3-5-15,2 2-5 0,4-2-15 0,0 0-12 16,-1-2-6-16,1-1 0 0,7 0-4 0,-2-1 1 16,1-2-4-16,0-3-6 0,-3 1-5 0,0-1 2 15,-1-2 0-15,-5 3-11 0,-1-2-4 0,1 1 4 16,-5 0-15-16,0-2-2 0,-1 1 2 0,-4 4-15 15,0-5-2-15,0 10-12 0,-7-14-10 0,0 5-7 16,-2 3-15-16,-1 1-17 0,-3 2-14 0,2 0-28 16,-7 3-24-16,-1 0-32 0,0 1-38 0,0 2-37 15,-2 2-46-15,3 3-55 0,-1-5-219 0,2 5-506 16,4-3 224-16</inkml:trace>
  <inkml:trace contextRef="#ctx0" brushRef="#br0" timeOffset="121195.82">25444 15525 87 0,'0'0'239'0,"0"0"-11"0,0 0-5 0,0 0-7 16,0 0-7-16,-32 6-12 0,21 1-17 0,-5 3-9 16,0 2-18-16,1 1-12 0,4 0-12 0,-4 0-17 15,3-1-9-15,5 0-10 0,-3 2-11 0,6-2-7 16,4-3-9-16,0 3-5 0,2-2-8 0,5 1-3 15,0-3-10-15,2 2 2 0,0-1-6 0,0-1-4 16,4-2-4-16,1 5-1 0,1-4-6 0,-6-1-7 16,-1 1 6-16,1 0-2 0,-1-1-2 0,-2 1-3 15,-2-1-3-15,-2 0 0 0,-2 1 3 0,0 3 1 16,-7 0-4-16,0-1-4 0,-6 4-20 0,-4 1-29 16,-5 3-29-16,-2-3-27 0,-3 2-41 0,0-3-56 15,-5 0-51-15,1 1-158 0,-3-3-438 0,-2-1 193 16</inkml:trace>
  <inkml:trace contextRef="#ctx0" brushRef="#br0" timeOffset="121728.82">23394 16122 142 0,'-2'-9'298'15,"2"9"-12"-15,-4-6-10 0,4 6-13 0,0 0-8 16,-4-5-18-16,4 5-14 0,0 0-13 0,-4-7-21 15,4 7-17-15,0 0-21 0,0 0-10 0,0 0-15 16,0 0-13-16,0 0-17 0,-14 4-3 0,14-4-14 16,0 0-8-16,-9 4-9 0,9-4 0 0,0 0-7 15,0 0-11-15,-5 4-5 0,5-4 8 0,0 0-15 16,0 0-5-16,0 0 2 0,0 0-1 0,-5 4-20 16,5-4 17-16,0 0-12 0,0 0 6 0,0 0-1 15,0 0-6-15,27-3-14 0,-15 0 25 0,7 0-9 16,1 0-1-16,-1 0-1 0,8 0-23 0,-5 0 21 15,-3-3-7-15,0 5 3 0,1-5 3 0,0 2-7 16,-1 1 4-16,-1-1 1 0,-5 2-8 0,4 0-1 16,-4-1 6-16,0 1-4 0,-2 1 7 0,0 1-6 15,-5-2 3-15,-6 2-2 0,13-1-8 0,-13 1-6 16,8-1 12-16,-8 1 7 0,0 0-9 0,7 2 13 16,-7-2 0-16,0 0-5 0,0 0 16 0,-15 23-8 15,2-10 0-15,0 2-8 0,-1-2-9 0,0 2-7 16,-6 3-19-16,7-7-28 0,-4 3-38 0,5-4-42 15,-4 1-59-15,3 0-69 0,4-3-290 0,-4 2-600 16,2-2 265-16</inkml:trace>
  <inkml:trace contextRef="#ctx0" brushRef="#br0" timeOffset="121895.77">23745 16015 195 0,'-6'-11'315'0,"-5"-3"-32"16,-3 4-27-16,-5 0-11 0,1 1-15 0,-8-2 3 15,-2 2-17-15,8 3-4 0,0 0-27 0,-1 2 0 16,2-3-25-16,2 4-15 0,-2-3-17 16,9 2-17-16,-2 1-17 0,2 0-49 0,2 1-42 0,2 0-56 15,-1 0-77-15,7 2-96 0,-5-9-246 0,5 9-512 16,0 0 227-16</inkml:trace>
  <inkml:trace contextRef="#ctx0" brushRef="#br0" timeOffset="122253.29">23646 16486 157 0,'-5'-2'266'0,"5"2"-26"16,0 0-25-16,13-11-14 0,7 4-13 0,16-1-2 15,20-5-14-15,8 1-16 0,33-9-17 0,3 3-10 16,6-6-16-16,3 4-12 0,3-2-33 15,-3-4-27-15,3 4-49 0,-2 0-78 0,-1-2-79 16,1 5-188-16,-8 0-381 0,-1-6 169 0</inkml:trace>
  <inkml:trace contextRef="#ctx0" brushRef="#br0" timeOffset="122397.89">25931 16045 219 0,'0'0'371'0,"0"0"-41"16,0 0-34-16,0 0-25 0,0 0-27 0,0 0-23 15,0 0-12-15,-33-1-25 0,33 1-17 0,-9 0-18 0,9 0-31 16,0 0-45-16,-14-4-67 0,14 4-91 0,-11-9-134 16,2 2-207-16,-1-2-461 0,-5-3 204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50:08.315"/>
    </inkml:context>
    <inkml:brush xml:id="br0">
      <inkml:brushProperty name="width" value="0.05292" units="cm"/>
      <inkml:brushProperty name="height" value="0.05292" units="cm"/>
      <inkml:brushProperty name="color" value="#FF0000"/>
    </inkml:brush>
  </inkml:definitions>
  <inkml:trace contextRef="#ctx0" brushRef="#br0">30112 4601 109 0,'0'0'185'0,"0"0"2"0,0 0-4 0,0 0-4 16,0 0-8-16,0 0-2 0,0 0-12 0,0 0 0 16,0 0-7-16,0 0-7 0,0 0-3 0,0 0-6 15,0 0-2-15,0 0-3 0,0 0-11 0,0 0-2 16,0 0-9-16,0 0-2 0,0 0-12 0,0 0-1 16,0 0-8-16,0 0 1 0,0 0-10 0,0 0 0 15,0 0-21-15,0 0 5 0,0 0-6 0,0 0 1 16,0 0-7-16,0 0-8 0,0 0 1 0,0 0-9 15,0 0-2-15,0 0-2 0,0 0 0 0,0 0-2 16,0 0-7-16,-15 14-1 0,9-11-3 0,-1 3-3 16,1 0-1-16,-3-1-2 0,3 3 3 0,-1 0-3 15,1-2 1-15,1 3-1 0,-1 1-2 0,-1-1-4 16,2 2 4-16,2-1-2 0,-3-1 3 0,1 1-2 16,-1-1 2-16,2 3-2 0,0-2-2 0,1 1-2 15,2 0-5-15,-3 0 7 0,3 2-5 0,1-2 4 16,0 0-4-16,0 1 12 0,0-2-7 0,0 1 0 15,1 0-3-15,3-1 0 0,0 0 1 0,1 1 0 16,0-2 0-16,0-3-2 0,1 3 2 0,1-1-4 16,1 0 6-16,-2-1-4 0,4-2 2 0,-3 0 0 15,0-2 2-15,5 2 1 0,-2-3-1 0,0 2-7 16,3-3 11-16,-2-1-2 0,1 2 4 0,1-1-6 16,-2-2 4-16,3-1 10 0,-5 0-15 0,2-1 3 15,0 0 9-15,1-1-1 0,-5-1-6 0,5 0 1 16,-3-2-2-16,1 0 11 0,-1-1-9 0,-2 1 3 15,-1-3-1-15,1 1 6 0,-2-4-7 0,3-1 1 16,-6 3-2-16,2-6 1 0,-2 5-4 0,0 1 4 16,-2-7 0-16,0 5-7 0,-1 2 6 0,-2-3 0 15,1 2 0-15,-1 2-1 0,-1-2-4 0,1 0 4 16,-2 2 0-16,-1-1-6 0,1 2 6 0,-1-1 5 16,-1 3-6-16,0-1-8 0,0-2 6 0,0 1-2 15,0 4-3-15,-3 0 4 0,1-1-3 0,1 0-3 16,-2 2-9-16,4 3 11 0,-4-3 0 0,10 4-1 15,-13-5 4-15,7 4-9 0,6 1 5 0,-8-4-11 16,8 4-7-16,-8-2 0 0,8 2-25 0,0 0-29 16,0 0-33-16,0 0-25 0,0 0-30 15,-12 6-36-15,6-1-47 0,2 1-50 0,-3 5-191 16,0-2-526-16,1 0 233 0</inkml:trace>
  <inkml:trace contextRef="#ctx0" brushRef="#br0" timeOffset="302.96">30619 4763 116 0,'10'1'261'0,"-10"-1"-3"0,0 0-8 15,0 0-6-15,0 0-14 0,7 1-14 0,-7-1-19 16,0 0-18-16,0 0-16 0,0 0-19 15,0 0-10-15,0 0-9 0,0 0-15 0,0 0-6 0,11-2-13 16,-11 2-10-16,9-2-3 0,-9 2-5 0,16-4-5 16,-4 3-9-16,-2-2-2 0,2 1-10 0,-5 2-8 15,1-1 30-15,-1-1-1 0,-7 2-15 0,12-2 3 16,-12 2-5-16,9-1-7 0,-3-2-2 16,-6 3 1-16,0 0-8 0,0 0-14 0,9-1-21 15,-9 1-27-15,0 0-29 0,0 0-41 0,0 0-51 16,0 0-67-16,8-3-65 0,-8 3-218 0,0 0-538 0,0 0 238 15</inkml:trace>
  <inkml:trace contextRef="#ctx0" brushRef="#br0" timeOffset="6215.29">31282 4611 126 0,'0'0'125'16,"0"0"-4"-16,0 0-12 0,0 0-4 15,-1-7-4-15,1 7-13 0,0 0 0 0,0 0-5 16,-3-8 2-16,3 8 10 0,0 0 1 0,0 0 3 0,0 0-1 16,0-9-6-16,0 9 4 0,0 0-8 0,0 0-5 15,0 0 0-15,0 0-4 0,0 0-2 0,1-8-5 16,-1 8-2-16,0 0-1 0,0 0-4 15,0 0-2-15,0 0-3 0,0 0-2 0,0 0-4 16,0 0-2-16,0 0-5 0,0 0-4 0,0 0-3 16,0 0-5-16,0 0-7 0,0 0-3 0,0 0-5 0,0 0-3 15,0 0-2-15,0 0 0 0,0 0-3 0,0 0 0 16,17 13-2-16,-9-7 2 0,2 1-5 0,-4 2 1 16,3-2-3-16,5 5 3 0,-1-2 1 15,-3 3 1-15,2 0-1 0,-2 0 8 0,3 0 13 16,-6-3-6-16,2 0-2 0,-1 0 2 0,0 1-1 15,-1-1 10-15,1 0 0 0,1 4-1 0,-1-5 1 0,-2 1-5 16,-1-1 2-16,2-2 1 0,-4 2 3 16,2-3 6-16,1 1-2 0,-3-2-3 0,1 0-5 15,-2 1-1-15,-2-6-1 0,5 6-5 0,-1-2-3 16,-4-4-1-16,0 0-2 0,3 8 1 0,-3-8-3 16,4 3-3-16,-4-3 1 0,0 0-6 0,0 0 1 0,0 0 7 15,1 8-2-15,-1-8 1 0,0 0-13 0,0 0 7 16,0 0-2-16,4 5-6 0,-4-5-18 15,0 0-18-15,0 0-35 0,0 0-30 0,0 0-30 16,0 0-38-16,0 0-57 0,0 0-52 0,0 0-179 16,0 0-495-16,0 0 219 0</inkml:trace>
  <inkml:trace contextRef="#ctx0" brushRef="#br0" timeOffset="6436.69">31268 4820 48 0,'0'0'206'0,"0"0"-10"0,0 0-5 16,0 0-12-16,0 0-6 0,0 0-15 0,0 0-11 16,0 0-15-16,0 0-13 0,0 0-13 0,0 0-6 15,0 0-19-15,24-6-17 0,-12 2-27 0,2 1-31 16,-3-2-29-16,7-2-62 0,-2 1-67 0,1-1-129 15,-3-2-304-15,2 0 135 0</inkml:trace>
  <inkml:trace contextRef="#ctx0" brushRef="#br0" timeOffset="7149.71">31297 4606 45 0,'4'-5'214'16,"-4"5"0"-16,0 0-15 0,0 0 7 0,0 0-11 15,1-8-10-15,-1 8-15 0,0 0-14 0,0 0-12 16,0 0-11-16,0 0-15 0,0 0-3 0,0 0 0 0,0 0-3 16,0 0 1-16,-10 23-5 0,5-11 2 15,-1 2-15-15,-1 4-6 0,0 7 0 0,-4 0-4 16,4-1-6-16,-3-7 0 0,3 2-9 0,-1 0 1 15,-2-1-7-15,3-1-4 0,-2-2-7 0,2 1 0 16,-1-1-11-16,0-2 8 0,2-1-14 0,1-2-1 16,-1-1-2-16,2-3-7 0,-1-1-6 0,1 3 4 15,2-2-9-15,2-6-21 0,-6 10-15 0,6-10-29 16,-2 7-22-16,2-7-30 0,0 0-32 0,-4 4-27 16,4-4-41-16,0 0-43 0,0 0-227 0,0 0-510 15,0 0 226-15</inkml:trace>
  <inkml:trace contextRef="#ctx0" brushRef="#br0" timeOffset="7801">31236 4411 166 0,'0'0'206'16,"0"0"-5"-16,0 0-7 0,-8-5-11 0,8 5-8 16,0 0-15-16,0 0-11 0,0 0-9 0,0 0-10 0,0 0-8 15,0 0-4-15,0 0 1 0,0 0-6 16,0 0-5-16,0 0-9 0,0 0-7 0,0 0-3 15,0 0-5-15,0 0-1 0,0 0-2 0,0 0-6 16,0 0-3-16,0 0 0 0,0 0-6 0,0 0-16 16,0 0 13-16,0 0-1 0,0 0-7 0,0 0-4 15,0 0-5-15,0 0 0 0,0 0-8 0,0 0-6 16,0 0-2-16,0 0-5 0,0 0-1 0,0 0-8 16,0 0 1-16,0 0-6 0,0 0 7 0,0 0-3 15,0 0-3-15,40 3-14 0,-25-5 18 0,12 1-5 16,-5 1-1-16,5-2 0 0,-8 0-2 0,0 0 2 15,0 0-2-15,-4 2-4 0,-4 0 3 0,-4-2-5 16,-7 2 1-16,16 0-3 0,-16 0 6 0,9 0-1 16,-9 0-1-16,9-1-5 0,-9 1 4 0,0 0-3 15,11 0 6-15,-11 0 1 0,0 0 1 0,0 0 0 16,0 0 4-16,9 0-13 0,-9 0 10 0,0 0 6 16,0 0-8-16,0 0-5 0,0 0-13 0,0 0-17 15,0 0-31-15,0 0-51 0,0 0-53 0,0 0-72 16,0 0-60-16,0 0-203 0,0 0-539 0,0 0 239 15</inkml:trace>
  <inkml:trace contextRef="#ctx0" brushRef="#br0" timeOffset="9645.86">30090 5614 107 0,'0'0'171'0,"0"0"-2"16,0 0-2-16,0 0-1 0,0 0 0 0,0 0-10 15,0 0-5-15,0 0-8 0,0 0-3 0,0 0-21 16,0 0-9-16,0 0-11 0,0 0-10 15,0 0-4-15,22-12-12 0,-14 6-9 0,0 1-9 0,1-3 1 16,-2 2-8-16,0-1-2 0,1 0-4 0,-2-2 2 16,3 2-2-16,-5 1-2 0,1 0 0 0,1-1-4 15,-1 0-2-15,0 1-6 0,0 1 0 0,-1-1 0 16,0 1 9-16,-4 5-6 0,5-7 2 16,-5 7-5-16,4-6-5 0,-4 6 1 0,3-6-5 15,-3 6 1-15,0 0-4 0,0 0-3 0,0 0-3 16,5-5-2-16,-5 5 2 0,0 0-6 0,0 0-3 0,0 0 1 15,0 0 6-15,0 0 4 0,2 20 4 0,0-9-3 16,0 7 4-16,-2 1 4 0,1 8 4 16,1 1-5-16,-2 1-2 0,1-1 4 0,0 1-8 15,-1-4 3-15,2 3-1 0,-1-4-2 0,0-5 1 0,0 0-3 16,2-2 0-16,-2 1-1 0,1-1 0 0,0-1 1 16,-1-5-7-16,1 2 2 0,-1-4 1 0,3 2-2 15,-4-1-2-15,1-4 0 0,-1-6 4 0,1 13-2 16,-1-13 0-16,3 8 1 0,-3-8 0 15,1 7-1-15,-1-7 0 0,0 0 1 0,0 0 2 16,0 0 4-16,0 0 2 0,-1 9 4 0,1-9-1 0,0 0 5 16,0 0-9-16,0 0-3 0,-15-3-6 15,15 3 7-15,0 0-5 0,-17-6 2 0,8 4-5 16,0-1-2-16,0 1-1 0,0 0 3 0,-2-1-3 16,2 2 5-16,-2-1-3 0,11 2-6 0,-16-2 9 15,9 1-10-15,7 1 11 0,-12-1-8 0,12 1-4 0,-11-2 2 16,11 2-1-16,-7 0-2 0,7 0 5 0,0 0-5 15,-7-3 2-15,7 3-4 0,0 0 3 0,0 0-3 16,0 0 2-16,0 0 2 0,0 0 1 0,0 0 5 16,0 0 3-16,32 3-2 0,-18-3 2 15,6-2 4-15,-1 1-15 0,3-3-10 0,6-2-22 16,-7 6-27-16,0-4-35 0,1-1-38 0,-1-1-53 0,6 0-42 16,1-2-229-16,-10 2-500 0,4-2 222 15</inkml:trace>
  <inkml:trace contextRef="#ctx0" brushRef="#br0" timeOffset="9858.07">30636 5778 185 0,'0'0'227'15,"0"0"-18"-15,0 0-8 0,0 0-13 0,0 0-13 16,0 0-8-16,0 0-12 0,0 0-15 0,0 0-13 15,0 0-9-15,12 1-9 0,-4-2-13 0,2-2-8 0,3 3-15 16,1-2-34-16,-1-1-35 0,3 0-36 0,1-1-52 16,2 1-44-16,-1-1-60 0,-2-1-124 15,2 1-337-15,2 2 149 0</inkml:trace>
  <inkml:trace contextRef="#ctx0" brushRef="#br0" timeOffset="10481.54">31126 5611 45 0,'1'-6'258'0,"-1"6"-10"0,0 0 2 0,0 0-14 15,0 0-9-15,0-10-14 0,0 10-15 0,0 0-18 16,0 0-15-16,0 0-19 0,0 0-18 0,0 0-15 15,0 0-9-15,0 0-7 0,0 0-8 0,0 0 2 16,1 37-7-16,-3-21-6 0,2 3-1 0,-3-3-3 16,2 2-4-16,-4-1-6 0,3-1 1 0,-4 0-1 15,4-3 4-15,-1-3-9 0,1 2 0 0,0-4-8 16,0 0-3-16,1-1-11 0,-2-1 3 0,3-6 4 16,-5 10-8-16,5-10-4 0,-3 10 4 0,3-10-4 15,-1 6 2-15,1-6-7 0,0 0 1 0,-1 7 3 16,1-7 1-16,0 0 8 0,0 0 12 0,0 0-2 15,0 0 10-15,0 0-20 0,0 0-4 0,0 0-10 16,-4-26-9-16,5 15-7 0,2-6-6 0,-2-1 1 16,3-1-9-16,4-8-11 0,1 3 1 0,-2-4-9 15,3 1 4-15,-1 0-1 0,3 2 11 0,-2 1-7 16,-2 1-3-16,-1 4-3 0,0 2 5 0,-3 4 2 16,1 3 5-16,-1 0 2 0,-2 0-1 0,1 4 1 15,1 0 1-15,-3-1 1 0,-1 7-8 0,4-6 2 16,-4 6 4-16,4-4-4 0,-4 4 0 0,0 0 1 15,0 0 2-15,0 0-2 0,13 17-6 0,-7-8 10 16,0 5 5-16,4 5 9 0,-3-2 4 0,-1 2 3 16,0 4 1-16,2 4 10 0,1-3 3 0,-4-5 11 15,-1 0-5-15,1 0-4 0,0-2 16 0,0 0-17 16,0 0 4-16,-1-1-2 0,-1-5 0 0,1 2-8 16,-2-1 0-16,1-2-3 0,2 0-1 0,-2 0-5 15,-2-1 6-15,1-1-4 0,2 0-2 0,-3-1 12 16,-1-7-11-16,4 11-3 0,-4-11 0 0,1 9-3 15,-1-9 1-15,0 0-23 0,6 12-11 0,-6-12-20 16,1 3-35-16,-1-3-31 0,0 0-35 0,0 0-37 16,0 0-40-16,0 0-58 0,0 0-62 0,0 0-193 15,0 0-579-15,0 0 256 0</inkml:trace>
  <inkml:trace contextRef="#ctx0" brushRef="#br0" timeOffset="10641.79">31176 5732 256 0,'-8'-1'236'0,"8"1"-22"0,0 0-8 0,0 0-21 0,0 0-11 16,0 0-12-16,0 0-11 0,0 0-11 0,0 0-16 15,0 0-8-15,31-9-19 0,-11 6-21 0,0-2-35 16,9-1-49-16,0-1-66 0,5 1-85 0,-5 0-165 16,2-2-349-16,-1-3 156 0</inkml:trace>
  <inkml:trace contextRef="#ctx0" brushRef="#br0" timeOffset="17194.89">30229 7808 105 0,'2'-6'267'0,"-2"6"-3"0,0 0-5 16,2-9-8-16,-2 9-10 0,0 0-9 0,0 0-14 15,-4-11-9-15,4 11-9 0,0 0-9 0,0 0-10 16,-6-7-16-16,6 7-9 0,0 0-20 0,0 0-7 16,0 0-8-16,0 0-5 0,-20 12-12 0,10 0-13 15,0-3-8-15,-2 6-6 0,0 0-9 0,0 2-4 16,-3 5-8-16,2 0-3 0,3-2 5 0,1-1-23 16,-3 4 5-16,7-5-12 0,0 6-3 0,4-5-5 15,-1-2 7-15,2-2 2 0,0-2-9 0,3 3 2 16,1-3 0-16,1 1-7 0,5-1 1 0,0 0-3 15,2-1 0-15,1-2-1 0,2-1-5 0,2-3-3 16,1-2 16-16,1 1-18 0,0-4-1 0,0 1 21 16,-1-4-11-16,2 2-11 0,-1-4 0 0,-3 2 0 15,2-2 6-15,-8-1-1 0,3-2-2 0,-4 1-3 16,2-1 9-16,-1-2-4 0,-1 2 6 0,0-3-8 0,-3-1 0 16,0-1 2-16,-1 0-1 0,-1-2-2 15,-2-3-7-15,-2 0 12 0,0 0-4 0,-1-2-3 16,0 2 4-16,-2-1-12 0,-2-1 22 0,-1 2-12 15,-1-7-2-15,2 11 1 0,0-2-3 0,1 4 6 0,-1-2 1 16,-2 3-5-16,0-1 9 0,1 1 2 16,1 3-13-16,-3-5 5 0,2 6-8 0,-2-1 5 0,1 2-8 15,0-1 3-15,-2 2-3 0,0 1 21 16,-1 1-23-16,0-1-1 0,-2 4-6 0,12-1-12 16,-18 2-11-16,8-2-17 0,0 4-23 0,-2-1-6 0,3 1-34 15,0 2-39-15,0 1-41 0,3-1-40 0,2-1-31 16,0 5-37-16,3-1-186 0,0-1-534 15,1-8 236-15</inkml:trace>
  <inkml:trace contextRef="#ctx0" brushRef="#br0" timeOffset="17525.97">30870 7874 283 0,'0'0'281'0,"0"0"-6"0,0 0-5 0,0 0-3 0,0 0-8 16,0 0-8-16,0 0-22 0,0 0-27 15,0 0-16-15,0 0-15 0,0 0-24 0,0 0-7 0,0 0-7 16,0 0-15-16,0 0-8 0,0 0-13 0,-2 12 0 16,9-11-8-16,-7-1-3 0,13 3-5 0,-2-3-7 15,1 0-3-15,0 0-6 0,2 0-6 0,2-4 18 16,-4 4-18-16,1-2-9 0,-2 1 5 0,-1 0-5 15,1 1-5-15,-5-2-5 0,-6 2 4 0,15-2-4 16,-15 2-1-16,9 0 5 0,-9 0-3 0,9-1 2 16,-9 1-2-16,0 0-7 0,8-1-19 15,-8 1 15-15,0 0-18 0,0 0 13 0,0 0-17 0,0 0-15 16,0 0-58-16,0 0-58 0,0 0-52 0,0 0-62 16,9-2-79-16,-9 2-64 0,0 0-209 0,0 0-637 15,0 0 282-15</inkml:trace>
  <inkml:trace contextRef="#ctx0" brushRef="#br0" timeOffset="18324.84">31639 7835 41 0,'0'0'299'0,"-3"-8"-5"0,3 8-8 0,0 0 2 16,-4-9-9-16,4 9-4 0,-5-6-2 0,5 6-12 15,0 0-8-15,-3-7-22 0,3 7-13 0,0 0-23 16,0 0-20-16,0 0-24 0,0 0-13 0,0 0-18 16,0 0-15-16,-2-6-18 0,2 6-5 0,0 0-4 15,0 0-9-15,0 0-8 0,-7 17-4 0,4-8-6 16,-1 7-11-16,-1 1-5 0,-2-1 5 0,1 2-2 15,-2-2-5-15,2 1-6 0,1 0 0 0,2-5-2 16,-2 1-3-16,1-2 0 0,0-2-5 0,-2 3-4 16,4-3 2-16,-1-2-6 0,-2 2 2 0,4-2-2 0,-1-1-1 15,2-6 0-15,-1 8 2 0,1-8-3 16,-3 6 7-16,3-6-2 0,0 0-5 0,-2 7-3 16,2-7 8-16,0 0-3 0,0 0 6 0,0 0-6 15,0 0 10-15,-5 5-3 0,5-5 17 0,0 0-1 16,0 0 0-16,0 0-6 0,0 0-7 0,0 0-2 15,3-30-11-15,1 19-3 0,-1-2-9 0,1-4-6 16,0-1-2-16,3-6-3 0,1 1 7 0,0-2-16 16,-1 7-2-16,1-8 0 0,3 1 5 0,-4 2 3 15,-2 3-1-15,0 1 6 0,3 2-1 0,-3 1 1 0,-1 0-2 16,2 0 6-16,-2 5 1 0,-1 0 6 0,0 0-10 16,0 1 7-16,2-2 3 0,-4 5-2 15,2 1 6-15,-3 6 1 0,1-9 3 0,-1 9 2 16,1-7-3-16,-1 7 2 0,0 0-4 0,3-9-1 0,-3 9-2 15,0 0-8-15,0 0 5 0,0 0-5 0,0 0 7 16,0 0-4-16,0 0-1 0,18 12 4 16,-13-1 4-16,0 2-2 0,3 2-6 0,-1 2 2 15,2 1 0-15,-1-1 4 0,0-1 4 0,-1 3-3 16,2 7 5-16,-1-8 7 0,-2-1 1 0,1 2 13 0,0-3-9 16,0 4 5-16,-2-1-10 0,1-5 0 0,1 3 2 15,0-2 1-15,-2 1 2 0,-1-4-2 0,1-1 2 16,-1 0-9-16,1 0 8 0,0 2 3 15,-1-4-7-15,1 0 0 0,-2-1-3 0,1 1 3 0,-2-4-1 16,1 3 6-16,1-4-4 0,-3 2 0 0,3 0 4 16,-4-6-6-16,0 0-2 0,4 9-1 0,-4-9-1 15,1 4 8-15,-1-4 2 0,0 0-5 0,4 4-3 16,-4-4-4-16,0 0 0 0,0 0 1 16,0 0 9-16,0 0-9 0,0 0 4 0,0 0-9 15,0 0-22-15,0 0-21 0,0 0-23 0,0 0-37 0,0 0-26 16,0 0-35-16,0 0-42 0,0 0-46 15,0 0-40-15,0 0-22 0,-21-13-279 0,15 10-641 16,6 3 284-16</inkml:trace>
  <inkml:trace contextRef="#ctx0" brushRef="#br0" timeOffset="18729.12">31614 7929 82 0,'-9'-1'190'0,"9"1"2"16,0 0-3-16,-10-1 7 0,10 1-15 16,0 0-3-16,0 0-11 0,-9-2-14 0,9 2-9 15,0 0-8-15,0 0-4 0,0 0-11 0,0 0-4 0,0 0-6 16,-10 0-5-16,10 0 0 0,0 0-4 0,0 0-7 15,0 0-11-15,0 0 0 0,0 0-4 16,0 0-5-16,0 0-7 0,0 0-1 0,34-3 0 0,-21 2-8 16,0-1 1-16,1 2-5 0,-1-4-2 15,6 3-6-15,-1-1-2 0,0-2 2 0,0 2-4 16,-2-1 1-16,2-1 2 0,-1 2-7 0,-3 1-8 0,-1-2 3 16,-2 0-2-16,2-1-5 0,-3 4 0 0,0-3 3 15,-2 2-8-15,-8 1 11 0,14-3-16 0,-9 2-2 16,-5 1 12-16,9-1-12 0,-9 1-4 15,6-3 2-15,-6 3-7 0,0 0-6 0,8-1-7 16,-8 1-18-16,0 0-32 0,0 0-36 0,0 0-44 0,0 0-51 16,0 0-73-16,0 0-60 0,0 0-181 0,0 0-545 15,0 0 241-15</inkml:trace>
  <inkml:trace contextRef="#ctx0" brushRef="#br0" timeOffset="21081.43">30151 8971 109 0,'0'0'268'0,"0"0"-20"0,-10 0-11 16,10 0-13-16,0 0-14 0,-3-8-12 0,3 8-19 15,0 0-16-15,4-14-12 0,-4 14-11 0,9-12-12 16,-4 3 1-16,1 0-16 0,2 1-12 0,-2 0 1 15,0 1-16-15,0-2-5 0,-1 1-9 0,1-2 8 16,-1 2 4-16,-1 1 5 0,0 1 2 0,-1 0-10 16,-1-4-5-16,0 0-11 0,-1 5 3 0,0-2 7 15,-1 7 13-15,0-11 1 0,0 11-4 0,2-9-15 16,-2 9-1-16,0 0-8 0,-2-12 1 0,2 12-5 0,0 0-9 16,3-5-12-16,-3 5 0 0,0 0-14 15,0 0 1-15,0 0 9 0,0 0-12 0,1 28-2 16,-2-10 1-16,0 8-2 0,2 0-1 0,-4 2-9 15,1-5 8-15,0 6-2 0,0-2 1 0,2 0-1 0,0-6-1 16,1 3-4-16,-2-6 3 0,1 1-5 0,0-1 5 16,0-1-6-16,0 0 0 0,-1-1 2 15,1 0-10-15,3-1 6 0,-4-5 2 0,1 0-2 16,1 2 3-16,-1-5 3 0,0-7-4 0,0 14-8 0,-1-9 2 16,1-5-20-16,0 10 2 0,0-10-2 0,0 0-2 15,-1 7 7-15,1-7-7 0,0 0 1 0,-4 10-1 16,4-10-3-16,-7 4-7 0,7-4 8 15,-11 2 2-15,11-2-5 0,-17-4 3 0,10 2-1 0,-3 2 2 16,-1-2 10-16,1 0-7 0,0-1 6 0,1 2 1 16,0-2 2-16,-1 1-3 0,10 2 9 0,-14-3 4 15,7 2-7-15,7 1-4 0,-11-3 9 0,11 3-3 16,0 0-3-16,-9 0 0 0,9 0 0 0,0 0 2 16,0 0-4-16,-9-1-15 0,9 1 15 0,0 0-11 15,0 0-7-15,0 0 6 0,0 0 0 16,0 0-2-16,36 4-16 0,-16-7-6 0,2 2-19 15,7-5-32-15,5 3-34 0,-2-3-41 0,1-3-37 16,2 0-40-16,2 0-235 0,-2-5-527 0,1 5 233 0</inkml:trace>
  <inkml:trace contextRef="#ctx0" brushRef="#br0" timeOffset="21258.53">30807 9096 125 0,'0'0'268'15,"8"1"-20"-15,-8-1-9 0,0 0-4 0,0 0-10 16,0 0-14-16,0 0-14 0,0 0-20 0,0 0-22 16,9-2-17-16,-9 2-21 0,9-2-27 0,3-1-26 15,-1 1-45-15,6-2-61 0,5 1-71 0,7-4-70 16,3 0-179-16,1-1-392 0,2 1 173 0</inkml:trace>
  <inkml:trace contextRef="#ctx0" brushRef="#br0" timeOffset="22099.43">31702 8945 191 0,'0'0'251'0,"0"0"-4"0,0 0-6 0,0 0-11 16,0 0-14-16,0 0-18 0,0 0-17 0,0 0-16 16,0 0-18-16,0 0-5 0,0 0-6 0,0 0 1 15,-14 20-8-15,7-5-4 0,3-3-12 0,-4 5-7 16,2 0-9-16,1 0-1 0,-6 7-6 0,5-7-4 16,0 0-9-16,1-1 3 0,1-1-17 0,-2-2-6 15,3-2-6-15,-4-2-1 0,4 3-12 0,0-4 3 16,0-2-10-16,1 2 0 0,-1-4 7 0,3-4 3 15,-2 8 11-15,2-8 10 0,-3 7 10 0,3-7 9 16,0 0 7-16,0 0 2 0,0 0-6 16,0 0-7-16,0 0-10 0,0 0-11 0,0 0 0 0,7-27-7 15,-4 17-9-15,4-6 4 0,0 0-8 0,0 0-9 16,-2-3 0-16,1 1-5 0,2-1-4 0,0-4-5 16,-1-2-5-16,2 2-7 0,3-1-2 15,-3 0-4-15,-2 8-1 0,1-3-3 0,1 4-1 16,0 0 10-16,-4 5-3 0,2 0 1 0,-2 0 1 0,0 5-6 15,0 0 6-15,-3 0-12 0,-2 5 7 0,8-7 0 16,-8 7-1-16,5-2 3 0,-5 2-10 0,0 0 6 16,17 12-4-16,-8-2 6 0,-3 1-2 15,2 0 1-15,-1 7 2 0,2 8 19 0,-2-9-14 0,7 6 12 16,-9-5 2-16,1 1-3 0,2-1 3 0,-2 1 0 16,-2-1 0-16,0 0 0 0,1 0 2 0,0-3-7 15,-1-2 3-15,0-3-4 0,0 3 2 0,-2-1-3 16,2-3 3-16,-1 2-3 0,-1-4-2 0,1-1-17 15,-1 0-21-15,2 0-37 0,-4-6-37 0,5 8-32 16,-1-4-35-16,-4-4-37 0,1 7-43 0,-1-7-58 16,0 0-43-16,0 0-208 0,0 0-609 0,0 0 270 15</inkml:trace>
  <inkml:trace contextRef="#ctx0" brushRef="#br0" timeOffset="22257.65">31700 9131 153 0,'-10'0'269'15,"10"0"-29"-15,0 0-24 0,-8-2-16 0,8 2-6 16,0 0-4-16,0 0-6 0,0 0-13 0,0 0-12 16,0 0-20-16,0 0-14 0,17-14-22 0,0 11-32 15,1-2-37-15,3-3-46 0,6 0-65 0,1-1-68 16,-2-2-224-16,0-2-400 0,1 1 177 0</inkml:trace>
  <inkml:trace contextRef="#ctx0" brushRef="#br0" timeOffset="22424.93">31701 8765 119 0,'-11'-4'353'0,"0"2"-34"16,3 1-33-16,1-2-22 0,7 3-23 0,-9-3-30 16,9 3-17-16,0 0-27 0,13-11-30 0,9 5-39 15,11-6-59-15,17-2-71 0,10-3-99 0,4 6-247 16,25-6-409-16,-29 8 182 0</inkml:trace>
  <inkml:trace contextRef="#ctx0" brushRef="#br0" timeOffset="48857.53">7299 3838 47 0,'0'0'68'0,"0"0"-6"16,8 4-8-16,-8-4-8 0,0 0-4 0,0 0-2 15,0 0-5-15,0 0-1 0,0 0-2 0,0 0-3 16,0 0-9-16,0 0-8 0,0 0 10 16,0 0-5-16,0 0-3 0,0 0-6 0,0 0 3 0,0 0 3 15,0 0-6-15,0 0 2 0,0 0 0 0,0 0-5 16,0 0 3-16,0 0-6 0,0 0 4 0,0 0-4 15,0 0 2-15,0 0-8 0,0 0-1 0,0 0-7 16,0 0-7-16,0 0-14 0,0 0-12 0,0 0-46 16,-14 11-98-16,10-5 43 0</inkml:trace>
  <inkml:trace contextRef="#ctx0" brushRef="#br0" timeOffset="49785.65">7382 4156 21 0,'0'0'41'0,"0"0"-13"0,0 0 2 15,0 0-7-15,0 0 2 0,0 0-4 0,0 0-4 16,0 0 4-16,0 0-6 0,0 0-3 0,0 0 4 16,0 0-8-16,0 0-6 0,0 0-9 0,0 0-12 15,0 0-24-15,0 0-46 0,0 0 21 0</inkml:trace>
  <inkml:trace contextRef="#ctx0" brushRef="#br0" timeOffset="51804.95">8653 12543 30 0,'0'0'79'0,"0"0"-20"0,0 0-4 15,2 7-19-15,-2-7-9 0,0 0-8 0,3 5-16 16,-3-5-22-16,0 0-30 0,1 8-51 0,-1-8 23 15</inkml:trace>
  <inkml:trace contextRef="#ctx0" brushRef="#br0" timeOffset="72607.93">29412 3669 160 0,'-2'-6'233'16,"2"6"-10"-16,0 0-8 0,0 0-18 0,0 0-10 0,0 0-26 15,0 0-20-15,0 0-14 0,0 0-5 0,0 0-7 16,0 0-8-16,0 0-5 0,11 17-5 15,-7 0-9-15,1 1-5 0,-1 1-6 0,-2 7-9 16,1 1-9-16,-2-8 0 0,2 5-7 0,-1-7-8 16,-2-1-2-16,3-1-3 0,-3-4-3 0,0 1-6 15,0-2-2-15,1-1-6 0,-1 1 0 0,0-4 1 0,0-6-3 16,2 10-4-16,-2-10 11 0,1 5 18 16,-1-5-5-16,0 0 21 0,0 0 11 0,0 0-1 15,0 0-1-15,0 0-13 0,0 0 9 0,0 0-15 16,0 0 9-16,0 0-4 0,-13-24-10 0,9 11-6 15,2-5-1-15,-1 0-8 0,-1-3-3 0,2-5-3 16,-1 2-3-16,3-2-6 0,2 8-4 0,0-2 1 16,3 2 2-16,-2 3-12 0,3 1 3 0,0 0-1 15,2 2-5-15,2 5 1 0,1-1-9 0,-1 2 4 16,4 3 0-16,1 3-2 0,0 3 2 0,-2 1-1 16,4 2-4-16,0 1 3 0,-4 5 4 0,2-2-10 15,-1 4 8-15,-2 1 6 0,2-2-5 0,-3 3 8 16,-1 0-7-16,0 0 3 0,-4-2-3 0,0-5 1 15,-2 2-3-15,-1-6 4 0,0 2-2 0,2-1 4 16,-5-6-1-16,4 7 4 0,-4-7 3 0,2 9 0 16,-2-9 4-16,0 0 0 0,0 0 5 0,4 7 10 15,-4-7 18-15,0 0 4 0,0 0-10 0,0 0-12 16,0 0 3-16,0 0-17 0,0 0 3 0,-5-38-5 16,8 21-3-16,-2 1 0 0,3 0-7 0,-2-4-3 15,3 2-1-15,5 1-3 0,0 3 2 0,-1-1 2 16,-3 5-7-16,0 1-12 0,6 3-3 0,-4-1 3 15,2 3 1-15,1 4-2 0,-2 0 9 0,3 0-5 16,0 3 1-16,-1 1-1 0,-1 4 5 0,1-3 0 16,-3 6 5-16,4-1 12 0,-2 0-15 0,-2-1 2 15,-1 2-2-15,2-1 7 0,-3 1-4 0,3 3 5 16,-2-6-1-16,2 2 2 0,-2-1-11 0,0 1 13 16,-1-3-1-16,-1-2 0 0,4 3 2 0,-4-5 0 15,1-1 1-15,0 1 8 0,0-1-16 0,2 0 11 16,-8-2 1-16,15-7 0 0,-3 0-7 0,-2-2 7 15,3-2 0-15,-2-2 2 0,-3 3-2 0,2-3 3 16,-1-1-3-16,-4-2-5 0,0 2 2 0,-1 3 3 16,-3-1-3-16,2-6 3 0,-3 7 2 0,0-1 6 15,0 5 2-15,0 7 5 0,-1-12-3 0,1 12-5 16,0-9-7-16,0 9-1 0,0 0 1 0,-3-8-8 16,3 8 1-16,0 0-3 0,0 0 0 15,0 0 1-15,0 0-2 0,-6 23 6 0,4-11-2 0,2 2 0 16,0-1-3-16,-1 3 4 0,2 1-3 0,2-1-6 15,0-4-26-15,0 5-12 0,3 2-35 0,0-3-35 16,3-3-38-16,-3-1-36 0,5 0-40 0,1-1-44 16,-1-3-220-16,-1-1-535 0,4-4 236 15</inkml:trace>
  <inkml:trace contextRef="#ctx0" brushRef="#br0" timeOffset="72757.53">30147 3453 61 0,'-3'-4'149'16,"3"4"-36"-16,-3-7-32 0,3 7-15 0,0 0-6 15,0 0-16-15,0 0-30 0,11 29-14 0,-6-11-20 16,5 7-23-16,-3 2-45 0,2-1-95 0,0 2 42 16</inkml:trace>
  <inkml:trace contextRef="#ctx0" brushRef="#br0" timeOffset="72991.92">30309 3779 244 0,'0'0'251'0,"0"0"-6"0,0 0-15 0,0 0-12 0,0 0-24 16,0 0-11-16,0 0-2 0,0 0-13 15,0 0-16-15,-3-28-9 0,1 18-14 0,4-3-13 0,-1 1-11 16,0-5-12-16,3 0-12 0,1 1-7 0,3 3-4 16,-2-2-10-16,0 5-3 0,1 2-7 0,-1-1-9 15,3 4-4-15,-2 1 0 0,0 3-5 0,-7 1-6 16,15 1-5-16,-5 2-4 0,-1 1-3 15,-1 2-3-15,3 2 1 0,-5-1-2 0,3 4 9 16,-3-1-11-16,3 5 2 0,-2-2-24 0,2 0-28 16,-2 2-30-16,-3-4-25 0,-1 1-38 0,2-2-38 15,0 5-40-15,-2-4-15 0,0-1-167 0,-3-10-427 16,8 16 190-16</inkml:trace>
  <inkml:trace contextRef="#ctx0" brushRef="#br0" timeOffset="73226.11">30665 3456 25 0,'-2'-7'243'15,"0"0"-14"-15,-2 2-14 0,4 5-18 0,0 0-22 16,0-13-17-16,0 13-20 0,0 0-22 0,-4-5-11 16,4 5-11-16,0 0-2 0,0 0 3 0,-4 24 8 15,2-7-10-15,3 4-9 0,-4-2-13 0,2 5-3 16,0 1-7-16,1-4-5 0,0 4-6 0,0 1-5 15,-1-9-3-15,1 1-15 0,0 1-26 0,0-3-47 16,0 0-39-16,2-2-59 0,-2-2-44 0,1-3-166 16,-1-9-383-16,3 20 170 0</inkml:trace>
  <inkml:trace contextRef="#ctx0" brushRef="#br0" timeOffset="73778.55">30690 3766 51 0,'0'0'158'0,"19"-9"-16"0,-11 3-7 0,1 0-13 16,0-4-4-16,0 0 0 0,0 1-8 0,2-5-6 16,0-3-4-16,-1 4-11 0,-3-4-15 0,1 1-5 15,-1 1-8-15,1-2 2 0,-4 1-4 0,-1 6 9 16,-1-1 11-16,-2 4 5 0,2-1 5 0,-2 8-3 16,2-9-7-16,-2 9-12 0,3-9-5 15,-3 9-8-15,0 0-8 0,0 0-10 0,0 0 0 0,0 0-5 16,-28 16-6-16,17-3 0 0,-4 3-1 0,0 4-5 15,2-3 6-15,-2 3-13 0,7-4 10 16,-1 2-3-16,4-4-5 0,1-2-4 0,4 0 3 16,0-3-3-16,0-9-1 0,0 0-3 0,3 22 5 15,2-15-2-15,-5-7 3 0,11 6-2 0,1-6-1 16,3 0-2-16,3-3 3 0,4 0-4 0,-4-6 2 16,2 3 3-16,-1-1-6 0,-2-3 0 0,2 0 0 15,-2-1 3-15,-2 0-1 0,-1 0 0 0,0 0-3 16,-2-2-1-16,-5 5 2 0,1-4-3 0,-2 5 1 15,-1-2 1-15,1 3-1 0,-3 1 2 0,2 0-3 16,-5 5-4-16,5-6 1 0,-5 6-3 0,4-4-5 16,-4 4 3-16,0 0 3 0,0 0-8 0,0 0 9 15,8 10 2-15,-8-10-4 0,0 0 4 0,-4 26-11 16,4-16-34-16,-2 5-43 0,2-15-48 0,-3 24-56 16,2-9-187-16,-3-1-410 0,4-14 182 0</inkml:trace>
  <inkml:trace contextRef="#ctx0" brushRef="#br0" timeOffset="74242.9">31187 3677 67 0,'0'0'185'0,"0"0"-18"16,0 0-20-16,14 1 1 0,-14-1-5 0,0 0 9 15,0 0-2-15,0 0 4 0,0 0 2 0,0 0 2 0,0 0 2 16,0 0 6-16,0 0 1 0,0 0 7 15,0 0 4-15,0 0 9 0,0 0 3 0,0 0 2 16,0 0 2-16,0 0-25 0,0 0-18 0,0 0-18 16,-1-15-13-16,1 15-17 0,-2-17-12 0,2 17-8 15,-2-22-7-15,2 9-12 0,-1-3-8 0,4 0-7 16,0 1-10-16,1 3 4 0,1 1-18 0,0 1-8 16,0 0-3-16,1 6-14 0,-6 4-5 0,10-6-6 15,-10 6 4-15,18 1-2 0,-18-1-3 0,17 9 0 16,-10 0 6-16,5 3 0 0,-5 5 7 0,3-3-5 15,1 0-2-15,-7-3 0 0,-1-1 5 0,1-1-1 16,1-1-5-16,-5-8 4 0,4 14 3 0,-1-7 1 16,-3-7-8-16,5 10 0 0,-5-10-5 0,4 7 4 15,-4-7 4-15,0 0 13 0,0 0-14 0,0 0 5 16,0 0 0-16,0 0-5 0,15-16 1 16,-7 6-7-16,-1-3 8 0,2-2-4 0,1 1 3 15,-1 0 4-15,2 0-6 0,-2 4 5 0,2 2-7 16,-3 1 0-16,-2 1-3 0,3 0 11 0,-9 6-10 0,10-3 3 15,-10 3-4-15,0 0 7 0,16 10-10 0,-11-1 9 16,-1 2-14-16,1 5-21 0,-4 2-44 0,-1 0-47 16,0 6-63-16,-3 4-61 0,0-2-73 0,-9 1-201 15,-1 4-571-15,-1-2 253 0</inkml:trace>
  <inkml:trace contextRef="#ctx0" brushRef="#br0" timeOffset="78407.93">29049 7349 22 0,'0'0'163'0,"0"12"-18"16,0-12-8-16,2 10-6 0,-2-10-13 0,2 15 2 16,-2-6-8-16,0 2 5 0,0-2-11 0,1 3-3 15,-1-1-12-15,1 1-13 0,-2-1 2 0,2-2-11 16,-1-1-9-16,0 1 1 0,3-3-2 0,-3-6 10 16,3 11 1-16,-3-11 2 0,-2 6 4 0,2-6 3 15,2 8 5-15,-2-8-3 0,0 0 9 0,0 0 8 16,0 0-2-16,1 7 20 0,-1-7 2 0,0 0 2 15,0 0 5-15,0 0-6 0,0 0 21 0,0 0-25 16,0 0-16-16,0 0-19 0,0 0-8 0,0 0-14 0,-13-28-14 16,9 19-10-16,2-3-7 0,1-3-10 15,-1-2-8-15,2 0-1 0,-1-1-10 0,2 0-5 16,3 1-3-16,3 1 4 0,-4 6-12 0,6 0 27 16,0 3-6-16,0 1-3 0,3 1 2 0,-2 3-1 15,2 2 0-15,1 2-2 0,0 3-3 0,4 3-1 0,-4 1 3 16,2 1 0-16,-2 1-1 0,-3 0 3 15,0 0-2-15,0 0-3 0,-2 0 3 0,-2 2-1 16,0-4 4-16,-3-1 2 0,3 0-2 0,-5-4 2 16,3 1-3-16,-4-5 3 0,5 9 3 0,-5-9 1 0,2 4 2 15,-2-4-2-15,0 0 6 0,5 6-4 0,-5-6-4 16,0 0 6-16,0 0-3 0,0 0-1 16,0 0 4-16,0 0-2 0,0 0-6 0,0 0-3 15,0 0-6-15,9-19-7 0,-7 7-14 0,2 1 3 0,1-6-2 16,1-1-8-16,4 2 2 0,-1 1 1 15,0 0 4-15,-1 4-4 0,-1 3-6 0,1 2 6 16,-1 1 0-16,0 3 4 0,3 1 3 0,-1 2 2 16,3 0-1-16,-5 3 2 0,5 2 3 0,-4 1 2 15,2 2 1-15,-2 0 1 0,1 0 2 0,2 2-21 0,-5 1-25 16,2 4-44-16,0-3-25 0,-1 3-31 0,-2-5-42 16,2-1-32-16,-1 1-184 0,0-2-451 15,2-2 199-15</inkml:trace>
  <inkml:trace contextRef="#ctx0" brushRef="#br0" timeOffset="78776.86">29705 7287 48 0,'-9'-8'208'0,"-1"3"-7"0,-1 2-12 0,-1 0-8 16,0 3-15-16,-1 3-13 0,2 0-10 0,-1 4-2 15,-2 7-10-15,1-1-8 0,2-1-15 0,2 3-3 16,3 0-18-16,1 0-9 0,2-4-8 0,0 3-6 15,3 0-7-15,2-3-3 0,-1 1-8 16,3-2-2-16,0-1-4 0,0-3-6 0,3 3-3 0,0-3-2 16,3-3-4-16,-1 3-1 0,1-3-9 0,1-3 0 15,0 0-7-15,-1-2-2 0,1-1 3 0,-3 1-1 16,-1-3 5-16,-2 2-1 0,1-4 3 0,-1-1 0 16,-1 3 9-16,-3-4 26 0,3-1 12 0,-1 4 5 15,-3-2 1-15,0 8 4 0,0-14 2 0,0 14 0 16,-2-10 0-16,2 10-5 0,0-9-9 0,0 9-2 15,0 0-9-15,-1-8-12 0,1 8-5 0,0 0-4 16,0 0-7-16,0 0-2 0,0 0 1 0,0 0-7 16,0 0 2-16,0 0-11 0,23 15-2 0,-18-7-19 15,3-1-17-15,1 2-30 0,-3-1-32 0,3 2-41 16,-1-2-44-16,2-1-44 0,-2 1-37 0,-1-1-184 16,0 1-482-16,-1-3 213 0</inkml:trace>
  <inkml:trace contextRef="#ctx0" brushRef="#br0" timeOffset="78962.17">29848 7320 208 0,'0'0'236'15,"-1"-11"-12"-15,-1 5-17 0,2 6-10 0,0 0-19 16,0-10-17-16,0 10-18 0,0 0-14 0,-1-7-16 16,1 7-12-16,0 0-10 0,0 0-4 0,0 0-13 15,18 5-7-15,-10 0-7 0,-1 2-2 0,1 0-7 16,2 0-12-16,-2-1-25 0,2 2-21 0,-1-1-37 15,-3 1-32-15,2-3-33 0,0 1-34 0,1-2-19 16,-3 2-19-16,-1-3-105 0,2 1-311 0,-7-4 138 16</inkml:trace>
  <inkml:trace contextRef="#ctx0" brushRef="#br0" timeOffset="79113.42">30009 7311 128 0,'-5'-12'152'0,"0"2"18"0,0 2 9 0,-1 1 5 15,1-2 11-15,0 4-6 0,2 0-13 0,3 5-14 16,-9-8-14-16,3 7-15 0,6 1-14 0,-9-1-15 15,9 1-4-15,-11 6-18 0,3 0-6 0,1 4-8 16,-5 1-7-16,2 4-7 0,1-2-6 0,0 4-11 0,1-1-32 16,2-1-43-16,0 1-55 0,3-4-59 15,-2-1-68-15,2 2-125 0,2-2-373 0,1-11 165 16</inkml:trace>
  <inkml:trace contextRef="#ctx0" brushRef="#br0" timeOffset="79340.89">30176 6997 16 0,'0'-7'304'15,"0"0"-25"-15,0 7-25 0,-1-13-21 0,1 13-23 0,-1-7-26 16,1 7-20-16,0 0-9 0,0 0-8 16,0 0 0-16,0 0-2 0,9 32-9 0,-5-13-13 15,-2 7-13-15,7 2-11 0,-3 0-12 0,0 1-3 16,0-3-9-16,2 3-9 0,-1-3-16 0,0 2-41 15,-2-5-47-15,-1 1-59 0,1-5-72 0,-3 0-66 0,0 0-188 16,-1-3-459-16,-1 0 203 0</inkml:trace>
  <inkml:trace contextRef="#ctx0" brushRef="#br0" timeOffset="79874.86">30400 7280 166 0,'5'-10'197'0,"-1"4"-13"0,-4-4-15 16,4 1-13-16,-3-1-11 0,-1-1-10 16,0 0-6-16,0 1-12 0,-4-1-9 0,3 0-7 15,-1 0-5-15,-2 1-3 0,1 3 0 0,-1 3-6 0,0-3-5 16,4 7-5-16,-6-10-4 0,2 7-9 16,4 3-10-16,-10-4-7 0,10 4-2 0,-12 6 0 0,6-1-1 15,-1 5 0-15,3 1-4 0,-2-1 1 0,0 6-4 16,2-4-7-16,3 3 1 0,1 0-7 15,0-2 0-15,2 1-6 0,1-5 4 0,0 4-2 16,2-5-1-16,1 3-4 0,-2-7 0 0,4 2-2 16,-3-1-2-16,1-2-4 0,-1 0-1 0,4-2 0 0,-1 1 0 15,-8-2 5-15,17-3-7 0,-6-2-1 0,-3-1 2 16,2-1 1-16,-1 0-1 0,0-2 3 16,-5 2 1-16,5-5 2 0,-6 5 6 0,4-2-3 15,-2-1 1-15,-1 0 2 0,-2 2 3 0,1 0 2 16,-1 4-7-16,-2 4 0 0,6-10-1 0,-4 7-1 0,-2 3-6 15,0 0-6-15,1-9-1 0,-1 9-1 16,0 0 3-16,0 0-2 0,0 0 4 0,0 0-25 16,16 17-29-16,-12-11-45 0,1 2-41 0,0 2-54 15,1 0-54-15,-2 1-163 0,-2-2-440 0,4-2 195 0</inkml:trace>
  <inkml:trace contextRef="#ctx0" brushRef="#br0" timeOffset="80325.17">30712 7224 151 0,'0'0'293'0,"0"0"-12"0,6-3-5 0,-6 3-2 16,0 0-2-16,0 0-5 0,0 0-3 0,0 0 6 15,0 0-20-15,5-6-19 0,-5 6-6 0,0 0-20 16,0 0-14-16,0 0-23 0,0 0-14 0,0 0-20 16,0 0-11-16,-7-16-13 0,7 16 0 0,-4-7-15 15,4 7-14-15,-5-9-13 0,5 9-6 0,-3-10-6 16,3 2-10-16,-1 2-1 0,1 6-31 0,0-21 7 15,1 12-2-15,-1 1-11 0,2 0-1 0,-2 8-9 16,3-11-8-16,-3 11 1 0,3-9-17 0,-3 9-12 16,4-5 4-16,-4 5 5 0,9-1-7 0,-9 1 7 15,0 0 1-15,15 10-7 0,-8-5 14 0,0 2 7 16,1 1-3-16,-2 0 5 0,1-2-2 0,-1 1 12 16,-2 0-15-16,1-2 8 0,-3-1 4 0,-2-4 0 15,6 6 3-15,-6-6-2 0,3 4-2 0,-3-4 11 16,0 0 2-16,6 3 1 0,-6-3 8 0,0 0-6 15,0 0 5-15,0 0-5 0,0 0-2 0,12-11 3 16,-8 5-10-16,1-4 8 0,2 1-5 0,-1-3-10 16,5-1-9-16,1-1-2 0,2 0 5 0,-2 3 1 15,-2 3-3-15,0 3-2 0,-2 1 0 0,1-4 6 16,-2 4-6-16,2 4 3 0,-9 0 8 0,13 3-11 16,0 1 6-16,-6 1 3 0,1 2-1 15,-1 1 6-15,-2 1-12 0,2 3-32 0,-2-2-58 16,-2 0-42-16,0 2-46 0,-1 1-58 0,1-2-63 0,-3 1-223 15,0-2-579-15,1 3 256 0</inkml:trace>
  <inkml:trace contextRef="#ctx0" brushRef="#br0" timeOffset="80464.78">31154 7024 90 0,'-1'-8'183'0,"1"8"-31"0,-4-7-40 0,4 7-46 16,0 0-55-16,5-10-71 0,-5 10-33 0,0-8-100 16,0 8 45-16</inkml:trace>
  <inkml:trace contextRef="#ctx0" brushRef="#br0" timeOffset="87337.78">31334 5024 70 0,'0'0'81'0,"0"0"-6"16,0 0 0-16,0 0 2 0,0 0-11 0,0 0-4 15,-9 0-8-15,9 0 5 0,0 0-4 0,0 0-8 16,0 0-13-16,0 0 1 0,0 0-12 0,0 0 14 16,0 0-13-16,0 0-2 0,0 0-3 0,0 0 6 15,0 0-10-15,0 0 1 0,0 0-1 0,0 0 2 16,0 0-9-16,0 0 3 0,0 0-11 0,0 0 14 16,0 0-6-16,-11-3 2 0,11 3 6 0,0 0-12 15,-12 0 5-15,12 0-7 0,-9-2 2 0,9 2-4 16,-10 2 3-16,10-2-5 0,-10 0 8 0,10 0-12 15,-10 0 16-15,10 0-10 0,-9 0 4 0,9 0-9 16,-13 3 6-16,13-3-3 0,-11 1 2 0,4 1 14 16,7-2 0-16,-13 0-11 0,13 0 14 0,-9 1-12 15,9-1 0-15,-7 1-2 0,7-1-2 0,0 0 1 16,-8 2 7-16,8-2-9 0,0 0 2 0,0 0 2 16,-9 3 1-16,9-3 2 0,0 0-6 0,0 0-1 15,0 0 2-15,0 0-1 0,0 0-4 0,0 0 6 16,0 0 2-16,0 0-1 0,0 0 13 0,0 0 4 15,0 0-1-15,0 0 2 0,24 2-2 0,-11-2 14 16,-1-2-10-16,1 2 8 0,0 0-9 0,0 0 10 16,5-1-1-16,-1-1 8 0,1-1-4 0,1 2-5 15,-6-1 3-15,-2 2-7 0,3-1 4 0,-2 0-1 16,0-1-2-16,0 2 3 0,-2-2-6 0,-10 2-4 16,14 0 3-16,-7 0-1 0,-7 0 17 0,9-2 4 15,-9 2 2-15,6-2-5 0,-6 2-2 0,0 0-4 16,9-1 1-16,-9 1-4 0,0 0 1 0,0 0 4 15,0 0-6-15,0 0 2 0,9 0 0 0,-9 0-4 16,0 0 5-16,0 0-5 0,0 0-1 0,0 0 0 16,0 0 0-16,0 0-5 0,0 0-1 0,0 0-3 15,0 0 1-15,0 0-4 0,0 0-1 0,0 0-1 16,0 0-1-16,0 0-1 0,0 0-3 0,0 0 0 16,0 0 2-16,0 0-4 0,0 0 0 0,0 0 1 15,0 0-2-15,0 0-2 0,0 0-2 0,0 0 0 16,0 0-2-16,0 0-1 0,0 0-6 0,0 0-14 15,0 0-12-15,0 0-20 0,0 0-29 0,0 0-30 16,0 0-34-16,0 0-41 0,0 0-162 0,0 0-379 16,0 0 168-16</inkml:trace>
  <inkml:trace contextRef="#ctx0" brushRef="#br0" timeOffset="89742.87">10402 4265 40 0,'-14'-2'92'0,"14"2"-4"0,-11 0-9 15,11 0-10-15,-12-2-6 0,12 2-10 0,-12-1 3 16,12 1-16-16,-13 0 0 0,6-1-3 0,-4-1-3 0,11 2-7 16,-17 0-3-16,8 0-5 0,-1 0 10 0,10 0-2 15,-18 2-16-15,11-1-9 0,-1 0 12 0,8-1-1 16,-15 2-5-16,8 0 4 0,1-1-3 15,6-1 0-15,-13 3-6 0,5-1 1 0,2 0 5 16,6-2-1-16,-9 2 4 0,9-2-4 0,-8 3 3 16,8-3 13-16,-8 4-7 0,8-4-8 0,-10 3 1 15,10-3 5-15,-9 3 1 0,9-3 8 0,-8 3-8 0,8-3 15 16,-7 1-13-16,7-1 8 0,0 0-6 0,0 0-4 16,0 0 2-16,0 0-4 0,0 0-6 15,0 0 5-15,0 0 2 0,0 0-7 0,0 0 5 16,18 6-2-16,-8-6 6 0,1-1 2 0,3 0-2 15,2 1 1-15,2 0-2 0,1 0 7 0,-3-1-4 0,1 1 1 16,3-2 2-16,-4 2 0 0,1-1-1 0,-3 1 1 16,-1-1-5-16,1 1 3 0,-3 0 13 15,3 0-2-15,-1-2-1 0,-1 1-3 0,0 1 2 16,-1 0-2-16,-4 0 5 0,5-1 0 0,-12 1 1 16,14 0 2-16,-8-2-9 0,-6 2 2 0,9 0 0 15,-9 0 1-15,0 0-1 0,10 0 2 0,-10 0-2 16,0 0-3-16,0 0-1 0,8 0-3 0,-8 0-2 15,0 0-1-15,0 0-2 0,0 0-5 0,0 0-1 16,0 0-2-16,0 0-8 0,0 0-27 0,0 0-23 16,0 0-43-16,4 7-17 0,-4-7-23 0,0 0-22 15,-10 17-122-15,3-8-298 0,0 1 132 0</inkml:trace>
  <inkml:trace contextRef="#ctx0" brushRef="#br0" timeOffset="90958.33">11018 4434 1 0,'0'0'29'0,"0"0"0"0,0 0 10 0,0 0 3 15,0 0 1-15,0 0 6 0,0 0 12 0,0 0-1 16,0 0 9-16,0 0-10 0,0 0 14 0,0 0 9 16,0 0 0-16,0 0 9 0,0 0 1 0,0 0 3 0,0 0 2 15,0 0-3-15,0 0 6 0,0 0-5 0,0 0-2 16,0 0 3-16,0 0-4 0,0 0-4 15,0 0-4-15,0 0-7 0,0 0 0 0,0 0-8 16,0 0-3-16,0 0-8 0,0 0-4 0,0 0-5 16,0 0-6-16,0 0-4 0,0 0-8 0,0 0-2 15,0 0-2-15,0 0-7 0,0 0-2 0,0 0-4 0,0 0-3 16,0 0 1-16,12-3 1 0,-5 1-4 0,1 1 2 16,4-4-8-16,1 3 5 0,6-2-2 0,1-1 0 15,7-1-2-15,-6 4 1 0,1-4-2 16,-1 3-4-16,6-3 4 0,-7 2 2 0,2 1-4 15,-2 0 1-15,-2 0 1 0,1 0-1 0,-6-1-1 16,1 3 3-16,-1-1-3 0,0 0 2 0,-2 1-5 0,-2-2 7 16,-2 3-4-16,-7 0 3 0,14-1 2 15,-14 1-1-15,6-2 3 0,-6 2 4 0,0 0-1 16,8-2 4-16,-8 2 2 0,0 0 0 0,0 0-3 16,0 0 5-16,0 0 4 0,0 0-4 0,0 0-9 15,11 1 1-15,-11-1-3 0,0 0-5 0,0 0 0 16,0 0 2-16,0 0-11 0,0 0-19 0,0 0-32 15,0 0-30-15,0 0-22 0,1 8-21 0,-1-8-32 16,2 11-32-16,-2-1-151 0,-3 1-372 0,2 3 164 16</inkml:trace>
  <inkml:trace contextRef="#ctx0" brushRef="#br0" timeOffset="91625.68">12103 4385 78 0,'0'0'147'16,"0"0"-8"-16,0 0 0 0,0 0-3 0,0 0-8 0,0 0-11 15,0 0 0-15,0 0-5 0,0 0-5 0,0 0-7 16,0 0-4-16,0 0-5 0,0 0-10 0,0 0 2 15,0 0-6-15,0 0-6 0,0 0-2 0,0 0-10 16,0 0-9-16,0 0-1 0,0 0-1 0,0 0-10 16,0 0-2-16,0 0-5 0,0 0-1 15,0 0-1-15,0 0-3 0,0 0 0 0,0 0 2 0,0 0-3 16,0 0-2-16,0 0 4 0,0 0 1 0,0 0-4 16,0 0 2-16,0 0-4 0,0 0 0 0,0 0-4 15,0 0-2-15,0 0-4 0,0 0-2 0,0 0-3 16,0 0 2-16,0 0-6 0,0 0 2 15,0 0-4-15,0 0 0 0,0 0-1 0,0 0 8 16,0 0-4-16,8-7-5 0,6 6 4 0,4-1 1 0,2 0-2 16,0 0 1-16,0 0 0 0,2 1 3 0,-1-3 0 15,-1 0-2-15,0 3 2 0,-1-3 1 16,-2 2-4-16,-3 1 5 0,3 0 1 0,-3-1 0 0,-3 2-2 16,-2-2 0-16,-2 1 2 0,-7 1-1 15,16 0-4-15,-16 0 3 0,8-1-2 0,-8 1 3 16,10-2-1-16,-10 2-3 0,0 0 1 0,0 0 1 0,7 2-3 15,-7-2 0-15,0 0 0 0,0 0-1 0,0 0-1 16,0 0-4-16,0 0-12 0,0 0-23 0,0 0-23 16,0 0-30-16,0 0-41 0,0 0-23 15,6 2-28-15,-6-2-26 0,0 0-109 0,-23 12-343 16,6-8 152-16</inkml:trace>
  <inkml:trace contextRef="#ctx0" brushRef="#br0" timeOffset="92794.88">7489 4221 5 0,'0'0'56'0,"0"0"1"0,0 0-13 0,0 0-2 15,0 0-6-15,0 0 5 0,0 0-10 0,0 0-5 16,7-8 1-16,-7 8-7 0,0 0-1 0,0 0-10 16,0 0 3-16,0 0-4 0,0 0-13 0,0 0-7 15,0 0-7-15,0 0-9 0,0 0-4 0,0 0-25 16,0 0-60-16,0 0 26 0</inkml:trace>
  <inkml:trace contextRef="#ctx0" brushRef="#br0" timeOffset="98276.85">7104 5302 15 0,'0'0'61'0,"0"0"-11"0,0 0 0 15,5-3-18-15,-5 3 6 0,0 0-2 0,0 0-3 0,0 0-3 16,0 0-4-16,0 0 2 0,0 0-9 0,0 0-4 16,0 0-3-16,0 0 0 0,0 0 2 0,0 0-8 15,0 0 4-15,0 0 0 0,0 0-11 0,0 0-2 16,0 0-8-16,0 0 0 0,0 0-11 0,0 0-2 16,0 0-13-16,0 0-28 0,0 0-71 15,0 0 32-15</inkml:trace>
  <inkml:trace contextRef="#ctx0" brushRef="#br0" timeOffset="102534.5">10603 5191 56 0,'0'0'121'0,"0"0"0"0,0 0-6 0,0 0-10 16,0 0-8-16,0 0-6 0,0 0-12 0,0 0-9 15,0 0-10-15,0 0-10 0,-8-13-9 0,8 13-15 16,0 0-25-16,0 0-10 0,0 0-17 0,0 0-7 16,0 0-13-16,0 0-8 0,0 0-14 0,0 0-10 15,0 0-43-15,0 0-129 0,0 0 58 0</inkml:trace>
  <inkml:trace contextRef="#ctx0" brushRef="#br0" timeOffset="103179.13">11594 5129 27 0,'0'0'85'0,"0"0"1"0,0 0-9 16,0 0-6-16,0 0-6 0,0 0-6 0,0 0-3 15,-2 12-8-15,2-12 8 0,0 0-16 0,0 0-1 16,0 0 4-16,0 0-21 0,0 0-3 0,0 0 7 16,0 0-12-16,0 0-3 0,0 0-15 0,0 0-3 15,0 0-13-15,0 0-1 0,0 0-11 0,0 0-10 16,0 0-19-16,0 0-49 0,0 0-119 0,0 0 53 15</inkml:trace>
  <inkml:trace contextRef="#ctx0" brushRef="#br0" timeOffset="103915.04">12345 5439 6 0,'0'0'36'16,"0"0"-3"-16,0 0-5 0,0 0-5 0,0 0 0 16,0 0-14-16,0 0-4 0,0 0-6 0,0 0 1 15,0 0-10-15,0 0-5 0,0 0-9 0,0 0-24 16,0 0 12-16</inkml:trace>
  <inkml:trace contextRef="#ctx0" brushRef="#br0" timeOffset="107043.02">14420 5040 22 0,'0'0'52'15,"0"0"-3"-15,0 0-9 0,0 0-6 0,0 0 3 16,0 0-5-16,0 0-2 0,0 0-11 0,0 0 4 16,0 0-4-16,0 0-2 0,0 0-5 0,0 0 7 15,0 0-5-15,0 0 2 0,0 0-6 0,0 0-10 16,0 0 8-16,4 6 4 0,-4-6 1 0,0 0 1 16,0 0 14-16,0 0-7 0,4 7-8 0,-4-7-2 15,6 6 3-15,-6-6 7 0,5 6-16 0,-3-1 3 16,-2-5 1-16,2 7-2 0,-2-7 0 0,4 7-1 15,-4-7-3-15,7 5 1 0,-5-1 3 0,-2-4-7 16,5 6 5-16,-5-6 6 0,5 4 8 0,-5-4 0 16,4 5 2-16,-4-5-3 0,0 0 7 0,6 2-4 15,-6-2 0-15,0 0 1 0,0 0-2 0,7 3 11 16,-7-3-1-16,16-10 1 0,-3-1-4 16,9-8-8-16,1-3-13 0,-1-2-20 0,5-4-27 0,7-10-26 15,-2 4-80-15,-8 8-159 0,-3-1 70 0</inkml:trace>
  <inkml:trace contextRef="#ctx0" brushRef="#br0" timeOffset="113725.89">30221 4957 30 0,'0'0'117'0,"0"0"-1"16,0 0-9-16,0 0-4 0,0 0-18 0,0 0-4 15,0 0-6-15,0 0-16 0,0 0-10 0,0 0-11 16,0 0-23-16,0 0-20 0,0 0-20 0,0 0-10 16,0 0-35-16,0 0-54 0,0 0-133 0,0 0 58 15</inkml:trace>
  <inkml:trace contextRef="#ctx0" brushRef="#br0" timeOffset="114589.83">31728 4863 10 0,'0'0'60'0,"0"0"3"15,0 0-17-15,0 0-18 0,0 0 4 0,0 0 1 16,0 0-2-16,0 0-3 0,0 0 7 0,0 0-17 16,0 0 3-16,0 0-7 0,0 0 9 0,0 0-1 15,0 0-1-15,0 0-7 0,0 0-2 0,0 0-4 16,0 0 1-16,0 0 7 0,0 0-13 16,0 0 0-16,0 0 7 0,0 0 0 0,0 0 2 15,0 0-8-15,0 0 1 0,0 0-2 0,0 0 14 0,0 0-17 16,0 0-1-16,0 0 4 0,0 0-6 0,0 0 11 15,0 0-11-15,0 0-1 0,0 0-10 0,0 0-10 16,0 0-16-16,0 0-9 0,0 0-32 0,0 0-88 16,0 0 39-16</inkml:trace>
  <inkml:trace contextRef="#ctx0" brushRef="#br0" timeOffset="116718.72">30243 6097 18 0,'0'0'-3'0,"9"-1"-4"0,-2-2 2 0</inkml:trace>
  <inkml:trace contextRef="#ctx0" brushRef="#br0" timeOffset="117257.7">31415 6132 61 0,'0'0'95'0,"-7"-4"-7"0,7 4-3 16,0 0 4-16,-11-7-6 0,11 7-7 15,-5-3-10-15,5 3-3 0,-7-3-4 0,7 3 3 16,-5-4 7-16,5 4-5 0,0 0 0 0,-6-5 4 0,6 5-4 16,0 0 3-16,-9-6 2 0,9 6 3 0,-8-4-11 15,8 4-1-15,-9-5 4 0,4 3-3 0,-1-2 9 16,6 4 5-16,-9-5 3 0,9 5 0 15,0 0-6-15,-8-3-6 0,8 3-2 0,0 0-9 0,-9 0-3 16,9 0-5-16,0 0-6 0,0 0-4 0,-5-7-4 16,5 7-7-16,0 0-9 0,0 0-9 0,0 0-13 15,25-4-26-15,1-2-30 0,5-3-48 0,6 0-53 16,15-6-182-16,5-1-372 0,-2-3 165 0</inkml:trace>
  <inkml:trace contextRef="#ctx0" brushRef="#br0" timeOffset="119963.39">10522 5145 61 0,'0'0'68'0,"0"0"-14"0,0 0-4 0,0 0-10 16,0 0-1-16,0 0-1 0,0 0-8 0,0 0-8 15,0 0-9-15,0 0-6 0,0 0-6 16,0 0-14-16,0 0-18 0,0 0-33 0,0 0-68 16,0 0 30-16</inkml:trace>
  <inkml:trace contextRef="#ctx0" brushRef="#br0" timeOffset="123321.11">10166 6196 59 0,'0'0'94'0,"0"0"-10"0,8 1-15 0,-8-1-7 16,0 0-14-16,0 0-7 0,0 0-26 0,0 0-27 15,0 0-24-15,0 0-35 0,6 5-77 0,-6-5 35 16</inkml:trace>
  <inkml:trace contextRef="#ctx0" brushRef="#br0" timeOffset="124536.01">12429 6514 57 0,'0'0'92'0,"0"0"-8"0,0 0-15 0,0 0 2 16,0 0-5-16,0 0-13 0,0 0-2 0,0 0-12 16,0 0 4-16,0 0-12 0,0 0 2 0,0 0-6 15,0 0-5-15,0 0 1 0,0 0-6 0,0 0 1 16,0 0-7-16,0 0 0 0,0 0-7 0,0 0 7 15,0 0-8-15,0 0 2 0,0 0-5 0,0 0 2 16,0 0-12-16,0 0 3 0,0 0 0 0,4 5-5 16,-4-5-2-16,0 0 3 0,0 0 2 0,0 0-7 15,0 0-2-15,0 0-8 0,0 0-4 0,0 0 3 16,0 0-4-16,0 0 10 0,0 0 2 0,0 0-1 16,0 0-1-16,0 0-1 0,0 0-3 0,0 0-4 15,0 0-9-15,0 0-34 0,0 0-78 0,0 0 35 16</inkml:trace>
  <inkml:trace contextRef="#ctx0" brushRef="#br0" timeOffset="126519.59">10487 7681 77 0,'0'0'82'16,"0"0"-6"-16,0 0-2 0,0 0-5 0,0 0-3 15,0 0-4-15,0 0-3 0,0 0-4 0,0 0-8 16,0 0-7-16,0 0-7 0,0 0 5 0,0 0-3 16,0 0-3-16,0 0 0 0,0 0 2 0,0 0-8 15,0 0-5-15,0 0 3 0,0 0-7 0,0 0 1 16,0 0-5-16,0 0 2 0,0 0-7 0,0 0-2 16,0 0 10-16,0 0 1 0,0 0-8 0,0 0-3 15,0 0 1-15,0 0-3 0,0 0-5 0,0 0 11 16,0 0-8-16,0 0-5 0,0 0 10 0,0 0-8 15,0 0 5-15,0 0-10 0,0 0-18 0,0 0 20 16,0 0-3-16,0 0 0 0,0 0-9 0,0 0 8 16,0 0-4-16,0 0-11 0,0 0-4 0,0 0-11 15,0 0-1-15,0 0-9 0,0 0 4 0,0 0-9 16,0 0 2-16,0 0-4 0,0 0-4 0,0 0-44 16,0 0-111-16,0 0 49 0</inkml:trace>
  <inkml:trace contextRef="#ctx0" brushRef="#br0" timeOffset="127414.85">11487 7722 91 0,'0'0'100'0,"0"0"-7"15,0 0-17-15,0 0 4 0,0 0-17 0,0 0 0 16,0 0-19-16,0 0 3 0,0 0-9 0,0 0-13 0,0 0-9 16,0 0-14-16,0 0-11 0,0 0-19 0,0 0-22 15,0 0-3-15,0 0-47 0,0 0-108 0,4 3 48 16</inkml:trace>
  <inkml:trace contextRef="#ctx0" brushRef="#br0" timeOffset="128068.9">12307 7800 39 0,'0'0'44'0,"0"0"-8"0,0 0 4 0,0 0-8 16,0 0-1-16,0 0-3 0,0 0-6 0,0 0 1 16,5 3-8-16,-5-3 5 0,0 0-4 0,0 0-2 15,0 0-2-15,0 0-2 0,6 5 1 0,-6-5-7 16,0 0-4-16,0 0 2 0,0 0 4 0,0 0-9 16,4 4 0-16,-4-4-5 0,0 0 0 0,0 0 0 15,0 0 1-15,0 0-10 0,0 0 6 0,0 0 0 16,0 0-1-16,0 0 1 0,0 0-3 0,0 0-8 15,0 0-23-15,5 2-49 0,-5-2 21 0</inkml:trace>
  <inkml:trace contextRef="#ctx0" brushRef="#br0" timeOffset="132204.07">11581 7499 52 0,'0'0'127'0,"0"0"-14"16,0 0-11-16,0 0 1 0,0 0-15 0,0 0-4 15,0 0-13-15,0 0-9 0,0 0-3 0,0 0-1 16,0 0-12-16,0 0-2 0,0 0-3 0,0 0-7 16,0 0 4-16,0 0-4 0,0 0-8 0,0 0-8 15,0 0 1-15,0 0 0 0,0 0-12 0,0 0-6 16,0 0-12-16,0 0-9 0,0 0-17 0,0 0-9 15,0 0-14-15,0 0-11 0,0 0-14 0,0 0-68 16,0 0-166-16,0 0 74 0</inkml:trace>
  <inkml:trace contextRef="#ctx0" brushRef="#br0" timeOffset="133247.57">12331 7663 86 0,'0'0'69'0,"0"0"0"0,0 0-11 16,0 0-5-16,0 0-10 0,0 0 4 0,0 0-11 16,0 0-10-16,0 0-1 0,0 0-15 0,0 0-7 0,0 0-10 15,0 0-15-15,0 0-14 0,0 0-41 0,0 0-84 16,0 0 38-16</inkml:trace>
  <inkml:trace contextRef="#ctx0" brushRef="#br0" timeOffset="134591.06">31815 5691 102 0,'0'0'200'16,"0"0"0"-16,0 0-1 0,0 0-3 0,0 0-3 15,0 0-8-15,0 0-3 0,0 0-9 0,0 0-1 16,0 0-20-16,0 0-5 0,0 0-11 15,0 0-5-15,0 0-14 0,-4 7-14 0,4-7-6 0,0 0-12 16,0 0-9-16,0 0-10 0,0 0-4 0,0 0-7 16,0 0-6-16,0 0-13 0,0 0 0 0,0 0 1 15,0 0-6-15,0 0-6 0,0 0-3 0,0 8 1 16,0-8-5-16,0 0 2 0,0 0-2 0,0 0-5 16,0 0 0-16,0 0 1 0,0 0-3 15,0 0-3-15,0 0 6 0,0 0-2 0,0 0-3 0,0 0-4 16,0 0-16-16,0 0-22 0,0 0-40 0,23-23-55 15,-5 3-46-15,9-7-54 0,9-10-46 16,3 2-147-16,-3-6-455 0,4-2 202 0</inkml:trace>
  <inkml:trace contextRef="#ctx0" brushRef="#br0" timeOffset="134891.84">31944 4693 193 0,'0'0'214'0,"0"0"-26"16,0 0-15-16,0 0-21 0,0 0-17 0,6-8-25 15,7-7-17-15,10-3-32 0,0-6-27 0,20-5-25 16,5-1-42-16,3-5-33 0,23-14-49 0,-22 19-77 16,29-18-207-16,-29 16 92 0</inkml:trace>
  <inkml:trace contextRef="#ctx0" brushRef="#br0" timeOffset="165791.78">23653 8536 115 0,'0'0'100'0,"0"0"-5"16,0 0-17-16,0 0-5 0,0 0-5 0,0 0-12 15,0 0-3-15,0 0-4 0,6 2-7 0,-6-2-3 16,0 0-2-16,0 0-5 0,0 0-2 0,0 0-4 16,0 0-1-16,0 0 0 0,0 0 2 0,0 0 2 15,0 0-9-15,0 0-9 0,0 0 0 0,0 0-1 16,0 0-3-16,0 0-1 0,0 0-2 0,0 0 0 16,0 0 4-16,0 0 2 0,0 0-11 0,0 0 5 0,0 0-7 15,0 0 5-15,0 0-10 0,-17 3 16 16,17-3-8-16,0 0 0 0,0 0 5 0,-12 0 7 15,12 0-13-15,0 0 6 0,-9 2-1 0,9-2 4 0,0 0-5 16,-9 2-4-16,9-2 2 0,0 0 5 0,-9 1-4 16,9-1 6-16,0 0 0 0,0 0 8 0,0 0-13 15,-8 1 5-15,8-1 3 0,0 0 8 0,0 0-1 16,0 0 6-16,0 0-4 0,0 0 3 0,-9 0 4 16,9 0 4-16,0 0-7 0,0 0 3 0,0 0-4 15,0 0 5-15,0 0-10 0,0 0 5 0,0 0 3 16,0 0-2-16,0 0-12 0,0 0 11 0,0 0 1 15,0 0-4-15,0 0 3 0,0 0-4 0,0 0-2 16,0 0-5-16,0 0 3 0,0 0-2 0,0 0-7 16,0 0 5-16,0 0-3 0,0 0 7 0,0 0 0 15,31 2 3-15,-18-1-1 0,4-1 0 0,13 0 5 16,-3 3-3-16,6-5 2 0,-1 0 4 0,-2 2-3 16,6 0-2-16,0-1-2 0,1 1 4 0,3-2-3 0,11-2-1 15,-12 1 3-15,13 0 2 0,-14-2-2 0,15 2 6 16,-15-1 2-16,14-1-1 0,0 0 5 15,-18 1-8-15,3-2-5 0,0-1 5 0,1 3-1 0,-1 3-1 16,0-3-2-16,-1 0-1 0,-3 1-1 0,-2-1-2 16,1 1 0-16,-3 2-2 0,-1-1 3 15,-6-1-2-15,1 2 2 0,-5-1-1 0,5 1-2 0,-4 0 2 16,2-1-3-16,-4 2 1 0,3-2 0 0,-2 1 4 16,-6 2-5-16,2-2-4 0,-1 2 1 0,1-1 0 15,-1 0-2-15,1 0-1 0,-2-1 3 0,-1 2 1 16,2-1 3-16,0 0-2 0,1 0-2 0,3-1 2 15,-3 1-2-15,-3-1 0 0,1-2 0 0,1 3-2 16,0 0 1-16,0-2 1 0,-3 2-2 0,2 0 3 16,-2-1-4-16,-1 2 1 0,0-2 0 0,-1 0 6 15,2-3 0-15,-10 4 2 0,19 0-3 0,-8 0-2 16,-3-1-2-16,-8 1 1 0,16-2-5 0,-9 1 2 16,1 2 1-16,-8-1-2 0,13-2-1 0,-13 2 2 0,10-1-7 15,-10 1 3-15,7-2 2 0,-7 2-2 16,0 0 0-16,0 0 0 0,10-2-1 0,-10 2 4 15,0 0 4-15,0 0 8 0,10 0 3 0,-10 0 6 16,0 0 7-16,0 0 1 0,0 0 3 0,0 0 2 0,0 0-8 16,0 0-5-16,0 0 5 0,0 0-7 0,0 0-2 15,0 0-7-15,0 0-8 0,0 0-5 16,0 0-16-16,0 0-11 0,0 0-18 0,0 0-18 0,0 0-21 16,0 0-24-16,0 0-34 0,0 0-18 0,0 0-36 15,0 0-25-15,0 0-15 0,-23 10-131 0,17-7-394 16,-4-2 174-16</inkml:trace>
  <inkml:trace contextRef="#ctx0" brushRef="#br0" timeOffset="173357.36">26749 8154 58 0,'0'0'86'0,"0"0"-15"0,0 0 7 0,0 0-10 16,0 0-10-16,0 0-2 0,0 0-13 0,0 0 1 15,0 0-7-15,0 0 0 0,0 0-10 0,0 0-11 16,0 0-5-16,6 4-11 0,-6-4-6 0,0 0-15 16,0 0-12-16,0 0-9 0,0 0-56 0,0 0-107 15,0 0 48-15</inkml:trace>
  <inkml:trace contextRef="#ctx0" brushRef="#br0" timeOffset="178542.53">19378 10728 67 0,'0'0'92'0,"0"0"-15"0,0 0-2 0,0 0-5 16,0 0-7-16,0 0 4 0,0 0-7 16,0 0 0-16,0 0-3 0,0 0 9 0,0 0-5 0,0 0 3 15,-13-2-2-15,13 2-8 0,0 0-3 0,0 0-11 16,0 0 3-16,0 0-11 0,-8-1 5 0,8 1-3 15,0 0-2-15,0 0 1 0,-10-4-1 0,10 4-5 16,-9-1-6-16,9 1 0 0,-12-1 0 0,12 1-15 16,-15 0 23-16,5 1-9 0,1-1 3 0,-1 1 1 15,1-1-4-15,-4 2 1 0,2 0 2 0,-1-2-1 16,-2 2-2-16,2-1-1 0,0 0-3 0,0 2-3 16,-1 0 9-16,-1-2-2 0,1 2-2 0,1-3 0 15,0 3 6-15,5-1-2 0,-2-2 1 0,1 2 5 16,8-2-2-16,-12 4-4 0,12-4-3 0,-7 4-5 15,7-4 0-15,-9 1-3 0,9-1 1 0,0 0-7 16,0 0-1-16,-7 3 5 0,7-3-2 0,0 0-2 16,0 0 14-16,0 0-4 0,0 0-6 0,25 11 15 0,-14-8 3 15,8 2-5-15,1 0-2 0,7 0 3 0,1-2-1 16,4 1-1-16,3-1 5 0,2 1 6 16,-1-2-2-16,14 2-7 0,2-4 5 0,-13 2 1 0,14 2 1 15,0-3 7-15,0 4-3 0,0 0-5 0,-12-3 2 16,11-2 1-16,1 4-3 0,0-1 8 0,-13 0 5 15,13-2 3-15,-1 2-1 0,-1-3 4 16,4 0-4-16,0 3 0 0,-4-1-8 0,5-2 3 0,0-2-4 16,-3 1-4-16,-3-1 2 0,-10 1-4 0,12-3 4 15,-12 2 5-15,-1-1 4 0,11-1-5 0,-12-1-1 16,11-3 6-16,-10 2-3 0,-4-2-3 0,-2 3-1 16,1-1-1-16,0 3-6 0,-1-4-1 0,-1 0-1 15,-3 0 1-15,-2 2-7 0,0 0 4 0,1 0-2 16,-9 3-3-16,-1-1-4 0,-5 1 2 0,-2 2 0 0,-3-2-2 15,0 2-4-15,-2-1 3 0,-6 1-4 16,11-2 0-16,-11 2 1 0,9-2 5 0,-9 2-2 16,0 0 3-16,8-3-2 0,-8 3-1 0,0 0-1 15,0 0-3-15,0 0 2 0,0 0-6 0,0 0 2 0,0 0-8 16,10 0-16-16,-10 0-15 0,0 0-27 0,0 0-34 16,0 0-61-16,0 0-68 0,-25 7-63 15,8 0-225-15,-2 0-552 0,-10-4 245 0</inkml:trace>
  <inkml:trace contextRef="#ctx0" brushRef="#br0" timeOffset="-211778.11">25533 15038 16 0,'-15'-7'20'0,"1"-2"-12"0,-6 0-16 16,2-1-7-16,-9-2 3 0</inkml:trace>
  <inkml:trace contextRef="#ctx0" brushRef="#br0" timeOffset="-208501.6">24173 18235 45 0,'0'0'47'0,"0"0"0"16,0 0 7-16,0 0 0 0,0 0-35 0,-41-16-64 16,41 16-48-16,0 0 158 0,0 0-31 0,0 0 19 15,0 0-6-15,0 0 2 0,0 0-7 0,0 0-10 0,0 0 4 16,0 0-6-16,-32-7 3 0,32 7-11 16,0 0 2-16,0 0-8 0,0 0 0 0,0 0 1 15,0 0-8-15,0 0 5 0,0 0 0 0,0 0 2 16,0 0-5-16,0 0-9 0,0 0 3 0,0 0-13 15,111-3-1-15,-111 3-8 0,48-2 7 0,-18 0-6 16,-30 2 5-16,62-4-14 0,-32 1 0 0,6 2 5 16,-36 1 0-16,74-5 15 0,-36 1 5 0,19-1 4 15,-3-2-6-15,1 5 3 0,0-3 5 0,-1 0-1 16,4 2-3-16,0-2 10 0,-3 3-5 0,-1 2 5 16,-3-3-8-16,1 4 9 0,1-2-11 0,-2 2 3 15,1 2-2-15,2-3 8 0,-3-1-6 0,2 1 9 16,3 0-11-16,-4 0-5 0,-1 0 6 15,3-2 0-15,-4 2 3 0,1 2-5 0,-12-2 2 16,1-2-7-16,0-1 2 0,-4 2-6 0,3-2-3 16,-3 0-7-16,1 1-10 0,-1-1-5 0,-36 3-9 15,57-11-49-15,-26 6-97 0,-31 5 44 0</inkml:trace>
  <inkml:trace contextRef="#ctx0" brushRef="#br0" timeOffset="-185101.26">13840 5929 2 0,'0'0'86'0,"0"0"4"0,0 0-28 0,-6-16 7 16,6 16-6-16,-5-4 12 0,5 4-21 0,-6-7 7 16,2 1-5-16,4 6-1 0,-8-8 7 0,4 3-3 15,4 5-13-15,-9-9 10 0,5 5-9 0,-1-2 8 16,1 2 0-16,-1-2-6 0,0 2-3 0,-1-1-3 16,6 5-2-16,-7-7 1 0,3 2 7 0,4 5 4 15,-10-8-2-15,8 4-3 0,2 4-9 0,-7-6-2 16,7 6 2-16,-6-5-3 0,6 5-8 0,-6-6-1 15,6 6 0-15,-8-5-8 0,8 5 3 0,-4-6-4 16,4 6-3-16,-5-4 2 0,5 4 0 0,0 0-9 16,0 0 4-16,-4-6 2 0,4 6 1 0,0 0-11 15,0 0-1-15,0 0 5 0,0 0-2 0,0 0 0 16,-7-3 2-16,7 3-2 0,0 0 2 0,0 0-3 16,0 0-1-16,0 0-2 0,0 0 2 0,0 0 4 15,0 0-6-15,0 0-1 0,-4-6 1 0,4 6-2 16,0 0 3-16,0 0 0 0,0 0-3 0,0 0 7 15,0 0-3-15,0 0-4 0,0 0 0 0,0 0-1 16,0 0 1-16,0 0 0 0,0 0-1 0,0 0 0 16,0 0-6-16,0 0 3 0,0 0 10 0,0 0 6 15,0 0 4-15,24-4-1 0,-8 0-4 0,13-3 5 16,1 1-2-16,7-2-8 0,-1-1 4 0,3-2 2 16,10 0-2-16,-13 2-2 0,-2-1 0 0,2 1-3 15,-4-1 4-15,-3 3-3 0,-9 1 1 0,8-1 2 16,-11 2 0-16,0 0-5 0,-3 1 3 0,-1 0-4 15,-2 0 5-15,1 1-1 0,-6 3-4 0,1-3 1 16,-7 3-1-16,12-3 0 0,-8 1-3 0,-4 2 0 16,0 0 0-16,11-2 1 0,-11 2 3 0,0 0-13 15,0 0-3-15,0 0-5 0,0 0-18 16,0 0-34-16,0 0-17 0,9 10-21 0,-9-4-21 16,-3 4-40-16,-1 7-91 0,-2-2-280 0,2 5 125 0</inkml:trace>
  <inkml:trace contextRef="#ctx0" brushRef="#br0" timeOffset="-184588.27">13767 7031 44 0,'-7'-10'103'15,"5"4"-12"-15,2 6-1 0,-8-6-13 0,8 6 2 16,-4-8-4-16,0 3 11 0,4 5 10 0,-3-7 0 15,3 7-1-15,-4-7 2 0,4 7 3 0,0 0 1 16,-6-5 2-16,6 5-1 0,0 0 3 0,-3-7-1 16,3 7 3-16,0 0-2 0,0 0-7 0,0 0-9 15,-7-5-9-15,7 5-7 0,0 0-10 0,0 0-7 16,0 0-9-16,0 0-8 0,0 0-2 0,0 0-6 16,10-9-2-16,0 8-2 0,9-4-1 0,8 0-1 15,6-2 3-15,1 0-8 0,4-4-3 0,14-3 4 16,-3-1-8-16,-10 5 3 0,-3 1-4 0,0-2 0 15,-3 1 1-15,0 2-2 0,-3-3-2 0,1 3 0 16,-1-1 1-16,-8 5 4 0,-3-1-5 0,-2 1-2 16,3-2 0-16,-7 3-1 0,0 1-1 0,-3-2-1 15,-3 3-2-15,1-2-4 0,-8 3-14 0,14 3-25 16,-14-3-27-16,9 1-34 0,-9-1-32 0,7 8-10 16,-7-1-29-16,-3 5-27 0,-7 14-124 0,-2 1-350 0,-4 3 154 15</inkml:trace>
  <inkml:trace contextRef="#ctx0" brushRef="#br0" timeOffset="-183971.88">14054 8081 127 0,'-7'-2'143'0,"7"2"-11"0,0 0-16 16,-15-2-5-16,15 2-12 0,-14 0-5 0,5 0-10 15,1 0 1-15,8 0 0 0,-15-1-1 0,15 1 3 0,-11 0-7 16,11 0-12-16,0 0-1 0,-11 0-12 16,11 0-9-16,0 0-3 0,0 0-2 0,0 0-4 15,0 0 4-15,0 0-4 0,38-8-3 0,-13 1 3 16,9-2-1-16,2-1 0 0,11-5-5 0,-10 3 1 15,13-3 2-15,-11 4-1 0,-8-4-5 0,0 9 1 16,-4-2-3-16,-8 3-4 0,-2-1-3 0,2 4-5 16,-9 0 0-16,0-1-4 0,-1 0-3 0,-3 2-4 15,-6 1-11-15,12 1-6 0,-7 3-16 0,-5-4-12 0,4 11-13 16,-7 0-27-16,-6 4-28 0,-4 11-28 0,-4 0-31 16,-16 12-92-16,1-2-281 0,-5 1 126 0</inkml:trace>
  <inkml:trace contextRef="#ctx0" brushRef="#br0" timeOffset="-183388.72">13775 9665 88 0,'-8'-5'112'0,"3"2"3"0,-1-1 9 0,-2 1-7 16,2-2-4-16,-3 2 2 0,9 3-1 0,-9-7 4 15,9 7-3-15,-9-3-8 0,9 3-11 0,-5-4-14 16,5 4-7-16,-4-5-12 0,4 5-4 0,0 0-8 16,13-9-4-16,1 2-10 0,6-1 2 0,12-3-2 15,2-2-9-15,1-1 1 0,5 3-5 0,8-7-2 16,-12 5-1-16,-1-2 2 0,-1 2 1 0,0 1-1 16,-3 1-2-16,-4-1 0 0,1 1-4 0,-1 1 0 15,-7 1 1-15,-3 2-3 0,2 1-4 0,-6 3 2 16,-2 0-2-16,1-1-5 0,-2 1 1 0,-3 0 0 15,-7 3-7-15,10-4-13 0,-10 4-5 0,8 0-16 16,-8 0-17-16,0 0-2 0,7 7-18 0,-7-7-27 16,-7 17-15-16,-3-1-30 0,-7 11-122 0,-3-1-287 15,0 2 127-15</inkml:trace>
  <inkml:trace contextRef="#ctx0" brushRef="#br0" timeOffset="-182870.54">13811 10822 88 0,'0'0'170'0,"0"0"-12"0,0 0-23 0,0 0-11 16,0 0-17-16,0 0-5 0,0 0-14 0,0 0-13 0,0 0-15 15,0 0 4-15,3-28-8 0,-3 28-9 0,-3-13-4 16,3 4 0-16,-2-1-5 0,2 10-5 0,-2-13-4 16,-1 6-6-16,1 1-2 0,-2-3 2 0,0 1-13 15,-1-1 12-15,1 3 1 0,4 6 5 0,-10-10-2 16,4 2-5-16,1 3 7 0,-1-1 8 0,6 6 1 15,-10-8-10-15,8 5 10 0,-4-3-5 0,6 6-8 16,-7-8 9-16,7 8-2 0,-9-4-1 0,9 4 2 16,-7-4 2-16,7 4-3 0,0 0-5 0,-7-3-1 15,7 3-2-15,0 0-3 0,-4-6-9 0,4 6-6 16,0 0 6-16,0 0-2 0,0 0-2 0,20-7 3 16,-9 7 1-16,16-8 1 0,3 2-7 0,1-3-2 15,7-1 0-15,-2 0 6 0,5-2-6 0,-5 0 1 16,1 0-1-16,-3 0 0 0,-2 3 0 0,-3 0 2 15,-4 1-3-15,-4 2-2 0,-4 0 1 0,3 3 2 16,-7 1-1-16,-1 0-2 0,-1 0-2 0,-3 1-12 0,-1 0-19 16,-7 1-19-16,12 1-15 0,-5 2-21 15,-7-3 6-15,6 6-24 0,-6 1-13 0,0-7-18 16,-11 25-128-16,1-8-287 0,-11 6 127 0</inkml:trace>
  <inkml:trace contextRef="#ctx0" brushRef="#br0" timeOffset="-182466.97">13845 12111 129 0,'0'0'141'0,"-5"7"-16"0,5-7-14 0,0 0-5 15,0 0-16-15,0 0-6 0,0 0-12 0,0 0 2 16,0 8-7-16,0-8 1 0,0 0 7 0,0 0 5 16,0 0 4-16,0 0 0 0,0 0 6 0,0 0 1 15,0 0-4-15,0 0-5 0,0 0 0 0,0 0-2 16,0 0-10-16,0 0-7 0,0 0-6 0,0 0-10 15,0 0-1-15,0 0-6 0,31-19-6 0,-14 7-1 16,8-5-4-16,4 1-7 0,2-3-3 0,1 2-1 16,2-2 3-16,-1-1-6 0,0 4-1 0,-1-2-3 15,-2 2-4-15,-4 2-11 0,-8 8-7 0,2-3-9 16,-1 2-23-16,-4 0-15 0,1 3-19 0,-5 0-28 16,-2 0-32-16,0 4-26 0,-9 0-20 0,11 2-92 15,-11-2-297-15,3 8 132 0</inkml:trace>
  <inkml:trace contextRef="#ctx0" brushRef="#br0" timeOffset="-182220.51">13666 12851 109 0,'0'0'195'0,"-5"5"-9"16,5-5-3-16,0 0-2 0,-5 3-9 0,5-3-4 16,0 0-10-16,0 0-14 0,0 0-13 0,0 0-17 0,0 0-15 15,21-12-5-15,4 1-10 0,0-3-16 0,4 3-33 16,0-2-44-16,0 2-57 0,3 3-53 16,-1 4-74-16,-5-3-96 0,-3 4-314 0,0 0 139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54:05.040"/>
    </inkml:context>
    <inkml:brush xml:id="br0">
      <inkml:brushProperty name="width" value="0.05292" units="cm"/>
      <inkml:brushProperty name="height" value="0.05292" units="cm"/>
      <inkml:brushProperty name="color" value="#FF0000"/>
    </inkml:brush>
  </inkml:definitions>
  <inkml:trace contextRef="#ctx0" brushRef="#br0">24547 2351 54 0,'0'0'81'0,"0"0"-1"16,-8-3-8-16,8 3-10 0,0 0-1 0,-7-5 7 15,7 5-16-15,0 0-8 0,-9-5 3 0,9 5-12 16,-5-3 9-16,5 3-4 0,0 0 4 15,0 0-3-15,-11-2-7 0,11 2 3 0,0 0 7 0,0 0-14 16,-5-5 2-16,5 5-11 0,0 0 8 0,0 0-16 16,-8-1 11-16,8 1-12 0,0 0 4 0,0 0-3 15,0 0 0-15,0 0-9 0,0 0 6 0,0 0-7 16,0 0-3-16,0 0 4 0,0 0 3 0,0 0-3 16,0 0 6-16,20 11 1 0,-1-8-2 15,8 1 2-15,10-2-3 0,12-2 2 0,5 0 7 0,5-1-8 16,3-2-2-16,-1 1-2 0,-2-4-4 0,-1-1-2 15,-5 3 2-15,-12 1 9 0,-3-2-10 0,-2 1 8 16,-4 1-5-16,1 0 14 0,-6 1-14 16,-4-1-3-16,-3 2 6 0,0-1-3 0,-3-1 5 15,0 1-3-15,-1 1 6 0,-6-2-4 0,1 2 2 16,-5 0-3-16,2-1 11 0,-8 2 16 0,9 0 12 16,-9 0 12-16,0 0 9 0,0 0 5 0,12-2 3 0,-12 2 2 15,0 0-1-15,0 0-2 0,0 0-9 0,9 1-1 16,-9-1-5-16,0 0-5 0,0 0-9 0,0 0-4 15,0 0-6-15,0 0-13 0,0 0-32 16,0 0-36-16,0 0-54 0,6 3-43 0,-6-3-26 16,5 6-140-16,3 1-337 0,4-3 149 0</inkml:trace>
  <inkml:trace contextRef="#ctx0" brushRef="#br0" timeOffset="466.14">26266 2266 129 0,'-5'-2'184'0,"5"2"-5"0,-14-5-10 0,8 2-13 15,-1 0-11-15,7 3-4 0,-11-6-16 0,11 6 1 16,-11-4-5-16,11 4-2 0,-7 0-11 0,7 0-10 16,-8-3-13-16,8 3-8 0,0 0-7 0,0 0-9 15,-8-2-6-15,8 2-5 0,0 0-8 0,0 0-5 16,0 0-2-16,0 0-3 0,0 0-9 0,0 0 0 16,0 0-1-16,0 0-3 0,0 0-1 0,27-1-1 15,-9 1-3-15,12-2-1 0,-3 1 1 0,4 2-3 16,3-4 0-16,1 1 1 0,-1-1-2 0,0 3-2 15,-1-1-28-15,-3-2 5 0,-3 3 0 0,-5-3-1 16,1 2 6-16,-1-1-4 0,-4 4 6 0,-2-4-1 16,2 2-5-16,-7-1 2 0,0 1 7 0,-4-1-3 15,-7 1 1-15,11 1-2 0,-11-1 5 0,10 0 4 16,-10 0-6-16,0 0 6 0,10-1-5 0,-10 1-1 16,0 0 9-16,0 0-10 0,7 2 0 0,-7-2-15 15,0 0-18-15,0 0-27 0,0 0-26 0,0 0-13 16,9 3-16-16,-9-3-24 0,12 3-18 0,-6-2-104 15,3 2-290-15,3 0 128 0</inkml:trace>
  <inkml:trace contextRef="#ctx0" brushRef="#br0" timeOffset="933.44">27274 2187 25 0,'0'0'128'15,"0"0"-8"-15,0 0-13 0,0 0 0 0,0 0-4 16,0 0 5-16,-27-5-1 0,27 5 3 0,0 0 0 16,-11 0-2-16,11 0-5 0,0 0-4 0,0 0-9 15,0 0-3-15,0 0-3 0,-9 0-8 0,9 0 1 16,0 0-12-16,0 0-2 0,0 0-7 0,0 0-8 15,0 0-5-15,0 0-4 0,0 0-6 0,0 0-4 16,0 0-3-16,0 0-4 0,0 0 2 0,0 0-6 16,0 0 0-16,0 0 0 0,0 0 0 0,40 0 1 15,-19-2 0-15,10-1-7 0,3-1-3 16,3 0 0-16,4-2-4 0,-2 4 1 0,-2-3-3 16,1 0 6-16,-1 2-7 0,-5 1 1 0,-3-2 0 0,-3 0-1 15,-4 2 1-15,-1-4-3 0,-3 6 5 0,0-3-4 16,-5 3-3-16,1 0 4 0,-5-2-1 0,3 0 4 15,-12 2-4-15,13 0 4 0,-13 0 0 0,0 0-5 16,15-3 1-16,-15 3 5 0,0 0 0 0,0 0 0 16,14 0 0-16,-14 0 3 0,0 0-5 15,0 0 0-15,0 0-1 0,0 0 2 0,0 0-4 16,0 0-2-16,0 0 4 0,0 0-6 0,0 0-10 16,0 0-20-16,0 0-18 0,0 0-40 0,0 0-40 15,0 0-48-15,0 0-146 0,0 0-352 0,0 0 156 16</inkml:trace>
  <inkml:trace contextRef="#ctx0" brushRef="#br0" timeOffset="2216.48">7224 3509 6 0,'0'0'24'0,"0"0"3"15,0 0-4-15,0 0-5 0,-9-3 0 0,9 3-4 16,0 0-6-16,0 0 7 0,0 0 3 0,0 0-9 16,0 0 2-16,0 0-4 0,0 0-3 0,0 0 2 15,0 0-3-15,26 8 5 0,-19-8 3 0,6 1 3 16,1-1-10-16,5 0-8 0,8-1-20 0,1 1 2 0,3-3-11 15,5-2-36-15,1 1 16 0</inkml:trace>
  <inkml:trace contextRef="#ctx0" brushRef="#br0" timeOffset="23858.24">24786 5653 92 0,'0'0'84'15,"0"0"-7"-15,0 0-5 0,0 0 0 0,0 0-8 16,0 0-3-16,0 0-6 0,0 0-2 0,0 0-4 16,0 0 6-16,0 0-15 0,0 0-1 0,0 0-10 15,0 0-1-15,0 0-6 0,0 0 0 0,0 0 4 16,0 0-1-16,0 0-2 0,0 0 12 0,0 0-5 16,0 0 1-16,0 0 1 0,0 0 6 0,0 0 1 15,0 0-2-15,0 0 0 0,0 0 4 0,0 0-1 16,0 0 0-16,0 0-2 0,0 0-1 0,0 0-1 15,0 0 1-15,0 0-9 0,0 0 14 0,0 0-7 16,0 0-4-16,0 0-2 0,0 0 0 0,0 0-8 16,0 0 4-16,0 0-2 0,0 0-6 0,0 0-3 15,0 0-1-15,0 0-3 0,0 0 3 0,0 0-4 16,0 0-4-16,0 0 4 0,0 0-6 0,0 0-1 16,0 0-1-16,0 0-3 0,0 0 1 0,0 0 1 15,0 0-4-15,0 0-4 0,0 0 9 0,13 10 1 16,-13-10-4-16,11 2 5 0,-3-2 0 0,2 0 0 15,4 2 3-15,-1-2-3 0,0 0 5 0,4 0-1 16,3 0 5-16,0-2 2 0,2 1 2 0,1 0-7 16,-4-1 2-16,4 1 0 0,4-3-3 0,-7 1 1 15,10 0 2-15,-6 1-4 0,3-1 1 0,1 0-3 0,-6 1 2 16,7-2 1-16,-2 0 4 0,0 0-7 16,-5 1 6-16,5-1 0 0,2 1 1 0,-2 0-2 15,2 0 0-15,1 0 3 0,-3-2 2 0,-7 3-10 16,7-1 6-16,2 2 2 0,-2-4-6 0,-5 3 1 0,4-1 0 15,3 1 1-15,-9-1-1 0,4-1 2 0,-3 2 3 16,8 0 1-16,-10 0 3 0,4-1-7 0,-2 2 1 16,-1-1-5-16,2-1 1 0,1 3 1 15,-3-3-1-15,2 1-1 0,-3 0 0 0,0 1 0 16,-1-2 2-16,1 2-4 0,0-2 1 0,0 1 1 0,1 0 0 16,-2-2 3-16,2 1 1 0,-2 0-1 0,0 0 2 15,3 2-5-15,-2-2 2 0,2-2 3 0,0 3-1 16,0-1-4-16,0-1 2 0,1 0-1 15,-4-1-2-15,5 2 1 0,-3 0-4 0,0-1 1 0,7-2 4 16,-9 3-7-16,5 0 3 0,-6 0-1 0,2-2 1 16,0 3 3-16,-3-1-6 0,-2 1 0 0,0 0 6 15,-1 2-5-15,1-3 0 0,-1 4-1 0,3-2 0 16,-5-1-2-16,2 2 7 0,1 0-3 0,-1-1-1 16,1 0-1-16,-1-1 6 0,1 0-7 0,1 3 5 15,-2-2 6-15,6-1 1 0,-5 2-7 0,-1-2-3 16,0 2 3-16,1 0-1 0,-4-1-3 0,3 1 0 15,-3-1 2-15,3 1 0 0,-3-2 2 16,3 0 0-16,-2 2-1 0,1 0-1 0,-1-1-2 16,-3 0 3-16,4-1 0 0,-5 2-3 0,-7 0 0 0,18-2 3 15,-7 1-1-15,-4-1-2 0,6 2 1 0,-13 0-1 16,14 0 5-16,-6 1-9 0,-8-1 6 0,12-1-3 16,-3 2 0-16,-9-1-1 0,13 0 3 15,-4-1 4-15,0-1-4 0,-9 2-2 0,13 0 0 0,-5 0 2 16,-8 0-3-16,11 0 0 0,-11 0 3 0,14 0-2 15,-8 0 3-15,-6 0-2 0,11-2-1 0,-11 2 1 16,11-1-3-16,-11 1 3 0,0 0 2 0,10-2-3 16,-10 2 1-16,0 0-2 0,9-1 3 15,-9 1 1-15,0 0-1 0,0 0-1 0,0 0-1 0,8 3-1 16,-8-3 4-16,0 0 4 0,0 0-6 0,0 0 0 16,0 0 1-16,0 0 2 0,0 0-2 0,0 0 1 15,0 0 2-15,0 0 3 0,0 0-4 0,0 0-1 16,0 0-2-16,0 0-4 0,0 0-7 0,0 0-19 15,0 0-18-15,0 0-27 0,0 0-24 0,0 0-49 16,0 0-64-16,0 0-120 0,0 0-358 0,0 0 158 16</inkml:trace>
  <inkml:trace contextRef="#ctx0" brushRef="#br0" timeOffset="25232.4">15899 5861 8 0,'0'0'104'0,"-8"-4"-1"16,8 4-14-16,-8-3-7 0,8 3 5 0,-8-4-10 15,8 4 9-15,-9-5-10 0,9 5 2 0,-8-3 4 16,8 3 0-16,-7-4-8 0,7 4 0 0,0 0-8 16,-10-1-7-16,10 1-7 0,0 0-5 0,0 0-3 15,-6-3-6-15,6 3-5 0,0 0-4 0,0 0-7 16,0 0-2-16,0 0-7 0,0 0-2 0,0 0-2 16,0 0 3-16,0 0-7 0,0 0 5 0,0 0-6 15,0 0-1-15,0 0 1 0,31 4 3 0,-17-2-7 16,2-1 5-16,5 3 6 0,-2 0-9 0,10-4 0 15,2 1 2-15,1-1-2 0,5 1-2 0,-1-1 3 16,2 0 0-16,1 1 5 0,1-1-3 0,10-2-1 16,-13 3 1-16,0 0-3 0,2 0-1 0,-2 2 1 15,-1-3 2-15,3 1-5 0,-2 1 0 0,2 0-5 16,-4 0 11-16,5 1-5 0,-1 1 3 0,-1-3-4 16,13 1 7-16,-12-1-6 0,14 0 8 0,-1-1-5 15,-11 0 4-15,12-2-3 0,-13 0-1 0,10 0 4 16,1-4 4-16,2 0 3 0,-14 5 11 0,0-4-8 15,12-4 2-15,-12 5-3 0,0 0-4 0,2 1 0 16,-2 0-4-16,0-2 3 0,-2 3 1 0,1-1 0 16,-2 1 2-16,0 0-1 0,-2 2-1 0,-2-3 1 15,1 1 17-15,3 2-1 0,-4-3-5 0,0 3-5 0,-3 2 2 16,1-4 0-16,-2 1 2 0,0 0 2 16,3-1 7-16,-5 1-12 0,-3-1 1 0,-2 2-3 0,6 0-4 15,-4-2 5-15,-2 2-2 0,0-2 6 16,2 2-1-16,-3-2-4 0,-3 1 1 0,-3 1 0 15,0 0-5-15,-1-1 0 0,-2 1-2 0,0 0-1 0,-3 0 0 16,-8 0-2-16,15 0 5 0,-9 0 5 16,-6 0-2-16,10-2 3 0,-10 2 0 0,0 0-4 15,9 0 3-15,-9 0-4 0,0 0 11 0,0 0-7 16,9 0-2-16,-9 0 2 0,0 0-2 0,0 0 1 16,0 0 1-16,0 0-5 0,9 2-2 0,-9-2-1 0,0 0 0 15,0 0-1-15,0 0-4 0,0 0 0 0,0 0-2 16,0 0-2-16,0 0-11 0,0 0-25 15,0 0-33-15,0 0-37 0,6 2-51 0,-6-2-42 16,0 0-171-16,6 9-396 0,-6-9 175 0</inkml:trace>
  <inkml:trace contextRef="#ctx0" brushRef="#br0" timeOffset="74135.85">25144 18024 40 0,'0'0'43'15,"0"0"9"-15,0 0-14 0,-13 2-2 0,13-2-3 0,0 0 0 16,0 0-2-16,0 0-8 0,0 0 12 16,-15-1-2-16,15 1 2 0,0 0-3 0,0 0-1 15,-16 1 6-15,16-1-4 0,-11 3-1 0,11-3 0 16,-14 2 1-16,14-2-3 0,-17 6 1 0,7-1 3 16,4 0 3-16,6-5-12 0,-14 4 5 0,7 0 0 15,0-2 12-15,7-2 1 0,0 0-11 0,0 0 5 16,0 0 5-16,0 0 1 0,0 0 4 0,0 0-4 15,-44 26 2-15,44-26 0 0,0 0-4 0,0 0-6 16,0 0 5-16,-20 19-8 0,20-19-3 0,0 0 5 16,0 0-5-16,0 0-5 0,0 0-5 0,0 0 2 15,-9 28-9-15,9-28 8 0,0 0-8 0,0 0 3 16,0 0-6-16,0 0 3 0,0 0-3 0,38 35 10 16,-38-35-5-16,27 12-3 0,-27-12 0 15,37 8 2-15,-37-8-4 0,48 10 7 0,-18-4-7 16,3-4 3-16,-33-2 1 0,67 8 4 0,-29-3-7 0,14-2 8 15,1-3 1-15,2-2 7 0,-2 2-10 16,4 2 14-16,1-2-5 0,1 1 4 0,0-1 0 0,1-1 3 16,1 4 0-16,2-5 0 0,2 4 1 0,-4-4-8 15,3 4 3-15,28-5 0 0,-1 6 4 0,-31-3-7 16,3 0 3-16,0 0-3 0,2 0 5 0,29 4 0 16,-35-1 0-16,3 3-1 0,1-3 0 0,29 2-6 15,-33 0 5-15,2-2-5 0,4 4 2 0,-3-3-5 16,-1 3 3-16,-2-2-1 0,1 0 2 15,-3 0 31-15,-4 1-7 0,1-2 3 0,0 3 5 16,-14-3-6-16,14 6 1 0,-16-6-16 0,12-1 14 16,-12-1-5-16,-2-2-3 0,4 3 7 0,-1-1 5 0,1 0 6 15,-40-2 1-15,72-2 2 0,-39 3-7 0,-33-1-7 16,59 1 4-16,-59-1-3 0,45 1-3 16,-45-1-7-16,38 0 5 0,-38 0-4 0,0 0-7 15,38 2 0-15,-38-2-12 0,0 0 3 0,36 1-10 16,-36-1 8-16,0 0-5 0,0 0-17 0,0 0 18 15,0 0-15-15,35 6-4 0,-35-6-11 0,0 0-8 16,0 0-18-16,0 0-13 0,0 0-30 0,0 0-37 16,0 0-41-16,0 0-36 0,0 0-23 0,0 0-32 15,0 0-229-15,0 0-518 0,0 0 229 0</inkml:trace>
  <inkml:trace contextRef="#ctx0" brushRef="#br0" timeOffset="78297.2">15278 18301 43 0,'0'0'62'0,"0"0"-13"0,0 0-4 0,-27-34 4 16,27 34-10-16,0 0-3 0,0 0-8 0,-16-22 3 15,16 22-6-15,0 0 5 0,0 0-10 16,0 0 1-16,-15-21-9 0,15 21 1 0,0 0-1 16,0 0-7-16,0 0 1 0,0 0-6 0,0 0 3 15,0 0-9-15,-13-26-3 0,13 26-1 0,0 0-10 16,0 0-3-16,0 0-8 0,0 0 6 0,0 0-9 16,0 0-2-16,0 0-21 0,0 0-60 0,0 0 28 15</inkml:trace>
  <inkml:trace contextRef="#ctx0" brushRef="#br0" timeOffset="114920.23">5645 6592 7 0,'16'-12'61'0,"-2"-3"2"0,4-5 0 0,-5 4 5 16,-2-2-4-16,2-4-5 0,-3 7-12 15,8-5-1-15,-9 4 3 0,5-1-16 0,-6 4-3 0,2-2-6 16,-2 5-5-16,-2-1-6 0,-1 2-5 0,-1-1-12 15,1 0-10-15,-2 1-2 0,-1 0 3 0,3-2-3 16,-5 2 1-16,0 0 6 0,0-1 10 16,-2 0-1-16,1 1-2 0,-2-1 1 0,-1 0 1 15,0 1 0-15,-1 0-6 0,0 1-11 0,0-1-12 0,-1 1-7 16,-1 0-8-16,1-1-29 0,-1-1-77 0,2 3 34 16</inkml:trace>
  <inkml:trace contextRef="#ctx0" brushRef="#br0" timeOffset="117556.12">5763 5741 8 0,'0'0'39'16,"-2"-9"9"-16,2 9 6 0,-5-7-6 0,5 7 6 15,-2-6-7-15,2 6 10 0,0 0-11 0,-5-9 6 16,5 9-4-16,-4-3 0 0,4 3-1 0,0 0-2 16,-3-7 1-16,3 7 1 0,-4-7-5 0,4 7-2 15,-4-5-3-15,4 5 8 0,0 0-9 0,-9-5 1 16,9 5 1-16,-5-4-4 0,5 4-10 0,0 0 4 16,-9-5-5-16,9 5 2 0,0 0-6 0,-5-4 3 15,5 4-9-15,0 0 2 0,0 0-1 0,-8-1-7 16,8 1 1-16,0 0 1 0,0 0-6 0,-9-2 5 15,9 2-3-15,0 0 1 0,0 0-2 0,0 0 1 16,0 0 0-16,-10 0 0 0,10 0-11 0,0 0 3 16,0 0 2-16,-10 2 4 0,10-2-6 0,0 0 1 15,-8 1 3-15,8-1-5 0,0 0 3 0,0 0-3 16,0 0 4-16,0 0-3 0,0 0 4 0,0 0-1 16,-8 2-4-16,8-2 3 0,0 0 1 0,0 0 1 15,-7 5-2-15,7-5-5 0,0 0 3 0,-7 5 3 16,7-5 0-16,-6 4 0 0,6-4-1 0,-7 3 7 15,7-3-8-15,-7 6 2 0,7-6 3 0,-8 4-3 16,8-4 8-16,-6 3-8 0,6-3 0 0,-4 4 0 16,4-4 0-16,0 0 9 0,0 0-12 0,-6 3 0 15,6-3 0-15,0 0 1 0,0 0-1 0,0 0 0 16,0 0-3-16,-9 2 7 0,9-2-4 0,0 0 3 16,0 0-9-16,0 0-1 0,0 0-2 0,0 0 7 15,0 0-2-15,0 0 5 0,0 0-1 0,0 0-1 16,1 10-1-16,-1-10-2 0,0 0 1 0,8 8 0 15,-3-3 8-15,-1-1-4 0,1 1 0 0,2-2 1 16,3 4-2-16,-1-3-1 0,2 2 2 0,1-1 5 16,5 1-7-16,0 0 0 0,-1 0 1 0,4-3 6 15,0 3-8-15,1 0 3 0,-1-2 1 0,1 2 6 16,0-1-3-16,-1 0 18 0,2-1-23 0,-1 2 3 16,0 0 2-16,6-1-4 0,-5 0 3 0,7 0 0 15,1 0-3-15,-2-1 6 0,4 3-2 0,-4-4 1 16,0 1-9-16,3-2 9 0,-2 0-5 0,-1 2 1 15,2-1 2-15,-2 0 7 0,0 1-5 0,0-4 2 16,1 2 2-16,-2 0-1 0,0 0-10 0,2-1 7 16,3 1-7-16,0-2 6 0,1-3-2 0,7 0 4 15,12 0 1-15,0-2 2 0,1 0-5 0,2-1 1 16,0 0-5-16,3 2 6 0,-1-3-2 0,1 1 4 16,-1 2-4-16,1-5-1 0,-1 2 2 0,2 0 0 15,-3-2-3-15,1 2 1 0,3 0 1 0,1-2 2 16,2 1-6-16,-1 3 5 0,1-3 5 0,1 1-9 15,-2 1 9-15,0 0-1 0,-1 0-6 0,0 1-3 16,-3 0-3-16,1 0 4 0,-2 2 4 0,-1 0 3 16,5 2-6-16,-5-1 11 0,0 1-2 0,-4 1-7 15,3 1 3-15,0-1-7 0,-1 0 4 0,1 3 3 16,0-2-3-16,1 1 2 0,-2-1-6 0,-2 1 2 16,1 1-1-16,-15-1 0 0,17 1 0 0,-1-1 0 15,0 0 7-15,4-1-5 0,-4 1-1 0,1 0 6 16,1 0-7-16,1-2 5 0,2 0-1 0,-1 0 2 15,-2 2-2-15,0-2 3 0,0 1-2 0,1 2-1 16,-4-3-7-16,1 1 10 0,2 0-4 0,-2-2-2 16,1 2 3-16,0-1 2 0,-1 2 0 0,0-2-1 15,1 5-2-15,3-3 1 0,-4-2-1 0,1 2 5 16,1-2 1-16,0 1-3 0,1 0-7 0,-2-1 11 16,0 0-9-16,-1 0 1 0,1-1-4 0,-1 0 7 15,6-1-4-15,-6 0 4 0,3 0-5 0,-2 3 1 16,-2-2 4-16,1 1 1 0,1-2-5 0,-1 2-2 15,-1-3 2-15,0 2 6 0,-1 2-5 0,-2 1 1 0,1-2-5 16,3 1 4-16,-16 2-2 0,16-2 2 16,-2 3-1-16,3-4 3 0,-4 3-4 0,-2-1 5 15,6-1-3-15,-4 0-3 0,3 2 0 0,-4-2 2 16,1 1 0-16,5-1 2 0,-6-1 0 0,1 3-1 16,-12-3 3-16,10 0 0 0,-8 0-3 0,10 4 7 0,3-2 7 15,0-5-16-15,-1 4 4 0,-1-1 0 16,-2 3-3-16,4-4 0 0,-16 1 0 0,16 2 0 15,-1-2-2-15,-1-1 6 0,-2 2-6 0,-12-1 1 16,0 2 1-16,2-2 0 0,10 2-1 0,-14-1 1 16,2 2 0-16,12-2 7 0,-10 1-6 0,12 0 2 15,-14-1-6-15,16 1 2 0,-4-2 2 0,1 1 5 16,1 0-1-16,0-1-4 0,-2 0 2 0,-10 1-3 16,10-1 4-16,-12 3-1 0,1-3 4 0,1 2-4 15,0 1-3-15,-2 1-2 0,-1-3 2 0,3 2-2 16,0-1 16-16,14 1-11 0,-1 1 12 0,-2 1 11 0,1-2 4 15,-1-1-4-15,-1 0-4 0,-11 1 5 16,13-2-7-16,-1 1-1 0,0 0-4 0,-12 1 6 16,13-1-5-16,-15-1 0 0,14-1 4 0,-1 2-3 15,-10-2-2-15,2 1 1 0,9 4-4 0,0-5 5 0,1 2-6 16,-12 0 0-16,14-4-6 0,1 6 1 0,-1-2-1 16,-2 1 7-16,1-2-9 0,-1 3 4 0,0-2 0 15,-1 0-3-15,-13 0-1 0,16 3 0 16,-15-3-1-16,-1 1 5 0,13 1-7 0,-11-2 3 15,12 2-2-15,-2 0 7 0,-11-2-3 0,11 0-1 0,-9 1 2 16,9 0 0-16,1-2-2 0,-12 1 2 0,13-2 2 16,1 2-2-16,-13-1-5 0,11 2 7 15,1-1-6-15,-13-2 4 0,11-1-1 0,-9 2-5 0,9 0 1 16,1-2 1-16,-13 0 0 0,1 0 2 16,12 2 7-16,-13-2-10 0,0 1-2 0,2 1 1 0,-2-1 2 15,1 0-1-15,-2 0 2 0,1 1 1 0,-2 0-2 16,-1-1 5-16,-1 0-3 0,2 0 1 0,-2 2-2 15,-1 0-2-15,0-3-1 0,4 2 5 0,-5-1-5 16,0 0 2-16,-2 3 4 0,2-3-5 16,-3-2 1-16,4 1 1 0,-3 0-5 0,0 2 9 0,1-1-5 15,0-1 1-15,-1 1-5 0,0 0 3 0,-8-1 6 16,5 1-8-16,1-2 2 0,0 2 0 0,-7-1 0 16,9 0 0-16,-1 1-3 0,-8-1 2 15,7-2 0-15,0 3 2 0,1-1-2 0,-2-1 0 0,2 2-2 16,-2-3 0-16,3 0 6 0,-2 2 1 0,1-1 3 15,1 0-4-15,0 0-4 0,-8 0 1 0,8 1-1 16,0 0 2-16,0-3 6 0,-2 3-7 16,-2-1 0-16,4 1-1 0,-1-4 1 0,-1 3-1 15,0 0 1-15,0 1-4 0,1-1 5 0,0 0 0 0,0 0 0 16,2-2-3-16,0 2 1 0,1 0 0 0,0-2 3 16,1-1 1-16,1 3-2 0,1-1 3 0,3 0-6 15,1-1 0-15,-4 0 4 0,4 1-2 0,-2-1 1 16,0 1 1-16,0-1 4 0,1 0-4 15,1-1 1-15,13 1 1 0,-15 3-3 0,13-4 1 0,-11 1 4 16,1 2-1-16,12-4 0 0,-2 0 1 0,-10 2-3 16,13 1 5-16,0-2-3 0,-2 0 1 0,0 0 4 15,2 0-3-15,-1 2 2 0,-1-1-2 0,2-1-1 16,-2 3 1-16,4-2 0 0,-5 1 1 0,5-1-1 16,-3 0 5-16,4-2-2 0,-1 2-6 0,3-1-2 15,2 1 2-15,2 1 1 0,1-3 0 0,-2 3-1 16,2 0-4-16,-2-2 2 0,2-1-2 0,-2 1 3 15,3 2-1-15,1-1 2 0,2-3-2 0,-3 4 0 16,-3-1-3-16,3 0 0 0,0 0 3 0,0 0-1 16,-2 1-1-16,1 0-2 0,0-2 1 0,-2 3 2 15,0-2-1-15,1 4-2 0,-1-3 6 0,-1-1-1 16,1 1 2-16,1 0-4 0,-1 3 2 0,2 0 1 16,-1 0-2-16,-2 0 2 0,-2-3 4 15,-1 3-7-15,3 0-1 0,-7 0 5 0,3 0 0 16,-1 0-6-16,0 0 5 0,-3 0-2 0,3-1 1 0,-2-1 3 15,2 2-4-15,-3 0 2 0,3 2-1 0,-3-4 0 16,1 2-1-16,1 0 1 0,-2-2 1 0,-1 2-2 16,-1 0 0-16,2-1 3 0,-13 2-4 0,10-2 3 15,1 1-4-15,1 0 2 0,-13 0 0 16,0 0 2-16,13 0-2 0,-14 0-3 0,3 1 4 0,-3-1-1 16,2 2 1-16,15-2-2 0,-14 0 0 0,11 0 2 15,-14 0-1-15,15-2 0 0,-15 4-7 0,2-2 4 16,-1 2 4-16,3-4-3 0,-2 2 0 0,1 0 0 15,-2 0-2-15,-1 0 0 0,13 0 3 0,-10 0-4 16,0 0 2-16,-2 0 0 0,-1 0 0 0,2 0 2 16,-1 0 1-16,0 0-3 0,-1 0 1 0,1 0 1 15,-3 2-2-15,1-2 6 0,-2 0-8 0,2 1 4 16,2-1-3-16,-3 0 2 0,0 1-2 0,-3-1 1 16,2 2-1-16,3-1 0 0,-8-1 2 0,3 1-2 15,0 0 2-15,1 2 7 0,-2-2-9 0,1 2 2 16,-3-3-1-16,1 1 1 0,0 1 0 0,2-2-1 15,-2 4 2-15,-1-1-2 0,2-2-1 0,-2 1 1 16,2 0 3-16,1 0-3 0,-2 0 1 0,1-2 3 16,0 1-2-16,-3-1-1 0,1 3-3 0,2-2 3 15,-6 2 1-15,6-2 0 0,-4-1 0 0,0 1 3 16,2 1 0-16,-2-1 4 0,-5-1-5 0,10 0 1 16,-1 2-2-16,-3-3 0 0,-6 1 0 0,8 1 1 15,1 1-1-15,-2-2 0 0,-3 0-1 16,3 0 4-16,1 2-1 0,-1-1-3 0,-2-1-1 0,2 2 2 15,0 0-3-15,1 0 3 0,-1-1 1 0,-8 2 0 16,8-1-2-16,0-1-1 0,-3 3 3 0,4-3-2 16,-1 0 0-16,0 0 2 0,-8 0-3 0,10 0 8 15,-2 1-7-15,-8-1 2 0,0 0 1 0,7-1 2 16,-6 2-1-16,5 0 5 0,-5-2-2 0,-1 0 0 16,-1 0 2-16,0 1 2 0,-2 1-2 0,0-2 2 15,0 0 6-15,-4 0 4 0,3-1 1 0,-3 2-3 16,-5-1 1-16,2 0 2 0,1-1 5 0,-2 2 0 15,1-1-1-15,-1 0-4 0,-10 0-3 0,9-1-1 0,-9 1-1 16,0 0-4-16,13-1-1 0,-13 1 5 16,8 0-7-16,-8 0-2 0,0 0-1 0,0 0 0 15,0 0 1-15,8-1-6 0,-8 1 1 0,0 0-4 16,0 0-12-16,0 0-15 0,0 0-27 0,0 0-42 16,0 0-55-16,0 0-53 0,0 0-65 0,0 0-138 0,0 0-438 15,0 0 194-15</inkml:trace>
  <inkml:trace contextRef="#ctx0" brushRef="#br0" timeOffset="122170.23">27834 5418 54 0,'-5'-4'211'0,"5"4"-22"15,0 0-18-15,0 0-21 0,0 0-15 0,-9 14-13 16,8-8-10-16,-2 1 9 0,-2-1-4 16,2 4-6-16,-1-1-2 0,2-1-19 0,-2 1-5 0,2-1-7 15,-1-2-3-15,3-6-3 0,-2 11 5 0,2-11 9 16,-3 6 17-16,3-6 15 0,0 0 11 0,0 0-3 15,0 0-10-15,39-15-12 0,-5-2-15 0,19-18 4 16,28-13-22-16,3-1-8 0,0 1-2 0,6 5-18 16,-11-1-36-16,-25 14-24 0,0-5-30 0,-7-2-35 15,-2 1-35-15,-5-1-47 0,-1-4-39 0,-6 6-59 16,-11 10-138-16,-8 0-432 0,0 2 191 0</inkml:trace>
  <inkml:trace contextRef="#ctx0" brushRef="#br0" timeOffset="122391.02">27618 5941 165 0,'-4'4'257'0,"3"1"-23"15,1-5 2-15,-5 7 13 0,5-7 19 0,0 0-4 16,0 0-26-16,0 0-26 0,35-26-20 0,10-3-16 15,9-4-22-15,31-18-19 0,4 0-12 0,10-5-16 16,-6 5-26-16,5 2-29 0,-2 1-44 0,-8 0-52 16,0-1-63-16,-5 6-78 0,4-7-72 0,-12 1-170 15,3 0-462-15,-5-3 205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56:19.257"/>
    </inkml:context>
    <inkml:brush xml:id="br0">
      <inkml:brushProperty name="width" value="0.05292" units="cm"/>
      <inkml:brushProperty name="height" value="0.05292" units="cm"/>
      <inkml:brushProperty name="color" value="#FF0000"/>
    </inkml:brush>
  </inkml:definitions>
  <inkml:trace contextRef="#ctx0" brushRef="#br0">21351 7729 53 0,'0'0'82'0,"-10"2"8"0,10-2 2 15,-9 0-7-15,9 0-13 0,-10 1-4 0,10-1 8 16,-10 3 4-16,10-3 0 0,-7 0 7 0,7 0-8 15,0 0 4-15,-13 0-7 0,13 0-5 0,-8 2 1 16,8-2-3-16,0 0-2 0,-9 1-5 0,9-1-3 16,0 0-6-16,0 0-4 0,0 0 3 0,-12-1-3 15,12 1-2-15,0 0-7 0,0 0-5 0,0 0 4 16,0 0-6-16,-9-2 1 0,9 2-1 0,0 0-8 16,0 0-1-16,0 0 1 0,0 0-1 0,0 0-9 15,0 0-1-15,0 0-2 0,0 0-1 0,0 0-1 16,0 0 1-16,0 0 0 0,0 0 1 0,29 6 8 15,-17-6 0-15,7 3-3 0,1 0-3 0,1 1 5 0,11-1-2 16,2 0-3-16,-1-2 1 0,4 0-1 16,2 0-1-16,12 4 0 0,-12-2 0 0,0-1-1 15,16-1-2-15,-2 3 8 0,-1-5 4 0,1 2 3 16,1-2 4-16,1-2-2 0,1 1-1 0,3-3-1 0,-1 0-3 16,-1 3-2-16,0-2 0 0,0 1-2 15,-4-1-2-15,-14 4 0 0,0-4-3 0,-3 0 0 16,-1-1 1-16,-6 1 2 0,0 2-3 0,-8 0-4 0,-3-1 1 15,-7 3 2-15,2 0 5 0,-4-3 9 0,-1 3 9 16,-8 0 11-16,12 0 9 0,-12 0 6 0,12-1 3 16,-12 1 0-16,6-2 1 0,-6 2-5 15,0 0-4-15,7-3-4 0,-7 3-2 0,0 0-8 0,0 0 0 16,0 0-3-16,0 0-8 0,7-2-1 0,-7 2-9 16,0 0 1-16,0 0-10 0,0 0-11 0,0 0-22 15,0 0-24-15,0 0-29 0,0 0-36 0,0 0-39 16,0 0-32-16,0 0-5 0,0 0-18 0,0 18-18 15,7-9-188-15,-4 0-443 0,5 0 197 0</inkml:trace>
  <inkml:trace contextRef="#ctx0" brushRef="#br0" timeOffset="736.07">24803 7706 95 0,'0'0'147'0,"0"0"-13"0,9-1-1 0,-9 1 0 16,0 0-11-16,0 0 2 0,0 0-5 0,7-4-7 16,-7 4-4-16,0 0-4 0,0 0-12 0,0 0-6 15,0 0-7-15,0 0-5 0,0 0-3 0,0 0-8 16,0 0-2-16,0 0-4 0,0 0-6 0,0 0-4 0,0 0-10 16,0 0-2-16,0 0-2 0,0 0-4 15,0 0-5-15,0 0-1 0,3-9-5 0,-3 9 3 16,0 0-7-16,0 0 0 0,4-4-3 0,-4 4-3 15,0 0 2-15,14-1 4 0,-3 0 3 0,1 1 1 16,5-2 0-16,4 1 0 0,-2-4-3 0,11 4 0 0,-1-1-3 16,4 1-3-16,3 0 5 0,-1-3 2 0,3 2-5 15,-2 0 3-15,3 1 3 0,15 1-8 0,0 0 0 16,-2-7 7-16,4 6-5 0,0-2-3 0,-2 4-2 16,-1-2 3-16,0 1 4 0,3 1-6 15,0 2-4-15,0 4 5 0,0-6-3 0,0 3 0 0,3-3 0 16,-3 2-3-16,0-2 0 0,3-1 3 0,-3 1 4 15,-2 1-3-15,2-1 0 0,0-2-1 0,0-1 4 16,1 2-4-16,-2 2-3 0,-3-5 3 0,2 1-3 16,-3-2 3-16,-1 0-2 0,2 0 2 0,-12 3-6 15,10-2 7-15,-12-3 0 0,16-4-2 0,-16 5-4 16,14-2 3-16,1-1 0 0,-3-1-6 0,2-1 0 16,-12 1 5-16,7 0-1 0,-6 3-1 0,10-6 0 15,0 1-1-15,-1-1 0 0,-13 5 2 0,-2-1 1 16,-1 1 1-16,-3 2-3 0,-2-1 4 0,3 1 3 15,-10 1-2-15,-1 3 9 0,-1-2-2 0,0 2 1 16,-2 1 3-16,0 0 1 0,1-2 3 0,-2 0-2 0,-3 2 1 16,-4 0-1-16,2 2 1 0,0-2-2 15,-4 0 1-15,1 2 1 0,-2-1 0 0,0-1-4 16,-7 0-2-16,17 0 0 0,-14 1-1 0,-3-1-1 0,12 3-5 16,-12-3-3-16,6 4-13 0,-6-4-14 15,8 0-21-15,-8 0-25 0,0 0-34 0,0 0-30 0,0 0-37 16,0 0-51-16,0 0-154 0,-19 10-406 15,0-8 179-15</inkml:trace>
  <inkml:trace contextRef="#ctx0" brushRef="#br0" timeOffset="1903.87">18192 9113 14 0,'0'0'138'0,"-8"-4"-8"16,8 4-7-16,-4-8-20 0,4 8-11 15,-4-8-9-15,4 8-4 0,-1-6-13 0,1 6-4 0,0 0-4 16,4-11-1-16,-4 11-8 0,10-5 5 0,-5 1 1 15,0-3 6-15,4 2-10 0,1 0 3 0,-1 0-6 16,3 0 2-16,-1 0-6 0,2 1 5 0,5-1-1 16,-1 1-7-16,2 0-6 0,1 3 3 0,10-2-6 15,-2 2-2-15,4-1 2 0,2 2 5 0,2-1 1 16,2 4-1-16,17 0 6 0,0-1-4 0,3-1 2 16,2 4 1-16,1-1-6 0,2-1 0 0,2 1-1 15,1 1 1-15,1-2-2 0,-2 4-2 0,26 2 2 16,-29 0-8-16,5-6 1 0,24 7-4 0,-31-9-2 15,4 4 1-15,2-1 5 0,1 2 1 0,23 0-1 16,-27-2 1-16,1-1 0 0,0 1 0 0,2-3 0 16,27 4 6-16,-35-2 0 0,7 0 5 0,2 2-7 15,22 0-3-15,-29-2-2 0,5-1-1 0,-2 2-4 0,2-3-3 16,2 1 0-16,-2-1-4 0,-1 1-7 16,26 2-1-16,-27-1 1 0,-2-5 1 0,3 0-2 15,26 1 1-15,-29-4-4 0,4-1-1 0,2 1-1 0,21-6 2 16,-28 8 1-16,4-2-2 0,0-1 0 0,0-1-2 15,25-3 1-15,-27 3 1 0,-2 1-1 16,0 1 0-16,0-1 2 0,-2 3-1 0,2-2 2 0,-5 1-5 16,3-1-1-16,-4 0 4 0,1 3-2 0,-4 2 0 15,0 0 0-15,-13-1-1 0,12 1 2 0,-12 0-5 16,1-3 2-16,0 3 4 0,-3-2-3 0,2 1 0 16,-4 2 0-16,0 0 2 0,-1 0-1 0,-3-1-4 15,-1 0 6-15,-10 0-4 0,10 0 4 0,-9 2 4 16,0 2 10-16,1-3 3 0,-3 3 4 0,2-1-4 15,-2-1-2-15,2-1-2 0,1 3-2 0,1 0 1 16,1-3-1-16,-2-1-5 0,0 0 0 0,2 0 0 16,-2 2 4-16,0-4-4 0,1 4-2 0,1-2-1 15,3-2-1-15,-5 2 0 0,-2 2-2 0,0-5 7 16,-2 0-2-16,-3 3-6 0,0-1 0 0,-1 0-2 0,0 2 2 16,-4-2 2-16,-2-1-4 0,-7 2 4 15,14 0-2-15,-14 0-1 0,8 0 3 0,-8 0-1 16,8 2 0-16,-8-2 0 0,0 0 0 0,0 0-1 0,10-3 1 15,-10 3-3-15,0 0-11 0,0 0-9 0,0 0-15 16,0 0-31-16,0 0-37 0,0 0-47 0,0 0-59 16,0 0-244-16,0 0-489 0,0 0 218 15</inkml:trace>
  <inkml:trace contextRef="#ctx0" brushRef="#br0" timeOffset="2508.84">24136 8664 59 0,'0'0'81'0,"2"7"-8"0,-2-7-7 0,0 0 5 16,0 0-4-16,0 0 0 0,0 0 2 0,0 0-10 16,0 0-2-16,0 0-12 0,0 0 4 0,0 0-9 0,0 0-7 15,0 0 1-15,0 0-6 0,0 0-3 16,0 0-2-16,0 0-2 0,0 0-4 0,3 6-1 16,-3-6 3-16,0 0-2 0,0 0-5 0,0 0 3 0,0 0-9 15,0 0 7-15,0 0-3 0,0 0-2 0,0 0 11 16,0 0-9-16,0 0 1 0,0 0-4 0,0 0 4 15,0 0 2-15,0 0-8 0,0 0 11 0,0 0-4 16,0 0-4-16,0 0 2 0,0 0 7 0,0 0-15 16,0 0 7-16,0 0-1 0,0 0-1 0,0 0 0 15,0 0 2-15,0 0-9 0,0 0 4 0,0 0 2 16,0 0 3-16,0 0-3 0,0 0-2 0,0 0 4 16,0 0-9-16,0 0 2 0,0 0 4 0,0 0 1 15,0 0-9-15,0 0-1 0,0 0-5 0,0 0-3 16,0 0-3-16,0 0-5 0,0 0-9 0,0 0-19 15,0 0-11-15,0 0-18 0,0 0-19 0,0 0-64 16,0 0-173-16,0 0 77 0</inkml:trace>
  <inkml:trace contextRef="#ctx0" brushRef="#br0" timeOffset="4133.53">20436 10026 19 0,'-9'0'68'0,"1"2"2"15,8-2 1-15,-15 0 0 0,6 1-9 0,9-1 3 16,-14-1-5-16,9 2 3 0,5-1-8 0,-12 2-1 16,12-2-2-16,-6 2-1 0,6-2-7 0,-8 3-10 15,8-3-1-15,0 0-1 0,0 0-10 0,-9 3 3 16,9-3-10-16,0 0 1 0,0 0-1 0,0 0 4 15,0 0-3-15,0 0-1 0,0 0 4 0,0 0-4 16,0 0 2-16,23 9 1 0,-16-8-1 0,4 0 7 16,1 0 7-16,3-1 6 0,2 0-6 0,6 2 5 15,-3 0 1-15,9-1 0 0,1 1-2 0,-2-2-2 16,5 0 5-16,0 2 4 0,0 0 4 0,1 0-10 16,2 1 5-16,-2-2 2 0,3 2 4 0,0 0-7 0,4 0 0 15,9-1 1-15,2 2-1 0,2-3 6 16,-14 1-4-16,13-3-1 0,5 2 0 0,-2 0 1 0,0 1-4 15,1-2 0-15,-1 2-4 0,3-2-1 0,-5 1-2 16,1-1-4-16,2 2 3 0,-2-2 3 0,2 0-4 16,2 5-1-16,-3-1-3 0,2 1-2 0,-2 0 0 15,0-1-3-15,-3 1 8 0,-2-1-10 0,0 1 0 16,1-1 2-16,3 0 1 0,-1-1-1 0,-4 2 1 16,1 3-7-16,-12-4 5 0,15 4-8 0,0 0 2 15,-3-1 0-15,-10-1-1 0,11 3-5 0,-12-3 0 16,11-2 4-16,-14 0 4 0,-1 0-2 0,-3-3 4 15,1 1 0-15,0-2 0 0,-2 0-4 0,-3-3-2 16,0 2 1-16,-8 0 14 0,1-2-1 0,-3 2 1 16,-2-1-2-16,2 2 10 0,-4-3-6 0,3-2 0 15,-7 3 1-15,2 2 2 0,-3 0-7 0,-2-3-1 16,0 3-5-16,-1-2-2 0,1 1 3 0,-2-3-7 16,-6 4 2-16,9-1-2 0,-9 1-2 0,9-1-10 15,-9 1-13-15,8-2-19 0,-8 2-22 0,8-2-22 16,-8 2-18-16,11-1-26 0,-4-1-27 0,4 1-20 15,4-1-26-15,2 0-28 0,2 2-140 0,1-2-390 16,9 0 173-16</inkml:trace>
  <inkml:trace contextRef="#ctx0" brushRef="#br0" timeOffset="5516.52">25315 9903 68 0,'0'0'165'0,"0"0"-7"0,7 2-10 0,-7-2-3 15,0 0-5-15,0 0-5 0,0 0 5 0,0 0-12 16,0 0-3-16,0 0-8 0,0 0-8 0,0 0-12 16,0 0-4-16,5 4-16 0,-5-4-8 0,0 0-8 15,0 0-6-15,0 0-5 0,0 0-7 0,0 0-3 16,11 2 1-16,-4 1-1 0,0-2-1 0,4 0-5 16,0 1 0-16,2 1-5 0,5-1 0 0,1 3-2 0,-1 0-3 15,4-1 3-15,-2 0 5 0,7 5-7 0,2-5 1 16,2 4-5-16,-4-1-2 0,1 0 2 15,0-4-5-15,2 1 0 0,1 1 1 0,-1 0 2 0,-1-4 2 16,-2 2-4-16,2 1 3 0,1 2 0 0,1-3 5 16,0 5-3-16,3 0 3 0,4 1-8 0,-2 2-4 15,1-3-1-15,1-1 0 0,-1 4-2 0,-1-5 1 16,-4 3 1-16,5-4-2 0,-3 4-3 0,3 1 1 16,-3-1-4-16,-1 2 1 0,1-2 2 0,1 2 0 15,-3-3-4-15,-3 0 2 0,2 0-1 0,-1-1-1 0,-3 5-1 16,0-6 4-16,0 1-4 0,1-1 1 15,-9-2-1-15,3 2-1 0,1-3-1 0,-3 3 4 16,2-1-6-16,-1-1 3 0,-2 2 3 0,2-1-2 16,-4 0-1-16,2-3 2 0,1 1-1 0,-4 2-1 15,-2-4 2-15,-1 2-5 0,7-3 0 0,-11 1 6 16,2 1 0-16,1-1 10 0,-4-1 4 0,3 0-2 16,1-1-2-16,-3 2 0 0,0-2-6 0,2 1 4 0,-11 0 1 15,17 0 1-15,-4-2 9 0,-2 2-5 0,-1-1 1 16,-2 1-5-16,5 0 0 0,-5-2-3 15,2 2 0-15,-1 0 1 0,-2-1-4 0,1-2-1 16,2 2 1-16,-1-1-1 0,1 2-1 0,2-1 0 0,-1 1 1 16,1-2-3-16,-3 1 5 0,4 0-9 0,-1 1 2 15,-1-2 2-15,1 2-2 0,0 2-2 0,-3-1 2 16,4-2-10-16,-1-1 0 0,-1 2 5 0,3 2-3 16,-3-4 1-16,0 4 0 0,1-2 3 0,0-2-1 15,0 2 1-15,-1-1-2 0,2 0 1 0,-1 0-2 16,1-2 6-16,4 1-5 0,-1 1 2 15,1-2-1-15,-2 2 4 0,-3-2-4 0,1 0-1 16,7 0 2-16,-7 2 0 0,4-2 2 0,-4 0 0 0,-2 1 2 16,3 0-3-16,-1-2-2 0,-1 2 5 0,-3 0-4 15,4-1 3-15,-6 2-4 0,1 0 1 0,-1-1-1 16,-7 2 4-16,16 0 1 0,-9-3-2 0,0 2 0 16,-7 1 0-16,16-4-2 0,-7 2 2 0,-3 2-1 15,4-3 2-15,0-1 2 0,-3 0-4 0,2 3 2 16,1-3 1-16,-2 0-5 0,-1 2 2 0,1-2 2 15,0 1 1-15,-4-2-2 0,4 3 0 0,-8 2 1 16,11-6 1-16,-5 3-3 0,-6 3-2 0,8-3 3 16,-8 3 2-16,7-3-5 0,-7 3 4 0,0 0-1 15,7-4 0-15,-7 4 2 0,0 0-2 0,0 0-1 16,0 0 3-16,0 0 0 0,7-2-5 0,-7 2 6 16,0 0 0-16,0 0 6 0,0 0 4 0,0 0 1 15,0 0 6-15,0 0-3 0,0 0 0 0,0 0 1 16,0 0-2-16,0 0-8 0,4-4 6 0,-4 4 2 15,0 0 1-15,0 0 1 0,0 0 1 0,0 0-1 0,0 0 2 16,0 0 2-16,0 0 14 0,0 0-13 0,0 0 2 16,0 0 3-16,0 0-5 0,0 0 2 15,0 0 4-15,0 0 1 0,0 0 0 0,0 0-5 0,0 0-2 16,0 0 1-16,0 0-1 0,0 0 3 0,0 0-11 16,0 0 5-16,0 0 0 0,-15-8-4 0,15 8 4 15,0 0-3-15,0 0-9 0,-7-3 2 16,7 3-3-16,0 0 8 0,0 0-2 0,0 0-7 0,0 0 3 15,-9-3-2-15,9 3-3 0,0 0 2 0,0 0 16 16,0 0-23-16,0 0 2 0,-9-2-7 0,9 2 7 16,0 0 5-16,0 0-1 0,0 0-6 0,0 0-1 15,0 0 6-15,0 0-1 0,0 0-4 0,0 0 3 16,-7-3-4-16,7 3-1 0,0 0 5 0,0 0-4 16,0 0 5-16,0 0-5 0,0 0-1 0,0 0 4 15,0 0 0-15,0 0-7 0,0 0 8 0,0 0-2 16,0 0-8-16,0 0 17 0,0 0-10 0,0 0 2 15,0 0-3-15,0 0 1 0,0 0 3 0,0 0-3 16,0 0 5-16,0 0-3 0,0 0 4 0,-11 0-2 16,11 0-3-16,0 0 3 0,0 0-3 0,0 0-11 0,0 0 11 15,0 0 5-15,0 0-3 0,0 0-2 16,0 0 1-16,0 0 7 0,-6-3-6 0,6 3 1 16,0 0-7-16,0 0 5 0,0 0-2 0,0 0 9 15,0 0-18-15,0 0 0 0,0 0-6 0,0 0-6 0,0 0-21 16,0 0-20-16,0 0-20 0,0 0-25 15,0 0-21-15,0 0-30 0,0 0-29 0,0 0-21 16,0 0-37-16,0 0-236 0,-12-6-523 0,8 1 232 16</inkml:trace>
  <inkml:trace contextRef="#ctx0" brushRef="#br0" timeOffset="9615.94">29459 5107 45 0,'-3'6'95'0,"3"-6"7"0,0 0 12 16,-2 8 12-16,2-8 13 0,0 0 6 0,0 0 12 15,0 0 12-15,0 0 3 0,0 0 2 0,0 0-2 16,-1 7 4-16,1-7-8 0,0 0-26 0,0 0-12 15,0 0-15-15,-1-27-15 0,0 11-11 0,-1-3-6 16,4 0-2-16,-1-7 1 0,0-2-12 0,-1-1-7 16,3-1 1-16,2-2-6 0,0 3-4 15,1-1-6-15,1 4 0 0,-1 0-9 0,4 2-4 16,-2 8-4-16,-3 1-3 0,2 4-4 0,-4 3-5 16,2 2-10-16,-1 2-8 0,-4 4-3 0,10-2 0 0,-10 2-1 15,18 7 0-15,-7 0 2 0,5 5 0 0,-2 3-2 16,5 5 13-16,-2 2-13 0,2 3 3 15,-2-1-3-15,-2 2 0 0,-2-2 3 0,1 0 3 0,-5 0-3 16,-1-8 3-16,-2 2-4 0,-2-4 11 0,0-2-8 16,-1-2 2-16,1-1-4 0,-1-2 1 0,-2-3 3 15,-1-4 2-15,3 9-2 0,-3-9 5 0,1 8-1 16,-1-8-1-16,3 5 4 0,-3-5-6 0,0 0-7 16,0 0 3-16,0 0-16 0,0 0-1 0,-7-28 4 15,8 16-7-15,2-3-2 0,0-4 4 0,5-5 0 16,0-2 2-16,1 0-11 0,4 1 4 15,2 0-2-15,3 5 4 0,0-2-15 0,-3 8 2 0,5-4-1 16,-5 9 0-16,-4 1 3 0,-2 5 3 0,3-2 0 16,-5 5 0-16,4-1 3 0,-1 4 3 0,-1 0 4 15,1 3 0-15,0 2 4 0,-2 3 1 0,4 3 0 16,-4 2 2-16,1 1 2 0,-1 0 0 0,-3 1 1 16,-1-1 3-16,2-2 0 0,-3 2 2 15,-1 1-12-15,0-3-30 0,-1 0-28 0,-2 3-38 0,1-6-37 16,-2 0-45-16,1 0-174 0,-4-2-395 0,4 0 175 15</inkml:trace>
  <inkml:trace contextRef="#ctx0" brushRef="#br0" timeOffset="9992.12">30266 4767 126 0,'0'0'219'0,"-3"-10"-17"16,3 10-17-16,0 0-18 0,-14-1-15 0,14 1-6 15,-18 13-7-15,3-1-11 0,-2 7-3 0,-2 0-15 16,6-4-10-16,-2 6-13 0,6-4-3 16,0 0-12-16,2-1-5 0,3 0-10 0,2-3-5 15,1-1-2-15,0-1-7 0,2 0-5 0,4-2-3 0,-2-1-5 16,2 0-1-16,1-2-3 0,2 0-3 16,0-1-7-16,2-1-2 0,1-4-2 0,0 3-2 15,-2-6-3-15,-9 3 4 0,16-5-3 0,-7-2 1 16,0 1 2-16,0-1 0 0,-4-3-4 0,0 1 4 15,-1-2 5-15,0 2-1 0,0-3 8 0,-2 1-1 16,1 0 31-16,-2 1 4 0,2 6 3 0,-2-3-6 0,-1 7-3 16,3-8-9-16,-3 8-8 0,2-7-6 15,-2 7-6-15,0 0-3 0,0 0-6 0,0 0-1 0,0 0 0 16,0 0 3-16,0 0-4 0,10 13-2 16,-5-4 1-16,-1 2 0 0,3-3-4 0,-1 4-11 15,-1-2-29-15,-1 3-35 0,2-3-42 0,1 1-47 16,-1 0-47-16,2-3-44 0,-3 2-148 0,3-2-431 15,-2-1 191-15</inkml:trace>
  <inkml:trace contextRef="#ctx0" brushRef="#br0" timeOffset="10216.7">30487 4759 158 0,'4'-8'199'0,"-4"8"-22"0,0 0-14 0,0 0-7 15,0 0-11-15,0 0-7 0,11 14-11 0,-4-4-12 16,-2 0-12-16,-3 3-5 0,9-1-12 0,-1 2-3 16,-4-4-13-16,2 5-4 0,1-3-5 0,2 2-6 15,-3-4-7-15,0 4-18 0,-2-5-14 0,0-2-28 16,1 1-34-16,-1 0-49 0,-1-2-35 0,1-2-17 16,0 0-17-16,-2 0-86 0,-4-4-272 15,11 1 121-15</inkml:trace>
  <inkml:trace contextRef="#ctx0" brushRef="#br0" timeOffset="10365.91">30680 4921 97 0,'1'-8'38'0,"1"-3"15"15,-4-2 20-15,0-2 15 0,-5 0 5 0,2-1 26 16,0 0 8-16,-1 6 36 0,2 0 0 0,-3 3-1 16,4 0 4-16,3 7-14 0,-7-7-13 0,3 4-18 15,4 3-11-15,0 0-12 0,-19 3-8 0,5 7-8 16,-2 2-9-16,-5 8-3 0,2 2-11 16,-4 3-4-16,-3 2-3 0,2-1-9 0,1 2-39 0,0-3-37 15,3 1-32-15,3-2-75 0,4-8-58 0,-2 6-145 16,5-8-371-16,3-5 165 0</inkml:trace>
  <inkml:trace contextRef="#ctx0" brushRef="#br0" timeOffset="10537.12">30824 4847 123 0,'6'-3'263'0,"-6"3"-30"0,0 0-20 0,0 0-24 15,5-3-20-15,-5 3-16 0,0 0-17 0,0 0-19 16,0 0-22-16,0 0-26 0,0 0-42 0,0 0-48 16,0 0-57-16,0 16-62 0,0-16-118 0,0 0-280 15,-5 17 124-15</inkml:trace>
  <inkml:trace contextRef="#ctx0" brushRef="#br0" timeOffset="12383.42">30625 5686 166 0,'0'0'197'0,"0"0"-10"0,0 0 0 15,-6-8-15-15,6 8-5 0,0 0-10 0,-4-5-11 0,4 5-5 16,0 0-9-16,0 0-9 0,0 0-9 16,0 0-11-16,-8-3-9 0,8 3-11 0,0 0-6 0,0 0-3 15,-18 9-12-15,12-5 0 0,-4 2-4 0,4 1-7 16,-6 2 3-16,0 1-5 0,-2 2 0 0,0 2-18 16,3 0 1-16,-1 1-5 0,1 0-2 15,-3 6 1-15,5-3-4 0,0-1 1 0,-1 1-2 16,-1 6-2-16,3-5 3 0,3-2-9 0,-1 1 8 0,1 0-11 15,1-3 1-15,2 4-1 0,2-2 0 0,0 1-3 16,1-3 1-16,1-4-1 0,1 2-1 16,3 1-1-16,1-2 3 0,-2-2 3 0,1 0 5 0,3-1 4 15,0-3 2-15,3 2-2 0,3-3-2 16,-1 0 0-16,3-3 0 0,3-1 2 0,2 0-6 0,-3-5-1 16,1 0-1-16,7-3-2 0,-8 0 4 0,6-6-4 15,-6 4-2-15,0 2 3 0,-2-6-6 0,-1-1 5 16,0 2-6-16,-1-2 3 0,-2-1-1 15,-3-1 2-15,0 0-2 0,-1-1-2 0,-2-1 0 0,-2-1-1 16,1 1 0-16,-5-1 5 0,-1 2-7 16,-2 0 4-16,0 0 3 0,-3 5 4 0,0 0 6 0,-2-3 0 15,-1 2 2-15,-4-1-7 0,1 2-2 16,-6 3 0-16,3 2-4 0,-4-1 0 0,2 6 0 16,-5-2-7-16,2 2 1 0,-1 3 4 0,-1 1-2 15,3-1-1-15,4 1 2 0,-2-1-7 0,4 2-17 16,2-1-25-16,1 2-33 0,1 0-35 0,2 0-32 0,6-4-40 15,-4 15-40-15,7-8-46 0,-3-7-139 0,11 17-445 16,1-9 197-16</inkml:trace>
  <inkml:trace contextRef="#ctx0" brushRef="#br0" timeOffset="12632.84">31139 5889 41 0,'0'0'195'0,"10"2"5"0,-2-1 5 16,-8-1 6-16,15 0 1 0,-4-1-6 0,-2-1-10 16,-9 2-10-16,18 0-15 0,-5 0-10 0,-3-1-15 15,2 0-8-15,-2-1-9 0,3 0-19 0,0 2-7 0,-2-1-11 16,1 0-11-16,-2 1 1 0,0-2-22 0,-3 4 2 16,-7-2-6-16,15-3-8 0,-15 3-5 15,9 0-7-15,-9 0-9 0,8-1-18 0,-8 1-25 16,0 0-37-16,0 0-47 0,0 0-65 0,10-1-67 15,-10 1-208-15,0 0-477 0,14-2 210 0</inkml:trace>
  <inkml:trace contextRef="#ctx0" brushRef="#br0" timeOffset="14949.44">31904 5804 11 0,'0'0'161'0,"0"0"-6"0,0 0-3 16,2-7-7-16,-2 7-12 0,0 0-3 0,0 0-1 15,0 0-12-15,0 0-25 0,0 0 3 0,0 0-6 16,0 0-9-16,0 0-6 0,0 0-6 0,0 0-7 16,0 0-7-16,0 0-4 0,0 0-3 0,0 0-4 15,0 0-9-15,0 0-2 0,0 0-1 0,0 0-9 16,0 0 0-16,0 0 0 0,0 0 3 0,0 0 2 16,0 0-1-16,-8 24 5 0,4-14-1 0,-1 1 1 15,0 4-3-15,-2 2 0 0,0-2-3 0,0 0-3 16,2-1-1-16,0-3-4 0,1 1 1 0,-1-2-3 15,1 2-7-15,0-2 6 0,2 1-2 0,-4 0-2 16,3-3 1-16,-1 3-3 0,2-5-1 0,-1-1 0 16,3-5 3-16,-2 9-1 0,2-9-2 0,-3 8 2 15,3-8 0-15,0 0-3 0,0 0 12 0,-3 7 9 16,3-7 4-16,0 0 14 0,0 0 9 0,0 0 11 16,0 0 3-16,0 0 0 0,0 0 17 0,0 0-1 15,0 0-7-15,0 0-7 0,0 0-7 0,0 0-10 16,-2-22-3-16,2 22-5 0,4-21-8 0,-3 7-3 15,3-1-9-15,0-3-9 0,1 1 3 0,2-1-1 16,-2 1-6-16,3-1-1 0,-3 0-2 0,1 1 2 16,0 3 0-16,0-1-5 0,-1 5 2 0,-1-3 9 15,-1 3-5-15,1 0-8 0,0 0 2 0,2 1-6 16,-4-1 3-16,2 2 7 0,-3 2-11 0,2 1 1 16,-3 5 0-16,4-13 2 0,-2 9-4 0,-2 4 2 15,3-10 2-15,-3 10-4 0,4-6 2 0,-4 6 1 16,2-6 1-16,-2 6-1 0,0 0-2 0,0 0 1 15,4-7-3-15,-4 7 0 0,0 0 0 0,0 0 3 16,0 0-5-16,0 0 6 0,0 0 0 0,0 0-3 16,0 0-2-16,0 0 2 0,0 0-4 0,0 0 6 15,0 0-4-15,0 0 7 0,0 0 1 0,0 0-9 16,0 0 0-16,0 0 1 0,3-6 1 0,-3 6-1 16,0 0 3-16,0 0-2 0,0 0 2 0,0 0 0 15,0 0-5-15,0 0 3 0,0 0 3 0,0 0-1 16,0 0 2-16,0 0-1 0,0 0 0 0,0 0-3 15,0 0 0-15,0 0 3 0,0 0-4 0,0 0 5 16,0 0-6-16,0 0 3 0,0 0-2 0,0 0 1 16,0 0 3-16,0 0-2 0,0 0 1 0,0 0 3 15,0 0-1-15,0 0-6 0,0 0 1 0,0 0-1 16,0 0 2-16,0 0 0 0,0 0-2 0,0 0 1 16,0 0 1-16,7 14 1 0,-4-9-3 0,2 1 2 15,-1 2 3-15,2 1 3 0,2 1-11 0,-2 2 6 16,2 2 5-16,1 0-2 0,0 1-1 0,-3 1 5 15,3 0 1-15,-1 1 0 0,-2-2 4 0,1 2 0 16,-1 0 9-16,-1-2 2 0,0-4-3 0,-1 1 2 16,0 0-5-16,-2 1-4 0,2-4 0 0,0 2 0 15,0 0-3-15,-1-1 0 0,1-2-2 0,-2-1-3 16,-1-2 1-16,-1-5 12 0,7 17-7 0,-6-9 24 16,-1-8 4-16,4 14-6 0,-2-8 1 0,-2-6-2 15,0 11-4-15,0-11-3 0,4 10-1 0,-4-10-5 16,3 8-15-16,-3-8 25 0,0 0-6 0,0 0-8 15,0 0 2-15,2 10 4 0,-2-10-7 0,0 0 8 16,0 0 0-16,0 0-6 0,0 0-9 0,0 0 2 16,0 0-1-16,0 0-17 0,0 0-19 0,0 0-31 15,0 0-48-15,0 0-52 0,0 0-46 0,0 0-41 16,0 0-42-16,0 0-227 0,0 0-560 0,-15-25 249 16</inkml:trace>
  <inkml:trace contextRef="#ctx0" brushRef="#br0" timeOffset="15200.15">31907 5910 94 0,'0'0'232'0,"0"0"-25"0,0 0-21 16,0 0-12-16,-8-3-7 0,8 3-14 0,0 0-10 16,0 0-12-16,0 0-10 0,0 0-10 0,0 0-3 15,0 0-4-15,0 0 3 0,18-5-4 0,-7 2-8 16,1 1-9-16,3 1-10 0,-2 0-6 0,0 1-9 15,0 0-10-15,0 0 1 0,-2-2-7 0,-3 2 0 16,2-1-10-16,-10 1-2 0,15 0-5 0,-8 0 0 16,-7 0-1-16,10 0-6 0,-10 0-8 0,9-1-20 15,-9 1-19-15,0 0-29 0,0 0-34 0,0 0-48 16,13 0-43-16,-13 0-49 0,0 0-135 0,0 0-395 16,0 0 175-16</inkml:trace>
  <inkml:trace contextRef="#ctx0" brushRef="#br0" timeOffset="16166.63">30557 6731 163 0,'-6'21'177'0,"6"-21"5"16,0 0 6-16,0 0 3 0,0 0-3 0,0 0-7 15,0 0-7-15,0 0-13 0,0 0 1 0,0 0-16 16,0 0-12-16,0 0-13 0,0 0-13 0,0 0-3 16,0 0-11-16,14-15-5 0,-9 9 10 0,0 2-9 15,0-3-5-15,2 0-5 0,-2-2-8 0,-1 4-6 16,1-2-9-16,0-2 3 0,0 2-9 0,-2-4-3 16,-2 6-6-16,1-5-6 0,1 5 8 0,-3 5-1 15,4-11 4-15,-4 11 3 0,2-9-5 0,-2 9 11 16,3-7-19-16,-3 7-5 0,0 0-8 0,2-8-9 15,-2 8 0-15,0 0-3 0,0 0-6 0,0 0 0 16,0 0 5-16,5 22-3 0,-2-7 6 0,-3 5-4 16,-1 4 0-16,2 5-1 0,-2 2 1 0,-2-1 4 15,1 0-5-15,2-1-2 0,0-1 7 0,-2-1-8 16,0-7-2-16,2-1 6 0,0 1-9 0,0-2 3 16,-3 0 2-16,3 1 0 0,0-9-2 0,3 3-2 15,-2-4 18-15,-1 1-11 0,0 2-6 0,1-6 0 16,-1-6-1-16,-1 14 1 0,2-10-4 0,-1-4 5 15,0 0-4-15,0 13 2 0,0-13 1 0,0 0 1 16,-1 9 10-16,1-9-11 0,0 0-2 0,0 0 3 16,0 0 6-16,-5 8-11 0,5-8-3 0,-8 2-4 15,8-2-4-15,-14 2 5 0,5-2-1 0,9 0 4 16,-14-2-4-16,7 2 1 0,7 0-1 0,-16-1 5 16,16 1 0-16,-9-3-1 0,9 3-2 0,-10 0 1 15,10 0 0-15,0 0 0 0,-10 2 0 0,10-2 3 16,0 0-7-16,0 0 4 0,0 0-6 0,0 0-1 15,0 0 0-15,0 0 5 0,0 0-7 0,0 0-27 16,0 0-23-16,37-5-24 0,-18 3-44 0,1-2-41 16,9-3-37-16,1-4-44 0,0 1-228 0,-1 0-521 15,2-1 230-15</inkml:trace>
  <inkml:trace contextRef="#ctx0" brushRef="#br0" timeOffset="16325.99">31103 6925 159 0,'0'0'257'16,"0"0"-24"-16,8 2-22 0,-8-2-24 0,0 0-18 15,0 0-15-15,0 0-18 0,15-2-22 0,-9 1-30 16,5-1-34-16,1-2-52 0,1 0-41 0,8-4-62 16,8 1-163-16,-8-1-289 0,11 0 127 0</inkml:trace>
  <inkml:trace contextRef="#ctx0" brushRef="#br0" timeOffset="17155.82">31855 6750 64 0,'0'0'234'0,"0"0"-4"16,0 0-1-16,0 0-7 0,-7-3-7 0,7 3-12 16,0 0-18-16,0 0-15 0,0 0-16 0,0 0-23 15,0 0-14-15,0 0-10 0,-6 16 2 0,-1-2 7 16,0 2-5-16,-5 10 3 0,-1 3-4 16,1 2-12-16,-6 12-5 0,2-10-5 0,2 0-8 0,-1-2-2 15,2-1-1-15,-1-1 0 0,4-2-5 0,1-1 0 16,0-7-5-16,3-2-3 0,0-3-7 15,1-3 2-15,1-3-8 0,1-2-6 0,1 0 14 16,0-1 0-16,2-5 9 0,0 0-1 0,-4 7 1 0,4-7-23 16,0 0 2-16,0 0 2 0,0 0-9 0,-2-24 2 15,4 8-13-15,2-3-2 0,-2 0-4 0,5-6-1 16,-2 0-15-16,3-7 3 0,2 5-7 0,3-5-14 16,-1 0 5-16,4 1 0 0,-1 3-5 0,3-4-5 15,0 1-1-15,0 4 9 0,0 2 3 0,-7 8-2 16,6-2 11-16,-7 7-5 0,-2 3-10 0,-2 0 5 15,2 3 0-15,-3 0-6 0,-3 1-1 0,-2 5-9 16,9-3 8-16,-9 3 0 0,8 7 1 0,-2 1 4 16,1 3 6-16,-1 7 16 0,-1 1-2 0,-1 7-5 15,2 3 24-15,2-1-6 0,-1 2 9 0,-2-1-5 16,-1 0 12-16,-1-2 4 0,2 0-6 0,-1-1 4 16,-3-8-3-16,1 2-8 0,0-1-4 0,0-3 0 15,-1 2 2-15,0-5-5 0,0 2 1 0,2-2-4 16,-2-3-5-16,-1 0 9 0,2 0-8 0,-2 0-7 15,1-3-28-15,-1-7-35 0,1 9-38 0,-1-9-36 16,3 9-33-16,-3-9-40 0,0 0-46 0,0 0-66 16,0 0-55-16,-8 5-198 0,8-5-610 0,0 0 270 15</inkml:trace>
  <inkml:trace contextRef="#ctx0" brushRef="#br0" timeOffset="17316.75">31716 7057 292 0,'0'0'288'0,"-9"-3"-35"0,9 3-28 0,-8-4-24 16,8 4-22-16,0 0-15 0,0 0-16 16,0 0-14-16,0 0-17 0,1-10-7 0,10 5-11 15,5-5-36-15,8-2-26 0,4-4-52 0,4 2-60 0,3-4-75 16,12-2-195-16,-14 2-374 0,10-7 165 0</inkml:trace>
  <inkml:trace contextRef="#ctx0" brushRef="#br0" timeOffset="17487.16">31926 6521 3952 0,'-22'-2'145'0,"3"0"-67"0,4-1-48 0,1 3-27 16,4-3-23-16,0 2-20 0,4 0-9 0,6 1 1 16,-11-3-8-16,11 3 0 0,0 0-5 0,24-10-30 0,5 1-28 15,22-4-34-15,6-2-55 0,34-9-50 0,-1 4-251 16,0 0-550-16,-26 5 244 0</inkml:trace>
  <inkml:trace contextRef="#ctx0" brushRef="#br0" timeOffset="17949.28">31011 7799 243 0,'-12'-4'439'0,"1"2"-52"0,3 1-49 0,8 1-39 16,0 0-38-16,0 0-18 0,0 0-23 0,58-10-21 15,-1-2-19-15,38-9-21 0,12 0-20 16,10-4-6-16,8-3-20 0,8 0-22 0,-6 1-39 16,4 6-43-16,-6 0-50 0,-11 4-65 0,-11 5-82 0,-7 1-85 15,-37 4-211-15,2 3-522 0,-21 1 231 0</inkml:trace>
  <inkml:trace contextRef="#ctx0" brushRef="#br0" timeOffset="23167.75">8819 13115 115 0,'0'0'151'16,"0"0"-13"-16,0 0-2 0,-9-2-20 0,9 2-3 0,0 0-5 15,0 0-6-15,0 0-10 0,0 0-2 0,-8-2-7 16,8 2-4-16,0 0 2 0,0 0-1 16,0 0-7-16,0 0-3 0,0 0 5 0,-11-2-14 15,11 2 4-15,0 0-7 0,0 0 1 0,0 0 0 0,0 0-4 16,0 0-5-16,0 0 2 0,0 0-5 0,0 0-3 16,0 0-7-16,0 0-4 0,0 0-4 0,0 0-1 15,0 0 1-15,0 0-5 0,0 0-2 0,0 0-2 16,0 0-5-16,0 0 0 0,0 0-2 15,0 0 0-15,26 4 8 0,-15-6 1 0,2 0-11 0,5-2 3 16,0 2-2-16,-1-1-2 0,3-1-1 0,1 0 0 16,-3-3-1-16,0 4 2 0,0 0-1 0,-5-1 9 15,-1 1-7-15,-1-1 4 0,-1 1 0 0,0 0 0 16,-3 3 1-16,-7 0-1 0,11-3 6 0,-11 3 6 16,9-4 8-16,-9 4 12 0,0 0 6 0,6-1 6 15,-6 1 6-15,0 0 0 0,0 0-5 16,9-3 2-16,-9 3-7 0,0 0-6 0,0 0-2 15,0 0-5-15,0 0-6 0,0 0-4 0,0 0-3 0,0 0 0 16,0 0-17-16,0 0-23 0,0 0-30 16,0 0-39-16,0 0-55 0,0 0-64 0,7-3-61 15,-7 3-219-15,0 0-518 0,0 0 230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2:59.941"/>
    </inkml:context>
    <inkml:brush xml:id="br0">
      <inkml:brushProperty name="width" value="0.05292" units="cm"/>
      <inkml:brushProperty name="height" value="0.05292" units="cm"/>
      <inkml:brushProperty name="color" value="#FF0000"/>
    </inkml:brush>
  </inkml:definitions>
  <inkml:trace contextRef="#ctx0" brushRef="#br0">24895 5038 71 0,'-9'-5'81'0,"9"5"-7"0,-4-4 3 0,4 4-6 0,0 0-2 16,-8-5-14-16,8 5-4 0,-6-5-1 16,6 5-10-16,-9-5-5 0,9 5 2 0,-6-2-11 15,6 2-4-15,-9-3 14 0,9 3-10 0,-8-4-8 16,8 4-7-16,-8-5 2 0,1 4 3 0,7 1-5 15,-12-4 3-15,4 2-3 0,1 0-3 0,7 2 6 0,-15-3-7 16,4 2 4-16,4-1-5 0,7 2-5 16,-13-3 8-16,4 2 8 0,2-2-17 0,7 3 26 15,-11-2-13-15,11 2 7 0,-10-2-6 0,10 2-5 16,-13-1 4-16,13 1 2 0,-11-3 5 0,11 3 5 16,-12-1-5-16,12 1 10 0,-9-3 4 0,9 3 4 15,-9 0-1-15,9 0 7 0,0 0-1 0,-11-2-5 16,11 2 1-16,0 0-5 0,0 0 0 0,-9-1-6 15,9 1-2-15,-8-2-2 0,8 2 8 0,-10-2-7 16,10 2 2-16,-9-2-3 0,9 2 1 0,0 0 3 0,-13 0 1 16,13 0 1-16,-10 0-7 0,10 0 2 0,0 0-2 15,-14-1-3-15,14 1 0 0,-8-2-6 16,8 2 0-16,-11 0 0 0,11 0 0 0,0 0-3 16,-9-1 4-16,9 1 4 0,0 0 0 0,0 0-3 15,-9-1 3-15,9 1-2 0,0 0-1 0,0 0 5 0,0 0 0 16,0 0 1-16,0 0-2 0,0 0-3 15,-12 0 3-15,12 0-6 0,0 0-3 0,0 0 1 16,0 0 2-16,0 0 0 0,0 0-2 0,0 0 1 16,0 0-5-16,0 0 1 0,0 0 0 0,0 0 3 15,0 0-5-15,0 0 0 0,0 0 0 0,0 0 3 0,0 0-3 16,0 0-1-16,0 0-2 0,0 0 0 0,0 0 8 16,0 0-5-16,0 0 1 0,0 0 1 15,0 0 0-15,0 0-1 0,0 0 1 0,0 0 0 16,0 0-4-16,0 0 0 0,0 0-4 0,0 0 1 15,0 0-2-15,0 0 0 0,0 0 4 0,0 0 4 0,32 9-1 16,-14-4 6-16,10-2-1 0,3 1 1 16,3 0-2-16,6-2 2 0,12 4 0 0,4 1-1 15,-3-6-2-15,1 1 3 0,-2 3-7 0,0-3-2 16,-3-5 2-16,-11 2-3 0,12 1 2 0,-10-3-1 16,10-1 0-16,-10 1 2 0,14-4 0 0,-4 7-3 0,3-6-2 15,-12 2 3-15,-1 1-1 0,12 1 0 0,-14-3-3 16,2 1 2-16,-4 0 1 0,1 1-1 0,-1 0-2 15,-5-1 1-15,0 3 1 0,-8-1-5 16,-3 1 4-16,0-1 3 0,-4 0 0 0,0 1 8 16,-3 0 2-16,-3 1 3 0,2-1 0 0,-5 1 0 0,0-1 1 15,-7 1-1-15,14 0 3 0,-14 0-3 0,10-1 5 16,-10 1 3-16,10-2 5 0,-10 2 2 16,0 0 1-16,7-1 5 0,-7 1 5 0,0 0 7 15,0 0-2-15,0 0-2 0,10-2-1 0,-10 2 0 16,0 0-6-16,0 0 6 0,0 0-3 0,0 0-3 15,0 0-4-15,0 0-4 0,0 0-4 0,0 0-1 0,0 0-3 16,0 0-2-16,0 0-11 0,0 0-14 16,0 0-34-16,0 0-41 0,5 5-56 0,-5-5-83 15,0 0-72-15,0 0-194 0,-38 12-523 0,0-9 232 16</inkml:trace>
  <inkml:trace contextRef="#ctx0" brushRef="#br0" timeOffset="4333.46">5737 5072 39 0,'0'0'163'0,"0"-8"7"0,0 8 0 0,-3-11-22 16,2 5-13-16,1 6-19 0,-4-10-7 0,4 10-10 15,-3-6-5-15,3 6-13 0,-1-8-19 0,1 8 0 16,0 0-2-16,-3-9-1 0,3 9-5 0,-1-8-3 15,1 8 0-15,0 0-5 0,0 0 6 0,0-11-4 16,0 11-2-16,0 0-4 0,0 0-5 0,0 0-5 16,-1-8-3-16,1 8-1 0,0 0-7 0,0 0-2 15,0 0-6-15,0 0-4 0,0 0-3 0,0 0-1 16,0 0-2-16,0 0-7 0,0 0-3 0,0 0 7 16,0 0-7-16,0 0-3 0,0 0 4 0,0 0-8 15,0 0 0-15,0 0 3 0,0 0-19 0,0 0 15 16,0 0-8-16,0 0 1 0,0 0-7 0,0 0 8 15,-8-4-2-15,8 4-1 0,0 0 1 0,0 0 7 16,0 0-5-16,0 0 11 0,0 0-3 0,0 0 6 16,0 0 4-16,0 0-4 0,0 0-3 0,0 0 0 15,0 0 8-15,0 0 4 0,0 0-17 0,0 0 12 16,0 0 1-16,0 0-3 0,0 0 7 0,0 0-3 16,0 0-4-16,0 0 6 0,0 0-9 0,0 0 5 15,0 0-1-15,0 0-1 0,0 0 1 0,0 0-4 16,0 0 9-16,0 0-6 0,0 0-3 0,0 0 5 15,0 0-1-15,0 0 2 0,0 0-7 0,0 0 3 16,0 0-2-16,0 0 10 0,0 0-12 0,0 0 6 16,0 0 2-16,0 0-1 0,0 0-3 0,16 13 3 15,-16-13-1-15,11 4 3 0,-3 0-4 0,1-2 6 16,2 1-2-16,2-1-3 0,-2 1-1 0,1 1 4 16,2-1 0-16,3-1 2 0,2-1 4 0,-1 2-2 15,1 1-8-15,1-2 6 0,1-1 2 0,-3 2-6 16,3 0 5-16,1-1-7 0,4 2 5 0,-6-2 2 15,3 0-4-15,6 1 3 0,2 0-2 0,0 0 4 16,1-2-3-16,2 2-3 0,-1-2 3 0,2 0-3 16,0-2 6-16,3 3 1 0,-1-2-5 0,-1 1 9 15,-2 2-20-15,-2-1 11 0,5-2-2 0,-1 2 8 16,1 2-5-16,-1-1 1 0,-2-2-1 0,2 1 5 16,0-1-3-16,0 3 1 0,-2-4-3 0,2 3-2 15,-3 0 2-15,0 0-4 0,1-1 7 0,-1-1-5 16,0 0 6-16,0 3 3 0,-2-3-11 0,1 1-1 15,-3 0 5-15,2 1 3 0,0 1-3 0,-2-1 1 16,-1 3 1-16,2-4 1 0,-2 5 0 0,-2-2-1 16,3-2-4-16,-2 0-1 0,1 3 5 0,-7-3-1 15,7 1 1-15,-1 0 1 0,3-2-4 0,0 4 3 16,0-5 10-16,0 3-9 0,2-1-2 16,0-1-1-16,3-2 2 0,1 1 1 0,0 1-4 0,-2-2-8 15,5-3 5-15,-1 3 5 0,1-2 2 0,1 2-1 16,-1-2-2-16,-1-1 6 0,-1 3-8 0,1-2 3 15,1-1 0-15,13 1-1 0,-14 0 2 0,12-1-5 16,-12 1 4-16,15-2-1 0,-15 4 14 0,14-2-8 16,-13 0-6-16,13 0 3 0,-12 0 0 0,12-1-15 15,3 2 17-15,-4-1-4 0,-10 1-3 0,10-3 6 16,-11 4 3-16,15-2-7 0,-17 0 3 0,13 2-1 16,2 0 6-16,-1-2-2 0,0 4-1 0,-2-4 2 15,4-1 2-15,-3 1-5 0,3-4 10 0,1 3-3 16,0-1-1-16,-1 1 0 0,2 0-13 15,-3 1 5-15,0-1 2 0,1-2 5 0,-2 0-5 0,1 1-6 16,4-2 6-16,-3 2 0 0,-4-2 1 0,4 2-1 16,0 0-1-16,-1-4-2 0,-1 2-4 0,-1 3 10 15,1-2-5-15,-1 2-4 0,-11-3 3 0,-2 3 1 16,13-3-3-16,3 4 6 0,-18-2-9 0,2 2 7 16,0-1-3-16,1 1 1 0,-2 1 1 0,16-4 1 15,-13 4-1-15,11-4 3 0,0 3-5 0,-12-1 0 16,12 0-1-16,0-2-3 0,-15 3 8 0,15 0-3 15,-13 0 0-15,-1-1 2 0,3 0 0 0,-3 1 0 16,1 0-3-16,-2 0 5 0,4-1-4 0,-4 0 1 16,0 1-7-16,0 1 5 0,-1 0-4 0,2-1 6 15,1 1-1-15,0-2-1 0,-4 2 4 0,3 0-7 16,4 0 5-16,-4-2-3 0,1 1 0 0,-1 0 2 16,1 1 3-16,1 1-1 0,-1-2 0 0,2 0-5 15,-6 1 1-15,5-2 4 0,-1 1-7 0,-3 2 7 16,1-1-5-16,-2 1 2 0,-2-1-2 0,3-2 3 15,-5 1-3-15,1 4 2 0,-2-5 6 0,5 2-1 16,-5-2 2-16,0 1 7 0,2 0-4 0,1 2 1 16,-3 0-4-16,-2 0 0 0,7-1-2 0,-2 1 3 15,-1-1 1-15,2 5-5 0,-1-6 0 0,3 4-1 16,-2-4-1-16,-2 4 5 0,1-4-6 0,-1 4 0 16,-4 1-2-16,3-3 8 0,-4 0-11 0,3 0 10 15,-2 0-2-15,2 2-3 0,-4-2-1 0,4 0 1 16,1 0 0-16,-3 0 0 0,0-2-3 0,2 2 5 15,-3 0-4-15,1 0 4 0,0 0-1 0,3-1 5 16,-3 1-3-16,2 0-4 0,0-2 0 0,-2 0-8 16,-4 2 11-16,8-1 0 0,-2 0-4 0,-2 0 2 15,2 1 2-15,4-2 0 0,-5 2-1 0,1 2 5 16,0-1-11-16,2-2-4 0,3-1 4 0,-4 1 7 16,-1 0-1-16,4 1-2 0,-1 1 3 0,-1-2-2 15,3 0 2-15,0 2-2 0,-2-1-1 0,-1 1 0 16,2-1-1-16,-1-1 1 0,0 3-1 15,-1-2 1-15,-1 2 1 0,1-1 1 0,-2-1-3 0,2 0 2 16,0 2-2-16,-1 0 4 0,-3-2 0 0,6-2-6 16,-3 4 3-16,2-4 2 0,-1 4-6 0,2 0 6 15,-2-1 0-15,1-1 0 0,2 0-4 0,-1 0 5 16,1 2-6-16,0 0 0 0,-1 0 6 0,-1-2-3 16,1 0 2-16,1 1 1 0,2-2-3 0,-1 1 2 15,-2 0-3-15,2 0 1 0,-3 1 0 0,2-1 2 16,1 0 0-16,-1 3 0 0,3-2 0 0,1 1 4 15,1-2-9-15,-1 1-1 0,2 1 8 0,-2 0 8 16,16-3 6-16,-16 1-3 0,0-1 1 0,1 2 1 16,0-2-5-16,0 2 1 0,0-4-4 0,0 2 1 15,-1 1-2-15,12 0 2 0,-14-1 0 0,5-1-3 16,-4 1 1-16,2 1-2 0,-2-2-2 0,3 1 1 16,-2-1 0-16,2 4-3 0,1-2 1 0,-2-3-2 15,0 3 4-15,-1 0-4 0,2 0 1 0,-2-1 5 16,-1 2-5-16,2-2-7 0,0-1 6 0,11 2-2 15,-14-3 3-15,1 0-1 0,-3-1 0 0,3 2 2 16,2-1 0-16,-2 1 1 0,1-1-3 0,-1-1-3 16,2 0 5-16,-4-1-3 0,4 2-2 0,0 1 4 15,-2 1-2-15,-2 1 3 0,2 0-3 0,-1-3-3 16,2-1 6-16,-5 3-3 0,2 0 0 0,1 0 0 16,-3-2 1-16,1 2 0 0,1-1 0 0,-1 0-1 15,-2 2 3-15,3-1-5 0,-2 1 0 0,-2 0 3 16,2-3 1-16,-3 2-1 0,2-1 2 0,2 1-3 15,-2 1 0-15,0 0 0 0,-4-1 0 0,5 1 1 16,-2-2 6-16,2 2-5 0,0 0-4 0,0 0 7 16,-1-3-6-16,3 2 3 0,-2-1 0 0,0 1-1 15,2-1 1-15,-3 2 1 0,-2-1 0 0,1 1 0 16,0-4 0-16,-3 3-1 0,0-1-2 0,1 0 3 16,1 2-3-16,-1-2 2 0,1 1 1 0,-1-2-5 15,0 2 6-15,2-1 0 0,-2 1-2 0,3-2-2 16,0 2 4-16,-1 0-3 0,1 1 1 15,-1-2 4-15,2 0-2 0,-4 0 0 0,4 2 4 0,1-3-2 16,0 0 2-16,-1 1-2 0,0 2-1 0,-1-3 0 16,0 2-3-16,2 0 5 0,0 0 0 0,-2-2-4 15,1 2-1-15,2-1 1 0,-4 0 0 0,1 0-3 16,1 1 0-16,0-1 5 0,0 1 0 0,4 1-1 16,-5 0-2-16,0-2-4 0,4 2 6 0,-3 0-5 15,3 0 3-15,0 0 0 0,-2-1-1 0,5 1 2 16,-2 1 1-16,-2-1-2 0,1-1 1 0,0 1-3 15,-3 0 2-15,2 0-2 0,-1 0 3 0,-1 2-1 16,-1-2 1-16,0 0-8 0,2-1 9 0,-2 1 1 16,1-1-2-16,3 3-1 0,-1-2 1 0,1 1 4 15,0-2-5-15,0 2 4 0,-2-1-5 0,2 3 0 16,0-3 2-16,-2-2-1 0,3 4-1 0,-2-1 1 16,2 1 0-16,-3-1 1 0,1-1-1 0,-2 0 0 15,0 1 0-15,1 1 1 0,0-2-3 0,-2 1 4 16,1 2-1-16,2-2-3 0,-2 0 1 0,0 0-4 15,2 2 4-15,-3-1-1 0,2 0 1 0,-2-1 3 16,3-1-1-16,0 4 2 0,-4-4-4 0,4 0 2 16,-1 1-2-16,-1-1 1 0,3 3 2 0,-3-1-3 15,2-1 0-15,1-1-4 0,2-1 6 0,-1 2-3 16,0 1 0-16,-2-1-1 0,-1 2 4 16,2-2-3-16,2 1 2 0,-2 2-3 0,0-2 1 0,1 0-1 15,0 1-2-15,-1-5 1 0,-1 6 2 0,1-3 5 16,1 1-3-16,1-1-4 0,1 2 7 0,-2-2-3 15,1 3 0-15,0-2 0 0,2 1 3 0,-1 0-5 16,11-3 1-16,-12 3 2 0,-2-1-2 0,3 0-2 16,0-2 4-16,0 3 1 0,11-1-3 0,-13 1 8 15,1-2-7-15,2 0-1 0,0 1 2 0,1-2-2 16,10 1 3-16,-12 1-3 0,11-4 1 0,-10 2 1 16,-2 2-3-16,15-2 8 0,-13 2 4 0,12-1-4 15,0-1 0-15,-14 1 0 0,13 1-3 0,-12-1-1 16,2 0-1-16,9 1 0 0,2-2 0 15,-15 0 3-15,1 4 0 0,13-2-4 0,-12-4 1 16,0 2 0-16,0 3 2 0,0-1-2 0,14-4 3 0,-15 4-3 16,1 2-1-16,13-4 1 0,-1 0-3 0,-11 1-2 15,-2-1 4-15,0 2 1 0,2 2 1 0,10-1-1 16,-11-1 4-16,-2-1-9 0,1 1 4 0,-1-1-3 16,0 2 0-16,1 0-1 0,2-2 5 0,-2 1-1 15,3-2 1-15,-2 1-2 0,-1 0 2 0,1 1-3 16,1-1 0-16,-2 0-2 0,0-3 5 0,1 2-1 15,2 1-2-15,-4 0 0 0,0-1 0 0,-1 1 0 16,2 0 0-16,-1-1 2 0,-4 2-3 0,2-2-2 16,-3 0 3-16,0 2 2 0,1-1-2 0,-5-1 1 15,3 0 0-15,-2 1 6 0,-2-1-9 16,1 2 3-16,1-1-1 0,-9-2-2 0,9 1 4 0,0 0-1 16,-8 1-1-16,2-2 1 0,-2 2 3 0,2-1-1 15,-1 0 0-15,0 1 0 0,5-1 6 0,-4 1 1 16,-7-2 0-16,4 1-3 0,0 0 2 0,-2 0 3 15,0 1-5-15,0-2-1 0,-4 1 0 16,-3-1 2-16,3 2 0 0,-1-1 0 0,0 1 4 0,-2-1 2 16,-2 0 2-16,-1 0-3 0,-8 0 1 0,13 0 0 15,-7 0 2-15,-6 0 3 0,10 1 2 0,-10-1 1 16,8 1 4-16,-8-1-1 0,0 0 0 0,0 0 2 16,0 0 2-16,11 0-4 0,-11 0 2 0,0 0-4 15,0 0-2-15,0 0-6 0,0 0 4 0,7 0-5 16,-7 0-2-16,0 0-18 0,0 0-33 0,0 0-53 15,0 0-73-15,0 0-91 0,0 0-201 0,0 0-495 16,-40 5 220-16</inkml:trace>
  <inkml:trace contextRef="#ctx0" brushRef="#br0" timeOffset="30835.35">25052 9055 7 0,'0'0'54'0,"4"-12"-37"16,-2 4-21-16,2-1-9 0,4-1-13 0,3-3 6 16</inkml:trace>
  <inkml:trace contextRef="#ctx0" brushRef="#br0" timeOffset="31331.87">25429 8349 51 0,'0'0'132'0,"-15"-4"-10"0,4 4-5 0,1-1 5 0,0 1-5 16,1 0 6-16,-2-2-9 0,11 2 1 15,-21 0-8-15,13-1-8 0,8 1-1 0,-14 0-2 16,7-3-5-16,7 3-5 0,-12 0-12 0,12 0-7 0,-8 3-8 16,8-3-4-16,0 0-12 0,0 0-2 0,-7 1-4 15,7-1 1-15,0 0 5 0,0 0 3 0,25 9 6 16,2-2 5-16,9 3 10 0,20-4 3 0,11 0-8 16,36-5-1-16,12 0-4 0,4-4-8 0,5-5-5 15,13 0-3-15,5 0-1 0,8-3-3 0,5 2-4 16,0-1-3-16,2 1-5 0,-2-1 1 0,0 4-2 15,0-6-6-15,-2 8-7 0,-7-2-1 0,-5-2 0 16,-8 1 1-16,-3 2-3 0,-8 1 2 0,-7-1-5 16,-14 0 3-16,-10 0-5 0,-33 4 0 0,-6-1-1 15,-11 1 1-15,-3-1 5 0,-6 2-5 0,-5-1 4 16,-7 0 0-16,-7 1 1 0,-1-2 21 0,-2 2 4 16,-2 0 7-16,-8 0 4 0,11 0 8 0,-11 0-4 15,10 0-1-15,-10 0 0 0,0 0-8 0,3-7-10 16,-3 7-11-16,0 0-21 0,0 0-16 0,-19-19-20 15,7 17-35-15,-2-4-32 0,-6 3-50 0,-9-4-47 16,-4 5-54-16,-7 7-172 0,-12-3-465 0,-9-2 206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4:27.857"/>
    </inkml:context>
    <inkml:brush xml:id="br0">
      <inkml:brushProperty name="width" value="0.05292" units="cm"/>
      <inkml:brushProperty name="height" value="0.05292" units="cm"/>
      <inkml:brushProperty name="color" value="#FF0000"/>
    </inkml:brush>
  </inkml:definitions>
  <inkml:trace contextRef="#ctx0" brushRef="#br0">24377 9061 51 0,'-14'0'115'0,"14"0"-1"0,-13 2-10 0,13-2-1 15,-14-2-14-15,7 0-8 0,7 2-8 0,-17-1-7 0,9 2-5 16,8-1 2-16,-15-1-2 0,15 1-14 0,-14 0-5 15,14 0-2-15,-9 1-2 0,9-1-1 0,-8 0-9 16,8 0 5-16,0 0-9 0,0 0 0 0,0 0-9 16,-11-1 3-16,11 1-3 0,0 0 0 0,0 0-10 15,0 0 6-15,0 0-5 0,0 0-6 0,0 0-3 16,0 0 12-16,0 0-5 0,0 0 3 0,0 0-5 16,0 0 1-16,24 13 7 0,-15-10-2 0,4 1 0 15,5 1 2-15,-2 0 3 0,5 0 2 0,6 2 2 16,1-4-1-16,6 4 4 0,2-7 3 0,2 2 1 15,15-4 2-15,-2-2 3 0,5 1-1 0,2-1 1 16,-1-2-6-16,2 1-2 0,3-2 7 0,-2-3-12 16,1 3-4-16,2-3 4 0,-4 1 0 0,5 0 6 15,-1-1-7-15,-1-1 0 0,4 0-4 0,-2 0 3 16,25-1-4-16,-30 2 3 0,6 3-1 0,0 1-3 16,-5 0 3-16,3-2 1 0,0 3-6 0,-4-3-4 15,-3 2 1-15,-2 1 0 0,-1 0-2 0,-3 0-2 16,2 1 6-16,-1-1 3 0,3-3-9 0,-2 4 2 15,-3 0 6-15,-8 0-4 0,10 0-2 0,-12-1-1 0,1 1 1 16,9 1-4-16,-10-2-1 0,-1 0 6 16,-2 4 2-16,1-2-7 0,3 1 2 0,-3-2 1 15,-1 0 0-15,-2-1 1 0,6 1-3 0,-3-2 6 16,-4 2-7-16,5 0 5 0,-2-2-3 0,2-1 7 0,1 1-1 16,-3-2 3-16,-1 1-3 0,1 1 4 0,0-1-1 15,-2-1-2-15,1 2 0 0,0-1 2 16,-2-1-3-16,-1 1-2 0,0 1 2 0,-3 0 0 15,2-1-4-15,-4 0-4 0,-7 3 5 0,3 0 4 16,-1 2-8-16,-4-2 5 0,2 1 8 0,1 1-6 16,-2-3 3-16,-2 1-1 0,-4 3-4 0,3-1-2 15,-1-1 5-15,4 2-11 0,-7 1 7 0,7-1 2 16,-2-1-2-16,-5 2 3 0,1 0-4 0,5 0 2 0,-4 0-2 16,0 2-1-16,0-2 4 0,3-2 0 0,-4 4-3 15,3-1 6-15,-2 0-3 0,-1 1-2 0,1-2 2 16,-1 0 4-16,-1 1 2 0,-2-1 3 15,-1-1-1-15,-1 2-4 0,-8-1 2 0,13 1-2 0,-7-1 2 16,-6 0-7-16,12 0 4 0,-12 0 0 0,10 0-3 16,-10 0 3-16,9-1-4 0,-9 1 1 0,0 0-3 15,13 1 2-15,-13-1 4 0,0 0-9 0,8-1 2 16,-8 1 5-16,0 0-22 0,0 0-10 0,0 0-8 16,0 0-8-16,7 1-14 0,-7-1-15 15,0 0-19-15,0 0-17 0,0 0-28 0,0 0-166 0,0 0-324 16,0 0 144-16</inkml:trace>
  <inkml:trace contextRef="#ctx0" brushRef="#br0" timeOffset="8186.76">13495 13107 10 0,'0'0'23'0,"8"-3"2"15,-8 3-3-15,0 0-4 0,10-3-1 0,-10 3-2 16,9-1 0-16,-9 1-1 0,10-2-2 0,-10 2-3 15,10 3-1-15,-10-3 6 0,9 0-5 0,-3 2 0 16,-6-2-6-16,12 4-4 0,-5-3-5 0,2 0-2 16,1 3-1-16,-2-2-25 0,1 4-35 0,2-4 16 15</inkml:trace>
  <inkml:trace contextRef="#ctx0" brushRef="#br0" timeOffset="10598.81">13938 13153 16 0,'0'0'39'16,"0"0"0"-16,0 0-6 0,0 0-6 0,0 0 2 15,-15-6-6-15,15 6-4 0,0 0 6 0,0 0-4 16,0 0 4-16,0 0-3 0,-6-3 0 0,6 3-1 0,0 0 3 15,0 0-4-15,0 0 8 0,0 0-9 0,-7-4-1 16,7 4-4-16,0 0 0 0,0 0 1 0,0 0-2 16,0 0-2-16,0 0 3 0,-13 0 1 15,13 0-14-15,0 0 3 0,0 0 2 0,0 0-3 16,-11 1 3-16,11-1 1 0,0 0 2 0,0 0 0 0,0 0 0 16,-9-2 1-16,9 2-7 0,-8-3 5 0,8 3 7 15,-6-4-4-15,6 4 4 0,-11-2-5 16,11 2 3-16,0 0-1 0,0 0-5 0,-14 2 11 15,14-2-12-15,-7 1 1 0,7-1 6 0,-8 1-8 16,8-1 1-16,0 0-6 0,-12-2 2 0,12 2 1 16,0 0 0-16,-13 1 0 0,13-1-2 0,0 0 2 0,-9-1-6 15,9 1 6-15,0 0 2 0,-12 0 1 0,12 0-1 16,0 0 4-16,-8-2 4 0,8 2-7 16,0 0 0-16,0 0-4 0,0 0 5 0,-9 0-1 15,9 0 20-15,0 0-17 0,0 0 4 0,0 0-5 16,0 0 3-16,0 0-5 0,-12 0 2 0,12 0 2 0,0 0 7 15,0 0-5-15,0 0 8 0,0 0-5 0,-8 0 4 16,8 0-2-16,0 0 1 0,0 0 4 16,0 0-12-16,0 0-1 0,0 0 6 0,0 0-2 15,0 0-4-15,0 0 2 0,0 0-4 0,0 0 1 16,0 0 0-16,0 0 1 0,0 0-4 0,0 0-3 16,0 0 9-16,0 0-2 0,0 0-3 0,0 0-1 15,0 0-3-15,0 0 1 0,0 0 4 0,0 0-7 16,0 0 3-16,0 0 0 0,0 0-1 0,0 0 1 15,0 0-1-15,0 0-1 0,0 0 1 0,0 0-2 16,0 0 2-16,0 0 4 0,0 0-2 0,0 0-3 0,0 0 6 16,0 0-8-16,0 0 3 0,0 0 1 15,0 0-2-15,0 0 0 0,29-3 9 0,-29 3-11 16,10-1 12-16,-4-2-8 0,-6 3 5 0,9-1-8 16,-9 1 5-16,12-1 11 0,-12 1-5 0,12-1-1 15,-5 1 3-15,-7 0-4 0,11-2 0 0,-11 2-1 0,12 0-2 16,-12 0-3-16,11-3 4 0,-11 3-6 0,12-1 2 15,-6 1-6-15,-6 0 9 0,13-1-3 16,-6 2 1-16,-7-1 3 0,16 1-1 0,-10 1-3 16,5-1 4-16,-1 1-4 0,-4-1 7 0,3 0-5 15,2 2 0-15,-1-1 4 0,1-2-3 0,0 3-2 0,0-1 13 16,-2-1-13-16,3 2 2 0,-3-2 2 0,2 1-2 16,0-1 6-16,0 0 5 0,0 1-9 0,-1-1 11 15,3-1-5-15,0-1 4 0,1 2 6 16,-1 0-10-16,-1-2 3 0,3 2 0 0,-3 0-1 15,1-1 0-15,-2-1 0 0,3 0-5 0,1 2-1 0,-3-2 5 16,8-2 2-16,-4 2-4 0,1 0 0 0,1 1-2 16,-1-2-3-16,-5 2 2 0,4-3-3 0,4 2-1 15,-2 1 5-15,-2-1-2 0,-2 1-4 16,4-2 1-16,0 2-1 0,1 0 0 0,0-2-3 16,2 1 2-16,-2 0 4 0,1 1-2 0,1-1 12 0,1 1-17 15,-2 1-2-15,3-4 11 0,-1 1-10 0,-2 3-1 16,1-3-2-16,2 0 4 0,-4 2 0 15,3 0-4-15,-1 2 2 0,1-2 5 0,-1 0-5 16,0 0 1-16,-2 1 1 0,2-1-1 0,-1 1-1 0,0 0-1 16,0-1 5-16,0-1-2 0,0 1 1 0,0-1-2 15,-1 2 1-15,0-1 4 0,0-1-4 16,-1 1 3-16,2 0 1 0,0-3 2 0,-2 2-7 16,1 1 5-16,0-3-2 0,0 3 0 0,3-3 2 15,-3 3 0-15,-1 0-1 0,3-4-1 0,-3 1 3 16,3 0 5-16,-1 2-2 0,1 1 5 0,0-4-3 0,-1 4-1 15,-1-1 0-15,3 0 3 0,1-1-5 0,-3 0 1 16,2 1-4-16,0-1 4 0,5-1-1 0,-8 1 7 16,1 1 2-16,1-1-1 0,-2 2-3 15,1-3 0-15,-2 2-2 0,1-2 1 0,1 3 0 0,-1-4-4 16,0 2-2-16,-2-2 4 0,0 4-2 0,4-4-4 16,-3 1 5-16,2-1-2 0,-1 2-4 0,-2-1 3 15,3 0 5-15,-3 3 0 0,2-3-1 0,0 2-2 16,-1-4 0-16,4 3 1 0,-5 2 0 15,3-1 1-15,0-1-3 0,-1 0 2 0,2 2-3 0,6 2 5 16,-5-2-6-16,-2 2 2 0,3-2-2 0,-2 2 4 16,-2-1-2-16,1-2 5 0,2 0-6 0,-4 1-1 15,1-2-1-15,-1 2 10 0,2-1-6 0,-1-1 4 16,0 4-4-16,-2-5-1 0,-4 3 1 0,1 0-2 16,3 0 1-16,-3 0 0 0,0 1 1 0,0-1-1 15,3 2 0-15,0-6 0 0,-2 4 0 0,-2 0 1 16,-1-1-3-16,2 0-2 0,-2 1 2 0,-1 0 1 15,2-1-1-15,0 0 4 0,-2 1-4 0,3-2 3 16,-1 1-3-16,-2-2 0 0,2 2 0 0,-1-1 1 16,1-1-2-16,-3 1 1 0,-10 2 3 0,25 0-7 15,-11-2 7-15,-2 2 3 0,-12 0-1 0,22-1-5 16,-12-2 10-16,0 3-9 0,-10 0 0 0,23-1-3 16,-13-1 1-16,2 2 0 0,-12 0 0 0,18 0 5 15,-7-2-5-15,-11 2-2 0,21-2 0 16,-14 2 0-16,4-1-1 0,-1-1 1 0,-1 1 1 0,-9 1 1 15,14 0 0-15,-6 0-2 0,2-1 1 0,-3 0 0 16,-7 1-2-16,15 0 5 0,-15 0 3 0,12 2 0 16,-12-2-5-16,12-1 7 0,-12 1-6 0,10 0-2 15,-10 0 1-15,13 0-1 0,-13 0 1 16,10 0-1-16,-10 0-1 0,13-1-2 0,-13 1 1 0,9 1 1 16,-9-1-2-16,9-1 3 0,-9 1-2 0,0 0 0 15,11 0-1-15,-11 0 2 0,9 2 2 0,-9-2-1 16,8 0-2-16,-8 0 0 0,10 0-2 0,-10 0 1 15,10-1 3-15,-10 1-4 0,13 4 0 0,-5-4 6 16,2-2-5-16,0 1 0 0,0 1 3 0,3-1 1 16,-3 0-3-16,6 1 5 0,-4-2-4 0,1 2-2 15,5-3 2-15,0 2 4 0,-3 0-5 0,4-1 4 16,-2-1 5-16,2 0-1 0,0 1-1 0,1 0-2 16,0 1 1-16,-3-1-1 0,3-1 0 0,0-1-1 15,-1 2-4-15,1 0 5 0,-2-1-4 0,0 1 3 16,0 1-2-16,2-1 0 0,-3 1 0 0,-3-2-2 15,-3 3 3-15,3-3-1 0,-1 2-1 0,-13 1 0 16,21-2 1-16,-10 2 0 0,-11 0-2 0,17-1 5 16,-17 1-3-16,15 0-3 0,-15 0 5 0,10 0-2 15,-10 0-3-15,0 0 0 0,14 1 0 0,-14-1 0 16,0 0 0-16,10 3 1 0,-10-3 1 0,0 0-2 16,0 0 4-16,0 0-5 0,0 0 2 0,0 0-1 15,15-1 7-15,-15 1-4 0,0 0-3 0,0 0 3 16,0 0-1-16,0 0 6 0,0 0-4 0,0 0 1 15,0 0 6-15,0 0-6 0,0 0 2 0,0 0 1 16,0 0-2-16,5 0 1 0,-5 0-4 0,0 0 1 16,0 0 0-16,0 0 1 0,0 0-3 0,0 0-4 15,0 0-10-15,0 0-19 0,0 0-22 0,0 0-33 16,0 0-37-16,0 0-38 0,0 0-41 0,0 0-37 16,0 0-130-16,0 0-399 0,0 0 177 0</inkml:trace>
  <inkml:trace contextRef="#ctx0" brushRef="#br0" timeOffset="13766.99">18334 12482 98 0,'0'0'180'0,"0"0"-15"0,0 0-20 0,0 0-14 15,0 0-9-15,5-3-4 0,-5 3-10 0,0 0-13 16,0 0-6-16,0 0-6 0,0 0-9 0,0 0-9 16,0 0-6-16,0 0-6 0,8 6-8 0,-8-6-3 15,0 0-5-15,6 4-4 0,-6-4-1 0,0 0-4 16,6 3-5-16,-6-3-1 0,9 2 1 0,2-4-3 16,2 0 4-16,15-11-4 0,6-4-5 0,14-14-8 15,25-20-13-15,4 1-25 0,-1-6-34 0,9-5-32 16,4-4-48-16,-3 5-124 0,-4-12-292 0,-1 2 130 15</inkml:trace>
  <inkml:trace contextRef="#ctx0" brushRef="#br0" timeOffset="15220.01">24689 13113 39 0,'-32'-10'158'0,"0"-1"-10"16,4 3-12-16,2-1-9 0,0-4-12 15,5 6-2-15,3-2-6 0,-1 0-2 0,1-1-7 0,0 2 1 16,0 1-8-16,2-1 9 0,0-1-8 0,-2 2-4 15,3 0 4-15,4 1-6 0,0 2-3 0,3-1 7 16,-1 2-4-16,3 0-6 0,-1 1-10 0,7 2-6 16,-9-4-5-16,9 4-7 0,-7-4-9 0,7 4-1 15,0 0 3-15,0 0 2 0,0 0 8 0,26 2-1 16,-6 0 4-16,12 4 1 0,5-4 12 0,20 0 2 16,4 0-9-16,30-2 1 0,3 2 0 0,-3-1-3 15,7-1-6-15,2 0-5 0,1 2-6 0,4-4 0 16,6-1-5-16,-2 0-4 0,2-3-7 0,8-4-10 15,-2-1-7-15,2 2-3 0,-3-1-2 0,3 2-3 16,1-3 0-16,-1 2-9 0,-6-1-1 0,-3 3-3 16,-2-1-7-16,-12-1-15 0,-2-2-19 0,-4 3-15 15,-25 4-24-15,2 0-28 0,21 1-32 0,-29-1-49 16,3 1-23-16,-7 2-210 0,-18-1-466 0,-1 1 206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5:18.847"/>
    </inkml:context>
    <inkml:brush xml:id="br0">
      <inkml:brushProperty name="width" value="0.05292" units="cm"/>
      <inkml:brushProperty name="height" value="0.05292" units="cm"/>
      <inkml:brushProperty name="color" value="#FF0000"/>
    </inkml:brush>
  </inkml:definitions>
  <inkml:trace contextRef="#ctx0" brushRef="#br0">18374 4733 7 0,'0'0'99'0,"0"0"-9"0,0 0-11 0,0 0-3 0,0 0-14 16,0 0 0-16,0 0-6 0,0 0-6 0,0 0-7 16,0 0-3-16,0 0-1 0,0 0-8 0,0 0-11 15,0 0-1-15,11-4 2 0,-11 4-2 0,0 0-2 16,0 0 3-16,0 0-7 0,0 0 2 0,0 0-4 16,0 0-2-16,0 0 0 0,0 0-8 0,0 0 4 15,0 0 2-15,0 0-3 0,0 0 2 0,0 0-15 16,0 0 16-16,0 0 0 0,0 0 4 0,0 0-11 15,0 0 8-15,0 0-7 0,0 0-11 0,0 0 8 16,0 0-2-16,0 0 2 0,0 0-10 0,0 0 7 16,0 0 2-16,0 0 4 0,0 0-9 0,0 0 4 15,0 0-4-15,0 0-4 0,0 0 13 0,0 0-16 16,5 5-10-16,-5-5-6 0,0 0-6 16,0 0-2-16,0 0-9 0,0 0 0 0,0 0-5 0,0 0-46 15,0 0-106-15,0 0 46 0</inkml:trace>
  <inkml:trace contextRef="#ctx0" brushRef="#br0" timeOffset="7077.14">11741 5040 13 0,'0'0'13'16,"0"0"-3"-16,0 0 2 0,0 0-1 0,0 0-3 15,0 0 0-15,0 0-5 0,0 0 0 0,0 0-1 16,0 0 1-16,0 0 0 0,0 0 0 0,0 0-8 0,0 0 4 16,0 0-1-16,0 0-5 0,29-2 9 0,-29 2 0 15,15 0-3-15,-7-1-5 0,2 0 9 16,4-1-7-16,-5 2 4 0,4 0-1 0,1 0-11 15,-3-1-13-15,1-1 5 0,1 2 48 0,3 0-29 16,-3 0-6-16,0-3-9 0,1 3 4 0,1-3 22 16,-2 2-14-16,0-2-2 0,5 3 1 0</inkml:trace>
  <inkml:trace contextRef="#ctx0" brushRef="#br0" timeOffset="8332.76">12661 4971 3 0,'14'-1'5'0,"0"1"3"15,-1-1-11-15,5 0 9 0,-5-1-1 0,3 2-1 16,-1 0-2-16,1-3 4 0,1 3-4 0,0-2 2 15,-3 2-1-15,-1-1 4 0,2 0-6 0,2 1 2 16,-4 0 6-16,7 0-2 0,-1-2 1 0,-2 2-7 16,2 0 9-16,0 0-3 0,1 3 3 0,-3-4-7 15,0 1 1-15,2 0-3 0,-2 0 0 0,-1 1 3 16,-1-1-4-16,2 0 11 0,3-1-3 0,-3 1 4 16,0 0-7-16,2-2 6 0,-2 1 1 0,3 1 3 15,-3-3-2-15,2 1-2 0,-4 1 1 0,6 0-2 16,-2-2 7-16,2 0-7 0,-3 2 1 0,4-2 2 15,-2-1-1-15,1 1 2 0,8-2 0 0,-11 2 0 16,4 0 0-16,7 0-10 0,-8 1-2 0,6 0 16 16,1 2-4-16,-5-3-2 0,6 1 1 0,-1-1-3 15,-1 1 8-15,2 0-4 0,0 1 2 0,-2-1 1 16,0-1 9-16,3 2-18 0,-11-2 13 0,12-1-11 16,-10 3 2-16,8-3-1 0,0 3 8 15,-1-1-2-15,-7 1-10 0,0 0 11 0,8 0 5 0,-2-2-2 16,-4 2-1-16,-2 0-3 0,7-1 8 0,1 1-13 15,-7-2 7-15,6 1-8 0,1 1 9 0,0 1-5 16,-11 0 2-16,11-2-6 0,-7 1 11 0,6-2-9 16,-1 2 5-16,2-2 0 0,-1 3 12 0,0-2-11 15,3 0 7-15,0-1-3 0,2-2-5 16,-3-2 5-16,6 5-6 0,-2-3 4 0,-3 1 2 0,3-1-3 16,-2 2-1-16,0-1-3 0,-2 2-7 0,0-2 11 15,0 0-5-15,-2 3-4 0,2-1 13 16,-1-1-6-16,1-1-1 0,-2 2-1 0,-1-1 8 0,2 1-2 15,0 1-3-15,0 0-1 0,-3-3-7 16,1 4 8-16,-7-1-4 0,9-3-2 0,-5 4 4 16,4-3-8-16,-6 3 2 0,-2-1 0 0,0-1 2 0,3 1-1 15,-3 0 5-15,1 1 0 0,0-1-8 0,0 0 10 16,-2 1-10-16,3 0 8 0,-2 0 0 0,-1-2-5 16,0 1 4-16,3 1-3 0,-1 0 1 0,-1 1-1 15,2-2 3-15,-2 4 1 0,1-5 0 16,-1 1 1-16,2 1 2 0,1 0-2 0,-2 1-2 15,0-2 5-15,8 2-3 0,0-1 1 0,0 0-3 16,-1 0-1-16,-6 0 1 0,7 2 5 0,2-4-1 0,-1 0 0 16,-2 2-8-16,2 1 2 0,-2-4 1 15,3 2 2-15,-3 1-6 0,0 0 1 0,5-3 1 16,-2 3 3-16,-2-2-4 0,2-1 0 0,0 3-1 16,3 0 2-16,-3 0 1 0,1 2-5 0,-2-2-1 15,2 0 1-15,-2 3-2 0,-1-3 4 0,-2 2-5 0,5 0 7 16,0-2-5-16,-4 2 1 0,0 0 3 15,3 1-2-15,-2-2 1 0,-2-2 0 0,2 2-5 16,-7-1 0-16,6 0 3 0,0 2-2 0,-8-2-2 16,1 0-1-16,-2-2 1 0,2 3-1 0,2-1-1 15,-2 0 5-15,0 1 4 0,-1-2 1 0,1 4-2 16,-2-5-4-16,2 4 4 0,-2-1-6 0,1-1 1 0,1 0 2 16,-2 2 1-16,0-1-5 0,0 3 0 15,-1-6 4-15,0 4-4 0,1-1-1 0,-2 0 5 16,0 1-4-16,0-1 2 0,2 0-3 0,-2-1 5 15,1 0-1-15,0 0-2 0,0 0 3 0,1 0-6 16,-2 1 6-16,0 0-3 0,1-1 1 0,0-1-3 16,-5 1 3-16,5 0 1 0,-3 1-6 0,2 0 1 15,3-1 1-15,-3 0 3 0,3-1 2 0,-2 1-5 16,-5 0 0-16,6 0-7 0,-6 0 7 0,5 0-1 16,-5-1 5-16,-1 0-5 0,1 1-1 0,1 0 5 15,0-1-3-15,0 0 0 0,4-1 2 0,0 1 1 16,0 1 1-16,-5-1-8 0,1 1 4 0,-3 0-1 15,3-2 4-15,-1 1-3 0,-1 1 0 0,0 0-1 16,-1 0 1-16,0 0 0 0,-3-1 1 0,2 0 1 16,-10 1 3-16,19 0-9 0,-11-2 6 0,0 2-7 15,-8 0 2-15,13-3 5 0,-7 2 1 0,-6 1-5 16,7-1-1-16,-7 1 2 0,8-1-1 0,-8 1 1 16,0 0-2-16,0 0 2 0,10 0-1 0,-10 0 2 15,0 0-2-15,0 0 0 0,0 0 1 0,0 0-2 16,0 0-1-16,9-3 0 0,-9 3 1 0,0 0 0 15,0 0 0-15,0 0-2 0,0 0-20 0,0 0-15 16,0 0-12-16,0 0-10 0,0 0-15 0,0 0-10 16,0 0-11-16,0 0-14 0,8 4-13 0,-8-4-15 15,0 0-11-15,6 2-141 0,-6-2-312 0,0 0 139 16</inkml:trace>
  <inkml:trace contextRef="#ctx0" brushRef="#br0" timeOffset="16165.75">17934 4678 5 0,'0'0'80'0,"0"0"-4"0,0 0-4 0,-17-1-8 0,17 1-14 15,0 0 2-15,0 0-6 0,0 0-2 16,0 0-2-16,0 0-8 0,0 0-9 0,0 0 7 0,0 0-8 15,0 0-8-15,0 0 6 0,0 0-5 0,0 0-4 16,0 0-4-16,0 0 0 0,0 0-4 0,0 0 2 16,0 0 3-16,0 0-4 0,0 0-1 0,0 0 4 15,0 0-9-15,0 0 5 0,0 0 1 16,0 0 0-16,0 0-6 0,0 0 3 0,0 0-4 16,0 0 7-16,0 0-6 0,0 0 18 0,0 0-17 0,0 0 6 15,0 0-3-15,0 0 5 0,0 0-4 16,0 0-1-16,0 0 0 0,0 0 2 0,0 0-1 0,0 0-5 15,0 0 5-15,0 0 2 0,0 0 1 16,0 0 1-16,0 0-6 0,0 0-1 0,0 0 8 16,0 0 1-16,0 0-6 0,0 0-1 0,0 0-1 15,0 0 6-15,0 0-1 0,0 0 2 0,0 0-6 0,0 0 2 16,0 0-4-16,0 0 4 0,0 0 7 16,0 0-7-16,0 0 4 0,0 0-1 0,0 0-5 15,0 0 0-15,0 0 3 0,0 0 4 0,0 0 1 16,0 0-4-16,0 0-4 0,0 0 1 0,0 0-5 15,0 0 0-15,0 0 5 0,0 0 4 0,0 0-13 16,0 0 10-16,0 0-3 0,0 0-2 0,0 0-2 16,0 0 6-16,0 0-4 0,0 0 5 0,0 0-9 15,0 0 4-15,0 0-4 0,0 0 6 0,0 0 1 16,0 0 2-16,0 0-5 0,0 0 15 0,0 0-9 16,0 0 7-16,0 0-6 0,0 0 4 0,0 0-2 15,0 0-2-15,0 0 3 0,0 0-3 0,0 0 0 0,0 0 3 16,0 0-13-16,0 0 13 0,0 0-8 0,0 0-4 15,0 0 3-15,0 0 7 0,0 0-15 0,0 0-3 16,0 0 11-16,0 0-2 0,0 0 2 16,0 0 0-16,0 0-2 0,0 0 0 0,0 0 14 15,0 0-8-15,0 0 1 0,0 0-9 0,0 0-1 16,0 0 1-16,0 0 0 0,0 0 4 0,0 0-5 16,0 0-3-16,0 0 3 0,0 0 5 0,0 0-6 15,0 0 15-15,0 0-12 0,0 0 12 0,0 0-10 16,0 0-3-16,0 0 1 0,0 0 2 0,0 0 1 15,0 0 2-15,0 0-8 0,0 0 11 0,0 0-7 16,0 0-1-16,0 0-2 0,0 0 7 0,0 0-5 0,0 0 1 16,0 0 0-16,0 0 1 0,0 0-5 15,0 0 15-15,0 0-13 0,0 0-4 0,0 0 7 16,0 0-2-16,0 0-5 0,0 0 4 0,0 0-4 16,0 0 10-16,0 0 4 0,0 0-14 0,0 0 0 15,0 0-6-15,0 0 1 0,0 0-14 0,0 0-5 16,0 0-2-16,0 0-13 0,0 0-6 0,0 0-11 0,0 0-6 15,0 0-14-15,0 0-58 0,0 0-151 16,0 0 68-16</inkml:trace>
  <inkml:trace contextRef="#ctx0" brushRef="#br0" timeOffset="24115.92">16604 5851 74 0,'0'0'66'0,"0"0"-4"0,0 0-8 0,0 0-6 0,0 0-2 16,0 0 1-16,0 0-8 0,0 0-12 0,0 0-3 16,0 0 7-16,0 0-8 0,0 0 2 0,0 0-6 15,0 0-1-15,0 0-2 0,0 0 1 0,0 0-3 16,0 0 4-16,0 0-5 0,0 0 3 0,0 0-7 15,0 0-2-15,0 0 3 0,0 0 0 0,0 0-3 16,0 0-1-16,0 0 5 0,0 0-5 0,0 0 0 16,0 0-1-16,0 0-3 0,0 0 0 0,0 0-1 15,0 0 2-15,0 0-8 0,0 0-9 0,0 0-11 16,0 0-12-16,0 0-5 0,0 0-1 0,0 0-9 16,7 3-42-16,-7-3-103 0,0 0 46 0</inkml:trace>
  <inkml:trace contextRef="#ctx0" brushRef="#br0" timeOffset="24510.31">17647 5818 52 0,'0'0'44'0,"0"0"-5"0,0 0-11 0,0 0-12 15,0 0-15-15,0 0-15 0,0 0-14 16,0 0-30-16,0 0 14 0</inkml:trace>
  <inkml:trace contextRef="#ctx0" brushRef="#br0" timeOffset="25369.25">18138 5881 38 0,'0'0'53'0,"0"0"-6"0,0 0-2 0,0 0-2 16,0 0-2-16,0 0-3 0,0 0 0 15,0 0 1-15,0 0 4 0,0 0-10 0,0 0-2 16,0 0-2-16,0 0-4 0,0 0 4 0,0 0-8 15,0 0 0-15,0 0-2 0,0 0-4 0,0 0 0 16,0 0 0-16,0 0-4 0,0 0 3 0,0 0 6 0,0 0-14 16,0 0-3-16,0 0 4 0,0 0 2 0,0 0-3 15,0 0 5-15,0 0 1 0,0 0 1 16,0 0-1-16,0 0-1 0,0 0 1 0,0 0 0 16,0 0 3-16,0 0-2 0,0 0 1 0,0 0-5 15,0 0 1-15,0 0 2 0,0 0 4 0,0 0-7 0,0 0-4 16,0 0 4-16,0 0-9 0,0 0 2 15,0 0 5-15,0 0 7 0,0 0-15 0,0 0 2 0,0 0 0 16,0 0 2-16,0 0-3 0,0 0 3 16,0 0-7-16,0 0 8 0,0 0 0 0,0 0 0 15,0 0 0-15,0 0 0 0,0 0 2 0,0 0-3 16,0 0 0-16,0 0 3 0,0 0-4 0,0 0-1 0,0 0 3 16,0 0-4-16,0 0 4 0,0 0-7 15,0 0 3-15,0 0 4 0,0 0-4 0,0 0 8 16,0 0-1-16,0 0 9 0,0 0-5 0,0 0-7 15,0 0 1-15,0 0 4 0,0 0-4 0,0 0 1 16,0 0-2-16,0 0 5 0,0 0 0 0,0 0-4 16,0 0-5-16,0 0 6 0,0 0-6 0,0 0-1 15,0 0 2-15,0 0-8 0,0 0 1 0,0 0-6 0,0 0-11 16,0 0-8-16,0 0-8 0,0 0-10 16,0 0-12-16,0 0-9 0,0 0-7 0,0 0-49 15,0 0-136-15,0 0 60 0</inkml:trace>
  <inkml:trace contextRef="#ctx0" brushRef="#br0" timeOffset="26651.99">16594 5856 30 0,'0'0'35'0,"0"0"0"16,0 0-6-16,0 0-6 0,0 0-1 0,0 0-2 16,0 0-3-16,0 0-5 0,0 0-3 0,0 0-8 15,0 0 4-15,0 0-5 0,0 0-2 0,0 0-3 16,0 0-5-16,6 1-1 0,-6-1-10 0,0 0-11 15,0 0-34-15,0 0 15 0</inkml:trace>
  <inkml:trace contextRef="#ctx0" brushRef="#br0" timeOffset="33786.05">19187 6865 31 0,'0'0'25'0,"0"0"4"0,0 0-8 16,0 0-6-16,0 0 1 0,0 0-4 0,0 0-7 15,0 0-19-15,0 0-10 0,0 0-25 0,0 0 11 16</inkml:trace>
  <inkml:trace contextRef="#ctx0" brushRef="#br0" timeOffset="34081.35">21103 6793 22 0,'0'0'73'16,"0"0"-5"-16,0 0-16 0,0 0-13 0,0 0-35 15,0 0-47-15,0 0-48 0,0 0 22 0</inkml:trace>
  <inkml:trace contextRef="#ctx0" brushRef="#br0" timeOffset="34498.07">22391 6903 83 0,'0'0'108'0,"0"0"-14"0,0 0-33 0,7 2-26 16,-7-2-36-16,0 0-19 0,0 0-13 15,0 0-22-15,13-2-59 0,-13 2 26 0</inkml:trace>
  <inkml:trace contextRef="#ctx0" brushRef="#br0" timeOffset="34669.58">23155 6600 37 0,'5'6'44'0,"-5"-6"-13"0,0 0-24 0,-7 19-28 16,-5-9-21-16,0 2 11 0</inkml:trace>
  <inkml:trace contextRef="#ctx0" brushRef="#br0" timeOffset="35992.33">18102 8286 50 0,'0'0'70'0,"0"0"-5"15,-6-3-4-15,6 3-8 0,0 0 9 0,-9-5-14 16,9 5-10-16,0 0 8 0,0 0-3 0,0 0-4 16,0 0-3-16,-5-4 10 0,5 4-8 0,0 0-10 15,0 0 11-15,0 0-13 0,0 0-5 0,0 0 3 16,0 0 0-16,0 0 3 0,0 0-9 0,0 0 4 16,0 0-5-16,0 0 10 0,0 0-14 0,0 0 4 15,0 0 12-15,0 0-11 0,14-7 12 0,-5 3 2 16,2-1 1-16,6 0-8 0,1 0 11 0,2-2-1 15,10-1-1-15,-4-1-2 0,5 0-11 0,2 1 14 16,-1-2-7-16,1 3-4 0,5-2 3 0,1 2 0 16,-2 1 1-16,17-4-1 0,-4 1 4 0,-12 6-10 15,3-4 1-15,9 4 2 0,-9 0 1 0,10-1 5 16,1 1 2-16,-1 0-7 0,-11 2 6 0,10-4-1 16,-11 5 0-16,1-1 5 0,12 1-1 0,-12-2-3 15,14-2-8-15,3 0 10 0,-3 3-5 0,1-3 3 16,1 0-4-16,0 2 5 0,0 0-6 0,5-2 5 15,0 1-3-15,0-1 0 0,1-1 0 0,-2 2-3 16,1 3 1-16,5-3 2 0,-4-1-7 0,0 0 3 16,4-1 1-16,-2 1 3 0,1-2-2 0,-1 0 2 15,1 1-2-15,0-1 2 0,-1-2-10 0,25-2 5 16,-27 0-6-16,-3 0-1 0,3 3-2 0,-6-2 3 16,7-1-5-16,-4 6-1 0,-2-5-3 0,1 2 3 15,-7-1-1-15,1 2-1 0,-15 2-1 0,2 0-2 0,-2 0-3 16,-3 1-1-16,2 0-1 0,-4 1 4 15,-4 0-5-15,-6 0 5 0,-3 2-4 0,-5-1 2 0,-1 1-5 16,0 0 4-16,-3 0 0 0,-4-2 0 16,-6 2-1-16,13 0 5 0,-13 0-1 0,10 0-3 0,-10 0 2 15,8 0-5-15,-8 0-4 0,0 0-19 0,6-3-19 16,-6 3-33-16,0 0-26 0,10 3-21 0,-10-3-35 16,11 0-20-16,-5 3-161 0,-6-3-367 15,13 3 162-15</inkml:trace>
  <inkml:trace contextRef="#ctx0" brushRef="#br0" timeOffset="36177.15">22162 7682 291 0,'0'0'289'0,"11"-1"-30"0,-11 1-31 0,0 0-30 16,0 0-21-16,10-4-28 0,-10 4-32 0,0 0-29 15,10-12-28-15,-2 2-40 0,8-12-51 0,15-16-46 16,7-8-63-16,17-21-132 0,0-4-293 0,-5-12 129 16</inkml:trace>
  <inkml:trace contextRef="#ctx0" brushRef="#br0" timeOffset="44131.82">13872 3121 7 0,'11'4'10'0,"1"-1"9"0,-1-1-3 0,-4 0-5 0,2 0-1 16,-1 1 2-16,-1-2 4 0,0 1-7 15,-7-2 6-15,13 2-1 0,-6-1-2 0,2 1 0 16,-9-2 2-16,11 2 0 0,-11-2-4 0,11 2 9 15,-5 0-6-15,-6-2-1 0,8 1-1 0,-8-1 1 0,9 0-2 16,-9 0-1-16,0 0 0 0,9 1-1 16,-9-1 3-16,9 3 1 0,-9-3-4 0,7 1 4 0,-7-1 1 15,8 2-7-15,-8-2-7 0,7 0 2 16,-7 0 5-16,8 3-6 0,-8-3 2 0,8 2-1 16,-8-2 1-16,5 5-2 0,-5-5-3 0,4 7-3 15,-4-7-6-15,-4 13-48 0,-1-4-64 0,-11 3 29 16</inkml:trace>
  <inkml:trace contextRef="#ctx0" brushRef="#br0" timeOffset="44892.7">12167 3189 8 0,'0'0'15'0,"0"0"-4"0,0 0 2 0,0 0-5 16,0 0 0-16,0 0 5 0,0 0-8 0,0 0 4 16,0 0-3-16,0 0-3 0,0 0 1 0,0 0-1 15,0 0-3-15,0 0 3 0,0 0 0 0,0 0-4 16,0 0 1-16,0 0 10 0,0 0-10 0,0 0-2 15,0 0 0-15,0 0-3 0,0 0 0 0,0 0 0 16,0 0 0-16,0 0 3 0,0 0-1 16,0 0 9-16,23 11-1 0,-14-9-2 0,7 0 2 0,2-1 5 15,10 0-2-15,-7 0 16 0,8 1-11 0,-1-4-2 16,1 2 0-16,4-1-2 0,-1 0 5 16,1 2-3-16,-1-3 3 0,4 2 3 0,3-3 2 0,0 0 2 15,-1 2-8-15,0-3 11 0,14 2 5 0,-1-4 6 16,-1-1-5-16,2 2-6 0,-1 1 3 0,-1-3 4 15,-12 4 3-15,2 0-5 0,12-1-5 16,-14 1 2-16,14-3-9 0,-14 3 5 0,16 1-2 0,-16-1 8 16,1 2 2-16,12-1 5 0,-13 0 4 15,14-4 4-15,2 2-10 0,-2 0 6 0,1-1 2 16,-1 0-9-16,0 0 10 0,-12 2-1 0,-2 0-2 16,3-3 6-16,-7 2-8 0,1 3 5 0,-1-4-15 15,-5 1-2-15,-1 3 4 0,-1 0 0 0,-6-2 1 16,0 2-3-16,0-2 9 0,-2 0-5 0,2 2-2 15,-1-2-5-15,-1 1-1 0,0 1 0 0,0-2-1 16,-4 2 4-16,-2-2 2 0,5 3-10 0,-5-2 3 16,-3 1-6-16,-1 1 7 0,-3-2-12 0,1 0-1 15,-7 2 1-15,11-3 2 0,-11 3-5 0,0 0-2 16,9-1 3-16,-9 1-2 0,0 0-1 0,0 0-4 16,11-1-1-16,-11 1-7 0,0 0-15 0,0 0-17 15,7 12-21-15,-4-8-43 0,-1 4-30 0,2 0-107 16,-1 2-260-16,1-1 115 0</inkml:trace>
  <inkml:trace contextRef="#ctx0" brushRef="#br0" timeOffset="45375.68">15002 3278 135 0,'0'0'122'0,"0"0"-13"0,-3 5-9 0,3-5-17 0,0 0-3 16,0 0-10-16,0 0-3 0,0 0-14 0,0 0 0 15,0 0-10-15,-2 8-1 0,2-8-7 0,0 0 0 16,0 0-9-16,0 0 6 0,0 0-16 0,7 7 9 16,-7-7 0-16,0 0-4 0,0 0-3 0,0 0 14 15,0 0-15-15,0 0-1 0,0 0 2 0,0 0 9 16,0 0 7-16,0 0 5 0,7 2-2 16,-7-2-4-16,0 0 0 0,0 0-3 0,0 0 3 0,0 0 11 15,0 0 6-15,9 1 6 0,-9-1 7 0,0 0 7 16,0 0 10-16,0 0 3 0,0 0 3 0,0 0-7 15,0 0-5-15,0 0-6 0,0 0-5 0,0 0-8 16,0 0-5-16,0 0-4 0,0 0-4 0,0 0-7 16,0 0-3-16,0 0-5 0,9-6-3 15,1 2-4-15,2-3-3 0,14-5-3 0,5 2-6 0,4-4-24 16,1-1-27-16,18-4-38 0,-3-3-61 0,4 3-38 16,-3-2-25-16,-2 2-138 0,-13 3-373 0,8-5 165 15</inkml:trace>
  <inkml:trace contextRef="#ctx0" brushRef="#br0" timeOffset="45643.44">15747 2807 90 0,'0'0'214'0,"0"0"-21"0,0 0-18 16,0 0-22-16,-4-5-13 0,4 5-13 0,0 0-15 15,0 0-6-15,0 0-11 0,0 0-8 0,0 0-8 16,0 0-6-16,0 0-3 0,0 0-6 0,0 0-9 16,22-23-8-16,6 7-5 0,15-14-27 0,7-5-47 15,33-22-67-15,-2-1-45 0,-5 3-133 0,4 0-301 16,-5-8 133-16</inkml:trace>
  <inkml:trace contextRef="#ctx0" brushRef="#br0" timeOffset="61096.71">8430 11562 11 0,'0'0'34'16,"0"0"-6"-16,-6-4 3 0,6 4-5 0,0 0-7 15,0 0-8-15,0 0 12 0,0 0 2 0,0 0-5 16,0 0 0-16,0 0-1 0,0 0 0 0,0 0-1 16,0 0-3-16,-9-4 4 0,9 4-3 0,0 0-4 15,0 0 2-15,0 0-1 0,0 0-4 0,0 0-3 16,0 0 3-16,0 0-3 0,0 0 1 0,0 0-4 15,-9 8 1-15,9-8-5 0,0 0-2 0,-5 5 1 16,5-5-3-16,-3 6 4 0,3-6-5 0,0 0 4 16,-3 6-1-16,3-6-9 0,0 0 10 0,-8 5 1 15,8-5 3-15,-2 5 2 0,2-5-6 0,0 0 1 16,-8 5-2-16,8-5 6 0,-7 4-6 0,7-4 1 0,-10 5 7 16,6-1-5-16,4-4 5 0,-9 7-6 15,6-3 0-15,3-4 7 0,-9 7-8 0,4-4 4 16,5-3-2-16,-9 7 2 0,3-3 1 0,1-1 1 15,5-3 8-15,-11 4 5 0,6-3-8 0,5-1 8 0,-10 4 4 16,10-4 1-16,-8 3-3 0,8-3-5 0,-13 0 4 16,13 0-2-16,-8 0 8 0,8 0-7 15,0 0 18-15,-14 2 10 0,14-2-13 0,-9 0 8 16,9 0 7-16,-7 2-3 0,7-2 0 0,0 0 6 0,-12-2 2 16,12 2-7-16,0 0 1 0,-9-2 8 0,9 2-1 15,0 0 3-15,0 0 1 0,-10-1-6 0,10 1-1 16,0 0 8-16,0 0-2 0,0 0-7 0,-6-3 4 15,6 3-6-15,0 0 0 0,0 0-5 0,0 0 0 16,0 0-2-16,0 0-3 0,0 0-12 0,0 0 4 16,0 0-4-16,0 0 2 0,0 0-5 0,0 0-5 15,0 0 1-15,0 0-1 0,0 0-6 0,0 0-3 16,0 0 0-16,0 0 0 0,0 0-5 0,0 0-2 16,0 0 4-16,0 0-2 0,0 0 2 0,0 0-4 15,0 0 1-15,23-5 2 0,-23 5-2 0,15-2 0 16,-2-1 1-16,3 2 1 0,3-3-1 0,0-1 16 15,2 0-4-15,-2 0 1 0,2-1-5 16,6 0-4-16,-1 1 3 0,-4 2-2 0,-1-1 3 0,2 2-2 16,5-2-3-16,-1-1 0 0,-7 1 0 0,1 0-3 15,0 2 4-15,2-1-6 0,-2 3 3 0,0-5 0 16,1 3 1-16,-3-1-2 0,2 3-1 0,-2-2-2 16,-2 2 3-16,2-1-2 0,-1 0-1 0,1-1 5 15,0 1-1-15,-1-1-1 0,1-1 3 0,-1 2-1 16,2 0-2-16,-1-1 0 0,2-1-3 0,-1 1 5 15,1 0 3-15,-1-4-4 0,-1-1-2 0,3 2 4 16,-3-3-3-16,1 2 0 0,-1-1 1 0,0 0-3 16,-1 0 5-16,-3 2-1 0,2-1 1 0,-1-1-2 15,-3 3-2-15,-3-1 0 0,-1 1-1 0,1 1 1 16,-3 2 0-16,-1-1-3 0,-6 2 5 0,11-4 10 16,-11 4 8-16,6-2 5 0,-6 2 9 0,0 0 0 0,8-2 2 15,-8 2 4-15,0 0 0 0,0 0-2 16,0 0 5-16,6-4-10 0,-6 4 0 0,0 0-1 15,0 0-3-15,0 0-9 0,0 0 1 0,5-4 3 16,-5 4-7-16,0 0-4 0,0 0-1 0,0 0-4 16,0 0-5-16,0 0-15 0,0 0-15 0,0 0-20 15,0 0-33-15,0 0-33 0,0 0-32 0,0 0-40 16,0 0-35-16,0 0-150 0,0 0-397 0,0 0 175 16</inkml:trace>
  <inkml:trace contextRef="#ctx0" brushRef="#br0" timeOffset="62997.03">9935 11675 32 0,'0'0'100'0,"0"0"-14"16,0 0 6-16,-2 7-14 0,2-7 16 0,0 0-16 16,0 0 6-16,0 0-1 0,0 0 5 0,0 0-6 15,0 0 6-15,0 0-4 0,0 0-8 0,0 0 5 16,0 0-2-16,0 0-4 0,0 0-1 0,0 0-2 15,0 0-4-15,0 0-1 0,0 0-1 0,0 0 1 16,0 0-4-16,0 0-1 0,0 0-2 0,0 0-7 16,0 0 3-16,0 0-2 0,0 0-8 0,0 0 4 15,0 0-5-15,0 0-5 0,0 0-2 0,0 0-4 16,0 0 1-16,0 0 0 0,0 0-5 0,0 0 0 16,0 0-4-16,0 0-1 0,0 0 1 0,0 0-5 15,0 0-2-15,0 0-1 0,0 0-8 0,0 0 0 16,0 0 0-16,0 0-7 0,0 0 4 0,0 0-4 15,0 0-2-15,0 0 5 0,0 0-2 0,16-4 1 16,-6 2 2-16,3 1 3 0,-2-2-3 0,7 0 0 16,1-2 0-16,7-1-2 0,-4 2 1 0,-3-3 2 15,-1 5-3-15,1-3 9 0,-1 2-9 0,0-2 2 0,-2 1-1 16,-3 2-1-16,4-2-1 0,-5 3 1 16,0-2-1-16,1 0 4 0,-2 2-5 0,0-2 1 15,0 1-1-15,-3 2 1 0,-8 0-8 0,12-2 7 16,-12 2 2-16,11 0-2 0,-11 0-2 0,9 0 4 0,-9 0-5 15,0 0 2-15,10-2-1 0,-10 2 1 16,0 0 1-16,0 0 1 0,9-1 1 0,-9 1 0 16,0 0-3-16,0 0 4 0,0 0 3 0,0 0 2 15,0 0 2-15,0 0 2 0,0 0-1 0,0 0 1 0,0 0-2 16,0 0 1-16,9-1 0 0,-9 1-3 0,0 0 0 16,0 0 7-16,0 0-7 0,0 0 1 0,0 0-2 15,0 0 0-15,0 0-5 0,0 0 4 16,0 0 0-16,0 0-4 0,0 0 3 0,0 0-5 0,0 0 0 15,0 0 0-15,0 0 0 0,0 0 2 0,0 0 0 16,0 0-8-16,0 0 4 0,0 0 6 0,0 0-5 16,0 0 0-16,0 0-4 0,0 0 4 0,0 0 0 15,0 0-1-15,0 0 1 0,0 0 2 0,0 0-2 16,0 0-3-16,0 0-1 0,0 0-2 0,0 0 3 16,0 0 4-16,0 0-2 0,0 0 1 0,0 0-2 15,0 0 3-15,0 0-3 0,0 0 4 0,0 0-3 16,0 0-1-16,0 0 3 0,0 0 0 0,0 0-4 15,0 0 2-15,0 0-1 0,0 0 0 0,0 0 0 16,0 0-1-16,0 0-1 0,0 0 4 0,0 0-1 16,0 0-1-16,0 0 1 0,0 0-2 0,0 0 1 15,0 0-1-15,0 0-2 0,0 0 6 0,0 0-5 16,0 0 2-16,0 0 1 0,0 0 1 0,0 0-2 16,0 0 2-16,0 0-1 0,0 0 0 0,0 0 0 15,0 0-1-15,0 0-2 0,0 0 2 0,0 0 1 16,0 0 1-16,0 0-3 0,0 0 4 0,0 0-3 15,0 0-1-15,0 0 0 0,0 0 4 0,0 0-6 16,0 0 2-16,0 0 1 0,0 0 6 0,0 0-9 16,0 0 6-16,0 0-2 0,0 0-1 0,0 0-1 15,0 0 4-15,0 0-4 0,0 0-1 0,0 0 2 0,0 0 0 16,0 0-2-16,0 0 3 0,0 0-3 0,0 0 2 16,0 0 9-16,0 0-4 0,0 0-7 0,0 0-1 15,0 0 3-15,0 0 2 0,0 0-4 16,0 0 6-16,0 0-8 0,0 0 4 0,0 0 0 0,0 0 0 15,0 0 0-15,0 0-1 0,0 0 1 16,0 0 1-16,0 0-3 0,0 0 9 0,0 0-7 16,0 0 0-16,0 0-2 0,0 0 3 0,0 0-5 15,0 0 4-15,0 0-3 0,0 0 6 0,0 0-2 0,0 0-3 16,0 0 0-16,0 0 2 0,0 0-1 0,0 0-2 16,0 0 2-16,0 0 3 0,0 0-5 0,0 0 1 15,0 0 3-15,0 0 2 0,0 0-5 0,0 0 4 16,0 0-2-16,0 0 0 0,0 0 7 15,0 0-9-15,0 0 2 0,0 0-5 0,0 0 2 0,0 0 2 16,0 0 3-16,0 0-4 0,0 0 1 0,0 0 1 16,0 0-1-16,0 0 3 0,0 0-6 0,0 0 5 15,0 0-2-15,0 0 2 0,0 0 1 0,0 0-3 16,0 0-1-16,0 0 2 0,0 0-2 0,0 0 2 16,0 0 1-16,0 0-2 0,0 0 0 0,0 0 2 15,0 0-2-15,0 0-1 0,0 0 1 0,0 0-1 16,0 0-1-16,0 0 3 0,0 0 0 15,0 0-2-15,0 0 3 0,0 0-1 0,0 0-1 0,0 0-2 16,0 0 5-16,0 0-1 0,0 0-2 0,0 0 2 16,0 0-3-16,0 0 4 0,0 0-3 0,0 0 3 15,0 0-1-15,0 0-1 0,0 0 0 0,0 0 3 16,0 0-6-16,0 0 3 0,0 0-1 0,0 0 3 16,0 0-2-16,0 0 7 0,0 0-6 0,0 0-1 15,0 0-3-15,0 0 5 0,0 0 2 0,0 0-4 16,0 0-4-16,0 0 2 0,0 0 3 0,0 0-2 0,0 0-1 15,0 0 2-15,0 0-1 0,0 0 1 0,0 0-3 16,0 0-1-16,0 0 2 0,0 0-3 16,0 0-6-16,0 0-2 0,0 0-13 0,0 0-8 15,0 0-4-15,0 0-9 0,0 0-11 0,0 0-9 0,0 0-12 16,0 0-16-16,0 0-14 0,0 0-18 0,0 0-23 16,0 0-12-16,0 0-26 0,0 0-140 15,0 0-354-15,0 0 157 0</inkml:trace>
  <inkml:trace contextRef="#ctx0" brushRef="#br0" timeOffset="66092.95">13338 18345 55 0,'0'0'99'0,"0"0"-24"16,0 0-1-16,0 0-11 0,0 0 1 0,0 0-12 15,0 0 6-15,0 0-8 0,0 0-7 0,0 0-3 16,0 0 0-16,0 0-3 0,0 0-4 0,0 0-9 16,0 0-3-16,0 0 0 0,0 0-3 15,0 0 0-15,0 0-13 0,0 0 2 0,0 0-2 16,0 0 5-16,0 0-5 0,0 0 0 0,0 0-2 15,0 0-16-15,0 0 4 0,0 0 1 0,0 0-3 16,0 0 2-16,0 0-8 0,0 0-3 0,0 0-1 16,0 0-14-16,0 0 1 0,0-54-12 0,0 54-7 15,0 0 0-15,0 0-47 0,0 0-107 0,0 0 47 0</inkml:trace>
  <inkml:trace contextRef="#ctx0" brushRef="#br0" timeOffset="67727.28">13288 18220 125 0,'0'0'-1'0,"0"0"11"0,0 0 4 0,-40-20 1 16,40 20-1-16,0 0-6 0,-25-10 9 0,25 10-5 15,0 0 5-15,0 0-8 0,-32-14 1 0,32 14-1 16,0 0-3-16,0 0-7 0,-33-10 5 0,33 10-3 16,0 0 5-16,-32-5 2 0,32 5 0 0,0 0 1 15,0 0 3-15,-42-7 6 0,42 7 0 0,0 0 0 16,0 0-4-16,-43-6 2 0,43 6-1 0,0 0-8 16,0 0 4-16,-34-4-3 0,34 4-1 0,0 0 4 15,0 0 2-15,0 0 3 0,0 0-7 16,-36-4 6-16,36 4 6 0,0 0-8 0,0 0 0 0,0 0 1 15,0 0-4-15,0 0-4 0,0 0 1 0,0 0 4 16,0 0-5-16,0 0 0 0,0 0-2 16,0 0 3-16,0 0-5 0,0 0 20 0,0 0-15 0,0 0-12 15,0 0 6-15,0 0 31 0,0 0-26 16,0 0 0-16,0 0-2 0,0 0 7 0,0 0-5 16,0 0 2-16,0 0 3 0,117-12 2 0,-117 12-6 15,54-2 12-15,-24 1-2 0,-30 1-4 0,60-4-2 16,-28 2 14-16,1-1-17 0,-33 3 9 0,70-7-9 15,-35 4 1-15,3 0 4 0,3-1-4 0,-3 4 1 16,-2-2 1-16,4-1-2 0,-1 2 8 0,2-2-13 16,-2 2 4-16,11-1-9 0,-14 2 8 0,0-2 1 15,-36 2-8-15,73-2 5 0,-40 0 2 16,3 1-6-16,-3 1 2 0,-1-4-1 0,1 3 2 0,-3 1 1 16,-1 0 0-16,-29 0 0 0,63 4-5 0,-34-3 4 15,-29-1 13-15,50 1-2 0,-19 3 2 0,-31-4-8 16,61-1 6-16,-33 2-16 0,-28-1 21 0,58-1-6 15,-58 1-6-15,55 1 5 0,-55-1 0 0,50-2-8 16,-21-1 20-16,-2-1-21 0,-5-1 4 0,4 0 0 16,-3 2 1-16,-2-2 0 0,-1-1 1 15,1 2-1-15,-1-2 8 0,-1-1-9 0,2 2-2 16,-2 1 8-16,2 2-14 0,0 0 5 0,-4-1 3 16,3-1 0-16,-3 1-9 0,-2 1 3 0,2 1-2 15,-1 0 9-15,-3 2-8 0,-1-2 14 0,0 2-11 16,2-2-4-16,-1 0-1 0,5 1 5 0,0 0 4 15,-4 1 0-15,3 0-3 0,-3-1 2 0,-1 3-3 16,7-5-3-16,2 5 6 0,-4-3-2 0,1 3 4 16,0 0 5-16,1 0-10 0,1-3-1 0,-2 4 14 15,3-3-17-15,-4 2 5 0,2-1-4 0,0-1-2 16,1 1 7-16,-2 1 2 0,0 1-18 0,-2-2 10 16,3 2 5-16,-1-3 1 0,-1-1 0 0,2 2-2 15,-5-1-1-15,4 1-7 0,0 1 3 0,-6-2 2 16,2 1-3-16,3 0 6 0,-4-1-12 0,-14-1 12 15,31 4-6-15,-31-4 3 0,33 3-1 0,-16-3 8 16,-17 0-8-16,0 0-9 0,47 7 10 0,-47-7 4 16,33 8 4-16,-33-8 5 0,32 5-17 0,-32-5 5 15,35 7-7-15,-35-7 8 0,33 6-6 0,-33-6 13 16,36 4-11-16,-36-4 0 0,41 6 4 0,-41-6-3 16,35 7-3-16,-35-7 6 0,38 6-12 0,-38-6 14 15,35 9-2-15,-35-9-7 0,40 7 3 0,-40-7 11 16,43 3 4-16,-43-3 11 0,50 3-3 15,-20-3 3-15,-30 0-9 0,66 0 5 0,-30 3-4 16,0-2-8-16,-36-1 0 0,73-1-2 0,-36-3-6 16,3 2 2-16,-2-1-1 0,0 0-3 0,3-2-11 15,-3 2 16-15,12-5-9 0,2 0 5 0,-14 2-10 16,1 3-8-16,12-2 1 0,0-2 0 0,-15 2-2 16,16-3 0-16,-2 3-11 0,1 0 6 0,-16 1 4 0,3 2 7 15,16-1-3-15,-16 1 8 0,13-2-6 16,-12 4 6-16,-1-2-4 0,0 0 1 0,12 5-3 15,-10-4 8-15,-2 1-8 0,1 1 9 0,-4-1-4 16,16 1 9-16,-12 0-6 0,-5-2 3 0,3 2 1 16,3-2-1-16,-2 2 0 0,1-4 6 0,1 3-4 15,12-3 0-15,-12 3 0 0,-2 0 4 0,13 0-9 16,-14-2 6-16,2 2 1 0,-4-1-1 0,3 1-5 16,1 1 8-16,-6-3-13 0,3 3 11 0,2 2-13 15,-2-2 17-15,2 1-5 0,-2-1 3 0,-3 0-4 16,2 1 2-16,-1 1-4 0,-2-3 5 0,1 2-2 15,2-2 3-15,1 2-2 0,-1-4 0 0,-4 2 6 16,2 0-1-16,0-1 3 0,2 1 10 0,-3-2-8 16,-1-2 2-16,2 4-3 0,-4-5 4 0,4 2 0 15,-2-1 0-15,1 1-5 0,-1-3 6 16,-1 1-5-16,1 0 12 0,2 0-13 0,-2 1-4 16,1 1 6-16,1-1-7 0,2 2 1 0,2 1 1 0,-3 0-1 15,2 1-3-15,-4-2 2 0,0 2 7 16,0-1-11-16,4 1 6 0,-3 0-3 0,0-1 3 15,8 1-4-15,-7-2 0 0,0 2 6 0,0-1-4 0,-3 0 1 16,3 2 3-16,-2-3-10 0,3 4 1 0,-3-2-3 16,-1 0 7-16,4 3-12 0,-4-6 15 0,-2 7 2 15,5-3 4-15,-6-2-4 0,4 2 3 16,0-2-13-16,0 0 6 0,-2 3-2 0,1 0 0 16,5-4-2-16,-4 6 6 0,-2-3-3 0,1 0-1 15,2 2 4-15,-1-2-3 0,0 1-2 0,-3 0 3 16,3 3-2-16,-2-3-2 0,0 3 4 0,-1-3-4 15,0 1 2-15,-2 1-1 0,2 0-3 0,-7-3 4 16,6 1-7-16,0 0 11 0,0-2-10 0,0 2 3 16,-6 0 4-16,6-2 1 0,1 4 2 0,0-2-3 15,0 2-1-15,-29-4 4 0,55 10-10 0,-25-5 6 16,-1 3-5-16,-29-8 2 0,56 9 1 0,-29-3 0 16,-27-6 3-16,53 10 0 0,-25-4-4 0,1 2 1 15,-29-8-2-15,54 16 4 0,-26-6 0 0,0-2-6 16,0 1 6-16,-28-9-2 0,54 17-5 0,-33-13 9 15,-21-4 0-15,49 10 2 0,-49-10-3 0,50 8-9 16,-23-4 13-16,-27-4-2 0,56 8 3 0,-24-6-17 16,-32-2 19-16,57 7-6 0,-27-4-1 15,-30-3 5-15,55 6-9 0,-27-2 4 0,-28-4-3 16,48 6 3-16,-21-2-6 0,-27-4 3 0,55 4-2 0,-55-4 7 16,49 4-1-16,-22-3-4 0,-27-1-5 0,51-1 3 15,-51 1-10-15,53 1 6 0,-53-1 7 0,57 0 2 16,-29 0-8-16,-28 0 13 0,43-1-11 15,-43 1 5-15,59-2-11 0,-31-1 6 0,-28 3-2 16,50-1-3-16,-50 1-1 0,56-4 3 0,-25 4-2 16,-31 0-9-16,43 1-9 0,-43-1-1 0,51 5-12 15,-23-1 3-15,-28-4-21 0,50 4-6 0,-20 0-13 16,-30-4-13-16,56 5-22 0,-56-5-79 0,41 7-206 16,-41-7 92-16</inkml:trace>
  <inkml:trace contextRef="#ctx0" brushRef="#br0" timeOffset="68659.95">22942 18097 39 0,'0'0'57'0,"0"0"-9"0,0 0-5 0,68-1-3 0,-68 1 0 16,0 0-2-16,51-6-7 0,-33 5-5 0,3-1 4 15,6-2 0-15,-4 0-3 0,5-2 2 0,2 0 2 16,-2-1 3-16,1 1-4 0,2-4-5 16,0 0 4-16,1 1-7 0,2 3 4 0,-1-4-8 15,0 3-19-15,5 1-22 0,-6 1-20 0,1 3-11 16,-1-4-42-16,-3 6-103 0,-1 0 46 0</inkml:trace>
  <inkml:trace contextRef="#ctx0" brushRef="#br0" timeOffset="69492.95">11949 18159 45 0,'0'0'69'0,"0"0"-10"0,0 0-2 0,0 0-3 15,0 0-3-15,0 0 11 0,0 0-9 16,74 28 2-16,-37-21 14 0,14-1-21 0,5 3 4 16,5-1-3-16,-1 0-7 0,30 1-19 0,2-5-17 15,-1 2-25-15,1 2-44 0,0-3-56 0,-34 0-129 16,34-2 58-16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6:57:39.267"/>
    </inkml:context>
    <inkml:brush xml:id="br0">
      <inkml:brushProperty name="width" value="0.05292" units="cm"/>
      <inkml:brushProperty name="height" value="0.05292" units="cm"/>
      <inkml:brushProperty name="color" value="#FF0000"/>
    </inkml:brush>
  </inkml:definitions>
  <inkml:trace contextRef="#ctx0" brushRef="#br0">11516 6868 57 0,'0'0'100'0,"0"0"-9"0,0 0-4 0,0 0-11 16,0 0-10-16,0 0-8 0,0 0-17 0,0 0-12 15,0 0-18-15,0 0-18 0,0 0-27 0,0 0-63 16,0 0-103-16,0 0 46 0</inkml:trace>
  <inkml:trace contextRef="#ctx0" brushRef="#br0" timeOffset="478.33">11458 8161 66 0,'0'0'109'16,"0"0"-12"-16,0 0-17 0,0 0-10 0,0 0-13 15,0 0-16-15,0 0-17 0,0 0-14 0,0 0-14 0,3 7-20 16,-3-7-21-16,0 0-36 0,-5 15-86 0,2-8 38 15</inkml:trace>
  <inkml:trace contextRef="#ctx0" brushRef="#br0" timeOffset="858.34">11602 9635 46 0,'0'0'136'0,"0"0"-2"0,0 0-16 0,0 0-11 0,0 0-5 16,0 0-8-16,0 0-11 0,0 0-4 0,0 0-13 16,0 0-9-16,0 0-11 0,0 0 1 0,0 0-8 15,0 0-8-15,0 0-12 0,0 0-21 0,0 0-24 16,0 0-24-16,0 0-15 0,-8 10-25 0,8-10-73 15,-5 10-174-15,3-4 77 0</inkml:trace>
  <inkml:trace contextRef="#ctx0" brushRef="#br0" timeOffset="1236.1">11563 10816 87 0,'0'0'106'0,"0"0"-19"0,0 0-2 0,0 0-3 0,0 0-14 15,0 0-15-15,0 0-8 0,0 0-19 0,0 0-7 16,0 0-16-16,0 0-24 0,0 0-27 0,0 0-51 15,0 0-107-15,-19 12 47 0</inkml:trace>
  <inkml:trace contextRef="#ctx0" brushRef="#br0" timeOffset="1554.41">11413 11936 44 0,'0'0'43'0,"-2"9"-12"0,2-9-23 16,-4 8-14-16,4-8-14 0,-4 10-22 0,2-2 9 16</inkml:trace>
  <inkml:trace contextRef="#ctx0" brushRef="#br0" timeOffset="2210.85">11453 14229 106 0,'-5'8'133'0,"5"-8"-10"0,-3 7-10 0,3-7-6 15,0 0-16-15,-5 5-5 0,5-5-9 0,0 0-10 16,-3 8-6-16,3-8-8 0,-2 7-12 0,2-7-10 16,-4 5-27-16,4-5-37 0,-2 10-5 0,0-3-27 15,1-1-20-15,1-6-61 0,-5 19-157 0,2-8 69 16</inkml:trace>
  <inkml:trace contextRef="#ctx0" brushRef="#br0" timeOffset="5843.1">13252 16058 25 0,'2'-4'130'0,"-2"4"-14"0,8-9-7 15,-8 9-11-15,8-6-5 0,-6 1-9 0,-2 5-7 0,7-8-15 16,-5 0-9-16,2 2-10 0,-1 0-21 0,2-5-26 16,-1 0-33-16,1-6-40 0,-5 1-56 15,4-1-143-15,0-11 64 0</inkml:trace>
  <inkml:trace contextRef="#ctx0" brushRef="#br0" timeOffset="33343.01">10868 10612 101 0,'0'0'158'0,"0"0"1"0,0 0-9 0,0 0 0 0,0 0-8 16,0 0-3-16,-6-24-10 0,6 24-4 0,0 0-8 15,0 0-7-15,0 0-7 0,0 0-9 0,0 0-7 16,8-6-4-16,-8 6-4 0,0 0 1 0,0 0 1 15,18 11-9-15,-15-8-7 0,2 5-4 0,-3-2-9 16,5 3-4-16,-3 1-5 0,1 2-2 0,1-2-4 16,-1 6-7-16,2 0-1 0,-5 0-4 0,3-2 7 15,-1-2 4-15,0-1-4 0,0-2-5 0,-2 0 0 16,2-4-14-16,-2 3 0 0,1 0-3 0,1-5 1 16,-4-3-1-16,6 10-1 0,-4-7 0 0,-2-3-1 15,4 5 0-15,-4-5 2 0,0 0-3 0,5 4 3 16,-5-4 0-16,0 0-3 0,10 0 8 0,-1-6 0 15,6-6 5-15,6-7-3 0,3-5 0 0,3-1 4 16,11-8-1-16,1-2-11 0,-15 8 5 0,1 1-3 16,1 1 1-16,-1 0-2 0,0 1 1 0,-2 2-3 15,-1 2-2-15,-2 1-4 0,-1 1 2 0,-6 5-1 16,0 0-8-16,2-1-12 0,-2 3-23 0,-3-1-26 0,2 3-36 16,-2 2-42-16,5-3-34 0,-4 4-25 15,0 2-188-15,-4 2-421 0,1-1 187 0</inkml:trace>
  <inkml:trace contextRef="#ctx0" brushRef="#br0" timeOffset="33972.08">10790 11945 77 0,'0'0'208'0,"0"0"-11"16,0 0-5-16,0 0-1 0,0 0-6 0,0 0-11 15,0 0-8-15,0 0-11 0,0 0-16 0,0 0-11 16,0 0-8-16,0 0-17 0,0 0-11 0,0 0-9 16,0 0-9-16,0 0-4 0,0 0-4 0,0 0-8 15,0 0-1-15,0 0-4 0,0 0-3 0,7 14-3 16,-3-9-8-16,-1 3 7 0,3-2-9 0,-2 1-4 15,0-1-1-15,2 1 1 0,2 0-10 0,-4-1 2 16,0-1-9-16,-1 0 4 0,0 0-3 0,-3-5 0 16,5 7-2-16,-1-4-2 0,1 1-4 15,-5-4 0-15,6 5 5 0,-6-5-4 0,4 5-5 0,-4-5 1 16,0 0 0-16,7 4-2 0,-7-4 1 0,0 0-1 16,5 3 0-16,-5-3 0 0,0 0 4 0,0 0 8 15,12-3 1-15,-12 3 9 0,17-11-2 0,-4 1 5 16,2-4-6-16,5-7 0 0,-1-2-2 15,1-3-3-15,3-3 0 0,-1-1-6 0,5-10 0 0,-4 14 1 16,0-2-3-16,-1 4 1 0,2 1 8 0,-3-2-14 16,-2 6-1-16,-4 6 2 0,-1-1 1 0,-1 3-3 15,-5 2-2-15,2 0 0 0,-1 2 0 0,-3 0-2 16,-1 2-14-16,1 1-10 0,-2-1-20 0,-4 5-15 16,6-4-21-16,-6 4-27 0,7-3-21 0,-7 3-27 15,0 0-22-15,11 7-26 0,-11-7-21 0,7 9-151 16,-6 0-406-16,-1-1 180 0</inkml:trace>
  <inkml:trace contextRef="#ctx0" brushRef="#br0" timeOffset="34555.39">10909 13029 210 0,'0'0'209'0,"0"0"-8"0,0 0-13 0,-2-10-17 16,2 10-14-16,0 0-17 0,0 0-16 0,0 0-14 15,0 0-11-15,0 0-5 0,0 0-3 0,0 0 4 16,0 0-8-16,12 25-9 0,-7-9 7 0,4 1-6 16,-3 7-5-16,2 1-9 0,-2-6 0 0,1 5-11 15,-2-3-7-15,2-3-3 0,1 5-4 0,-4-4-6 16,1-7-1-16,-2-3-2 0,2 2-4 0,-3-4-5 15,1-1 10-15,1 0 1 0,-2-2 5 0,-2-4 7 16,5 9 9-16,-5-9 2 0,4 5 6 0,-4-5 5 16,0 0-4-16,9 0-1 0,-9 0 0 0,12-14-7 15,-1-1-5-15,5-7-11 0,1-3 0 0,0-2-4 16,2-4 1-16,4 1-9 0,3-12 4 0,-4 13-3 16,-3-2-4-16,9-9 0 0,-9 13 0 0,4 0 0 15,-1 1-7-15,-3 4-3 0,0-2 0 0,-1 3-1 16,-2 1-6-16,-2 7 5 0,-1 1-4 0,-4 0-2 15,1 4-1-15,-2 1-2 0,0-1-3 0,-3 4-6 16,0-1-10-16,-1 1-6 0,-4 4-13 0,6-5 10 16,-6 5-20-16,5-5-23 0,-5 5-19 0,0 0-20 15,0 0-31-15,0 0-28 0,0 0-46 0,3 21-38 16,-7-9-198-16,-5 5-485 0,-3 7 215 0</inkml:trace>
  <inkml:trace contextRef="#ctx0" brushRef="#br0" timeOffset="35055.11">10855 14309 4 0,'0'0'207'0,"0"0"-19"0,0 0-10 0,0 0-6 15,0 0-9-15,0 0 0 0,0 0-13 0,18 8 0 16,-16 1-11-16,2 1-12 0,3 1 3 0,1 4-8 15,-2 0-8-15,1 1-7 0,1 0 1 0,1 0-8 0,0-1 0 16,-3-1-5-16,-2-3-8 0,4-3-5 0,-3 3 2 16,0-5 6-16,-1 2 1 0,0-2 1 15,0-2-7-15,1 0-4 0,0-1 1 0,0 1 0 16,-5-4 2-16,11-2-1 0,-2-3-5 0,1-3-7 16,3-7-2-16,5-3-9 0,0-8-2 0,1-1-4 0,2-2-9 15,7-13 0-15,-9 13-16 0,1-1 4 0,2 2-7 16,-3 0 7-16,0 5-6 0,-2 2-5 15,-3 6-3-15,-2 2 1 0,-3 5-7 0,-1 0-3 16,-2-1-15-16,-1 4-16 0,0 2-21 0,0-2-23 0,1 1-23 16,-6 4-26-16,4-4-21 0,-4 4-26 0,0 0-25 15,0 0-26-15,5 14-29 0,-6-3-33 0,-3 4-178 16,0 3-488-16,-6 6 216 0</inkml:trace>
  <inkml:trace contextRef="#ctx0" brushRef="#br0" timeOffset="35423.31">10974 15681 102 0,'4'18'216'0,"-1"-6"-6"0,2 4 4 15,-1-3-5-15,4 0-2 0,-4-2-11 16,2-2-13-16,2 1-1 0,-3 0-12 0,3 0-19 16,2 3-9-16,1 0-13 0,1-1-12 0,-4 3-12 15,3 0-6-15,-2 0-8 0,0 1-10 0,-1-5-6 0,-1 4-1 16,0-4 2-16,-1 3-11 0,2-2-4 0,-6-6-4 16,3 3-6-16,-2-3-1 0,0-2-2 15,-3-4-1-15,3 8-1 0,-3-8-2 0,0 0-4 16,6 4-1-16,-6-4-7 0,0 0-2 0,13-16-1 15,-4-2-3-15,2-9-5 0,3-2 0 0,-1-4-3 0,10-12 1 16,-2 3-5-16,2-2-8 0,-1 1-9 0,1 0-19 16,0 2-21-16,3 2-19 0,-9 10-34 15,3 1-48-15,-4 1-50 0,6 1-63 0,-7 3-239 16,-1 2-536-16,-3 5 237 0</inkml:trace>
  <inkml:trace contextRef="#ctx0" brushRef="#br0" timeOffset="37222.24">9579 10648 101 0,'0'0'182'16,"-6"-3"-12"-16,6 3 2 0,0 0-11 0,0 0-4 16,0 0-8-16,-6-4-11 0,6 4-17 0,0 0-4 15,0 0-15-15,0 0-12 0,0 0-9 0,0 0-9 16,-7-5-8-16,7 5-7 0,0 0-6 0,0 0-14 16,0 0-21-16,0 0-26 0,0 0-31 0,0 0-37 15,0 0-29-15,0 0-36 0,0 0-134 16,0 0-300-16,0 0 134 0</inkml:trace>
  <inkml:trace contextRef="#ctx0" brushRef="#br0" timeOffset="37952.15">9407 11963 103 0,'0'0'122'0,"0"0"-9"0,0 0-1 16,0 0-7-16,0 0-4 0,0 0-7 15,0 0-3-15,0 0-13 0,0 0 3 0,0 0-3 16,0 0 1-16,0 0-8 0,0 0-2 0,0 0-4 15,0 0-6-15,0 0 4 0,0 0-6 0,0 0-4 0,0 0-12 16,0 0 7-16,0 0-12 0,0 0 4 16,0 0-11-16,0 0-4 0,0 0 5 0,0 0-5 0,0 0-5 15,0 0-2-15,0 0-4 0,0 0-6 16,0 0-19-16,0 0-20 0,0 0-28 0,0 0-24 0,0 0-36 16,0 0-41-16,0 0-85 0,0 0-264 15,0 0 117-15</inkml:trace>
  <inkml:trace contextRef="#ctx0" brushRef="#br0" timeOffset="38606.06">9300 13162 38 0,'0'0'169'0,"0"0"-5"16,0 0-6-16,0 0-9 0,0 0-13 0,0 0-10 15,0 0-9-15,0 0-13 0,0 0-8 0,0 0-13 16,0 0-7-16,0 0-4 0,0 0-12 0,0 0-1 16,0 0-13-16,0 0-2 0,0 0-2 0,0 0-3 15,0 0-3-15,0 0-7 0,0 0-5 0,0 0-15 16,0 0-13-16,0 0-24 0,0 0-18 0,0 0-24 16,10-1-25-16,-10 1-19 0,0 0-10 0,-3 11-109 15,3-11-252-15,-4 11 112 0</inkml:trace>
  <inkml:trace contextRef="#ctx0" brushRef="#br0" timeOffset="39155.42">9284 14676 23 0,'0'0'134'0,"0"0"-7"0,0 0-6 15,0 0-9-15,0 0-4 0,0 0-8 0,0 0-3 16,0 0-9-16,0 0-9 0,0 0-9 0,0 0-4 16,0 0-10-16,0 0-7 0,6-4-1 0,-6 4-6 15,0 0-5-15,0 0-1 0,0 0-5 0,0 0-8 16,0 0-7-16,0 0-8 0,0 0-15 0,0 0-13 15,0 0-13-15,0 0-18 0,0 0-22 0,0 0-22 16,-2 19-104-16,1-10-215 0,-4 2 94 0</inkml:trace>
  <inkml:trace contextRef="#ctx0" brushRef="#br0" timeOffset="39476.46">9228 15977 11 0,'0'0'92'0,"0"0"-21"15,4 6-16-15,-4-6-25 0,0 0-16 0,0 0-19 16,0 0-17-16,0 0-19 0,0 0-45 0,0 0 19 15</inkml:trace>
  <inkml:trace contextRef="#ctx0" brushRef="#br0" timeOffset="40522.71">4149 10612 6 0,'4'-11'195'0,"1"5"-22"0,0 1-15 0,3-2-14 0,2 0-14 15,-1 2-16-15,3 1-10 0,-1-1-11 16,-1 1-5-16,3 1-15 0,-1 1-6 0,-2 1-10 16,4 0-1-16,-4 1-8 0,0 1-2 0,-1 0-8 15,1 0-1-15,0 3-11 0,-3 0 4 0,-2-1-1 0,0 3-2 16,-1-1 2-16,-1 4 12 0,1-1-8 0,-4 2 2 16,0-10-3-16,-3 16 1 0,0-6-4 15,1 0-2-15,-1-1-4 0,1-3-5 0,-1 0-6 16,3-6 9-16,-5 8-2 0,5-8-9 0,-4 7 4 0,4-7-1 15,-2 6-3-15,2-6-6 0,0 0-1 0,0 0 0 16,0 0-4-16,1 9 1 0,-1-9 3 0,5 7 1 16,-1-3-2-16,-4-4 1 0,9 9-1 15,-5-2 4-15,-2-2-5 0,2 0-3 0,4 5 6 0,-4-5-1 16,1 4 3-16,-1-1-3 0,-1-2 0 0,0 2 2 16,-2-1 4-16,-1-7 2 0,0 16 3 0,-2-9 0 15,0 1 4-15,0-1 14 0,-2 1-4 16,-1 1-5-16,-3-2 0 0,3-2-2 0,-3 2-3 0,1-1-1 15,-1 1-8-15,1-3-18 0,1 2-21 0,-3-1-24 16,0 0-50-16,2-2-42 0,-2 1-202 0,-2-1-376 16,1 3 167-16</inkml:trace>
  <inkml:trace contextRef="#ctx0" brushRef="#br0" timeOffset="41006.58">4251 11651 289 0,'-2'-16'274'16,"-2"6"-13"-16,1-1-18 0,3 4-10 0,0 7-18 16,-2-11-9-16,2 11-27 0,-1-10-16 0,1 10-16 15,-3-5-20-15,3 5-15 0,0 0-8 0,-2-9-11 0,2 9-11 16,0 0-11-16,0 0-3 0,0 0-10 0,0 0-4 16,0 0-6-16,6 29-2 0,-2-21 17 15,1 2-9-15,0-1-5 0,-1 2-2 0,5-4-5 16,-3 1-6-16,2-3-2 0,-2 1 1 0,4 0-8 15,-3-2 2-15,-1-1-4 0,1-1-3 0,0 0 3 0,1-1-3 16,-8-1 8-16,14-1 5 0,-8 1 1 16,-6 0-3-16,16-2 0 0,-16 2 11 0,9-4 1 15,-9 4 11-15,7-1 12 0,-7 1-3 0,0 0 1 16,7-7-9-16,-7 7-5 0,0 0-18 0,0 0 4 0,6-1 6 16,-6 1-17-16,0 0-3 0,0 0 7 0,0 0-20 15,0 0-2-15,0 0-4 0,8 14 1 0,-6 2 7 16,5 9-24-16,-6 4-20 0,2 5-40 0,0 14-49 15,-1 1-43-15,0-1-54 0,3 0-62 0,-2 1-62 16,-1-3-195-16,2 0-579 0,0-10 256 0</inkml:trace>
  <inkml:trace contextRef="#ctx0" brushRef="#br0" timeOffset="41440.53">4319 13091 137 0,'0'0'285'0,"0"0"-23"16,0 0-20-16,-9 0-13 0,9 0-19 0,0 0-12 16,0 0-19-16,-13 10-14 0,10-4-16 0,1 4-18 15,0-1-10-15,1 2-13 0,2 1-33 0,0 0-7 16,5 3-1-16,-1 0-15 0,3 1-2 0,-1-6-6 16,4 3 0-16,-1 0-12 0,2-1-2 0,-2-3-3 15,0-1-1-15,3 2 0 0,-2-3-7 0,0 0 2 16,-1 0-4-16,0-1-2 0,-2 0-1 0,0 1 0 15,-3-3-2-15,1 1-1 0,-1 1 0 0,-1 0 3 16,-1 0-4-16,-5 3 14 0,0 0-15 0,-3 1-1 16,-3 0-9-16,0 1-15 0,-3 0-26 0,-4-2-36 15,0 0-32-15,-2-3-59 0,5-2-21 0,-7-2-35 16,0-2-163-16,-2-3-420 0,0-6 186 0</inkml:trace>
  <inkml:trace contextRef="#ctx0" brushRef="#br0" timeOffset="41572.5">4199 13050 22 0,'3'-7'204'0,"3"-4"-21"0,-1 3-20 0,4-1-15 16,0-1-7-16,4-1-14 0,0-1-17 0,2 1-9 15,-1 0-11-15,10 0-5 0,-6 1-11 0,-1 2-19 16,2 1-36-16,-1 0-69 0,9 1-72 0,-11 0-103 16,2 2-244-16,0 1 108 0</inkml:trace>
  <inkml:trace contextRef="#ctx0" brushRef="#br0" timeOffset="42056.86">4525 13898 24 0,'0'0'196'0,"-8"-2"-2"0,8 2-9 16,0 0-10-16,-18 9-6 0,13 0-14 0,-1 2 0 15,-4 5-12-15,-1 9-10 0,5 3-7 0,-2 3-10 16,-1 5-1-16,2 10-12 0,2-13-13 0,2 2-7 16,2-2-11-16,2-1-9 0,3-2-4 0,0-4-8 15,2-1 0-15,2-7 8 0,1-3 0 0,-2 0-5 16,1-7 5-16,1 3-1 0,-3-4 0 0,2 0-4 16,-1-4-2-16,1 0 1 0,-1 0 3 0,-1-1-2 15,-6-2 0-15,11 0 8 0,-11 0-9 0,10-4 4 16,-10 4-7-16,6-4-1 0,-6 4-5 0,0 0-4 15,0-11-7-15,0 11-2 0,0 0-6 0,-14-12-5 16,5 5-3-16,-1 4-13 0,-3 0-8 0,2 0-7 16,-2 3-6-16,0-2-14 0,0 4-13 0,-1 2-21 15,-3 1-22-15,1 5-34 0,0 3-32 0,4 0-50 16,2 1-33-16,-1 4-205 0,-5 5-476 0,3-3 210 16</inkml:trace>
  <inkml:trace contextRef="#ctx0" brushRef="#br0" timeOffset="42473.25">4337 15129 178 0,'0'0'258'0,"-14"5"-13"0,8-5-7 0,-1 4-9 16,7-4-3-16,-11 3-5 0,3-3-18 0,8 0-24 16,-8 4-21-16,8-4-15 0,0 0-17 0,0 0-16 15,-7 2-9-15,7-2-13 0,0 0-4 0,0 0-11 16,0 0-2-16,19 5-4 0,-6-4-6 16,0-2-1-16,4 1-11 0,1-2-5 0,0 0 29 0,1 2-10 15,-2-1-7-15,-2 2-6 0,-2-1-5 0,-3 2-6 16,2-2 1-16,-2 3-17 0,0 1 5 15,0 0-3-15,-2 2 0 0,0 4-5 0,4 3 0 16,-3 2 0-16,-1 2-6 0,2 8 17 0,-1 4-10 16,-4 4 2-16,-1-2 1 0,0 5 2 0,4 10-5 15,-6-9 7-15,-2 9-6 0,0-10-1 0,1 11-2 16,-1-13-9-16,-1 12-11 0,-1-13 23 0,3 0-10 16,0 2-7-16,0-5-30 0,-1 0-46 0,-1-1-48 0,-1-2-58 15,-2 0-67-15,4-8-72 0,-3-1-199 0,1-5-557 16,1-4 247-16</inkml:trace>
  <inkml:trace contextRef="#ctx0" brushRef="#br0" timeOffset="42627.97">4356 15709 383 0,'0'0'349'15,"-7"-3"-57"-15,7 3-37 0,0 0-25 0,0 0-28 16,0 0-14-16,20-13-22 0,-2 5-12 0,8-4-41 15,5-3-41-15,3 0-78 0,3-2-97 0,-2 2-280 16,12-8-414-16,-13 5 183 0</inkml:trace>
  <inkml:trace contextRef="#ctx0" brushRef="#br0" timeOffset="43701.87">11446 12228 103 0,'0'0'125'0,"0"0"-26"0,0 0-4 0,0 0-7 16,0 0-23-16,0 0-27 0,0 0 6 0,0 0-18 16,0 0-25-16,0 0-15 0,0 0-29 0,0 0-62 15,0 0-113-15,0 0 50 0</inkml:trace>
  <inkml:trace contextRef="#ctx0" brushRef="#br0" timeOffset="44014.34">11402 13657 78 0,'0'0'127'0,"0"0"-25"0,0 0-10 15,0 0-21-15,0 0-20 0,0 0-24 16,0 0-15-16,0 0-23 0,0 0-26 0,0 0-49 16,0 0-92-16,0 0 41 0</inkml:trace>
  <inkml:trace contextRef="#ctx0" brushRef="#br0" timeOffset="44292.61">11258 14645 36 0,'3'5'70'0,"-3"-5"-13"0,0 0-27 15,1 9-15-15,-1-9-23 0,2 8-26 0,-2-8-36 16,1 10 17-16</inkml:trace>
  <inkml:trace contextRef="#ctx0" brushRef="#br0" timeOffset="44607.59">11251 15980 123 0,'0'0'146'0,"0"0"-18"0,1 10-15 16,-1-10-8-16,0 0-10 0,0 0-18 0,0 0-19 15,3 4-21-15,-3-4-7 0,0 0-20 0,6 4-26 16,-6-4-19-16,0 0-31 0,8 4-69 0,-8-4-145 15,0 0 65-15</inkml:trace>
  <inkml:trace contextRef="#ctx0" brushRef="#br0" timeOffset="45256.16">11437 10651 21 0,'0'0'82'0,"0"0"-11"16,0 0-8-16,0 0-8 0,0 0-7 0,0 0-3 15,0 0-13-15,0 0-12 0,0 0-12 0,0 0-13 16,0 0-19-16,0 0-46 0,2 24-75 0,-2-17 34 16</inkml:trace>
  <inkml:trace contextRef="#ctx0" brushRef="#br0" timeOffset="45520.45">11330 12189 55 0,'-2'5'145'0,"2"-5"-25"16,0 0-7-16,0 0-16 0,-5 4-9 0,5-4-6 15,0 0-8-15,0 0-12 0,0 0-5 0,0 0-33 16,0 0-25-16,0 0-17 0,0 0-19 0,3 13-16 16,-1-4-82-16,-2 1-146 0,-2-1 65 0</inkml:trace>
  <inkml:trace contextRef="#ctx0" brushRef="#br0" timeOffset="45788.49">11352 13415 92 0,'0'0'119'15,"0"0"-14"-15,0 0 7 0,0 0-29 0,0 0-4 16,0 0-5-16,0 0-7 0,0 0-11 0,0 0-19 16,0 0-9-16,0 0-20 0,0 0-23 0,0 0-18 15,0 0-21-15,0 0-73 0,4 7-137 0,-4 1 61 16</inkml:trace>
  <inkml:trace contextRef="#ctx0" brushRef="#br0" timeOffset="46089.49">11286 14604 61 0,'0'0'196'0,"0"0"-17"0,0 0-7 16,0 0-18-16,5 5-15 0,-5-5-13 0,0 0-11 15,0 0-12-15,0 0-11 0,0 0-13 0,0 0-7 16,0 0-9-16,0 0-14 0,0 0-17 0,0 0-26 16,2 8-16-16,-2-8-36 0,0 0-20 0,0 8-19 15,0-8-15-15,1 12-31 0,-2-2-69 0,0 2-217 16,-2 1 95-16</inkml:trace>
  <inkml:trace contextRef="#ctx0" brushRef="#br0" timeOffset="46538.18">11361 15579 138 0,'0'0'180'0,"6"4"-2"0,-6-4-13 16,0 0-4-16,0 0-15 0,7 0-7 0,-7 0-3 16,0 0-11-16,0 0-6 0,0 0-10 0,0 0-1 15,0 0-10-15,0 0-3 0,0 0-7 0,0 0-2 16,12-1-4-16,-12 1-4 0,0 0-6 0,0 0-6 15,0 0-7-15,0 0-4 0,0 0-3 0,0 0-4 16,9-3-7-16,-9 3-1 0,0 0-6 0,0 0 2 16,0 0-8-16,0 0 2 0,0 0-4 0,0 0-4 15,0 0-3-15,0 0 1 0,0 0-5 0,0 0-1 0,0 0-3 16,0 0 2-16,0 0 0 0,0 0-2 16,0 0-3-16,0 0 0 0,0 0-2 0,0 0 3 15,0 0-2-15,0 0 0 0,0 0-5 0,0 0 2 16,0 0 1-16,0 0-3 0,0 0 3 0,0 0-3 15,0 0-3-15,0 0-4 0,0 0-11 0,0 0-6 16,0 0-14-16,0 0-19 0,0 0-18 0,0 0-28 16,0 0-21-16,0 0-24 0,0 0-23 0,0 0-16 15,0 0-24-15,0 0-105 0,0 0-340 0,0 0 151 16</inkml:trace>
  <inkml:trace contextRef="#ctx0" brushRef="#br0" timeOffset="47184.13">11418 10310 49 0,'0'0'46'0,"0"0"-12"0,0 0-4 0,0 0-14 0,0 0-3 16,0 0-12-16,0 0-10 0,0 0-21 0,8 13-33 16,-8-13 14-16</inkml:trace>
  <inkml:trace contextRef="#ctx0" brushRef="#br0" timeOffset="52750.99">30877 3182 132 0,'-7'-4'208'0,"2"-1"-9"0,1 0-1 15,4 5-3-15,-9-8-10 0,9 8-13 0,0 0-9 16,-10-7-16-16,10 7-10 0,0 0-21 0,0 0-11 16,-5-6-14-16,5 6-16 0,0 0-5 15,0 0-11-15,0 0-8 0,0 0-4 0,0 0-5 16,0 0-5-16,0 0-3 0,-1 24 0 0,2-14-9 15,2 0 8-15,2 1-9 0,-1 1-4 0,3 3-2 16,1-2 0-16,1 1-3 0,1 0 4 0,-1-5-3 16,0 1 1-16,2-3-5 0,0 0 5 0,-2 0-1 15,3-2-3-15,-3 1 1 0,2-2 0 0,-1-2 4 16,0 1-6-16,-1-3-2 0,0 2 10 0,-3-1-11 16,-6-1 5-16,13 0-2 0,-13 0 10 0,12-1-4 15,-12 1 3-15,7-2 1 0,-7 2-1 0,5-10-4 16,-2 3-3-16,-2-1-3 0,2 1 3 0,-3 7 3 15,0-13 4-15,1 6 0 0,-1 7 8 0,0-11-12 16,0 11 5-16,0-7-6 0,0 7-6 0,0 0 1 16,0-8-3-16,0 8-4 0,0 0-3 0,0 0-6 15,0 0 1-15,0 0-2 0,0 0 3 0,0 0 4 16,2 30-5-16,-2-4 2 0,-2 5 4 0,1 2 0 16,-2 1-2-16,-1 1 0 0,2 0 1 15,1-1 2-15,-3-2-4 0,2-4 1 0,-1 0-2 16,1-9 4-16,2 0 1 0,-2 1-6 0,2-2 11 15,-3 0-8-15,3 1-2 0,-1-2 5 0,0-4-1 16,1 3-1-16,-3-4 2 0,2-2 0 0,1 3-2 16,-4-5 10-16,0 3-10 0,2-1 7 0,-4 0-2 15,0 1-2-15,-3 0 1 0,2-1 2 0,-2-2-1 16,-1 0-5-16,-2-3 4 0,2 0 2 0,-3 2-3 16,3-5-1-16,-2 0 3 0,-1-1-1 0,13-1 6 15,-23-6-8-15,13 0 3 0,-4 0-9 0,0-5-1 16,5-1-2-16,-2-5-3 0,2 1 3 0,1-9-3 15,3 1 4-15,1 5-1 0,4-5-1 0,0-2 6 16,-1 1-4-16,5-2 0 0,-1 3-2 0,4 5 3 16,-3 1-4-16,3 1 3 0,2 2 4 0,-2-2-7 15,2 1 0-15,1 2 3 0,0 2-1 0,-2 2-1 16,1 0-1-16,0 3 3 0,-2 0-4 0,1 2 3 16,-2 1-4-16,1-1 4 0,-2 3-2 0,1-1 8 15,-6 3-9-15,11-6 4 0,-11 6 7 0,10-1-10 16,-4-1 3-16,-6 2 1 0,10-2-2 0,-10 2 1 15,0 0-1-15,13 1 4 0,-13-1 2 0,0 0-1 16,9 0-2-16,-9 0 1 0,0 0 1 16,0 0 3-16,8 1-3 0,-8-1-2 0,0 0 3 15,0 0-3-15,0 0 7 0,0 0-7 0,0 0 1 16,0 0 4-16,6-4-4 0,-6 4 0 0,0 0 0 16,0 0 8-16,0 0-10 0,0 0-1 0,0 0 0 0,0 0 4 15,0 0 1-15,0 0-2 0,0 0 4 0,0 0-6 16,0 0 3-16,0 0 3 0,9 4-5 0,-9-4 2 15,0 0 3-15,0 0-4 0,0 0 2 16,0 0 1-16,0 0-3 0,0 0 5 0,0 0 0 16,0 0-3-16,0 0-3 0,0 0 1 0,0 0-2 15,0 0 5-15,0 0-1 0,0 0-1 0,0 0 0 16,0 0 2-16,0 0-4 0,0 0 3 0,0 0-5 16,0 0 8-16,0 0-2 0,0 0 0 0,0 0-3 15,0 0 1-15,0 0 2 0,0 0 0 0,0 0 3 16,0 0-3-16,0 0 0 0,0 0 2 15,0 0-5-15,0 0 3 0,0 0 1 0,0 0-5 0,0 0 0 16,0 0 3-16,0 0 1 0,0 0-1 0,0 0-2 16,0 0 6-16,0 0-2 0,0 0 4 0,0 0-6 15,0 0-2-15,0 0 2 0,0 0-1 0,0 0 2 16,0 0 0-16,0 0-4 0,0 0 3 0,0 0 2 16,0 0-1-16,0 0-2 0,0 0 2 0,0 0 3 15,0 0-6-15,0 0 0 0,0 0-5 0,0 0-21 16,0 0-10-16,0 0-28 0,0 0-31 0,0 0-38 15,0 0-22-15,0 0-9 0,0 0-27 16,0 0-172-16,0 0-393 0,0 0 175 0</inkml:trace>
  <inkml:trace contextRef="#ctx0" brushRef="#br0" timeOffset="53673.68">31048 3265 70 0,'0'0'153'16,"0"0"6"-16,0 0-4 0,0 0-8 0,-23 22-3 15,13-7-12-15,-6 7-10 0,2 0-13 0,3 1-6 16,2-7-16-16,3 1-7 0,0-3-4 0,3-2-17 16,0 0-2-16,0-1-6 0,3 0 19 0,2-2 10 15,-2-2 7-15,1 2 1 0,3-1 3 0,-2-3 3 16,4 1-2-16,-1-2 3 0,1 0-2 0,0-1-9 15,2-1 1-15,-8-2-6 0,15 0-3 16,-8-2-2-16,-7 2 1 0,13 0 1 0,-13 0-12 0,11-8-5 16,-6 4-4-16,-5 4-10 0,9-13-1 0,-5 4-2 15,-1 2-2-15,-1-1-7 0,-2-4-6 0,0 1-3 16,0 1-4-16,0 0-1 0,0 4 2 0,0 6-4 16,-4-14-2-16,4 8 1 0,0 6-6 0,-2-10 0 15,2 10-5-15,-4-4-4 0,4 4-2 16,0 0 4-16,-13 14-3 0,3 0-1 0,2 1 4 15,-5 8-4-15,5-5-1 0,1-2 3 0,1 1 3 16,1 0-4-16,1-2-2 0,4 1 2 0,-3-3 7 16,2-4-10-16,1-9 10 0,5 16-6 0,-2-9 4 15,-3-7 1-15,5 11 6 0,-5-11-1 0,9 7 6 16,-3-5 2-16,-6-2 3 0,14 2 0 0,-14-2 5 16,0 0 2-16,16-6-1 0,-16 6 13 0,8-9-7 15,-3 0-1-15,-2 0-4 0,0-3-14 0,-3 12 11 16,-2-25-8-16,1 8-2 0,-2 1-1 0,-2-1-7 15,-2-1 11-15,2 5-12 0,-2-4 1 0,2 7-2 16,-1 1-3-16,1 4 3 0,5 5-4 0,-8-10 9 16,8 10-16-16,0 0-2 0,0 0 6 0,-32 23-5 15,15 3 4-15,-11 15-2 0,4 0 4 0,1 0 1 16,9-11-4-16,4 3-6 0,1-4-1 0,5-1 6 16,3-2 3-16,1-8-4 0,4-1 5 15,1-3 3-15,5 2 0 0,-3-7 14 0,4-2 5 0,3-1 5 16,4-5 8-16,11-1-3 0,0-7-2 0,2-5-8 15,-1-1 10-15,0-2-2 0,-4 0 11 0,-3-5-16 16,-4-1 2-16,-1 1-7 0,-4-1-4 16,-1-3 5-16,-2-2-6 0,-3 0 1 0,-4-2-2 15,2-3-7-15,-3 0 2 0,-3-2 0 0,-4 2 0 16,-3 1-10-16,1 2-1 0,0 5 6 0,-1 6 2 16,2 7-5-16,-4-1-5 0,1 6 3 0,-3 1-11 15,-7 6 7-15,-7 11 3 0,-15 16-4 0,-2 10-1 16,-4 2 1-16,3 4 2 0,3-3 0 0,7 0 1 15,11-13-3-15,4-5 0 0,4 2 5 0,5-8-5 16,4-2 0-16,2 1 8 0,3-3 1 0,4-2-4 16,-4-12 1-16,13 15 7 0,-7-12-1 0,-6-3-3 15,32-1 15-15,-13-6-10 0,11-4-11 0,-5-2 11 16,1 0 1-16,-5-6-6 0,-1 3 5 0,-8-1 0 16,-3-2-2-16,0 2-3 0,0-8 3 0,-4 0-5 15,-2 5 3-15,-4-6-4 0,-2-2 2 0,-1 3-4 16,-5 1 2-16,2 0-1 0,-1 9 1 0,-2 1 4 15,-2 2-10-15,2 3-3 0,0 4 1 0,-3 1-5 16,-1 4-9-16,-5 2-11 0,0 2-20 16,-1 5-23-16,1 1-18 0,-2 9-44 0,-1 1-42 15,0 5-50-15,4 3-44 0,3-1-46 0,-2 3-201 0,7 4-563 16,2-4 249-16</inkml:trace>
  <inkml:trace contextRef="#ctx0" brushRef="#br0" timeOffset="64055.62">30144 4925 16 0,'-11'-1'173'0,"11"1"-6"0,-8 1-3 16,8-1-2-16,0 0 1 0,-10 2-4 0,10-2-12 15,0 0-12-15,0 0-5 0,0 0-13 0,-8 1-9 0,8-1-3 16,0 0-6-16,0 0-2 0,0 0 2 16,0 0-6-16,0 0-5 0,0 0-3 0,0 0-10 15,0 0-8-15,0 0-10 0,0 0-2 0,0 0-9 16,18 10-2-16,-18-10-9 0,0 0 0 0,17-3-2 15,-6 2-4-15,0-1-6 0,3 1 0 0,-3-2-1 0,1 0-4 16,-1 1 3-16,-2 0-8 0,0 2 21 16,-1-1-15-16,-8 1-21 0,11-2-21 0,-6-1-22 15,-5 3-31-15,0 0-27 0,0 0-32 0,12-5-30 16,-12 5-35-16,0 0-169 0,0 0-398 0,0 0 177 16</inkml:trace>
  <inkml:trace contextRef="#ctx0" brushRef="#br0" timeOffset="64322.62">30023 4966 95 0,'-3'4'141'0,"1"1"11"0,-1 2-11 0,-2 4-3 16,0 3 18-16,0 3-7 0,3 0-6 0,-2 1 6 15,0 0-10-15,0 1-15 0,0-1-4 0,0 2-10 16,2 5 2-16,1-9 3 0,-1 1-13 0,2-5-9 15,-1 0-9-15,0 1-7 0,-1-4-9 0,1 4-7 16,0-3-5-16,0 2-5 0,1 0-3 0,0-12-6 16,-2 19-2-16,2-9-3 0,0-10-4 0,-4 13-2 15,4-13-3-15,-5 14-3 0,3-7-8 0,-2 1-31 16,4-8-36-16,0 0-39 0,-13 16-45 16,13-16-43-16,-9 10-45 0,4-6-144 0,5-4-395 15,-15 5 175-15</inkml:trace>
  <inkml:trace contextRef="#ctx0" brushRef="#br0" timeOffset="64488.9">29893 5269 16 0,'0'0'163'0,"0"0"-1"0,0 0 3 0,13-5-3 16,-13 5-4-16,15-4-7 0,-5 1-10 0,0 2-18 15,3-3-10-15,8 1-15 0,0-3-5 0,6 1-22 16,0 1-32-16,1-1-54 0,0 0-59 0,0-1-64 0,0 3-100 15,1-2-259-15,-3-3 115 0</inkml:trace>
  <inkml:trace contextRef="#ctx0" brushRef="#br0" timeOffset="64644.49">30449 5189 97 0,'0'0'240'15,"0"0"-14"-15,0 0-12 0,9 0-6 0,-9 0-6 16,0 0-18-16,0 0-14 0,0 0-19 0,0 0-16 15,17 0-16-15,-17 0-16 0,20-6-30 0,-8 3-36 16,-1 0-48-16,0 1-52 0,1 1-60 0,-2-1-42 16,-10 2-135-16,14 0-324 0,-14 0 143 0</inkml:trace>
  <inkml:trace contextRef="#ctx0" brushRef="#br0" timeOffset="64805.89">30458 5287 149 0,'0'0'167'0,"0"0"-8"0,0 0 0 0,0 0-6 16,0 0-6-16,0 0-9 0,0 0-13 0,0 0-12 16,25 8-16-16,-8-11-19 0,-17 3-43 0,41-5-53 15,-12 0-58-15,0 0-60 0,-2 4-79 0,3-5-234 16,2-1 104-16</inkml:trace>
  <inkml:trace contextRef="#ctx0" brushRef="#br0" timeOffset="65005.92">31233 4877 93 0,'0'0'286'0,"7"-7"-32"0,-7 7-19 0,0 0-25 16,6-4-21-16,-6 4-23 0,0 0-16 0,0 0-12 15,1 16-7-15,-3 1-11 0,-3 2-9 0,1 6-10 16,-1 5-10-16,0-1-11 0,-2 0-1 0,5-5-13 15,-1 5-19-15,-3 0-40 0,3-4-55 0,-1 3-63 0,3-2-80 16,-3 0-177-16,-2-1-397 0,1 0 175 16</inkml:trace>
  <inkml:trace contextRef="#ctx0" brushRef="#br0" timeOffset="67516.03">30309 5741 102 0,'0'0'238'0,"0"0"-10"0,0 0-14 0,-2-7-7 16,2 7-11-16,0 0-7 0,0 0-9 0,0 0-11 16,0 0-13-16,0 0-11 0,0 0-10 0,0 0-10 15,0 0-16-15,-3-7-5 0,3 7-11 0,0 0-6 16,0 0-9-16,0 0-5 0,0 0-7 0,0 0-7 16,0 0-8-16,0 0-6 0,0 0 0 0,0 0-4 15,0 0-6-15,0 0-7 0,0 0-2 0,0 0-1 16,0 0 5-16,0 0-12 0,0 0-2 0,0 0-2 15,0 0 0-15,0 0-2 0,0 0-6 0,0 0 5 16,0 0-2-16,0 0-1 0,0 0 0 0,0 0-2 16,0 0 2-16,0 0-3 0,0 0-1 0,0 0 4 15,0 0-1-15,0 0-2 0,0 0 0 0,0 0-1 16,0 0 1-16,0 0 1 0,0 0-1 0,0 0 1 16,0 0 0-16,0 0-3 0,0 0 2 0,0 0 3 15,0 0-3-15,0 0 1 0,0 0 0 0,0 0-3 16,0 0-7-16,0 0-5 0,0 0-9 15,0 0-24-15,0 0-17 0,0 0-28 0,0 0-21 0,0 0-35 16,0 0-45-16,0 0-30 0,0 0-43 0,0 0-135 16,0 0-429-16,0 0 190 0</inkml:trace>
  <inkml:trace contextRef="#ctx0" brushRef="#br0" timeOffset="68091.45">31333 5706 211 0,'0'0'257'0,"0"0"-5"15,8-3-7-15,-8 3-3 0,0 0-16 0,0 0-9 16,0 0-11-16,0 0-9 0,0 0-22 16,0 0-19-16,0 0-11 0,0 0-12 0,-25-1-19 15,25 1-8-15,-9 4-12 0,9-4-12 0,-15 8-7 16,7-1-11-16,-3 0-1 0,5 3-7 0,-5 3 0 0,5-1-10 15,-2-2-7-15,1 4-1 0,2 1-5 0,1-3-2 16,-2-2-2-16,1 6-7 0,4-5-2 16,-3-2-1-16,4 4 2 0,0-4-6 0,0 2 6 0,5-2-6 15,-1 0 6-15,0-1 1 0,0-2 0 16,5 0-2-16,0 0-3 0,1-1 5 0,0-1-4 16,2-2 10-16,1 0-11 0,-2-2 0 0,3 0 1 0,-1-2-6 15,5 0 5-15,-7-2 4 0,1-2-8 16,-2 1 10-16,2-1-1 0,-1-1 6 0,-2 0-5 15,-1-2-3-15,-2-1 1 0,2 0 6 0,-5-2 11 16,0-1 2-16,0 1-11 0,-5-4 7 0,2 0-11 0,-1 2 4 16,-3-3-3-16,0 7 4 0,1-2-5 0,-4-1-9 15,1 3-1-15,-3-3-6 0,-1 3-2 0,1 2-14 16,0 2-18-16,-3-2-23 0,1 5-24 0,-2 0-36 16,-7 3-39-16,0 3-50 0,-8 3-59 15,3 1-54-15,-7 4-245 0,2 0-600 0,1-1 266 16</inkml:trace>
  <inkml:trace contextRef="#ctx0" brushRef="#br0" timeOffset="68308.37">30610 5991 95 0,'-7'2'261'0,"7"-2"-21"0,0 0-9 0,0 0-15 15,0 0-14-15,0 0-12 0,0 0-21 16,0 0-16-16,0 0-16 0,33-7-14 0,-17 3-14 16,3 3-11-16,1-3-25 0,-7 3-35 0,6-1-42 15,-7 1-44-15,-4 1-34 0,2 0-40 0,0 1-25 0,-4 1-5 16,-6-2-15-16,6 7-103 0,-6-7-291 0,-3 10 130 16</inkml:trace>
  <inkml:trace contextRef="#ctx0" brushRef="#br0" timeOffset="68438.5">30730 6031 606 0,'-15'12'-10'0,"0"-4"27"0,3-2 41 16,0 0 22-16,2-2 15 0,0 2 14 0,3-2 16 15,7-4 2-15,-11 5 11 0,11-5 3 0,-8 4 6 16,8-4-6-16,-10 3-8 0,10-3-11 0,0 0-3 0,-4 7-10 16,4-7-9-16,0 0-3 0,0 0-11 15,22-3-8-15,-7 1-22 0,6-3-13 0,-1 1-37 16,-1 0-55-16,0 0-59 0,2 0-70 0,-3 0-220 16,0-1-432-16,-6 4 192 0</inkml:trace>
  <inkml:trace contextRef="#ctx0" brushRef="#br0" timeOffset="68989.14">29999 5904 171 0,'-5'-4'348'0,"5"4"-39"0,-11-4-25 15,11 4-17-15,-8-1-6 0,8 1-7 16,-7-4-2-16,7 4-9 0,0 0-20 0,0 0-6 0,-8-4-14 16,8 4-27-16,0 0-21 0,0 0-21 0,0 0-20 15,0 0-10-15,18-9-18 0,-4 6-20 0,4-1-17 16,1 1-32-16,2-1-23 0,-3 0-51 15,1 1-26-15,-5 2-27 0,-3-1-28 0,0 2-24 0,-3-1-28 16,-8 1-22-16,15 0-7 0,-15 0 14 0,6 3 10 16,-6-3 12-16,0 0 5 0,0 0 8 15,0 0 9-15,0 0 9 0,-23 13 26 0,14-12 21 16,0 0 28-16,-1 1 27 0,1-1 14 0,-1 0 25 16,-2 1 24-16,5-2 10 0,-4 0 8 0,0 1 25 15,1 0 13-15,2 1 13 0,8-2 17 0,-14 1 7 0,14-1 4 16,-11 0-7-16,5 3-5 0,6-3-13 0,0 0-8 15,-10 1-10-15,10-1 0 0,-6 7 19 0,1 2 2 16,2 3 14-16,-2 3-1 0,0 4 16 0,1 0-6 16,-2 0-7-16,-1 5-1 0,3 2 1 15,2 2 5-15,-1-9-11 0,-1 8-10 0,3-2-7 0,1-4-8 16,-1-3-4-16,1 1 9 0,0 0-22 0,0-2-9 16,0-1-4-16,0-4 0 0,0 3-7 0,0-4-3 15,1-2-10-15,-1 1-31 0,-1-1-28 16,1-9-43-16,1 11-51 0,-1-11-50 0,0 10-57 0,0-10-58 15,-4 8-209-15,4-8-545 0,0 0 241 0</inkml:trace>
  <inkml:trace contextRef="#ctx0" brushRef="#br0" timeOffset="69156.92">29853 6204 13 0,'0'0'280'15,"0"0"-25"-15,0 0-31 0,0 0-19 0,0 0-14 0,6-11-14 16,-6 11-8-16,4-2-15 0,3-3-9 0,0 4-13 15,7-6-12-15,2 3-11 0,3-3-14 0,8-3-8 16,-2 2-29-16,6-4-36 0,-3 4-61 16,-1-2-53-16,-1 2-72 0,0-3-194 0,-8 0-386 15,0 2 171-15</inkml:trace>
  <inkml:trace contextRef="#ctx0" brushRef="#br0" timeOffset="69360.52">29895 5751 2848 0,'-12'-2'269'0,"0"-1"-109"0,3 2-87 0,1 0-31 15,8 1-13-15,-12-2-11 0,12 2 0 0,-9-3-5 16,9 3-3-16,0 0 5 0,0 0 1 0,0 0 1 16,0 0-6-16,37-20 5 0,-5 8 0 15,20-6-2-15,1 1-29 0,1-2-52 0,-3 3-52 16,-1 3-76-16,2-1-77 0,-21 3-215 0,7 3-526 0,-5-4 233 15</inkml:trace>
  <inkml:trace contextRef="#ctx0" brushRef="#br0" timeOffset="69756.14">29891 6771 478 0,'-11'3'415'0,"3"-3"-29"0,8 0-64 0,-9 0-48 16,9 0-21-16,0 0-20 0,0 0-21 0,44-11-20 15,13-2-18-15,40-10-10 0,12-4-29 0,17 1-17 0,13-2-2 16,17 4-18-16,12-7 34 0,10 7-47 0,-3-3-57 15,-1 1-68-15,-4 4-92 0,-11-3-73 0,-9-1-69 16,-6 1-254-16,-12 5-571 0,-3 1 253 16</inkml:trace>
  <inkml:trace contextRef="#ctx0" brushRef="#br0" timeOffset="73741.98">11166 10773 70 0,'0'0'59'0,"0"0"-13"0,0 0 2 0,0 0-18 15,0 0-19-15,0 0-23 0,0 0-30 0,0 0-46 0,0 0 20 16</inkml:trace>
  <inkml:trace contextRef="#ctx0" brushRef="#br0" timeOffset="74112.61">11301 12105 20 0,'0'0'82'16,"0"0"-2"-16,0 0-4 0,0 0-5 0,0 0-16 15,6 2-4-15,-6-2-10 0,0 0-9 0,0 0-16 16,0 0-11-16,0 0-25 0,0 0-14 0,0 0-5 15,0 0-34-15,0 0-79 0,-2 12 35 0</inkml:trace>
  <inkml:trace contextRef="#ctx0" brushRef="#br0" timeOffset="74364.13">11347 13118 76 0,'0'0'126'0,"0"0"-27"0,0 0 0 0,0 0-6 15,0 0-14-15,0 5-10 0,0-5-21 16,0 0-22-16,0 0-30 0,0 0-5 0,0 0-15 15,0 0-23-15,4 9-59 0,-3-4-113 0,-1-5 50 0</inkml:trace>
  <inkml:trace contextRef="#ctx0" brushRef="#br0" timeOffset="74630">11422 14554 133 0,'-1'8'154'15,"1"-8"-20"-15,0 0-12 0,0 0-12 0,3 7-12 0,-3-7-10 16,0 0-21-16,0 0-18 0,0 0-23 0,2 7-22 15,-2-7-19-15,3 8-15 0,-2-2-26 0,-1-6-24 16,3 14-54-16,-5-3-146 0,1 0 65 0</inkml:trace>
  <inkml:trace contextRef="#ctx0" brushRef="#br0" timeOffset="74844.69">11549 15567 11 0,'0'0'49'0,"0"0"-25"0,5 6-32 0,-5-6-5 16,0 0-14-16,0 0 7 0</inkml:trace>
  <inkml:trace contextRef="#ctx0" brushRef="#br0" timeOffset="82773.1">17992 5932 31 0,'0'0'58'0,"0"0"-7"16,0 0-1-16,0 0 6 0,0 0-15 15,0 0-2-15,0 0 0 0,0 0-6 0,0 0 0 0,0 0 1 16,0 0 2-16,0 0-7 0,0 0-4 0,0 0 11 16,0 0-11-16,0 0 3 0,0 0-6 0,0 0-4 15,0 0 7-15,0 0-8 0,0 0-1 0,0 0-7 16,0 0-3-16,0 0 5 0,0 0-5 0,0 0-3 16,0 0 4-16,0 0-2 0,0 0 0 0,0 0-1 15,0 0 19-15,0 0-22 0,0 0 2 0,0 0-3 16,0 0 1-16,0 0-2 0,0 0 1 0,0 0 1 15,0 0-3-15,0 0 3 0,0 0-1 0,0 0 5 16,0 0-3-16,0 0-3 0,0 0 6 16,0 0-6-16,0 0 3 0,0 0-3 0,0 0 4 0,0 0-3 15,0 0 0-15,0 0-1 0,0 0 0 0,0 0 0 16,0 0-5-16,0 0 6 0,0 0 0 0,0 0 1 16,0 0-2-16,0 0-1 0,0 0 13 0,0 0-9 15,0 0-9-15,0 0 4 0,0 0 0 0,0 0-3 16,0 0 0-16,0 0 0 0,0 0-12 0,0 0-2 15,0 0-6-15,0 0-2 0,0 0 2 0,0 0-10 16,0 0-1-16,0 0-7 0,0 0-6 0,0 0 4 16,0 0-35-16,0 0-86 0,0 0 39 0</inkml:trace>
  <inkml:trace contextRef="#ctx0" brushRef="#br0" timeOffset="95814.72">11286 10746 51 0,'0'0'75'0,"0"0"1"0,0 0 0 0,-4-6-11 15,4 6-7-15,0 0-17 0,0 0-5 0,0 0-19 16,0 0-13-16,0 0-19 0,0 0-22 16,0 0-38-16,0 0-80 0,0 0 35 0</inkml:trace>
  <inkml:trace contextRef="#ctx0" brushRef="#br0" timeOffset="97791.45">5030 10701 93 0,'6'-7'120'0,"-6"7"-10"0,0 0-6 0,0 0-8 15,0 0 1-15,0 0-6 0,0 0-5 0,3-4-3 16,-3 4 0-16,0 0-6 0,0 0-6 0,0 0-7 15,0 0-5-15,0 0-2 0,0 0-5 0,0 0-12 16,0 0 3-16,0 0-7 0,0 0-6 0,0 0-1 16,0 0-1-16,0 0-3 0,0 0-5 0,0 0-2 15,0 0-2-15,0 0 3 0,0 0-3 0,0 0-4 16,0 0-4-16,0 0 4 0,0 0-6 0,0 0 5 16,0 0-5-16,0 0 2 0,0 0 0 0,0 0-5 15,0 0-4-15,0 0 5 0,0 0 4 0,0 0-2 16,0 0-1-16,0 0-2 0,0 0 5 0,0 0-8 15,0 0 1-15,0 0 1 0,0 0 1 0,0 0 3 16,0 0-3-16,0 0 1 0,0 0-4 0,0 0-3 16,0 0 3-16,0 0 2 0,0 0-2 0,0 0 8 15,0 0 0-15,0 0-5 0,0 0 4 0,0 0-5 16,-23 7 8-16,23-7-1 0,0 0-3 0,-8 6 4 16,8-6-5-16,-8 2-1 0,8-2 7 0,-6 5 2 15,6-5 7-15,-6 3 6 0,6-3 1 0,-7 4-8 0,7-4 13 16,0 0 1-16,-6 3-2 0,6-3-1 0,0 0 4 15,-9 1 3-15,9-1 4 0,0 0-2 16,-7 4 0-16,7-4-3 0,0 0-7 0,-7 2 7 0,7-2-9 16,-8 1-5-16,8-1 2 0,0 0-4 0,0 0 1 15,0 0-1-15,-7 4-3 0,7-4-1 0,0 0-2 16,-6 4-1-16,6-4 1 0,0 0 0 0,0 0 3 16,0 0-3-16,0 0-1 0,0 0-2 0,0 0 2 15,0 0-3-15,0 0-2 0,0 0-3 0,0 0 0 16,0 0 0-16,32-19 2 0,-15 7 1 0,11-1-3 15,1-4 4-15,3-2-1 0,-1 2-4 0,3-3 1 16,-2 2 15-16,0 2-2 0,-1-1-1 0,-4 3-2 16,0 0 1-16,-3 0 2 0,-5 6-6 0,-1-1-3 15,-3 0 1-15,2 1-2 0,-5 2 4 0,-2-2 4 16,1 3-1-16,-2 0 5 0,0 0 6 0,-1 1-2 16,-2 1 3-16,-1-1 2 0,-5 4 7 0,8-5 4 15,-8 5 0-15,5-2-1 0,-5 2-1 0,0 0 0 16,0 0-4-16,7-6-2 0,-7 6-1 0,0 0-3 15,0 0-6-15,0 0 3 0,6-3-3 0,-6 3-5 16,0 0-5-16,0 0-2 0,0 0-6 0,0 0-21 16,0 0-31-16,0 0-45 0,0 0-47 0,0 0-58 15,0 0-52-15,0 0-10 0,0 0-163 0,5 14-458 16,-5-8 203-16</inkml:trace>
  <inkml:trace contextRef="#ctx0" brushRef="#br0" timeOffset="101632.31">15592 5631 10 0,'0'0'88'0,"0"0"-12"15,9 0-5-15,-9 0-3 0,0 0-15 16,0 0-6-16,0 0-8 0,0 0 4 0,0 0-15 15,0 0-2-15,0 0-12 0,0 0-24 0,0 0-15 16,0 0-23-16,0 0-32 0,0 0-87 0,0 0 38 16</inkml:trace>
  <inkml:trace contextRef="#ctx0" brushRef="#br0" timeOffset="103172.05">7596 10690 15 0,'0'0'119'0,"0"0"-7"0,0 0-12 15,0 0-3-15,0 0-2 0,0 0-11 0,0 0 6 16,0 0-8-16,0 0-8 0,0 0 6 0,0 0-4 0,0 0 3 16,0 0-17-16,0 0-3 0,0 0-2 0,0 0-4 15,0 0-2-15,0 0 1 0,0 0-1 0,0 0-3 16,0 0-2-16,0 0-5 0,0 0 2 0,0 0-3 16,0 0 0-16,0 0-9 0,0 0-9 0,0 0 6 15,0 0-2-15,0 0-1 0,0 0-4 0,0 0 2 16,0 0 3-16,0 0-10 0,0 0-1 0,0 0 3 15,0 0-1-15,0 0 1 0,0 0-5 0,0 0 2 16,0 0-2-16,0 0-1 0,0 0-1 0,0 0-1 16,0 0-2-16,0 0 2 0,0 0 0 0,0 0 1 15,0 0-1-15,0 0 5 0,0 0-6 0,0 0 2 16,0 0-5-16,0 0-1 0,0 0-6 0,0 0 6 16,0 0 2-16,0 0-2 0,0 0-2 0,0 0 2 15,17-15 1-15,-10 8 3 0,5 1 7 0,2-2 0 16,2-4 6-16,0 2 0 0,2 0-3 0,3-5-1 0,-4 2 3 15,1 2 2-15,-1 0-1 0,-2 1 1 16,-4 2 1-16,0 1 1 0,-1 1 6 0,-1 1 0 16,-4 1-1-16,1-2 3 0,1 3-2 0,-2-1 1 15,-5 4 2-15,7-5 2 0,-7 5 2 0,6-4 7 0,-6 4-3 16,0 0 5-16,0 0-1 0,6-3 8 16,-6 3-5-16,0 0 3 0,0 0-3 0,0 0-2 0,6-4-4 15,-6 4 2-15,0 0 5 0,0 0-11 16,0 0-8-16,0 0-5 0,0 0-2 0,0 0 2 0,0 0-6 15,0 0-6-15,0 0 5 0,0 0-4 0,0 0-9 16,0 0-12-16,4-6-23 0,-4 6-27 0,0 0-37 16,0 0-56-16,0 0-55 0,0 0-42 15,0 0-15-15,8 10-161 0,-8-10-458 0,8 4 203 16</inkml:trace>
  <inkml:trace contextRef="#ctx0" brushRef="#br0" timeOffset="103770.49">8900 10390 132 0,'0'0'144'0,"0"0"13"15,0 0-8-15,0 0-5 0,0 0-4 0,0 0-5 16,0 0-10-16,0 0-4 0,0 0-8 15,0 0-13-15,0 0-4 0,0 0-11 0,0 0-6 16,0 0-6-16,0 0-8 0,0 0-6 0,0 0-5 0,0 0-2 16,0 0-3-16,0 0 1 0,0 0-2 0,0 0 3 15,0 0-2-15,0 0 2 0,0 0-2 0,0 0 3 16,0 0-3-16,0 0 6 0,0 0-1 0,0 0 4 16,0 0-5-16,0 0 1 0,0 0 1 0,0 0-2 15,0 0 3-15,0 0 0 0,14-7 0 0,-7 2-6 16,2-4 4-16,7-2-3 0,5-6-3 0,1-4-7 15,3-2-4-15,2 0-4 0,3-1 8 0,-6 3-13 16,-1 2-3-16,1 0 2 0,-8 6-3 0,-1-2 9 16,-2 4-3-16,-3 3 6 0,-1 0 1 0,1 0-1 15,-6 2 0-15,2 3-6 0,-2-1 3 0,-4 4 3 16,10-6-3-16,-10 6 5 0,6-5 8 0,-6 5 5 16,6-3-8-16,-6 3 0 0,0 0-1 0,5-7 2 15,-5 7-1-15,0 0-10 0,0 0 0 0,0 0-5 16,0 0 0-16,5-3 1 0,-5 3-6 0,0 0-6 15,0 0 1-15,0 0-23 0,0 0-16 16,0 0-30-16,0 0-28 0,0 0-39 0,0 0-59 0,0 0-56 16,0 0-57-16,0 0-278 0,0 0-615 0,0 0 272 15</inkml:trace>
  <inkml:trace contextRef="#ctx0" brushRef="#br0" timeOffset="104578.83">15496 5518 62 0,'0'0'112'0,"0"0"-8"0,0 0-18 16,0 0-8-16,0 0-12 0,0 0-23 0,0 0-21 16,0 0-17-16,8 3-20 0,-8-3-29 0,5 4-43 15,-5-4-93-15,8 6 41 0</inkml:trace>
  <inkml:trace contextRef="#ctx0" brushRef="#br0" timeOffset="105095.14">17478 5646 5 0,'0'0'73'0,"0"0"-19"15,0 0-15-15,3 7-19 0,-3-7-2 0,0 0-17 0,9 6-36 16,-5-4-39-16,-4-2 18 0</inkml:trace>
  <inkml:trace contextRef="#ctx0" brushRef="#br0" timeOffset="106507.09">5757 10685 48 0,'0'0'163'0,"0"0"-8"0,0 0-18 16,-3-7-24-16,3 7 1 0,0 0-17 0,0 0-13 15,0 0-7-15,0 23-8 0,0-10-4 0,2 0-8 16,-2 4-3-16,1 0-8 0,-1-5 1 0,0-2-15 15,1 1-2-15,-2-2 0 0,2-1-10 0,-1-8 3 16,0 10 1-16,0-10 3 0,0 9 4 0,0-9 8 16,0 0 6-16,1 7 4 0,-1-7 8 0,0 0 6 15,0 0 11-15,0 0 5 0,0 0 4 0,0 0-4 16,0 0-10-16,0 0-9 0,0 0-6 0,0 0-3 16,3-27-9-16,-2 13-1 0,-1-4-8 0,2-2 0 15,0 1-11-15,0-6 10 0,0-2-11 0,2 4-3 16,-2 2 0-16,2 2-2 0,1-5-3 0,0 5 0 15,-1 3-4-15,0 2-1 0,-1 2 0 0,-1 1 1 16,2 2-5-16,-3 4-3 0,-1 5 1 0,3-9-2 16,-3 9-3-16,2-8 3 0,-2 8-2 0,0 0 2 15,0 0-5-15,18 10 2 0,-10-3-2 0,0 2 2 16,-1 1-1-16,4 4 3 0,-1 3 1 0,0-3 2 16,0 3-3-16,0-2-2 0,-1 1 2 0,-2-6-1 15,0 3 1-15,0-2 0 0,-2-2 1 0,0 1 0 0,0-2 2 16,0 4 1-16,0-7-3 0,-1 6-6 15,-1 0-33-15,-1-1-40 0,0 1-47 0,-1 5-42 16,-4-2-52-16,-3 3-117 0,-2-1-366 0,-2 0 162 0</inkml:trace>
  <inkml:trace contextRef="#ctx0" brushRef="#br0" timeOffset="106672.45">5729 10816 135 0,'2'-9'200'0,"2"-1"-19"0,4 1-19 0,3-4-10 16,2 0-14-16,2-2-13 0,-2 3-17 0,6-6-9 16,-4 5-10-16,1 1-14 0,0-1-33 0,-1 2-42 15,0-1-56-15,0-2-51 0,0 1-118 0,-2 2-242 16,-2-2 108-16</inkml:trace>
  <inkml:trace contextRef="#ctx0" brushRef="#br0" timeOffset="106879.92">5869 10242 23 0,'-7'-5'286'16,"7"5"-24"-16,0 0-28 0,-5-5-23 0,5 5-28 16,0 0-14-16,0 0-20 0,0 0-16 0,-2-8-12 15,2 8-13-15,0 0-8 0,13-7-14 0,-4 3-28 16,9-8-43-16,8-2-42 0,6-2-45 0,2 0-51 15,17-8-51-15,-16 8-117 0,14-7-315 0,-2 2 141 16</inkml:trace>
  <inkml:trace contextRef="#ctx0" brushRef="#br0" timeOffset="107438.74">7908 10396 192 0,'0'0'195'0,"0"0"-8"0,0 0-7 0,0 0-11 0,0 0-14 15,0 0-14-15,0 0-16 0,0 0-5 0,0 0-5 16,0 0-9-16,0 0-9 0,5 21-11 0,-4-15-8 15,0 4-7-15,2-1-10 0,-2 1-2 0,2 0-9 16,-1 0-6-16,0-1 0 0,0 0-9 0,3 0-2 16,-3-3-1-16,1 3-4 0,0-1-17 0,-2 2-26 15,1-3-39-15,-1-1-39 0,-1-6-20 0,2 12-25 16,0-7-18-16,-1 2-25 0,-1-7-97 0,0 0-300 16,-5 12 133-16</inkml:trace>
  <inkml:trace contextRef="#ctx0" brushRef="#br0" timeOffset="107789.47">7906 10375 11 0,'3'-17'138'0,"2"-2"-3"0,0 2-3 16,0 2 2-16,4-1-3 0,-5 6-2 0,3 1-8 15,-2 2-10-15,-1 0-12 0,-1 1-8 0,0 1-12 16,-3 5-10-16,7-8-11 0,-7 8-8 0,7-4 8 16,-7 4-2-16,10 1 0 0,-10-1-3 0,12 10-2 15,-9-4-1-15,3 3 2 0,-3 2-6 0,3 4-2 16,-4-3 2-16,2 3-8 0,-4 0-1 0,1 2-9 15,-1-5 2-15,0 2-1 0,2-3-5 0,-2 0-4 16,0-1-6-16,0-3-8 0,2 1-5 0,-2-8-4 16,3 11-3-16,-1-4-9 0,2-2-6 0,-1 0 4 15,2 0-7-15,-1-1 1 0,2-1 0 0,4 2 5 16,-3-1-7-16,-1 0 5 0,0-1-2 0,2 0 9 16,0 0 1-16,-2 1-2 0,-1 1-3 0,2-3 8 15,-7-2 4-15,11 7-8 0,-6-3 4 0,-1 0 5 0,0-1 2 16,0 1 15-16,-4-4 10 0,2 8 8 15,-2-8 11-15,4 6 1 0,-4-6 1 0,0 0-2 16,-6 14-6-16,2-9-1 0,-1 0-7 0,0 1-2 16,-1-2-14-16,0 5-24 0,0-6-26 0,2 1-36 15,4-4-51-15,-7 7-54 0,4-4-132 0,3-3-334 0,0 0 147 16</inkml:trace>
  <inkml:trace contextRef="#ctx0" brushRef="#br0" timeOffset="108306.08">9617 10142 115 0,'0'0'228'16,"0"0"-1"-16,0 0-10 0,5-3-10 0,-5 3-13 15,0 0-17-15,0 0-9 0,0 0-18 0,0 0-12 16,0 0-19-16,0 0-10 0,5-7-11 0,-5 7-13 15,0 0-17-15,0 0-23 0,0 0-21 0,2-6-23 16,-2 6-30-16,0 0-21 0,0 0-17 0,0 0-3 16,10-3-11-16,-10 3-9 0,10-1-9 0,-10 1-9 15,12 0-18-15,-12 0-15 0,12-2-111 0,-12 2-272 16,10 0 120-16</inkml:trace>
  <inkml:trace contextRef="#ctx0" brushRef="#br0" timeOffset="108572.9">9820 10122 54 0,'0'0'230'0,"0"0"-4"15,0 0-7-15,-27 0-7 0,27 0-10 0,0 0-10 16,-12 4-15-16,12-4-16 0,-11 3-9 16,11-3-9-16,-8 7-16 0,4-3-4 0,0 1-7 15,-1 1-6-15,-1 4 0 0,2 0-6 0,-1 1-9 0,0 4-13 16,1-5-7-16,0 6 2 0,3-6-18 15,0 2-6-15,-2-2-4 0,3 0-5 0,3-1-7 0,-1 0 3 16,-1-1-7-16,5 1-2 0,-3-4 0 16,4 2-2-16,1-1-4 0,-1-2-2 0,3 0-7 0,-1-3-4 15,3 1-11-15,-4 0-17 0,-1-1-29 0,1-1-33 16,-8 0-44-16,17 0-47 0,-11-1-52 16,-6 1-45-16,9-2-160 0,-9 2-461 0,0 0 205 15</inkml:trace>
  <inkml:trace contextRef="#ctx0" brushRef="#br0" timeOffset="109994.16">5742 11907 174 0,'0'0'203'0,"0"0"-17"0,1-9-14 0,-1 9-10 16,0 0-12-16,0 0-14 0,4-6-12 0,-4 6-4 15,0 0 1-15,0 0-12 0,0 0-9 0,0 30 1 16,1-13-5-16,1-2-13 0,-2 2-9 0,2-1-9 16,-4 0 5-16,2-1-6 0,2-3-4 0,-1 3-8 15,-1-5 7-15,0 0-4 0,0-3-5 0,0 0-3 16,0-7-6-16,1 11-6 0,-1-11 4 0,0 8-10 15,0-8 5-15,0 0 0 0,2 10 15 0,-2-10-1 16,0 0 11-16,0 0 6 0,0 0 4 0,0 0 8 16,2 6 9-16,-2-6-13 0,0 0-9 0,0 0-3 15,0 0-8-15,0 0-6 0,0 0-8 0,-5-33 6 16,5 16-17-16,1-1-3 0,-1-2-2 0,0 3-4 16,2-2-1-16,-1 0 6 0,1-2-19 0,0-3-6 15,3-1 0-15,-4 9 10 0,2-1-8 0,-2 7-2 16,3 0-2-16,-4 3 0 0,1 1 12 0,-1 6-16 15,4-11 0-15,-4 11-2 0,0-9 9 0,0 9-10 16,4-4-5-16,-4 4 14 0,0 0-14 0,0 0 4 16,14 11 3-16,-5-2 0 0,2 6 5 0,0-1-1 15,1 1 3-15,0 1-1 0,3 6 3 0,-1-2-1 0,-4-4 1 16,1-2 4-16,-1 1-5 0,-1 1-1 16,0-2 31-16,-3 0-2 0,2 0 0 0,-2-3-7 15,1 0-16-15,-1-1-26 0,-1-2-39 0,-4 2-39 16,2-5-31-16,1 5-42 0,-3-4-42 0,0 1-28 0,1 2-29 15,-2-2-169-15,0-7-477 0,-8 11 210 16</inkml:trace>
  <inkml:trace contextRef="#ctx0" brushRef="#br0" timeOffset="110138.68">5731 12078 118 0,'-5'-3'163'0,"5"3"-18"16,0 0-20-16,0 0-7 0,0 0-7 0,30-9-10 15,-4 1-8-15,5 0-13 0,4-2-30 0,16-6-41 0,4-3-44 16,4-1-59-16,-1-4-70 0,2 2-178 0,-2 0 78 16</inkml:trace>
  <inkml:trace contextRef="#ctx0" brushRef="#br0" timeOffset="110674.36">8062 11608 34 0,'0'0'270'0,"0"0"-12"0,0 0-7 0,-1-11-4 0,1 11-12 15,0 0-13-15,0 0-19 0,0 0-13 0,0 0-27 16,1-8-18-16,-1 8-17 0,0 0-8 0,0 0-24 16,0 0-8-16,0 0-7 0,0 0-5 0,4 24-3 15,-4-12-11-15,2 6-5 0,-2-2-7 0,0 1-1 16,0 1-9-16,0-1 0 0,0 2-5 0,0-2-5 15,1-2 0-15,1 2-1 0,-3-1-4 0,1-4-2 16,0 5-5-16,3-5-2 0,-5-2-12 0,2 0-13 16,-1-3-23-16,0 1-25 0,1-8-41 0,-1 11-36 15,-1-4-33-15,2-7-33 0,0 0-19 0,-1 12-25 16,1-12-128-16,-7 3-402 0,7-3 178 0</inkml:trace>
  <inkml:trace contextRef="#ctx0" brushRef="#br0" timeOffset="111056.93">8015 11681 36 0,'3'-17'143'0,"-1"2"-6"0,2 2 0 0,-1 0-3 16,0 1-3-16,3 2-2 0,-1 1-10 0,0 1-2 15,1 1-17-15,-1 3-9 0,0-1-11 0,2 2-9 0,-1 0-8 16,-6 3-2-16,15 0-3 0,-15 0-5 16,13 2-16-16,-5-1 1 0,1 2-5 0,0 2 2 0,-3-1-2 15,-2 1-2-15,4 2 5 0,-4 1-2 16,-2-2 2-16,1 4-4 0,-2-3-2 0,-1 3 1 0,0-1 0 15,-1 1-6-15,-2-3-5 0,2 0-3 0,-2-1-5 16,3-6-3-16,-5 11-6 0,3-5-8 16,0 0-5-16,2-6-13 0,-1 9 10 0,1-9 5 15,0 0-9-15,3 12-2 0,-3-12-4 0,6 5 4 0,-2-2 0 16,-4-3-1-16,9 6 5 0,-3-3-2 0,-6-3 10 16,9 3-8-16,-3 1 4 0,-6-4 1 0,8 6-2 15,-4-3 1-15,-4-3 7 0,8 5 5 0,-6-2 4 16,-2-3 6-16,7 8 8 0,-6-2 0 0,-1-6 10 15,0 11-5-15,0-11 1 0,-3 10 2 0,-2-1-6 16,2 0 4-16,-5 1-5 0,1 0-2 0,1 0-4 16,-5 3-3-16,0-1-7 0,2-3-15 0,-3-1-17 15,3-1-26-15,-2-1-31 0,0-1-32 0,2-1-30 16,0 0-143-16,-2-1-313 0,3-2 138 0</inkml:trace>
  <inkml:trace contextRef="#ctx0" brushRef="#br0" timeOffset="111625.33">8058 11322 132 0,'-1'-7'170'0,"1"7"-4"0,0 0-11 15,0 0-5-15,-1-7-10 0,1 7-9 0,0 0-10 16,0 0-19-16,0 0-5 0,0 0-12 0,0 0-13 15,0 0-3-15,0 0-7 0,0 0-5 0,-1-8-4 16,1 8-4-16,0 0-8 0,0 0-4 0,0 0 4 16,0 0 5-16,0 0 2 0,0 0-1 0,0 0 2 15,0 0 1-15,0 0-2 0,0 0 8 0,0 0-1 16,0 0 5-16,0 0 3 0,0 0 1 0,0 0 8 16,0 0-2-16,0 0 6 0,0 0-2 0,0 0 1 0,0 0 4 15,0 0-7-15,0 0-3 0,0 0-2 16,0 0 3-16,0 0-10 0,0 0-9 0,0 0-1 15,0 0-7-15,0 0 10 0,0 0-14 0,0 0 1 16,0 0-5-16,0 0 0 0,0 0-9 0,0 0 1 16,0 0-5-16,0 0-1 0,0 0-2 0,0 0-5 0,0 0 6 15,0 0 1-15,0 0 1 0,0 0-8 16,0 0 3-16,0 0 2 0,0 0-5 0,0 0 6 16,0 0-15-16,0 0 15 0,0 0-9 0,0 0-5 0,0 0 2 15,0 0-3-15,0 0-4 0,0 0 6 0,0 0-2 16,0 0-5-16,0 0-1 0,9-4 5 0,-9 4 12 15,0 0-16-15,11-5 2 0,-11 5 2 16,14-2-1-16,-6 0-2 0,2 0 1 0,3-1 0 16,-4-1 5-16,0 1-7 0,4-1 2 0,-3 1-1 0,-1 0 5 15,0 2-6-15,-4-1 10 0,-5 2-12 0,11-4-1 16,-5 2 3-16,-6 2-1 0,10-2 3 0,-10 2-1 16,0 0 4-16,9-3-5 0,-9 3 1 15,0 0-2-15,0 0 3 0,6-2-6 0,-6 2 5 0,0 0-7 16,0 0-17-16,0 0-19 0,0 0-27 0,0 0-40 15,0 0-55-15,0 0-62 0,0 0-68 0,0 0-226 16,0 0-563-16,0 0 249 0</inkml:trace>
  <inkml:trace contextRef="#ctx0" brushRef="#br0" timeOffset="112539.12">9969 11508 17 0,'0'0'226'0,"0"0"7"0,0 0-8 0,5-4-2 0,-5 4-3 16,0 0-1-16,0 0-9 0,0 0-4 0,0 0-7 16,0 0-8-16,-5-16-7 0,5 16-9 0,0 0 2 15,0 0-8-15,0 0-5 0,-4-7-15 0,4 7-2 16,0 0-21-16,0 0 1 0,0 0-23 0,-8-3-2 16,8 3-10-16,0 0-7 0,0 0-7 0,0 0-10 15,0 0-11-15,0 0-5 0,-15 8-3 0,11-4-8 16,1 1 0-16,-2 0-8 0,0 3-2 0,-1 3-8 15,0 1 2-15,1 3-5 0,-3 1 8 0,3 1 0 16,-1 1 4-16,1 0-3 0,-1 0-3 0,4 2-12 16,-1-5-16-16,2 0 2 0,-3 2 5 0,3-3 1 15,1-1-5-15,0-5-2 0,1 2-5 0,-1-1 13 16,4-1-8-16,-1-1-7 0,-1-1 7 0,2 0 7 16,0-2-2-16,0 0 2 0,1 0 3 0,-5-4-1 0,14 2-1 15,-4-2 1-15,0-1-11 0,0-2 4 0,-1 1-4 16,2-1-6-16,-1-2-5 0,-1 1-2 15,-1-2-4-15,-1 4-13 0,3-3-15 0,-4 1-6 16,0 1-22-16,0-1-22 0,-6 4-30 0,8-7-33 0,-4 2-48 16,-2 0-45-16,-2 5-34 0,7-10-33 0,-7 2-173 15,0 8-534-15,0-11 237 0</inkml:trace>
  <inkml:trace contextRef="#ctx0" brushRef="#br0" timeOffset="113275.62">9905 11200 59 0,'0'0'209'0,"0"0"-3"0,0 0-4 0,0 0-6 16,0 0-12-16,-15 4-7 0,15-4-11 0,0 0-12 15,0 0-7-15,-8 3-12 0,8-3-7 0,0 0-6 16,0 0-7-16,0 0-6 0,0 0-3 0,0 0-2 15,0 0 0-15,0 0-10 0,-9 0-6 0,9 0-10 16,0 0-7-16,0 0-6 0,0 0-2 0,0 0 0 16,0 0 1-16,20-10-9 0,-13 8-4 0,6-3-5 15,-4 0-2-15,4-2-6 0,-2 0-7 0,5 1 11 16,-5 1-11-16,-1 0 0 0,-2 2 2 0,2 0-6 16,-2 0-3-16,-3 0-1 0,-5 3-3 0,9-4 2 15,-4 0-6-15,-5 4-3 0,6-3 3 0,-6 3-8 16,7-4 1-16,-7 4-2 0,0 0 1 0,6-4-3 15,-6 4 4-15,0 0-12 0,0 0-15 0,0 0-26 16,0 0-27-16,0 0-35 0,0 0-38 0,0 0-48 16,13 6-47-16,-13-6-49 0,0 0-165 0,-8 20-489 15,1-11 216-15</inkml:trace>
  <inkml:trace contextRef="#ctx0" brushRef="#br0" timeOffset="115505.9">5820 12975 112 0,'0'0'158'0,"-4"-7"-10"0,4 7-18 16,0 0-15-16,0 0-6 0,0 0-2 0,0 0 2 16,0 0-9-16,0 0-3 0,0 30-5 15,0-20-7-15,-4 6-4 0,4 0-7 0,0 1-12 0,0-6-3 16,-2 3-8-16,2-2-3 0,-2-1-2 0,2 2-8 15,-4-3 2-15,3 1-3 0,0-1-6 0,1-10-1 16,0 12-4-16,0-12-1 0,0 10-3 16,-2-5-1-16,2-5 6 0,0 0 1 0,-1 9 8 0,1-9 5 15,0 0 4-15,0 0 10 0,0 0 2 0,0 0 7 16,0 9 2-16,0-9 22 0,0 0-1 0,0 0 1 16,0 0 1-16,0 0-2 0,0 0-8 0,0 0-3 15,0 0-12-15,0 0-10 0,0 0-3 0,-4-30-9 16,2 19-3-16,3-5-3 0,-2 0-5 0,2-1-6 15,-4-1-12-15,7-1-4 0,-1-5-4 0,-2-1-2 16,2 0-1-16,2 0 4 0,-2 0-2 0,0 8-3 16,1-4 2-16,0 3 0 0,0 2 0 0,0 0-3 15,-1 5 2-15,0 0 1 0,1 3 0 0,-2 1 2 16,-1 0-8-16,-1 7 1 0,2-7-3 0,-2 7-1 16,4-6-2-16,-4 6-1 0,0 0-2 0,5-4 2 15,-5 4-2-15,0 0 10 0,11 9 8 0,-3-1 3 16,0 3 1-16,2 4 6 0,3 9 3 0,-2-2-1 15,2 2 6-15,-2-1 6 0,0-1-6 0,0 2 0 16,-2-5 3-16,3 4-3 0,-1 0-5 0,-2-6 3 16,-3 0 1-16,2-2-2 0,0-1 2 0,-2 0-4 15,-1-2-6-15,0-2 1 0,1 1 1 0,-3-1-3 16,0-3-1-16,3 0-3 0,-3-1 0 0,-1 0-1 16,-2-6 0-16,5 7 0 0,-2-3-3 0,-3-4 4 15,3 6-2-15,-3-6 1 0,0 0-8 0,2 7-7 16,-2-7-17-16,0 0-15 0,0 0-20 0,0 0-23 15,0 0-26-15,0 0-35 0,0 0-44 0,0 0-57 16,0 0-38-16,0 0-177 0,-22-10-497 0,14 6 221 16</inkml:trace>
  <inkml:trace contextRef="#ctx0" brushRef="#br0" timeOffset="115688.61">5892 13065 35 0,'0'0'189'0,"0"0"-16"0,-3-5-7 16,3 5-6-16,0 0-5 0,0 0-6 0,0 0-14 15,0 0-14-15,0 0-10 0,0 0-5 0,-2-9-10 16,2 9-7-16,0 0-11 0,21-7-8 0,-11 4-2 16,4-4-6-16,1-2-9 0,3 1-6 0,-1 0-10 15,2 2-24-15,-1-3-29 0,0 2-37 0,1 1-40 16,-1-3-37-16,7-1-49 0,-6 1-95 0,6-3-296 16,-6 4 130-16</inkml:trace>
  <inkml:trace contextRef="#ctx0" brushRef="#br0" timeOffset="116489.48">8039 12853 99 0,'0'0'276'15,"-5"-9"-5"-15,5 9-8 0,-5-4-4 0,5 4-13 16,-4-6-22-16,4 6-15 0,0 0-23 0,0 0-20 0,0 0-21 15,0 0-14-15,0 0-17 0,0 0-13 0,0 0-11 16,0 0-7-16,0 0-4 0,0 0-13 0,2 27-1 16,1-16-7-16,1 6-4 0,-1-2-4 15,1-3-7-15,-2 0-4 0,2-1-3 0,-1 0-4 0,3 5-2 16,-5-5-4-16,2 1 4 0,1 4-6 0,-2 0-4 16,0-6 0-16,-2 2-1 0,1-2-18 0,0-1-20 15,0-2-21-15,1 1-33 0,-2-8-25 0,0 10-30 16,-2-1-34-16,2-9-31 0,-1 11-30 15,1-11-33-15,-5 8-139 0,1-5-425 0,4-3 188 0</inkml:trace>
  <inkml:trace contextRef="#ctx0" brushRef="#br0" timeOffset="116873.78">8039 12805 85 0,'7'-7'153'0,"3"-1"-3"16,-4 0-5-16,2 2-14 0,-3 1-8 0,2 0-8 15,-1 2-8-15,-6 3 0 0,11-3-4 0,-4 2-8 16,-7 1 4-16,11-1 1 0,-11 1-6 0,9 2-4 16,-9-2 3-16,8 7-3 0,-5-2-2 0,-2 2-4 15,-1 1-8-15,0 3-7 0,-1-1-6 0,-3 2-7 16,0 0-7-16,-1-1-4 0,2 0-6 0,1-1-4 16,-1 1-5-16,-1-3-12 0,3 0-11 0,-1-2-9 15,2 4-7-15,0-10-2 0,1 11-3 0,3-5-1 16,-1 0 1-16,1-1-1 0,1-1 2 0,2 0 1 15,0 0 0-15,2-1 5 0,2 4-4 0,-5-4 3 16,3 1-1-16,-2 0-2 0,1-3 7 0,-1 5-4 16,-1-4 3-16,2 3-1 0,-2-1 4 0,-2-2 12 15,1 3 5-15,1 2 9 0,-2-4 1 0,-4-3 8 16,7 8 6-16,-5-4 10 0,-2-4-2 0,-1 11-3 16,1-11-3-16,-5 17-4 0,-2-10-2 0,2 2-5 15,-2 0-1-15,-1 2-6 0,0-1-21 0,2-3-21 16,-3 0-37-16,-1-1-39 0,-2 2-47 0,2-5-56 15,0 2-190-15,-4-2-419 0,3-1 185 0</inkml:trace>
  <inkml:trace contextRef="#ctx0" brushRef="#br0" timeOffset="117057.11">7919 12758 2498 0,'-5'-12'196'16,"1"3"-73"-16,0 3-63 0,2 0-35 0,2 6 1 15,-4-10-21-15,4 10 0 0,-4-7-3 0,4 7 1 16,5-10 4-16,-1 3-9 0,5-1 7 0,5-3-5 16,3-1 0-16,6-3 0 0,4 0 1 0,0 1-16 15,3-2-21-15,-2 5-38 0,2-3-50 0,-1 3-43 16,-2 2-50-16,0 3-171 0,-8 0-418 0,0 2 185 16</inkml:trace>
  <inkml:trace contextRef="#ctx0" brushRef="#br0" timeOffset="117690.51">9608 12688 64 0,'6'-5'101'16,"-1"1"-16"-16,-5 4-17 0,8-4-46 0,-8 4-35 16,7-6-42-16,-7 6-59 0,9-3 26 0</inkml:trace>
  <inkml:trace contextRef="#ctx0" brushRef="#br0" timeOffset="118056.61">9898 12687 156 0,'-9'-12'305'0,"9"12"-9"15,0 0-3-15,-12 0-6 0,12 0 0 0,-12 2-22 16,12-2-8-16,-13 5-10 0,4-1-14 0,-3-1-18 16,2 3-24-16,0 3-11 0,1 1-3 0,-1 3-10 0,-2 3-25 15,-1-3-11-15,4 3-10 0,0-1-11 16,3 2-15-16,2-3-6 0,2 5-12 0,3-3-8 16,-1-1-2-16,1-3 3 0,3-1-7 0,2 1-8 0,1 2-2 15,0-4-7-15,4-4-1 0,1 1-5 0,0-4-1 16,6 1-5-16,-7-2-6 0,8-1-3 15,-4-1 1-15,0-1-1 0,-4-2-5 0,1 0-7 16,3-1-12-16,-3-2-7 0,-2 1-22 0,0-1-43 0,1 0-35 16,-1-1-32-16,-4 3-39 0,-2-2-40 15,1 2-51-15,-1-1-53 0,-4 5-46 0,0-11-191 16,0 11-603-16,0 0 268 0</inkml:trace>
  <inkml:trace contextRef="#ctx0" brushRef="#br0" timeOffset="121122.24">5874 14251 208 0,'0'0'236'0,"0"0"-8"0,0 0-10 16,-2-7-13-16,2 7-14 0,0 0-14 0,0 0-21 15,0 0-14-15,0 0-13 0,0 0-15 0,0 0-14 16,0 0-7-16,0 0-7 0,0 0-6 0,0 0 6 16,-3 25-19-16,0-8 8 0,1-1-20 15,0 2-5-15,-1 1-2 0,-1-1-5 0,4-2-6 16,-2 2-2-16,-1-4-8 0,2-2 0 0,0-1-4 15,1-3 0-15,1 0-4 0,-2 0 0 0,1-8-6 0,0 13 2 16,0-13 0-16,-2 6 0 0,2-6-1 16,0 0 1-16,-1 8-2 0,1-8 9 0,0 0-11 0,0 0 4 15,0 0 8-15,-1 10 6 0,1-10-5 16,0 0-2-16,0 0 6 0,0 0-3 0,0 0-10 16,-5-30-4-16,3 18-3 0,0-3 1 0,-1-2 3 15,3 0 6-15,0 1-13 0,-1 0 2 0,1-1 2 16,0 0-1-16,1 5 0 0,4-5-5 0,-3 6-2 15,0 1 0-15,-1 0 3 0,1 0 7 0,2 5-14 16,-3-2 1-16,-1 7-3 0,9-9 1 0,-4 5-4 16,4 2 2-16,-3 1 1 0,-6 1-3 0,18 1 3 15,-4 1 0-15,-1 4 1 0,2 2 0 0,1 1 6 16,0 3 2-16,0 0 2 0,-2 0 2 0,0 1-3 0,0-1 0 16,0 4-1-16,-1-2 3 0,-3 1-3 15,0 1 2-15,-1-3-1 0,-1 3-14 0,-2-1-9 16,-2-5-21-16,1 1-34 0,-2 0-33 0,-2-2-34 15,-2 1-45-15,-1-1-30 0,0 2-35 0,-2 0-148 16,-2-4-432-16,-1 2 192 0</inkml:trace>
  <inkml:trace contextRef="#ctx0" brushRef="#br0" timeOffset="121289.43">5922 14441 166 0,'0'0'157'15,"0"0"-14"-15,0 0-3 0,0 0-16 0,11-13-12 0,-1 7-7 16,8-1-14-16,-1 0-9 0,10-3-4 16,-2 0-26-16,7-2-33 0,3-2-36 0,1-3-57 15,12-2-123-15,-15 2-212 0,14-4 94 0</inkml:trace>
  <inkml:trace contextRef="#ctx0" brushRef="#br0" timeOffset="121789.47">8128 14075 149 0,'-6'-6'228'15,"6"6"-8"-15,0 0-14 0,-6-3-13 16,6 3-18-16,0 0-20 0,0 0-13 0,0 0-16 16,0 0 6-16,0 0-3 0,-10 15-11 0,11-6-8 15,-3 0-11-15,2 1-11 0,1 2-7 0,0 0-14 0,1 0-3 16,-1 1-8-16,-1 4-4 0,4 0-2 0,-1-2-7 15,-3-1-4-15,3-3-1 0,-1 2-8 16,0-3 1-16,0 2-9 0,1 0-17 0,-1-3-21 16,-2-3-25-16,2 1-28 0,-2-7-31 0,2 11-41 15,1-6-32-15,-3-5-21 0,1 8-159 0,-1-8-381 16,0 0 168-16</inkml:trace>
  <inkml:trace contextRef="#ctx0" brushRef="#br0" timeOffset="122173.14">8093 14053 4 0,'5'-12'152'0,"2"4"-1"0,7-3-3 0,-5 4-2 0,-2-1-17 15,1 3-6-15,2-1-11 0,-2 2-5 16,-2 2-6-16,2 1-1 0,-8 1-4 0,15-3-6 16,-7 3-1-16,0 0-2 0,-8 0-7 0,16 6 4 15,-8 1 0-15,-4 1 0 0,2 3-2 0,-2-2-12 16,-4 4-3-16,-1 3-7 0,-3 0-3 0,-3 1-10 15,4-2-2-15,-1 1-4 0,0-2-6 0,0-3-6 16,1-2-17-16,1 1-11 0,1-2-10 0,-2-1-15 16,3-7-3-16,0 14-5 0,0-14-5 0,4 12 0 15,0-6 4-15,0-1 0 0,1 1-4 0,4-1 9 16,1 0-3-16,-1 0 7 0,1 2 4 0,3-3 3 16,-2 1 2-16,-2-1-1 0,4 0 1 0,0 1 0 15,-3-2 3-15,-2 0 4 0,-2 1-3 0,-1-1 3 16,0 0 11-16,3 1 11 0,-3 1 14 0,-5-5 11 15,1 10 8-15,-1-10-2 0,-1 12-2 0,-2-4-4 16,-3 2 0-16,1-1-4 0,-1 1-3 0,-2 0-5 16,-3 0-7-16,3 0-19 0,-1-2-33 0,-1-1-24 15,-2 2-53-15,5-2-41 0,-3-1-50 0,2 2-116 16,0-5-340-16,8-3 151 0</inkml:trace>
  <inkml:trace contextRef="#ctx0" brushRef="#br0" timeOffset="122722.45">8825 14076 2 0,'0'0'239'15,"0"0"-5"-15,0 0-6 0,0 0-5 0,0 0-18 16,0 0-17-16,0 0-7 0,-12-4-9 0,12 4-11 16,0 0-11-16,-16 9-10 0,11-4-4 0,-2 3-13 15,-1-1-11-15,0 4-7 0,-1 0-2 0,0 3-11 16,0 2 1-16,3 1-7 0,-2 1 0 15,2 1-9-15,1 0-6 0,2 0-9 0,-1-3-5 0,4 2-3 16,-1-1-6-16,2-1-2 0,-2-3-6 0,4-2-1 16,2 0-3-16,0 1 2 0,-1-2-2 0,2 1-1 15,0-2 3-15,1-3-6 0,-2 3 8 0,4-4-6 16,-1-1-4-16,1-1 10 0,0-2-18 0,-2 1-6 16,3 0-15-16,1-4-17 0,-4 0-19 0,5 0-30 15,-3-2-37-15,0-3-53 0,1-2-56 0,-2 0-59 16,2-4-247-16,-5-3-558 0,4 0 247 0</inkml:trace>
  <inkml:trace contextRef="#ctx0" brushRef="#br0" timeOffset="123007.02">8726 13962 135 0,'0'0'284'0,"0"0"-28"0,-9-3-28 15,9 3-17-15,0 0-18 0,0 0-15 0,0 0-10 16,0 0-11-16,0 0-8 0,0 0-5 0,0 0-6 16,21-7-11-16,-9 3-1 0,6-3-5 0,-1 0-9 15,-1 3-6-15,0-3 2 0,-1 3-5 0,-4-1-1 16,1 2-5-16,-3-3-8 0,-3 5-7 0,1-2 14 16,-2 0-21-16,-5 3-2 0,8-4-12 0,-8 4 2 15,0 0-16-15,11-3 5 0,-11 3-9 0,0 0-4 16,6-2-7-16,-6 2-4 0,0 0-3 15,0 0-20-15,0 0-29 0,0 0-44 0,0 0-65 0,0 0-80 16,5-7-88-16,-5 7-252 0,0 0-598 0,0 0 265 16</inkml:trace>
  <inkml:trace contextRef="#ctx0" brushRef="#br0" timeOffset="125472.13">5953 15618 163 0,'0'0'198'0,"-6"-5"-5"16,6 5-8-16,0 0-18 0,0 0-16 15,0 0-16-15,0 0-10 0,0 0 8 0,0 0-12 0,0 0-10 16,0 0-8-16,0 0-5 0,-1 28-8 16,2-15-8-16,-1 1-8 0,2-1-9 0,0 3-4 15,-2 0-5-15,0-4-6 0,0 0-4 0,0-1-7 16,0-1-2-16,0-1-2 0,0-3-2 0,0-6-7 0,0 13 9 15,0-13 8-15,0 6 0 0,0-6 9 16,0 0 9-16,0 0 9 0,-1 10 1 0,1-10-1 16,0 0 2-16,0 0-2 0,0 0-1 0,0 0-5 15,0 0-10-15,0 0-3 0,0 0-12 0,-10-32-2 16,8 16-4-16,2-3-2 0,-2-7-4 0,-2 3 2 16,-1-2-16-16,1-4 6 0,2 4-9 0,0-5-1 15,1 6-3-15,2-2-1 0,-1 11 3 0,2 2-1 16,-2 3-7-16,1 1 2 0,1 1-2 0,-2 8-2 15,3-9-2-15,-3 9-20 0,4-8 17 0,-4 8 4 16,0 0-2-16,0 0 1 0,22 13 7 0,-7-1 1 16,-5 2-1-16,3 0 2 0,0 2-1 0,2 4-2 15,-4-4-2-15,2 6 5 0,0-7-1 0,-3 1-2 16,0 1-10-16,1-2-12 0,-2-1-15 0,-2 0-32 16,0-2-42-16,0-2-38 0,-2 1-39 0,1 0-46 15,-1 0-43-15,-4-1-156 0,0 2-466 0,-1-2 207 16</inkml:trace>
  <inkml:trace contextRef="#ctx0" brushRef="#br0" timeOffset="125622.63">5986 15777 138 0,'0'0'211'0,"0"0"-23"0,0 0-18 15,15-13-16-15,-3 8-11 0,4-2-16 0,10-2-14 16,2-4-14-16,0 3-37 0,4-2-58 0,16-8-65 15,-14 7-64-15,-1 1-80 0,14-4-220 0,-12 3 98 16</inkml:trace>
  <inkml:trace contextRef="#ctx0" brushRef="#br0" timeOffset="126438.99">7761 15439 22 0,'-1'8'228'0,"1"-8"0"16,1 12-3-16,0-3-8 0,2 2-13 0,-1-1-16 0,0 3 0 16,1 5 12-16,-1 2-10 0,3-2-7 0,-4 0-16 15,1-1-14-15,2 2-15 0,-2-2-9 0,-1-6-19 16,1 0 4-16,0 1 10 0,-1-5-7 16,0-1 0-16,-1-6 1 0,2 10 3 0,-2-10 2 15,0 7-4-15,0-7-7 0,0 0-6 0,0 0-4 16,0 0-9-16,0 0-6 0,0 0-8 0,0 0-10 0,0 0-9 15,-6-30-9-15,4 14 5 0,1-4-10 0,1 1-12 16,-2-1 0-16,5-6-7 0,-2 0-14 0,-1 6 17 16,3-6-5-16,1 6-2 0,1 3-3 0,-3-1 0 15,3 3-6-15,-1 4-3 0,-1 3-1 16,1-2-2-16,-2 5 4 0,2-1-3 0,0 1-6 16,-4 5-5-16,6-7 4 0,-6 7-2 0,10 0-1 0,-10 0 7 15,12 5-4-15,-8 2-1 0,2 2-2 0,0 0 1 16,-3 1-1-16,1 2 2 0,-1 3-9 15,-1 1-7-15,-1 0-11 0,-1 0-3 0,2-1-19 16,-2-1-19-16,0 0-18 0,1-3-11 0,0 0-5 16,1 0-26-16,0-3-10 0,1 2-8 0,2-4 0 15,0 1 4-15,1-4 9 0,3 2 10 0,1-2 10 0,1 1 14 16,-2-4 6-16,3 0 10 0,-3 0 8 0,2 0 5 16,-1 2 7-16,-3-2 7 0,-7 0 5 0,12 1 6 15,-6 0 6-15,-6-1 7 0,12 4 13 16,-7-1 12-16,-1 1 12 0,-4-4 10 0,5 10 7 15,-3-5 6-15,-2 1 2 0,2 4 4 0,-4-3 1 16,2-7 2-16,-5 19-4 0,3-10-5 0,-1 3-6 0,-1-2-2 16,-1 0-1-16,0-1 0 0,-1 1-13 15,2 0-19-15,-1-1-23 0,-2-1-41 0,1-1-48 16,1-1-67-16,2-2-236 0,3-4-462 0,0 0 204 16</inkml:trace>
  <inkml:trace contextRef="#ctx0" brushRef="#br0" timeOffset="126822.93">8783 15250 219 0,'-19'-5'271'16,"19"5"-3"-16,0 0-3 0,-22 8-8 0,12-4-10 16,0 2-12-16,-3 2-10 0,-1 0-14 0,1 0-8 15,3 3-13-15,-4 0-16 0,1 5 3 0,2-1-15 16,-1 2 6-16,3-1-3 0,-2 6-16 0,-2 3-11 15,4-8-7-15,4 8-11 0,0-6-15 0,1-2-15 16,4 1 0-16,0 0-14 0,1-5-7 0,1-1-10 16,0-1-1-16,3-2-14 0,1 0-16 0,1-4-7 15,2-1-19-15,4-4-38 0,-1-4-13 0,6-1-38 16,7-8-41-16,-1-4-45 0,-2-3-41 0,-1 0-56 16,2-3-43-16,-2 1-246 0,-3 0-603 0,0 0 267 15</inkml:trace>
  <inkml:trace contextRef="#ctx0" brushRef="#br0" timeOffset="152091.64">15835 8641 80 0,'0'0'98'0,"0"0"-20"15,0 0 0-15,0 0-10 0,0 0-15 0,0 0-2 16,0 0 1-16,0 0-8 0,0 0-9 0,0 0 2 16,0 0-7-16,0 0 2 0,0 0-8 0,0 0-9 0,0 0 4 15,0 0-3-15,0 0 1 0,0 0-3 0,0 0-8 16,0 0 4-16,0 0 0 0,0 0 3 16,0 0-2-16,0 0-4 0,0 0-1 0,0 0-5 15,-23 9 11-15,14-3-7 0,0 1 1 0,-2-1-8 0,0 3-2 16,0-2 2-16,-2-2-11 0,2 2 4 0,-6 0 2 15,5-2-3-15,0 1 4 0,-2-2 4 16,2 1-6-16,-1 0 1 0,2-1 5 0,-1-1 1 16,-2 0-1-16,3 3 0 0,-3-4 1 0,2 1 5 15,2 1-4-15,-2-3-4 0,5-1 5 0,-1 2 12 0,8-2 2 16,-15 1-5-16,7-1 2 0,8 0 8 0,-13 2 5 16,13-2 0-16,-14-1 5 0,14 1 2 0,-11-1 14 15,11 1-7-15,-12-3 10 0,12 3-6 16,-10-1 2-16,10 1 3 0,-9 0 5 0,9 0 4 0,-6-3 2 15,6 3-7-15,-9-2 7 0,9 2-10 0,0 0 5 16,0 0 0-16,-8-3 2 0,8 3-8 16,0 0 6-16,0 0-3 0,0 0-6 0,0 0 3 15,0 0 0-15,-6-4 3 0,6 4-5 0,0 0 4 0,0 0-6 16,0 0 1-16,0 0-3 0,0 0-3 0,0 0-8 16,0 0 1-16,0 0-5 0,0 0-2 0,0 0-2 15,0 0 1-15,0 0-5 0,0 0-3 0,0 0-3 16,0 0-1-16,0 0 1 0,0 0 1 0,0 0-5 15,0 0 1-15,0 0-6 0,0 0 4 0,15-10-2 16,-15 10 1-16,15-1-2 0,-4-2 5 0,0 1-5 16,-1-1 1-16,2 1 0 0,1 0 4 0,-2 0 6 15,8-1-2-15,-6 0 1 0,-1 1-2 0,3-1-2 16,3 1 2-16,-2-1 4 0,2-1-6 0,-1 4-3 16,1-2 0-16,-4 0-4 0,2 1 4 0,1-1-2 15,1 2 2-15,0 0-3 0,1 2-3 0,-2-2 2 16,1 1-1-16,1-2-1 0,0 2 2 0,1 1-1 15,2 0 2-15,0-2-5 0,6 2 5 0,-5-2-3 16,4 1 1-16,-6 0 0 0,10-2 2 0,-4 0 0 16,-1 1-2-16,3 1 1 0,-2-1 3 0,-5 1-4 15,0-2-2-15,5 0 3 0,0 1-2 0,-5 0 1 16,7-2 0-16,-7 2-2 0,5 0 3 0,1 0-2 16,-6 0 0-16,7 0-2 0,1 0 2 0,-4 0 5 15,-4 0-5-15,6 0 0 0,0 0-3 0,2 0 5 0,-1-2 0 16,-1 2-5-16,3 0 2 0,-3 0-1 15,1 0 2-15,1 0-1 0,-1 0 2 0,1 0-3 0,-1 0 2 16,0 2 1-16,1-2 0 0,-3 0-3 16,2 0 3-16,-1 0-3 0,1 0 6 0,0-2-6 0,-1 2 4 15,2 0-3-15,-3 0 2 0,1 0-2 16,2 0 0-16,1 0 1 0,-1 0 0 0,3 2-4 16,-2-4 2-16,1 2 2 0,-1 0 0 0,-1 0-2 15,0 0 1-15,-1 2 1 0,-1-4-3 0,2 4 2 16,-1 0 3-16,-1-1-2 0,2-1 1 0,-2 5-2 0,1-4 0 15,0 0-1-15,1 3 2 0,-2-4-1 0,4 2 9 16,-3-1-10-16,-1-1 1 0,3 0 2 0,-5-1 2 16,2-1-2-16,0 2 6 0,0 0 2 0,0-2 5 15,-1 2-3-15,-4-2-1 0,6 2-2 0,-2-1 5 16,-6 1-2-16,0-1-3 0,2-1 0 0,3 2 1 16,-3-3-6-16,-1 2 4 0,4-1-3 0,-5 2-1 15,2-2-1-15,5-1-2 0,0 1 3 0,-8 2 0 16,9-3 2-16,-9 2-1 0,2 1-1 0,6-4-2 15,-10 3 5-15,5 0-2 0,4 1-3 0,-6 0 6 16,6-3-4-16,-6 1-1 0,7 0 3 0,-6 2-1 16,-1 0-1-16,1 0-1 0,0-2-2 0,-1 0 3 15,-1 1 1-15,0 0-2 0,2-1 3 0,-3 2-2 16,0-1-1-16,0 1 10 0,-1-1-11 0,1-1 1 16,-1 2 0-16,1-3 2 0,1 3 1 0,-1-2 1 15,-1 2 0-15,0-1-1 0,1 1-2 0,0-1 3 16,-1-1-1-16,0 1-3 0,-2 1 7 0,2-1-5 15,-4 1-5-15,5-1 3 0,-6-1-1 0,5 2-1 16,-5 2 1-16,5-4 0 0,0 1 0 0,-4 0 1 16,2-1-2-16,1 1 3 0,2 1-2 0,-2 0 8 0,1 0 1 15,2 0-1-15,-3-1-6 0,2 1 7 16,-2 0-1-16,0 0-8 0,1-2 2 0,3 2 7 16,0-2-7-16,-3 2 2 0,2-2 0 0,0 2-1 15,-2-2-3-15,1 2 5 0,-2 0-2 0,1-1 0 16,-1 0-4-16,-3 2 0 0,-1-2 1 0,3 1 4 15,-4 0-2-15,2 0-1 0,-1 0-4 0,2 0 5 16,-2 0-2-16,3-2 0 0,-2 1 8 0,5 2-9 16,-4-2 3-16,4 0-2 0,-1 2-1 0,-1-2 5 0,-4-1-5 15,1 2-3-15,-1 0 1 0,-1-2 3 0,0 2 0 16,1 0 2-16,1 2 4 0,-1-2-2 0,2 0 2 16,1-2-4-16,2 1-1 0,0 1 4 15,-1 0-2-15,-3 0 2 0,-1-2-2 0,6 2-1 0,-6-1 1 16,-1 0 0-16,6-2-1 0,-5 2 0 15,0 1 2-15,0 0 0 0,1-1-5 0,-3 1 10 16,1 0-3-16,2-2-2 0,-3 2 1 0,3 0-3 16,-1 0-2-16,5 2 4 0,-4-2 3 0,3-2 0 0,-3 2 1 15,0 0-1-15,-3-1-4 0,8 1 1 0,-6 1 6 16,0-2 1-16,6 0-4 0,-6 1 6 0,1 0-4 16,-1-1 0-16,-1-1-2 0,1 2 8 0,1 0 5 15,-1 0 0-15,0-2-2 0,1 2-3 0,-1 0-1 16,1 0 5-16,-3 0 5 0,3-1 0 0,0-2 13 15,-1 3-15-15,3 0 0 0,-2-1-14 0,0-1 15 16,0 1-16-16,-2 1 3 0,1 0 2 0,0 0-2 16,0-3-5-16,-2 3-10 0,1-1 7 0,-1 1 3 15,0 0-3-15,3 0-5 0,-2 0 3 0,1 0 9 16,-1 0-12-16,2 0 5 0,-3-1-3 0,2 1 1 16,0 0-2-16,0 0 4 0,1 0-7 0,0 0 5 15,0-1 5-15,2 2-8 0,-3-1 0 0,1 1 1 16,-1-2-5-16,5 1 6 0,-7 0 3 0,2 0-5 15,1 0-6-15,0 0 8 0,3 0-4 0,3 1 12 16,-2-1-12-16,1 0 8 0,-1 0-6 0,-5 3 0 16,2-3 0-16,2 0-4 0,-2 1 4 0,-2 0-2 15,6 1-1-15,-2-1 4 0,2-1-2 0,-2 3 8 16,1-2-3-16,-2 1-1 0,2 0-4 0,0-1 2 16,-1-1 4-16,-2 2-13 0,2-2 8 0,-3 2 4 15,-2-1-1-15,4-1-4 0,-5 0 1 0,7 0 5 0,-5 0-7 16,0 0 1-16,-1 0-1 0,3 0 0 15,-4 0-1-15,1 0 6 0,-1-1-3 0,2-1 2 16,-7 2-2-16,5 0-4 0,-11 0 2 0,15 3 3 0,-9-3 2 16,-6 0-13-16,12 0 15 0,-12 0-4 15,10-1-5-15,-10 1 6 0,8 1-3 0,-8-1 4 16,0 0-6-16,9 0 1 0,-9 0-17 0,0 0-16 16,0 0-33-16,0 0-33 0,0 0-52 0,0 0-74 0,0 0-100 15,0 0-260-15,0 0-635 0,-48-5 281 0</inkml:trace>
  <inkml:trace contextRef="#ctx0" brushRef="#br0" timeOffset="155272.31">15403 8782 117 0,'0'0'117'0,"0"0"-10"0,0 0-2 15,0 0-5-15,0 0-4 0,3 8-1 0,-3-8 5 0,0 0 0 16,0 0 4-16,0 0 6 0,0 0-11 0,0 0 0 16,0 0-7-16,0 0-6 0,0 0-6 0,0 0-4 15,0 0-4-15,0 0-7 0,0 0-13 0,0 0-1 16,0 0-2-16,0 0-2 0,0 0-9 0,0 0-1 15,0 0-7-15,-6-25 0 0,6 25-3 0,-2-14-4 16,-1 4 5-16,1 0 0 0,0-3-5 0,0 1 6 16,-2 1-4-16,0-5-6 0,1 0-4 0,0-1 8 15,-1 0 1-15,1 2 1 0,0 0-3 0,-1-2-7 16,0-1-1-16,1 0 0 0,0-1-5 0,-1 2 2 16,1-3 0-16,2 1-4 0,-2-6-1 0,2-2 1 15,0 8-1-15,0-1-5 0,1 0 4 0,-3 2-3 16,3-2-1-16,-3 2 2 0,2-2-1 0,-1 0-1 15,0 3 1-15,1-1-1 0,1 1-1 0,-4-2 3 16,2 2-6-16,-1-1 2 0,1 1 0 0,2 0 1 16,0 0 1-16,-2 5 12 0,-2-1-4 0,3 1 2 0,0-4 1 15,-2 4-1-15,1 1-2 0,0-1 4 16,-1-4-3-16,3 5 1 0,-2-2-3 0,2 1-2 16,-2 0-1-16,-2-1 2 0,4 0-4 0,-1 2 5 0,1-1-1 15,-1-4-1-15,-1 0-1 0,0 0-1 0,0 5 3 16,2 0-2-16,-1-2 1 0,1-4-1 0,1 7-1 15,-1-2-2-15,0 1 3 0,-2-1 0 16,2 1-3-16,0-1 5 0,-2-1-5 0,1-3 0 0,0 4 4 16,0 1 0-16,1 0 3 0,0 1 1 0,-2 0-3 15,2 10 0-15,-1-17-1 0,1 11 1 0,0 6-2 16,0-14 3-16,-1 7-5 0,1 7 3 0,-2-12-6 16,2 12 5-16,-2-14-3 0,2 14 4 15,0-11-3-15,0 11-2 0,-2-13-1 0,2 7 6 0,0 6-4 16,-1-11-2-16,1 11 1 0,0-11 1 0,0 11 3 15,-1-13-5-15,2 8-2 0,-1 5 2 0,0-10-3 16,0 10 0-16,-1-10 2 0,1 10 0 0,0 0 5 16,-2-8-4-16,2 8-1 0,0 0 1 0,-3-9-1 15,3 9 2-15,0 0 1 0,0 0-4 0,3-10-1 16,-3 10 2-16,2-7-3 0,-2 7 5 0,0 0-5 16,1-7 3-16,-1 7-1 0,0 0-2 0,0 0 1 15,1-9 1-15,-1 9-3 0,0 0 3 0,0 0-4 16,0 0 2-16,0 0-1 0,0 0 1 0,0 0-4 15,0 0 5-15,0 0 0 0,0 0-5 0,0 0 2 16,0 0 0-16,0 0-2 0,4-7-1 0,-4 7 1 16,0 0 2-16,0 0 2 0,0 0-5 0,0 0 4 15,11-3 1-15,-11 3-2 0,11-4 0 0,1 0 4 16,-1 2-4-16,3-1-2 0,4 0 1 0,3-1 0 16,7 0 1-16,-1 2 0 0,3-3-2 0,1 1-1 15,0 1 1-15,2 1 4 0,3 0-1 0,3 1 0 16,12 0 3-16,-1 0 3 0,-10 1-1 0,12-3-5 15,-12 5 5-15,16-2-3 0,-6-2 6 0,5 1-5 0,-3 1 1 16,-1-1 0-16,2 1 0 0,-15 1-2 0,16-1 6 16,-3 0-4-16,-13 0 3 0,16 1-1 15,-4 1 1-15,3-4-3 0,1 4 3 0,1-5-4 16,1 3 4-16,3-3-4 0,3 2 4 0,0-1-4 16,1 2 4-16,-3 1 0 0,2-1-2 0,2-1 1 0,3 3-1 15,-3 2 3-15,25-3 0 0,-33 4-2 0,6-4 0 16,-2 2 2-16,0 1-3 0,4 2 3 15,-2-3 0-15,29 3-2 0,-26 1 1 0,26-4-2 0,-25-1 3 16,29-1 0-16,-30-2-3 0,0-1 2 0,27-1-6 16,-30 0 3-16,31 1 1 0,-36 0 2 0,4 0 1 15,1-1 0-15,-2 2 0 0,3-2-1 16,-2 1 1-16,1-2-5 0,-1 1 2 0,-4 3 1 0,-3-4-2 16,2 3 0-16,-2 0 4 0,-2-1-5 0,-2 0 4 15,-11 1-4-15,0 0 3 0,1 1 0 0,0 0-4 16,0 0-2-16,0-2 3 0,-4 5-2 0,0-3 0 15,-3 3-3-15,1-2 1 0,-2 1-5 0,3-1 4 16,-5-1 3-16,1 3-2 0,0 1 3 0,1-4-5 16,0 2 6-16,0-1-2 0,-1 0 0 0,0-1-1 15,-1-1 1-15,-1 0 3 0,3-1 1 0,-5-2-2 16,1 1 1-16,-6 2 1 0,8-1-3 0,-3-1 2 16,3-2 0-16,-9 3 1 0,10-4 0 0,-12 3 1 15,3 2-7-15,0-2 4 0,-2-1 1 0,0 2 2 16,2-1-6-16,-1-1 4 0,-2 1-6 0,0 0-8 15,-6 2-21-15,-2 0-21 0,1-2-23 0,-2 2-34 16,-4 0-30-16,-6 1-50 0,13-2-131 0,-13 2-352 16,0 0 157-16</inkml:trace>
  <inkml:trace contextRef="#ctx0" brushRef="#br0" timeOffset="156622.07">20624 7289 23 0,'-10'0'72'16,"2"-3"2"-16,8 3-5 0,-14-3 0 0,6 2-5 16,8 1-5-16,-9-2-2 0,9 2-1 0,-10-2-5 15,10 2-6-15,-9-1 5 0,9 1 15 0,0 0-3 16,0 0 3-16,0 0 0 0,-10 0 9 0,10 0-11 15,0 0-3-15,0 0-5 0,0 0-10 0,0 0 2 16,0 0 6-16,28-1-6 0,-8-1 2 0,10 1-4 16,4-1-8-16,4-1 2 0,17 2 0 0,3-5-9 0,3 5 7 15,2-3-9-15,3 2-1 0,30 0 1 16,-31-3-3-16,29 5-6 0,-4-2-4 0,-24 0-1 16,24 0-1-16,-23 0-4 0,-2 5 4 0,26-7-8 15,-32 1 3-15,2 0 1 0,-1-1-1 0,-1 0-3 16,-4 3 3-16,1-1-2 0,-4 0 0 0,1-4 2 0,-15 3-6 15,13 2 7-15,-14-2-6 0,3 3-2 16,-4 0 2-16,-2-3-2 0,-1 2 1 0,-1-1 1 16,-1 1-2-16,-9-3 5 0,-2 2-5 0,1 1 4 0,-1 1 0 15,-2-3-3-15,-4 1 4 0,-1 2-3 0,-2-1 11 16,2-1 2-16,0 0-3 0,0 2 1 0,-3-1-9 16,0 1 9-16,3-1 0 0,-4 0-5 15,-9 1 3-15,15-2 1 0,-7 2-4 0,-8 0 5 0,11 0 0 16,-11 0 4-16,8-3-8 0,-8 3 7 0,0 0-5 15,0 0 2-15,11 0-1 0,-11 0 1 0,0 0-4 16,0 0-1-16,8 0 0 0,-8 0-3 0,0 0-3 16,0 0 1-16,0 0-5 0,0 0-3 0,5 7 8 15,-5-7-1-15,2 5 4 0,-2-5-2 0,6 13 0 16,-2-7 3-16,-2 1-8 0,1 2 4 0,-1 2-2 16,1-2 1-16,1 1 0 0,-2 0 0 0,2 3-1 15,0 2 1-15,2 2-1 0,-2-5 4 0,0 5 1 16,1-1-2-16,-2 0 1 0,2 0-7 0,-2 4 6 15,0-1 1-15,2 1 2 0,-2 3 0 0,-1-2-3 16,1 3 8-16,-3 1-2 0,0-1-3 0,-1 0 2 16,1 2-1-16,-2-3 1 0,0 2 1 0,-2 1 0 15,0 0-4-15,1-2 0 0,-3 2 2 0,2 1-3 16,2-2 0-16,-3 5-2 0,0-2 2 0,-2-1 0 16,2-1-2-16,0 3-2 0,0-1 4 0,1 1-1 15,0-2-3-15,-2-1-1 0,5 2 3 0,-2-2-1 16,-1 0 0-16,2 0-3 0,-1-6 2 0,-3 3 1 15,4 2 4-15,1-5-9 0,0 0 7 0,0 0-4 16,1-2-2-16,-3 0 3 0,2-2 3 0,-2-3-3 16,3 0 0-16,3-3-5 0,-3 0 3 0,0 0-7 0,0 0 5 15,1-4 0-15,0 0 6 0,-1-6-5 16,2 16 3-16,0-11-5 0,-1 3 2 0,-1-8 2 16,2 11 2-16,-1-5-8 0,-1-6 5 0,0 10 1 15,0-10-1-15,1 9 0 0,-1-9-2 0,2 5 4 0,-2-5 2 16,0 0-3-16,0 0 4 0,-2 9-2 15,2-9 3-15,-2 6-2 0,2-6 5 0,-9 4 3 16,0-1 10-16,0-1-1 0,-3 0 3 0,-2 1-5 0,-2 0-1 16,-5-1 1-16,2 1-1 0,-1 1-3 0,-9-2 0 15,0 1-3-15,-3 2-2 0,-4-2 0 0,-2 1-1 16,0-2-1-16,-15 1 0 0,5 3-2 0,-8 0 0 16,-1-3-2-16,-3 1 0 0,-2-2-1 15,-32 2-4-15,4-1-13 0,-4 1-5 0,-5-1-24 0,-6 3-21 16,-6-2-17-16,0 6-18 0,-3-4-35 0,-1 2-26 15,0 4-53-15,-2 0-125 0,-3-2-364 0,-4-2 162 16</inkml:trace>
  <inkml:trace contextRef="#ctx0" brushRef="#br0" timeOffset="189906.09">18920 2689 237 0,'0'0'240'0,"-5"-8"-16"0,5 8-13 0,-6-9-15 16,0 7-12-16,6 2-12 0,-10-8-3 0,4 1-3 15,-1 4 2-15,1 0-11 0,1-1-9 16,5 4-13-16,-13-7-8 0,7 5-13 0,-1 0-1 16,7 2-11-16,-12-4-10 0,12 4-1 0,-9-3-8 15,9 3-7-15,-8-3-7 0,8 3-4 0,0 0-12 16,0 0-5-16,-6-4-5 0,6 4-5 0,0 0 0 16,0 0-3-16,0 0-3 0,0 0 0 0,0 0-5 15,16-6 1-15,2 2 0 0,9-1-8 0,2-2 1 16,4 4-8-16,-1-5-1 0,3 2-10 0,-2 0-4 15,-3 0-16-15,-2 2-7 0,-8-1-17 0,2 2-21 16,-3 2-21-16,-2-3-38 0,-3 3-21 0,-3-1-43 16,2 0-38-16,-3 1-41 0,-2 0-175 0,-8 1-476 15,0 0 211-15</inkml:trace>
  <inkml:trace contextRef="#ctx0" brushRef="#br0" timeOffset="190157.2">18848 2556 145 0,'0'0'166'0,"-12"1"-11"0,5 1-13 0,7-2-9 0,-10 3-13 15,6 1-2-15,0 5 3 0,-1 0 10 0,0 5-5 16,1 5-3-16,3 6 7 0,1 0-7 16,-1 2-11-16,1 0-13 0,1 1-9 0,0 2-9 0,2-3-5 15,1 4 5-15,-4-2-5 0,0 0-3 16,1-3-10-16,0 2-8 0,-2-3-3 0,2 2-4 15,-1-7-2-15,-1-2-6 0,0 2 2 0,1-4-11 16,0 1-1-16,0-5-8 0,-3-1-30 0,3-1-30 16,0-10-53-16,0 0-55 0,3 22-39 0,-3-16-49 0,0-6-124 15,0 0-389-15,0 0 172 0</inkml:trace>
  <inkml:trace contextRef="#ctx0" brushRef="#br0" timeOffset="190328.28">18795 2946 158 0,'0'0'205'16,"0"0"-21"-16,0 0-16 0,5-10-13 0,-5 10-14 15,13-3-9-15,-3-1-17 0,8 2-7 0,9-2-11 16,5-2-20-16,2 1-21 0,2 3-38 16,4-3-52-16,11-3-62 0,-14 6-152 0,1 0-267 0,2 0 118 15</inkml:trace>
  <inkml:trace contextRef="#ctx0" brushRef="#br0" timeOffset="190688.91">19762 2496 244 0,'0'0'295'0,"-2"-11"-21"0,-1 5-20 0,3 6-20 16,0 0-20-16,-4-10-19 0,4 10-22 0,-9 0-15 16,9 0-23-16,-19 13-6 0,5 1 0 0,-9 9-11 15,3 7-2-15,-10 8-12 0,3 3-9 0,2 1-16 16,6-11-4-16,6 2-5 0,-2-1-6 0,7 0-7 15,2 0-8-15,2-2-2 0,1 1-10 0,4-5 2 16,2 3-3-16,5-2-2 0,-1-2 0 0,6 1-10 16,-1-4 1-16,5-2-18 0,3-2-25 0,1-1-31 15,4-2-49-15,-7-6-56 0,9 4-61 0,-3-4-52 16,-4-1-191-16,-2-3-495 0,2-3 220 0</inkml:trace>
  <inkml:trace contextRef="#ctx0" brushRef="#br0" timeOffset="191143.42">20052 2909 108 0,'0'0'264'0,"0"0"-19"0,4-11-12 16,-4 11-19-16,0 0-12 0,0 0-16 0,0 0-19 16,0 0-13-16,0 0-13 0,0 0-6 0,0 0-14 15,0 0-6-15,0 0-15 0,-11 33-10 0,7-22-9 16,0 0-5-16,-1 1-7 0,1-2-7 0,0-1-6 15,3 1-6-15,1-10-7 0,-4 13-2 0,4-13-4 16,-2 7-3-16,2-7 0 0,0 0-1 0,-6 13 14 16,6-13 14-16,0 0 17 0,0 0 9 0,0 0 6 15,0 0 8-15,0 0 7 0,0 0-22 0,0 0-16 16,0 0-16-16,0 0-9 0,-11-32-9 0,11 16-2 16,1-1-10-16,3-11-10 0,1 3-6 0,2-5 1 15,2-2-4-15,-2 0 1 0,3-1-6 0,1 0-1 16,1 1 2-16,0-2 2 0,0 4 1 0,1-3 3 15,-1 6-5-15,-2 0 7 0,-1 12-6 0,-4 1 1 16,-1 4 1-16,1 2 0 0,-2 2-3 0,-3 6-12 16,4-9 3-16,-4 9-6 0,0 0 0 0,0 0 0 15,0 0 8-15,0 0 6 0,20 23 4 16,-13 2 0-16,0 1 7 0,-2 0-4 0,2 3 10 0,-1-3 3 16,0 2 0-16,2-2-6 0,-4-7-1 15,0 6 7-15,-2-5-11 0,2 0-3 0,0-3 0 16,-1 2 6-16,2-3-5 0,1 0 6 0,-2-3-17 15,-2 2-19-15,1-3-35 0,0-1-34 0,0-2-43 0,-3-9-44 16,7 14-47-16,-7-14-40 0,4 11-38 16,-4-11-191-16,0 0-535 0,2 12 236 0</inkml:trace>
  <inkml:trace contextRef="#ctx0" brushRef="#br0" timeOffset="191305.75">20063 2810 138 0,'-7'-3'222'0,"7"3"-22"0,0 0-17 0,-6-3-20 16,6 3-14-16,0 0-21 0,0 0-6 0,0 0-17 16,0 0-12-16,38-7-21 0,-10 7-37 0,3-2-45 15,0 1-53-15,3-1-55 0,-2 5-119 0,1 0-256 16,-2-2 113-16</inkml:trace>
  <inkml:trace contextRef="#ctx0" brushRef="#br0" timeOffset="191456.96">20620 2871 73 0,'0'0'231'0,"1"8"1"0,-1-8-4 16,0 0-2-16,-4 19-14 0,4-19-15 15,-3 16-11-15,-1-7-13 0,-2 2-18 0,0-2-15 16,0 1-17-16,-2 3-8 0,3-4-14 0,-3 7-27 16,0-6-42-16,0 3-58 0,1 0-84 0,1-4-86 15,-2 1-165-15,3 0-392 0,5-10 174 0</inkml:trace>
  <inkml:trace contextRef="#ctx0" brushRef="#br0" timeOffset="191728.48">20846 2634 112 0,'0'-7'368'16,"0"7"-28"-16,1-13-22 0,-1 13-12 0,0 0-47 15,3-12-25-15,-3 12-29 0,1-4-19 0,-1 4-25 16,0 0-20-16,0 0-10 0,0 0-9 0,0 0-20 16,3 32-3-16,-3-13-7 0,0 5-10 0,0 1-5 15,-2-2-13-15,0 3-3 0,3-2-2 0,-2-3-9 16,1 4-7-16,0-7-4 0,0 7-9 0,-1-9-26 16,1 3-23-16,0-3-35 0,-2-2-37 0,2 3-47 15,0-2-56-15,0-15-45 0,-1 21-32 0,0-14-176 16,1-7-483-16,-3 16 213 0</inkml:trace>
  <inkml:trace contextRef="#ctx0" brushRef="#br0" timeOffset="192095.07">20918 2607 225 0,'2'-9'222'0,"0"4"-8"0,-2 5-19 0,3-10-22 16,-3 10-17-16,5-5-14 0,-5 5-18 0,3-7-14 15,-3 7-11-15,0 0-9 0,10-1-10 0,-10 1-5 16,0 0-13-16,15 8-4 0,-8-3-3 0,1 1-10 16,-2 2 2-16,-1-1-3 0,1 1-2 0,-2 0-6 15,0 1-5-15,-1 1 3 0,-1-1-4 0,-2 0-5 16,0 1-4-16,1 1-4 0,-1-1 0 0,-2 0-17 16,-1 2-1-16,3-12-10 0,-2 19-9 0,0-14-17 15,2-5-4-15,0 15-2 0,0-15-5 0,6 14-2 16,-3-8 4-16,1 3-7 0,-4-9 6 0,9 11 5 15,-2-5 2-15,-2-2 1 0,1 1 2 0,-6-5 12 16,10 10-6-16,-3-5 3 0,-7-5 8 0,7 9 6 16,-3-3 3-16,-4-6 14 0,5 11 10 0,-5-11 7 15,0 12 1-15,0-12 6 0,-3 13 6 16,-3-5-6-16,1-1 0 0,-2 1-3 0,0 0-3 16,1 0-12-16,-1-1-19 0,7-7-30 0,-17 15-34 0,9-9-46 15,0 0-39-15,8-6-110 0,-12 9-289 16,12-9 129-16</inkml:trace>
  <inkml:trace contextRef="#ctx0" brushRef="#br0" timeOffset="192288.57">21322 2840 144 0,'0'0'214'15,"0"0"1"-15,0 0-9 0,8 11-13 0,-8-11-17 16,-1 11-8-16,1-11-15 0,0 0-15 0,-10 23-11 15,6-13-14-15,-1 0-3 0,0-1-19 0,-5 5-6 16,-2-3-15-16,0 3-30 0,0 0-42 0,0 1-57 16,-2-2-62-16,3-1-70 0,-2 0-121 0,4-1-338 15,9-11 150-15</inkml:trace>
  <inkml:trace contextRef="#ctx0" brushRef="#br0" timeOffset="192521.81">21831 2566 236 0,'0'0'289'0,"-4"-7"-18"15,4 7-23-15,0 0-19 0,-17 3-16 16,2 5-7-16,-2 3-18 0,-6 9-7 0,2 3-10 16,-4 2 2-16,2 0-13 0,2 1-14 0,6-2-19 15,-2 1-8-15,6-3-14 0,4 3-9 0,2-6-8 0,3 0-7 16,0-1 3-16,4 0-23 0,4-1-11 0,2-2-19 15,1 0-26-15,6-2-41 0,0-4-53 16,6 0-67-16,6-2-69 0,1-3-284 0,-8-6-552 16,7 1 245-16</inkml:trace>
  <inkml:trace contextRef="#ctx0" brushRef="#br0" timeOffset="192755.31">22102 2453 153 0,'0'0'241'0,"5"-7"-27"0,-5 7-22 0,8 0 4 16,-8 0-8-16,14 16 13 0,-1 6-8 0,-1 5-21 15,0 7 1-15,1 12-7 0,-2-13-17 0,0 13-7 16,-6-14-14-16,0 2-7 0,-4-4-10 0,3 3 0 16,-5-2 4-16,1-2-11 0,-4-1-4 0,0 2-7 15,-5-4-10-15,-5 3-7 0,-1 0-10 0,-4-3-1 16,-6-1-17-16,1-2-32 0,-7-1-39 15,2 0-60-15,-1-4-83 0,2-6-89 0,-1 4-260 16,3-3-559-16,7-6 248 0</inkml:trace>
  <inkml:trace contextRef="#ctx0" brushRef="#br0" timeOffset="192941.53">22823 2765 59 0,'0'0'360'0,"7"-2"-34"0,-7 2-32 16,8-2-25-16,-8 2-26 0,0 0-32 0,9-2-14 0,-9 2-22 15,11 0-19-15,-5-3-44 0,3 0-29 16,2 1-49-16,2 2-65 0,4-5-66 0,-4 5-76 16,6-2-197-16,-8 1-400 0,3 1 176 0</inkml:trace>
  <inkml:trace contextRef="#ctx0" brushRef="#br0" timeOffset="193088.91">22906 2860 236 0,'-2'4'387'16,"2"-4"-44"-16,-7 6-26 0,7-6-15 0,-4 6-21 15,4-6-14-15,0 0-24 0,0 0-28 0,0 0-19 16,0 0-13-16,-6 11-14 0,6-11-22 0,0 0-21 16,0 0-10-16,0 0-39 0,20 5-47 0,-7-4-79 15,4-1-113-15,11-4-151 0,0 0-206 0,1-3-561 16,-4-6 248-16</inkml:trace>
  <inkml:trace contextRef="#ctx0" brushRef="#br0" timeOffset="194678.97">24070 2539 210 0,'0'0'217'0,"0"0"-3"0,0 0 2 0,0 0-8 15,0 0-8-15,0 0-10 0,0 0-12 0,0 0-6 16,0 0-21-16,0 0-8 0,0 0-11 0,0 0-2 15,0 0 0-15,0 0-8 0,0 0-7 0,0 0-11 16,0 0 1-16,0 0-16 0,0 0-4 0,0 0-13 16,-20 12-6-16,3-7-6 0,-2 3-10 0,-6 3-3 15,-5 1-4-15,2-2-5 0,-4 0-3 0,3 0-7 16,1 2 2-16,2-3-7 0,-1 1-2 0,3-1-1 16,5-2-6-16,0 0 5 0,3 0-3 0,0-1-1 15,0 1-1-15,4-4-5 0,3 1 0 0,1-1-1 16,3-1-2-16,-2 1 1 0,7-3 2 15,-10 4-7-15,10-4-1 0,-7 3-4 0,7-3-9 0,0 0 4 16,-4 4-3-16,4-4 4 0,0 0-2 16,10 10 5-16,-1-7-2 0,4 3 0 0,0-3-1 0,4 4 7 15,-4-4-4-15,5 3 3 0,-4-4-5 0,4 4 6 16,-3-1-4-16,-1 0-1 0,-2-1 1 0,4 1 6 16,-5 0-3-16,3-1-2 0,-4 2 1 0,-2-1-2 15,1-2 1-15,-3 2 1 0,-1-2-5 0,-5-3 5 16,9 7-5-16,-6-4 3 0,-3-3-4 15,6 5 3-15,-6-5-3 0,1 6 5 0,-1-6 1 16,0 0 3-16,-6 11 2 0,1-7 8 0,5-4 9 0,-21 8-12 16,7-3 0-16,-4 2 4 0,2-1-3 0,-5 0 5 15,0 0 4-15,4 0-6 0,-3-1 4 0,3-1-7 16,3 3 4-16,4-2-7 0,-2-2 2 0,1 1 0 16,2 2-2-16,1-2 1 0,-2 2-3 0,2-1 1 15,8-5-2-15,-8 10-5 0,5-3 4 16,3-7-1-16,0 13 2 0,0-13 1 0,6 12 1 15,2-2 5-15,1-2-2 0,7 0 1 0,6-1-1 16,6 3 1-16,3-4-4 0,1-2 2 0,1 2 2 16,0-3-11-16,3 0-9 0,-3-3-13 0,-1 0-20 15,0 0-25-15,-1 2-39 0,-1-2-41 0,1 1-54 16,0-2-60-16,-3 3-242 0,-8-2-545 0,8 2 242 16</inkml:trace>
  <inkml:trace contextRef="#ctx0" brushRef="#br0" timeOffset="195772.97">24348 2927 31 0,'0'0'208'0,"0"0"1"0,0 0-8 0,0 0-4 15,0 0-6-15,0 0-12 0,0 0-2 0,0 0-22 16,0 0-11-16,0 0-20 0,0 0-12 0,0 0-14 16,0 0-10-16,0 0-13 0,0 0-4 0,0 0-3 15,0 0 2-15,0 0-1 0,3 26-8 0,-4-15-10 16,-3-1 2-16,-1-3-5 0,3 3-3 0,1-3-7 16,-1 1-1-16,-2-3-6 0,4-5-3 0,-2 12-1 15,2-12-4-15,-1 7 2 0,1-7-3 0,-3 7 1 16,3-7 3-16,0 0 23 0,0 0 9 0,-3 6 15 15,3-6 18-15,0 0 7 0,0 0 9 0,0 0-14 16,0 0-21-16,0 0-8 0,-5-19-9 16,5 6-12-16,0 2-1 0,2-1-8 0,1-6-6 0,0 0-3 15,1-1-7-15,2 0 0 0,1 0-4 16,0-5-8-16,0 5 6 0,0 1 1 0,3 1-8 0,-2 3-2 16,-1 3 7-16,-1 0-5 0,1 1-9 0,0 4-19 15,-1 0 21-15,-2 2-4 0,1 0-2 0,-5 4-4 16,12-2 5-16,-12 2-3 0,13 7 1 15,-3 2 1-15,1 5 1 0,-1 1 6 0,-2 1-4 16,-1 2 6-16,3 1 3 0,-6 0-7 0,3 7 3 16,-3-11-2-16,3-1 6 0,-2-1-1 0,-4-1-1 15,4-1-2-15,-4 1-1 0,3-3 0 0,-4-9 6 0,3 11 1 16,-3-11 8-16,1 11-4 0,-1-11 1 0,0 0 3 16,0 0 10-16,0 0 15 0,0 11 11 15,0-11-3-15,0 0-7 0,0 0 10 0,0 0-20 16,0 0-1-16,0 0-18 0,0 0 1 0,0 0 3 15,3-45 4-15,-1 29-13 0,3 0-12 0,3-1 1 16,-2 1-12-16,0 2-7 0,0 3 22 0,0-1-3 16,2 3-3-16,-2-1 0 0,1 2 0 0,-2 1 5 15,1 1-2-15,-1 3 0 0,0 1-3 0,-5 2-2 16,8-4 2-16,-8 4-5 0,9-1 2 0,-9 1 2 16,10 5 6-16,-5-1-2 0,2 1-7 0,-3 1 4 15,1 2 7-15,3 1-4 0,-4 0 0 0,3 4 3 16,-3 1 1-16,0 0-6 0,-3 2 3 0,3-4-23 15,-4 1-17-15,0 1-29 0,0 2-39 0,-3 0-35 16,2-3-39-16,0 1-34 0,2-1-44 0,-1-2-43 16,0-1-158-16,0-10-504 0,4 16 223 0</inkml:trace>
  <inkml:trace contextRef="#ctx0" brushRef="#br0" timeOffset="196072.07">25108 2492 112 0,'-4'-10'332'0,"2"6"-25"16,2 4-19-16,-2-10-22 0,2 10-18 0,-3-7-29 16,3 7-13-16,0 0-22 0,0 0-19 0,-14 12-15 15,8 0-11-15,-6 9-6 0,-2 7-12 0,2 2-10 16,-1 1-10-16,1 3-5 0,1-1-11 15,1 1-6-15,2 0-8 0,1 1-8 0,3-3-1 16,0 1-13-16,4-1 1 0,0-1-8 0,2-1-6 0,1-1-1 16,1-3-2-16,4 1-4 0,2-4-5 0,-2 1-2 15,1-6-19-15,3 0-19 0,2 1-32 0,-1-5-45 16,3 0-46-16,-2 0-72 0,3-4-48 16,-1-1-258-16,-5-2-558 0,2-3 247 0</inkml:trace>
  <inkml:trace contextRef="#ctx0" brushRef="#br0" timeOffset="196442.44">25332 2768 54 0,'2'-5'322'0,"-2"5"-41"0,4-7-11 0,-3 2-15 15,-1 5-18-15,3-7-21 0,-3 7-15 0,0 0-20 16,5-6-21-16,-5 6-26 0,7-1-4 0,-7 1-12 15,10 0-14-15,-10 0-9 0,13 5-11 0,-3-1-11 16,2-1-4-16,-6-1-7 0,-1 2-8 0,0 2-9 16,0-1-16-16,1 0-8 0,-4 2 6 0,0 0-9 15,-4 3-10-15,2-10-11 0,0 12-15 0,-2-3-17 16,2-1-15-16,-5 2-7 0,3-3-9 0,-2-1-8 16,4-6-15-16,-5 15-4 0,5-8 2 0,0-7 17 15,2 13 1-15,-2-13 8 0,7 13 5 0,-2-4 7 16,-1-2 4-16,-2-1 3 0,-2-6 4 0,9 12 10 15,-2-7 2-15,-3 2 7 0,1-2 6 0,-3 1 14 16,1-1 1-16,-3-5 17 0,2 12 5 0,-2-12 10 16,-5 15-1-16,0-7 7 0,-5 1-9 0,-2 3-2 15,1-6 1-15,-1 2-10 0,2-3-19 0,-2 1-26 16,1-1-41-16,-3-1-61 0,1 1-68 16,-5 2-118-16,9-4-341 0,-2 0 152 0</inkml:trace>
  <inkml:trace contextRef="#ctx0" brushRef="#br0" timeOffset="196622.64">25677 2920 216 0,'0'0'280'16,"0"0"-29"-16,11 0-13 0,-11 0-16 0,7-1-11 16,-7 1-17-16,0 0-10 0,7 8-9 15,-7-8-14-15,0 9-10 0,0-9-21 0,-3 10-15 16,3-10-21-16,0 13 1 0,0-13-22 0,-2 13-45 15,0-4-63-15,-1 1-76 0,2 0-86 0,-2 0-216 16,1-1-447-16,2-9 198 0</inkml:trace>
  <inkml:trace contextRef="#ctx0" brushRef="#br0" timeOffset="196989">25875 2730 77 0,'-3'-10'252'0,"3"10"-23"0,0-7-21 16,0 7-14-16,0 0-20 0,0 0-13 0,0 0-5 16,0 0-4-16,0 0-15 0,0 0-11 0,11 17-13 15,-3-6-11-15,-4-3-7 0,3 5-10 0,1-4-2 16,2 0-7-16,1-1-2 0,-2 0-7 0,7 0-2 16,-5-2-11-16,3-3 0 0,-1 0-4 0,-4-2-4 15,2 1-2-15,-4-2-3 0,-7 0-3 0,15-5-1 16,-5 2-4-16,-3-2-3 0,-1 1 0 0,-2-1 1 15,1-3 7-15,0 1 5 0,-1 2-5 16,-2-6-3-16,3 2 1 0,-3 3 5 0,0 1 9 0,-2 5 5 16,4-8-9-16,-4 8 0 0,3-6-10 0,-3 6-3 15,0 0-7-15,4-5-6 0,-4 5-3 0,0 0 3 16,0 0 14-16,0 0-2 0,5 25-2 0,-5-12 1 16,-2 3 7-16,2 2-14 0,-5 2-2 0,5 3 0 15,-2-3-12-15,-3 5-26 0,3-6-37 0,-2 5-47 16,-1 2-50-16,3-1-69 0,-2-1-65 0,-4 1-236 15,2-9-562-15,-1 0 249 0</inkml:trace>
  <inkml:trace contextRef="#ctx0" brushRef="#br0" timeOffset="197172.73">26221 3023 50 0,'5'-8'296'15,"-1"1"-3"-15,-4 7 1 0,4-10-6 0,-4 10 5 16,0 0-20-16,0 0-11 0,5-11-37 0,-5 11-15 15,0 0-25-15,0 0-11 0,0 0-22 0,0 0-8 16,0 0-16-16,0 0-4 0,0 0-23 0,-23 40-14 16,14-28-42-16,1 1-39 0,0-2-49 0,0-1-49 15,3 4-64-15,-3-4-66 0,3-2-61 0,0 2-190 16,1-4-511-16,4-6 226 0</inkml:trace>
  <inkml:trace contextRef="#ctx0" brushRef="#br0" timeOffset="197438.96">26515 2761 139 0,'2'-6'287'0,"2"0"-14"16,-4 6-15-16,5-7-22 0,-5 7-24 16,4-6-18-16,-4 6-18 0,0 0-26 0,0 0-10 0,0 0-5 15,0 0 2-15,8 11-10 0,-4-3-4 0,0 3-7 16,-1 2-14-16,1 3 1 0,0 0-6 0,1-2-8 15,0 2-10-15,-1-5-9 0,-1 6-4 16,1-7 3-16,-4 2-6 0,2-1-3 0,2 1 5 0,-1-2-13 16,-1 0-10-16,-2-10-6 0,0 19-13 15,0-10-20-15,0 0-21 0,-2-5-29 0,-3 3-35 16,5-7-53-16,-17 13-65 0,1-7-60 0,0-1-237 16,-2-3-539-16,-5 0 239 0</inkml:trace>
  <inkml:trace contextRef="#ctx0" brushRef="#br0" timeOffset="197589.01">26607 2642 14 0,'9'-6'213'0,"1"1"-21"0,3 1-17 16,-2-2-23-16,2 2-12 0,0 4-21 0,4-1-31 16,-4 1-43-16,5 1-67 0,-1 2-76 0,-5 3-72 15,4 1-184-15,-8-2 81 0</inkml:trace>
  <inkml:trace contextRef="#ctx0" brushRef="#br0" timeOffset="197772.05">26827 2917 260 0,'-6'13'269'0,"6"-13"-7"0,-7 13-4 0,3-7-10 0,4-6-25 15,-10 13-17-15,8-8-22 0,2-5-14 0,-4 14-11 16,-1-8-22-16,1 2-10 0,4-8-17 0,-4 16-9 15,0-7-29-15,4-9-38 0,-2 13-58 0,2-13-75 16,2 13-83-16,-2-13-238 0,0 0-454 16,10 13 202-16</inkml:trace>
  <inkml:trace contextRef="#ctx0" brushRef="#br0" timeOffset="198089.11">27212 2642 6 0,'2'-5'252'16,"-2"5"-18"-16,0 0-7 0,0 0-7 0,0 0 1 16,0 0-7-16,-18 23-9 0,5-2-15 0,-6 1-19 15,4 2-15-15,1 4-12 0,1-3-13 0,1 0-15 16,3 0-13-16,5-2-3 0,0-2-4 0,4-2-5 16,2-1-5-16,0 1-3 0,2-2-10 15,3-2-3-15,3-2-4 0,3 1-9 0,0-3-6 16,-1-1-4-16,-4-5-5 0,3 0 0 0,-11-5-3 0,16 3-8 15,-16-3-1-15,19 0 2 0,-19 0-2 0,13-6 2 16,-13 6-1-16,13-10 13 0,-6 1-14 0,-5 0 0 16,0-2-2-16,1 2-4 0,-3 9 0 15,-2-21-4-15,-1 11-4 0,-1 2-12 0,-2-1-14 16,-4 4-13-16,-1 0-5 0,-1 1-32 0,-1 2-41 16,-7 1-49-16,4 1-61 0,-4 1-57 0,3 1-247 15,2 1-558-15,15-3 248 0</inkml:trace>
  <inkml:trace contextRef="#ctx0" brushRef="#br0" timeOffset="198272.42">27442 2878 193 0,'0'0'327'16,"9"1"-30"-16,-9-1-16 0,0 0-8 0,0 0-6 16,10 2-2-16,-10-2-26 0,0 0-10 0,0 0-17 15,0 0-12-15,0 0-24 0,-14 26-11 16,5-16-21-16,2-2-12 0,-4 1-11 0,2 5-18 15,0 0-19-15,0-4-44 0,2 0-51 0,1-3-59 16,-1 2-61-16,7-9-69 0,-7 15-87 0,7-15-222 0,-7 11-550 16,7-11 244-16</inkml:trace>
  <inkml:trace contextRef="#ctx0" brushRef="#br0" timeOffset="198573.49">27645 2581 230 0,'0'0'264'16,"0"-7"-20"-16,0 7-19 0,0 0-13 0,6-6-22 0,-6 6-4 15,12-4-14-15,2 0-14 0,-2 3-7 16,9-5-15-16,-2 4-14 0,-2 0-12 0,-4 2-7 16,1 0-16-16,-3 0-11 0,-3 2-7 0,0-1 4 15,1 4 13-15,-3 0 10 0,-1 3 5 0,4 3 11 16,0 6 16-16,-5-1-6 0,-1 1 6 0,-4 3 4 15,2 3-3-15,-2 3 9 0,1-7-9 0,-1 6-4 16,-2-6-17-16,1-1-6 0,0 0-8 0,0-1-8 16,-1 1-11-16,1-1-7 0,0-2-9 0,-1 2-6 15,-1-5-9-15,3-1-19 0,1-11-35 0,-3 22-56 16,3-13-54-16,-1 1-58 0,1-10-59 0,0 19-55 16,0-19-51-16,-4 13-274 0,4-13-669 0,-11 12 295 15</inkml:trace>
  <inkml:trace contextRef="#ctx0" brushRef="#br0" timeOffset="198706.09">27725 2869 199 0,'-2'-7'282'0,"2"7"-29"0,0 0-19 0,2-10-28 0,0 4-19 16,1 0-26-16,6 0-30 0,2-4-25 0,4 0-32 16,1-3-53-16,10-3-56 0,1 1-65 0,2 1-187 15,-2 0-310-15,-1-3 137 0</inkml:trace>
  <inkml:trace contextRef="#ctx0" brushRef="#br0" timeOffset="198889.74">28238 2436 221 0,'0'0'221'0,"13"2"-1"0,-6 3 1 16,0 3 9-16,4 4 5 0,-2 3-17 0,1 3-13 15,0 10-15-15,-3 1-17 0,-3 5-5 0,1-1-7 16,-4 2-9-16,-2 10-12 0,-4 1-15 0,-2-11-12 15,0-1-12-15,-6 10-16 0,-6-2-32 0,-6 2-51 16,-7-6-60-16,-6 2-73 0,-2-6-79 0,-4 3-263 16,-12-7-512-16,-2-2 227 0</inkml:trace>
  <inkml:trace contextRef="#ctx0" brushRef="#br0" timeOffset="200006.79">18567 3636 114 0,'-20'3'119'0,"1"-1"-16"0,-2 0 11 0,3-1 3 16,6 1 14-16,1-2 10 0,0 0 3 0,11 0-4 15,-13 1-8-15,13-1-14 0,-11 2-12 0,11-2-11 16,-8 1-13-16,8-1-14 0,0 0 2 0,-6 3-10 16,6-3-9-16,0 0-4 0,0 0-2 0,0 0-5 15,21 6 5-15,-1-4 1 0,13 2-2 0,20-1 6 16,10 2 3-16,32-1-11 0,4-3 0 0,6-5-5 15,5 0 4-15,8-3-5 0,9 0 6 0,0-2 0 16,8 0 2-16,12-1 29 0,-1 1-5 0,5-2 0 16,1-2 2-16,0 1 3 0,5 4 3 0,2-2-11 15,-7-2 25-15,2 6-11 0,-3-2 6 0,1 5-1 16,2-2 0-16,-1-1 1 0,-1 4-2 0,5-4 1 16,2 4 7-16,3-1 3 0,7 1-7 0,3-1-2 15,2 1-11-15,6-2-1 0,12 1-3 0,3 2 4 16,7-3-8-16,8 3-4 0,3 0-6 0,5 2-5 15,4 2-13-15,-1-1 13 0,5-2-8 0,-5 1-6 16,2 3-6-16,-5-4 2 0,-2 0-11 0,-5 0 7 16,-4-4-6-16,-7 4-1 0,-2-3-1 0,-8 1 0 15,-5-6-8-15,-10 1 3 0,-5-2 0 0,-7-1-1 16,-14 0-9-16,-6 0 4 0,-14 1 1 0,-16 0 5 16,-3 1-6-16,-15-1 7 0,-32 3-3 15,-8-1 1-15,-1 0-5 0,-18 1 4 0,-4 1 0 0,-3-2-7 16,-11 6-12-16,-5-4-18 0,-1 0-39 0,-3-1-64 15,-5-2-94-15,-4-3-95 0,0 11-95 0,-22-22-268 16,-8 9-734-16,-19-5 325 0</inkml:trace>
  <inkml:trace contextRef="#ctx0" brushRef="#br0" timeOffset="203343.23">20038 3132 73 0,'0'0'102'0,"0"0"-9"16,0 0-6-16,0 0-15 0,0 0-7 0,0 0-6 15,0 0-3-15,0 0-7 0,0 0-5 0,0 0-7 16,0 0 5-16,0 0-11 0,0 0-5 0,0 0-1 16,0 0-2-16,0 0-2 0,0 0 6 0,0 0-6 15,0 0 2-15,0 0-5 0,0 0 2 0,0 0-1 16,0 0 13-16,0 0-24 0,0 0 6 0,0 0-6 16,0 0 9-16,0 0-10 0,0 0 15 0,0 0-6 15,0 0 6-15,0 0 3 0,0 0-1 0,0 0-7 16,0 0 8-16,0 0-3 0,0 0 4 0,0 0 3 15,0 0-2-15,0 0 5 0,0 0-5 0,0 0 0 16,0 0 0-16,0 0-1 0,0 0-6 0,0 0 4 16,0 0 1-16,0 0 0 0,0 0-2 0,0 0 2 15,0 0-8-15,0 0 8 0,0 0 0 0,0 0-1 16,0 0 1-16,0 0 3 0,0 0 4 0,0 0-5 16,0 0 6-16,0 0-1 0,0 0 0 0,0 0-2 15,0 0 3-15,0 0-2 0,0 0 4 0,0 0 4 16,0 0 0-16,0 0 3 0,0 0-2 0,0 0-1 15,0 0-2-15,0 0 2 0,0 0 1 0,0 0 1 16,0 0-2-16,0 0-1 0,0 0-1 16,0 0-5-16,0 0-1 0,0 0-1 0,0 0 0 15,0 0-3-15,0 0 0 0,0 0 1 0,0 0-3 0,0 0 1 16,0 0-1-16,0 0-2 0,0 0 3 0,0 0 1 16,0 0-12-16,0 0 7 0,0 0-3 0,0 0 3 15,0 0-4-15,0 0 3 0,0 0-4 0,0 0-1 16,0 0 0-16,0 0-1 0,0 0-5 0,0 0 0 15,0 0 0-15,0 0 0 0,0 0-2 16,0 0 2-16,0 0-1 0,0 0-2 0,0 0-3 16,0 0 5-16,0 0-4 0,0 0-1 0,0 0 2 0,0 0-4 15,-21 9 1-15,21-9-1 0,0 0 2 0,-9 0 0 16,9 0-3-16,0 0 3 0,-13 1-2 16,13-1 0-16,-8 1-2 0,8-1 4 0,0 0 0 15,-13 2-3-15,13-2 2 0,-7 1 2 0,7-1 0 16,0 0 3-16,0 0-4 0,-12 0 6 0,12 0-1 15,0 0-6-15,0 0 8 0,0 0-1 0,0 0 3 16,0 0-6-16,0 0 1 0,0 0-6 0,0 0 3 0,0 0-7 16,0 0 2-16,0 0 4 0,0 0 6 15,0 0 7-15,0 0 8 0,39 0 7 0,-18-1 0 16,7 2 5-16,3-1-6 0,0-3 1 0,-11 2-5 16,2 1-1-16,6-2-4 0,-8 1-2 0,-5 1 1 15,-1-2-3-15,-2 2-1 0,0 0-2 0,-1-2 0 16,-3 4-3-16,-1-1 3 0,-7-1-4 0,12 0 2 15,-12 0-1-15,10-1-3 0,-10 1 2 0,0 0-1 16,10-3-2-16,-10 3 8 0,0 0 4 0,0 0 6 16,0 0 3-16,0 0-3 0,10 3-3 0,-10-3 7 15,0 0-1-15,0 0 2 0,0 0-8 0,0 0-4 16,0 0-2-16,0 0-2 0,0 0-1 0,0 0-2 16,0 0-11-16,0 0-23 0,0 0-60 0,0 0-59 15,0 0-70-15,2 4-64 0,-2-4-64 0,0 0-177 16,-10 21-558-16,10-21 248 0</inkml:trace>
  <inkml:trace contextRef="#ctx0" brushRef="#br0" timeOffset="203840.6">20923 3247 60 0,'0'0'167'0,"0"0"3"0,0 0 2 16,0 0-3-16,-4 6-1 0,4-6-1 0,0 0-1 15,0 0-5-15,0 0-1 0,0 0-3 0,0 0-5 16,0 0-2-16,0 0-8 0,0 0-4 0,0 0-8 16,0 0-9-16,0 0-7 0,0 0-10 0,0 0-9 15,0 0-10-15,0 0-11 0,0 0-1 16,0 0-7-16,0 0-11 0,13 3 3 0,-13-3 0 0,18-3 0 16,-6 3 0-16,5-3-1 0,-3 1-6 0,4-1-1 15,2 1-5-15,-2 0 2 0,3 0-10 0,-2-1 1 16,-6 1-3-16,4 2-3 0,-5 0-7 0,1-1 4 15,-3-1-2-15,-1 0 2 0,2 2-6 0,-11 0-6 16,13-1-1-16,-13 1 4 0,11-1 0 16,-11 1-6-16,8 0 3 0,-8 0-6 0,0 0 0 15,0 0 3-15,9-2-3 0,-9 2-4 0,0 0 2 0,0 0-5 16,0 0 3-16,0 0 7 0,0 0-11 0,8 2-8 16,-8-2-18-16,0 0-32 0,0 0-49 0,0 0-56 15,0 0-49-15,0 0-66 0,7 7-282 16,-7-7-602-16,6 5 267 0</inkml:trace>
  <inkml:trace contextRef="#ctx0" brushRef="#br0" timeOffset="204239.45">21833 3264 216 0,'0'0'248'0,"0"0"-7"16,0 0 3-16,0 0-2 0,0 0-12 0,-12 0-8 15,12 0-20-15,0 0-15 0,-10 1-4 0,10-1-16 16,-9 0-4-16,9 0-4 0,-9 0 1 0,9 0-11 16,0 0-11-16,0 0-15 0,-11 0 2 0,11 0-12 15,0 0-5-15,0 0-15 0,0 0 5 0,-9 0-15 16,9 0-2-16,0 0-14 0,0 0-10 0,0 0-10 15,0 0 0-15,0 0-2 0,0 0 3 0,0 0-3 16,0 0 2-16,37-3-4 0,-22 0-2 0,2 1 4 16,3 0 1-16,-2 0-8 0,1-1-3 0,-2 2-4 15,-6 0 3-15,0 0-5 0,-11 1-13 0,16-2 7 16,-16 2-1-16,13-2 1 0,-13 2-4 0,0 0-4 16,13-1-2-16,-13 1 1 0,0 0-1 0,0 0-7 15,0 0-19-15,10 0-43 0,-10 0-68 0,0 0-80 16,0 0-94-16,0 0-119 0,-18 17-212 0,-1-11-682 15,-13 2 303-15</inkml:trace>
  <inkml:trace contextRef="#ctx0" brushRef="#br0" timeOffset="207678.67">19649 3138 149 0,'0'0'152'15,"0"0"-6"-15,0 0-2 0,0 0-20 0,0 0-17 16,0 0-7-16,0 0-13 0,0 0-12 16,0 0-5-16,0 0-3 0,0 0-13 0,0 0-12 0,0 0-15 15,0 0-31-15,0 0-30 0,0 0-32 16,0 0-37-16,0 0-87 0,0 0-206 0,0 0 92 16</inkml:trace>
  <inkml:trace contextRef="#ctx0" brushRef="#br0" timeOffset="208453.78">21052 3120 16 0,'0'0'113'0,"0"0"-34"0,0 0-3 16,0 0-9-16,0 0-8 0,0 0-5 0,0 0-17 16,0 0-20-16,0 0-17 0,0 0-22 0,0 0-61 15,0 0-90-15,0 0 41 0</inkml:trace>
  <inkml:trace contextRef="#ctx0" brushRef="#br0" timeOffset="-207567.01">16280 13704 73 0,'0'0'82'0,"0"0"2"0,0 0-2 15,0 0-4-15,0 0-2 0,0 0-1 0,0 0-6 16,0 0-9-16,0 0-15 0,0 0 16 0,0 0-12 15,0 0 2-15,0 0-4 0,0 0-10 0,0 0-5 16,0 0 6-16,0 0-11 0,0 0 4 0,0 0-5 16,-7 5 5-16,7-5-5 0,0 0 6 0,0 0-11 15,0 0 7-15,0 0-3 0,0 0 9 0,0 0-11 16,0 0-1-16,0 0 5 0,0 0-11 0,0 0 1 16,0 0-1-16,0 0-2 0,0 0 0 0,0 0 0 15,0 0-16-15,0 0 21 0,0 0-13 0,0 0 6 16,17 8 12-16,-11-7 3 0,2 3 1 0,5-1 5 15,3-1 2-15,5 2 6 0,6-3 1 0,2 3 2 16,2-3-6-16,2 5 1 0,5-5 1 0,1 0 0 16,14 1-2-16,0-2 0 0,0 2 0 0,5-1 5 15,1-1 1-15,5-3-2 0,29-1 7 0,-28-2-2 16,28-1-1-16,1-9-1 0,-1 10 1 0,3-3-5 16,0-1-1-16,1 1-3 0,-1-3-2 0,2 1 3 15,4-3-7-15,1 1 1 0,-1-2-3 0,1 5-1 16,-3-1 0-16,-2-2 2 0,-2 0 2 0,-2 0 5 15,-2 3-3-15,2-4 5 0,2 2 16 0,0 1-1 0,-4 1-5 16,1 2 0-16,-3-3 2 0,-25 3-2 16,31-5-4-16,-30 9-2 0,1-5-4 0,23-4-4 15,-26 6 1-15,1 0 3 0,2 2 3 0,-5-1-3 16,-3-3 1-16,1 5 6 0,-4-3-16 0,2 4 0 16,-2-2 7-16,-6-1-3 0,2 4-3 0,-16-1 1 15,3 0-3-15,-4 1 4 0,0 1-9 0,-1 1 0 16,1 0 0-16,-4 0 4 0,-1-2-2 0,0 2 2 15,-9-1 4-15,-4 1 1 0,2 0-2 0,-5 0 14 16,-2 0-15-16,-2-1 6 0,-2 1-1 0,-8 0 4 16,12-3-6-16,-7 2 2 0,-5 1 8 0,0 0-4 0,11-1 2 15,-11 1 8-15,0 0-1 0,7-2-12 16,-7 2 19-16,0 0-3 0,8-2-1 0,-8 2 5 16,0 0-2-16,0 0-18 0,0 0 14 0,0 0 0 15,0 0-3-15,0 0-6 0,0 0 3 0,0 0-3 0,0 0-6 16,0 0-1-16,0 0-1 0,0 0 5 15,0 0-14-15,0 0-7 0,0 0 2 0,0 0 2 16,0 0-2-16,0 0-7 0,0 0 3 0,0 0-3 16,0 0 0-16,0 0-3 0,9-1 6 0,-9 1-11 15,0 0 0-15,0 0 1 0,0 0-2 0,0 0-1 16,0 0-1-16,0 0-2 0,0 0-3 0,0 0 4 16,0 0 1-16,0 0 2 0,0 0 1 0,0 0-1 15,0 0-5-15,0 0 5 0,0 0-4 0,0 0 3 16,0 0 2-16,0 0-1 0,0 0 0 0,0 0 5 15,0 0-7-15,0 0-2 0,0 0 2 0,0 0-2 16,0 0-1-16,0 0-1 0,0 0 3 0,0 0 0 16,0 0-1-16,0 0 1 0,0 0-2 0,0 0 0 0,0 0 3 15,0 0-2-15,0 0 0 0,0 0-11 0,0 0 9 16,0 0 5-16,0 0 2 0,0 0-4 0,0 0-2 16,0 0 1-16,0 0 5 0,0 0-7 0,0 0 3 15,0 0 0-15,0 0-1 0,0 0 0 0,0 0-2 16,0 0 6-16,0 0-6 0,0 0 5 0,0 0 0 15,0 0-11-15,0 0 9 0,0 0 2 0,0 0-2 16,0 0-3-16,0 0 2 0,0 0-3 0,0 0 7 16,0 0-4-16,0 0 7 0,0 0-6 0,0 0 0 15,0 0-2-15,0 0 6 0,0 0-2 0,0 0 2 16,0 0-4-16,0 0-1 0,0 0 0 0,0 0-1 16,0 0 1-16,0 0-2 0,0 0 0 0,0 0-2 15,0 0-1-15,0 0-2 0,0 0-10 0,0 0-4 16,0 0-8-16,0 0-10 0,0 0-6 15,0 0-4-15,0 0-4 0,0 0-9 0,0 0-26 0,0 0-20 16,0 0-19-16,0 0-15 0,0 0-15 0,0 0-21 16,0 0-13-16,0 0-13 0,0 0-7 0,0 0-18 15,0 0 1-15,0 0-12 0,0 0-10 0,-33 2 1 16,26 1-9-16,-5-1-133 0,1 2-424 0,2-1 188 16</inkml:trace>
  <inkml:trace contextRef="#ctx0" brushRef="#br0" timeOffset="-204541.32">20250 15285 6 0,'0'0'151'0,"-10"-4"-2"15,10 4 1-15,-7-4-9 0,7 4-9 0,-6-2-6 16,6 2-5-16,0 0-15 0,0 0-9 0,-5-5-7 15,5 5-12-15,0 0 8 0,0 0-10 0,0 0-4 16,0 0-8-16,0 0-3 0,0 0-2 0,40 5 3 16,-18-4-7-16,10 2 6 0,3 1-4 0,22-4-2 15,4-2-4-15,32 1 2 0,7-3 12 0,2 3-9 16,4-3 0-16,21-5-5 0,2 0 6 0,9-3-3 16,14 2 4-16,8-4-18 0,11 4 7 0,1-4 4 15,9 1-1-15,3 0-4 0,2 4-1 0,1-1-4 16,-2 0 2-16,10 0-3 0,-4-2 2 0,-5 4 0 15,-5-2 1-15,-2-2 2 0,-5 3-5 0,-2 1 12 16,-4 1-4-16,-10-4 10 0,2 3-2 0,-3-1 2 16,-7-3 3-16,-6 3-9 0,-5-1 8 0,-8-1-7 15,-1 5-9-15,-6 3-9 0,-8-3 1 0,-7 4-5 16,-5 0-14-16,-4 2-27 0,-39-1-47 0,2 2-74 16,-3 1-100-16,-20 2-337 0,-4-3-614 15,-7-2 272-15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1:41.443"/>
    </inkml:context>
    <inkml:brush xml:id="br0">
      <inkml:brushProperty name="width" value="0.05292" units="cm"/>
      <inkml:brushProperty name="height" value="0.05292" units="cm"/>
      <inkml:brushProperty name="color" value="#FF0000"/>
    </inkml:brush>
  </inkml:definitions>
  <inkml:trace contextRef="#ctx0" brushRef="#br0">11186 6654 14 0,'0'0'84'0,"-7"0"-2"0,7 0-5 0,0 0-13 15,0 0-7-15,0 0 0 0,0 0-11 0,-11 0-5 16,11 0-3-16,0 0-3 0,0 0-9 0,0 0 5 16,-10 3-11-16,10-3 2 0,0 0 7 0,-8 4-4 15,8-4-8-15,0 0-3 0,-4 4 6 0,4-4-6 16,-5 5-5-16,5-5-4 0,0 0 5 0,-9 4 6 16,9-4-3-16,0 0 6 0,-5 2-4 0,5-2-3 15,0 0-7-15,-6 5 5 0,6-5-2 0,-7 6-3 16,2-1-18-16,1 3-9 0,-1 1 42 0,3-2 17 15,-2-2 9-15,1 2 13 0,3-7-6 0,-5 7-5 16,1-4-9-16,4-3 1 0,-6 7-4 0,1-2-3 16,5-5 3-16,-8 7 3 0,7-3 1 0,-4 0-6 15,0 1 10-15,5-5 6 0,-7 3 2 0,7-3-1 16,-7 4 5-16,7-4-1 0,0 0-4 0,0 0 3 16,0 0-2-16,-4 5-6 0,4-5-1 0,0 0-3 15,0 0-5-15,0 0-4 0,0 0-5 0,22-15 0 16,-8 5-4-16,2 4 1 0,10-10 2 0,0 1-8 15,2-1-3-15,-2-1-6 0,2 0 5 0,2 1 3 16,-1-2 4-16,1 1-2 0,-2 1-1 0,-1-1 15 16,-5 1-3-16,3 1-9 0,-3 1 4 0,-4 4-1 15,-3-2-4-15,0 1 6 0,-2-1-8 0,1 3 2 16,-4 1 1-16,-2 3-1 0,2-2 0 0,-5 1-1 0,4 1 0 16,-5 1 2-16,1 2 3 0,-1-3 1 0,-4 5 1 15,9-7 0-15,-9 7-3 0,4-3-2 16,-4 3-1-16,0 0-4 0,3-6 0 0,-3 6-2 15,0 0 1-15,0 0-5 0,6-4-1 0,-6 4-2 16,0 0-3-16,0 0-6 0,0 0-10 0,0 0-17 16,0 0-25-16,0 0-30 0,0 0-16 0,0 0-18 15,0 0-19-15,0 0-37 0,0 0-16 0,0 0-14 16,2 19-120-16,-2-19-349 0,-1 13 154 0</inkml:trace>
  <inkml:trace contextRef="#ctx0" brushRef="#br0" timeOffset="1306.53">9158 6685 27 0,'0'0'33'0,"0"0"-15"0,0 0-21 0,0 0-10 0,0 0-14 15,0 0 7-15</inkml:trace>
  <inkml:trace contextRef="#ctx0" brushRef="#br0" timeOffset="1542.3">9958 6805 87 0,'0'0'82'0,"0"0"-7"0,0 0-16 0,0 0-9 0,0 0-20 15,0 0-32-15,0 0-13 0,0 0-14 0,1 8-28 16,-1-8-60-16,0 0 26 0</inkml:trace>
  <inkml:trace contextRef="#ctx0" brushRef="#br0" timeOffset="4414.14">29575 4470 77 0,'0'0'142'0,"1"-6"-7"0,-1 6 13 0,0 0-8 16,0 0-5-16,0 0-9 0,0 0 0 0,-1-11 0 15,1 11-3-15,0 0 1 0,0 0-4 0,-6-6-5 16,6 6-4-16,0 0-4 0,0 0 5 0,0 0-6 16,-5-5-14-16,5 5-6 0,0 0-9 0,0 0-4 15,0 0-3-15,0 0-5 0,0 0-10 0,0 0-8 16,0 0-5-16,-10-1-6 0,10 1-4 0,0 0-4 16,0 0-4-16,-13 7-5 0,9-3-2 0,-1-1 2 15,0 2-6-15,-1 5 2 0,-3-1-2 0,1 1 4 16,0 6-8-16,-2-2-1 0,1 1-2 0,0 0 3 15,3 2-1-15,-3 2-2 0,4-3-2 0,0 1 2 16,1 2-1-16,-2-3 0 0,4 1 6 0,0 0-7 16,-1 0-2-16,2-2 2 0,1 2-3 0,-1-6 13 15,1 2-14-15,0-3 2 0,2 2-3 0,1-2 5 16,-1 0-2-16,2 1 0 0,-1-4-1 0,-1 0 0 16,3 2 2-16,1-1 0 0,-1-2 3 15,1-1 1-15,-1 0 1 0,0-1-1 0,2 0-3 0,-2-2 6 16,4 1-2-16,2-1 1 0,-2-2 1 0,4 2-5 15,-3-5 1-15,0 1-4 0,3-1 4 0,-3 0 0 16,4 0 3-16,-3-1 6 0,-2-4-9 0,2 3 3 16,-1-3-3-16,-1 1 1 0,3 0-1 0,1-6 0 15,-1 1-1-15,0 1 3 0,-6 0-4 0,2-3 3 16,2-2 0-16,-2 0-2 0,-2 0-3 0,-1-1-3 16,3-7 5-16,-3 7-3 0,-4 1 1 0,3-2 1 15,-3 6 0-15,-1-6 6 0,0 5 3 0,-1-3-2 16,-1 1-2-16,-1 3 2 0,2 2-2 0,-4-2 4 15,1 3-1-15,1 1 0 0,-3-1-3 0,1 1 0 16,-3-3-6-16,1 4 4 0,-1-1 1 0,-1 3-4 16,1 0 0-16,-3 0 0 0,0 2-5 0,-3 0-5 15,0 3-2-15,-3 3-2 0,0 1-3 0,-2 0-6 16,1 1-10-16,0 1-9 0,-1 2-18 0,1-2-15 16,0 2-22-16,1 0-23 0,1-1-25 0,4 0-31 15,0-1-24-15,0-1-19 0,3 4-147 16,-2-2-391-16,4 0 173 0</inkml:trace>
  <inkml:trace contextRef="#ctx0" brushRef="#br0" timeOffset="4809.04">30183 4615 92 0,'0'0'227'0,"0"0"-8"0,0 0-12 0,10 0-6 16,-10 0-16-16,0 0-15 0,0 0-6 15,0 0-12-15,0 0-11 0,0 0-11 0,0 0-12 0,0 0-13 16,0 0-3-16,0 0-15 0,11 3-10 0,-11-3-8 15,12 0-2-15,-5 0-7 0,1 0 0 0,3 0-9 16,-1 0-2-16,-10 0-3 0,19 0-3 0,-13-2-2 16,5 4-1-16,-11-2-4 0,14 0 0 15,-14 0-3-15,11 0-3 0,-11 0-1 0,10 0-4 16,-10 0 5-16,0 0-7 0,8-3 1 0,-8 3-3 0,0 0 1 16,8-1-4-16,-8 1-2 0,0 0-1 15,0 0 1-15,0 0-3 0,0 0-2 0,0 0-13 16,0 0-27-16,0 0-43 0,0 0-57 0,0 0-75 15,0 0-274-15,0 0-518 0,0 0 230 0</inkml:trace>
  <inkml:trace contextRef="#ctx0" brushRef="#br0" timeOffset="5580.87">30941 4537 134 0,'0'0'203'0,"0"0"-6"0,0 0-2 0,0 0-22 16,0 0-11-16,0 0-13 0,0 0-16 16,0 0-15-16,0 0-14 0,0 0-12 0,0 0-11 0,0 0-6 15,0 0-9-15,0 0 0 0,0 0-6 0,-13 26-3 16,9-17-4-16,-1 1-5 0,0 5-4 0,2-6-2 15,-2 3-2-15,0-2-2 0,1 1-2 0,0-3 29 16,2 1-3-16,1-4-2 0,1-5-2 0,-6 12-8 16,3-8-1-16,3-4-4 0,-3 6-4 15,3-6 1-15,-1 8-4 0,1-8-2 0,0 0 4 16,0 0 2-16,-5 7 13 0,5-7 9 0,0 0 3 16,0 0 10-16,0 0 4 0,0 0 2 0,-4 4-2 0,4-4 9 15,0 0-6-15,0 0 4 0,0 0-30 0,0 0 22 16,0 0-23-16,9-26-4 0,-4 14-1 15,-1 0-19-15,1-5 5 0,1 0-6 0,1 1 2 16,1-1-16-16,0-2-8 0,-1 3 15 0,5-7-14 16,-7 6-4-16,6-5-1 0,-3 4 2 0,0 1-17 15,-1 1 20-15,0 2-10 0,2 0 3 0,3 0-10 0,-7 4 4 16,1 0 5-16,0 1-3 0,-3 3-8 0,2 2 8 16,-1-1-6-16,-4 5-6 0,5-6 1 15,-5 6-2-15,0 0 2 0,12 2 1 0,-12-2 5 16,6 10-2-16,2-1-3 0,-3 0 5 0,1 7 1 15,0 0 1-15,0 1 3 0,2 1-5 0,1 5 5 16,-4-5 3-16,1 0-6 0,0 8 12 0,-2-7-6 16,0-2 5-16,1-1 3 0,-2 1-6 0,-1-5-1 0,2 3 3 15,0-4 4-15,-3 0-1 0,3 1-3 16,-3-3-3-16,3 2 5 0,-4-5-4 0,3 0 3 16,-3-6-2-16,2 12 3 0,-2-6-7 0,0-6 1 15,2 8 2-15,-2-8 4 0,0 12-9 0,0-12-15 16,1 7-22-16,-1-7-36 0,0 0-29 0,-1 11-34 15,1-11-33-15,0 0-41 0,-6 5-36 0,6-5-44 16,0 0-217-16,-19-3-547 0,10-1 242 0</inkml:trace>
  <inkml:trace contextRef="#ctx0" brushRef="#br0" timeOffset="5730.61">30961 4604 28 0,'0'0'235'0,"-8"-5"-20"0,8 5-25 0,-5-3-21 0,5 3-17 16,0 0-13-16,0 0-9 0,0 0-12 0,0 0-10 15,22-11-13-15,-9 8-8 0,6-2-8 0,8-3-9 16,0 3-7-16,5 1-21 0,-4 1-31 0,1 1-44 16,3-3-58-16,-5 1-65 0,-8 4-120 0,-1 0-298 15,-4 0 133-15</inkml:trace>
  <inkml:trace contextRef="#ctx0" brushRef="#br0" timeOffset="6770.13">29591 5457 31 0,'0'0'267'0,"0"0"-13"16,0 0-27-16,0 0-22 0,-4-15-21 0,4 15-17 16,13-15-19-16,-6 7-8 0,4-2-12 0,2 1-7 15,-1-2-17-15,5 0-8 0,-3 2-9 0,-5 1-10 0,1 0-5 16,-1 5-7-16,1-5-4 0,-2 2-1 15,1-1 1-15,-5 2 8 0,2 2 3 0,-6 3 0 16,5-7 5-16,-5 7 5 0,4-7 0 0,-4 7-4 16,0 0-2-16,5-5-10 0,-5 5-5 0,0 0 3 15,0 0-1-15,4-6-4 0,-4 6 4 0,0 0-10 0,0 0-8 16,0 0-8-16,0 0 1 0,0 0-2 16,3-5-6-16,-3 5-4 0,0 0-1 0,0 0-3 15,0 0 1-15,0 0-8 0,0 0-2 0,0 0-1 16,0 0 0-16,0 0-2 0,0 0 4 0,0 0-8 0,0 0 1 15,0 0-1-15,0 0 0 0,0 0 0 16,0 0 2-16,0 0-5 0,0 0 0 0,0 0 3 16,0 0-1-16,0 0-1 0,0 0 5 0,0 0-5 15,0 0 5-15,0 0-3 0,0 0-2 0,0 0 3 0,0 0-2 16,0 0 4-16,0 0-1 0,0 0 6 16,0 0-13-16,0 0 0 0,0 0 3 0,0 0 0 15,0 0-4-15,0 0 1 0,0 0-3 0,0 0 4 16,0 0 11-16,0 0-14 0,0 0 1 0,0 0-6 0,0 0 3 15,0 0 0-15,0 0-4 0,0 0 8 0,0 0-5 16,0 0 0-16,0 0 2 0,-4 26 4 0,1-14-7 16,2 0 5-16,-3 6-2 0,0-3 12 15,2 3-14-15,-1 3 4 0,-2-2-1 0,3 5 2 16,-1-5 0-16,3-2-1 0,-1 0 1 0,1 2-4 0,1-2 7 16,1-2-2-16,-1 3-1 0,-1-1 0 0,2-2 1 15,2-4-5-15,-3 0 8 0,2 0-4 0,-3 1 5 16,2 0 1-16,0-3-1 0,-1 1-2 0,2-4 1 15,-3-6-10-15,0 13 8 0,1-9-2 0,-1-4-2 16,1 10 8-16,-1-10-3 0,1 6 4 0,-1-6-6 16,0 0 8-16,2 9-4 0,-2-9 1 0,0 0 0 15,-9 5 0-15,9-5-3 0,-9 3 0 0,9-3 3 16,-12 1-2-16,5 0 1 0,7-1-2 16,-18-1 1-16,10 0-3 0,8 1 1 0,-14-1-3 0,14 1 3 15,-11-3 0-15,11 3-3 0,-8-1 13 0,8 1-13 16,-9-1 1-16,9 1 2 0,-9-2-6 15,9 2-1-15,0 0-3 0,0 0-6 0,0 0-6 0,0 0 0 16,0 0 2-16,0 0 5 0,0 0-3 0,0 0 2 16,0 0 12-16,0 0-8 0,31 0-1 0,-19 0 1 15,6-3-12-15,3 3-3 0,-1-3-25 0,1-1-27 16,8-1-35-16,-9-1-32 0,9-1-48 0,0-1-48 16,2-2-43-16,-3 1-211 0,0 0-532 15,-1-1 235-15</inkml:trace>
  <inkml:trace contextRef="#ctx0" brushRef="#br0" timeOffset="6948.57">30240 5564 81 0,'0'0'223'0,"0"0"-23"0,0 0-12 0,0 0-25 15,0 0-10-15,0 0-19 0,8 4-15 0,-8-4-21 16,13-2-22-16,-2-1-26 0,7 0-21 0,-1 0-46 15,4-1-47-15,13-2-45 0,-1 0-112 0,1 0-240 16,1-1 107-16</inkml:trace>
  <inkml:trace contextRef="#ctx0" brushRef="#br0" timeOffset="7468.69">31038 5487 228 0,'0'0'206'0,"6"-1"-13"15,-6 1-7-15,0 0-11 0,0 0-9 0,0 0-3 16,9 3-7-16,-9-3-5 0,0 0 8 0,-1 10 3 16,1-10 2-16,0 0-1 0,-7 19-18 0,2-9-7 15,1 0-17-15,1-1-10 0,-1 0-10 0,0-2-11 16,0 1-2-16,2-2-9 0,-1 0-2 16,3-6 9-16,-5 12-4 0,4-8-1 0,1-4 1 15,-4 8 2-15,4-8 1 0,-4 5 5 0,4-5 6 0,0 0-3 16,-3 6 2-16,3-6-7 0,0 0 5 0,0 0 0 15,0 0 0-15,-6 3 4 0,6-3-6 0,0 0-12 16,0 0-5-16,0 0-8 0,0 0-9 0,0 0-14 16,0-23 0-16,3 11-4 0,0-5-5 15,0 4-5-15,1-5-9 0,4-6 0 0,-2 7-9 0,0-2-1 16,3-10 1-16,0 4-2 0,-1 7-1 0,3-6-5 16,-3 9 1-16,1-1 2 0,-3 2-3 15,-1 6-8-15,-1 0 5 0,-1 2-3 0,1-2 0 0,0 3-1 16,-4 5-1-16,5-7-1 0,-5 7-3 15,0 0-6-15,7-3 17 0,-7 3-11 0,0 0 4 0,10 13-6 16,-6-4 5-16,1-2 1 0,1 6 3 0,0 3-6 16,2 0 6-16,-5 1-3 0,4-1 6 0,-3 0-3 15,0 1 3-15,-1 0 0 0,4-2 0 0,-2 1 2 16,-1-4-4-16,-2-2 4 0,3 2-2 0,-3-2 5 16,0 1-4-16,0-1-1 0,0-1 4 15,1 0 8-15,2 1-12 0,-4-6 4 0,-1-4-9 0,1 11 5 16,0-6-15-16,-1-5-33 0,3 9-27 15,-3-9-37-15,1 7-32 0,-1-7-35 0,0 0-39 16,0 0-45-16,-5 12-57 0,5-12-32 0,-5 7-223 0,5-7-622 16,-11 4 276-16</inkml:trace>
  <inkml:trace contextRef="#ctx0" brushRef="#br0" timeOffset="7663.39">31043 5552 27 0,'0'0'246'0,"0"0"-21"0,-10-3-2 16,10 3 4-16,0 0-15 0,-8-4-14 16,8 4-13-16,0 0-11 0,0 0-16 0,0 0-15 15,0 0-11-15,0 0-17 0,0 0-10 0,24-13-18 0,-7 6-16 16,2 3-29-16,0-1-34 0,2-1-43 0,7 0-53 16,-10 1-43-16,9-5-50 0,-8 3-177 15,-3 3-386-15,3-4 171 0</inkml:trace>
  <inkml:trace contextRef="#ctx0" brushRef="#br0" timeOffset="8229.79">31045 5105 25 0,'0'0'240'0,"0"0"-3"0,-10-2-1 15,10 2 25-15,0 0-8 0,0 0-9 0,0 0-27 16,-10 3-12-16,10-3-14 0,0 0-14 0,0 0-11 16,0 0 6-16,0 0-17 0,0 0-7 0,-9 0-9 15,9 0-10-15,0 0 1 0,0 0-9 0,0 0-5 16,0 0-7-16,0 0-16 0,0 0 17 0,0 0-5 15,0 0-7-15,0 0-3 0,0 0-8 0,0 0 7 16,0 0-10-16,0 0-2 0,0 0-11 0,0 0 7 16,0 0-13-16,0 0-6 0,0 0-1 0,0 0-6 15,0 0 0-15,0 0-1 0,0 0-7 0,0 0-1 16,0 0-5-16,0 0-3 0,0 0-7 0,0 0-2 16,0 0-5-16,0 0 3 0,0 0-3 0,0 0-2 15,0 0-3-15,0 0 0 0,0 0-4 0,0 0-6 16,0 0 9-16,0 0-5 0,0 0-7 0,0 0-8 15,0 0 0-15,0 0 0 0,0 0 6 0,29-5-1 16,-8 4-2-16,6 0 3 0,2-3 3 0,-1 1-2 16,2 0-4-16,-2 3 4 0,-6-4 0 0,-1 3-5 15,-3-1-7-15,0-1 11 0,1 1 2 0,-2 0-1 16,-3 0-4-16,-3 2-6 0,1-1 9 0,1 1 0 16,-2-2-1-16,-4 2 0 0,-7 0 0 0,11 0-2 15,-11 0 2-15,8 0 5 0,-8 0-5 0,0 0-2 16,10 0 4-16,-10 0 0 0,0 0-1 0,0 0-5 15,8 0 4-15,-8 0-11 0,0 0-9 0,0 0-26 16,0 0-36-16,0 0-36 0,0 0-42 0,0 0-44 16,0 0-49-16,0 0-58 0,0 0-57 0,0 0-264 15,0 0-684-15,-36 18 303 0</inkml:trace>
  <inkml:trace contextRef="#ctx0" brushRef="#br0" timeOffset="11769.74">7829 7890 33 0,'0'0'43'0,"0"0"-10"0,0 0-7 0,0 0-9 16,0 0-8-16,0 0-13 0,0 0-23 0,0 0-28 15,0 0 13-15</inkml:trace>
  <inkml:trace contextRef="#ctx0" brushRef="#br0" timeOffset="13268.72">9706 7980 8 0,'0'0'43'0,"0"0"-8"0,0 0 0 16,0 0-5-16,0 0-1 0,0 0-2 0,0 0-4 16,0 0-2-16,0 0-6 0,0 0 3 0,0 0-6 15,0 0-4-15,0 0-4 0,0 0-8 0,0 0-1 16,0 0-3-16,0 0-7 0,0 0 1 0,0 0-3 16,0 0-6-16,0 0-14 0,0 0-41 0,0 0 18 15</inkml:trace>
  <inkml:trace contextRef="#ctx0" brushRef="#br0" timeOffset="15114.22">24849 5370 14 0,'0'0'124'0,"8"0"5"0,-2 3-9 0,3-3 0 16,1 1-13-16,7 3 2 0,2-3-6 0,1 1-4 15,12 0-6-15,3-2-6 0,2-1 1 0,1-2-6 16,17-2-6-16,4 3-4 0,-3-5-5 0,5 5-3 15,2-8 2-15,-2 4-11 0,4-1-2 0,2-2 6 16,-2 3 0-16,25-4 8 0,-32 7-3 0,1-2-5 16,4 2-4-16,-5-2-4 0,-3 1-3 0,-2 1-6 15,-14-1-2-15,-1-1 7 0,-1 3-4 0,-3 0 0 16,0 0-2-16,-7 1 3 0,-7 0 0 0,1 1 0 16,-8-1-2-16,0 1-2 0,1 1-2 0,-5-1-2 15,-1 0-4-15,-8 0-2 0,12 0-3 0,-5 1 0 16,-7-1 3-16,0 0-1 0,9 0-1 0,-9 0 0 15,0 0 0-15,9-2-3 0,-9 2-4 0,0 0 2 16,0 0-2-16,0 0-8 0,0 0-21 0,0 0-23 16,0 0-38-16,0 0-42 0,0 0-46 0,-29-6-46 15,17 6-217-15,-10 1-454 0,-5 0 200 0</inkml:trace>
  <inkml:trace contextRef="#ctx0" brushRef="#br0" timeOffset="19363.82">20355 6632 15 0,'-6'2'147'16,"6"-2"-7"-16,0 0 4 0,0 0-10 0,0 0 1 0,0 0 3 16,-12-2-9-16,12 2-10 0,0 0-13 0,0 0-5 15,0 0-14-15,0 0-4 0,0 0-5 16,0 0-3-16,0 0-4 0,45 2-2 0,-16-4-9 16,6 2 1-16,17-4-7 0,5 1-4 0,5-3-7 0,28 0 1 15,-31 2-8-15,2 0-4 0,-2 1-2 0,1-3-7 16,-4-1 2-16,0 4-7 0,-6-2 3 15,0 0-10-15,-12 3-17 0,-2 1-18 0,0-2-29 16,-6 0-36-16,1 3-33 0,-3 0-46 0,-7 0-136 0,-2 0-327 16,-2 0 145-16</inkml:trace>
  <inkml:trace contextRef="#ctx0" brushRef="#br0" timeOffset="21186.59">11624 9026 101 0,'0'0'121'0,"0"0"-6"0,0 0-2 0,0 0-13 16,0 0-6-16,0 0-13 0,0 0-8 0,0 0-10 0,0 0-7 15,0 0-17-15,0 0-13 0,0 0-13 16,0 0-19-16,0 0-22 0,0 0-21 0,0 0-24 15,0 0-68-15,0 0-151 0,0 0 68 0</inkml:trace>
  <inkml:trace contextRef="#ctx0" brushRef="#br0" timeOffset="22357.62">16999 8087 16 0,'-8'3'149'15,"8"-3"-9"-15,-7 1 0 0,7-1-5 0,0 0 3 16,0 0-12-16,0 0-7 0,-9 2-12 0,9-2-1 16,0 0-8-16,0 0-5 0,0 0-8 0,0 0-6 15,0 0-5-15,0 0-4 0,0 0-5 0,0 0-6 16,0 0-5-16,0 0-4 0,-9 0-5 0,9 0-6 15,0 0-3-15,0 0-3 0,0 0 0 0,0 0-7 16,0 0 2-16,25 4-8 0,-13-2 4 0,-2-1-3 16,6 0-1-16,-4 1-2 0,6 0-3 0,-1-1-2 15,2 0 4-15,1 2-3 0,1-2 0 0,-1 1-5 16,2 0 1-16,6 0 0 0,2 0-4 0,-1 1-1 16,0 0 3-16,5 1 1 0,0-1 1 0,1 0 5 0,0-2-8 15,5 1 3-15,0 2 1 0,13-1-2 0,0-1 4 16,3-1 5-16,1 2-4 0,3 0-3 15,3-2 2-15,2 2 0 0,2-1-5 0,24-1 0 0,-29 2 0 16,5 1 0-16,-1-1-6 0,28-1 6 0,-31 2-1 16,31-4 0-16,-29-1 7 0,33 1 3 0,-3-2 5 15,1 1 4-15,-3-4-3 0,4 0 4 16,5 0 5-16,-3 1-4 0,-2-4 2 0,4-2-7 16,1 3 2-16,3-2-6 0,2 0 3 0,2-1-6 0,-4 0 1 15,6-2-3-15,-9 0 4 0,4 5 3 0,-1-3 0 16,-4-2 0-16,4 1 2 0,-6-1-5 0,2 3 5 15,-9-4-7-15,2 4 1 0,3-1 2 0,-4 1 1 16,2-2 7-16,-5 5 0 0,7 0-4 0,-31 0-2 16,27-1-1-16,-27 3 5 0,0-2-4 0,24 1 0 15,-25 2-2-15,1-2 5 0,-2 2-5 0,-2 0-1 16,-3 0 3-16,-2 2-2 0,0 1 3 0,-19-1 0 16,-1 1 4-16,-2-2 2 0,-3 1-2 0,-5 1 0 15,-6 0 8-15,-1 1 3 0,-1-1 10 0,-6-1 1 16,0-1 1-16,0 2-3 0,-5 0 6 0,-1-3-7 15,-7 3-5-15,13 0-7 0,-6-1-1 0,-7 1-8 16,0 0-3-16,14 0 1 0,-14 0-20 0,0 0-35 16,6-2-44-16,-6 2-60 0,0 0-86 0,0 0-78 15,0 0-260-15,0 0-608 0,0 0 269 0</inkml:trace>
  <inkml:trace contextRef="#ctx0" brushRef="#br0" timeOffset="23321.43">18071 8028 104 0,'0'0'178'0,"0"0"-6"16,2 7-10-16,-2-7-8 0,0 0-2 0,0 0-16 0,0 0-13 15,0 0-7-15,0 0-14 0,0 0-15 0,0 0-8 16,0 0-25-16,0 0-32 0,0 0-33 0,0 0-32 15,0 0-40-15,0 0-45 0,0 0-102 0,0 0-248 16,0 0 110-16</inkml:trace>
  <inkml:trace contextRef="#ctx0" brushRef="#br0" timeOffset="23670.62">18086 7942 177 0,'0'0'195'0,"0"0"-7"0,0 0-2 0,2-5-17 16,-2 5-9-16,0 0-13 0,0 0-18 0,0 0-13 16,0 0-16-16,0 0-22 0,0 0-29 15,0 0-37-15,0 0-49 0,0 0-46 0,0 0-37 0,0 0-125 16,0 0-264-16,0 0 117 0</inkml:trace>
  <inkml:trace contextRef="#ctx0" brushRef="#br0" timeOffset="32900.98">17309 15771 53 0,'0'0'62'16,"0"0"-1"-16,-6-5-8 0,6 5-7 0,0 0-3 16,-4-5 1-16,4 5-11 0,0 0-2 0,0 0-8 15,0 0 0-15,0 0-11 0,0 0-8 0,0 0 5 16,0 0-6-16,0 0 11 0,0 0-13 0,0 0 3 15,0 0-3-15,-11 8 0 0,11-8 4 0,-5 4 1 16,5-4-1-16,-4 6 5 0,4-6-6 0,-6 4-4 16,6-4 5-16,0 0 1 0,-4 6 7 0,4-6 0 15,-8 4 0-15,8-4-2 0,-7 4-2 0,7-4 0 16,-9 3 3-16,3 0 1 0,1-1-4 0,5-2-7 16,-14 6 7-16,5-4-3 0,-1 2 0 0,-1 0-10 15,-2-1 8-15,0 0 4 0,0 1 2 0,-1-1-3 16,-2 1 1-16,4-1 4 0,-1 0-10 0,3 0 15 15,5-2-2-15,-3 2-37 0,8-3 7 0,-7 7 1 16,7-7 63-16,-4 5 15 0,4-5 6 0,-3 6-11 16,3-6-14-16,0 0 8 0,0 0 1 0,12 7-1 15,-3-7-2-15,2-1-6 0,7 1 6 0,1 1 6 16,4-1 2-16,9 0-1 0,3-3-1 0,2 2 3 16,15-1-5-16,-1-1 4 0,3 2-8 0,1-3 2 15,2 2-5-15,5 1 0 0,-1-2-1 0,4 1-3 16,33 0-2-16,-33-3-6 0,36 1 0 0,-8-1-1 15,1 1-8-15,0 1 7 0,-1 2-4 16,3-7 1-16,-4 4 2 0,8-1-2 0,-1 3-3 0,10-6 9 16,-4 5-10-16,6-5 7 0,5 4-3 0,-3-3 3 15,-5 2 2-15,11 0-2 0,4 0 3 0,2-3-3 16,2 6 1-16,0-7 4 0,1 3 1 0,-6-3-2 16,8-1 1-16,2 3-4 0,-3-5 8 0,-3 7 6 15,2-4-2-15,-4 1 6 0,-1-1-3 0,-2 3-1 16,-1-7 0-16,-5 3 3 0,-5 1 2 0,-4-2 1 15,-6-1 0-15,-2-2 4 0,-7 2-2 0,-27 4 1 16,3 0 1-16,-2-2-13 0,0-1 7 0,-1 3 11 16,-9-1-18-16,-4 0-6 0,-13 3-1 0,-1-2 1 15,-4 2-7-15,-3 2-2 0,-10 1-2 0,-1-1-6 16,-6 2-14-16,0 1-17 0,-4-1-22 0,2-1-30 16,-11 3-58-16,0 0-60 0,0 0-83 0,0 0-321 15,0 0-629-15,0 0 280 0</inkml:trace>
  <inkml:trace contextRef="#ctx0" brushRef="#br0" timeOffset="-206823.33">22588 7887 45 0,'-5'-1'157'0,"5"1"-13"16,0 0-7-16,0 0-4 0,-7-4 0 0,7 4-4 15,0 0 0-15,0 0 2 0,0 0-5 0,0 0-1 16,0 0-5-16,0 0 6 0,0 0 12 0,0 0-6 16,0 0 3-16,0 0-5 0,13-8 0 0,-13 8-9 15,10-1-14-15,-10 1-6 0,13 0-9 0,-13 0-12 16,13-4-7-16,-3 0-8 0,7-5-7 0,8-4-7 16,20-14-12-16,11-3-18 0,30-25-29 0,15-2-34 15,6-2-46-15,7-2-51 0,5-6-72 0,3-1-226 16,4-4-474-16,-1-11 211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6:49.124"/>
    </inkml:context>
    <inkml:brush xml:id="br0">
      <inkml:brushProperty name="width" value="0.05292" units="cm"/>
      <inkml:brushProperty name="height" value="0.05292" units="cm"/>
      <inkml:brushProperty name="color" value="#FF0000"/>
    </inkml:brush>
  </inkml:definitions>
  <inkml:trace contextRef="#ctx0" brushRef="#br0">22716 3637 5 0,'-9'-3'96'0,"9"3"-3"0,-5-4 4 16,5 4-3-16,-7-3 6 0,7 3-9 0,0 0-4 15,-6-4-1-15,6 4-22 0,0 0-1 0,0 0-4 16,-9-2-2-16,9 2-2 0,0 0-7 0,0 0-2 16,0 0-7-16,-10-1 2 0,10 1-3 0,0 0-2 15,0 0-1-15,0 0 0 0,0 0-11 0,-12 1 5 16,12-1-6-16,0 0-1 0,0 0-6 0,-10 4 6 16,10-4 4-16,0 0-8 0,0 0-12 0,0 0 7 15,-6 2-2-15,6-2 1 0,0 0 0 0,0 0-4 16,0 0 4-16,0 0 2 0,-4 5 1 0,4-5 7 15,0 0 5-15,0 0-1 0,0 0 4 0,0 0 0 16,0 0 2-16,0 0-4 0,0 0 0 0,0 0-7 16,0 0 1-16,-11 0-4 0,11 0 1 0,0 0-7 15,-13 2 0-15,13-2 0 0,-9 2-3 0,9-2-1 16,-12 0 5-16,12 0-5 0,-10 1-1 0,10-1 1 16,-12 1-1-16,12-1-3 0,-10 3 3 15,4-2-3-15,6-1 1 0,-11 0 3 0,11 0 0 0,-10 0 26 16,10 0-1-16,-10 1 2 0,10-1-1 0,-9 0-2 15,9 0 0-15,0 0 4 0,-12 1-1 0,12-1-2 16,0 0 0-16,-11-1-2 0,11 1-2 0,0 0-5 16,0 0-3-16,-9 0 1 0,9 0-4 0,0 0-2 15,0 0-4-15,0 0 4 0,0 0-7 0,0 0 0 16,0 0-5-16,0 0 1 0,0 0-2 0,0 0-1 16,0 0 3-16,0 0-1 0,0 0 1 0,0 0 0 15,0 0 1-15,30 4 5 0,-19-2-3 0,3 0 1 16,5-2 1-16,3 2-2 0,1-2-1 0,4 0 2 15,1-2 0-15,3 2-4 0,2 2-1 0,1-4 3 16,1 2-1-16,1 0 0 0,2 0-1 0,3-4 1 16,10 3-1-16,-13-1-2 0,15-1 3 0,0 0 0 15,1-1 3-15,-4 2-7 0,-12 2 2 0,13-2 0 16,1 0-3-16,-1 1 1 0,-1 1 1 0,-11 1-3 16,12 1 3-16,2-2-1 0,-16 0-1 15,1 0-1-15,16 0 4 0,-17 0-1 0,2 0 1 0,1 0 0 16,10-2-1-16,-13 1-2 0,1 1 3 0,1-2-1 15,-1 0 1-15,1-2-3 0,0 2 5 0,-1-4-7 16,13 2 3-16,-16-1-1 0,1 1-3 0,1-2 7 16,2 2-5-16,-1-3-3 0,-3 3 5 15,15-6-1-15,-12 5-1 0,-3-2 0 0,-1 4 0 16,1-1-3-16,-1 1-1 0,-2-1-1 0,0 0 0 16,-2 4-2-16,4-3 0 0,-3 3 2 0,-4-1-2 0,1-1 0 15,0 2 3-15,1-2 1 0,-7 1-2 0,0 0-1 16,-3-1 3-16,-1 1 2 0,0 1-5 15,-6-1 5-15,0-1 0 0,1 2-3 0,-7 0 3 0,3-1-2 16,-9 1 1-16,12-1 0 0,-4 2 1 0,-8-1-1 16,0 0 4-16,13 0-2 0,-13 0 0 15,0 0 2-15,0 0-4 0,7 0 2 0,-7 0 0 0,0 0 3 16,0 0-5-16,0 0 2 0,0 0-1 0,0 0-4 16,0 0-11-16,0 0-17 0,0 0-30 0,0 0-17 15,0 0-44-15,0 0-23 0,0 0-27 16,-20 10-23-16,2-3-127 0,-2 3-349 0,2-4 156 15</inkml:trace>
  <inkml:trace contextRef="#ctx0" brushRef="#br0" timeOffset="2632.5">22383 5285 12 0,'0'0'30'0,"0"0"-3"0,0 0-4 0,0 0-2 16,0 0-1-16,0 0 4 0,-7 1-2 0,7-1 7 16,0 0-2-16,0 0 11 0,0 0-3 0,0 0-2 15,0 0 7-15,0 0 7 0,0 0-14 0,0 0-2 16,0 0-5-16,0 0-5 0,0 0-1 0,0 0 0 15,0 0-4-15,0 0 0 0,0 0-6 0,0 0 2 16,0 0-1-16,0 0-3 0,0 0-1 0,0 0 2 16,0 0-8-16,0 0 14 0,0 0-8 0,0 0 0 15,0 0-4-15,0 0-4 0,0 0 1 0,0 0-1 16,0 0-1-16,0 0 1 0,0 0 2 0,0 0 1 16,0 0 0-16,0 0 4 0,0 0-7 0,0 0 7 15,24 1-10-15,-15-1-3 0,-9 0-5 0,17 1-5 16,-3 0 11-16,-2 1-2 0,4-1-9 0,0 0-2 15,5-1-4-15,-1 2-1 0,-1-2-5 0,1 1-8 16,-1 2 0-16,-5-2 1 0,3 1 3 0,0-2 1 16,-4 0 8-16,1 0 0 0,-1 2 4 0,-3-4 0 15,3 2 6-15,-5 0 4 0,1-3 1 0,-1 3 6 16,3-3 7-16,-5 2 1 0,-6 1 0 0,15 0 1 16,-15 0 2-16,9 0 9 0,-9 0 1 0,10 0 14 15,-10 0 0-15,0 0 6 0,0 0 5 0,10-2 9 16,-10 2 4-16,0 0 7 0,0 0 7 0,0 0-9 15,0 0-13-15,0 0 4 0,0 0-9 0,0 0-3 16,0 0-3-16,0 0 2 0,0 0 2 0,0 0 5 16,0 0 3-16,0 0-2 0,-27-5-1 0,27 5-2 15,0 0 2-15,-10-2-2 0,10 2-1 0,0 0-7 16,-11-3-2-16,11 3 0 0,-9-1-6 0,9 1-4 16,0 0-3-16,-12 3 1 0,12-3 7 0,-11 0-13 15,11 0 0-15,-10-2-1 0,10 2-6 0,-14 0 5 16,8 2-3-16,6-2 0 0,-14 1 1 0,5 0 0 15,2 1 4-15,7-2-2 0,-15 2 0 0,4-2 1 16,3 0 0-16,0 1 4 0,8-1-1 0,-15 1 5 0,15-1 5 16,-10 2 8-16,10-2-1 0,-9 0-1 15,9 0-1-15,-10 1 3 0,10-1-2 0,0 0-2 0,0 0-1 16,0 0 5-16,-10 2-9 0,10-2-2 16,0 0-4-16,0 0-5 0,0 0-2 0,0 0-2 0,0 0-3 15,0 0 2-15,0 0-2 0,0 0-4 0,0 0 1 16,0 0-5-16,0 0 4 0,0 0-2 0,0 0-2 15,0 0 3-15,0 0-1 0,0 0 1 0,0 0 0 16,0 0-2-16,30 4 0 0,-24-2 0 0,6-1 1 16,-1-1-2-16,0 1 10 0,1-1-9 0,4-1 2 15,-2 1-2-15,-2 1 0 0,1-1-2 0,-1 1 1 16,4-2 1-16,-2 1-2 0,3 0 11 0,-3 0-8 16,3 1-1-16,1-2 4 0,-1 1 0 0,0 0 0 15,2 0 2-15,-1 0 2 0,4-1 1 0,0 1-3 16,8 0 0-16,-2-3 5 0,-1 3-5 0,0-3 3 15,1 3-5-15,2-1 0 0,-1-1-1 0,2 1 2 16,1-2 2-16,0-1-6 0,2 2 2 0,-2-1 1 16,1 3 4-16,5-1-2 0,-3-2 2 0,1 0-1 15,-2 2 6-15,1-4-6 0,1 1 4 0,15-5 2 16,-17 8 3-16,2-2-4 0,5-3-2 0,-4 2 3 16,14-5-3-16,0 2 5 0,-12 1 0 0,0 0 1 15,14-4-2-15,-1 4-15 0,-14-1-7 0,13 1 3 16,-12 2 0-16,11-3 0 0,-11 4 4 0,12-5-2 15,-2 3 1-15,-8-1 2 0,10-3-1 0,-13 4-4 16,16-2 6-16,0 2 2 0,-17-2-3 0,14 1 6 16,-13 1-3-16,15 2-2 0,-15-2 2 0,13-1 0 15,-12 0 1-15,-1 1 2 0,1-1-3 0,-3 0 2 16,0 3-1-16,1-1-1 0,-3 0 1 0,-1-1 0 16,-1 2 2-16,2 0 0 0,-5-1 7 0,-10 1-2 15,10 2-3-15,-9-1 0 0,-2 0-3 0,2 0 2 16,-3 0-2-16,-3 2 9 0,-2-1-12 0,1-1 4 15,0 2-5-15,-2 0 4 0,-3 0-2 0,-8 0 0 16,13-2 0-16,-13 2 9 0,8 2-3 0,-8-2-1 16,0 0 0-16,11 0 5 0,-11 0 3 0,0 0-6 15,0 0 7-15,10-2-6 0,-10 2 3 0,0 0-2 16,0 0-2-16,0 0-2 0,0 0-1 0,0 0 0 16,0 0-1-16,0 0 0 0,7-1-5 0,-7 1-3 15,0 0-19-15,0 0-15 0,0 0-26 0,0 0-44 16,0 0-40-16,0 0-56 0,0 0-50 0,0 0-158 15,-33 17-442-15,15-15 196 0</inkml:trace>
  <inkml:trace contextRef="#ctx0" brushRef="#br0" timeOffset="7698.76">20895 6979 88 0,'-9'-5'94'15,"4"1"-16"-15,5 4-10 0,-10-3-4 0,5 0-3 16,5 3 0-16,-11-4-17 0,6 1 0 0,5 3-7 16,-13-4 2-16,5 0 3 0,8 4-2 0,-12-4-4 15,5 3-8-15,0-1-2 0,7 2-5 0,-14-3 0 16,6 2-6-16,-1 1-5 0,9 0-11 0,-18-1 7 16,8 1 4-16,-2 1-10 0,2-2-5 0,10 1 12 15,-15 1-1-15,4-1 3 0,4 0-5 0,7 0 11 16,-15 0-11-16,15 0 0 0,-12 0 3 0,12 0 1 15,-10 0 1-15,10 0-13 0,-9 0-3 0,9 0 9 16,0 0-1-16,0 0 2 0,-9 1-1 0,9-1-5 16,0 0 5-16,0 0-3 0,0 0 1 0,0 0 8 15,0 0-5-15,0 0-4 0,0 0 23 0,0 0-6 16,29 7 5-16,-17-4-5 0,6-2 8 0,2 0 0 16,1-1-2-16,7 2 6 0,1-2-7 0,2 2-1 15,-1-4 13-15,2 0-6 0,3 1 6 0,-2 0-6 16,0-1 5-16,4 1-4 0,2-1-4 0,-1-1 3 0,0 3 2 15,2-6-7-15,0 5-2 0,-2 1 9 16,14-3-10-16,-15 3 8 0,16-2 1 0,-16 2-11 16,1-2 4-16,1 0 3 0,12 4 0 0,-14 0 0 15,2 0-2-15,-2-2 7 0,1-2-3 0,13 4 0 0,-16-2 6 16,2 0-1-16,3 3-6 0,0-3-1 0,12 0 4 16,1 0 0-16,-16-2 3 0,1 2 1 0,3-1-6 15,10-3-3-15,0 2 2 0,-14-1-2 0,1 3-8 16,2-2 13-16,-3 0-2 0,14 2-2 0,-14-2 1 15,2 0 0-15,-2 0 3 0,4-1-7 0,-3 1 1 16,13 1 0-16,-14-2 3 0,1 1 2 0,-2 1-2 16,5-2-3-16,12 2-4 0,-4 1 2 15,-10 1-3-15,13 2-2 0,-14-2-2 0,13 1 2 0,-2 0 2 16,4 0 2-16,-15 1-7 0,16 3 3 0,-16-2-4 16,17 0 0-16,-2-1 4 0,-1 5 2 0,-13-5-2 15,14 1 0-15,4-1 0 0,1 5 4 16,-3-5-5-16,3 1 3 0,-3-3 1 0,3 7 3 0,2-7 0 15,3 1-4-15,-3 0 4 0,2-3-3 0,0 1 2 16,-1 0 0-16,1-3 2 0,1 3-1 0,2-1 2 16,-2-4-6-16,28 2 0 0,-30 2 2 0,3-4-3 15,1 0 0-15,26-3-2 0,-29 1 7 0,5-3-3 16,-2 4-2-16,-1 1-7 0,28-8 7 0,-28 8 2 16,26-6-7-16,-29 0 1 0,2 5 1 0,-1 1-1 15,3-2 5-15,28-1-6 0,-33 2 0 0,5-4-3 16,0 6 1-16,-2-1 5 0,4 1 0 0,-2-1-7 15,2-4 9-15,-2 3-7 0,0-2-1 0,0 0 3 16,2 4 9-16,-1-4-3 0,-1 2 0 0,-2-3-2 16,0 0 8-16,-5 1-14 0,1 0 4 0,-4 0 14 15,-16 3-1-15,21-4-7 0,-6 2-2 0,-15 4-1 16,16-4-4-16,-5 4 12 0,-14-1-11 0,1 0-2 0,3 1-2 16,-5-1 3-16,1 0-4 0,-1 3 4 15,-3-3-2-15,-1 2 0 0,-3 0 0 0,-8 1-7 16,0 0 2-16,0-1 4 0,-7 2-2 0,1-1 2 0,-5 1-2 15,-2-1 1-15,-7 1-4 0,13 0 0 0,-13 0-4 16,10-1 5-16,-10 1 5 0,8 0-6 16,-8 0-4-16,0 0 3 0,8-2-3 0,-8 2-5 15,0 0-29-15,0 0-36 0,0 0-58 0,0 0-43 0,-12-18-63 16,3 9-47-16,-4-2-206 0,-3-3-526 0,-7-5 233 16</inkml:trace>
  <inkml:trace contextRef="#ctx0" brushRef="#br0" timeOffset="8549.12">26953 2578 114 0,'0'0'125'0,"6"-7"-11"0,0 4-16 0,2-1-13 16,3 2-2-16,1 0 4 0,1 1-14 0,0 1-14 0,5 3 3 16,-1-1-8-16,2 4-4 0,0 2-7 0,6 5-3 15,-1 0-7-15,1 4 0 0,1 4-7 0,-1-1 0 16,0 7 1-16,-1-2-7 0,-1 5 3 0,4 10-6 16,2-1 5-16,-1 0-5 0,-11-6-3 15,8 11-4-15,1 0 11 0,0 3 1 0,-3 1-7 0,-4 4 2 16,4-1-3-16,-5 4 4 0,0 0 8 15,-2 3 2-15,3 21-7 0,-3-22 2 0,-9 1 9 16,7 27 12-16,-5-2 1 0,0-2 5 0,-5-23-9 16,9 30-4-16,-12-5 2 0,9-3-1 0,-7-24-1 15,-1 0-2-15,2 3 21 0,2 1 8 0,7 25 3 16,-5-30 1-16,4 28 5 0,-5-24 5 0,8 23-10 16,-1 0 4-16,-3-23 0 0,11 19-2 0,-12-22-9 15,6 24 8-15,-4-23-8 0,-3-1 0 0,11 25-6 16,-5-22 10-16,2 20-14 0,0-25-5 0,2 0-2 15,11 24-5-15,-10-28-7 0,5 4 2 0,1-2-5 16,-1 3 1-16,4-1-3 0,-2 0-6 0,0-1 3 16,-2-2-1-16,0 6-2 0,-3-4-2 0,-1-1 0 15,-3-1-2-15,-3-5-1 0,-1 0-3 0,-1 0 0 16,-4-12-2-16,-2-2-1 0,0 1 2 0,-5-2-3 16,2-4 7-16,-2 2-6 0,0-3-5 0,-3 2 4 15,-2-3-1-15,1 1 1 0,-1-6-4 0,-3-2 4 16,-2 1 4-16,-2 4-5 0,1-6 4 0,-2-1-5 15,-2 0 2-15,-8 0-16 0,2 1-5 0,-7-2-49 16,-3 1-23-16,-3 0-49 0,-3-6-73 0,-6-3-58 16,-13 0-225-16,-4-10-529 0,-2-2 234 0</inkml:trace>
  <inkml:trace contextRef="#ctx0" brushRef="#br0" timeOffset="8820.53">28840 4885 17 0,'0'0'50'0,"0"0"-5"0,0 0-1 15,0 0-3-15,0 0-5 0,0 0-11 0,7-3-11 16,-7 3-18-16,0 0-41 0,0 0-49 0,0 0 22 16</inkml:trace>
  <inkml:trace contextRef="#ctx0" brushRef="#br0" timeOffset="11950.35">28483 4904 46 0,'0'0'66'0,"0"0"2"0,0 0-8 0,0 0 2 16,0 0-10-16,0 0-13 0,0 0 3 0,0 0-13 16,0 0 10-16,0 0-9 0,0 0-1 0,0 0-9 15,0 0 4-15,0 0-4 0,0 0-3 0,0 0 1 0,0 0-4 16,0 0-1-16,0 0 2 0,0 0-6 16,0 0 1-16,0 0-6 0,0 0 22 0,0 0-19 15,0 0 5-15,0 0-10 0,0 0 7 0,0 0-6 16,0 0 6-16,0 0-1 0,0 0 3 0,0 0-10 15,0 0 5-15,0 0 1 0,0 0-4 0,0 0 13 16,0 0 8-16,0 0-13 0,0 0-5 0,0 0 4 16,0 0 3-16,0 0-5 0,0 0 9 0,0 0-6 15,0 0 5-15,0 0 3 0,0 0-9 0,0 0 4 16,0 0-3-16,0 0 17 0,0 0-16 0,0 0 1 16,0 0 2-16,0 0 4 0,0 0-1 0,0 0 5 15,0 0 1-15,0 0-4 0,0 0 3 0,0 0-2 16,0 0 8-16,0 0-7 0,0 0 1 0,0 0 4 15,0 0-4-15,0 0-8 0,0 0 11 0,0 0-10 16,0 0 7-16,0 0-4 0,0 0 3 0,0 0-9 16,0 0 11-16,0 0 0 0,0 0 3 0,0 0-2 15,0 0 2-15,0 0-3 0,0 0 1 0,0 0 0 16,0 0-8-16,0 0 8 0,0 0-4 0,0 0 4 16,0 0-6-16,0 0-1 0,0 0-1 0,0 0 2 15,0 0-2-15,0 0 3 0,0 0-2 0,0 0 2 16,0 0 2-16,0 0 8 0,0 0-8 0,0 0 7 15,0 0-1-15,0 0 0 0,0 0-3 0,0 0 0 16,0 0-6-16,0 0-1 0,0 0-6 0,0 0 2 16,9-15 1-16,9 6-9 0,7-7-8 0,1 2-21 15,1-2-20-15,0 0-26 0,-2 1-24 0,-1 3-38 16,-8 5-17-16,-2 4-138 0,-4 1-308 0,-10 2 136 16</inkml:trace>
  <inkml:trace contextRef="#ctx0" brushRef="#br0" timeOffset="12833.49">28569 4937 42 0,'-2'6'129'0,"2"-6"-31"0,2 11-10 16,-1-1 2-16,-1 1-6 0,1 5 3 0,2-1-4 15,-2 3-2-15,4 0-5 0,0 5 6 0,3 1-11 16,-2-6 5-16,-3 0-7 0,5-2-6 0,-5-1-7 15,4 1 1-15,-3-5-7 0,1 5-1 0,-1-5-8 16,-1 0-4-16,1-1-3 0,-2 0-2 0,1 0-2 16,0-2 1-16,-3-8-3 0,3 14-9 0,-2-8 1 15,-1-6-1-15,0 0-1 0,-1 16-4 16,1-16 4-16,-4 10-5 0,-1-1 1 0,5-9-4 0,-7 9 5 16,1-5-7-16,6-4 0 0,-12 7-1 0,12-7-15 15,-13 3 11-15,6 0 2 0,7-3 6 16,-13 2-3-16,13-2-4 0,-9 3 1 0,9-3 1 0,0 0-4 15,-12 2 4-15,12-2-1 0,0 0 0 0,0 0-1 16,-7 4-2-16,7-4-2 0,0 0-2 16,0 0-1-16,0 0-1 0,0 0 3 0,0 0-2 15,0 0 3-15,0 0-3 0,24-17 0 0,-14 11 3 16,2-1-3-16,-3 1 4 0,1 1-4 0,-2-3 0 16,1 1 2-16,-2 1-1 0,1 0-1 0,2-1 0 0,-2 0 5 15,1 1-4-15,-3-3 3 0,2 2 0 0,-2-2-2 16,2 0 6-16,-2 1-9 0,2-2 8 0,-2 1-10 15,0 3 9-15,-6 6-6 0,7-9-1 16,-7 9 7-16,7-5-5 0,-7 5-2 0,6-5 0 16,-6 5-1-16,0 0 3 0,0 0 0 0,0 0 7 15,12-2-12-15,-12 2-1 0,0 0 3 0,9 11 4 0,-9-11 4 16,7 9-5-16,-7-9 7 0,4 7-1 16,-4-7-4-16,4 8 4 0,-4-8 15 0,0 0 2 15,0 0 9-15,4 8 4 0,-4-8 5 0,0 0 9 16,0 0 1-16,0 0-1 0,0 0 2 0,0 0-3 15,0 0-2-15,0 0-8 0,0 0-7 0,0 0-3 16,0 0-6-16,0 0 0 0,0 0-9 0,-7-35-2 16,8 24 0-16,3-5-3 0,-1 3-5 0,5-3-9 15,-1-1 1-15,2 2 0 0,1 1-3 0,1 2 1 16,-2 3 2-16,2 0-4 0,-1 5 3 0,0-1-7 16,2 3 4-16,-2 0 0 0,2 1 2 0,-1 4-3 15,1-2 1-15,-2 3 3 0,-5-2 2 0,3 1-2 16,-2 0 2-16,0 1 2 0,-6-4-1 0,8 7 2 0,-3-6 3 15,-5-1-1-15,4 5 3 0,-4-5 6 16,0 0-6-16,8 2 7 0,-8-2 0 0,0 0 0 16,0 0-2-16,0 0 5 0,0 0-8 0,-14 9 3 15,14-9-2-15,0 0 5 0,0 0 0 0,0 0-8 16,0 0 2-16,0 0-5 0,-11-12 2 0,11 12-2 16,-1-16-21-16,5 6 7 0,-1 0 0 0,3-6-4 0,2 1 5 15,3 0-2-15,-2 1 1 0,0 4-2 16,0 0 1-16,-1 3 1 0,-1 1 0 0,1 1 1 15,1 3-2-15,-2 1 3 0,-7 1-1 0,15 1 4 16,-4 4 1-16,-3-1 2 0,1 1 3 0,0 4-5 16,-3 1 3-16,1 0 0 0,-2 1 0 0,0 1 4 0,0 3-11 15,0 2-19-15,-2-1-25 0,-3 2-25 16,1-5-51-16,-1-2-30 0,0 6-117 0,-4-5-302 16,1-3 134-16</inkml:trace>
  <inkml:trace contextRef="#ctx0" brushRef="#br0" timeOffset="13091.41">29137 4725 129 0,'0'0'129'0,"-1"-7"-10"0,1 7-15 0,0 0-12 15,0 0 0-15,0 0 14 0,10 25 6 0,1 2 7 16,-1 4-3-16,4 14 4 0,-3 2-10 0,0 2-9 15,0 7-13-15,1-7-4 0,-3 2-10 0,-1-5-5 16,-2-1-5-16,0-11-9 0,-2-3 0 0,2 2-6 16,-1-3-1-16,0-4-11 0,0 1-2 0,-1-4-5 15,-1-6-11-15,-2-2-19 0,3-3-33 0,-3-3-16 16,-1 1-25-16,0-10-21 0,2 10-15 0,-2-10-9 16,0 0-15-16,0 0-15 0,0 0-84 0,0 0-251 15,0 0 112-15</inkml:trace>
  <inkml:trace contextRef="#ctx0" brushRef="#br0" timeOffset="13298.51">29200 5336 64 0,'-10'-32'17'15,"-2"-2"4"-15,3-13 11 0,2 1 9 0,4 11-1 16,2 1-4-16,3-1 14 0,4 4 13 0,0 3-1 16,0 1-13-16,2 8 8 0,0 4-7 0,-2 4 6 15,2 3-9-15,2-1-10 0,-1 2 2 0,-1 4-9 16,3-1 1-16,-3 3 3 0,-8 1-2 0,16 3 17 16,-6 0 20-16,0 2-17 0,-4-2 10 0,3 4 6 15,-4-3 4-15,-1 1-1 0,-4-5-6 0,6 10 4 16,-3-4 6-16,-3 4 0 0,-2-1-7 0,0 1-1 15,-5 7-13-15,-3-5-15 0,1 3-28 0,-1-1-38 16,-1-1-45-16,2-3-33 0,1-2-42 16,-1 0-104-16,0-1-271 0,9-7 120 0</inkml:trace>
  <inkml:trace contextRef="#ctx0" brushRef="#br0" timeOffset="13403.8">29544 4885 88 0,'0'0'206'0,"7"-3"-22"15,-7 3-34-15,7-4-39 0,-7 4-50 16,0 0-65-16,0 0-37 0,9 5-86 0,-9-5-135 16,-7 22 60-16</inkml:trace>
  <inkml:trace contextRef="#ctx0" brushRef="#br0" timeOffset="13566.84">29192 5546 235 0,'-4'6'331'0,"2"-2"-45"16,2-4-38-16,0 0-35 0,0 0-25 0,0 0-39 0,0 0-37 16,37-32-43-16,-1-3-48 0,5-4-57 0,30-20-52 15,0 2-54-15,-4-1-123 0,4 3-286 16,0 3 127-16</inkml:trace>
  <inkml:trace contextRef="#ctx0" brushRef="#br0" timeOffset="13696.66">30170 4893 92 0,'12'-8'313'0,"-2"5"39"0,-1-2 1 0,-3 2-10 0,1-1 4 15,-2 2-12-15,-5 2-13 0,7-4-13 0,-7 4-15 16,8-4-23-16,-8 4-25 0,5-3-23 16,-5 3-23-16,0 0-40 0,0 0-41 0,6-4-45 15,-6 4-53-15,0 0-56 0,0 0-89 0,0 0-88 16,0 0-89-16,0 0-316 0,0 0-669 0,0 0 295 16</inkml:trace>
  <inkml:trace contextRef="#ctx0" brushRef="#br0" timeOffset="17615.89">14405 12687 91 0,'0'0'83'0,"0"0"-4"16,0 0-16-16,0 0-4 0,0 0-4 0,0 0 1 16,0 0-13-16,0 0 1 0,0 0-4 15,0 0 6-15,0 0-3 0,0 0-11 0,0 0 10 0,0 0-6 16,0 0-3-16,0 0 6 0,0 0-2 0,0 0-3 15,0 0 2-15,0 0 0 0,0 0-1 0,0 0-7 16,0 0-3-16,0 0 6 0,0 0-8 0,-12 0 5 16,12 0 6-16,0 0 9 0,-9 3 1 0,9-3-5 15,-7 1-8-15,7-1-5 0,-12 3 4 0,6-1 3 16,6-2-2-16,-10 4 1 0,3-3 2 0,-3 1 0 16,4 0 6-16,6-2-6 0,-11 4-4 0,4-2 3 15,-1 0-4-15,2 0 0 0,6-2-4 0,-13 2-4 16,4 0 4-16,9-2 6 0,-9 3 1 0,9-3 0 15,-9 2-5-15,9-2-2 0,-8 1-5 0,8-1 5 16,0 0 4-16,-11 1-1 0,11-1-2 0,-8 1 5 0,8-1-3 16,0 0 1-16,0 0-4 0,-11 0-1 15,11 0-2-15,0 0-1 0,0 0 0 0,-10 2-3 16,10-2-2-16,0 0-1 0,0 0-2 0,0 0-1 16,0 0-2-16,0 0 3 0,0 0 1 0,-10 0 0 0,10 0-2 15,0 0 1-15,0 0 5 0,0 0-2 16,0 0-3-16,0 0-1 0,0 0-3 0,0 0-1 15,-9 0 6-15,9 0-2 0,0 0 5 0,0 0-2 16,0 0-8-16,-12-3 3 0,12 3-1 0,-9-2 0 0,9 2 1 16,-10-1-4-16,10 1 1 0,-13-4-2 15,5 3-1-15,-1-2 0 0,0 1-1 0,9 2-2 16,-16-2 4-16,10-1-2 0,-6 2-2 0,12 1-2 16,-13-4 5-16,7 1-3 0,-4 3-1 0,10 0 2 0,-13-2 0 15,13 2-1-15,-9-2-2 0,1 1 3 0,8 1 1 16,0 0-3-16,-10 0 3 0,10 0-3 0,0 0 0 15,0 0 0-15,-9-1 0 0,9 1-4 16,0 0 3-16,0 0-4 0,0 0 3 0,0 0-3 0,0 0 3 16,0 0 1-16,0 0 1 0,0 0-2 0,0 0 2 15,0 0 1-15,27-4-1 0,-27 4-3 0,20 0-2 16,-6-1 5-16,-1 0 1 0,1 0-4 0,-1 1 5 16,0-1-4-16,7-2 3 0,-1-1 1 0,2 4 1 15,2-2 1-15,4-3 0 0,-6 2-4 0,2 2 2 16,-2-2-6-16,8 0 8 0,-6 0 0 0,5 2-5 15,0 1 2-15,-2-3-3 0,2 1 2 0,-5 1 1 16,5-1-1-16,0 1 0 0,1 1 0 0,1 0 2 16,1-2-1-16,-4 1 2 0,2 1-3 0,0-1 3 15,-1 1-3-15,2-2 2 0,-3 2-2 0,2 0 4 16,-7-2-1-16,6 1 5 0,1-2-3 0,-7 2 3 16,6-2-3-16,-2 1 3 0,4 1-3 0,0-1-3 15,-9-2 4-15,10 1 1 0,-3-2-3 0,-1 3 3 16,4-3-1-16,-3 0 3 0,2 2-2 0,0 1-2 15,-1-2-1-15,1 0 3 0,-1 2 0 0,-3-4-2 16,3 2 0-16,-1 0 0 0,-1 2 0 0,1-2-1 16,2 0-1-16,-3 0 4 0,3 0-3 0,-1 1 1 15,1-1 5-15,-1 0-4 0,2 1 2 0,0-1 0 16,-3 0-4-16,4-1 6 0,-3 1-4 0,0 0 3 16,2 1-1-16,-3-1-3 0,2 0-2 0,-2 0 3 0,3-2-1 15,-2 3-2-15,0-1 0 0,-1 0 3 16,2-1-4-16,-1 1 6 0,1 0-4 0,0 0 4 15,1-1-2-15,0 0 0 0,2 2 0 0,-3-2 1 16,2 1-1-16,-2 1 3 0,-2-2-3 0,4 1 1 0,-5 0-1 16,-6 1 0-16,0-2 1 0,-1 4 0 15,3-2-4-15,-2-1 4 0,-1 2-3 0,2-1 1 0,-3 2 1 16,3-1 8-16,-1 1 0 0,8-2 2 16,-10 3-1-16,1 0 0 0,1-2-5 0,-1 2 5 15,10 0 1-15,-10-1-7 0,7 1 1 0,-5 1 3 0,-1-1-5 16,1 0 1-16,6 2 10 0,1-2-3 0,2 1-3 15,-1 2-4-15,1-2 4 0,0 0 1 16,4 1-4-16,-1-2 0 0,1 2 1 0,-3-1 0 16,1 0-2-16,2 1-1 0,-4-1 1 0,0-2-1 0,-1-1-5 15,-2 2 0-15,1-1 0 0,-7 0 2 0,6 1-2 16,-8 0 3-16,3-2-2 0,-2 4 0 16,-2-1-1-16,9-1 3 0,-6 1-3 0,-3 1-1 15,0-1-2-15,2 1 3 0,0 0-1 0,-4 1-1 0,2-3 2 16,-1 3-3-16,-4 0 0 0,3 1 2 0,-3-2-3 15,2 1 6-15,1 1-3 0,-4-1-4 0,1-1 1 16,-3 0 4-16,3 2-5 0,-4-1 9 16,1 0-9-16,-1 1 5 0,-4 0-6 0,-1-2 4 0,2 2-3 15,2-1 2-15,-4 0 3 0,0 1-6 0,-5-4-10 16,10 5-4-16,-7-3-10 0,-3-2-17 0,7 4-12 16,-7-4-20-16,0 0-17 0,5 5-26 0,-5-5-24 15,0 9-25-15,0-9-35 0,-1 9-30 0,1-9-154 16,-4 14-417-16,4-14 185 0</inkml:trace>
  <inkml:trace contextRef="#ctx0" brushRef="#br0" timeOffset="19089.16">24456 11109 39 0,'0'0'149'16,"0"0"-5"-16,0 0-3 0,0 0-10 0,0 0-4 15,0 0-7-15,0 0-8 0,0 0-1 0,0 0-4 0,0 0-2 16,0 0-6-16,0 0-15 0,0 0-1 16,0 0-1-16,0 0 1 0,0 0-8 0,0 0-5 15,16 15-1-15,-16-15-9 0,3 6 7 0,-3-6-2 0,7 9 1 16,-6-5-3-16,3 0-5 0,-4-4-4 0,5 7 2 15,-1-2-1-15,0 0-4 0,-4-5-3 16,2 7-1-16,-2-7-7 0,3 8 5 0,-2-1 5 0,-1-7 2 16,4 10-6-16,-1-2-3 0,-1-2-6 0,1-2 0 15,-3-4-5-15,2 10-2 0,1-7-4 0,-3-3-1 16,2 8-3-16,-2-8 1 0,4 8 0 0,-4-8-1 16,4 3-5-16,-4-3 1 0,0 0 0 0,3 8-4 15,-3-8 2-15,0 0-4 0,0 0-1 0,0 0 0 16,0 0 3-16,0 0 1 0,0 0-4 0,0 0 2 15,0 0-4-15,0 0 2 0,0 0-5 0,16-17 2 16,-11 6-2-16,3-5-2 0,1-3-7 0,4-5-8 16,1 0-4-16,0-5-12 0,2 2-13 0,1-4-15 0,9-11-18 15,4 0-21-15,0 3-24 0,-1 1-33 16,3 2-18-16,4-4-25 0,-3 4-37 0,-7 12-138 16,-1 1-398-16,-2 2 177 0</inkml:trace>
  <inkml:trace contextRef="#ctx0" brushRef="#br0" timeOffset="20249.1">24396 12767 21 0,'0'0'204'0,"0"0"-9"0,0 0-4 0,0 0-8 16,5-5-3-16,-5 5-6 0,0 0-7 0,0 0-10 15,0 0-13-15,0 0-10 0,0 0-9 0,0 0-7 16,0 0-3-16,8-2-5 0,-8 2 2 0,0 0-14 16,0 0-4-16,0 0-12 0,0 0-5 0,13 2-6 15,-13-2-4-15,0 0-1 0,0 0-8 0,8 0-1 16,-8 0-3-16,0 0-1 0,0 0-4 0,0 0 2 16,5 5-2-16,-5-5 5 0,5 9 0 0,-3-6-5 15,-2-3-3-15,5 10-3 0,-2-4-6 0,-2 2 4 16,3 0 0-16,-1 1-6 0,-1-3-2 0,2 1-1 15,-4-7-1-15,3 13-5 0,-1-5-4 0,1-1-4 16,-1 0 6-16,-1 0-5 0,-1-7 0 0,5 8-2 16,-5-8 4-16,1 7-4 0,-1-7-2 0,0 0-4 15,2 7-1-15,-2-7-3 0,0 0-1 0,0 0 3 0,0 0-1 16,3 6-12-16,-3-6-2 0,0 0-2 0,0 0-3 16,0 0-4-16,19-18-10 0,-14 8-19 15,5-7-24-15,4-5-24 0,-1-3-44 0,4-7-46 16,5-13-48-16,4-3-53 0,-3-3-201 0,15-26-522 0,-13 24 231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7:32.293"/>
    </inkml:context>
    <inkml:brush xml:id="br0">
      <inkml:brushProperty name="width" value="0.05292" units="cm"/>
      <inkml:brushProperty name="height" value="0.05292" units="cm"/>
      <inkml:brushProperty name="color" value="#FF0000"/>
    </inkml:brush>
  </inkml:definitions>
  <inkml:trace contextRef="#ctx0" brushRef="#br0">23260 15516 35 0,'0'0'116'0,"0"0"-1"0,0 0-1 16,0 0-1-16,0 0-1 0,0 0-3 0,0 0-1 15,0 0 2-15,0 0-1 0,0 0-2 0,0 0 1 16,0 0-9-16,0 0-4 0,0 0-9 0,0 0-5 15,0 0-4-15,0 0-7 0,0 0-6 0,0 0-4 16,0 0-5-16,0 0 3 0,0 0 2 0,0 0 3 16,0 0 0-16,0 0 2 0,0 0-3 0,0 0 3 15,0 0-7-15,0 0-4 0,0 0 1 0,0 0-2 16,0 0 3-16,-6 22-5 0,6-22-1 0,5 9 0 16,-4-4-2-16,-1-5-8 0,3 7-3 0,-3-7-4 15,0 0-5-15,6 3-5 0,-6-3 7 0,0 0-11 16,21-10-4-16,-7-2-2 0,6-7-5 0,2-7 0 15,12-15-5-15,-7-8-11 0,10-2-24 0,5-27-33 16,-1 4-43-16,-9 24-37 0,18-29-49 0,-14 29-45 16,-2 4-148-16,0 0-419 0,-2 5 185 0</inkml:trace>
  <inkml:trace contextRef="#ctx0" brushRef="#br0" timeOffset="2256.01">22893 12249 80 0,'0'0'114'0,"0"0"-6"0,0 0-6 0,0 0 4 16,0 0 0-16,0 0 4 0,-2-6-2 0,2 6 4 0,0 0-2 15,0 0 2-15,0 0-2 0,0 0 0 16,0 0-3-16,0 0-3 0,0 0-6 0,0 0-5 16,0 0-6-16,0 0-2 0,0 0-3 0,0 0-5 0,0 0-6 15,0 0 1-15,0 0-6 0,0 0-3 16,0 0-3-16,0 0 5 0,0 0-1 0,0 0-3 15,0 0-3-15,0 0 1 0,0 0-1 0,0 0 1 0,0 0-3 16,0 0-5-16,0 0-1 0,0 0-3 0,0 0-4 16,0 0 0-16,0 0-3 0,0 0-4 0,0 0-2 15,0 0-6-15,0 0-3 0,0 0 0 0,0 0-3 16,0 0-1-16,0 0-7 0,0 0 0 0,0 0-2 16,0 0-2-16,0 0 0 0,16-8 5 0,-8 1 1 15,1-1 2-15,6-3 8 0,1 2 0 0,-1-4 5 16,2 1-14-16,6-3 4 0,0-1 2 0,1 3-3 15,-6 5 2-15,6-4-2 0,-5 4-1 0,1-1-15 16,-1 1-2-16,6-3 4 0,-8 5 3 0,-1-1-12 16,1 2 9-16,1-2-2 0,-6 4 13 0,1-1-13 15,-2 0 2-15,-1-2 8 0,-1 5-11 0,-1-1-1 16,-1 0-1-16,-7 2-2 0,12-4 1 0,-7 3 3 16,-5 1 0-16,0 0 7 0,10-1-8 0,-10 1 11 15,5-4-6-15,-5 4 1 0,0 0 0 0,0 0 0 16,0 0 1-16,5-4-6 0,-5 4 2 0,0 0 3 15,0 0-10-15,0 0 5 0,0 0-12 0,0 0-13 16,0 0-23-16,0 0-25 0,0 0-29 0,0 0-41 0,0 0-33 16,0 0-52-16,0 0-6 0,9-5-21 0,-9 5-186 15,3-5-475-15,-3 5 210 0</inkml:trace>
  <inkml:trace contextRef="#ctx0" brushRef="#br0" timeOffset="2889.62">23010 9388 132 0,'-11'3'177'0,"11"-3"6"0,-7 2-7 15,7-2-7-15,0 0-7 0,-12 3-9 0,12-3-8 16,0 0-14-16,-7 3-12 0,7-3-11 0,0 0-3 16,-8 4-10-16,8-4-5 0,0 0-2 0,0 0-2 15,0 0-12-15,0 0-3 0,-4 4-7 0,4-4-3 16,0 0-10-16,0 0-5 0,0 0-5 0,0 0-5 15,0 0-5-15,0 0 2 0,0 0-4 0,22 2 3 16,-11-4-3-16,2 2 8 0,0-2-4 0,6 0-2 16,4-1 17-16,4-2-6 0,0 0-5 0,0 1 0 15,1 0-2-15,-7 0 1 0,0 0-2 0,-1 1-2 16,1-1 3-16,-1 0-3 0,-3 0 4 0,-4-1 1 16,-1 2-2-16,-1 1-1 0,-1-1 2 0,-2 0-2 15,-2 2 0-15,-1-2-4 0,-5 3 1 16,10-3-2-16,-10 3 1 0,7-1-1 0,-7 1-1 0,0 0-3 15,6-3-4-15,-6 3 2 0,0 0-3 0,0 0-1 16,0 0-3-16,7-3-3 0,-7 3-9 0,0 0-18 16,0 0-20-16,0 0-27 0,0 0-45 0,0 0-42 15,0 0-50-15,0 0-59 0,1-7-232 0,-1 7-530 16,-3-17 235-16</inkml:trace>
  <inkml:trace contextRef="#ctx0" brushRef="#br0" timeOffset="3462.33">23411 8311 101 0,'0'0'203'0,"0"0"-13"0,0 0-13 0,0 0-1 0,0 0-9 15,0 0 2-15,0 0 1 0,0 0 0 0,0 0-4 16,0 0-4-16,0 0-14 0,0 0-11 0,0 0-11 15,0 0-10-15,0 0-7 0,0 0-6 16,0 0-10-16,0 0-6 0,0 0-3 0,0 0-6 0,0 0-6 16,0 0-5-16,0 0-7 0,0 0 0 0,0 0-5 15,0 0-7-15,0 0-6 0,0 0-2 16,-5-8-2-16,5 8-6 0,0 0 0 0,0 0 1 16,0 0 1-16,0 0 0 0,0 0 5 0,14-8-5 0,-4 1 11 15,2 1-1-15,7-4-7 0,8-7 8 16,-3-2 3-16,8 0-6 0,1-2-2 0,11-8 2 0,-3 1-6 15,-13 8-4-15,1-2 3 0,0 4 5 0,-2-1-5 16,-4 1 2-16,-6 7 5 0,-3-1-5 0,-4 3-1 16,0 3 9-16,0 1-1 0,-4-1 5 0,0 4-8 15,-1-2 2-15,-5 4-6 0,8-5 4 0,-8 5 2 16,6-4-12-16,-6 4-15 0,0 0 8 0,7-4-6 16,-7 4 0-16,0 0-4 0,0 0-15 0,5-3-33 15,-5 3-34-15,0 0-47 0,0 0-60 0,0 0-84 16,0 0-64-16,0 0-54 0,5 13-197 0,-5-13-620 15,-7 15 275-15</inkml:trace>
  <inkml:trace contextRef="#ctx0" brushRef="#br0" timeOffset="5316.88">23761 6036 48 0,'0'0'118'0,"0"0"1"0,0 0 3 0,0 0-3 16,0 0 3-16,0 0-5 0,0 0 7 0,0 0-16 15,0 0-5-15,0 0-6 0,0 0-4 0,0 0-7 16,0 0-6-16,0 0 4 0,0 0-9 0,0 0-2 16,0 0-1-16,0 0-8 0,0 0-5 0,0 0-1 15,0 0 1-15,0 0-8 0,0 0-10 0,0 0 2 16,0 0-5-16,0 0-2 0,0 0-8 0,0 0-3 16,0 0-1-16,0 0-3 0,8 0 0 0,-8 0-3 15,18-14 1-15,0 3 0 0,1 1 1 0,1-5 10 16,6 1 2-16,-3-1-1 0,-7 5-5 0,0 1-4 15,-2 0-1-15,-3 3-3 0,-2 0 2 0,0 0 0 16,-4 2 3-16,2 2 2 0,-7 2 3 0,7-5-3 16,-7 5 0-16,8-4-3 0,-8 4-1 0,5-3-3 15,-5 3-2-15,0 0 0 0,0 0-2 0,9-2-2 16,-9 2-1-16,0 0 2 0,0 0-9 0,0 0 0 16,6-3-2-16,-6 3-19 0,0 0-19 0,0 0-30 0,8-3-37 15,-8 3-44-15,0 0-48 0,12 1-196 16,-12-1-421-16,8 5 187 0</inkml:trace>
  <inkml:trace contextRef="#ctx0" brushRef="#br0" timeOffset="5872.59">23817 6773 60 0,'0'0'134'0,"0"0"-2"15,0 0-11-15,0 0-18 0,-2 6 4 0,2-6-7 16,0 0-2-16,0 0-10 0,0 0 1 0,0 0-6 16,0 0-5-16,0 0 3 0,0 0-4 0,0 0-1 15,0 0-7-15,0 0 1 0,0 0-2 0,0 0-4 16,0 0-4-16,0 0 0 0,0 0 3 0,0 0-1 15,0 0-6-15,0 0 5 0,0 0-1 0,0 0-1 16,0 0 1-16,0 0-3 0,0 0-2 0,0 0 1 16,0 0-6-16,0 9-1 0,0-9-6 0,0 0-1 15,0 0-6-15,0 0-6 0,0 0 2 0,0 0-7 16,0 0-3-16,0 0 1 0,0 0 3 0,0 0-10 16,0 0-1-16,0 0 1 0,0 0-2 0,0 0-3 15,0 0-2-15,0 0 0 0,0 0-4 0,0 0 1 16,0 0-2-16,0 0 3 0,0 0 3 0,0 0 8 15,0 0 5-15,0 0 5 0,20-9 4 0,-9 6 4 16,4-5-2-16,4-1 1 0,7-2-3 0,-1-2 5 16,2 0-7-16,-3-1 19 0,3-1-8 0,-5 2-1 15,-4 7-6-15,-3-4 0 0,-2 6-2 0,-2-2-5 16,-3 1-4-16,2 3 1 0,-3-3 0 0,-1 1-3 16,-6 4-3-16,10-4-4 0,-5 2-1 0,-5 2 5 15,7-5-5-15,-7 5 0 0,0 0 0 0,7-2-2 16,-7 2-3-16,0 0-2 0,6-3 1 0,-6 3 1 15,0 0-3-15,0 0 1 0,0 0-15 0,0 0-21 16,0 0-27-16,0 0-32 0,0 0-36 0,0 0-49 16,11-2-48-16,-11 2-29 0,0 0-209 0,0 0-498 0,0 0 220 15</inkml:trace>
  <inkml:trace contextRef="#ctx0" brushRef="#br0" timeOffset="6763.56">24507 5951 83 0,'0'0'219'0,"0"0"-26"0,0 0-22 0,-7 2-15 15,7-2-18-15,0 0-14 0,0 0-18 16,0 0-10-16,0 0-10 0,-5 6 0 0,5-6-11 15,0 0-4-15,0 11-7 0,0-11-11 0,-1 9 0 0,1-9-7 16,0 13-3-16,0-6-3 0,0-7-4 0,0 11-2 16,0-11-3-16,1 10-3 0,-1-10 8 0,0 8-6 15,0-8 2-15,0 0 6 0,0 8 4 16,0-8-4-16,0 0 6 0,0 0 5 0,0 0 6 0,2 7 5 16,-2-7-1-16,0 0-1 0,0 0-1 0,0 0 0 15,0 0-2-15,0 0 1 0,0 0-7 0,0 0-12 16,0 0-7-16,0 0-8 0,0 0-5 0,0 0-1 15,-6-32-5-15,6 23-3 0,-3-4-2 0,3 2-2 16,0 0 12-16,3-2-6 0,0-3-2 0,0 6-2 16,2-1 1-16,-1 3-1 0,1-2-3 0,-1 4-3 15,1 1 1-15,2 0-4 0,3 0 3 0,-1 3-1 16,-9 2-3-16,13-1 0 0,-1 2-1 0,0 1 1 16,-4 3-3-16,4 1 1 0,0 1 1 0,-2 1 3 15,2 2-1-15,-1 3 2 0,-2-3 1 0,0 0 0 16,0-2 0-16,-1 4 2 0,-1-5-1 15,-2 1-1-15,0-1 3 0,-1-1 0 0,-1-1 1 16,-3-5 2-16,6 6 1 0,-6-6 1 0,5 4-2 0,-5-4-1 16,4 4 0-16,-4-4 1 0,0 0 2 0,0 0-3 15,0 0 0-15,0 0-3 0,0 0-1 0,10-9-2 16,-10 9 0-16,3-14-3 0,0 7-3 0,-1-5-9 16,3 1 0-16,4-4 0 0,0 1 2 0,-4 3 3 15,4 2-1-15,-5 2-1 0,-2-1-1 0,5 4 0 16,-7 4 0-16,4-8 0 0,-4 8 1 0,5-3 2 15,-5 3-2-15,0 0 3 0,0 0 1 0,16 10 2 16,-10-3-2-16,1 3-12 0,-3 5-30 0,1 2-24 16,2 7-36-16,-4 0-33 0,0 6-36 0,-2 2-46 15,-3-1-114-15,2 2-369 0,-4-3 163 0</inkml:trace>
  <inkml:trace contextRef="#ctx0" brushRef="#br0" timeOffset="7598.8">24518 5936 11 0,'0'0'97'0,"0"0"-2"0,0 0-10 16,0 0-7-16,0 0-16 0,0 0-5 0,0 0 10 16,0 0-9-16,0 0-5 0,0 0-4 0,0 0 5 15,0 0-4-15,0 0 1 0,-4-5-2 0,4 5-8 16,0 0 4-16,0 0-6 0,0 0 11 0,0 0-1 16,0 0-12-16,0 0 5 0,0 0-5 0,0 0-4 15,0 0-5-15,0 0 8 0,0 0 4 0,0 0 12 16,-7 17-5-16,6-10-3 0,1 2-4 0,1 1 1 15,-1 0-6-15,0 2-3 0,3 0 3 0,-3 5 5 16,3 0-7-16,-3-3-7 0,1 3 3 0,1-3-7 16,1-2 0-16,-2 0 6 0,2 5 4 0,-2-7 2 15,0 1-6-15,2-1-3 0,-2 0-1 0,2-3-4 16,-2-2 1-16,-1-5-4 0,1 11 1 0,-1-11-2 16,4 9-2-16,-3-6-3 0,-1-3 2 0,0 0 3 15,2 7-6-15,-2-7 0 0,0 0-3 0,2 7 2 16,-2-7-6-16,0 0-9 0,0 0-15 0,0 0-15 15,0 0-31-15,0 9-38 0,0-9-22 0,0 0-31 16,0 0-131-16,0 0-311 0,0 7 138 0</inkml:trace>
  <inkml:trace contextRef="#ctx0" brushRef="#br0" timeOffset="8112.9">25094 6050 11 0,'0'0'149'0,"0"0"-8"0,0 0-3 16,4-5-8-16,-4 5-5 0,0 0-9 0,0 0-12 16,0 0-8-16,0 0-7 0,0 0-18 0,0 0 2 15,0 0-7-15,0 0 1 0,0 0 1 0,0 0-13 16,0 0 0-16,0 0-2 0,0 0 4 0,0 0-8 16,2 21-4-16,-2-21-4 0,0 9-10 0,0-9 1 15,0 10-2-15,0-10-8 0,2 8-8 0,2-2 9 16,-4-6-5-16,0 0-1 0,2 5 1 0,-2-5-3 15,5 6-3-15,-5-6-2 0,5 6-1 0,-5-6 3 16,7 2-2-16,-7-2-4 0,9 0 5 0,-9 0 0 16,11 0 3-16,-11 0 4 0,13-3 1 0,-13 3-3 15,9-4 2-15,-9 4 7 0,6-6-5 0,0 1 7 16,-2 1-1-16,-4 4-4 0,4-11 1 0,-1 4-3 16,1-1 0-16,-4 1-4 0,-2-5 3 0,2 4-7 15,0 8 5-15,-2-18 0 0,-2 13-1 0,1-4 7 16,1 4 1-16,-3 0-14 0,5 5-10 0,-13-6-21 15,7 3-25-15,6 3-23 0,-19 3-32 0,8 2-31 16,-6 4-31-16,-4 6-169 0,-4 6-360 0,4 0 160 16</inkml:trace>
  <inkml:trace contextRef="#ctx0" brushRef="#br0" timeOffset="9083.4">24396 6915 90 0,'0'0'241'0,"0"0"-37"0,-2-10-15 0,2 10-24 16,0 0-10-16,0 0-12 0,0 0-13 0,0 0-11 15,0 0-12-15,0 0-8 0,0 0-15 0,0 0-6 16,0 0-7-16,0 0-2 0,0 0-10 0,0 0-2 15,0 0 0-15,0 0-5 0,8 22-6 0,-8-22 0 16,3 11-10-16,-3-11-1 0,4 7-2 0,-3-2-7 16,-1-5 1-16,0 0-5 0,0 10-2 0,0-10-3 15,0 0-3-15,0 0 6 0,0 0-5 0,3 7 0 16,-3-7-2-16,0 0 0 0,0 0-1 0,0 0-3 16,4 3 3-16,-4-3 3 0,0 0-5 0,0 0 3 15,0 0 4-15,0 0 10 0,0 0 11 0,0 0 9 16,0 0 2-16,0 0-2 0,0 0-8 0,0 0-9 15,0 0-2-15,-8-27-8 0,7 18-4 0,-2-7-1 16,1 0-5-16,2 0-2 0,-1 3-2 0,0-3 0 16,1 4-2-16,0-1 0 0,1 3-6 0,0-1 5 0,0 4-1 15,-1 7 3-15,4-12-9 0,-3 7 0 0,-1 5-2 16,4-8 4-16,0 5-4 0,-4 3-2 0,7-3 0 16,-7 3-4-16,11 0 4 0,-11 0 3 0,11 1-2 15,-4 7 4-15,0-1 0 0,2 0-1 0,-1 3 4 16,2 3-1-16,-2-3-2 0,2 4 4 0,-4-4 1 15,5 4-2-15,-5-4-2 0,-1-2-2 0,1-2 4 16,-2 0 2-16,-1-1-2 0,1 0 2 0,-4-5 1 16,6 8 2-16,-6-8 0 0,0 5 4 0,0-5-1 15,0 0 2-15,0 0 6 0,6 2 3 0,-6-2 2 16,0 0 6-16,0 0 1 0,0 0-1 0,0 0-10 16,0 0-7-16,4-13-6 0,-4 13 4 0,0-20-1 15,0 10-3-15,0-2-2 0,4 1 5 0,-4-7-9 16,5 3-6-16,-2 5 4 0,-2-1 1 0,0 4-4 15,-1 7 3-15,4-10 0 0,-4 3-1 0,0 7 1 16,3-5-1-16,-3 5-2 0,0 0 2 0,4-9-3 16,-4 9-2-16,6-3 1 0,-6 3 4 0,0 0-3 15,0 0 3-15,0 0-4 0,15 9 4 0,-11-5 0 16,4 3 4-16,-1-1-7 0,0 3 10 0,1 0-1 16,-2 1-4-16,4 4-8 0,-2 1-23 15,2-2-28-15,-3 4-31 0,0 1-39 0,1 0-54 0,-2 1-51 0,-3 7-151 16,-1-8-420-16,2-1 186 0</inkml:trace>
  <inkml:trace contextRef="#ctx0" brushRef="#br0" timeOffset="9246.94">24967 6897 262 0,'0'0'275'0,"0"0"-27"0,0 0-25 0,0 0-22 0,-5 23-18 16,1-6-19-16,-4 0-20 0,0 10-12 0,2 1-13 15,-3-2-31-15,4 4-30 0,3 4-61 0,-2-2-58 16,6 2-68-16,-4 1-189 0,6 11-344 16,-6-16 153-16</inkml:trace>
  <inkml:trace contextRef="#ctx0" brushRef="#br0" timeOffset="11213.78">23839 10977 118 0,'-10'2'180'0,"10"-2"-15"16,-3 8-9-16,1-1-10 0,-1 0-10 0,3 1-13 15,0 2-8-15,-1 0-14 0,1 3-7 0,-1-1-9 16,1-1-9-16,1 1-13 0,0-1-3 0,-1 0-6 16,3 0-4-16,-2-4-3 0,0 0 2 0,-1-7 4 15,3 12 7-15,-2-5 5 0,-1-7 4 16,1 7 5-16,-1-7 2 0,2 7 5 0,-2-7 5 0,0 0 0 16,0 0-1-16,0 0 7 0,0 0 8 0,0 0-3 15,-2 8-3-15,2-8-9 0,0 0-4 0,0 0-10 16,0 0-3-16,0 0-9 0,-10-20-7 0,9 10-7 15,-3-1-2-15,2 0-3 0,-2-7-5 0,1 1-4 16,-1-2-1-16,3-4-6 0,0 2-1 0,-1-4-10 16,2 6 5-16,2-1-7 0,-1 4 4 0,2 4-2 15,-1-4-4-15,2 4-5 0,-1 2 5 0,0 1-8 16,4 2 3-16,-3 2-2 0,3-2-2 0,1 4-2 16,-2 2 4-16,6 1-2 0,-2 2-6 0,3 5 11 15,-3-1-6-15,0 2 0 0,6 4-6 0,-4 1 8 16,0 1-4-16,2 2 0 0,-2-1 4 0,-1 1 0 15,0-1 0-15,-3-1 1 0,-3-2-4 0,3-1 4 0,-3 0-1 16,0-1 0-16,0-2-3 0,-1-1 4 16,-1-2 1-16,-3-5-1 0,5 9 3 0,-5-9 1 15,3 7-1-15,-3-7 4 0,3 6 13 0,-3-6 3 16,0 0 13-16,0 0-7 0,0 0 0 0,0 0-2 0,0 0-6 16,0 0 9-16,0 0-13 0,0 0 9 15,-4-33-15-15,5 21-4 0,-3-1-2 0,2-5-4 16,0 2 2-16,0-1-4 0,1 2 4 0,2 3-5 15,-2 0-7-15,2 3 4 0,-2 2 3 0,0 1-9 0,-1 6 1 16,4-11-1-16,-4 11-3 0,7-6 4 0,-2 4 9 16,-5 2-15-16,14 0 2 0,-4 3 3 15,0 2-4-15,-1 2 3 0,1 0 7 0,6 2-4 16,-5 3 4-16,1 0 0 0,2 1-1 0,-1 0-1 0,-3 2 5 16,-1-2-14-16,0 3-20 0,2-2-26 0,-3-1-20 15,-2 3-22-15,2 1-29 0,-4-5-25 0,2 2-24 16,-2-2-20-16,1 0-11 0,0-3-33 0,-1 0-176 15,-3 0-454-15,2-5 202 0</inkml:trace>
  <inkml:trace contextRef="#ctx0" brushRef="#br0" timeOffset="11883.79">24519 11092 134 0,'-5'-23'165'0,"5"23"-16"0,0 0-6 0,1-8-14 15,-1 8-5-15,4-7-7 0,-4 7-17 0,4-5-3 16,-4 5-10-16,9-5-6 0,-9 5-10 16,7-1-8-16,-7 1 0 0,17 3-7 0,-9 1 10 15,-1 1 1-15,1 1-4 0,0 4 3 0,-2-1-3 0,0 2-11 16,-2-1 8-16,1 3-4 0,-3 3-2 0,0 0-1 15,0 0-2-15,-4-6 7 0,0 7 0 16,0-5-1-16,-1-1-2 0,0 1-4 0,-2 3-2 16,-4-5 0-16,4-1-3 0,-1 1 1 0,2-3-3 0,-2 0-1 15,4-3 0-15,-3 2-4 0,5-6-4 0,-4 6 0 16,4-6-7-16,-4 7 1 0,4-7-5 0,0 0-4 16,-2 8-2-16,2-8 0 0,0 0-8 15,0 0 4-15,0 0-3 0,0 0 1 0,14 4 1 0,-7-4-1 16,-7 0-4-16,20-2 3 0,-6 0-3 0,2-3-2 15,2-2-7-15,0 3 2 0,3-3-13 16,-1-1-15-16,5 1-20 0,-5-1-22 0,0 1-47 16,-2 1-41-16,0 0-38 0,-2 1-46 0,-3-2-146 0,-1 4-418 15,-2 0 186-15</inkml:trace>
  <inkml:trace contextRef="#ctx0" brushRef="#br0" timeOffset="12980.04">24100 13204 95 0,'0'0'175'0,"0"0"13"0,0 0 9 15,0 0-1-15,0 0 0 0,0 0-7 0,0 0-7 0,0 0-7 16,5 26-14-16,-4-16-9 0,0 2-9 0,-1 0-10 16,2 0 1-16,-1 0-19 0,0-2 12 15,1 1-13-15,-1-1-9 0,1 0 6 0,-2-5-9 0,2 4-9 16,-2-9-6-16,1 7 3 0,-1-7 1 0,1 8 2 15,-1-8-1-15,0 0 6 0,2 8 4 0,-2-8-3 16,0 0-5-16,0 0-8 0,0 0-3 0,0 0-4 16,0 0-17-16,0 0 7 0,-11-30-21 0,7 12 3 15,3 0-10-15,1-7-4 0,1 0-6 16,1-2-1-16,2-1-3 0,-1 4 4 0,3-1-13 0,-3 6-3 16,4 3 5-16,0 3 0 0,0-3-9 0,1 6 0 15,-1 1 0-15,1 1-5 0,-2 6 0 0,2-2-13 16,2 4 14-16,0 2-3 0,1 2-6 15,1 3 3-15,-1 2 1 0,0 2 7 0,2 5-1 0,-3 0-5 16,4 6 0-16,-8-8-7 0,2 2 6 0,-1-2 1 16,-2-2-13-16,1 0 16 0,-3-4-6 0,0 3 5 15,-1-4-3-15,0-1-1 0,1-1 1 0,-1 1 1 16,-2-6-26-16,4 7 29 0,-4-7 3 0,0 0 12 16,0 8-15-16,0-8 0 0,0 0 0 15,0 0-4-15,0 0 0 0,0 0-4 0,0 0 0 0,0 0-3 16,5-29-3-16,-3 15 2 0,3-1 3 15,0-4 1-15,0 2-1 0,1-1 3 0,1 2-9 0,-1 5 2 16,-1 1 0-16,-1 1 3 0,2 1 0 0,1 1 1 16,-3 4 9-16,-4 3-20 0,12-1-3 0,-12 1 11 15,16 11 9-15,-7-3-2 0,-2 6-12 0,1 2 4 16,4 7 11-16,-4 1-3 0,1 2 1 0,-2-2-9 16,-2 3 1-16,4 0 9 0,-3-1-25 0,-2 2 17 15,0-4-9-15,2 0-23 0,3 0-32 0,-6-5-29 16,1 0-25-16,-2 1-30 0,2-2-31 0,-3-1-33 15,3-4-35-15,-2 0-29 0,0-4-27 0,1 1-179 16,-2-4-527-16,4-2 233 0</inkml:trace>
  <inkml:trace contextRef="#ctx0" brushRef="#br0" timeOffset="13329.37">24718 13362 188 0,'9'-8'223'0,"-1"-2"-4"16,1 0-2-16,1 5-11 0,1-2-5 0,-3 0 1 15,2 1-9-15,1 2-15 0,-2 2-12 0,-2-1-13 16,2 1 0-16,-9 2-16 0,13 2-7 0,-3 1-12 16,-6 1-4-16,3 1-6 0,-2 2-9 0,-1 3-13 0,-3 2-4 15,4 4-2-15,-5 0-17 0,0 1-5 16,-2-2-7-16,-1 1-5 0,0-3-4 0,2 0-7 16,0-2 1-16,0 3 5 0,1-4-13 0,0 0-6 15,0-2-3-15,1 3 0 0,0-5-3 0,2 0-3 0,-1 1-2 16,2 0-4-16,1-1 3 0,0 0-8 15,0-2 3-15,0 2 0 0,2-2 1 0,3 2-6 0,-1 0 1 16,-3 0-3-16,3 1 4 0,-1 1 2 16,0-2-5-16,-5 1 0 0,3 1 2 0,-4-2-3 15,2 3 4-15,-2 2-3 0,-4-4 6 0,2 5-1 0,-2-2 0 16,-4 0-2-16,1 2-4 0,-4 2 2 0,-2-1-5 16,-2 2-19-16,1-2-12 0,0-3-28 15,-3 3-28-15,2-4-55 0,-4 0-48 0,2-2-58 16,0-3-245-16,-5 0-540 0,2 0 239 0</inkml:trace>
  <inkml:trace contextRef="#ctx0" brushRef="#br0" timeOffset="14946.76">24146 8284 49 0,'0'0'155'0,"0"0"8"0,2-7-32 0,-2 7-4 15,0 0-6-15,0 0-6 0,0 0 0 0,0 0-13 16,0 0-4-16,0 0-13 0,0 0-5 0,0 0-2 15,0 0-8-15,0 0-5 0,0 0 4 0,0 0-8 16,0 0-3-16,0 0-1 0,0 0 4 0,0 0 2 16,0 0-2-16,0 0 7 0,0 0-3 0,0 0 3 15,0 0-2-15,0 0 3 0,0 0-2 0,0 0-1 16,0 0 2-16,0 0 2 0,0 0-1 0,0 0 2 16,0 0-5-16,0 0-3 0,0 0 1 0,0 0-2 15,0 0-2-15,0 0-1 0,0 0-2 0,0 0-4 16,0 0-5-16,0 0-7 0,0 0-3 0,0 0-4 15,0 0-1-15,0 0-5 0,0 0-4 0,0 0-2 16,0 0-3-16,0 0-2 0,0 0-4 0,0 0-4 16,0 0 2-16,0 0-3 0,0 0-4 0,0 0 5 15,0 0-4-15,0 0-2 0,0 0 1 0,0 0 1 16,0 0-2-16,0 0-5 0,0 0 3 0,0 0-3 16,0 0 1-16,0 0 4 0,0 0-5 0,0 0 0 15,0 0 2-15,0 0-2 0,0 0 2 0,0 0 11 16,0 0-15-16,0 0 6 0,0 0-4 0,0 0-1 0,0 0 5 15,0 0-4-15,0 0 2 0,0 22 2 16,0-22-2-16,0 0 5 0,0 0-7 0,0 0 4 16,0 0 0-16,0 0 0 0,0 0-1 0,0 0 2 15,0 0 7-15,0 0 7 0,0 0 1 0,0 0 15 0,0 0-5 16,0 0 5-16,0 0 2 0,0 0 4 0,0 0 6 16,0 0-6-16,0 0-2 0,0 0-9 15,0 0 1-15,0 0-5 0,0 0 3 0,0 0-7 16,2-28 1-16,-2 20-4 0,0 8-3 0,1-16 4 0,-1 5-4 15,3 3-9-15,-2-3 8 0,1 3-11 0,2-5 7 16,-1 4-5-16,1 0 1 0,-3 4-6 0,1-1 4 16,-2 6-4-16,7-10-5 0,-4 7 1 0,-3 3 1 15,8-7 0-15,-1 5-4 0,-7 2 1 0,12 0-1 16,-3 3-1-16,-1 1 2 0,2 1-2 0,-2-1-1 16,1 6 7-16,1 0-4 0,-3-1 2 0,2-2 1 15,-1 3 1-15,-1 0 1 0,-1-2 4 0,-2 2-5 16,0-3 3-16,0 2 0 0,-3-2 1 0,4-2 1 15,-5-5-5-15,1 10 10 0,-1-10-3 0,0 9 4 16,0-9 0-16,0 0 0 0,-2 10 3 0,2-10-4 16,-7 4-2-16,7-4-1 0,0 0-2 0,-7 4 4 15,7-4-1-15,0 0 2 0,-7 1-1 0,7-1-7 16,0 0 3-16,0 0-6 0,-9-11 8 0,9 11-7 16,-1-8-5-16,1 0-14 0,0 8-7 0,3-19 5 15,0 10 0-15,0-2 2 0,2 0 14 0,0 1-13 16,2 1-5-16,2 1-5 0,-3 1 3 0,0 0 5 15,2 1-3-15,0 3-2 0,-2 0 3 0,6 2 2 16,-6-1 5-16,5 2 2 0,0 2 2 0,-3 1-1 16,3 0 2-16,-1 0 2 0,-2 1 2 0,1 3-2 15,-3-2 3-15,3 1 0 0,-1 2 1 0,-1 0 1 16,0-1-1-16,-1 1 1 0,-1-1 1 0,1 2-11 16,-3-1-20-16,1 0-17 0,-4 2-21 0,-1 0-30 15,1 1-26-15,-5-2-47 0,1 2-29 0,-3-1-32 0,3 0-199 16,-4 1-472-16,2 1 209 0</inkml:trace>
  <inkml:trace contextRef="#ctx0" brushRef="#br0" timeOffset="15562.89">24702 8282 10 0,'0'0'195'0,"0"0"0"0,0 0-1 16,0 0-4-16,0 0-9 0,0 0-9 0,0 0-10 15,0 0-8-15,0 0-5 0,0 0-15 0,0 0-4 16,0 0-6-16,0 0-8 0,0 0-8 0,0 0-11 16,0 0-7-16,0 0-10 0,0 0-9 0,0 0-8 15,0 0-9-15,0 0-3 0,0 0-5 0,0 0 7 16,0 0-9-16,0 0-1 0,-13 19-9 0,11-14 2 15,-2 2-8-15,0-1-6 0,0-2 2 0,4-4-1 16,-2 12-2-16,0-6-2 0,2-6 2 0,-1 10-2 16,1-10-7-16,-1 12 2 0,1-12-5 0,2 8 3 15,-2-8-3-15,4 10 0 0,-4-10-1 0,5 4 1 16,-5-4-1-16,9 5 0 0,-9-5-1 0,11 0 1 16,-5 0-1-16,-6 0 1 0,17-3 0 0,-8-1 1 15,0 0 4-15,0 2 2 0,-1-2 6 0,-1-1 1 16,-1 1 4-16,2 0 2 0,-4 0 3 0,-4 4 4 15,9-9 1-15,-6 4 7 0,-3 5-2 0,6-9-9 16,-4 3-5-16,-2 6-3 0,0-12 0 0,0 4-4 16,0 8-5-16,-8-12 14 0,5 7-11 0,1-1 2 15,-5 0-13-15,1 2-2 0,0 1-3 0,6 3-10 16,-8-6-15-16,8 6-22 0,-19-1-31 0,7 5-34 0,1 1-53 16,-6 4-51-16,3 0-48 0,-9 7-227 0,4 2-529 15,-1-1 234-15</inkml:trace>
  <inkml:trace contextRef="#ctx0" brushRef="#br0" timeOffset="16430.87">24156 9528 63 0,'0'0'173'0,"0"0"-2"0,0 0-14 0,0 0 1 0,0 0-8 15,0 0-2-15,3-6-6 0,-3 6-4 0,0 0 3 16,0 0 1-16,0 0 3 0,0 0 2 0,0 0 3 16,0 0 1-16,0 0 6 0,0 0-7 0,3-7-1 15,-3 7-13-15,0 0-12 0,0 0-17 0,0 0-8 16,-10-8-11-16,10 8-8 0,-6-7-7 0,2 3-8 16,4 4-9-16,-6-10-2 0,2 5-6 0,4 5-4 15,-8-13-4-15,6 5-2 0,-2-2-8 0,2 1-2 16,0-3-4-16,1 3-1 0,-1-1 1 0,4 0 0 15,-2 0 2-15,1 2-12 0,1-2-2 0,1 1-3 16,1 3 1-16,0 0-8 0,3-2 3 0,-2 4-7 16,1 0 8-16,0 0-8 0,2-1-2 0,-1 1 4 15,1 1-2-15,2 3 2 0,2-1-1 0,-2 2-4 16,1 1 5-16,2 0-6 0,-3 1 5 0,1 0 1 16,-4 0-2-16,1 0 2 0,-2-2-2 0,0 3-1 15,-6-4 0-15,11 5-2 0,-6-3 4 0,-5-2 0 16,5 7 6-16,-5-7-6 0,4 5 3 0,-4-5 0 15,3 5 5-15,-3-5-4 0,0 0 2 0,0 0-2 16,0 0 1-16,0 0 4 0,0 0-2 0,-6 10-1 16,6-10 3-16,0 0-5 0,0 0 6 0,0 0-6 15,0 0 8-15,0 0-2 0,0 0 2 0,0 0-3 16,0 0-8-16,0 0-6 0,0 0 0 0,3-29-1 16,0 22 1-16,0-2-3 0,1 1 4 0,4 1-2 15,-2-2-4-15,1 1 1 0,-1 1 4 0,4 2 5 16,-3 0-3-16,-1 2 0 0,1 0-4 0,-7 3 0 15,15-3-1-15,-8 3 0 0,-7 0 1 0,16 2 1 16,-9 2 3-16,1 0-4 0,1 1 2 0,-1 2 3 0,-1 0-2 16,0 2 1-16,-1-2 1 0,0 3 7 15,0 0-6-15,-3 0-10 0,2 1-11 0,-4 1-19 16,2 0-28-16,-5 0-28 0,3 2-33 0,-3-3-35 0,-1 0-34 16,-1 1-32-16,0-2-32 0,1 0-168 0,-1 0-468 15,1-6 207-15</inkml:trace>
  <inkml:trace contextRef="#ctx0" brushRef="#br0" timeOffset="16621.03">24657 9343 197 0,'0'0'256'0,"9"-4"-7"16,-9 4-8-16,0 0-5 0,7-4-9 0,-7 4-11 16,0 0-15-16,0 0-17 0,0 0-15 0,0 0-10 15,0 0-9-15,10 5-8 0,-10-5-12 0,2 10-15 16,-2-10-5-16,0 14-15 0,2-7-10 0,-2 3-5 15,0-1-15-15,1 1-33 0,-2 2-41 0,1-1-58 16,0 5-72-16,0-5-76 0,-2 4-271 0,2-1-525 16,0-3 234-16</inkml:trace>
  <inkml:trace contextRef="#ctx0" brushRef="#br0" timeOffset="17962.75">23953 12289 188 0,'0'0'183'0,"0"0"-10"0,0 0-11 0,0 0-6 0,0 0-8 16,0 0-15-16,0 0-9 0,0 0-15 0,0 0-6 15,-4 25-10-15,4-25-4 0,0 9-8 0,0-9-2 16,0 9-8-16,0-9-1 0,0 0-1 0,-1 11 0 15,1-11-1-15,0 0 2 0,0 7 0 0,0-7 10 16,0 0-7-16,0 0 0 0,0 0 2 0,0 0 1 16,0 0-1-16,0 0-6 0,0 0-7 0,0 0 1 15,0 0-13-15,0 0-6 0,0 0-2 0,0 0-4 16,-9-28-7-16,8 17-6 0,1 1-2 0,0-6-2 0,0 0-5 16,2 4-2-16,2 0-1 0,1 0-4 15,-1 2 1-15,1 1-3 0,0 0-5 0,3 5-1 16,2-2 0-16,0 2 3 0,-2 3 3 0,2 1-8 15,0 1 1-15,3 4-3 0,-2 0 3 0,0 2 3 16,2 3-3-16,1 0 5 0,-7-1-5 0,2 0-4 16,0 2 4-16,-4-2 2 0,0 0-1 0,1 1 3 15,-3-3-2-15,0-1-1 0,-3-6 0 0,5 10 4 16,-2-5-2-16,-3-5 7 0,2 4-4 0,-2-4-2 0,0 0 1 16,4 6-1-16,-4-6-2 0,0 0 3 0,0 0-2 15,0 0-6-15,0 0-9 0,0 0 7 16,0-25-6-16,1 16-3 0,1-2-5 0,-1-1 1 15,1 4 0-15,2-3-3 0,1 3 2 0,0-3 2 0,-1 3-1 16,1 2 4-16,-1 0 2 0,2 1 1 0,-6 5-5 16,11-5 4-16,-5 3 1 0,-6 2 1 15,13 4 1-15,-7-1 0 0,5 5 1 0,-4-1 8 16,1 3-6-16,-2 3 3 0,3 3-2 0,-1-1 3 0,-3 0 1 16,-1 2-2-16,1-2 4 0,0 3 0 0,1-1-14 15,-3-2-26-15,-2 3-29 0,-1-1-48 16,0-4-46-16,3-1-43 0,-6-1-206 0,1-2-445 0,0-3 198 15</inkml:trace>
  <inkml:trace contextRef="#ctx0" brushRef="#br0" timeOffset="18196.87">24450 12299 4 0,'6'-4'165'0,"1"3"6"0,-7 1 4 15,14 0-3-15,-14 0-5 0,14 0-8 0,-9 5 2 16,1-1-16-16,-2 1-5 0,1 3-11 0,-2 2-9 15,-2-1-4-15,0 2-10 0,1 1-5 0,-2-1-1 16,0 1-2-16,0-2-4 0,-2 2-6 0,1-4 0 16,1 2-14-16,0-10-10 0,0 12-4 0,0-5-6 15,0-7-4-15,1 8-5 0,3-3-5 0,-4-5-6 16,8 5-9-16,1-4-17 0,-9-1-12 0,22-4-23 16,-3-2-20-16,0-3-29 0,8-2-33 0,-2-1-28 15,5-2-43-15,-1 0-17 0,-3 1-166 0,1 1-393 16,-8 7 174-16</inkml:trace>
  <inkml:trace contextRef="#ctx0" brushRef="#br0" timeOffset="19080.03">24281 15483 78 0,'-3'6'211'0,"-1"0"-5"0,1 1-6 15,3-7-17-15,-9 10-6 0,5-5-5 16,0-2 0-16,-2 1-15 0,6-4-10 0,-8 5-9 16,8-5-7-16,-7 1-11 0,7-1-11 0,0 0-11 0,-12-12-11 15,10 6-8-15,-1-4-8 0,1-1-6 0,0-1-11 16,4-4 1-16,-2 0-7 0,1-1-2 0,3 2-8 16,1 2 1-16,1-2-9 0,-2 4-3 0,2 2-2 15,1-1-3-15,2 2 2 0,0 0 2 16,-2 4 1-16,0 2-3 0,4-2-5 0,1 6-1 0,-3-1-4 15,3 2 2-15,-3 5-5 0,2-1 1 0,-1 2-1 16,1 2-2-16,-1 0-4 0,-2 1 3 0,0-2-2 16,-4 0 1-16,1 1-4 0,-1 0 1 15,1-1-3-15,-3-3 2 0,1 0-4 0,-1-2 3 16,-2-5-1-16,2 10-1 0,-2-10 0 0,0 7-2 0,0-7-7 16,0 0 3-16,0 0-5 0,0 0 4 0,0 0-3 15,0 0 1-15,-7-28 2 0,6 18 0 0,0-1 2 16,2-1-3-16,2 2 3 0,0-1 1 0,-1 0 0 15,0 1-2-15,3 0 1 0,-1 3 3 16,-1 1-4-16,3-1 5 0,-1 1 1 0,2 3-2 0,-7 3 2 16,14-2 0-16,-14 2 0 0,15 2 3 0,-6 4-5 15,-1 1 2-15,2 5 4 0,-2-3-5 0,-1 5 3 16,2 1-1-16,1-1-2 0,-3 1-3 0,-2-4-9 16,0 4-8-16,1 1-9 0,-3-3-12 15,-1-3-15-15,1 3-19 0,-2-2-27 0,2 2-33 0,-2-3-44 16,1 0-20-16,-4-1-178 0,2 3-408 0,0-12 180 15</inkml:trace>
  <inkml:trace contextRef="#ctx0" brushRef="#br0" timeOffset="19431.34">24713 15505 169 0,'0'0'219'0,"12"-7"-6"0,-7 5-7 0,1 0-8 15,2-3-10-15,0 2-16 0,-8 3-17 16,11 0-14-16,-11 0-13 0,9 0-14 0,-9 0-9 0,13 3-9 16,-8-2-13-16,0 2-7 0,-1 2-10 0,0 2-2 15,1-1-11-15,-3 3-3 0,1 1-2 0,-1-2-12 16,-2-1 5-16,2 3-13 0,-1-2 2 0,-1 2-9 16,1-4-1-16,1 4-11 0,-2-10-8 15,1 9-7-15,1-2 0 0,-2-7-5 0,4 8 5 0,0-3-4 16,-4-5-1-16,8 5-5 0,-4-2 5 0,-4-3-3 15,9 4 4-15,-9-4-6 0,10 0 9 0,-10 0-3 16,12 2 4-16,-12-2 0 0,10 4 2 16,-5 1 0-16,0 1 2 0,-4 0-2 0,4 3 3 15,-5 1-5-15,0 1 3 0,0 5-1 0,-2 1 2 0,-2 2-4 16,-3-2-7-16,1 2-12 0,-1-1-15 0,-2-2-23 16,-4 8-30-16,4-8-45 0,-3 0-39 0,-1-1-157 15,-3 5-360-15,-6-1 159 0</inkml:trace>
  <inkml:trace contextRef="#ctx0" brushRef="#br0" timeOffset="21346.93">24142 13313 14 0,'0'0'111'16,"0"0"-12"-16,0 0-4 0,0 0-6 0,0 0-2 0,0 0-1 16,0 0-10-16,0 0 4 0,0 0-8 0,0 0 2 15,0 0-7-15,0 0-4 0,-5-5 4 16,5 5-5-16,0 0-2 0,0 0-1 0,0 0 5 15,0 0-10-15,0 0 2 0,0 0-2 0,0 0-1 0,0 0 1 16,0 0 0-16,0 0-3 0,0 0 5 0,0 0-2 16,0 0 5-16,0 0 2 0,0 0-7 15,0 0 3-15,0 0-9 0,0 0-1 0,0 0 1 0,0 0-5 16,0 0-2-16,0 0-8 0,0 0-3 16,0 0 10-16,0 0 6 0,0 23 1 0,1-14 0 0,0 1-6 15,-1 2 1-15,3 5-3 0,-2-2-3 0,1 2-5 16,0-1-1-16,-1 2 1 0,2 0 17 0,0 1-4 15,-1 0 10-15,1 2-2 0,0 4 4 16,1-1-5-16,-1-5 0 0,1 2 2 0,-2-3 0 0,1 2 3 16,1 4-10-16,-2-7 1 0,1 2-7 0,-2-1-1 15,3-2-5-15,-3-4-1 0,2-4 0 0,-2 2-1 16,0-2-1-16,-1-2-7 0,0-6-1 16,1 11 0-16,-1-11-3 0,2 9-5 0,-2-9 1 0,0 0-1 15,0 7-6-15,0-7-10 0,0 0-2 0,0 0-17 16,0 0-18-16,0 0-31 0,0 0-41 0,0 0-38 15,0 0-50-15,0 0-58 0,0 0-231 0,-25-14-526 16,17 9 233-16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2:50.990"/>
    </inkml:context>
    <inkml:brush xml:id="br0">
      <inkml:brushProperty name="width" value="0.05292" units="cm"/>
      <inkml:brushProperty name="height" value="0.05292" units="cm"/>
      <inkml:brushProperty name="color" value="#FF0000"/>
    </inkml:brush>
  </inkml:definitions>
  <inkml:trace contextRef="#ctx0" brushRef="#br0">18900 11172 78 0,'-2'-15'206'15,"-3"-3"-20"-15,1 0-12 0,1 2 17 0,-3 1 4 16,3 3 0-16,-1 1 12 0,1 0-18 0,-1 1-3 16,3 4-6-16,1 6-9 0,-5-11-14 15,5 11-23-15,-4-8-10 0,4 8-17 0,-2-6-12 0,2 6-12 16,0 0-11-16,0 0-8 0,0 0-8 0,0 0-7 15,0 0-3-15,0 31-5 0,2-2-5 0,-2 1-3 16,2 2-3-16,0 14 1 0,-1 0-5 0,-2 0-5 16,-1-12-3-16,2 1 2 0,-2 12-7 0,2-16 3 15,-1 1-3-15,1 1-2 0,0-1 1 0,-1-3-3 16,1 1-2-16,1-3-4 0,-1 3-25 0,0-6-23 16,0 2-37-16,-1-8-30 0,1-2-42 0,-3 1-26 15,3-4-38-15,0-2-27 0,-1-2-160 0,-2 0-438 16,1-4 193-16</inkml:trace>
  <inkml:trace contextRef="#ctx0" brushRef="#br0" timeOffset="233.73">18915 11001 161 0,'28'-19'150'0,"-1"2"2"0,-3 1-19 16,-7 8-12-16,2 0-7 0,-2 6-10 0,-3 2-13 15,-1 2-10-15,-1 4-9 0,1 4-4 0,-3 3-6 16,-1 2-6-16,-2 2-4 0,-5 11-3 0,-3-3-5 16,-2 6-17-16,-3-2 10 0,-6-1-8 0,-2-1-2 15,-2 2-1-15,-1-1 0 0,-3-2-4 0,2-2-10 0,-1-2 9 16,0 1-9-16,0-4-10 0,6-3-18 16,1-2-37-16,2-2-22 0,0-1-46 0,3-2-127 15,-2 0-269-15,4 0 120 0</inkml:trace>
  <inkml:trace contextRef="#ctx0" brushRef="#br0" timeOffset="518.14">19205 11307 104 0,'4'4'195'0,"1"7"-8"16,0 0-6-16,0 1-9 0,-1 1-13 0,2 2-9 15,-1 0-9-15,1 0-14 0,-1 0-14 16,1 0-9-16,-1-3-13 0,5 1-7 0,-1 0-6 15,3 1-6-15,-1-8 1 0,5 1 4 0,2 0 1 0,0-5-3 16,2-2 3-16,0-2-5 0,1-2-7 16,6-6 4-16,-7 4-8 0,4-7-4 0,-6 3-1 15,-1-2 5-15,-4 2 8 0,-3 0-3 0,-6-2-2 16,1 1-7-16,-2-6-7 0,-2 2 1 0,-1-4-9 0,-5 3-10 16,-3-1-5-16,-1-1-10 0,-1 3-13 0,-2 0-8 15,0 2-22-15,-1 0-19 0,1 5-22 0,1 2-30 16,0-2-28-16,0 7-41 0,1-3-27 0,2 2-31 15,8 2-168-15,-13 3-421 0,13-3 187 0</inkml:trace>
  <inkml:trace contextRef="#ctx0" brushRef="#br0" timeOffset="782.91">19913 11017 201 0,'0'0'201'0,"0"0"-15"0,0 0-9 16,-22 11-8-16,12-3-11 0,-5 1-9 0,-1 1-11 15,1 3-9-15,0 0-10 0,-1 1-9 0,2 1-14 16,3 1-12-16,2-1-5 0,2-1-12 0,2 2-7 16,4-4-1-16,1 1-8 0,3 1-7 0,2 2-2 15,2 1-5-15,4-2-3 0,1-1-3 0,1 0-3 16,3 0-5-16,-4-1-3 0,4-1 0 0,-3 2-2 0,-2 0-2 16,2-3-10-16,-7 0 7 0,1-1-1 15,-1-1-1-15,-2 4-4 0,-2-2 7 0,-2 4-5 16,-7 3 2-16,-5 8-2 0,-2-2 1 0,-5 1-11 15,-5-1-22-15,-2 1-31 0,-2 0-33 0,-4-3-61 0,-6 10-59 16,-2-4-148-16,9-6-384 0,-1-3 169 16</inkml:trace>
  <inkml:trace contextRef="#ctx0" brushRef="#br0" timeOffset="1134.02">19329 12266 1697 0,'-18'0'572'0,"-1"0"-319"0,-3-1-138 0,-7 0-49 0,-1 3-18 15,-2 4-15-15,-1 2-17 0,-5 2 5 16,-12 8 0-16,0 2 6 0,0 4 4 0,-1-1 3 0,5 2-1 16,2 5-6-16,14-9-3 0,5-3-2 0,4 3-3 15,7-6 1-15,4 2-7 0,3 0-4 0,7 2-1 16,0-1 0-16,5 6-3 0,3-5 1 15,10 2 0-15,1-1-4 0,6-3-2 0,1-1 2 0,1-1 0 16,-1-1 0-16,-2-2-5 0,-6-2 4 0,-3 0 3 16,2-2-7-16,-8-2 1 0,1 1 3 0,-5 0-5 15,-1 1 11-15,-1 3 17 0,-6 1-4 0,-6 3-6 16,-6 7 0-16,-4 1-3 0,-6 1 1 0,-3 1-3 16,-1-1-5-16,-1-4-15 0,4-1-11 0,0-3-25 15,11-4-22-15,-1 0-35 0,6-5-36 0,2 0-40 16,2-3-46-16,4-1-183 0,2-3-443 0,0 0 196 15</inkml:trace>
  <inkml:trace contextRef="#ctx0" brushRef="#br0" timeOffset="1384.16">19153 12655 50 0,'10'-5'291'0,"-5"1"-36"16,1 1-24-16,-1 0-25 0,2 0-23 0,-7 3-19 15,8-4-12-15,-8 4-19 0,11 0-15 0,-11 0-6 16,12 0-12-16,-2 3-5 0,5-2 2 0,4 1-12 15,11-4-2-15,-10 0-4 0,12-3-2 0,-4-3-4 16,3 0 3-16,-3-3-5 0,-4 2-1 0,-4 0-3 16,-4 0 3-16,-6 2 3 0,-1 0 0 0,0 0-2 15,-4-3-7-15,-2 1-11 0,-4-1-5 0,-2 1-7 16,-3 0-1-16,-11-1-12 0,3 2-7 0,-5 2-13 16,-3 4-12-16,-5-1-9 0,-2 3-14 0,-1 3-21 0,1 5-21 15,1 0-29-15,0 1-32 0,7-2-48 16,6 0-40-16,2 0-228 0,3 0-483 0,1-1 214 15</inkml:trace>
  <inkml:trace contextRef="#ctx0" brushRef="#br0" timeOffset="1600.1">19821 12262 342 0,'9'-8'327'0,"-1"0"-27"0,-3 5-19 15,2-3-20-15,-3 5-10 0,-4 1-14 0,7-6-10 0,-7 6-15 16,0 0-1-16,0 0-3 0,0 0-17 0,2 26-11 15,-6-1-16-15,-2 5-20 0,-2 5-13 16,-1 17-19-16,3-4-2 0,-2 0-12 0,-1-2-7 16,6-11-16-16,-1 1-17 0,4-2-21 0,0-2-21 0,1-4-26 15,2-1-25-15,0-8-36 0,0-1-26 0,1-5-44 16,-2 0-43-16,2-4-48 0,1 0-42 0,-2-4-263 16,-3-5-582-16,0 0 258 0</inkml:trace>
  <inkml:trace contextRef="#ctx0" brushRef="#br0" timeOffset="1800.14">19834 12271 55 0,'16'-21'223'0,"1"1"-12"0,-2 9-11 0,2 0 1 16,1 1 0-16,0 3-5 0,-2 1-14 0,-1 3-18 16,-2 3-16-16,-1-1-5 0,2 4-6 0,-2 0-12 15,-1 0-12-15,1 3-9 0,-3-1-6 0,-2 1-2 16,2 1-15-16,-6 4-6 0,-1 0-9 0,-3-1-5 15,-3 2-10-15,-3 5-23 0,-4-2-28 0,0 0-47 16,-10 6-44-16,0-2-76 0,0-2-58 0,-7 0-181 16,2 2-438-16,-2-2 194 0</inkml:trace>
  <inkml:trace contextRef="#ctx0" brushRef="#br0" timeOffset="2450.06">18551 14198 114 0,'-4'-9'258'0,"4"9"-26"0,-4-4-23 16,4 4-22-16,0 0-22 0,-3-8-15 0,3 8-19 15,0 0-15-15,0 0-9 0,0 0-12 0,0 0-1 16,0 0-4-16,0 0-6 0,0 0-1 0,4 27-11 16,-4-20-4-16,0 1 2 0,0-1 6 0,0-7 9 15,-1 14 14-15,1-14 14 0,-1 11 16 0,-1-5 5 16,2-6 27-16,0 0-5 0,-5 5-6 0,5-5-3 15,0 0-21-15,0 0 17 0,-14-2-4 0,14 2-8 16,-7-6-18-16,3-3-13 0,0-1-15 0,1-1-15 16,1-8-13-16,1 0-16 0,1-5-6 0,1-2-2 15,5 1-13-15,2-3-23 0,3 2 6 0,3 2 8 16,4 0-8-16,4 2 0 0,0 4-8 0,3 3 1 16,1 4 8-16,-2 2-5 0,-2 5-9 0,0 0 8 15,-1 4-4-15,0 4 1 0,1 2 3 0,-3 1-1 16,-1 4-15-16,5 2 15 0,-3 4-1 0,-7-3 10 15,-2-1-9-15,-2 1 1 0,-1 1 2 0,-4-2-4 16,-2-2 7-16,0 1-20 0,-2-3 20 0,0 0-2 16,0-3 9-16,0-6-5 0,1 11-8 0,-1-11 6 15,1 6 4-15,-1-6-8 0,0 0 4 0,0 0-20 16,0 0-11-16,0 0-11 0,0 0-6 0,0 0-1 16,0-31-3-16,4 13-2 0,4 0 2 0,1 2 4 15,4-7 2-15,2 1 5 0,-5 9 1 0,5 0 2 0,-2 4 2 16,-3 3 4-16,3 1 4 0,-3 3-1 15,1 2 6-15,-3 2 0 0,1 2 6 0,1 4-6 16,1 5 9-16,-3 1 1 0,1 5-1 0,-3-2-5 16,2 9-40-16,-5-1-40 0,-1 0-42 0,-1-5-54 0,0-1-41 15,1 0-31-15,-4-2-220 0,4 0-524 0,-4-8 232 16</inkml:trace>
  <inkml:trace contextRef="#ctx0" brushRef="#br0" timeOffset="2605.1">19273 14057 82 0,'2'-17'166'0,"0"2"16"0,-1 3 15 0,0 1 3 16,-1 1 4-16,0 2-1 0,0 8-1 0,0-12-11 16,1 7-19-16,-1 5-17 0,0 0-17 0,0 0-14 15,0 0-9-15,0 0-12 0,0 0-9 0,0 0-12 16,-3 37-20-16,0-20-27 0,0 2-38 0,0 0-47 16,1-1-48-16,-1-1-59 0,0 0-43 0,3-1-167 0,-1-6-397 15,1 1 176-15</inkml:trace>
  <inkml:trace contextRef="#ctx0" brushRef="#br0" timeOffset="2916.82">19410 14159 160 0,'7'3'175'0,"2"-3"9"0,-9 0-10 16,12-4-15-16,-8-2-19 0,-1 1-10 0,2-7-9 15,-1 0-3-15,-1 0-10 0,1-4-3 0,-3 3-13 16,0-5 10-16,3 2-17 0,-1-2 2 0,-2-1-6 16,5 3-1-16,-1 0 1 0,0 4 6 0,1 0-14 15,-1 3-5-15,0 3-8 0,0 2-6 0,3 0-6 16,-8 4-4-16,14 2-5 0,-5 4-3 0,1 1-7 15,0 6 0-15,0 2-5 0,-1 1-22 0,-2 2-38 16,-4 0-45-16,4 8-68 0,-3-7-47 0,-3 7-190 16,-1-8-418-16,0 0 185 0</inkml:trace>
  <inkml:trace contextRef="#ctx0" brushRef="#br0" timeOffset="3134.5">19801 13689 89 0,'-4'-14'289'0,"2"4"-11"0,0 0-17 16,1 3-23-16,1 7-28 0,-2-8-22 0,2 8-15 15,0 0 3-15,0 0-13 0,2 31-13 0,1-3-12 16,1 5-13-16,-1 14-16 0,-2-1-9 0,2 1-29 16,-3-11-31-16,1-1-43 0,-1 11-47 0,1-14-46 15,1 1-32-15,0-6-27 0,3-1-22 0,0-7-8 16,3-2 1-16,2-6 5 0,0-1-95 0,2-4-297 15,0-4 133-15</inkml:trace>
  <inkml:trace contextRef="#ctx0" brushRef="#br0" timeOffset="3500.54">19919 14166 865 0,'12'-6'-64'0,"3"-1"24"0,-4 1 11 0,-1-2 13 16,0-1 6-16,-2 0 7 0,-1-1 32 0,1 0 8 15,0 1 7-15,-2-6 13 0,-1 4 13 0,0-2 1 16,2-3 7-16,-1 0-5 0,-2-1 11 0,0 0-1 16,0-1 7-16,-2 2 5 0,2-3 0 0,-1 0 4 15,0 2 7-15,-1 2 1 0,0 3 8 0,-4 0 5 16,0 3 9-16,1 0 2 0,1 9 0 0,-4-11 0 15,0 6-5-15,4 5-13 0,-10-2-8 0,10 2 1 16,-16 8-10-16,3 8-1 0,0-1-10 0,-4 8-4 16,1 1-8-16,3 1-13 0,1 3-7 0,1-3-8 15,6-5 1-15,1-2-3 0,4 0-3 0,0 0-7 16,4-3-6-16,2-4 1 0,2 0 0 0,6-2-6 16,-2-5-9-16,5-3 4 0,4-2-2 0,-2-3-4 15,8-5 4-15,-2-4-1 0,0 0-4 0,-2-3-3 16,-2-1 13-16,-5 4-13 0,3-9 6 0,-5 5-2 15,1-3 9-15,-1-1-13 0,-3 5-1 0,3-6 3 16,-4 4 2-16,1-6 0 0,-2 10-2 0,-1-2 7 16,-2 2 7-16,-2 6 5 0,0 2-7 0,0-2 4 15,-4 8-7-15,0 0-7 0,9-8-4 0,-9 8-4 16,0 0 11-16,0 0-4 0,1 33 0 0,-5-17-24 16,1 3-37-16,-1 0-38 0,0 0-39 0,-1 1-56 15,2-2-48-15,0 1-54 0,2-1-43 0,1 0-185 16,-1-5-556-16,5-2 245 0</inkml:trace>
  <inkml:trace contextRef="#ctx0" brushRef="#br0" timeOffset="3683.11">20431 13995 21 0,'5'-5'229'0,"-1"0"-11"15,-1 1-6-15,-3 4-17 0,4-12-15 0,-2 6-7 16,-1 0-5-16,0-5-13 0,3 1-5 0,-1-2-2 16,0 1-6-16,4-4-4 0,-2 3-4 0,4-3 1 15,0 3 6-15,0 3 6 0,-3 2-6 0,2-2-12 16,-2 5-13-16,-1 0-7 0,3 1-13 0,-8 3-7 15,14 5-9-15,-8-3-8 0,3 4-5 0,-1 1-12 16,-3 0-30-16,0 3-24 0,-2 1-45 0,-3 3-54 16,0 2-63-16,-1-3-73 0,-3 4-288 0,-4 1-565 15,0-1 251-15</inkml:trace>
  <inkml:trace contextRef="#ctx0" brushRef="#br0" timeOffset="4784.29">19220 15452 2790 0,'-6'6'138'0,"-2"0"-19"0,-2-2-47 0,2 3-29 15,1-1-15-15,-2 2-7 0,0 2-7 0,1 0-7 16,2 1 7-16,-3-1-9 0,1 0 5 15,2-1 3-15,-1 0 5 0,1-3 6 0,0 3 11 16,-1-2 4-16,2-2 6 0,1-1 4 0,4-4 7 16,-6 7 6-16,6-7 7 0,-8 5-4 0,8-5 3 15,-6 1-4-15,6-1-7 0,0 0-4 0,-13-16-5 0,8 7-7 16,1-6-5-16,-1-2 11 0,4-7-29 16,1-3 8-16,2-1-3 0,6-3-5 0,0-2-2 15,5 1 0-15,2 1-5 0,1 5 10 0,2 0-2 16,-2 5-18-16,-1 7 1 0,0 3-1 0,1 0 5 15,-2 3-2-15,-2 3-3 0,0 1-4 0,1 4 3 0,-2 2-1 16,0 4 2-16,0 0-1 0,-3 4 4 16,-2 0-5-16,2 5-1 0,-6 3 9 0,3 0-14 15,-3 0 6-15,-2-3 0 0,-3 3 1 0,-1-8-5 16,3 1 5-16,1-5 9 0,-1 1 3 0,1-7-12 16,-3 10-3-16,3-10-11 0,0 0 5 0,0 0-22 15,0 0-11-15,0 0-4 0,0 0-5 0,0 0 4 0,18-35 1 16,-10 17 0-16,7-2 3 0,0-2 3 15,3 3 5-15,-2 5 11 0,5-4-5 0,-3 8 2 16,1 1 2-16,3 2 0 0,-4 1 3 0,2 3 3 16,2 2 2-16,-3 2 4 0,3 2-6 0,0-1 7 15,-2 2 2-15,7 2-5 0,1 2-18 0,-1 1-2 16,-5-3-10-16,5-2-9 0,-7-2 4 0,3-2 4 16,6-2 5-16,0-2 5 0,-8-2 4 0,-1-3 1 15,-1 2 4-15,-3-2 3 0,2-2 5 0,-3 1 1 16,-6 0 4-16,0 1 9 0,-1 0 3 0,-2-2 10 15,-4 0-1-15,-4 0 2 0,-1 2 2 0,-1-1 4 16,-1 1-1-16,-4 3 8 0,-2-2 1 0,-1 3 3 0,-1 3 1 16,-5 0-1-16,0 4 5 0,-2 1-7 15,2 4 1-15,0 2-4 0,0 2-4 0,4 1 3 16,0 1-4-16,5 2-1 0,2-1-4 0,5-3 3 16,1 3-9-16,2-3-2 0,4 2-8 0,0-6-9 15,3 2-3-15,2-2-6 0,5 1-2 0,1-6-10 16,0 1-5-16,3-3-3 0,0-3-2 0,0-1 5 15,-3-5-2-15,2 3 6 0,-6-1 3 0,3 0 5 16,-6-2-1-16,-1 1 7 0,2 3-2 0,-1 0 4 16,-4-3 0-16,0 4 2 0,-1-1 2 0,-4 5 0 15,6-6 0-15,-6 6 0 0,5-4 2 0,-5 4 3 16,0 0-2-16,11 6 4 0,-11-6 2 0,10 11-2 16,-6-6 0-16,2 3 5 0,-1 0 0 0,2 0-8 15,1 1-13-15,-1-1-17 0,-1-1-11 0,3-3-9 16,-1 0-11-16,1-2-14 0,-2-2-1 0,4-2 2 15,-1-2 12-15,1 0 9 0,-3-3 3 0,1-1 13 16,-3-1 2-16,1-1 5 0,-1 1 10 0,3-4 14 16,-5 2 11-16,1 0 6 0,0-1 2 0,-1 2 13 15,-3-1 2-15,3-2 5 0,0 5 7 16,1-2 17-16,-2 4-2 0,0 1 7 0,-3 5 9 0,6-7 16 16,-6 7 9-16,0 0 6 0,11 9-4 0,-8-2-1 15,3 3-12-15,-1 5-5 0,-1-3-5 0,1 3-7 16,-4-2-8-16,2-1 0 0,2-1-7 0,0-1-7 15,0 1-5-15,3-6-5 0,1 0-4 0,-4-2-4 16,4-1-2-16,-9-2 0 0,18-6-4 0,-8 0 3 16,-1 1-6-16,-1-6 2 0,-1 3-4 0,2-3 2 15,-4 0 0-15,0 0-1 0,-3 0-1 0,-2 0 2 16,-2 1-4-16,1 1 4 0,-4 0-2 0,2 1 6 16,0 4 4-16,3 4-2 0,-13-6-5 0,3 8-2 15,-3 0 2-15,-2 7 3 0,-7 6-9 0,3 3 5 16,-4 6-12-16,0 5-17 0,1 1-24 0,-1 11-28 15,-4-1-46-15,8-10-63 0,4-2-56 0,-1-4-197 16,5-2-472-16,2-7 209 0</inkml:trace>
  <inkml:trace contextRef="#ctx0" brushRef="#br0" timeOffset="5384.86">20463 14730 304 0,'-3'-12'319'16,"2"2"-22"-16,1 0-30 0,0 10-24 0,-4-6-8 16,4 6-7-16,0 0-2 0,5 26-17 0,-1 3-20 15,0 1-19-15,3 15-15 0,-3 2-10 0,0 0-20 16,1-12-9-16,4 9-16 0,-5-10-16 0,1-6-23 16,4 0-7-16,-1-2-6 0,2-3-9 0,-1-7-3 15,1-3-6-15,-2-3-10 0,1-1-1 0,-2-2-2 16,2-2-6-16,1-2-3 0,1-3 4 0,-1-3 3 15,3-2 6-15,1-4-15 0,0-1-3 0,-3-2 4 16,-2-1 1-16,3-3-1 0,-5 2-1 0,0 0-3 16,-3-2-2-16,-2-2 6 0,1 4-4 0,-3-4 1 15,-4 2-2-15,4 5-1 0,-4 0-1 0,2 3 1 16,-2 2 10-16,-1 0-9 0,-1 2 5 0,6 4 9 16,-12-1-5-16,12 1 2 0,-14 10 6 0,7-3-10 15,0 1 2-15,2 2 3 0,1-1-5 0,0 2-3 16,4 0 0-16,-1-1 3 0,2 1-1 0,1-1-3 15,0-3 1-15,3 0-2 0,0-4 3 0,2-1-4 16,3 0 2-16,1-3-3 0,0-2 2 0,1 1-2 16,1-5 2-16,1-1-1 0,-3 1-1 0,1-1 2 15,-3-1-3-15,0 0 0 0,1 0 1 0,-4-2-3 16,5-2 2-16,-5 3 5 0,2 2-1 0,-2 0-1 16,-1 3 3-16,-1-1-1 0,0 2-6 0,-4 4 2 15,9-4 1-15,-9 4-5 0,10 1-1 0,-10-1 16 16,10 5-8-16,-3 0-5 0,0-1-1 0,0 6-10 15,0-2-23-15,-1 0-19 0,1 1-21 0,-1-1-32 16,1 1-23-16,-3-3-23 0,2-3-25 0,-1 1-23 16,7-1-4-16,-2 0-7 0,3-4 3 0,2-6 9 15,4 2 6-15,-2-4 10 0,7-5 6 0,-1-2 13 16,-6 4 22-16,-1 1 25 0,1-3 27 0,0 3 25 16,-5 1 10-16,-1 2 12 0,-2 2 21 15,-4 1 10-15,-5 5 8 0,7-6 5 0,-7 6 7 0,0 0 0 16,0 0-19-16,0 0-46 0,-9 25-43 0,-5-12-57 15,0 2-168-15,-1 0 74 0</inkml:trace>
  <inkml:trace contextRef="#ctx0" brushRef="#br0" timeOffset="6269.92">20580 16141 140 0,'-38'45'161'0,"-6"-6"-17"0,-5 2-7 0,-23 11-10 15,18-19-4-15,-22 13-12 0,22-17-7 0,-33 8-3 16,-2-2-17-16,-6-4 23 0,3-7-16 0,-5-7-3 16,-7-6-10-16,2-2-8 0,-5-4-6 0,-3-3-1 15,-3-2-5-15,-2-4-5 0,0 1-6 0,-4-10-3 16,2 4 0-16,-4-10-4 0,2 4-4 15,1-7-6-15,0-9 1 0,-6-5-3 0,10 3 5 16,-3-6-1-16,5-5 6 0,1-2-2 0,3-12 1 0,2-1-2 16,5-5 1-16,0 0 0 0,10-7-4 0,3-5-4 15,4-10-4-15,2-2 2 0,5-4-7 0,8-6-7 16,7-5-7-16,4-3-2 0,10-5-7 0,0-10-7 16,9-6-14-16,7-7-1 0,13 5 2 0,1-7 1 15,9-3 3-15,1-6 6 0,4-6 0 0,3-2-2 16,9 4 6-16,-2-1 3 0,3 0 4 0,1 6 2 15,3 2 4-15,0 13 0 0,1 7 2 0,0 7 1 16,0 3-1-16,-4 3 0 0,1 5-2 0,1 2 1 16,1 3-4-16,1 1 3 0,0 5-6 0,0-2-3 15,4 4 1-15,1-2 0 0,3 3 2 0,2 2 2 16,6 5-2-16,3 0 3 0,3 6-3 0,5 1 2 16,3 1 2-16,9 1 5 0,2-1 4 0,2 3-7 15,11 7 1-15,1-2 4 0,4 3-5 0,9-1 1 16,2 7 5-16,2 2-4 0,12 2-3 0,4 0 4 15,2 6 0-15,6 1-1 0,2 8-2 0,3 0 2 16,-1 4 1-16,3 4-6 0,1 2 2 0,-4 2-3 16,5 2 4-16,2 6-1 0,2 5 0 15,-7 1 4-15,-2 1-1 0,0 9 0 0,2 3 6 16,-1 0-1-16,-3 6-2 0,-3 3 0 0,-4 7-4 16,-6-1 2-16,1 3-1 0,-4 5 1 0,-4 8 2 15,3 0 1-15,-2 5-1 0,1-2-3 0,-2 7 1 0,-3 3 1 16,-1 9-1-16,-4 3-5 0,-2 4 6 0,2 4 0 15,-10 2 1-15,2 7-6 0,-7 4 5 16,0 1-2-16,-4 3-4 0,-2 3 0 0,-7 3 2 16,-2 6-2-16,-1 6 5 0,-9 9 3 0,0 2-1 15,-5 0-2-15,0 6 5 0,-5 5 0 0,-6 5 5 16,-1 3-1-16,-3 4 5 0,-6-1-8 0,-2-3 2 0,-5 7 1 16,-9 2 2-16,2 8-2 0,-7-4 2 0,-4-3-6 15,-2 0-6-15,-9 4 8 0,-3-7 1 16,-2 3-4-16,-2-4 2 0,-2-5 1 0,-6-3 0 15,1 2 1-15,-3-4 1 0,-8 1-3 0,-1-4-6 16,-3-4 1-16,-5-1-3 0,-3-8 5 0,-3 3 2 16,-4-3 0-16,-6-3 2 0,-6-4 4 0,-4-3 2 15,-1-4 4-15,-5 1-4 0,-1-3 1 0,-5 1 3 0,-2-5-3 16,-2 3-1-16,-2-6-3 0,-2 0 3 16,-7-7-4-16,4 0-5 0,0-10-11 0,0 0-14 15,4-3-30-15,0-7-26 0,6-4-28 0,4-10-39 16,6-9-50-16,25-16-52 0,-3-1-180 0,5-12-453 15,4-2 202-15</inkml:trace>
  <inkml:trace contextRef="#ctx0" brushRef="#br0" timeOffset="6484.63">24023 12801 385 0,'88'-61'394'0,"4"4"-105"0,9 1-126 0,10 4-141 15,22 0-232-15,22-6-226 0,15-13 101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08:38.690"/>
    </inkml:context>
    <inkml:brush xml:id="br0">
      <inkml:brushProperty name="width" value="0.05292" units="cm"/>
      <inkml:brushProperty name="height" value="0.05292" units="cm"/>
      <inkml:brushProperty name="color" value="#FF0000"/>
    </inkml:brush>
  </inkml:definitions>
  <inkml:trace contextRef="#ctx0" brushRef="#br0">16714 3145 3 0,'18'0'19'0,"3"0"9"0,-4 0-5 15,1-2 2-15,1 2 0 0,-3-1 11 0,-2 1-12 16,3 0-4-16,0-1-5 0,-5 1 6 0,1 0 17 15,-1 0-21-15,0-1 3 0,2 1-3 0,-1 0 3 16,-13 0 1-16,22 1-5 0,-22-1-1 0,14-2 7 16,-14 2-17-16,12 1 4 0,-12-1-5 0,0 0 1 15,13-1 8-15,-13 1-3 0,0 0-3 0,0 0 1 16,13 0-2-16,-13 0-1 0,0 0-1 0,0 0-1 16,0 0 7-16,0 0-1 0,0 0-3 0,0 0 2 15,0 0-6-15,0 0-1 0,0 0 5 0,0 0-1 16,13 0-2-16,-13 0-3 0,0 0-3 0,0 0 3 15,0 0-1-15,0 0 5 0,0 0-4 16,0 0 0-16,0 0 5 0,0 0 0 0,0 0 2 16,0 0-4-16,0 0-4 0,0 0 1 0,0 0-3 15,0 0 4-15,0 0-11 0,7 6-11 0,-7-6-17 16,4 8-46-16,-4-8-91 0,9 11 40 0</inkml:trace>
  <inkml:trace contextRef="#ctx0" brushRef="#br0" timeOffset="1699.92">17757 3098 44 0,'0'0'42'0,"0"0"1"0,-6-3-5 0,6 3 5 15,0 0-4-15,0 0-5 0,0 0 1 0,0 0 4 16,0 0-3-16,0 0-3 0,0 0-9 0,0 0 2 16,-5-6 1-16,5 6-9 0,0 0-2 0,0 0 3 15,0 0 1-15,0 0-6 0,0 0-3 0,0 0 4 16,0 0-2-16,0 0 1 0,0 0-4 0,0 0-12 16,0 0 20-16,0 0-4 0,0 0 10 0,0 0-12 15,0 0 0-15,0 0 4 0,0 0 2 0,0 0-6 16,0 0 4-16,0 0 1 0,0 0-2 0,0 0 21 15,0 0 1-15,0 0 5 0,0 0-4 0,19 17 9 16,-13-14 2-16,7-1-2 0,1 1-3 0,3-2 1 16,3 1-4-16,0-2 3 0,1 2 3 15,8-2-3-15,1 0 0 0,-1-3 3 0,1 2-6 0,-2-3-1 16,0 2-2-16,0-1-1 0,0 0 6 0,0-1-2 16,-1 1-5-16,-7 1 4 0,1-3-3 0,0 1-4 15,-2 3 0-15,-2-3-8 0,1 3 0 0,-4 1 0 16,-3-1-1-16,0 0-1 0,-2 1-7 0,-9 0 2 15,13 0-4-15,-13 0 1 0,10 0-1 16,-10 0 1-16,0 0-4 0,8 2 7 0,-8-2-5 0,0 0-3 16,0 0 7-16,6 1-3 0,-6-1 17 0,0 0 5 15,0 0 7-15,0 0-1 0,0 0 0 0,7 2 0 16,-7-2 2-16,0 0-14 0,0 0-1 0,0 0-1 16,0 0-2-16,0 0-4 0,0 0-1 0,0 0-3 15,0 0-1-15,0 0-3 0,0 0-6 16,0 0-11-16,0 0-19 0,0 0-10 0,3 5-21 0,-3-5-34 15,0 0-62-15,-1 14-39 0,-1-5-171 0,-6 5-389 16,0 1 173-16</inkml:trace>
  <inkml:trace contextRef="#ctx0" brushRef="#br0" timeOffset="2596.48">14584 8125 21 0,'0'0'-1'16,"0"0"-3"-16,0 0-3 0,-5 10 1 0</inkml:trace>
  <inkml:trace contextRef="#ctx0" brushRef="#br0" timeOffset="4599.07">17420 2947 10 0,'0'0'23'0,"0"0"-3"0,0 0 3 16,0 0-12-16,0 0 12 0,0 0-4 0,0 0 3 15,0 0-1-15,0 0-2 0,0 0 1 0,0 0 2 16,0 0-3-16,0 0-2 0,0 0 1 0,0 0-4 16,0 0 2-16,0 0 1 0,0 0-2 0,0 0-4 15,0 0-4-15,0 0 1 0,0 0 1 0,0 0-3 16,-17-4-2-16,17 4 8 0,0 0 2 0,0 0 11 15,-8 3 5-15,8-3-4 0,0 0 7 0,0 0 2 16,0 0-2-16,0 0-8 0,0 0 1 0,-11 2 0 16,11-2 4-16,0 0 5 0,0 0-8 0,0 0-1 15,0 0-1-15,-8 2 3 0,8-2-5 16,0 0 8-16,0 0 2 0,0 0-12 0,0 0-2 16,0 0 2-16,0 0-8 0,0 0 3 0,0 0 1 15,0 0-6-15,0 0-3 0,0 0-4 0,0 0 0 16,0 0 6-16,0 0-6 0,0 0 6 0,0 0-7 15,0 0 9-15,25-5-6 0,-25 5 2 0,10 0-5 0,-10 0 7 16,15-2 4-16,-9 1 6 0,-6 1-6 16,16-1-8-16,-16 1 3 0,11-3 4 0,-4 3-7 15,-7 0-1-15,12-1 6 0,-12 1 7 0,13-1-1 16,-13 1 8-16,12-2 3 0,-12 2 1 0,10 0-4 16,-10 0-3-16,9-1 11 0,-9 1-11 0,0 0 6 15,0 0-4-15,9 0-4 0,-9 0-2 0,0 0 0 16,0 0 7-16,0 0-7 0,0 0 0 0,0 0-3 0,0 0-5 15,0 0-2-15,0 0-1 0,0 0-2 0,0 0-8 16,0 0-12-16,0 0-34 0,0 0-30 16,-14 16-38-16,11-10-118 0,-4 4-253 0,2-1 112 15</inkml:trace>
  <inkml:trace contextRef="#ctx0" brushRef="#br0" timeOffset="25115.96">18344 15392 7 0,'0'0'106'0,"-12"2"-3"16,12-2-5-16,0 0-14 0,0 0 1 0,0 0-16 15,0 0-2-15,0 0-4 0,0 0-1 0,0 0-7 16,-7 1-1-16,7-1-1 0,0 0-8 0,0 0 0 0,0 0-8 15,0 0-8-15,0 0 12 0,0 0-3 16,0 0-8-16,0 0 2 0,0 0-8 0,0 0 2 16,0 0-2-16,0 0-7 0,0 0 1 0,0 0-17 15,0 0 14-15,0 0-8 0,0 0 6 0,0 0 7 16,0 0-15-16,0 0 15 0,0 0 2 0,0 0-1 16,0 0 11-16,12 13-3 0,-12-13 2 0,4 7-7 15,-4-7-1-15,5 9 3 0,-5-9-2 0,4 10-8 16,-1-7-7-16,-3-3 2 0,2 6 0 0,-2-6 3 15,5 5-3-15,-5-5-2 0,0 0 3 0,0 0-6 16,7 1 7-16,-7-1-2 0,12-8-4 0,-1-5 3 16,6-11-13-16,12-15-6 0,-1-5-41 0,20-24-42 15,2-2-27-15,-4-1-130 0,4-5-270 0,0 2 120 16</inkml:trace>
  <inkml:trace contextRef="#ctx0" brushRef="#br0" timeOffset="164670.06">22314 4049 134 0,'-3'-11'130'0,"1"5"8"0,2 6-7 0,-1-14 0 15,1 14 4-15,-1-11-10 0,-2 6-1 0,3 5-19 16,-1-13-7-16,1 13-6 0,-1-9-8 0,1 9-4 16,0-8-5-16,0 8-8 0,0 0-5 0,-2-9-4 15,2 9-7-15,0 0-4 0,-2-7 2 0,2 7-9 16,0 0 1-16,0 0-6 0,0 0-4 0,0 0-6 16,0 0 0-16,0 0-3 0,0-10-1 0,0 10-4 15,0 0-2-15,0 0-2 0,0 0-4 0,0 0 0 16,0 0-3-16,0 0-1 0,0 0 0 0,0 0-3 15,0 0 3-15,0 0-1 0,0 0-2 0,0 0 2 16,0 0-4-16,0 0 5 0,0 0-1 0,0 0-4 16,0 0 3-16,0 0 2 0,0 0 1 15,0 0 1-15,0 0-7 0,0 0 6 0,0 0 0 16,0 0-3-16,0 0 8 0,0 0-2 0,0 0-1 16,0 0 0-16,0 0 1 0,0 0 1 0,0 0-2 0,0 0-4 15,0 0-5-15,0 0 4 0,0 0 0 0,0 0-3 16,0 0-1-16,0 0-2 0,5 23 1 15,-2-10 3-15,-2 4-1 0,3 7 3 0,1 3-1 16,-3 1-4-16,1 4 2 0,-1-1-2 0,0 0 2 16,0-1 3-16,-2-2 0 0,1 2 1 0,2-5 4 15,-3 4 4-15,0-4-4 0,1-5 5 0,-1-3-2 0,0 2-3 16,-1-7 3-16,1 0 1 0,-1 0-5 0,2-1 1 16,-1-1-1-16,-1-3 2 0,1-7 2 15,0 13-1-15,0-13 0 0,0 9 18 0,0-9 13 16,-2 7 13-16,2-7 25 0,0 0 6 0,0 0 21 15,0 0 1-15,0 0-1 0,0 0-3 0,0 0-24 16,0 0-9-16,0 0-19 0,-10-35-9 0,8 16-4 16,0-6-2-16,2-5-11 0,5 3-4 0,1-4-11 15,1-2 4-15,5 1-13 0,6-11-2 0,-3 11-1 0,3-1-5 16,6-8-4-16,-2 12-8 0,-1 0 6 16,1 4-9-16,1 3 3 0,0 2-4 0,-2 4 0 15,-3 5-1-15,-3 2 4 0,4 2 4 0,-6 6-2 16,1 0-1-16,0 3 3 0,5 5 0 0,-2 3 3 0,0 4 1 15,3 7 1-15,-6 4-1 0,0 1 3 0,-2 1 1 16,-3 5 3-16,1-2-1 0,-5 4 2 16,0-1-2-16,0-4 11 0,-5 0-8 0,0-3 4 15,1 2-4-15,-3-1 7 0,2-4-5 0,-1 2 2 16,-2-6 0-16,2-2-6 0,-2 0-30 0,2-5-35 0,-2 4-32 16,-2 0-47-16,5-16-34 0,3 21-37 0,-3-11-23 15,0 1-134-15,0-11-408 0,0 0 181 16</inkml:trace>
  <inkml:trace contextRef="#ctx0" brushRef="#br0" timeOffset="164983.62">22895 4246 92 0,'0'0'159'0,"0"0"-10"0,0 0-12 15,0 0-7-15,2 26-3 0,1-16-26 0,-2 3-1 16,0 1-7-16,4 1-10 0,2 0-5 0,-2-4-10 15,1-1-3-15,8 4-17 0,-2-3 8 0,-2-1 5 16,5-3-4-16,3 2 3 0,-1-5 6 0,1 2 4 16,1-4 0-16,0-1-3 0,2-2 3 0,-5-1 3 15,2-2 9-15,-5 1 4 0,3-4-1 0,-7 1 11 16,1 0-7-16,-2-4-7 0,-1-1-10 0,-3-2 0 16,-2-3-5-16,-1-2-4 0,-2-2-6 0,-1 1-2 15,-5-6-6-15,-3 3-5 0,1 2-3 16,0-1-5-16,-2 5-8 0,0 2-2 0,1 0 1 15,-1 1-5-15,0 4-1 0,1 2-13 0,-1-1-11 0,0 3-9 16,2 1-26-16,1 3-31 0,8 1-38 0,-14 1-33 16,14-1-42-16,-20 7-40 0,14 1-198 0,0 1-454 15,0 3 202-15</inkml:trace>
  <inkml:trace contextRef="#ctx0" brushRef="#br0" timeOffset="165232.54">23337 3963 87 0,'1'-12'263'16,"-1"0"-16"-16,0 0 4 0,-1 5-5 0,2-3-1 15,-1 10-15-15,-1-12-19 0,1 12-24 0,0-7-17 16,0 7-22-16,0 0-15 0,0 0-13 0,0 0-10 16,0 0-2-16,0 0-2 0,5 32-15 0,-5-6-5 15,1 2-8-15,-1 4-7 0,3-1-9 0,-2 3-9 16,-2-2-2-16,2-2-7 0,-1 3 0 0,0-4-6 15,0 0-5-15,1-1-16 0,2-1-26 0,-2 0-22 16,2-2-39-16,-2 0-35 0,0-6-40 0,1-1-49 16,3 0-50-16,-4-1-212 0,-1-2-493 15,0-4 218-15</inkml:trace>
  <inkml:trace contextRef="#ctx0" brushRef="#br0" timeOffset="165371.37">23256 4041 30 0,'8'-7'130'0,"2"3"-20"0,2-5-29 15,6 5-40-15,-2 2-36 0,2 1-72 0,-1 4-71 16,2 1 32-16</inkml:trace>
  <inkml:trace contextRef="#ctx0" brushRef="#br0" timeOffset="165688.88">23513 4431 120 0,'10'-4'205'0,"2"-2"3"0,4-5-4 0,-1-1-3 16,1-1 0-16,3-4-17 0,1-1-14 0,-3-1-11 16,-2-5-8-16,1 2-7 0,-2-4-14 0,-1-1-15 15,2 1-9-15,-6-2-9 0,6 2-7 0,-5 1-3 16,-5 5 1-16,-1 4-14 0,-3-2-4 0,-2 1-5 15,1 2 1-15,-2 4-11 0,1-1 7 0,0 3-6 0,-3 2 4 16,1 1-13-16,-3 2-5 0,6 4-8 16,-14 0 0-16,5 5-6 0,-3 5 0 0,-7 10-4 15,-1 4 0-15,-1 1-2 0,6 3 0 0,-2-1-3 16,3 2-2-16,3 0-5 0,4-3 2 0,1 0-4 16,4-1-2-16,3-6 9 0,0-2-23 0,0 2-24 15,8-3-26-15,0 0-18 0,5-3-43 0,8 3-48 16,-2-6-55-16,10-4-63 0,-3-2-154 0,4-1-473 15,0-6 210-15</inkml:trace>
  <inkml:trace contextRef="#ctx0" brushRef="#br0" timeOffset="165839.2">24041 4039 144 0,'0'0'265'15,"-1"-11"-20"-15,1 11-19 0,-2-7-15 0,2 7-21 16,0 0-19-16,0 0-22 0,0-12-14 0,0 12-25 15,0 0-38-15,0 0-31 0,0 0-36 0,0 0-57 16,0 0-55-16,0 0-48 0,5 38-120 0,-5-19-299 16,0-3 133-16</inkml:trace>
  <inkml:trace contextRef="#ctx0" brushRef="#br0" timeOffset="165975.44">24084 4398 61 0,'-2'12'182'0,"2"-12"-6"0,-1 11-7 0,1-11-28 15,-2 8 0-15,2-8-14 0,0 0-15 0,0 0-11 16,0 0-19-16,0 0-26 0,0 0-27 0,4 14-57 16,-4-14-70-16,0 0-111 0,13-2-226 15,-13 2 100-15</inkml:trace>
  <inkml:trace contextRef="#ctx0" brushRef="#br0" timeOffset="166128.97">24392 4195 132 0,'0'0'343'0,"10"-2"-39"0,-10 2-29 0,0 0-26 16,8-2-26-16,-8 2-21 0,0 0-18 0,0 0-24 16,11 1-14-16,-11-1-27 0,0 0-36 0,0 0-29 15,3 6-32-15,-3-6-46 0,0 0-72 0,6 13-69 16,-5-3-204-16,0 0-399 0,-1-10 176 0</inkml:trace>
  <inkml:trace contextRef="#ctx0" brushRef="#br0" timeOffset="166534.17">22479 4914 102 0,'-64'4'346'0,"0"1"-35"15,2 2-25-15,4 2-18 0,21-5-8 0,5 0-12 16,5 1-15-16,10-3-25 0,5 0-18 0,2-1-22 16,5 1-21-16,5-2-9 0,0 0-11 0,27 7-15 15,25-7-10-15,46-5-7 0,24-2-8 0,20-8-10 16,17-6 5-16,27 0-15 0,5-4-10 16,5-1-13-16,-1 1-5 0,-4-4 8 0,-12 6-14 0,-14 1 2 15,-25 3-4-15,-15 3-9 0,-23 4-3 0,-13 3 6 16,-38 3-5-16,-15 4-8 0,1-2-1 0,-5 2-1 15,-3 0-7-15,-10 1 4 0,0-2-2 0,-5 3 4 16,-3 0 7-16,-3 0-6 0,-1-1 10 0,-7 1 7 16,12-1 23-16,-12 1 17 0,9 0 5 15,-9 0-3-15,0 0-8 0,2-8-4 0,-2 8-19 0,0 0-26 16,-19-11-13-16,8 6-45 0,-2 2-42 0,-1 1-55 16,-3 1-67-16,-5 0-84 0,6 1-71 0,-5 3-208 15,-5-1-620-15,5 2 274 0</inkml:trace>
  <inkml:trace contextRef="#ctx0" brushRef="#br0" timeOffset="172839.93">22286 5504 167 0,'-5'-9'216'16,"5"9"1"-16,-2-12-10 0,-2 8-7 0,4 4-11 15,-5-10-14-15,5 10-12 0,-4-9-10 0,1 4-5 16,3 5-8-16,-2-8-4 0,2 8-11 0,0 0-10 15,-4-6-14-15,4 6-13 0,0 0-11 0,0 0-10 16,0 0-15-16,0 0-1 0,0 0-6 0,0 0-4 16,0 0-4-16,1 33-3 0,2-5-4 0,-3 4-4 15,2 13 0-15,-2-9-8 0,0-1 2 0,2 11 3 0,-2-13-2 16,-3 1-4-16,2-1-3 0,-1-1 0 16,1-3-1-16,1 0-3 0,-1-2 1 0,0 0-2 15,-1-2-1-15,0-6 3 0,2 2-3 0,0-4-2 16,-4 2 0-16,2-1-1 0,0-2-9 0,0 1-14 0,0-1-22 15,1-5-25-15,0 1-32 0,-2-3-36 16,2 1-33-16,0-6-36 0,1-4-21 0,-3 12-159 16,3-12-415-16,0 0 184 0</inkml:trace>
  <inkml:trace contextRef="#ctx0" brushRef="#br0" timeOffset="173420.49">22312 5414 11 0,'14'-14'155'0,"1"0"-13"0,1 2-14 0,-1 4-13 16,-1 5-16-16,3 0-9 0,-2 2-3 0,-3 3-10 15,5 4-12-15,-1 3-7 0,-2 1-1 0,-1 3-10 16,0 3-2-16,-2 3 0 0,-3 6-5 16,-3 3-3-16,0 1-5 0,-8 1 2 0,-3 1-7 15,-3-1 3-15,-2 0 0 0,-2-2-6 0,-4-4-2 0,-1 2-4 16,1-4 1-16,-2-4-5 0,4-3-2 0,0-3 4 15,-2-1 6-15,3-2-8 0,2-2 2 0,2-1-3 16,1-2 1-16,3 0 10 0,1-2 9 16,-2 1 3-16,7-3-2 0,-7 3 2 0,7-3-2 0,-7 3 2 15,7-3-4-15,0 0-4 0,-7 1-8 16,7-1-1-16,0 0-10 0,0 0 1 0,0 0 0 0,0 0-2 16,10 17 1-16,-2-12 1 0,2 4-3 0,0-2-1 15,4 1-1-15,1 0 3 0,-1 2 0 16,4-3 11-16,-1 1 2 0,3-1 9 0,-1 1-4 0,1-3-1 15,1-2 4-15,2 2 3 0,5-5-3 0,1 0-3 16,-4-2-2-16,-3 0 1 0,7-2-2 0,-1-3 1 16,-1-2 0-16,0 1-3 0,-8 0 0 15,6-5-1-15,-1 2 3 0,-6 2-1 0,-2-3-3 0,0-2 0 16,-4 2-1-16,0-4 4 0,1 0 2 0,-6-1 5 16,1 1 15-16,-4-1-7 0,2-1-2 0,-6 1 2 15,0 5 16-15,0 1 6 0,-2 1 4 16,-1 2 1-16,1 2 5 0,2 6-1 0,-5-14-8 0,2 11-9 15,3 3-2-15,-12-4-13 0,12 4 1 0,-15 4-1 16,4 2-6-16,-6 8-5 0,2-1-5 0,1 2 2 16,1 0 1-16,-4 6-2 0,8-4-6 0,3 0-4 15,1 2 2-15,-2-1-2 0,7-2-3 0,0 1-18 16,3-1-17-16,1 0-24 0,2-3-27 0,3 3-41 16,4-3-40-16,0-2-28 0,3-3-37 0,4 1-25 15,0-3-179-15,7-2-463 0,1-3 205 0</inkml:trace>
  <inkml:trace contextRef="#ctx0" brushRef="#br0" timeOffset="174199.8">23168 5808 12 0,'4'-19'152'0,"-3"0"12"0,-1 0 7 15,0 4 19-15,-3 3 5 0,0-1 5 0,0 4-1 16,-2-1-5-16,1 4-12 0,-3 1-10 0,-1 1-13 16,0 3-13-16,-2 1-11 0,-3 2-8 0,-2 6-8 15,-1 5-7-15,-5 6-10 0,1 0-6 0,2 0-7 16,2 2-13-16,0-1-8 0,7-2 0 0,1-1-13 15,0 0-2-15,3 0-6 0,3-4-4 0,1 1-4 16,-1 2-5-16,5-6-2 0,-1-1-3 0,5-1-12 16,-2-1-9-16,1 0-6 0,1-2-5 0,3-1-10 15,-1-2-4-15,1 0 3 0,-1-2-2 0,2-2 4 16,1-2 2-16,-1 0 0 0,-2-2 8 0,0-1 3 16,-1-2 2-16,5-3 3 0,-7-2-1 0,3 1 7 15,-3 2 2-15,1-4 6 0,-2-2 0 0,-2 1-5 16,-2 1-1-16,0 2 16 0,2 4 14 0,-2-2 9 15,-1 5-2-15,1-1 4 0,-1 7-9 0,2-9-10 16,-2 9-7-16,1-8-1 0,-1 8-4 0,0 0-4 16,0 0-4-16,0 0 0 0,0 0 6 0,0 0-10 15,0 25 4-15,0-13-2 0,0-2-7 0,0 4 4 16,2-2 1-16,2 0-11 0,0 0 10 0,4-1-5 16,-3 0 2-16,3 0 1 0,5-1-3 0,-2-3-2 15,-1 1 5-15,4-5 0 0,-2 2-6 0,7-2-3 16,1-1 2-16,-2-4-2 0,2-1-1 0,-2-2-3 15,0 1 7-15,-4-5-6 0,2 0 5 0,-3-3-3 16,0 1 8-16,-2-5-2 0,-4-1 2 0,1 0 1 16,0-9 7-16,-3 0-13 0,-3-1 4 0,0-2-4 15,-2 0-1-15,-3-2-7 0,-1-4 9 0,2 6 4 16,-4-3 0-16,-1 2 1 0,2-1 10 0,-2 4-11 16,2 8 6-16,1 4-6 0,1 0-4 0,1 4 14 0,1 0 4 15,0 5-23-15,1 6 14 0,-3-11-9 16,3 11-3-16,-2-5 0 0,2 5-1 0,0 0-1 15,-1 29 2-15,-1-3-5 0,1 9 9 0,-3 12-3 16,1-1-1-16,1-10 5 0,2 10-2 0,1-14-1 16,0 3-4-16,2-6 0 0,1 3 4 0,1-5-1 0,4-2-3 15,-4-5 6-15,5-2-4 0,3-3 0 16,-3 0 15-16,2-2-13 0,0-2-2 0,3-2 7 16,-4-1-5-16,1-4 6 0,7-1 0 0,-8-1 1 15,6-2-5-15,-3-2 10 0,-1-1-1 0,5-4-4 0,-3-3-2 16,2 1 0-16,-3-3 3 0,-3-2 0 15,-1 1 4-15,-1-4 1 0,-2 1-18 0,-4-2 7 16,3 2 15-16,-6-1 10 0,1-1-10 0,0 3-1 16,-1 5 17-16,1-1 8 0,-1 4-11 0,2 0 18 15,-2 7-11-15,0 0-4 0,-2-14-9 0,2 14-1 0,0 0-11 16,0 0 2-16,0 0-5 0,0 0 1 16,0 0 1-16,-7 24-1 0,4-12-3 0,2 3-4 15,-3 2-14-15,0 0-13 0,6 0-32 0,0-3-27 0,1 3-30 16,-3-4-49-16,0 1-49 0,1-1-57 0,4-1-61 15,1 2-284-15,0-3-661 0,-1-3 293 0</inkml:trace>
  <inkml:trace contextRef="#ctx0" brushRef="#br0" timeOffset="174358.78">23633 5542 229 0,'-5'-4'211'0,"5"4"-36"0,-6-7-44 0,6 7-42 16,0 0-35-16,0 0-40 0,-12 7-32 0,12-7-45 0,0 16-74 15,-1-9-149-15,4 3 65 0</inkml:trace>
  <inkml:trace contextRef="#ctx0" brushRef="#br0" timeOffset="174816.07">23802 5653 65 0,'14'2'181'0,"-4"0"-6"0,1 0-8 0,-4-1-9 16,3 3-4-16,-1-1 4 0,-1 2-7 0,1 0-8 16,0 1-8-16,-1 0-5 0,-3 4-10 0,2 0-8 15,0 5-6-15,-5-3-10 0,2 3-3 0,-4 2-5 16,-4 0-8-16,-1 0-8 0,-4-1-4 0,0 1-10 16,0-1-3-16,-2-1-5 0,-1-3-5 0,2-1-5 15,1 0-3-15,0-2 4 0,2-3-3 0,-2 2-2 16,4-3 0-16,1-2-7 0,-1 0-1 15,5-3-6-15,-8 7-4 0,5-3-2 0,3-4-2 0,-5 5-4 16,5-5 2-16,0 0-5 0,0 0 0 0,3 11 0 16,-3-11-2-16,6 6 2 0,2-3 2 0,-2-1-2 15,7 0 3-15,1 0-3 0,5-5-3 0,2 0 6 16,8 0-8-16,-1-5-3 0,3-1-2 0,-2 1 1 16,-1-3 0-16,-1-1 2 0,-3 2-2 0,1-4 2 15,-3 0 3-15,-5 2 7 0,-1-1-1 0,0-1 5 16,-3-1 0-16,1-1 0 0,-2-2 3 0,-2 2 9 15,-2 0-2-15,-2-1 8 0,-1 0-4 0,-1-1 0 16,-1 2 5-16,-2 5 7 0,-1 1 13 0,0 3 14 16,0 7 3-16,0-14 2 0,0 14-2 0,-4-10-12 15,-1 7-7-15,5 3-2 0,-18 4-2 0,6 2-12 16,-4 6-2-16,0 2-5 0,-3 4 10 0,1 3-23 16,2 0 16-16,7-5-24 0,1 4 6 0,3-4-22 15,-1 0-23-15,6 1-33 0,1 1-37 0,5-4-48 16,2 2-66-16,0-7-69 0,1 1-262 0,9-1-592 15,-1-2 262-15</inkml:trace>
  <inkml:trace contextRef="#ctx0" brushRef="#br0" timeOffset="175632.83">24899 5624 202 0,'-4'-10'301'16,"-1"-2"-15"-16,0 5-2 0,-2 0-17 0,1 2-17 15,-2 3-16-15,-3 0-21 0,0 6-14 0,-5 4-14 16,0 1-22-16,1 5-2 0,-3 4-29 0,-2 3-11 16,2 0-14-16,8-4-9 0,1 1-12 0,2 0-9 15,0 1-8-15,3-2-3 0,4 0-13 0,1-1-10 16,0-4-13-16,3-1-1 0,1 1-5 0,5-5-5 16,-2 1-7-16,9 0 3 0,-6-3-8 0,2-3-1 15,7-2-3-15,-7 0 0 0,5-2 1 0,-6-1 3 16,2-1-2-16,-4-2 4 0,3 0 7 0,-3-1 4 15,-4-1 4-15,2-2 13 0,0-1-11 0,-3-1-1 16,-1-2-3-16,-1-4-1 0,1 2 5 0,-4 1-2 16,0 3 9-16,0 2-6 0,0 1 7 15,0 9 0-15,0-15 9 0,0 15-8 0,-2-10 2 0,2 10-12 16,2-6 2-16,-2 6-11 0,0 0-11 0,0 0 1 16,0 0 2-16,0 0 17 0,0 0-16 0,-9 21 5 15,9-9-2-15,-1-2-5 0,0 4-1 0,3 1 0 16,0-4 2-16,1 5-2 0,1-4 3 0,3 2-12 15,2-4 8-15,0 4 1 0,0-6-9 0,1 0 12 16,3-2-13-16,3-1 18 0,3-1 5 0,0-2 0 16,1-2 0-16,0-4 1 0,0-1 5 0,-1 0 1 15,-2-3 13-15,-6-1 1 0,3 0 16 0,-1-4 0 16,-2-3 1-16,0-1-3 0,-2-8 2 0,0 1-3 16,-1-4-20-16,-2-1 2 0,-2 1 3 0,0-3 0 15,1-1-2-15,-7-2-12 0,4 1 2 0,-1-2-3 16,1-1 1-16,-2 4-7 0,0 2 4 0,0-2 3 15,-2 8-2-15,2 7 11 0,-1 5 5 0,1 1-4 16,0 1-2-16,0 10-7 0,0-10-7 0,0 10-7 16,0-8-8-16,0 8-3 0,0 0-1 0,0 0 2 15,0 44 1-15,-4-11 5 0,2 12 2 0,-1 1-5 16,1-10 2-16,0 13-5 0,0-13 1 0,2 9 2 16,2-12-4-16,0-1 1 0,3-1 2 0,1-2 0 15,6-1-2-15,-5-2 3 0,2-9-2 0,4 0 8 16,0-4-6-16,2-1 3 0,2-3 2 0,-1-1 0 15,4-4-3-15,3-2 1 0,6-7 0 0,-2-2 3 16,0 0-5-16,2-9-1 0,-5 3 1 0,-2-3-9 16,1-4 10-16,-6-2 0 0,-2-3 0 0,-3-4-4 15,0 0 1-15,0-15-8 0,-6 14-1 0,-1-3 11 16,-1 0-4-16,1 2 2 0,-5-2 0 0,2 3-1 16,0 4-1-16,-2 8 8 0,0 7 9 0,0 3-1 15,0 3 0-15,0 5-16 0,0-12 7 0,0 12-7 16,0-10-8-16,0 10-1 0,0 0 5 0,0 0 11 15,-2 36 1-15,-2-8-1 0,-3-1 0 0,4 1-7 0,-1 2 7 16,2-1 1-16,1 0-6 0,2 0 6 0,-2 0-13 16,4-3-35-16,1 1-46 0,2-8-77 15,4 6-64-15,-3-9-77 0,4 1-93 0,-2 0-374 16,4-6-834-16,-1-2 369 0</inkml:trace>
  <inkml:trace contextRef="#ctx0" brushRef="#br0" timeOffset="176049.47">26432 5299 96 0,'6'-8'358'0,"-3"-2"-30"0,-3 4-32 0,0 6-26 15,3-11-27-15,-3 11-30 0,2-7-24 0,-2 7-17 0,0 0-12 16,0 0 6-16,0 0 9 0,2 25-3 0,-4 0-9 16,6 8-8-16,-8 3-11 0,1 15-10 15,-4-1-14-15,3-3-14 0,-1 0 9 0,1-13-29 16,4-1-6-16,-2 1-8 0,0-3-5 0,2 0-9 0,0-4-1 16,4-2-34-16,-2-6-34 0,0-3-45 0,1 1-53 15,-1-1-62-15,-2-3-72 0,4-5-64 0,-2-2-247 16,-2-6-600-16,3 7 266 0</inkml:trace>
  <inkml:trace contextRef="#ctx0" brushRef="#br0" timeOffset="176599.79">26436 5504 106 0,'5'-12'236'16,"-3"0"-26"-16,1 0-21 0,1 0-15 0,5-2-21 15,3-3-16-15,-2 2-13 0,4 1-12 0,0-1-10 16,1 0-2-16,-1 0-6 0,-1 1-7 0,1 2-1 15,1 1 0-15,-1-1-2 0,-5 5 4 0,-1-2-1 16,-1 0 3-16,-3 5-3 0,2-1-2 0,-2 0-1 16,-4 5-8-16,7-6-5 0,-7 6-10 0,4-4-7 15,-4 4-5-15,0 0-2 0,7-4-16 0,-7 4-4 16,0 0-5-16,0 0 2 0,0 0-1 0,0 21-6 16,-1-9 3-16,-1 12 0 0,-2 1-4 0,0 3 0 15,-1-1-2-15,-3 0 1 0,0 2 1 0,2-1-3 16,1 1-2-16,-3-4 0 0,3 1-3 0,-2-2-8 15,4-5-9-15,-3 0-5 0,2-2-6 0,1-1-7 16,1-5-3-16,0 0 2 0,0-2-10 0,-1-2 1 16,3-7 1-16,-3 9 3 0,3-9 1 0,0 8-4 15,0-8 4-15,0 0 4 0,-2 7 1 0,2-7 6 16,0 0 2-16,10 2 4 0,-10-2 8 0,17 0 0 16,-5 0 8-16,1 0 5 0,-2 0 4 0,8 0 5 15,1 0 1-15,0-1 4 0,0 1-4 0,3-1 8 16,-3-1-2-16,9-1 6 0,-4-1 2 0,4-1 1 15,-8 0-3-15,0-1 0 0,6-3 1 0,-6 1 1 16,-1 2 0-16,-2-2 1 0,0-1-1 0,-3-1-3 16,1 1 11-16,-7 1 3 0,2 0 3 0,-1 0-5 15,-2 1-6-15,-1-3-1 0,-2 2 1 0,0-3-4 16,-1 1 5-16,-4 0 4 0,2 4-3 0,1-2 10 16,-3 8 7-16,-3-11-11 0,3 11 4 0,0 0-11 15,-2-10 2-15,2 10-2 0,0 0-11 0,-16 6-11 16,5 1 11-16,-3 5 0 0,3 2-8 0,0 2-1 15,1 2-8-15,0-1 6 0,5 0-21 0,1 2-27 16,2-3-32-16,4 3-37 0,0-2-53 0,7-1-75 16,2-3-63-16,5-3-226 0,9 2-564 0,9-6 251 15</inkml:trace>
  <inkml:trace contextRef="#ctx0" brushRef="#br0" timeOffset="177066.3">27771 5456 37 0,'-4'-3'320'16,"4"3"-30"-16,-17-2-20 0,4 6-18 0,-5 0-7 15,2 5-7-15,-8 5-10 0,1 0-29 0,2 0-11 16,4-3-12-16,-1 3-21 0,5 0-17 0,1-2-14 16,1 3-16-16,7-4-9 0,-1 2-12 0,3-2-12 15,2-1-7-15,2 0-5 0,1 0-10 0,1-1-10 16,2-3-6-16,1 1-11 0,4-1-4 0,-2-5-8 15,-2 2 2-15,5-3-3 0,-6 1 2 0,-6-1 4 16,13-2 4-16,-6-1 1 0,-2-1 9 0,0-1 5 16,-1-2 2-16,0 2 7 0,-1-2 0 0,3-2-11 15,-4 0 0-15,1 4 8 0,-3 5 9 0,5-11 8 16,-5 11-17-16,2-8-11 0,-2 8-10 0,4-4-7 16,-4 4-6-16,0 0-4 0,8 14 2 0,-5 1 5 15,6 9 0-15,-4 7-3 0,2 4-2 0,1 14 7 16,-4 3-1-16,1-1-12 0,-5 0 2 0,0-1 12 15,-2 3 1-15,-1-3-9 0,-3-2-2 0,0-2 2 16,-1-9-1-16,-1-4 2 0,-4 10 6 0,1-10-4 16,-8-1 10-16,1-1-1 0,-4-4 5 0,-1-3-10 15,-4 1 16-15,0-4-5 0,-5-3 1 0,2-2-2 0,-2-3 4 16,3-6-5-16,-3 1-6 0,3-5-13 16,-1-6-9-16,-1-1-36 0,0-6-24 0,-1-3-38 15,1-4-43-15,2-3-39 0,5-4-40 0,1-5-55 16,9 0-39-16,5-2-236 0,5-14-600 0,8-2 265 15</inkml:trace>
  <inkml:trace contextRef="#ctx0" brushRef="#br0" timeOffset="178201.09">27999 5519 264 0,'2'-6'301'0,"1"-1"-25"0,-3 7-14 0,-1-9-9 0,1 9-20 16,-12-5-6-16,3 4-7 0,9 1-10 0,-29 8-16 15,12 1-19-15,-5 4-14 0,2 4-18 0,0 1-19 16,0 1-8-16,4 1-12 0,2-3-12 0,7 0-11 16,1-1 8-16,-1 0-22 0,3-1-10 0,4-3-15 15,2-1-15-15,2 1-12 0,3 1-12 0,4-3-9 16,-1-3-2-16,5-1-13 0,3-2-9 0,-1-2-1 16,4-2-6-16,0-4 8 0,-2-1 0 0,-1-1 5 15,-4-4 1-15,4 1 4 0,-5-2 22 0,-3-1-6 16,-1-1 6-16,-5 2 7 0,2 0 12 0,0-4-2 15,-4-2 8-15,-2 5-1 0,0-1 18 0,2 2 10 0,-4 0 0 16,2 3 13-16,-2 1-18 0,2 7-1 16,-1-10 7-16,1 10-26 0,0 0 2 0,0-12-5 15,0 12-6-15,0 0-10 0,0 0 6 0,0 0-1 16,0 0-1-16,-7 31-4 0,5-18 3 0,2 4 0 0,2 2 0 16,-1-3-8-16,3 0 12 0,1 0-8 0,1 0 1 15,1-5-6-15,0 2-4 0,3-4 7 0,0-3-9 16,6 3-6-16,2-4 5 0,2-3-6 15,0-2 3-15,7-3 6 0,2-4-7 0,-9 1 0 16,-2-2 3-16,-1-1 1 0,-1-2 4 0,3-7-1 0,-5 3-2 16,-3-2 2-16,2-8 2 0,-3 2 0 0,-3-2-7 15,0-2-1-15,-2 0 3 0,0-4 3 16,-3 2 8-16,1-2 0 0,-1-2-1 0,0-1 1 16,-2 1-12-16,0 3 12 0,0 2 23 0,0 8 2 15,0 4 4-15,1-1 15 0,-2 7 6 0,1 0 3 0,0 2-7 16,0 8-7-16,1-11-8 0,-1 11-8 0,-1-9-1 15,1 9-14-15,0 0 0 0,0 0-4 16,0 0-1-16,-14 47 1 0,5-18-12 0,1 4 13 0,1 2 0 16,2-1-4-16,-1 14 0 0,4-16 0 0,1 0 2 15,2 1-3-15,4-1-10 0,1-3 8 0,3 1 1 16,2-5-14-16,2-1 19 0,-1-7 1 0,1-1-1 16,7 1 0-16,-2-4 0 0,0-4 2 0,7 1-5 15,-3-6 3-15,0-1 0 0,-1-3-6 16,8-4 0-16,-7 1 3 0,-3-5 1 0,0 0 2 0,1-2 0 15,1-5-8-15,1-2 1 0,-8 2 3 16,2-6-7-16,-3-1-1 0,1 1 4 0,-6 3-1 16,-2-7-4-16,-2 5 1 0,1 1 2 0,-4 0-3 15,-1 2-1-15,0-1 2 0,-1 7 2 0,0 0-1 16,-5-1 4-16,1 4-10 0,1 0 3 0,0 2-2 0,4 6-5 16,-9-6 5-16,0 4-1 0,9 2-1 0,-17 7-3 15,2 3-1-15,1 1 3 0,-5 5 7 0,1 3-9 16,-1 3-10-16,6-2 16 0,-1-2 0 0,6-1 4 15,2 0-2-15,-1 2 0 0,5 0-15 0,0-3 22 16,5 3-5-16,2-2 5 0,1-2-6 0,2-2 6 16,2 1-4-16,4-3-2 0,-1-3 0 0,5 1-1 15,-1-5-10-15,2 1-11 0,4-3-12 0,-4-2-16 16,2 1-21-16,-1-1-15 0,-2-1-6 16,0-1-20-16,-5-2-11 0,1 0-4 0,1-3-1 0,-5 3 3 15,0-1 10-15,1-2 9 0,-4-2 13 0,2-1 8 16,3-1 10-16,-5-1 15 0,5-1 16 0,-2-3 9 15,-2 0 22-15,2-3 1 0,-1 3 16 0,-3-1 10 16,3-7 9-16,-2 6 5 0,-2-2 8 0,-1 4 10 16,-2 0 14-16,1 0 1 0,-1 6 18 0,1-6-1 15,-1 3-6-15,-2 1 1 0,2 0 0 0,-1 1 12 16,-1 3-14-16,0 0 11 0,0 8-1 0,-3-12 4 16,3 12 3-16,0-8-8 0,0 8-5 0,0 0-6 15,-1-8-13-15,1 8-8 0,0 0-4 0,0 0-6 16,0 0-1-16,0 0-9 0,0 0-3 0,-10 16-9 15,5-5 12-15,0 3 0 0,-4 3-8 0,2 0-3 16,0 0-4-16,1 1 5 0,0 0-2 0,1 0 4 16,3 0-16-16,-1 1 3 0,2 0 2 0,-2-1-3 15,3 2 2-15,3 5-3 0,-2-7 0 0,2-3-9 16,-1 3-16-16,1-1 10 0,2 0-7 0,-2 0-15 16,-1-2-4-16,-1 1 1 0,0-4-9 0,-2 0-13 15,1-1-6-15,-1 2-10 0,-4-2-12 0,-2 0-23 16,0-2-30-16,-6 2-30 0,-2 0-40 0,-1-1-43 15,-2-4-46-15,-1 1-47 0,-1-1-222 0,-1-5-613 16,-8-2 271-16</inkml:trace>
  <inkml:trace contextRef="#ctx0" brushRef="#br0" timeOffset="178384.72">28123 5447 126 0,'0'0'291'0,"-4"-4"-52"0,4 4-28 0,0 0-17 16,0 0-25-16,29-7-14 0,2 0-17 0,20 2-42 15,4-6-47-15,35-6-79 0,-1 2-84 0,-24 0-140 16,35-8-276-16,-10 4 123 0</inkml:trace>
  <inkml:trace contextRef="#ctx0" brushRef="#br0" timeOffset="184467.56">29566 5283 287 0,'1'-7'273'0,"-1"7"-7"15,0-12-8-15,0 12-11 0,1-8-13 0,-1 8-20 16,0 0-17-16,0-10-22 0,0 10-16 16,0 0-20-16,0 0-15 0,0 0-11 0,0 0-18 15,3-6-7-15,-3 6-6 0,0 0-7 0,0 0-2 0,0 26-5 16,-2-10-10-16,1 11 0 0,0 0-6 0,5 1-6 16,-2-3-5-16,1 3-1 0,-1-9-4 0,5 5-1 15,-4-1-5-15,3-5-5 0,0-1-2 16,1-4-5-16,-1-2-1 0,1-2 3 0,1 1-5 15,-1-2 3-15,-1-1-9 0,8-2-2 0,-2 0 0 0,1-2 1 16,-1-1-3-16,6-2-1 0,-4 0-1 16,-4-4 2-16,8 0 0 0,0-2-1 0,-1-2 4 15,-1-2-3-15,-3 1 8 0,0-3-1 0,1-2 2 16,-5 0 1-16,1-3 2 0,-1 1-2 0,0-8 4 16,-1 7 3-16,0-9-2 0,0 2 12 0,-3 4 1 0,3-5-2 15,-3 1-6-15,-2 6 0 0,-1 1-35 0,-2 5 7 16,1 1 5-16,1 2 11 0,-1 2-9 0,-1 7-3 15,4-10 7-15,-4 10-7 0,1-9-6 0,-1 9 2 16,0 0-7-16,0 0-1 0,0 0-1 0,0 0 7 16,0 0 2-16,0 0 0 0,-5 42 7 0,2-17-4 15,1 1 2-15,-2 3 0 0,0-5-3 0,3 5-3 16,0-9 7-16,1-1-4 0,0-1 7 0,2 0-5 16,1-1 4-16,1-6 7 0,-1 1-11 0,3-3 0 15,1 1 7-15,5-5-4 0,3 4 1 0,-1-5-4 16,4-3-2-16,5-2 9 0,0-3-4 0,5-1-1 15,0-4 0-15,3-5 1 0,-3 0 6 16,-2-4-4-16,1 1 2 0,-3-3 0 0,-1-1-3 0,-4-1 9 16,3-3-3-16,-2-4 5 0,-5 3-12 15,1-1 7-15,-3-3-10 0,-2 0 4 0,0 3-1 0,0-1-1 16,-3 3-2-16,-5 7 2 0,2 0 1 0,-2 5 8 16,-2 3 3-16,2 0 2 0,-2 5 0 0,-1 5-3 15,1-12-3-15,1 8-5 0,-2 4 4 0,0 0-10 16,0 0-2-16,0 0 11 0,0 0-14 0,0 0 3 15,-26 14-3-15,14-2 0 0,1 3 4 0,1 1-1 16,2 2-6-16,2 0-13 0,1 1-8 0,4-2-3 16,1 2 2-16,3 0 2 0,4 0-8 0,0-1 0 15,1 0 4-15,6 2 8 0,-5-1-4 16,1-3 5-16,3 1 2 0,-4-3 1 0,0 1 1 16,0 0-16-16,-3-3-4 0,-1 2-3 0,-1-2 7 0,-1 2-2 15,1-2 0-15,-4-2 1 0,1 0-1 0,-4 0-1 16,-1 1 5-16,1-3-12 0,-3 3-6 0,-4-3-18 15,5 1-18-15,-5-4-26 0,2 2-37 0,-2 0-20 16,4-4-33-16,1 0-38 0,-3-1-162 0,8-2-436 16,0 0 194-16</inkml:trace>
  <inkml:trace contextRef="#ctx0" brushRef="#br0" timeOffset="184671.65">30625 5195 137 0,'5'-10'290'0,"-4"3"-11"0,2 1-14 0,-3 6-12 0,2-9-18 16,-2 9-22-16,3-8-16 0,-3 8-13 16,0 0-28-16,1-8-12 0,-1 8-15 0,0 0-12 0,0 0-5 15,0 0-9-15,4 31-12 0,-4-14-9 0,1-1-6 16,2 10-3-16,-2-9-9 0,2 3-15 0,1-1-29 16,1 0-33-16,-1 5-40 0,1-5-44 0,0-4-47 15,1 1-62-15,-1-1-45 0,-1 2-167 16,-1-4-453-16,0-2 202 0</inkml:trace>
  <inkml:trace contextRef="#ctx0" brushRef="#br0" timeOffset="185066.02">30918 5332 87 0,'0'0'284'0,"4"4"-14"15,-4-4-20-15,0 0-21 0,0 0-11 16,0 0-14-16,0 0-14 0,0 0-5 0,0 0-4 15,-7-22 3-15,6 13-25 0,-1 0-13 0,4-1-16 16,0-2-13-16,1 1-12 0,2-1-8 0,3-4-10 16,-2 5-5-16,0 2-8 0,7-2-11 0,-5 4-3 0,1-1-12 15,-1 2-4-15,-1 5-7 0,0-2-5 16,1 2-3-16,-8 1-4 0,21 4-2 0,-10 1-7 16,1 3 2-16,-3-1-1 0,5 2-7 0,-5 1-14 15,0 4-19-15,1 0-25 0,0-2-28 0,-1 4-42 16,-2 0-28-16,-1-5-56 0,0-1-28 0,2 0-43 15,4 2-158-15,-5-2-466 0,9-6 207 0</inkml:trace>
  <inkml:trace contextRef="#ctx0" brushRef="#br0" timeOffset="185615.58">31527 5186 143 0,'-4'-16'232'0,"1"5"1"0,-4-4-2 15,1 5 29-15,-1-1-2 0,-2 2-22 0,-3 3-18 16,-5-1-22-16,4 4-13 0,-5 1-14 0,-2 5-14 15,1 1-18-15,0 4-14 0,3 1-13 0,1 3-7 16,1 2-12-16,2-1-2 0,3 2-18 0,2 3-9 16,3-5-2-16,1 3-21 0,6-4-23 0,1 0-8 15,5 0-19-15,2 0-13 0,6-2-17 0,-2-2-12 16,4-2-7-16,1-1-3 0,-1-4-6 0,-1-1 10 16,1-1 5-16,-9-2 5 0,3 1 9 0,-2-3 3 15,-1 0 15-15,-3 1 17 0,-2 0 7 0,-1-2 6 16,2-3 11-16,-3 1 7 0,-2-1 8 0,2 0 6 15,-5 2 18-15,2-4 5 0,-1 1 7 0,1 10 15 16,-1-11 7-16,1 11 5 0,-1-9-13 0,1 9-6 16,-2-8-8-16,2 8-10 0,0 0-16 0,0 0 2 15,0 0-10-15,0 0 1 0,0 0-23 0,-7 40 23 16,3-13-10-16,-1 6 4 0,-6 18-2 0,2 3-5 16,3 2 11-16,0 26-18 0,6-22 32 0,0 22 7 15,1-23 5-15,0-1-3 0,0 0-1 0,1 1-2 16,-4-2 1-16,2-2 0 0,0 6-1 0,-1-10-9 15,-8-2 14-15,7-13-10 0,-14 8-3 0,10-12 2 16,-3-3-6-16,-4-2-5 0,0-2-11 0,-2-3 5 16,-6-5-2-16,4-4-1 0,-7-1-2 0,2-7-2 15,-6-3-4-15,1-8 0 0,-3-3-13 0,2-5 3 16,1-6-8-16,2-5 3 0,-2-15-6 0,5-3-3 16,11-6-12-16,2-2-3 0,8-5 3 0,8 5-5 15,5 0 3-15,7-3-12 0,5 7 2 0,4 4 4 16,3 1 1-16,7 4-8 0,1 2-10 0,-2 2-2 15,9 4-14-15,-4 2-7 0,3 3-14 0,-12 7-23 16,1 0-27-16,14-5-28 0,-16 9-38 0,2-2-36 16,-2 4-44-16,1 2-52 0,-7 0-221 0,-6 2-592 15,1 0 262-15</inkml:trace>
  <inkml:trace contextRef="#ctx0" brushRef="#br0" timeOffset="185815.49">30993 4800 3084 0,'-22'-5'469'0,"3"-1"-238"0,1 1-110 0,7 2-38 16,0 0-39-16,1-1-23 0,4 3-29 0,6 1-22 15,-10-3-15-15,10 3-14 0,0 0-20 0,-9-1-33 16,9 1-47-16,0 0-47 0,0 0-56 0,0 0-43 15,0 0-160-15,0 0-504 0,0 0 223 0</inkml:trace>
  <inkml:trace contextRef="#ctx0" brushRef="#br0" timeOffset="196936.03">24401 7454 87 0,'-7'-9'286'0,"2"1"-24"15,1 2-22-15,4 6-26 0,-7-8-19 0,7 8-15 0,-4-8-16 16,4 8-19-16,-4-4-16 0,4 4-13 0,0 0-12 16,-6-5-15-16,6 5-8 0,0 0-14 0,0 0-6 15,0 0-5-15,0 0-9 0,0 0-2 0,-5 19-6 16,7-5-2-16,-2 4-3 0,0 8-2 0,2 1-6 15,-2 2 0-15,3-3-2 0,1 2-3 0,-2-3-1 16,0-5-1-16,1 6-2 0,0-6-2 16,-1-1-3-16,2 0-2 0,1-3 7 0,-1-1-6 0,-1-3 0 15,1 1-3-15,2-5-3 0,-2 2 2 0,1-1-4 16,1-2-3-16,-1-1 9 0,3-1-1 0,2-3-3 16,0 4 6-16,3-9-2 0,-1 0 5 0,7 0 0 15,0-6-3-15,7-4 5 0,-1-1 0 0,-6-3-3 16,3-2 8-16,-3 0 3 0,-3-2-1 0,1-2 0 15,1-1-3-15,-4-3-1 0,-1 2 3 0,0-3 1 16,-4-1 5-16,0 0-3 0,-4 0 6 0,-1 1-4 16,-2 2 2-16,-2-1-6 0,0 1-3 0,-5 7 0 15,4-1-3-15,0 5-2 0,-2 2 2 0,2 2-4 16,0 4-6-16,-1 2-6 0,2 5-21 0,-1-10-24 16,1 10-36-16,-3-8-39 0,3 8-5 0,0 0-11 15,0 0-4-15,-3 30-25 0,1-10-14 0,2 6-21 16,3 2-19-16,-3 1-135 0,-1-1-383 0,6 2 170 15</inkml:trace>
  <inkml:trace contextRef="#ctx0" brushRef="#br0" timeOffset="197466.47">24905 7703 92 0,'0'0'146'0,"2"8"10"16,0-3-3-16,-1 4-2 0,-1 1-1 0,1 0-5 15,-1-10-1-15,-2 15-20 0,2-5-6 0,0-3-13 16,-2 0 1-16,2-7-4 0,0 12 4 0,0-12-4 15,0 7-4-15,0-7 7 0,0 0-1 0,-2 8-3 16,2-8 5-16,0 0 22 0,2 7-5 0,-2-7 7 16,0 0 9-16,0 0 4 0,0 0 4 0,0 0-1 15,0 0-16-15,0 0-12 0,0 0-14 0,0 0-33 16,0 0-8-16,6-31 9 0,-3 14-36 0,4-7-7 16,-1 6-3-16,6-7 1 0,-6-3-10 0,7 2-9 15,-7 8-2-15,3 0-5 0,-1 2-10 0,2 1 0 16,-1 0-1-16,-1 8-3 0,-2-3 5 0,2 2-6 15,-2 2-6-15,-1 3 6 0,-1-2 0 0,-4 5-3 16,11-4 1-16,-11 4 0 0,16 3 3 0,-11 1 3 16,2 0-5-16,2 2-3 0,-2 2 0 0,1 3-3 15,3 2-6-15,-2 1 5 0,-2-4 5 0,0 2 0 16,1 1 2-16,2-2 3 0,-5-2-2 0,4 0 3 16,-1 3 0-16,2-6 1 0,-1 2 4 0,1-1 0 0,0-4 5 15,1 2 0-15,3-2-1 0,-1-3-2 0,-1 0-5 16,1-5 3-16,-1 3 5 0,0 0-2 15,4-9-2-15,-5 5 3 0,2-3-1 0,-1-1 2 16,1-2 2-16,-2 2 1 0,-2-5 1 0,1 5-2 16,-4-3-2-16,-3 0 4 0,-1-1 4 0,2-1-1 15,-4 2 1-15,3 2-1 0,-4 2 13 0,1 1 6 16,0 8 9-16,0-10-5 0,0 10 0 0,0-10-6 0,0 10-1 16,1-9-10-16,-1 9-5 0,0 0-3 15,0 0-6-15,0 0 0 0,0 0 2 0,0 0-2 0,0 0 0 16,0 0-1-16,-10 28-7 0,8-16-7 0,0 3-2 15,2 0-12-15,4 4-23 0,-4 1-24 0,1-2-39 16,0-1-41-16,-2-3-44 0,2 0-38 0,2 3-247 16,-1 0-527-16,-4-6 233 0</inkml:trace>
  <inkml:trace contextRef="#ctx0" brushRef="#br0" timeOffset="197639.31">25387 7380 154 0,'-5'-6'283'0,"0"-1"-39"15,2 1-32-15,-1 2-39 0,4 4-51 0,-5-7-53 16,5 7-57-16,0 0-65 0,0 0-44 0,0 0-90 16,0 0-202-16,0 0 89 0</inkml:trace>
  <inkml:trace contextRef="#ctx0" brushRef="#br0" timeOffset="197950.09">25615 7402 40 0,'0'0'274'0,"0"0"-28"0,6 3-27 0,-6-3-24 0,0 0-24 16,0 0-21-16,6 5-16 0,-6-5-9 16,3 10-10-16,-1-5-8 0,2 7-10 0,0-2-8 15,2 6-9-15,2 0-2 0,1 8-12 0,-4-8-8 16,2 1-5-16,4 1-5 0,-6-2-6 0,1-3-5 0,2 4-2 15,-2-7-2-15,-2-4-2 0,-1 2-6 0,3 0 2 16,-3-5 8-16,-2 2 10 0,-1-5 17 16,6 6 18-16,-6-6 13 0,4 5 15 0,-4-5 2 15,0 0 11-15,4 5 7 0,-4-5 3 0,0 0-7 0,0 0-8 16,0 0-16-16,12-23-9 0,-6 12 2 0,1-5-21 16,0-2-8-16,-1-7 3 0,3 0-20 15,5-4-13-15,-5 2-23 0,5-1-13 0,-3-1-23 0,-1 4-18 16,1-1-25-16,-3 10-40 0,-2 1-34 0,1 3-44 15,-5 3-47-15,6 2-49 0,-4 2-255 0,-4 5-581 16,9-1 257-16</inkml:trace>
  <inkml:trace contextRef="#ctx0" brushRef="#br0" timeOffset="198836.36">26027 7553 143 0,'0'0'187'0,"0"0"-10"0,7 2-5 0,-7-2 5 0,0 0-6 15,0 0 2-15,8-11-2 0,-8 11-12 0,4-9-6 16,-4 9-11-16,2-11-6 0,0 5-5 0,-2-5-11 16,2 1-15-16,-2 0 0 0,0-3 3 0,-2 3-12 15,2-2 2-15,-4 2-9 0,2 1-3 0,-1-1 2 16,-2 2 5-16,5 8-8 0,0-12-7 0,-4 6 0 16,4 6-1-16,-4-7 4 0,4 7-24 0,-3-5-4 15,3 5-10-15,0 0-4 0,-11 1-20 0,11-1 19 16,-14 14-19-16,8-4-5 0,-5 4 2 0,-5 9-4 15,7 0 2-15,1-4-2 0,-2 5-4 0,8-6 0 16,-1-1 4-16,3 0-1 0,1 1-7 0,3-4 4 16,2 1-1-16,2-3 0 0,1-1 1 0,-1-2-4 15,2 0 1-15,1-5 2 0,2 3 0 0,1-7-4 16,3 1 10-16,2-1-8 0,-1-1-4 0,-3-4-4 16,6 0 4-16,-4-5-5 0,1 1 1 0,-2-1 1 15,8-3 8-15,-9 1-9 0,-2 0-8 0,1-2 13 16,-1-1-11-16,-5 0 1 0,4 2 1 0,-3-4 0 15,4-4-1-15,-5 4 2 0,-6-2 0 0,2 3 5 16,-2-1-3-16,-2 0 3 0,0 1 2 0,-4 1 5 16,0 4-1-16,-2 0 6 0,4 0 1 0,-4 3 2 15,1 0 0-15,-3 0 3 0,3 2-4 0,0 1 2 16,0-1-1-16,5 6 0 0,-6-7-8 0,6 7-4 16,-2-6 1-16,2 6-8 0,0 0-11 0,-5-7 1 15,5 7-16-15,0 0-2 0,0 0 8 0,0 0 2 16,16-3-3-16,-2 2 7 0,-1 2 0 0,1-2 2 15,5 1 1-15,0 0-2 0,-6 1 5 0,1 0-1 16,-3 2-3-16,-1 1 3 0,0 2 6 0,-1 0 2 0,0 4 1 16,0 0 5-16,-2 0 2 0,-5 8 4 0,4-2 1 15,-3 2-6-15,-3 3 14 0,0 4-2 16,-5-6 2-16,3 5-8 0,0-5 2 0,-2-1-3 16,4 0 5-16,-2-2-5 0,2-3 0 0,0 3-3 15,2-5-1-15,0-1 1 0,2 2 3 0,1-5-3 0,-1-2 4 16,5 2-7-16,0-4 1 0,2 3 0 0,1-6-1 15,5 0-3-15,2-3 3 0,-2-3-2 16,2 2 0-16,-1-3 3 0,-3-3-4 0,3 0 4 0,-2 1-2 16,0-3 0-16,-3-3-1 0,1 1 14 0,-5-3-10 15,1 0-1-15,-1-5-2 0,-1-2 15 0,-2 5-14 16,-6-1-1-16,4 1 2 0,-4-2 6 0,0 4-5 16,-4-2 3-16,4 2 4 0,-4 6 5 15,2-1 8-15,0 5 1 0,1-3 2 0,-1 3-8 0,-3 2 2 16,5 5-5-16,-4-7-10 0,4 7-7 0,-9-3-1 15,9 3 4-15,0 0-7 0,-13 14 1 0,8-6 3 16,2 2-3-16,-1 1-5 0,2 6 3 0,2-2-5 16,0-2-5-16,0 6 1 0,4-3-2 0,-1 0 4 15,1 0-1-15,1 0 4 0,-3 0-4 0,3 0 7 16,-3 1-4-16,2-5-4 0,-4 5 1 0,2-2-3 16,-2 1-5-16,-2-2 5 0,-2 6 2 0,-3-6 0 15,-2 4-6-15,0 0-8 0,-4-3-4 0,-1 2-15 16,1-2-25-16,-1-1-24 0,1-1-39 0,-3-2-42 15,7-2-41-15,-2-3-51 0,-1 1-149 0,3 0-456 16,9-7 202-16</inkml:trace>
  <inkml:trace contextRef="#ctx0" brushRef="#br0" timeOffset="199219.65">27122 7376 231 0,'-4'-6'275'0,"-2"-3"-13"15,-1 2-8-15,-3 2-9 0,0 2-9 16,-3 0-13-16,-2 3-15 0,-1 2-7 0,-1 1-12 16,0 3-13-16,-1 1-17 0,4 3-17 0,-2 1-18 15,3 0-11-15,0 2-12 0,4 1-8 0,2 1-16 0,1-5-2 16,3 6-12-16,5-7 1 0,-4 2-20 16,5-2-10-16,-1 2 10 0,4-5-20 0,-1 3-6 15,8-3-1-15,-4 1-15 0,4-3-5 0,-1-2 3 16,1-1-6-16,-1-2-4 0,-1 1 0 0,2-2 2 0,-3 0 5 15,-4-2-6-15,3-1 6 0,0 1 8 0,-6 0 5 16,1-3-5-16,-2 1 2 0,3 0 6 16,-5 6 2-16,2-17 9 0,0 9 2 0,-2 1 5 15,0 7 8-15,4-11 3 0,-4 11 4 0,0-8 4 16,0 8-4-16,0 0-5 0,-2-9-8 0,2 9-5 0,0 0-1 16,0 0-10-16,0 0-1 0,0 0-6 15,0 0-2-15,0 0 0 0,-7 25 8 0,7-17-4 0,1 9-3 16,1-7-1-16,-2 4-10 0,4-4-25 15,2 0-20-15,-1 0-31 0,5 0-35 0,-4 0-38 0,1-2-44 16,5-3-58-16,1-3-52 0,-2-3-206 0,7 0-553 16,0-4 245-16</inkml:trace>
  <inkml:trace contextRef="#ctx0" brushRef="#br0" timeOffset="199432.71">27279 7090 126 0,'0'-11'276'0,"-2"2"-17"0,4 3-17 16,-2 6-25-16,0 0-20 0,-2-13-22 0,2 13-8 16,0 0-2-16,0 0 4 0,0 0 24 0,6 36-17 15,-6-10-4-15,-4 4-18 0,2 4-12 16,-2-1-15-16,0 15-11 0,-2-13-4 0,1 1-14 16,-3 9-11-16,5-14-5 0,1 3-23 0,-2-5-25 0,4 0-44 15,2 2-69-15,0-4-81 0,1-1-95 0,-1-1-253 16,2-7-548-16,-2-7 243 0</inkml:trace>
  <inkml:trace contextRef="#ctx0" brushRef="#br0" timeOffset="201150.79">28552 7341 248 0,'-10'-24'298'0,"-2"0"-22"0,2 8-3 0,0 0-12 0,0 1-23 15,-3 1-13-15,3-1-10 0,-4 3-11 0,2 0-22 16,-1 5-5-16,2 3-27 0,-2 1-11 0,-1 3-15 16,-4 2-15-16,2 6-10 0,-7 6-11 0,3 4-8 15,5-3-17-15,-3 3-2 0,8-1-5 0,2 1-5 16,6-5-11-16,-1 3-3 0,3 1-18 0,4-4-15 15,1 0-2-15,8 0-5 0,-3 0-14 16,0-7-5-16,8 4-3 0,-2-3-5 0,1-2 0 0,1-5 0 16,-1 0 4-16,-4 0 2 0,1 0 6 0,-1-2 3 15,-5 2 12-15,1-6 5 0,-1 1 7 0,-1 0 1 16,-3-2 4-16,3-1-3 0,-3-1 9 0,-2 1 8 16,-1-2 13-16,1 4 2 0,0-4 8 0,1 4-17 15,-3 6 0-15,3-11-3 0,-3 11-9 0,1-8-7 16,-1 8-11-16,2-5 10 0,-2 5-13 0,0 0-1 15,0 0-3-15,12 27 8 0,-4 0 2 0,-3 7 0 16,4 18 5-16,3 5 5 0,1 25-3 16,-1-2 6-16,-6 2 0 0,3-27 2 0,-5 1-7 0,1 0 0 15,-1-2 2-15,-3-1 7 0,2-1 4 0,-5-5 4 16,4 0-6-16,-4-12 5 0,0-1 0 0,-7 0-10 16,1 13-10-16,-1-16 12 0,-2 1 2 0,-3-1 0 15,-3-4-6-15,0-3-2 0,-8 1 5 0,1-5-7 16,-4-6-3-16,-2-1 4 0,-2-2-13 0,-1-6-3 15,0-4-23-15,-7-5-8 0,7-3-14 0,-3-8-11 16,-7-7 10-16,2-7-12 0,10-8-7 0,8-3-9 16,8 9-4-16,6-18-6 0,6 0 5 0,13-5-8 15,7-3 3-15,19-21-7 0,11 9 1 0,-11 20-5 16,23-18 2-16,-13 25-6 0,21-18-3 0,-1-2-4 16,-1 7 0-16,-17 15-9 0,21-11-3 0,-20 14-3 15,24-13 0-15,-21 17 9 0,21-19-9 0,-24 19 16 16,-2 2-3-16,-4 1 17 0,-1 2 10 0,-15 6 17 15,0-2 8-15,-6 6 17 0,-2 1 17 0,-9 4 27 16,-1-2 9-16,-3 5 18 0,-1-1 8 0,-2-1 2 16,-4-1 2-16,-1 4 12 0,2 9 23 0,-6-14-1 15,2 10-2-15,-2 1-6 0,6 3-1 0,-17-3-7 16,4 4 2-16,2 4-3 0,-7 6 3 0,-4 8-1 16,1 4-5-16,0 3 1 0,0 1 0 0,2 2-5 15,2 1-3-15,1-3-8 0,5-1-5 0,2-1-1 0,1-6-7 16,4-1-2-16,3-2-1 0,1-3 0 15,1-2 0-15,3 0-3 0,-1-4-3 0,3 1-1 16,3 0-4-16,1-3-3 0,3-1-3 0,-1-2-3 16,8-4-4-16,-1-2-3 0,0-1 3 0,1-3-3 0,-3 1-3 15,-2-2 1-15,0 0 2 0,-6 0-1 0,-2-1 2 16,1-3-1-16,0-2 4 0,-3 3-1 0,-1-4 7 16,-3 5 5-16,0-2 1 0,-1-3 5 0,-1-1 6 15,-5 3-3-15,4 2 7 0,0 3 8 0,-1 2 1 16,3 7-4-16,-2-11 2 0,2 11-15 0,-1-8-5 15,1 8-4-15,-3-7-5 0,3 7-2 0,0 0 0 16,0 0 1-16,0 0 1 0,-3 29-8 16,2-13 9-16,-3 2-4 0,4 0-2 0,0-2 1 15,3 2-2-15,1 0 8 0,0-1-6 0,2-2-4 0,0 3 2 16,3-5-1-16,3 1 3 0,0-2-7 0,1-3 3 16,4-4-3-16,0 1 5 0,3-3 8 0,2-4-10 15,-2-3-1-15,8-1 0 0,0-5-2 16,-3 0 9-16,-6 0-7 0,3-4 0 0,-6 2 3 0,1-6 12 15,-6 1-5-15,-1 1 0 0,1-11 3 0,-3 2 11 16,-2-4-9-16,-5 1 10 0,0-2-7 0,-1-5 1 16,-1 2-5-16,0-3-2 0,1 2-1 0,-6-14-3 15,4 15 12-15,-3 1 5 0,1 3 3 0,0-2 6 16,2 8-6-16,-2 4 5 0,3 7 10 0,-1 2-8 16,-2 1-5-16,4 1-2 0,-1 1-3 0,1 7-15 15,-1-8 3-15,1 8-9 0,0 0 5 0,0 0-5 16,-3 21-2-16,3 5 5 0,-1 8 13 0,1 13-12 15,-4 3 8-15,3 2-10 0,-1-3-2 0,4 0-1 16,4-4-2-16,-3-11 1 0,1-3 2 0,2-3 0 16,3 0 4-16,4-1-7 0,-2-5 3 0,1-6 5 15,-2-2 2-15,4 1-10 0,4-4 12 0,-1-2-17 16,4-6 4-16,8 3 1 0,0-2-2 0,-1-8-9 16,1-4-4-16,1-1-6 0,-5-5 8 0,1-1-1 15,0 0-1-15,-4-5 0 0,3-2-6 0,-7-4 4 16,0 1-1-16,-4 0 2 0,-2-3 0 0,-3-3-5 15,-3 2 2-15,-3 3 0 0,0 6 5 0,-3-5-1 0,0 10 16 16,-4-3-5-16,2 9 3 0,-1-4 9 16,0 6 6-16,1 0 8 0,2 7-10 0,-7-9-10 15,7 9 1-15,-9 1-8 0,9-1 6 0,-20 21 1 16,10-7-2-16,-6 12-3 0,0-3 8 0,2 5-5 0,1 3-2 16,3-6 4-16,5 1 11 0,0 1-14 0,3-8 0 15,5 1-2-15,2-3 0 0,1 0 1 0,3-2 1 16,1-1 3-16,6-2 0 0,0-2-5 15,5-3 0-15,6-1 5 0,1-6-5 0,2-3-2 0,4-1 0 16,-4-6-1-16,1 0 29 0,0-1-5 0,-7-4-2 16,3 2-4-16,-3-2 2 0,-2-4-8 15,-3 1 4-15,-8 1 0 0,0 1 3 0,-3-1-10 0,-2-3 0 16,-1 1 2-16,0-6-5 0,-4 6-1 0,-1 2-1 16,-2-1 12-16,-1 5 6 0,1-3-8 0,-1 7 6 15,2-1 2-15,-2 4 0 0,3 6-3 0,-3-10-2 16,3 10-4-16,-3-6-5 0,3 6-1 15,0 0 7-15,0 0 1 0,-8 27 1 0,4-8-1 0,0 5 16 16,1 3-17-16,-2 5 2 0,0-1-6 0,2-3 1 16,2 2 0-16,-1 1 3 0,1-5-3 0,1 4 1 15,1-2-6-15,-1-3-16 0,0-8-29 0,2 4-35 16,2-4-28-16,-2-6-36 0,-1 4-58 0,4 1-50 16,0-6-51-16,-2-2-255 0,-2-2-601 0,-1-6 267 15</inkml:trace>
  <inkml:trace contextRef="#ctx0" brushRef="#br0" timeOffset="201334.02">29558 7146 263 0,'0'0'249'0,"0"0"-41"0,0 0-25 0,0 0-17 16,32-11-25-16,-2 4-21 0,6-4-38 0,20-3-41 15,3-1-68-15,27-4-54 0,-25 7-144 0,3 2-242 16,-4 1 107-16</inkml:trace>
  <inkml:trace contextRef="#ctx0" brushRef="#br0" timeOffset="201463.17">30665 7074 51 0,'12'3'361'0,"-1"2"-35"0,0-3-37 15,-4 0-29-15,0-1-21 0,-2 1-17 0,-5-2-22 16,10 4-16-16,-10-4-14 0,7 4-20 0,-7-4-16 15,6 2-12-15,-6-2-34 0,0 0-40 0,7 4-71 16,-7-4-90-16,0 0-104 0,0 0-199 0,-18 11-450 16,-9-6 200-16</inkml:trace>
  <inkml:trace contextRef="#ctx0" brushRef="#br0" timeOffset="201686.66">29787 8090 177 0,'0'6'456'0,"-3"1"-59"0,3-7-75 16,4 14-54-16,0-8-62 0,10 2-51 0,3-3-60 15,11-3-81-15,4-2-73 0,7-6-72 0,11-6-186 16,4-1-344-16,-1-5 153 0</inkml:trace>
  <inkml:trace contextRef="#ctx0" brushRef="#br0" timeOffset="201982.89">27955 8627 335 0,'-12'1'418'0,"4"-1"-91"15,8 0-65-15,0 0-53 0,38 11-23 0,27-8-13 16,58-3-36-16,23-14-24 0,27-10-15 0,23-9-11 15,28-7-7-15,16-9-10 0,18 5-9 0,5-7 2 16,-2 5-20-16,-13 4-25 0,-20 0-35 0,-11 7-59 16,-22 3-58-16,-21 0-67 0,-19 9-175 0,-11-1-406 15,-20 2 179-15</inkml:trace>
  <inkml:trace contextRef="#ctx0" brushRef="#br0" timeOffset="202867.47">27315 9029 28 0,'22'0'37'0,"6"-3"-1"0,-9 3 2 0,1 0 2 15,-2-3-2-15,-6 2 13 0,1 0 13 0,1-1 15 16,-7 1 13-16,1 1 10 0,-8 0 15 0,9 0-4 15,-9 0-3-15,0 0-11 0,0 0-9 0,0 0-12 16,0 0-4-16,-38-13-4 0,8 11-2 0,-7-2-9 16,-16-2 5-16,-7 3-1 0,-3-1 6 0,-2 0-6 15,-27-4 1-15,0 5-5 0,0-1 8 0,2-3-4 16,-4 5-6-16,4-7-2 0,-2 6-5 0,27-1 4 16,-32-5-7-16,-1 4-5 0,1-5-3 0,-3-2-5 15,0 7-15-15,-6-4-6 0,-2 6-4 0,-1-3-7 16,-6 1 5-16,0 0 1 0,-4-5-7 0,0 0 2 15,-4 0-7-15,-1-4-5 0,-5-3 0 0,5 2 2 16,3-1 0-16,3-2-1 0,-1-6 4 0,3 1-2 16,3-7 0-16,6 0-1 0,1-1 0 0,3-8 8 0,4-9-5 15,10 0 5-15,2-4 8 0,2-1 1 16,9-4 2-16,6-7 2 0,6 1-5 0,6-5 2 16,7-1-1-16,6-5 6 0,5-1 0 0,6-2 1 15,13 22-4-15,3-3 8 0,-4-23-2 0,8 24 1 16,-1-24-1-16,7 22-2 0,5-23 1 0,1 21-6 15,2-24-1-15,4 25-1 0,5-24-5 0,1 2 0 16,0 28 1-16,2-3 2 0,12-23-6 0,-4 28 6 16,1-6-5-16,2 3 1 0,2 0-3 0,10-21-4 0,-12 26 4 15,6 0 2-15,-2 5-5 0,1-2 9 16,-1 3-9-16,1-1 2 0,-1 6-2 0,0-3 0 0,-2 0 0 16,-4 13 2-16,6-10-5 0,1 0 18 15,-9 9-2-15,1 1-1 0,1-1-2 0,2 0 0 0,-3 0-1 16,6-11 4-16,-8 11-10 0,3 1 4 15,-3 2-3-15,1-3-3 0,-3 5 1 0,-1-3-2 0,2 2-3 16,-3-1 4-16,2 1-6 0,1 2 3 16,0-3 1-16,-2 3-2 0,2-3-1 0,-5 1 0 15,5 6 3-15,-4-3-1 0,3 0-1 0,-3 1 4 0,-4 5 0 16,3 0 0-16,-5 1-4 0,1-1 2 0,1 0 3 16,-1 0-2-16,-1 1-1 0,4 0 0 0,-3 3 0 15,-1 1-3-15,-2 3 4 0,3-2-17 0,-3 1 2 16,1 1 2-16,2 1 1 0,-3-1-3 0,1 3-2 15,1-1-9-15,0 0-4 0,0 2-8 0,0-1-10 16,-1 2-12-16,2 1-13 0,-1 0-8 0,3 1-3 16,0 0-8-16,2 1-19 0,-1 2-25 15,1 2-22-15,-1 1-109 0,0 3-290 0,-3 2 128 0</inkml:trace>
  <inkml:trace contextRef="#ctx0" brushRef="#br0" timeOffset="203899.33">23213 6964 8 0,'-33'10'81'0,"-2"1"-13"0,-4 1-3 16,-13 6 3-16,-1-2-12 0,0-3 6 0,-2 0-7 15,4-2 14-15,-2-6 4 0,2 1 0 0,-1 1 18 16,1-5-1-16,12-3 3 0,-11-4-1 0,10 0 1 16,-10-5-6-16,2-4-12 0,-1-2-1 0,13 3-5 15,-10-9 3-15,11 6 1 0,-13-11 0 0,6 0-1 16,0 0-3-16,2-8-6 0,0 5-8 0,4-5-5 16,2 0-3-16,1 0-11 0,4-7-3 0,1 1-1 15,1-5-2-15,1-1-6 0,3-3-1 0,2-2-10 16,3 1 0-16,5 0-2 0,1-4-7 0,1 0 2 15,6 3 1-15,5-4-3 0,0-1 1 0,5 2-6 16,5 2 15-16,2-4-4 0,3 2 0 0,2-1-6 16,4 2 0-16,2 3-4 0,3-1 4 0,2-2-4 15,0 2-2-15,5 3 1 0,2 0-1 0,-4 2-1 16,3 4 2-16,2 4-1 0,2 0 3 0,-2 4-7 16,2 0 2-16,3 4 2 0,0-2-17 0,3 3 2 0,1 0-2 15,3 2 5-15,3 0 4 0,1-2-4 16,1 1-2-16,26-12 5 0,-22 17-9 0,28-11 6 15,-1 3 11-15,-2 0-5 0,5 3 6 0,1 6-3 16,4-2-1-16,-1 0-3 0,3 6 10 0,-3-5-6 16,5 5-1-16,-2-4 3 0,7 5-1 0,-5 3 3 15,10-4-1-15,-3-3-3 0,2 4-5 0,0-3 10 16,6 1 0-16,0-1 0 0,4 6 5 0,1-7-4 16,4-4-6-16,2 5 1 0,0 4 1 0,2-1-5 15,0-3 6-15,4 2-1 0,3 2-1 0,3 1 4 16,-4 0-1-16,5 2-2 0,-4-2 1 0,5 3 0 15,2-4 6-15,2 6-5 0,-2-2 0 0,-1-4 0 16,0 1-1-16,2 0 3 0,5-4 0 0,2 2 1 16,3-2-1-16,-9-4-2 0,5 2 3 0,1-1-4 15,3-5-1-15,3 1 0 0,-4 0 0 0,2 5 1 16,-3-4 1-16,0 1 1 0,-1 2-3 0,2 3 1 16,-5-4 1-16,-2 0-2 0,0 2 4 0,-8 4-7 15,5 2 23-15,-3-3-2 0,-9-2-6 0,-1 7-6 16,-6 1-4-16,-1-4-11 0,-6 1-6 0,-3 0-25 15,-1 5 3-15,-4-3 5 0,-3 0 2 0,-3 1 9 16,2 1-7-16,-6-1 3 0,1 2 3 0,1 0 9 16,-4 1 7-16,0 3-6 0,0-1 3 0,0-1 3 15,-28 5 2-15,2-1-1 0,28 0 2 0,-29 4 0 16,27 1 0-16,-29-3 1 0,27 2-8 0,-31 2 44 16,6 3-2-16,-6-2-12 0,4-2 3 0,-5 3-5 15,1 1 2-15,-3 0 0 0,-1 0-15 0,0 2 0 16,-4 0 11-16,2 3-4 0,-15-2-3 0,2-1 1 15,11 7 3-15,-14-1-4 0,-2-1-6 0,3 2 8 16,8 4 0-16,-10-3-4 0,-2-1-2 0,1 6 9 16,9 3-12-16,-13-5 7 0,1 4-3 0,9 10 3 15,-13-8-6-15,7 12 2 0,-3 1 4 0,-3 5-8 16,-4-1 5-16,1 4 0 0,-3 2-2 0,-2 4 0 16,-1 2 3-16,-2 3 1 0,-3 0-5 0,0 3 7 15</inkml:trace>
  <inkml:trace contextRef="#ctx0" brushRef="#br0" timeOffset="204249.04">33866 5840 2061 0,'-15'81'17'0,"-3"3"-2"0,5-26 7 0,-5 25-9 16,-5-1 4-16,-4-4 4 0,-2 2 0 0,-2-5-4 15,7-19 0-15,-13 23-7 0,7-25 4 0,-18 24 2 0,-2-4-2 16,-4 1-7-16,-2-2 7 0,-1-4-2 0,0 4 4 15,-8-5 1-15,6-3 4 0,-2 1-4 0,-4-5 0 16,0-2 2-16,1 0 1 0,-5 2 3 16,-3 1 1-16,-2-2 8 0,-3-3-4 0,1 4-2 15,-1-1 2-15,-11 2-3 0,0-3-1 0,-3-1 2 16,-10 0-3-16,-4-1-3 0,-5-4 1 0,-3 0-1 16,-4 0 1-16,1-2-4 0,-4 9 4 0,-9-9 2 15,-3 6-2-15,-5 0 3 0,1-6-3 0,-5-1 1 16,1-2 5-16,-6 3-6 0,-5-1-10 0,-5-2 5 15,-7-6 2-15,-2 3 0 0,1 2-1 0,-10-1-3 16,-6 3-4-16,-5-3-2 0,-8 3-33 0,-10-3-10 16,-11 4-26-16,-7-2-42 0,-17 4-55 0,-7-1-77 15,-18 6-177-15,-13-7-445 0,-13-4 196 0</inkml:trace>
  <inkml:trace contextRef="#ctx0" brushRef="#br0" timeOffset="206983.2">24226 4198 51 0,'0'0'185'0,"0"0"0"0,0 0-10 16,0 0 6-16,0 0-4 0,0 0-11 0,0 0-8 15,0 0-15-15,0 0-18 0,0 0-9 0,0 0-12 16,0 0-11-16,0 0-13 0,0 0-11 0,31-7-14 15,-3 3-13-15,-1-4-19 0,7 0-26 0,3 0-40 16,13-3-58-16,-14 0-45 0,0 4-161 0,-9-2-330 16,-7 4 146-16</inkml:trace>
  <inkml:trace contextRef="#ctx0" brushRef="#br0" timeOffset="207166.08">24138 4424 191 0,'-2'3'236'0,"2"-3"-29"0,-8 4-17 0,8-4-21 15,0 0-10-15,0 0-19 0,0 0-13 0,0 0-10 16,47-10-16-16,-15 1-21 0,5-2-25 0,14-5-23 16,4-1-37-16,-3 2-48 0,1-4-40 0,-3 2-43 15,-14 6-118-15,-4 1-273 0,-2-3 122 0</inkml:trace>
  <inkml:trace contextRef="#ctx0" brushRef="#br0" timeOffset="207399.66">24285 3843 67 0,'0'0'248'0,"-6"-5"-27"0,6 5-27 15,0 0-20-15,0 0-18 0,0 0-20 0,-3 24-8 16,6-5-10-16,3 9-14 0,-3 6-6 0,-2 14-11 16,1 2-7-16,-2 4-8 0,0-1-6 0,-1 0-5 15,-3-1-8-15,3 0-6 0,-6-2-26 16,3-4-27-16,1 0-34 0,3-14-46 0,0 0-29 16,-2-5-35-16,0 1-139 0,1-2-314 0,2-10 139 0</inkml:trace>
  <inkml:trace contextRef="#ctx0" brushRef="#br0" timeOffset="207601.04">24455 3950 53 0,'1'-12'319'0,"2"1"-35"15,-2 5-36-15,-1-1-29 0,0 7-22 0,0 0-23 16,0 0-15-16,0 0-13 0,-6 30-8 0,-1 5-17 15,-8 16-10-15,2 4-13 0,-8 24-30 0,5-22-55 16,1 2-59-16,2 20-77 0,5-20-85 0,-7 21-121 16,9-29-356-16,-1-5 158 0</inkml:trace>
  <inkml:trace contextRef="#ctx0" brushRef="#br0" timeOffset="-159062.92">1038 13043 15 0,'0'0'196'0,"-11"-2"-11"0,11 2-2 16,0 0-4-16,-13-4-17 0,13 4-15 16,-11-1-9-16,3 1-15 0,8 0-5 0,-15 1-7 0,6-1-1 15,0 3-3-15,2-2-4 0,7-1-10 0,-15 0-8 16,15 0-7-16,-10 2-9 0,10-2-8 15,-8 1 0-15,8-1 0 0,-9 4 3 0,9-4 6 16,0 0-1-16,0 0 1 0,0 0-3 0,0 0-3 16,0 0-10-16,22-15 6 0,-4 4-7 0,9-6-5 15,3 1-3-15,3-1-7 0,1-2-2 0,8-6 3 0,-10 9-14 16,-4-1-4-16,-2 3-12 0,-6 5-13 0,-5 0-16 16,-3 3-23-16,1 0-21 0,-6 4-31 15,0-2-30-15,-7 4-31 0,13-6-27 0,-8 4-23 16,-5 2-13-16,6-3-132 0,-6 3-380 0,0 0 170 15</inkml:trace>
  <inkml:trace contextRef="#ctx0" brushRef="#br0" timeOffset="-158846.91">897 12943 84 0,'-9'7'108'15,"0"1"1"-15,2 6 10 0,4 5 0 0,-1 8 1 16,4 3 4-16,5 4 5 0,-3 1-8 0,5-1-8 15,2 14-9-15,2 3 3 0,1-3-9 0,3 2-12 16,-6-2-7-16,5-1-7 0,-4-3-5 0,-3-9-8 16,3 14-7-16,-6-15-2 0,2 1-5 0,-3 11-9 15,1-1 0-15,-2-10-1 0,1 0-4 0,-3-3-20 16,0-3-25-16,0-3-38 0,0-1-37 0,0-6-42 16,0-3-39-16,-2-4-107 0,-1-3-299 0,3-9 133 15</inkml:trace>
  <inkml:trace contextRef="#ctx0" brushRef="#br0" timeOffset="-158677.66">1016 13586 179 0,'10'-7'177'0,"1"0"-16"0,6-3-14 0,7-5-17 16,3-2-15-16,1-1-31 0,3 0-47 0,1 0-48 15,12-7-51-15,0 0-98 0,-15 6-173 0,2-4 77 16</inkml:trace>
  <inkml:trace contextRef="#ctx0" brushRef="#br0" timeOffset="-158531.83">1885 13086 69 0,'0'0'195'0,"0"0"-15"16,11-2-23-16,-11 2-9 0,0 0-22 0,0 0-5 15,0 0-22-15,16-3-23 0,-16 3-26 0,0 0-52 16,20-5-47-16,-20 5-53 0,13 0-76 0,-13 0-194 16,0 0 86-16</inkml:trace>
  <inkml:trace contextRef="#ctx0" brushRef="#br0" timeOffset="-158380.15">1977 13266 92 0,'0'13'237'0,"0"-13"-22"0,0 10-19 0,0-10-16 0,0 11-16 15,0-11-12-15,0 9-20 0,0-9-10 0,0 0-10 16,10 10-3-16,-4-7-11 0,-6-3-10 16,22 0-33-16,-2-3-39 0,1-3-52 0,8-6-63 15,4-2-76-15,-5-4-102 0,2-1-299 0,1-1 133 16</inkml:trace>
  <inkml:trace contextRef="#ctx0" brushRef="#br0" timeOffset="-157538.5">15200 8255 14 0,'0'0'116'0,"0"0"-7"16,0 0-4-16,0 0-5 0,0 0-10 0,0 0-5 15,0 0-9-15,0 0-9 0,0 0-3 0,13 0-6 16,-13 0-11-16,0 0-6 0,0 0-4 0,0 0-14 15,0 0-16-15,0 0-8 0,0 0-24 0,0 0-17 16,0 0-31-16,0 0-77 0,0 0-162 0,0 0 72 16</inkml:trace>
  <inkml:trace contextRef="#ctx0" brushRef="#br0" timeOffset="-156714.5">3758 13192 118 0,'0'0'166'0,"-6"2"-2"0,6-2-10 15,-7 4-11-15,7-4-14 0,0 0-12 0,0 0-5 16,-9 3-8-16,9-3-5 0,0 0-5 0,0 0-8 16,0 0-7-16,0 0-8 0,40-7-10 0,-19 0-21 15,10-5-30-15,5-1-29 0,15-10-54 0,4-5-49 16,4-1-134-16,-2-2-277 0,25-15 123 0</inkml:trace>
  <inkml:trace contextRef="#ctx0" brushRef="#br0" timeOffset="-156563.87">5606 12437 219 0,'10'-1'199'0,"-10"1"-13"0,17 0-16 0,-17 0-11 0,15-1-19 16,-2-1-10-16,0 1-13 0,5 0-18 0,0-3-29 15,3-1-25-15,11-3-56 0,3-6-82 0,-1-4-146 16,19-14-258-16,-1-4 114 0</inkml:trace>
  <inkml:trace contextRef="#ctx0" brushRef="#br0" timeOffset="-156412.55">7258 11559 2210 0,'34'-10'413'0,"-9"-2"-277"0,-7 6-78 16,-1 1-51-16,-4 5-19 0,1-2 1 0,-2 1 0 15,1 2 3-15,8-2 5 0,-2 1-3 0,0 0-2 16,9 0-29-16,0-4-22 0,-1 2-45 0,1-3-48 15,3-2-36-15,2-4-26 0,4-1-122 0,19-15-363 16,24-11 162-16</inkml:trace>
  <inkml:trace contextRef="#ctx0" brushRef="#br0" timeOffset="-156297.86">9044 10782 169 0,'37'-9'170'0,"1"0"-20"16,12-9-27-16,-2 4-50 0,6-7-55 0,1 2-68 15,2-4-60-15,28-13-117 0,-28 10 53 0</inkml:trace>
  <inkml:trace contextRef="#ctx0" brushRef="#br0" timeOffset="-156145.45">10838 10012 133 0,'35'-11'286'0,"-5"0"-27"0,2-2-24 0,0 3-21 16,0 0-22-16,-1-4-19 0,-2 3-18 0,-1-4-31 15,2 2-29-15,2-1-35 0,-2-1-41 0,5-2-49 16,12-9-46-16,3-3-46 0,3-1-44 0,-2-2-93 16,0-4-280-16,24-14 124 0</inkml:trace>
  <inkml:trace contextRef="#ctx0" brushRef="#br0" timeOffset="-156030.55">12006 9382 230 0,'19'-8'223'0,"-3"1"-18"0,-5 0-17 0,1 2-19 0,-3 4-10 15,-3-3-9-15,1 3 4 0,-7 1-13 0,10-6-5 16,-4 5 0-16,-6 1-2 0,5-4-3 15,3 1-12-15,-3-1-15 0,4-1-10 0,5-6-33 16,10-5-56-16,-1-1-81 0,6-4-81 0,9-11-228 16,5 0-416-16,4 0 185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0:29.115"/>
    </inkml:context>
    <inkml:brush xml:id="br0">
      <inkml:brushProperty name="width" value="0.05292" units="cm"/>
      <inkml:brushProperty name="height" value="0.05292" units="cm"/>
      <inkml:brushProperty name="color" value="#FF0000"/>
    </inkml:brush>
  </inkml:definitions>
  <inkml:trace contextRef="#ctx0" brushRef="#br0">14129 16216 67 0,'0'0'79'0,"-15"0"-9"16,7 0-13-16,8 0 1 0,-11-4-14 0,11 4-7 15,-10 0-11-15,10 0-13 0,0 0-33 0,-11-1-20 16,11 1-26-16,0 0-70 0,0 0 31 0</inkml:trace>
  <inkml:trace contextRef="#ctx0" brushRef="#br0" timeOffset="800.06">17388 12105 112 0,'0'0'138'16,"0"0"-6"-16,0 0-6 0,0 0-9 0,0 0-18 16,6-4 2-16,-6 4-12 0,0 0-15 0,0 0-9 0,0 0 2 15,0 0-14-15,0 0-5 0,0 0-16 16,0 0 8-16,0 0-2 0,0 0-3 0,0 0-8 0,0 0 1 15,0 0-7-15,0 0 4 0,0 0-8 0,0 0-4 16,0 0 3-16,0 0 5 0,0 0-7 16,0 0-2-16,0 0 4 0,0 0-7 0,0 0 0 15,0 0 1-15,0 0-2 0,0 0-1 0,0 0 4 0,0 0-4 16,0 0-5-16,0 0 0 0,0 0 1 0,0 0 0 16,0 0-6-16,0 0 8 0,0 0-8 15,0 0 6-15,0 0-3 0,0 0 6 0,0 0-12 16,0 0-2-16,0 0 2 0,0 0 0 0,0 0-6 0,0 0-2 15,0 0-4-15,0 0-2 0,0 0-14 0,0 0-8 16,0 0-17-16,0 0-9 0,0 0-26 0,0 0-14 16,0 0-86-16,0 0-209 0,0 0 92 0</inkml:trace>
  <inkml:trace contextRef="#ctx0" brushRef="#br0" timeOffset="3003.47">17599 11451 70 0,'0'0'74'0,"0"0"-9"0,-4-5-7 15,4 5 1-15,0 0-9 0,-4-6-7 0,4 6-34 16,0 0-35-16,0 0-41 0,0 0-74 0,0 0 33 15</inkml:trace>
  <inkml:trace contextRef="#ctx0" brushRef="#br0" timeOffset="6297.62">15110 12065 2 0,'-12'-5'69'0,"0"0"-3"0,-2 2-5 0,4-2 1 0,-2 1-7 16,2 1-2-16,-1-2-3 0,3 3-10 0,0-1 4 15,1 1 0-15,7 2-2 0,-11-4 15 0,11 4-10 16,-7-2-8-16,7 2 1 0,-9-4-8 0,9 4 1 16,0 0 8-16,-5-4-23 0,5 4-2 0,0 0 3 15,0 0 12-15,0 0 10 0,15-15 2 0,-2 4 4 16,6-1 2-16,5-6-2 0,7 1 1 0,1-1 2 15,11-4-2-15,-10 3-7 0,11-3-6 0,-9 5 0 16,0-2-5-16,0 3 3 0,-2-1-7 0,-1-1 2 16,-1 3-9-16,-3-2 9 0,-2 4-6 0,-8 2 5 15,2 1-4-15,-5 2-4 0,-4 3 1 0,0-1-2 16,-4 0-4-16,1 2 5 0,-3 1-3 0,0 1 8 16,-5 2 3-16,8-4-4 0,-8 4 10 0,0 0-4 15,6-4-4-15,-6 4 0 0,0 0-7 0,0 0-1 16,0 0 0-16,0 0-7 0,0 0-7 0,0 0-17 15,0 0-14-15,0 0-20 0,0 0-30 0,-7 26-10 16,1-12-20-16,0 5-22 0,0 9-17 0,-5 3-87 16,3-2-252-16,-2 0 113 0</inkml:trace>
  <inkml:trace contextRef="#ctx0" brushRef="#br0" timeOffset="6991.98">15527 16707 166 0,'-5'2'191'0,"0"2"-21"0,5-4-20 16,-7 4-18-16,7-4-14 0,-7 2-12 0,7-2-8 15,0 0-16-15,-5 6-1 0,5-6-4 0,0 0-8 16,0 0-8-16,0 0-8 0,0 0 0 0,0 0-12 16,0 0 0-16,0 0 0 0,0 0-6 0,25-14-10 15,-7 5 2-15,4-7-6 0,3-4-10 0,0 1-9 16,2-2-18-16,16-8-11 0,-1-2-13 0,-2-3-22 16,2-2-11-16,2-1-17 0,3-3-1 0,19-16-13 15,-16 16-8-15,19-24-4 0,-5 7-71 0,5-1-202 16,-3 3 89-16</inkml:trace>
  <inkml:trace contextRef="#ctx0" brushRef="#br0" timeOffset="7689.56">19553 12583 142 0,'0'0'223'0,"1"-11"-23"16,-1 11-17-16,0 0-16 0,-1-10-18 0,1 10-14 15,0 0-7-15,0 0-5 0,0 0-11 0,1-7-10 16,-1 7-7-16,0 0-9 0,0 0-12 0,0 0-6 15,0 0-10-15,0 0-4 0,-4-8-10 0,4 8-5 16,0 0-8-16,0 0-6 0,0 0-5 0,0 0-6 16,0 0-1-16,0 0-6 0,0 0-1 0,0 0-1 15,0 0 3-15,0 0-1 0,0 0 1 0,0 0-2 16,0 0-3-16,0 0 1 0,0 0-1 0,0 0 6 16,0 0-7-16,0 0 3 0,0 0-1 0,0 0-1 0,0 0-3 15,0 0 3-15,0 0 1 0,0 0 2 16,0 0-5-16,0 0 1 0,0 0-2 0,0 0 3 15,0 0 1-15,0 0-7 0,0 0 8 0,0 0-1 16,0 0-5-16,0 0 7 0,0 0-7 0,0 0 2 0,0 0-1 16,0 0 0-16,0 0 0 0,0 0 2 15,0 0-3-15,0 0 0 0,0 0-3 0,0 0 5 16,0 0-3-16,0 0 1 0,0 0 3 0,0 0 0 0,0 0-2 16,0 0 2-16,0 0 0 0,0 0 0 0,0 0-2 15,0 0 2-15,0 0 0 0,0 0-5 0,0 0 1 16,0 0 6-16,0 0-4 0,0 0 4 0,0 0-8 15,0 0-4-15,0 0-11 0,0 0-12 0,0 0-22 16,0 0 5-16,0 0-17 0,0 0-24 0,0 0-5 16,0 0-9-16,0 0-8 0,0 0 0 0,0 0-16 15,0 0-132-15,0 0-278 0,0 0 123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4:24.357"/>
    </inkml:context>
    <inkml:brush xml:id="br0">
      <inkml:brushProperty name="width" value="0.05292" units="cm"/>
      <inkml:brushProperty name="height" value="0.05292" units="cm"/>
      <inkml:brushProperty name="color" value="#FF0000"/>
    </inkml:brush>
  </inkml:definitions>
  <inkml:trace contextRef="#ctx0" brushRef="#br0">23670 9633 76 0,'0'0'110'15,"0"0"-10"-15,0 0-6 0,0 0-4 0,0 0-8 16,0 0-9-16,0 0-7 0,0 0-11 0,0 0-9 16,0 0 8-16,-16-9-22 0,16 9 5 0,0 0-6 0,0 0 2 15,0 0-14-15,0 0 1 0,0 0-3 16,0 0 11-16,0 0 1 0,0 0 5 0,0 0-9 16,0 0-2-16,18 12-4 0,-18-12-2 0,5 6 6 15,-5-6-6-15,5 4-3 0,-5-4 7 0,5 5-1 16,-5-5-2-16,6 6-2 0,-6-6-1 0,3 3-1 0,-3-3-3 15,8 5-3-15,-8-5 6 0,5 3-5 0,-5-3-3 16,0 0-3-16,7 4 8 0,-7-4-3 16,0 0 0-16,0 0-4 0,7 2 8 0,-7-2-3 0,0 0 8 15,0 0 2-15,12-3 7 0,-4 0-2 0,5-7 1 16,5-2-9-16,11-8 3 0,16-14-1 0,30-19-7 16,6-3-2-16,6-5-18 0,8-6-36 0,9-6-44 15,7-1-163-15,7-6-273 0,6-1 120 0</inkml:trace>
  <inkml:trace contextRef="#ctx0" brushRef="#br0" timeOffset="9267.4">11568 13327 58 0,'0'0'99'0,"0"0"0"0,0 0-2 0,0 0-1 16,0 0-5-16,0 0-9 0,0 0-8 0,0 0-3 16,0 0-12-16,0 0-7 0,0 0-3 0,0 0-2 15,0 0-4-15,-6 4-5 0,6-4-9 0,0 0 3 16,0 0-2-16,0 0-5 0,0 0 0 0,0 0 3 15,0 0 6-15,8 12 7 0,-8-12 0 0,2 7-5 16,0-2 0-16,-2-5-2 0,5 7-6 0,-5-7-4 16,6 7-3-16,-4-3-3 0,-2-4 7 0,5 9 9 15,-5-9 0-15,5 8-4 0,-3-3-3 0,0-1 14 16,-2-4-7-16,5 9-2 0,-2-4-3 0,-3-5-4 16,4 7-3-16,-4-7 0 0,4 7-3 0,-4-7 4 15,4 9 5-15,-4-9 4 0,3 5 4 0,-3-5-7 16,0 0-2-16,5 8-3 0,-5-8 0 0,4 5-6 15,-4-5 0-15,0 0-1 0,0 0-3 0,3 4 3 16,-3-4-1-16,0 0-1 0,0 0 1 0,0 0 2 16,8 1 2-16,-8-1-1 0,0 0 5 0,16-8 2 15,-5 2-4-15,2-6-3 0,9-6-1 0,2 1 0 0,4-5-1 16,13-11 0-16,4 2-1 0,-4-2 3 16,3 1-4-16,-3-1 5 0,3 2 0 0,-2 1-1 15,-9 7 3-15,-4 4-4 0,-1-2 0 0,0 3-1 16,-5 1-1-16,0 2-4 0,-7 4 5 0,1 0-6 15,-4 5 2-15,-2-1-5 0,3-2 0 0,-3 3-1 0,-1 3-2 16,-2-3 1-16,-2 4 1 0,-1-2-2 16,1 1 4-16,-6 3-7 0,8-3 3 0,-8 3-4 15,0 0 6-15,6-3-5 0,-6 3 2 0,0 0-4 16,7-4 7-16,-7 4-5 0,0 0 1 0,0 0 1 16,0 0-5-16,0 0 4 0,0 0-5 0,0 0-5 0,0 0-16 15,0 0-26-15,0 0-25 0,0 0-27 16,0 0-24-16,-5 21-38 0,1-4-34 0,-6 9-152 15,-5 2-376-15,3 2 166 0</inkml:trace>
  <inkml:trace contextRef="#ctx0" brushRef="#br0" timeOffset="10200.08">13976 14785 108 0,'0'0'177'0,"2"-9"-16"0,-2 9 0 16,0-7-5-16,0 7-9 0,0 0-2 0,4-7-9 15,-4 7-5-15,0 0-8 0,0 0-9 0,0 0-12 16,0 0-11-16,4-7-6 0,-4 7-12 0,0 0-8 16,0 0-7-16,0 0-5 0,0 0-8 0,0 0-6 15,0 0-2-15,0 0-8 0,0 0-1 0,0 0-3 16,0 0-5-16,0 0 2 0,12 11-2 0,-7-7-3 15,-1 2 1-15,3 1 0 0,-1 1-7 0,1-1 1 16,0 0 3-16,0 0 0 0,-3 1-3 0,5-2-3 16,-7 1 2-16,6 0 0 0,-2 0-1 0,-4-1-2 15,5 2-2-15,-3-2 2 0,2 3-4 0,-2-3 4 16,0-2-2-16,2 3 1 0,-3-4 1 0,3 0-2 16,-6-3-2-16,7 6 4 0,-2-3-4 0,-5-3 0 15,9 3 0-15,-9-3 1 0,13-2-2 0,5-4-7 16,-7 1-5-16,3-4-6 0,3-4-2 0,4-1-7 15,2-5 3-15,0-2-1 0,4-2 1 0,3 0 0 16,-3 0 7-16,2 1-1 0,9-9-1 0,1 0 5 16,-10 7-3-16,12-4 5 0,-2-5-1 0,1 5 4 15,-12 6 2-15,3 3 0 0,-6 3 2 0,0 2 9 16,-5 2-5-16,-2 5 1 0,0-5 0 0,-3 2-5 16,2 1 8-16,-2 0 2 0,2 0 0 0,-2 0 3 15,-2 4 3-15,1-5-5 0,-3 6-1 0,0-3 0 16,-2 1-1-16,2 3 1 0,-5-1-3 0,-6 4 1 15,10-5 3-15,-10 5-6 0,0 0-10 0,9-4-4 16,-9 4-16-16,0 0-28 0,0 0-37 0,0 0-35 16,0 0-26-16,0 0-35 0,-31 10-114 0,6 5-326 15,-3 0 145-15</inkml:trace>
  <inkml:trace contextRef="#ctx0" brushRef="#br0" timeOffset="10915.91">12580 15970 98 0,'0'0'122'0,"-4"-3"7"0,4 3-2 0,0 0-3 16,0 0 0-16,0 0-3 0,0 0-9 16,-2-8-8-16,2 8-13 0,0 0-6 0,0 0-8 0,0 0-11 15,0 0-10-15,0 0-3 0,0 0-4 0,0 0-2 16,0 0-9-16,0 0-7 0,0 0-5 15,0 0-5-15,0 0 1 0,0 0-4 0,0 0 0 16,0 0-1-16,0 0 0 0,0 0 4 0,0 0 0 16,10 20 2-16,-10-20-3 0,2 11 6 0,2-6-6 15,-4 2 2-15,0 0-3 0,0-7-1 0,4 11 3 16,-2-7-5-16,-1 3-2 0,-1-7 1 0,2 9 1 16,-2-9-3-16,2 8-2 0,-2-8 4 0,2 6 1 15,-2-6-4-15,0 0 1 0,2 10 1 0,-2-10-8 16,4 3 6-16,-4-3-7 0,0 0 4 0,0 0-1 15,0 0-1-15,1 8-3 0,-1-8-4 0,0 0 3 0,5 5 2 16,-5-5 0-16,0 0 2 0,0 0-3 0,0 0-2 16,0 0 0-16,0 0 10 0,0 0 1 0,0 0 4 15,0 0 2-15,21-9-2 0,-4 2-2 16,8-5-1-16,6-5 1 0,0 0-2 0,18-14 1 16,3 0 24-16,2-3-5 0,-1 2-1 0,-3-5-4 15,0 6 0-15,-3-1-3 0,0 6-8 0,-7-4-14 0,-12 12-10 16,3 4-18-16,-6-2-26 0,0 3-36 0,1 2-45 15,-5 3-49-15,-1 3-171 0,-3-1-380 0,2 2 168 16</inkml:trace>
  <inkml:trace contextRef="#ctx0" brushRef="#br0" timeOffset="17603.84">8027 16098 26 0,'0'0'55'0,"0"0"-9"0,0 0 1 16,0 0-10-16,0 0-6 0,0 0-7 0,0 0 2 15,0 0-5-15,0 0-1 0,0 0-6 0,0 0 2 16,0 0-1-16,0 0-7 0,0 0 5 0,0 0-4 16,19-14-2-16,-13 13-2 0,2-2 8 0,-8 3-2 15,18-4-1-15,-7 0 1 0,1 2-8 16,1-1 4-16,1 2-3 0,1-3 2 0,4 4-1 0,3-1 0 15,6-2 4-15,-1 2-6 0,0 0 2 0,1 2 2 16,3-2-3-16,0 3 1 0,1-1-5 0,2 2 2 16,4-2 2-16,-1 0 5 0,0 1-12 0,15 4 3 15,-13-2-8-15,14 6-6 0,-1-7-3 16,-12 3-4-16,14 1-2 0,-1 2-12 0,0-2-36 16,1 4-76-16,-3-2 34 0</inkml:trace>
  <inkml:trace contextRef="#ctx0" brushRef="#br0" timeOffset="24511.98">10592 16118 58 0,'0'0'42'0,"0"0"-19"16,0 0-22-16,0 0-22 0,2 8-23 0,-2-8 10 15</inkml:trace>
  <inkml:trace contextRef="#ctx0" brushRef="#br0" timeOffset="24756.44">11439 16544 7 0,'0'0'114'0,"0"0"-15"16,0 0-10-16,9-3-24 0,-9 3-16 0,0 0-15 15,0 0-12-15,0 0-3 0,0 0-22 0,10 4-26 16,-10-4-49-16,8 8-84 0,-6-5 37 0</inkml:trace>
  <inkml:trace contextRef="#ctx0" brushRef="#br0" timeOffset="25039.05">12590 16122 84 0,'0'0'168'0,"0"0"-24"16,0 0-8-16,0 0-12 0,0 0-20 15,0 0-1-15,0 0-23 0,0 0 7 0,0 0-11 16,0 0-17-16,0 0-14 0,0 0-25 0,0 0-21 15,0 0-29-15,0 0-30 0,0 0-18 0,0 0-27 16,0 0-55-16,0 0-172 0,6 28 76 0</inkml:trace>
  <inkml:trace contextRef="#ctx0" brushRef="#br0" timeOffset="26070.85">13896 14894 32 0,'0'0'49'0,"7"4"-15"0,-7-4-16 0,6 4-22 15,-6-4-18-15,0 0-24 0,6 11 12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5:21.875"/>
    </inkml:context>
    <inkml:brush xml:id="br0">
      <inkml:brushProperty name="width" value="0.05292" units="cm"/>
      <inkml:brushProperty name="height" value="0.05292" units="cm"/>
      <inkml:brushProperty name="color" value="#FF0000"/>
    </inkml:brush>
  </inkml:definitions>
  <inkml:trace contextRef="#ctx0" brushRef="#br0">9921 8041 47 0,'0'0'49'16,"-3"-6"0"-16,3 6-5 0,0 0-8 0,0 0-2 16,0 0-1-16,0 0-11 0,0 0 1 0,0 0-9 0,3-11-4 15,-3 11-8-15,0 0 1 0,0 0-5 16,0 0-6-16,0 0-13 0,0 0-7 0,14 17-24 15,-13-12-55-15,3 0 25 0</inkml:trace>
  <inkml:trace contextRef="#ctx0" brushRef="#br0" timeOffset="1122.32">10062 9374 8 0,'0'0'8'0,"0"0"-11"0,0 0-3 15,0 0 1-15</inkml:trace>
  <inkml:trace contextRef="#ctx0" brushRef="#br0" timeOffset="2214.63">9972 10518 49 0,'0'0'60'0,"0"0"-4"0,0 0 0 15,0 0-9-15,0 0-3 0,0 0 4 0,0 0-8 0,0 0-14 16,0 0 13-16,0 0-5 0,0 0-4 0,0 0-10 16,0 0 5-16,0 0-6 0,0 0 1 15,0 0-2-15,0 0-2 0,0 0-5 0,0 0 5 16,0 0-6-16,0 0 0 0,0 0-1 0,0 0 8 0,0 0-14 16,0 0 5-16,0 0-5 0,0 0 9 0,5 11-6 15,-5-11 2-15,0 0-4 0,0 0-1 0,0 0 5 16,0 0 1-16,0 0-4 0,0 0 5 0,0 0 1 15,0 0-5-15,0 0 5 0,0 0 3 16,0 0-14-16,0 0 10 0,0 0-4 0,0 0 4 0,0 0-5 16,0 0 6-16,0 0-8 0,0 0-14 0,0 0 11 15,0 0 4-15,0 0 4 0,0 0-4 0,0 0-7 16,0 0-12-16,0 0-5 0,0 0-14 0,0 0-18 16,0 0-4-16,0 0-15 0,2 6-36 0,-2-6-116 15,0 0 52-15</inkml:trace>
  <inkml:trace contextRef="#ctx0" brushRef="#br0" timeOffset="5430.4">10533 11862 27 0,'0'0'67'0,"0"0"-1"0,-3-7-5 0,3 7-1 16,0 0-6-16,0 0-7 0,0 0-5 0,-1-9 0 16,1 9-7-16,0 0-5 0,0 0-6 0,0 0 3 15,0 0-4-15,0 0-1 0,0 0-7 0,0 0-1 16,0 0 9-16,0 0-10 0,0 0-4 0,0 0 8 15,0 0-6-15,0 0-8 0,0 0 4 0,0 0-9 16,0 0 10-16,0 0-13 0,0 0 13 0,0 0-3 16,0 0-2-16,0 0-5 0,0 0-1 0,0 0 8 15,0 0-5-15,0 0-5 0,0 0 8 0,0 0 0 16,0 0-4-16,-10 0 2 0,10 0 0 0,0 0 2 16,0 0 1-16,0 0-5 0,0 0 0 0,0 0 2 15,0 0 0-15,0 0 0 0,0 0 1 0,-14 2-4 16,14-2 6-16,0 0-3 0,0 0-1 0,0 0 6 15,0 0 3-15,0 0-3 0,0 0 1 0,0 0 4 16,0 0 1-16,0 0 5 0,0 0 2 0,0 0-4 16,0 0 10-16,0 0-3 0,0 0 11 0,0 0-9 15,0 0-4-15,0 0-4 0,0 0 0 0,0 0-6 16,0 0 4-16,0 0 6 0,-8-5 7 0,8 5 0 16,0 0-2-16,0 0 2 0,0 0 1 0,0 0 1 15,0 0-3-15,0 0-2 0,0 0 7 0,0 0-8 0,0 0 11 16,-3-7-11-16,3 7 7 0,0 0-5 15,0 0-6-15,0 0 7 0,0 0 0 0,0 0 6 16,-6-4 0-16,6 4 2 0,0 0 2 0,0 0-1 0,0 0 3 16,0 0-1-16,-8-3-3 0,8 3 0 0,0 0-5 15,0 0-1-15,-6-3-3 0,6 3 3 0,0 0-2 16,0 0 7-16,0 0-1 0,0 0-5 16,-9-2 6-16,9 2-5 0,0 0-6 0,0 0 2 15,0 0-1-15,0 0-3 0,0 0-3 0,0 0 2 0,0 0-1 16,0 0-5-16,0 0 0 0,0 0-1 0,0 0-6 15,0 0 3-15,0 0-5 0,0 0 0 0,0 0 0 16,0 0-3-16,0 0 1 0,0 0 0 16,0 0-2-16,0 0-3 0,0 0 0 0,0 0 2 0,0 0-2 15,0 0 4-15,26-1-4 0,-26 1 7 16,11 0 1-16,-11 0 7 0,12 0-4 0,-12 0 1 16,12 0-2-16,-5-1-1 0,-7 1-1 0,10-1-2 0,-10 1 3 15,0 0 1-15,13 0-1 0,-13 0-3 0,0 0 4 16,7 0-6-16,-7 0 5 0,0 0-3 0,0 0 3 15,8-2-1-15,-8 2-1 0,0 0-1 0,0 0-5 16,0 0 2-16,0 0 5 0,0 0-2 0,0 0-2 16,0 0 3-16,0 0-1 0,0 0-1 0,0 0 2 15,7 4-1-15,-7-4 3 0,0 0 3 0,0 0 10 16,0 0-2-16,0 0-1 0,0 0-2 0,0 0 0 16,0 0 0-16,0 0-3 0,0 0 0 0,0 0-1 15,0 0 2-15,0 0-4 0,0 0 2 0,0 0-1 16,0 0-3-16,0 0-3 0,0 0 2 0,-21 7 2 15,15-6-3-15,6-1-1 0,-14 5-1 0,7-4 0 16,7-1 1-16,-14 4 0 0,8-2-2 0,-1 0 0 16,0-1 1-16,7-1 0 0,-17 4 3 0,9-1-4 15,-2-1-1-15,1-1 1 0,3 2 0 16,6-3 3-16,-12 3-2 0,7-2-1 0,5-1-1 0,-10 4 2 16,10-4-3-16,-6 1 0 0,6-1 0 0,0 0 1 15,-7 4-2-15,7-4 0 0,0 0-2 0,0 0-2 16,0 0 0-16,0 0 2 0,0 0-4 0,0 0 1 15,0 0 0-15,0 0 0 0,0 0 4 0,0 0 0 16,0 0 0-16,22-9 1 0,-13 8 4 0,1-2-4 16,2-1-1-16,-2 2 1 0,0-2 1 0,2 1 0 15,-3 0 1-15,0-1 1 0,1 1-1 0,-3 0-2 16,0 1 9-16,-7 2-9 0,10-2 1 0,-4-1 1 16,-6 3 2-16,8-3 0 0,-8 3 1 0,0 0-5 15,9-2 3-15,-9 2-2 0,0 0 3 0,0 0-3 16,0 0 2-16,8 0 1 0,-8 0 1 0,0 0 0 15,0 0 3-15,0 0 1 0,0 0-2 0,0 0 0 0,0 0 0 16,0 0 2-16,0 0 0 0,0 0 2 16,0 0 0-16,0 0-3 0,0 0 0 0,0 0-2 15,0 0-1-15,0 0 2 0,-25 5-3 0,17-4-1 16,-3 2 1-16,1 0-4 0,-4 0 5 0,-3 4-1 16,5-4-3-16,1 1 1 0,-1 0 8 0,3 0-8 0,2-2 0 15,1 0 1-15,6-2 1 0,-13 5-2 16,8-4 2-16,5-1-4 0,-8 3 3 0,8-3 3 15,0 0-7-15,-7 2 0 0,7-2 1 0,0 0-2 16,0 0 0-16,0 0 0 0,0 0-4 0,0 0 2 0,0 0-1 16,0 0 1-16,0 0 2 0,0 0 3 0,0 0-2 15,25-11 1-15,-12 4 2 0,2-2-3 0,3 3 4 16,0-5-1-16,-1 1-1 0,-1 1 1 16,0-1 1-16,-4 3 0 0,0 1-2 0,-3-2 1 0,2 4 1 15,-3-2-2-15,-2 2 1 0,1 1 3 0,-3 0-3 16,-4 3 2-16,9-5-1 0,-9 5 1 0,5-3-1 15,-5 3 1-15,0 0-5 0,6-4 1 0,-6 4-3 16,0 0-5-16,0 0-6 0,0 0-13 0,0 0-13 16,0 0-16-16,0 0-36 0,0 0-30 0,0 0-37 15,0 0-45-15,0 0-121 0,0 0-354 0,0 0 158 16</inkml:trace>
  <inkml:trace contextRef="#ctx0" brushRef="#br0" timeOffset="6782.78">11004 11691 2 0,'0'0'25'0,"0"0"1"0,0 0-7 0,0 0-4 16,0 0-6-16,0 0-9 0,0 0-9 0,0 0-6 16,0 0-15-16,0 0 6 0</inkml:trace>
  <inkml:trace contextRef="#ctx0" brushRef="#br0" timeOffset="12919.24">20791 12945 50 0,'0'0'62'0,"0"0"-17"15,0 0 21-15,0 0-5 0,0 0 14 0,0 0-14 16,0 0 11-16,0 0-8 0,0 0-16 0,0 0 13 16,0 0 1-16,0 0-3 0,0 0 7 0,0 0 2 15,0 0-3-15,0 0 3 0,0 0-6 0,0 0 12 16,0 0 2-16,0 0 6 0,0 0 5 0,0 0-4 15,0 0-5-15,0 0 7 0,0 0-11 0,-19-12-1 16,19 12 1-16,0 0-5 0,0 0-11 0,0 0 12 16,0 0 2-16,0 0-1 0,-1-9-6 0,1 9-8 15,0 0 0-15,0 0-9 0,0 0-7 0,0 0-1 0,0 0-8 16,0 0-3-16,11-7-4 0,-11 7-2 16,14-5-3-16,-4 2-2 0,1-1-2 0,1-1-2 15,8 0-3-15,0 1 2 0,-1-2-2 0,9-1-2 16,-6 2 5-16,6-2-6 0,1 2-2 0,2 1 0 0,0 0-1 15,-1 0 0-15,1 1-1 0,1-2 0 0,1 3-1 16,-2-1 1-16,4-1-1 0,3 2 0 0,-1-1 3 16,3-1-6-16,12-1 1 0,-11 4-3 15,9-5 5-15,2 4-5 0,-13 0 5 0,14-2-4 0,-14 2-1 16,13-1-1-16,-14 3 6 0,1 0 1 0,1-2-4 16,-1 1 3-16,-2 0-1 0,-1 1 0 15,2 0 1-15,-1 0-3 0,-4-3 4 0,2 6 0 16,-5-3-4-16,-1-2 6 0,-8 4 2 0,-1-2 1 15,1-2 2-15,-2 1 12 0,-1 0 6 0,0 0 6 0,-5 1 7 16,1 0 1-16,-3-2 5 0,0 2 2 0,-11 0 1 16,15 0 6-16,-10-1-5 0,-5 1 2 0,0 0 0 15,12 0-1-15,-12 0-7 0,9-1-3 0,-9 1-2 16,0 0 7-16,0 0-19 0,0 0-2 0,9-1-2 16,-9 1-4-16,0 0 10 0,0 0-12 0,0 0 0 15,0 0-10-15,0 0-9 0,0 0-1 0,0 0-11 16,0 0-7-16,0 0-14 0,0 0-14 0,0 0-19 15,0 0-20-15,0 0-28 0,-27-3-30 0,16 3-35 16,1 1-24-16,-3-1-22 0,-1 4-18 0,-5-1-170 16,-8 3-446-16,8-3 197 0</inkml:trace>
  <inkml:trace contextRef="#ctx0" brushRef="#br0" timeOffset="14985.21">9099 10655 69 0,'0'0'122'16,"0"0"-4"-16,0 0 0 0,0 0-2 0,0 0-4 15,0 0-3-15,0 0-3 0,0 0-3 0,0 0-1 16,0 0-6-16,-8-16-9 0,8 16-3 0,0 0-4 15,0 0-10-15,0 0-1 0,0 0-8 0,0 0-4 16,0 0-6-16,0 0-13 0,0 0 1 0,0 0-8 16,0 0 1-16,5-4-3 0,-5 4-4 0,8-6-4 15,-8 6 0-15,10-3-2 0,-3 3-11 0,-1-3-6 16,-6 3-19-16,15-3-10 0,-7 2-23 0,2-1-19 16,2-2-14-16,-1 3-19 0,-3-1-14 0,1 0-20 15,1 1-97-15,-10 1-252 0,10-2 112 0</inkml:trace>
  <inkml:trace contextRef="#ctx0" brushRef="#br0" timeOffset="15931.65">9903 8173 5 0,'0'0'106'0,"0"-13"-13"0,0 13-5 0,1-12-3 15,0 7 3-15,-1 5-2 0,0 0-11 0,1-11-6 16,-1 11 5-16,2-8 1 0,-2 8-15 0,0 0 1 15,0 0 4-15,1-8-11 0,-1 8 0 0,0 0-13 16,0 0-14-16,3-6 3 0,-3 6-6 0,0 0 3 16,0 0-2-16,4-6-6 0,-4 6 2 0,0 0-3 15,7-4-8-15,-7 4 5 0,8-5-3 0,-1 0 5 16,-1 2-2-16,-6 3 7 0,10-6-11 0,-6 2 11 16,0 0 4-16,-4 4-3 0,7-6 8 0,-7 6 2 15,7-6 0-15,-4 2-3 0,-3 4 0 0,0 0-2 16,4-9-2-16,-4 9 2 0,3-6 3 0,-3 6-6 15,2-7 3-15,-2 7-3 0,2-8-7 0,-2 8 1 16,0-8 2-16,0 8-11 0,0-10 5 0,0 10 1 16,0 0-1-16,-2-16-2 0,2 16-1 0,-1-7-1 15,1 7 0-15,1-8-5 0,-1 8 1 0,0 0 0 16,0-10 2-16,0 10-4 0,0 0-3 0,0 0 0 16,0 0-7-16,0 0 0 0,0 0 0 0,0-8 0 15,0 8 0-15,0 0 1 0,0 0-1 0,0 0 3 16,0 0-2-16,8 22-3 0,-5-11 2 0,-2 2 1 0,1 4 1 15,1 2 2-15,0 6-2 0,-2 3-3 0,-2 2 2 16,-3 3 0-16,1 0 6 0,-2 14-4 16,-1-12-4-16,-2 12 3 0,0 2 1 0,2 0-1 15,-4 0 1-15,-1-2 1 0,5 2 0 0,0 2 1 0,-3-2 2 16,4 2-2-16,-3-2 2 0,1 0-1 0,-1 0-4 16,0-2 7-16,-1 3-7 0,3-3 4 15,-2 3-1-15,0 1 3 0,-2-4-2 0,0 3 2 16,0-4-5-16,2 1-1 0,-1 2 1 0,1-1 0 15,2-2 4-15,1 1-5 0,1-11 3 0,0 11-1 0,2-1-4 16,2-10-10-16,1-1 2 0,3-1-4 0,0 11-8 16,2-11 3-16,2-1-5 0,2 13-9 0,-2-10 3 15,-1 10-1-15,5 1 1 0,-6-13 1 0,4 12 5 16,-2 0 3-16,-3-12-1 0,-1 0 4 0,-2 2-11 16,0-2 9-16,-2-1 0 0,0-2 2 0,0-2 7 15,-2-1 0-15,1-2-8 0,-3-2 9 0,-1-4 2 16,3-2 8-16,-3 1-11 0,-6 5 2 15,2-6 12-15,-1 0-8 0,-3 5 9 0,-2-1-2 0,1-2-6 16,-4-1 0-16,3-4-2 0,-2-1-16 0,2-2-4 16,-4-2-15-16,1 1-18 0,0 1-11 0,-1-4-17 15,3-1-85-15,-1 0-191 0,4-2 85 0</inkml:trace>
  <inkml:trace contextRef="#ctx0" brushRef="#br0" timeOffset="16282.61">10291 9852 42 0,'0'0'173'16,"0"0"-17"-16,-2-7-10 0,2 7-22 0,0 0-6 0,0 0-16 16,0 0-13-16,0 0-7 0,0 0-14 0,0 0-3 15,5-6-6-15,0 2-8 0,-5 4-7 0,18-7-6 16,-2 1-27-16,1-1-22 0,3 0-29 15,7-4-31-15,0 1-43 0,-1 2-75 0,2-2-205 0,-1-1 91 16</inkml:trace>
  <inkml:trace contextRef="#ctx0" brushRef="#br0" timeOffset="22378.85">17485 14668 104 0,'0'0'103'0,"0"0"-4"0,0 0-9 0,0 0-1 16,0 0-5-16,0 0-6 0,0 0-7 0,0 0-4 15,-19-12-8-15,19 12 3 0,-7-4-10 0,3-1 3 16,4 5-10-16,-7-10 4 0,2 7-10 0,0 0 0 0,5 3 4 16,-8-5-5-16,8 5-3 0,-8-3 7 15,8 3-9-15,-9-5 1 0,9 5-1 0,-10-3-1 0,10 3-4 16,-9-3-6-16,9 3-1 0,-8-4 12 16,8 4-7-16,-7-4-3 0,7 4-1 0,0 0 0 15,-8-2 11-15,8 2-12 0,0 0-3 0,0 0-5 0,0 0 1 16,-6-3-2-16,6 3 3 0,0 0 1 0,0 0-3 15,0 0-2-15,0 0-2 0,0 0 2 0,0 0 0 16,0 0 3-16,0 0-3 0,24-5 1 16,-11 2-3-16,7 1-1 0,1-1 6 0,11-1-6 0,5 1 0 15,13-5-2-15,1-2 0 0,4 2 5 0,3-1-4 16,0 2-2-16,3 1 2 0,2-2-6 0,3 3 5 16,-2-4-1-16,-4 4 1 0,-2 0-1 0,-4 1-1 15,-3-2 2-15,1 3-2 0,-18 1-1 0,2-1 3 16,-4 1-6-16,-1 2 4 0,3 0-3 0,-7-2 0 15,1 0-1-15,-10 2 4 0,0 0-1 0,1-2 1 16,-6 4-4-16,0-2 0 0,0 0 2 0,-3 2 2 16,-4-3-4-16,3 1 5 0,-9 0 1 0,12 0 3 15,-12 0 3-15,0 0 9 0,10 0 3 0,-10 0 3 16,0 0 3-16,0 0-2 0,10-3 1 0,-10 3-3 16,0 0-3-16,0 0-3 0,0 0-2 0,9-1 0 15,-9 1-4-15,0 0-12 0,0 0-16 0,0 0-18 16,0 0-32-16,0 0-37 0,0 0-39 0,0 0-40 15,0 0-128-15,0 0-333 0,0 0 148 0</inkml:trace>
  <inkml:trace contextRef="#ctx0" brushRef="#br0" timeOffset="26499.09">22386 15869 15 0,'0'0'29'0,"3"4"4"15,-3-4-1-15,0 0-4 0,0 0 2 0,0 0-2 16,0 0 3-16,0 0-3 0,-13 8 2 0,13-8-15 16,-9 2 9-16,9-2 2 0,-8 1-2 0,8-1 2 15,-8 4 0-15,8-4-8 0,-11 1 0 0,11-1-1 16,-9 1-3-16,9-1 3 0,-9 3 2 0,9-3-7 15,-8 1 1-15,8-1 5 0,-11 1-3 0,11-1-5 16,-8 0 5-16,8 0 1 0,0 0 7 0,-16-1-6 16,16 1 6-16,-11 0-7 0,11 0 7 0,-10 0-9 15,10 0 14-15,-10-1-5 0,10 1 7 0,-10-3 2 16,10 3 4-16,-11-1 0 0,11 1-3 0,-10-1-5 16,10 1 5-16,-7-2-5 0,7 2 8 0,0 0 12 15,-8-2-6-15,8 2-2 0,0 0-3 0,0 0-1 16,-9-1-4-16,9 1 5 0,0 0-2 0,0 0-17 15,0 0 2-15,0 0 1 0,0 0-3 0,0 0-2 16,0 0 3-16,0 0-3 0,0 0 6 0,21-7 0 16,-13 6-1-16,0-1-3 0,2 0-3 15,2 0 1-15,1 0-4 0,6 1-4 0,-3 0 6 0,6 1 3 16,0-3 4-16,5 0-8 0,1 0 5 0,4 0-7 16,1 3 5-16,-2-5-2 0,4 2 1 0,-1-1-2 15,3 3-8-15,-2-1 7 0,1-4 4 0,3 1-1 16,10-3-2-16,-13 5 10 0,3-1-3 0,0 1 0 15,-2-1 0-15,2 2-1 0,-4-1-10 0,2 0 10 16,2-4 1-16,-6 5 0 0,-1 0 6 0,0 0 7 16,0 1 1-16,-3-1-2 0,-1 0 4 0,3-1 12 15,-12 0 4-15,3 3 0 0,-4-1 4 0,-4-1 2 16,-1 2 2-16,3-1 0 0,-2-1 1 0,-3 1 0 16,-4 1-8-16,3-2 2 0,-10 2 2 0,15 0-4 15,-10-1-2-15,-5 1 2 0,12-2-1 0,-12 2-3 16,8-1 2-16,-8 1 0 0,0 0-3 0,0 0-12 15,9-1 6-15,-9 1-10 0,0 0-6 0,0 0 1 16,0 0-5-16,0 0 1 0,0 0-4 0,0 0-2 16,9-2-1-16,-9 2 0 0,0 0-8 0,0 0 6 15,0 0-5-15,0 0-2 0,0 0-3 0,0 0-6 16,0 0-9-16,0 0-13 0,0 0-10 0,0 0-12 16,-27-3-20-16,27 3-20 0,-14 4-23 0,6-3-37 15,-1 1-37-15,1 1-32 0,-1-1-36 0,-3 1-154 16,-2-2-437-16,2 0 193 0</inkml:trace>
  <inkml:trace contextRef="#ctx0" brushRef="#br0" timeOffset="27599.18">22502 17097 107 0,'0'0'122'0,"0"0"-16"0,0 0-14 0,0 0-7 16,0 0-9-16,0 0-10 0,0 0-5 0,0 0-5 15,0 0 0-15,0 0-12 0,0 0 2 0,0 0-14 16,0 0-1-16,0 0-6 0,0 0 7 0,0 0-9 16,0 0 1-16,0 0-13 0,0 0 9 0,0 0-6 15,0 0-6-15,0 0-7 0,0 0-2 0,0 0-9 16,0 0 3-16,0 0-20 0,0 0-14 0,0 0-14 16,0 0-3-16,0 0-3 0,0 0-7 0,0 0-1 15,0 0-55-15,0 0-134 0,0 0 59 0</inkml:trace>
  <inkml:trace contextRef="#ctx0" brushRef="#br0" timeOffset="28418.58">22482 17109 32 0,'0'0'124'0,"0"0"-4"0,0 0-11 0,2-7-2 16,-2 7-16-16,0 0-6 0,0 0-7 15,0 0-13-15,0 0-2 0,6-6-11 0,-6 6-1 0,0 0-3 16,3-6 7-16,-3 6-22 0,5-4 0 0,-5 4-18 16,0 0 11-16,7-6-3 0,-7 6 0 0,0 0-3 15,0 0-1-15,0 0-5 0,5-3 4 0,-5 3-5 16,0 0 4-16,0 0 0 0,0 0-4 15,0 0-2-15,0 0-1 0,0 0 2 0,0 0 5 16,0 0-10-16,0 0 2 0,0 0-1 0,0 0 4 0,0 0-1 16,0 0-1-16,0 0-3 0,0 0-2 0,0 0-1 15,0 0-2-15,0 0 1 0,0 0-6 0,0 0 3 16,0 0-5-16,0 0 4 0,0 0-8 0,0 0 6 16,0 0-4-16,0 0 4 0,-18-4-3 0,18 4 6 15,0 0 3-15,0 0 1 0,-14 1-7 0,14-1-4 16,-9 3 14-16,9-3 3 0,-10 0-1 0,10 0-3 15,-9 0 7-15,9 0 1 0,-12 0 3 0,12 0-5 16,-10 2-3-16,10-2 4 0,-9 0 1 0,9 0 7 16,-10-2-5-16,10 2 3 0,-10 0-5 0,10 0 1 15,-10 2-6-15,10-2 1 0,-9 0-1 16,9 0 5-16,-12 1-8 0,12-1-1 0,-11 1 7 16,11-1-6-16,-11 2 1 0,11-2 3 0,-8 1 3 0,8-1-2 15,-8 2 6-15,8-2-4 0,0 0 14 0,-12 2-10 16,12-2 0-16,-7 2 4 0,7-2-1 0,0 0 0 15,0 0 0-15,-9 1-4 0,9-1 0 0,0 0 0 16,0 0-2-16,0 0-3 0,0 0 4 16,0 0 0-16,0 0 7 0,0 0-5 0,0 0 2 0,0 0 0 15,0 0-5-15,0 0 9 0,0 0-6 0,0 0-1 16,0 0-7-16,19 10 6 0,-12-10-2 0,4 1 3 16,0 0-5-16,1-1-2 0,6 0 2 0,0-2-4 15,2 2 1-15,0-2-3 0,0 0 3 0,3 3-2 16,5-3 3-16,2 2-2 0,-8-2-3 15,6 2 0-15,0-3 1 0,2 2 0 0,-1-1-4 0,-1 0 1 16,0-1 3-16,-6-1-4 0,0 2 7 16,3 1 2-16,-3-1 8 0,0 0 0 0,-3-1 4 15,0 0 8-15,0 3 7 0,-6 0 12 0,5 0 4 16,-8-1 6-16,1 1 8 0,-3 0-2 0,-8 0 3 16,12 0 3-16,-12 0 2 0,10 0-5 0,-10 0-5 15,0 0-6-15,12 0-7 0,-12 0-2 0,6 1-10 0,-6-1-2 16,0 0 3-16,0 0-19 0,0 0-5 15,0 0-15-15,0 0-28 0,0 0-22 0,0 0-32 16,0 0-36-16,0 0-51 0,0 0-46 0,-31-1-55 16,21 1-148-16,10 0-452 0,-23-5 199 0</inkml:trace>
  <inkml:trace contextRef="#ctx0" brushRef="#br0" timeOffset="33304.44">22877 9041 90 0,'0'0'85'0,"-2"10"-1"0,2-10-11 0,0 0-8 15,2 7-9-15,-2-7 0 0,0 0 2 0,0 0 4 16,0 0-1-16,0 9 3 0,0-9 4 0,0 0 1 0,0 0-3 15,0 0 2-15,0 0-1 0,0 0 1 0,0 0-5 16,0 0 4-16,0 0-3 0,0 0 3 16,0 0 0-16,0 0-2 0,0 0 2 0,0 0 0 0,0 0-3 15,0 0 0-15,0 0 1 0,0 0 3 0,0 0-6 16,0 0 3-16,0 0-3 0,0 0-2 0,0 0 3 16,0 0-1-16,0 0 0 0,0 0-2 15,0 0 10-15,0 0-14 0,0 0-3 0,0 0-7 0,0 0-1 16,0 0-9-16,0 0 2 0,0 0-6 0,0 0-4 15,0 0-3-15,0 0 0 0,0 0-2 0,0 0 2 16,-3-29-4-16,3 29 2 0,0 0-1 0,0-10 4 16,0 10-1-16,0 0 2 0,0 0-3 0,0-11-2 15,0 11 1-15,0 0-1 0,0 0-2 0,0 0 0 16,0 0-6-16,0 0 1 0,-1-7-2 0,1 7-5 16,0 0 2-16,0 0-8 0,0 0-2 0,0 0 0 15,0 0-3-15,0 0 0 0,0 0 0 0,0 0 0 16,0 0 1-16,1 33-1 0,0-7 3 0,1 0-1 15,-1 5 0-15,0 3 2 0,1 0 0 0,-2 3 2 16,-2-1-1-16,4-4 4 0,-2 2-13 0,0 0 8 16,0-2 4-16,0-2-2 0,1-3-1 0,-1-1 1 15,0-7 3-15,0-2 3 0,1-2 5 0,-1 1 9 16,0-4-1-16,0 0 3 0,1-2-1 0,1 1-4 0,-2-4 0 16,1 2-5-16,-1-9 13 0,0 13-14 0,0-7-2 15,0-6-7-15,3 8 6 0,-3-8 0 16,1 9-1-16,-1-9 1 0,0 0-5 0,-3 8-1 15,3-8 4-15,0 0-1 0,0 0 9 0,2 7-10 0,-2-7-5 16,0 0-16-16,0 0-13 0,0 0-18 0,0 0-26 16,0 0-30-16,0 0-44 0,0 0-32 0,0 0-37 15,0 0-24-15,0 0-193 0,0 0-468 0,0 0 208 16</inkml:trace>
  <inkml:trace contextRef="#ctx0" brushRef="#br0" timeOffset="33898.37">23525 9254 140 0,'0'0'233'0,"0"0"-12"0,0 0-16 15,4-7-7-15,-4 7-10 0,0 0-16 0,0 0-9 16,0 0-11-16,0 0-15 0,3-5-11 0,-3 5-10 16,0 0-11-16,0 0-9 0,0 0-9 0,0 0-11 15,0 0 3-15,0 0-14 0,0 0-6 0,0 0-5 16,0 0-3-16,0 0-4 0,0 0-2 0,0 0 1 16,0 0 0-16,-6 26 5 0,2-16 6 0,0-1-4 15,-1 1-3-15,3 2-4 0,-2 0-3 0,1 0-7 16,2 0 1-16,-3-2-4 0,2 2-4 0,-1-1-4 15,0 1-2-15,3-3-1 0,-2 2-3 0,1-2-1 0,2 1-6 16,-2 0 1-16,2-3 4 0,0 0-9 16,2 0 0-16,-1 0 2 0,3 0-2 0,1 1-2 15,-1-1 3-15,4 0-5 0,-4-2 12 0,2 0-9 16,2-1 0-16,3 1 9 0,-2-1-11 0,0-3 1 0,4 1-1 16,-2-2-1-16,3 0 4 0,-3-2-7 0,2 1 1 15,2-3 2-15,2-1 1 0,-4-1 0 16,3 1-5-16,-7-2 2 0,0 1-2 0,6-3-1 15,-3-1 4-15,-5 1 1 0,3 1 4 0,-2-5-8 0,-3 2 4 16,2 0-5-16,-5-1 2 0,3-3 5 0,-3-2-1 16,0 1-1-16,-2 0 0 0,-2-1-7 15,0 1 6-15,-3 0-1 0,1 6 1 0,-1-2-3 0,-2-4-2 16,0 6 4-16,1 0-4 0,-1 1 2 0,0 1-3 16,1 1 0-16,-4-1 1 0,3 4 13 0,1 0-17 15,-5-1-7-15,-1 3-7 0,1 1-9 0,0 0-15 16,-2 1-21-16,-1 0-17 0,1 2-31 0,0 3-25 15,2 2-34-15,-2 0-33 0,3 2-29 0,0 5-193 16,4-2-462-16,0-1 204 0</inkml:trace>
  <inkml:trace contextRef="#ctx0" brushRef="#br0" timeOffset="34281.78">24670 9001 202 0,'0'0'285'0,"-4"-11"-26"0,4 11-14 16,0 0-14-16,0 0-16 0,-3-8-19 0,3 8-17 15,0 0-19-15,0 0-14 0,0 0-18 0,0 0-12 16,0 0-30-16,0 0-3 0,0 0-11 0,0 0-9 0,0 0-4 15,0 0-5-15,-1 24 5 0,1-11 3 0,-4 6-6 16,3 4 0-16,0 4-8 0,-1-1-3 16,0-1-3-16,-1 0-2 0,0 0-5 0,3-6 0 15,-4 6-7-15,1-6 1 0,1 0 3 0,0 0-8 0,-2 0-4 16,4-2-4-16,0-1-2 0,-1 1 2 16,-1 0 1-16,0-5-1 0,0-1-4 0,-1 2 1 15,-2-2-4-15,5 1-1 0,-1-2-3 0,0-2 4 0,1 2-1 16,0-1 6-16,0 1-14 0,0-10-16 0,0 12-18 15,-2-3-20-15,2-9-36 0,-1 11-40 0,1-11-41 16,0 9-37-16,0-9-28 0,4 9-199 16,-4-9-471-16,6 1 208 0</inkml:trace>
  <inkml:trace contextRef="#ctx0" brushRef="#br0" timeOffset="34548.61">25107 9007 142 0,'1'-4'263'0,"4"-2"-21"16,-5 6-15-16,3-7-20 0,-3 7-16 0,4-4-16 15,-4 4-18-15,0 0-15 0,0 0-9 0,0 0 10 16,0 0-12-16,3 17-11 0,-4-6 8 0,1 8-12 16,-2 0-12-16,-1 5-8 0,-1 3-11 0,2-2-7 15,-1 0-6-15,-1 1-4 0,2-5-8 0,0 4-6 16,2-5-4-16,-2 4-8 0,1-6-2 0,-1 0-10 15,4 0 4-15,-1-1-4 0,-2 0-28 0,2-2-17 16,-1 1-20-16,0-1-29 0,0-3-38 0,0-1-40 16,0 2-40-16,0-2-38 0,2 3-29 0,-2-4-144 0,0 1-424 15,4-3 187-15</inkml:trace>
  <inkml:trace contextRef="#ctx0" brushRef="#br0" timeOffset="38048.54">25976 8961 98 0,'0'0'144'0,"0"0"-6"15,0 0-7-15,0 0-9 0,0 0-5 0,0 0-8 16,16-15 7-16,-16 15 7 0,0 0-2 0,0 0-6 15,0-7-5-15,0 7-1 0,0 0-10 0,2-10-3 16,-2 10-3-16,0 0-4 0,0-7-8 0,0 7-1 16,0 0-8-16,0 0 3 0,0-11-4 0,0 11-1 15,0 0-4-15,0 0-3 0,0-8-5 0,0 8-4 16,0 0-5-16,0 0-8 0,0 0-1 0,0 0-9 16,0 0 0-16,0 0-9 0,0 0-7 0,0 0 1 0,0 0-2 15,0 0-5-15,0 0-2 0,0 0-5 16,4 32 14-16,-2-6 3 0,-2 3-1 0,0 2 0 15,2 19 2-15,-4-6 2 0,4 6-1 0,-1-4 2 0,1-10-5 16,-2-2-3-16,0-1 3 0,0-5-6 0,0 1 2 16,2-3-1-16,1 1 10 0,-3-6 8 15,2-3-1-15,-4 0-2 0,6-3 1 0,-4 0-3 16,0-4 0-16,1-1-1 0,-1 0-1 0,0-3-2 16,2 0-4-16,-2-7 2 0,0 11-8 0,0-11 4 15,0 0-5-15,-2 11 12 0,2-11-12 0,0 0-2 16,2 5 1-16,-2-5 3 0,0 0-3 0,0 0-3 15,0 0 3-15,0 0 0 0,0 0-9 0,0 0-12 0,0 0-21 16,0 0-29-16,0 0-46 0,0 0-45 16,0 0-44-16,0 0-38 0,-3-31-3 0,6 20-190 15,-1-5-462-15,2 5 204 0</inkml:trace>
  <inkml:trace contextRef="#ctx0" brushRef="#br0" timeOffset="38488.21">26641 8967 163 0,'2'-11'240'0,"-2"11"-8"0,2-6-14 0,-2 6-16 15,0 0-9-15,2-8-13 0,-2 8-17 0,0 0-13 16,0 0-12-16,0 0-17 0,2-5-13 0,-2 5-12 16,0 0-8-16,0 0-12 0,0 0-11 0,0 0-5 15,0 0 2-15,0 0-3 0,5 21-2 0,-2-11 0 16,-3 7 7-16,0 1-2 0,4 7-2 0,-6 1-4 16,4 3-4-16,-2 0 4 0,2 1 2 0,-2-4-2 15,3 5-4-15,-3-4-7 0,0-2 8 0,0 2-5 16,0-8 1-16,0 1-2 0,0-1-5 0,0 0 11 15,0 0-13-15,-3-3-8 0,3 1-3 0,0-5-3 16,0-2 1-16,0 2-3 0,-2-3-4 0,2 1 10 16,0-3-16-16,0-7 0 0,0 14-4 0,-2-8 0 15,2-6 3-15,0 13-3 0,0-13-3 0,-2 8 1 16,2-8-9-16,0 0-13 0,0 11-13 0,0-11-19 16,0 0-11-16,0 7-26 0,0-7-28 0,0 0-36 0,0 0-41 15,0 0-35-15,0 0-43 0,0 0-190 16,13-19-493-16,-6 9 218 0</inkml:trace>
  <inkml:trace contextRef="#ctx0" brushRef="#br0" timeOffset="38914.57">27346 9058 197 0,'0'0'230'0,"0"0"-11"0,0 0-12 0,0 0-10 0,0 0-10 16,-6-9-9-16,6 9-13 0,0 0-11 16,0 0-7-16,-19 11-8 0,12-2-11 0,-1 0-14 0,-4 3-3 15,1 1-7-15,5 3-12 0,-4 0-5 0,4 0-9 16,-1 0-7-16,1 2-10 0,3-2-4 0,-1 1-7 16,1-6-5-16,1 5-6 0,2-3 0 0,0-2-4 15,2 1-4-15,3-3 0 0,2 2-3 0,1-2-3 16,1-1 0-16,3 0-4 0,1 1 2 0,5-3-2 15,-1-2-4-15,-4-2-1 0,4 0 2 0,1-2-3 16,0-2-3-16,-4 0-2 0,-1-2 6 0,1 1 2 16,-3-4-2-16,3 0-4 0,-3-3 0 0,2 0 1 15,-1-4 1-15,-2-2 4 0,-3 0-3 0,0 0-1 16,-4-3 4-16,-3 0-6 0,0 0 1 0,-3-1 0 16,-2 1 4-16,0-1-3 0,-1 3 7 0,-2-1-1 15,-2-1-10-15,1 6-4 0,-2 0 0 0,3 2 2 16,-2 2-1-16,1 2-6 0,0 1-11 0,-3-1-6 15,4 1-28-15,1 3-26 0,-2 3-41 0,9 0-40 16,-15 7-45-16,6-1-25 0,1 2-41 0,0 2-182 16,6 0-479-16,-1-1 213 0</inkml:trace>
  <inkml:trace contextRef="#ctx0" brushRef="#br0" timeOffset="39297.83">28243 8978 91 0,'0'0'236'0,"0"0"-14"0,5-1-11 0,-5 1-11 0,0 0-9 15,0 0-14-15,0 0-9 0,0 0-5 0,0 0-5 16,0 0-11-16,-6 20-8 0,2-11-4 16,-3 7-5-16,0 0-7 0,0-2-13 0,1 5-11 15,1-4-12-15,-3 2-2 0,4-3-12 0,2 2-8 0,-2-3-6 16,4 2-8-16,0 1-1 0,0-4-6 0,4-1-3 15,2 0 4-15,-2 0 2 0,5-1 4 0,0-1 2 16,6-1 1-16,-1-1-3 0,4-2-3 16,-1 1 6-16,4-2-8 0,1-2-2 0,1-4 0 0,-3 0-4 15,9-3-1-15,-9 2 6 0,1-3 1 0,-3-2 4 16,-2 0-8-16,3-2 9 0,-2-2 5 0,-4 1 6 16,1-4 0-16,-3-1 0 0,-4-1-4 0,-1 0-4 15,0-1 8-15,-2 0-6 0,-3 0 7 0,-1 0-7 16,-3 0-6-16,-3 0-8 0,2 1-1 0,-5 0-13 15,0 1-21-15,-5 2-20 0,-1 0-37 0,-8-2-43 16,-6 3-39-16,-4 5-60 0,-18 0-71 0,-4 6-64 16,-5 7-306-16,-3 2-685 0,-25 2 303 0</inkml:trace>
  <inkml:trace contextRef="#ctx0" brushRef="#br0" timeOffset="41530.53">28519 9469 64 0,'-10'0'96'0,"10"0"-11"0,-14 0 7 15,6 0-8-15,-1 0 11 0,9 0-8 0,-18 0 3 0,8 0-3 16,2 0 7-16,-1 2-1 0,9-2-7 0,-19-2 5 16,8 2-7-16,1-1-20 0,1 1 9 0,9 0-3 15,-16 1-2-15,3-1-11 0,3 0-2 0,1 0-1 16,9 0 1-16,-15 0-3 0,3 0 1 0,5 0-2 16,7 0-3-16,-16-1-8 0,6 2 2 0,10-1-5 15,-15-1-1-15,5 2-2 0,10-1 0 0,-8-2 1 16,8 2-2-16,-9 1 2 0,9-1-2 0,0 0 0 15,0 0-2-15,-12 0 6 0,12 0 5 0,0 0-4 16,0 0-2-16,0 0-2 0,0 0-2 0,0 0-4 16,31-4 0-16,-1 1-4 0,3 2 1 0,4-4-5 15,-2 0-1-15,3 2-4 0,0-1 0 0,0 0 2 16,-3 2-3-16,-3 0-2 0,-2-1-2 0,-9 2 0 16,1-1-2-16,-3 1-1 0,-6-1 0 0,-1 2 2 15,2-2-5-15,-3 1 0 0,-1 1-3 0,-3-1-3 16,-7 1-4-16,15-2-5 0,-15 2-11 0,10 0-16 15,-10 0-18-15,6 0-27 0,-6 0-26 0,0 0-30 16,0 0-29-16,9 3-4 0,-9-3-15 0,0 0-122 16,0 0-335-16,-18 13 148 0</inkml:trace>
  <inkml:trace contextRef="#ctx0" brushRef="#br0" timeOffset="41876.68">28469 9585 12 0,'0'0'184'0,"0"0"-13"0,0 0-20 15,0 0-15-15,0 0-13 0,0 0-13 0,0 0-15 16,-6 5 2-16,6-5 0 0,-3 9 13 0,3-9 0 16,3 18-5-16,-6-2-2 0,3 1-11 0,-2 4-6 15,2 2-4-15,0 2-9 0,0 1 2 0,-3-3-7 0,0-4-10 16,3 0-3-16,0-2-4 0,-1 0-7 15,0-1-5-15,1-4-1 0,0 2-1 0,-3 1 5 16,3-2 2-16,0-2-3 0,0 0-5 0,0-2 0 0,-2 2-5 16,2-2 1-16,0-2-2 0,0-7-2 0,0 11-7 15,0-4-1-15,0-7-2 0,0 10 0 0,0-10-5 16,0 9 12-16,0-9-19 0,0 0 8 16,0 9-3-16,0-9-2 0,0 0-2 0,0 0-11 0,-2 8-12 15,2-8-21-15,0 0-17 0,0 0-23 0,0 0-27 16,0 0-28-16,0 0-17 0,0 0-41 0,0 0-164 15,0 0-383-15,0 0 170 0</inkml:trace>
  <inkml:trace contextRef="#ctx0" brushRef="#br0" timeOffset="42220.78">28313 9845 25 0,'0'0'166'0,"-5"-3"-20"0,5 3-8 16,0 0-15-16,0 0-14 0,0 0-11 0,0 0-4 15,0 0 6-15,8 22 3 0,-3-12 1 0,-1 1-1 16,-1 7 9-16,3-2 7 0,-3 4-12 0,1-5-6 16,1 2-9-16,0-1 0 0,-3-3-3 0,0-1-6 15,0 0-5-15,1-1-9 0,1 0 8 0,0-2-3 16,-2 0-4-16,1-2-6 0,0-3 1 0,-1 3 3 16,-2-7 7-16,6 9 8 0,-3-6-4 0,-3-3 1 15,6 6 6-15,-6-6-2 0,12 1-2 0,-12-1 0 16,21-5-11-16,-10-1-3 0,3 0-7 0,2-3-6 15,1 1 1-15,-3-1-7 0,3-1-1 0,-2-2-8 16,1-1-5-16,-2-1-6 0,5-7-1 0,-4 7-9 16,-1-2-15-16,0 1 0 0,-2 1-10 15,-2 2-9-15,-2 4-18 0,2-1-19 0,-5 3-21 0,-1 2-33 16,0-1-39-16,0 0-39 0,-4 5-44 0,6-7-42 16,-6 7-193-16,5-2-501 0,-5 2 222 0</inkml:trace>
  <inkml:trace contextRef="#ctx0" brushRef="#br0" timeOffset="42764.6">27880 10478 79 0,'3'-3'183'16,"-3"3"-14"-16,0 0-23 0,5-6-8 0,-5 6-5 0,0 0 7 15,0 0 19-15,8 21 6 0,-1-7-10 0,-7 1-9 16,4 3 1-16,-2 7-8 0,0 3-8 16,-2-1-10-16,0 1 3 0,-2-2-9 0,1 2-11 15,-4-4-6-15,5 0-15 0,-4 2-8 0,4-8-6 0,-3-2-5 16,1 3-5-16,0-6-10 0,2-2-5 0,0-2 0 15,-2-1-6-15,2-1-2 0,0-7-1 0,0 11-4 16,0-11-4-16,2 8-5 0,-2-8 9 16,0 0 12-16,-2 8-2 0,2-8 2 0,0 0 2 0,0 0 4 15,2 7-10-15,-2-7-3 0,0 0 3 0,0 0-7 16,0 0-2-16,20-8 7 0,-11 5-15 0,0 0-5 16,0-1 10-16,5-1-21 0,-4-1-13 0,2 2-21 15,0-2-19-15,4-1-19 0,-4 4-32 0,0-2-36 16,-1 2-41-16,2-3-29 0,3 1-35 0,-2 2-28 15,-2-1-157-15,1 1-458 0,-1-1 202 0</inkml:trace>
  <inkml:trace contextRef="#ctx0" brushRef="#br0" timeOffset="43121.62">28484 10571 131 0,'-6'-9'232'0,"2"5"-4"0,4 4-7 16,-10-5-3-16,2 3-10 0,-1 1-9 0,9 1-16 16,-20 3-13-16,8-1-15 0,0 2-19 0,1 1-13 15,1-1-11-15,0 2-13 0,2-1 0 0,1 2-19 16,3 0-7-16,-1 0-8 0,2 0-2 0,1 1-3 16,2 3-7-16,0-11-13 0,3 16 0 0,4-8 1 15,-3 2-3-15,3-1-3 0,1 1-4 0,-1-2-6 0,2-1-2 16,0 0-1-16,2 2-3 0,-4-2-3 15,2-2-5-15,-1 2 2 0,-2 0 0 0,1-4-4 16,0 3-2-16,-1-1-2 0,-4-1 3 0,2 0 0 16,-4-4-2-16,4 10 1 0,-4-10-1 0,1 10 1 0,-1-10 8 15,-2 9-10-15,2-9 4 0,-7 9-2 0,2-4 6 16,-3 1-8-16,-1 0-1 0,2-2 1 0,-4 2 2 16,-1-1 0-16,3-1-12 0,0-1-13 15,-3 2-15-15,2-2-26 0,4 1-35 0,-1-1-38 0,0 0-45 16,7-3-38-16,-9 4-41 0,5-1-149 0,4-3-438 15,0 0 194-15</inkml:trace>
  <inkml:trace contextRef="#ctx0" brushRef="#br0" timeOffset="43414.39">28722 10601 144 0,'3'-5'247'0,"-3"5"0"0,1-9 1 15,-1 9-5-15,2-6-17 0,-2 6-16 0,0 0-18 16,0 0-21-16,3-9-16 0,-3 9-11 0,0 0-20 16,0 0-13-16,0 0-2 0,0 0-7 0,0 0-7 15,0 0-3-15,0 0-9 0,1 23-8 0,-1-11-3 16,-1-4-6-16,0 4-3 0,-1 0-6 0,2 0-5 16,-1-1-8-16,1 0-2 0,-1 2-6 0,-2 0-2 15,3-3-5-15,-1 2 1 0,0 2-3 0,-1-3-1 16,0-1-10-16,1 2-19 0,1-2-16 0,-2-2-18 15,2-8-25-15,-1 17-31 0,-1-9-35 0,2 2-34 16,-2-3-33-16,2-7-29 0,0 13-43 0,-1-7-137 16,1-6-438-16,3 11 195 0</inkml:trace>
  <inkml:trace contextRef="#ctx0" brushRef="#br0" timeOffset="43814.65">28763 10599 199 0,'6'-8'201'0,"6"0"1"15,-3 0 2-15,2 2-8 0,1-1-6 0,-3 0-16 16,1 2-10-16,1 1-15 0,-3 1-4 16,-1 1-21-16,2 0-6 0,-2 0-10 0,-7 2-8 15,12 0-3-15,-12 0 3 0,9 4-5 0,-9-4-3 0,7 5-5 16,-3 0 0-16,-4-5-11 0,1 11-3 0,-2-2-10 15,-3-1-4-15,-2 1-5 0,1 0-1 0,-2 1-6 16,1-2-9-16,-3 3-5 0,4-2 1 16,-1-1-11-16,0 0-11 0,3-1-11 0,-1-1-4 0,2-1-6 15,0 3-8-15,2-8-7 0,0 13 0 0,5-9 1 16,-5-4 3-16,5 10-4 0,0-4 9 0,0-1-5 16,1 1 5-16,1 1-2 0,-3-3 5 0,1 0-2 15,-1 0 2-15,-4-4 2 0,8 10-1 0,-6-6 5 16,0 1 2-16,-2-5 3 0,0 12 2 0,0-12 1 15,-6 7 3-15,2-2-3 0,-1 0 3 0,1 1-2 16,-2-3 1-16,0 1-5 0,-1 0-9 16,-3 0-9-16,-1 0-14 0,2-1-30 0,-2 0-34 0,1 0-48 15,0-3-54-15,-2 2-230 0,-6-2-465 0,3-2 206 16</inkml:trace>
  <inkml:trace contextRef="#ctx0" brushRef="#br0" timeOffset="44548.46">28355 7309 104 0,'-10'-1'157'16,"10"1"-13"-16,0 0-11 0,0 0-9 0,0 0-7 15,0 0-10-15,0 0-8 0,0 0-9 0,0 0-14 16,0 0-7-16,0 0-1 0,-4 7 2 16,4-7 1-16,2 16 6 0,-4-4 6 0,2 5-3 0,-1 1-1 15,0 11 11-15,1 2 9 0,-2-2-5 0,-1-1-10 16,-1 2-3-16,2-1-11 0,0 0-5 16,1-1-7-16,-2-4-4 0,3 0-8 0,-3-5-1 0,5-4-6 15,-7 2-2-15,5 0-5 0,0-2-2 0,0-3-5 16,0-1-1-16,0-1-2 0,0-2 0 0,-2-1-5 15,1 2-4-15,1-9-21 0,-1 7-12 0,1-7-23 16,0 12-26-16,0-12-29 0,-3 5-26 16,3-5-19-16,-6 2-39 0,6-2-170 0,0 0-380 0,0 0 168 15</inkml:trace>
  <inkml:trace contextRef="#ctx0" brushRef="#br0" timeOffset="44831.83">28284 7423 6 0,'14'-1'165'0,"-1"-1"-16"0,8 2-19 15,7 2-10-15,-1 0-12 0,0 7-5 0,4 0-3 16,-2 1-14-16,-2 2 9 0,-3 0-14 0,1 3-2 16,-3 1-6-16,-2 1 9 0,-6-3-10 0,-1 1 2 15,-3 0-1-15,1 2 6 0,-3-1-7 0,0 1 5 16,-3 0 4-16,-4 1-2 0,-4-3 2 0,0 3 3 15,-2-1-6-15,-4-1-2 0,-4 2-5 0,-6-1-4 16,-4 3 2-16,-3-4-13 0,-2 0-5 0,-3 0-5 16,3-5-3-16,-4 2-9 0,-2-2-1 0,5-1-5 15,0 0-11-15,1-3-4 0,6-1-13 0,2-3-21 16,7 0-35-16,-1-2-37 0,4 1-43 0,2-2-49 16,8 0-205-16,-11-2-423 0,11 2 187 0</inkml:trace>
  <inkml:trace contextRef="#ctx0" brushRef="#br0" timeOffset="45184.7">28804 7673 143 0,'0'0'177'0,"-9"17"-2"15,1-6-6-15,3 0-14 0,-2 2-4 0,1 0-16 0,1-1-8 16,3-1-15-16,-1 1-5 0,0-3-16 15,3 2-5-15,1-1-4 0,1 0-5 0,6 0 10 16,1-1 7-16,6-1 1 0,4-2-1 0,-1 2 4 16,3-4 2-16,0-2-6 0,9-2-2 0,0-2-14 0,-3-2-3 15,1 1-1-15,0-3 0 0,-6 1-4 0,-3-3-2 16,1 1-5-16,-3-2 1 0,0-2 2 16,-8 3 1-16,5-3 9 0,-6 0-14 0,-2-5 3 15,0 4-1-15,-3-6-7 0,-4 1 2 0,-3-3-9 16,-4-5-4-16,-2 2 3 0,0 7-5 0,-2 0-1 0,-4-4-10 15,-2 9-6-15,-4-6-18 0,4 8 0 16,-9 1-15-16,1 2-16 0,-4 1-25 0,2 5-36 16,-3 2-37-16,-2 2-50 0,-1 7-46 0,3 1-52 15,-1 6-233-15,1-5-541 0,4 1 239 0</inkml:trace>
  <inkml:trace contextRef="#ctx0" brushRef="#br0" timeOffset="46199.38">21964 7825 159 0,'0'0'227'0,"0"0"-25"16,0 0-17-16,-5-4-15 0,5 4-18 0,0 0-16 15,0 0-14-15,0 0-17 0,0 0-9 0,0 0-13 16,0 0-8-16,0 0-2 0,0 0 24 0,-2 25-6 16,5-8-3-16,-4 3-12 0,2 3-5 0,-1 7-4 15,-1 1-5-15,1-5-7 0,0 1-6 0,-1-2-5 16,0-2-4-16,2-4-4 0,-2 1 0 0,1-3-9 15,1-2 1-15,-1-2-5 0,-1-1 3 0,-1-2-5 16,1 1 0-16,1 0-3 0,-1-1-4 0,-1-3-16 16,2-7-21-16,-1 11-23 0,-1-6-25 0,2-5-23 15,-4 9-38-15,-1-5-38 0,-2-2-42 0,7-2-126 16,-13 3-366-16,13-3 162 0</inkml:trace>
  <inkml:trace contextRef="#ctx0" brushRef="#br0" timeOffset="46464.81">21989 7846 102 0,'11'-5'160'0,"2"0"-10"0,1 2-2 0,1 2-5 0,-2 2-11 16,6 3-3-16,-2 2-1 0,3 1-12 16,-1 3-12-16,-2 1-6 0,1-2-11 0,0 10-1 15,-3-4 3-15,1 6-8 0,-4-6-6 0,-3 2-10 16,0 0-1-16,-4 2-7 0,0 0-4 0,-1 0 8 0,-4 0 6 15,0 0-1-15,-4-2 3 0,-2 3-3 0,-2-3-5 16,-5 5-7-16,-3-1-1 0,-2 2-7 16,-1-4-2-16,-4 1-7 0,-3-2-1 0,2 0-7 15,-3-4-4-15,3 1-7 0,-3-4-13 0,8-3-17 0,1-1-18 16,0 0-34-16,7-2-30 0,-5-4-45 0,6-1-55 16,0-1-185-16,-2-4-410 0,12 5 181 0</inkml:trace>
  <inkml:trace contextRef="#ctx0" brushRef="#br0" timeOffset="46797.65">22474 7927 160 0,'8'-2'197'0,"-8"2"-21"0,8-3-19 15,-8 3-11-15,0 0-14 0,13 3-16 0,-13-3-10 16,13 2-10-16,-7-1-6 0,1 0-6 0,1 2 4 15,-2 0-7-15,5-1 4 0,-1 0-6 0,0 4-7 16,-2-3-10-16,-2 0-4 0,3 0-8 0,-1 3 1 16,-1 1 1-16,1 0 6 0,1 1 2 0,-4 1 2 15,1 0 6-15,0 4-1 0,-3-2-3 0,2 4 3 16,-2 2 5-16,1 0 0 0,-3-1 2 0,-1 1 7 16,-1 1-6-16,-3-1 3 0,0 1-15 0,0-1-6 15,1 0-8-15,-1 0-2 0,-2 1-5 0,3-4-3 16,-3 1-2-16,1-1-2 0,0-3-4 0,2 0-5 15,-3 2-18-15,1-3-15 0,0 1-27 0,-1-2-25 16,-2 1-40-16,2-1-44 0,-1-3-41 0,2 1-40 16,0-2-40-16,-4 2-146 0,9-7-443 0,-11 6 196 15</inkml:trace>
  <inkml:trace contextRef="#ctx0" brushRef="#br0" timeOffset="46949.38">22505 8251 74 0,'0'0'227'16,"6"-3"-19"-16,-6 3-18 0,11-6-18 0,-1 3-18 16,1 0-15-16,1 0-11 0,8-1-16 0,2-1-24 15,5 0-27-15,-2-2-45 0,5-2-45 0,0 1-51 16,0 1-164-16,2-3-263 0,-2 0 116 0</inkml:trace>
  <inkml:trace contextRef="#ctx0" brushRef="#br0" timeOffset="48198.23">28008 10991 46 0,'-7'5'105'0,"1"-4"11"0,-1 2-12 0,7-3 0 16,-12 1 3-16,4-1-17 0,8 0 4 0,-13 2 0 16,13-2 2-16,-10 0-5 0,10 0-1 0,-9 1 6 15,9-1-8-15,0 0 0 0,-10 0-5 0,10 0-8 16,0 0-5-16,0 0-6 0,0 0-7 0,-10 0-7 15,10 0-2-15,0 0-4 0,0 0-4 0,0 0 0 16,47 1 6-16,-19 1-8 0,10-4 4 0,14-2-3 16,4 2-2-16,5-3-5 0,4 0-2 0,0-1-4 15,26-4 0-15,-31 2-1 0,2 5-1 0,-2-4-2 16,-3 2 1-16,-1 1-2 0,-3 1 2 0,-15-1-5 16,0 2-1-16,-2 1 0 0,-4 1-2 0,0-1 0 15,-5 1-3-15,-6 1 0 0,-1 0-1 0,-7 1 1 16,-1-2-2-16,-1 2-7 0,0-2 8 0,-3 0-2 15,-2 2-5-15,-6-2-2 0,11 0 4 0,-11 0 2 16,0 0-3-16,10 2 0 0,-10-2 6 0,0 0 0 16,0 0 0-16,6 1-7 0,-6-1 5 0,0 0-3 15,0 0-11-15,0 0-23 0,-19 10-30 0,10-6-47 16,-1 1-54-16,-4-1-44 0,-2 5-151 0,1-2-383 16,0 0 170-16</inkml:trace>
  <inkml:trace contextRef="#ctx0" brushRef="#br0" timeOffset="49208.46">27090 11452 148 0,'3'-9'166'0,"-3"9"-19"0,2-6-13 0,-2 6-9 16,0 0-20-16,0 0 0 0,0 0 12 0,0 0 7 16,4 27-7-16,-2-8 2 0,-2 5 1 0,-2 6-9 15,-2 1-15-15,2 2-3 0,-6 3-11 0,4-1-6 0,-1 0-7 16,-1 10-13-16,4-16-3 0,-3 0-6 16,3-3-2-16,0-7-2 0,-3-1-8 0,5 0-5 15,-2-8-2-15,2 2-5 0,0-5-2 0,0 0 2 16,0-7-2-16,0 12 3 0,0-12 4 0,0 0 5 0,0 8 0 15,0-8-1-15,0 0-6 0,0 0-1 0,5 3-2 16,-5-3-4-16,0 0-5 0,17-15 1 16,-6 7 0-16,3-1 3 0,-3 2-7 0,5-3-3 15,-3 1 2-15,-1 2 0 0,1 1-3 0,-2 2 1 0,7 0-5 16,1 0 3-16,-2-1-5 0,1-1 2 0,-2 4 1 16,4-1 1-16,-2 1-2 0,2-1 0 0,1 0-2 15,-4 1 4-15,2 0-1 0,-1-4-1 0,-3 0 1 16,4 2 1-16,-6-1 1 0,-2 0 4 0,0 0-2 15,0 0 5-15,-2-3-5 0,1 2 1 0,-2-1-3 16,-2-2-1-16,-1 0 1 0,2 2 3 16,-4-3-7-16,-1 0 4 0,-2 1-2 0,0-1-1 0,0-1 1 15,-2 1-1-15,0 3 0 0,-4-3-1 0,2 1-1 16,-1 0-1-16,-3 2-1 0,4 2 4 0,-1-1-6 16,-2 2 3-16,0 1-2 0,7 3 1 0,-13-1-3 15,13 1-4-15,-16 6 5 0,7-1-1 0,0 7 1 16,-2 4-3-16,4-4 1 0,-2 4 1 0,0-2 2 15,5 2 0-15,1 1 0 0,1-5 0 0,2 1 0 16,0 0 1-16,0 0-8 0,2-2-8 0,1-1-7 16,1 0-16-16,3 1-23 0,0-5-27 0,-1 1-25 15,1-1-22-15,5-3-20 0,0-1-5 0,1-1-11 16,0-1-2-16,2-3-2 0,3-2-91 0,1 1-290 16,-2-3 128-16</inkml:trace>
  <inkml:trace contextRef="#ctx0" brushRef="#br0" timeOffset="49774.6">27636 11787 205 0,'9'-10'35'0,"0"-3"24"0,-2-1 8 0,-1 3 4 0,-4 0-1 15,3 1 27-15,-4 1-3 0,-1 1 16 0,2 1 12 16,-2 7 2-16,-3-12 1 0,3 12-5 0,-5-6-3 16,5 6-8-16,-9-3 9 0,9 3-10 0,0 0-3 15,-17 13 1-15,7-4-7 0,0 3-6 0,1 3-6 16,-3 2-6-16,5-2-4 0,-1 0-10 0,3-3-11 16,0 0-4-16,3 3-4 0,0-4-4 0,4 0-7 15,-2 0-6-15,2-2 1 0,3 0 6 0,-2-3-14 16,1 0 1-16,2-2-1 0,-1 0-1 0,3-1-5 15,0-3 0-15,-8 0-1 0,15 0-3 0,-8-3 1 16,3-1-2-16,0 1-1 0,-3-4-1 0,-3 4-2 16,5-4 0-16,-6 1 0 0,4 0-2 0,-4-2 0 15,0-3 2-15,-1 1-9 0,2 0 1 0,-1-1 1 16,-3 0 2-16,3 2 0 0,-3 3-3 0,0 6-1 16,0-14 3-16,2 8-3 0,-2 6 0 0,0 0-3 0,2-12 0 15,-2 12-3-15,0 0 5 0,0 0-2 0,0 0 3 16,0 0-1-16,0 0 2 0,0 0 2 15,0 33-2-15,0-24 2 0,0 2-3 0,5-1 0 16,-4-1 9-16,2-1-11 0,1 3 4 0,0-6-4 0,-1 1 1 16,2 0 1-16,-1-3 6 0,1 1-2 0,-5-4-1 15,12 4 0-15,-3-4 2 0,1-4-1 16,-1 2 0-16,1-1-2 0,2-2 2 0,-2-2 3 16,1 0 4-16,-4 0-4 0,1-1 1 0,-1 0-3 0,1-1-2 15,-2 1 5-15,1-3-6 0,-3 3 2 0,-2-5-1 16,3 2 2-16,-5 1 0 0,4 0-3 15,-4 1-1-15,3-1 2 0,-3 3 1 0,0 7-4 16,7-10 8-16,-7 10-15 0,0-7 7 0,0 7-7 16,0 0 1-16,0 0 2 0,0 0-1 0,0 0 0 0,0 0 4 15,0 0 0-15,10 23 0 0,-6-12 0 0,-2-1 3 16,-1 3 0-16,-1 0 2 0,4 2 0 0,-4 1 0 16,3-3 3-16,-6-2 2 0,6 1 0 0,-3 0-1 15,0-1 3-15,-3-1 1 0,3 2-5 0,-4-1-7 16,4-2-10-16,-1 0-20 0,1-9-23 0,-2 13-29 15,-2-8-35-15,2 0-29 0,2-5-26 0,-2 7-30 16,2-7-23-16,0 0-143 0,-5 5-398 0,5-5 176 16</inkml:trace>
  <inkml:trace contextRef="#ctx0" brushRef="#br0" timeOffset="49980.94">28043 11569 133 0,'2'-7'235'0,"-2"3"-20"15,0 4-16-15,2-10-23 0,-2 10-3 0,0 0 8 16,0 0-5-16,0 0-4 0,9 20-9 0,-7-7-13 16,0 4-13-16,3 8-3 0,-3 1-18 0,0-2-10 15,-2 0-8-15,2 5-13 0,1-4-9 0,-2 0-4 16,1 0-7-16,-1-5-13 0,-1-1-24 0,0 1-28 16,-1-2-36-16,-1 0-44 0,-2-1-49 0,2 0-49 15,0-1-46-15,-1-4-159 0,-3 2-414 0,2-5 183 16</inkml:trace>
  <inkml:trace contextRef="#ctx0" brushRef="#br0" timeOffset="50114.55">28043 11783 1 0,'12'-5'63'0,"4"-1"-33"16,2 2-46-16,1-2-17 0,1-2 8 0</inkml:trace>
  <inkml:trace contextRef="#ctx0" brushRef="#br0" timeOffset="50414.6">28601 11537 116 0,'-13'-1'200'0,"13"1"-4"0,-13 4-15 16,5-1-9-16,-2 2-16 0,0 1-17 15,0 2-12-15,-2-1-12 0,2 8-10 0,0-1-10 16,1 2-16-16,0-2-2 0,5-2-10 0,1 4-9 16,2-3-2-16,2-1-9 0,1 1-2 0,3-3-3 0,0 2-4 15,1 0-5-15,6 0-2 0,-3-2-3 16,0-1-2-16,0 0-8 0,1-1 1 0,-1 1-1 16,-4-3-7-16,5 3 1 0,-6-2 3 0,2-2 10 15,-2 1 4-15,-1 0 8 0,-3 0 6 0,0-6 4 16,0 13 1-16,-3-5-7 0,-2 1-2 0,-1-1-4 0,-1 1-15 15,-4-1-20-15,3-2-14 0,-1 1-19 0,0 0-22 16,2-3-26-16,2 1-35 0,-1-2-32 16,6-3-19-16,-7 4-179 0,7-4-374 0,0 0 166 15</inkml:trace>
  <inkml:trace contextRef="#ctx0" brushRef="#br0" timeOffset="50599.32">28709 11681 112 0,'0'0'196'16,"0"0"-5"-16,0 0-3 0,0 0-13 0,10 18-14 16,-8-8-5-16,-1 3-11 0,-1-2-9 15,0 6-17-15,1 1-10 0,-1-1-10 0,0-1-9 0,0 1-12 16,0-2-4-16,2 1-13 0,-4-3-17 0,0-3-34 16,0 0-31-16,2 0-47 0,0-4-41 0,0-6-36 15,-2 15-156-15,-1-9-324 0,3-6 143 0</inkml:trace>
  <inkml:trace contextRef="#ctx0" brushRef="#br0" timeOffset="51015.1">28929 11697 176 0,'0'0'204'0,"0"0"-5"0,0 0-15 0,0 0-10 15,0 0-14-15,-18-6-10 0,18 6-9 0,0 0-7 16,-20 8-12-16,15-3-14 0,-4 0-8 0,1 2-10 15,1 0-9-15,1 2-10 0,1-1-6 0,1 2-8 16,0-1-4-16,4 1-7 0,-2 3-2 0,2-2-7 16,2 1-1-16,1 4-3 0,0-6-6 0,-1 4-1 15,-1-3-5-15,3 5 4 0,0-2 12 0,-2 1 2 16,0-2-1-16,2 3 1 0,-4-5 6 0,-1 2 3 16,-2 4-3-16,-1-2-3 0,0 0-8 0,-1 2-1 15,0-2-4-15,-4 2-18 0,1-2-18 0,1-1-27 16,0-3-33-16,-1 0-39 0,0-1-35 0,3-2-27 15,1 0-36-15,-3 0-176 0,0-3-411 0,7-5 182 16</inkml:trace>
  <inkml:trace contextRef="#ctx0" brushRef="#br0" timeOffset="51382.15">29016 11855 98 0,'6'-9'168'0,"3"2"-12"0,-4 1-13 0,1 2-6 15,0 1-14-15,0 0-5 0,-6 3 0 0,13-1-8 16,-13 1-1-16,13 2-5 0,-7 1-9 0,1 2-3 16,0 2-8-16,0-3-13 0,-2 1-2 0,0 0-6 15,3 0-10-15,-3-1-1 0,1 1-7 0,-1-3 2 16,2 2 15-16,-7-4 6 0,14 2 2 0,-7 0-4 16,6-4-3-16,-1 0 11 0,-2-3-4 0,4-1-10 15,-1-2-2-15,-1 2 1 0,-1-1 8 0,-2-2-7 16,-2 3-1-16,3-5-6 0,-4 3-3 0,-1-2-2 15,-1 1-3-15,-2 3 1 0,1-5-3 0,-1 0-4 16,-2 4 2-16,0-1 11 0,0 8 0 0,0-13 0 16,0 13-1-16,-1-10-6 0,1 10-8 0,0-8-4 15,0 8-10-15,0 0-4 0,0 0 3 0,0 0-4 16,0 0 3-16,0 0 0 0,0 0 2 0,-5 21-6 16,4-10 0-16,-1 0-3 0,0 1 2 0,1-2-13 15,-3 2-8-15,2-2-16 0,1 1-20 0,0 0-30 16,-1-3-37-16,0 2-44 0,1-3-44 0,1-7-51 15,-2 12-246-15,1-7-532 0,1-5 236 0</inkml:trace>
  <inkml:trace contextRef="#ctx0" brushRef="#br0" timeOffset="51820.41">29752 11447 78 0,'0'0'252'0,"-5"-12"-4"16,1 7-11-16,-1 2-8 0,5 3-11 0,-10-4-14 0,10 4-7 16,0 0-19-16,-13 4-12 0,13-4-6 15,-14 10-5-15,6 4-5 0,2 4-5 0,-2 7 4 16,-1 3-6-16,3 1-8 0,1 2-17 0,2 0-15 16,2 1-7-16,2-1-3 0,-3 0-5 0,0 1-12 15,1-2 3-15,1 4-7 0,-1-4-15 0,1-3-4 16,-1 0-10-16,-2-1 8 0,3 0-11 0,-1-1-7 15,-4-4 0-15,1-3-8 0,1 7 9 0,-1-7-10 16,2-2-2-16,-3 0-8 0,0 1-20 0,-3-2-25 16,3-3-22-16,1-2-31 0,-1 1-30 0,-3-1-40 15,1-1-40-15,-1 0-45 0,3-5-36 0,0 0-233 0,5-4-551 16,-18 3 244-16</inkml:trace>
  <inkml:trace contextRef="#ctx0" brushRef="#br0" timeOffset="52103.56">29483 11850 39 0,'2'-9'193'0,"-2"9"-19"0,0 0-17 15,4-9-19-15,-4 9-9 0,7-3-13 0,0 0-12 16,1 0-6-16,4-1-10 0,5 0-12 0,1 0-4 16,-3-2-7-16,6 1-8 0,4-2-5 0,2-1-3 0,-6 1-7 15,-2-2-3-15,1 2-4 0,-5 2-2 16,-2 0 1-16,0 0 3 0,-1-1 2 0,-1 2-1 15,-5 2-5-15,1-1-2 0,-1 1 5 0,-6 2 2 16,12-4 3-16,-12 4 2 0,6-3-3 0,-6 3-1 0,5-4-5 16,-5 4-3-16,0 0 5 0,0 0-1 15,12 7-3-15,-7-3 2 0,-5-4-5 0,5 9-2 16,-3-3 1-16,1 2-6 0,1 3-24 0,-2 0-26 16,-2 0-51-16,2 0-64 0,-1 2-62 0,-4 3-138 15,1-5-371-15,-2 1 163 0</inkml:trace>
  <inkml:trace contextRef="#ctx0" brushRef="#br0" timeOffset="52263.14">29764 11592 62 0,'0'0'151'0,"6"-8"-41"15,-6 8-45-15,9-2-43 0,-9 2-48 0,14 3-38 16,-3-1-70-16,1-2 31 0</inkml:trace>
  <inkml:trace contextRef="#ctx0" brushRef="#br0" timeOffset="52734.41">30100 11619 200 0,'-5'1'239'0,"-3"2"-11"0,1 2-12 0,-1 3-10 0,-1 0-9 16,1 2-16-16,0 0-15 0,-2 4-11 16,1 2-3-16,1-3-16 0,2 4-15 0,1-5-11 0,1 5-11 15,2-5-9-15,0 0-10 0,2 4-7 0,0-5-8 16,2-1-14-16,3 2-12 0,1-3-21 0,0-1-16 16,3 0-35-16,2-1-30 0,1-3-30 0,5-1-25 15,1-3-11-15,1 0-3 0,0-2-3 0,2-1-1 16,-3-2 11-16,1 0 1 0,-3 1 8 0,-4-2 11 15,1 1 12-15,-2-3 13 0,-2 2 18 0,-1-2 23 16,-1-1 23-16,-1 0 26 0,-3 0 17 16,0-1 17-16,-2 3 29 0,-1 0 17 0,0 7 8 15,-4-13 6-15,4 13 11 0,-7-8-7 0,2 4-2 16,5 4-6-16,-9-4-10 0,9 4-1 0,-11 3-12 0,11-3-6 16,-11 9-6-16,6-4-6 0,-1-1-3 0,0 2-8 15,1 1-6-15,3-2 0 0,-1 1-8 0,3-6-2 16,-6 11-5-16,5-6-2 0,1-5-1 0,-2 9-1 15,2-9 1-15,0 0 0 0,2 10-2 0,-2-10 2 16,5 4-4-16,-5-4 0 0,7 2-3 0,-7-2 1 16,0 0-4-16,14-1-1 0,-14 1-5 0,14-3-1 15,-14 3-2-15,11-2 0 0,-5 2-13 0,-6 0-12 16,13-1-15-16,-13 1-13 0,9 1-16 0,-9-1-29 16,9 5-22-16,-5-1-33 0,-1 1-31 0,1 0-40 15,-4 6-147-15,0-11-397 0,4 12 175 0</inkml:trace>
  <inkml:trace contextRef="#ctx0" brushRef="#br0" timeOffset="52916.68">30404 11826 58 0,'5'-9'150'0,"1"-1"4"16,-1 0-4-16,2 1-13 0,-2 0 0 0,2 2-6 15,0 2-3-15,1-2-8 0,-3 2-10 0,-5 5-12 16,8-4-13-16,-2 3-11 0,-6 1 0 0,11-1-12 15,-11 1-6-15,16 6-1 0,-12-1-10 0,1 0-3 16,0-1-20-16,-3 3-24 0,0-1-29 0,-2-6-40 16,0 14-49-16,0-6-158 0,0-8-300 0,-4 8 133 15</inkml:trace>
  <inkml:trace contextRef="#ctx0" brushRef="#br0" timeOffset="53149.36">30790 11493 229 0,'0'0'279'0,"1"-10"-20"0,-1 10-19 16,3-6-17-16,-3 6-6 0,0 0 5 0,0 0-6 16,5 19-9-16,-5-3-16 0,-1-1-16 0,-1 4-12 15,0 6-17-15,-1-7-19 0,1 7-8 0,-4-6-12 16,1 6-10-16,3-7-8 0,-2 1-18 0,-1 0-39 15,1-1-41-15,-1 0-44 0,-3-1-54 0,5-3-63 16,0-4-60-16,0 0-244 0,1 0-513 0,-1-6 227 16</inkml:trace>
  <inkml:trace contextRef="#ctx0" brushRef="#br0" timeOffset="53301.43">30748 11667 146 0,'0'0'177'16,"2"-6"-16"-16,-2 6-15 0,0 0-22 0,0 0-29 16,5-5-34-16,-5 5-40 0,8-7-36 0,-2 1-44 15,0 2-85-15,-1 0-154 0,2-1 69 0</inkml:trace>
  <inkml:trace contextRef="#ctx0" brushRef="#br0" timeOffset="53715.33">31039 11495 47 0,'16'-13'139'0,"-1"0"-8"0,0-1 13 0,0 4 0 16,-4 1-5-16,-2 3-5 0,1-1-11 0,-1 1-9 16,-3 3-10-16,-1 0-8 0,3 1-6 0,-8 2 22 15,10 5 11-15,-2 2 7 0,-1 4 14 0,1 6 9 16,0 7 4-16,-3 4 1 0,-4-2-12 0,-1 3-2 16,2-1-12-16,-4-2-7 0,4 0-5 0,-2-1-12 15,-2-1-4-15,1-8-7 0,0 1-5 0,1-2 10 16,-2-3 6-16,1-3-25 0,0-1-6 0,0-1-8 15,1-7 6-15,-2 10 4 0,2-10 5 0,0 0-15 16,-1 10 14-16,1-10 3 0,0 0-1 0,0 0-2 16,0 0-3-16,0 0-8 0,0 0-7 0,0 0-9 15,0 0-2-15,0 0-8 0,0 0-2 0,0 0-6 16,3-31-15-16,0 25-3 0,3-3-4 0,1-1-4 16,2 1-18-16,1-1 2 0,-1 3 0 0,3 1-7 15,-2 2 5-15,0 1-4 0,0 3-2 0,1-2 1 16,-11 2 2-16,16 3-5 0,-9 2 5 0,-1 2 1 15,1 0 6-15,1 1-3 0,-3 0-10 0,-3 2 13 0,-1 1 5 16,0 0-7-16,-1-4 4 0,-1 3-2 16,-4 0-3-16,2-2 3 0,-3 2 0 0,4-4-3 15,-7 2-4-15,-1-2-12 0,0 0-12 0,1 1-37 16,0-4-41-16,-3 0-35 0,1 1-39 0,1-3-40 0,1 1-42 16,9-2-55-16,-12-2-266 0,12 2-636 0,-11-5 281 15</inkml:trace>
  <inkml:trace contextRef="#ctx0" brushRef="#br0" timeOffset="53898.62">31468 11610 67 0,'0'0'223'0,"7"-3"-21"0,-7 3-10 16,0 0 2-16,0 0 3 0,0 0 4 16,10 7-7-16,-7-1-11 0,-2 2-6 0,1 3-12 15,-4-1-17-15,2-1-8 0,-3 4-15 0,1-2-15 16,1 1-4-16,-1 1-13 0,0-2-13 0,-1 1-21 0,-1-1-35 15,0-2-33-15,3 1-52 0,-1-1-61 0,0-1-66 16,-3 0-229-16,2-3-452 0,3-5 200 16</inkml:trace>
  <inkml:trace contextRef="#ctx0" brushRef="#br0" timeOffset="54263.96">31753 11416 6 0,'7'-2'213'0,"-7"2"-10"0,9-1 5 16,-9 1-7-16,7 5 11 0,-3 1 1 0,1 5 0 16,1 0-2-16,-3 5-5 0,2 1 13 15,-2 11-23-15,-3-5-6 0,0 5-13 0,-5-1-16 16,2-1-17-16,1 2-15 0,-2-2-44 0,-1-1-5 16,1-8-1-16,0 3-1 0,2-4-19 0,-2-5-17 0,0 2-18 15,3-4-23-15,-2-2-34 0,2 0-27 0,-2-1-41 16,3-6-35-16,-4 9-72 0,4-9-43 15,-6 5-210-15,0-4-498 0,6-1 221 0</inkml:trace>
  <inkml:trace contextRef="#ctx0" brushRef="#br0" timeOffset="54382.81">31779 11601 114 0,'15'-7'103'16,"3"-3"-14"-16,0 1-17 0,-2 1-32 0,0 3-25 0,-1-2-24 15,3 1-62-15,-5 2-77 0,-1 0 35 0</inkml:trace>
  <inkml:trace contextRef="#ctx0" brushRef="#br0" timeOffset="58083.28">22585 9791 135 0,'0'0'197'16,"0"0"-14"-16,0 0-13 0,-2-7-13 0,2 7-8 0,0 0-15 15,0 0-13-15,0 0 6 0,0 0-3 0,-18 13-7 16,9-7 0-16,0 4-4 0,-5 2-7 0,0 2-7 16,-2 1-1-16,-4 5-7 0,0 0-7 15,-1 1-8-15,-3-1-10 0,1 0-1 0,5-1-9 0,-1 2-4 16,5-6-8-16,-4 4-3 0,4-6-7 0,1-1-1 15,2-1 7-15,0-2-15 0,2-1 0 0,2 0-2 16,0 1-3-16,1-4-1 0,1 1-4 0,-3-1 1 16,3 2-1-16,0-2-6 0,1-1-2 0,4-4-13 15,-9 8-16-15,7-5-16 0,2-3-30 0,-5 4-31 16,5-4-19-16,0 0-46 0,0 0-27 0,-6 5-26 16,6-5-130-16,0 0-376 0,0 0 167 0</inkml:trace>
  <inkml:trace contextRef="#ctx0" brushRef="#br0" timeOffset="58381.6">22307 9905 135 0,'0'0'152'0,"0"0"-2"0,-1 21 1 0,-3-10-5 15,-3 5 3-15,0 2-5 0,-4-2-3 0,0 7-7 16,-3-1-5-16,-3 0-6 0,1-2-6 0,3-4-6 15,2-2-10-15,1-4-8 0,0 3-4 0,1-3-6 16,3-2-9-16,0-1-5 0,0-1-8 0,2-1-9 16,1 1-1-16,0 0-5 0,3-6-8 0,-5 7 1 15,5-7-8-15,-1 6-2 0,1-6-1 0,0 0-4 0,3 12 0 16,1-7-2-16,1-1-2 0,3-2-4 16,0 2-6-16,3-2-1 0,1-1-10 0,3 3-8 15,-2-2-13-15,5 0-27 0,1 0-16 0,0 1-29 16,0-2-27-16,-1 0-29 0,0-1-36 0,-1 2-163 0,-5-1-379 15,1 2 168-15</inkml:trace>
  <inkml:trace contextRef="#ctx0" brushRef="#br0" timeOffset="59214.45">20548 10725 47 0,'2'-11'288'16,"-2"1"-22"-16,1 5-28 0,-1 5-19 0,0-10-19 15,0 10-20-15,1-8-19 0,-1 8-18 0,0 0-10 16,1-9-20-16,-1 9-13 0,0 0-9 0,0 0-12 0,0 0 4 16,0 0-6-16,0 0 0 0,9 22 4 15,-8-12-16-15,1 1-3 0,-2 0-6 0,2 0-8 0,0-1 0 16,-2 1-3-16,0-4-4 0,1 0-3 15,-1-7-2-15,-1 11 1 0,1-11 6 0,0 8-2 0,0-8 6 16,0 0 2-16,0 8 2 0,0-8 2 16,0 0 3-16,1 8 16 0,-1-8-8 0,0 0 5 0,0 0 5 15,0 0-5-15,0 0 2 0,0 0-7 16,0 0-16-16,0 0 3 0,0 0-8 0,0 0-2 0,-12-29-10 16,9 13-13-16,1-1 0 0,1-1-2 0,0-1-5 15,0-6 2-15,1 6 0 0,1 3 1 0,0-3-2 16,0 4 0-16,1 4-4 0,3-5-2 0,-3 4-4 15,3 2 3-15,-1 3-2 0,-1 1-5 0,2 0-8 16,0 2 12-16,3 2-15 0,-1 1 2 0,-7 1 3 16,21 8 1-16,-11-1-3 0,5 3 2 0,-1 2 1 15,-2 3 0-15,4 6 3 0,-5-4 2 0,-1 0-4 16,-1-1 5-16,-1 0 3 0,-2 0 0 0,-1 0-8 16,-1-5 7-16,1 1 2 0,-2-3-7 0,-1 0 6 15,1-2-1-15,-1-2-1 0,-2-5 4 0,2 10-4 16,-2-10 6-16,2 7-10 0,-2-7 11 0,1 8-6 15,-1-8 5-15,0 0 9 0,0 0-8 0,0 0-3 16,2 6 1-16,-2-6 0 0,0 0-4 0,0 0-10 16,0 0 1-16,5-25-9 0,-4 14 7 0,2-2-9 15,3-5-11-15,-2 0-6 0,1-1 4 0,3 2 2 0,-1 0 9 16,3 2-3-16,-2 0 5 0,0 6-3 16,-2 0 1-16,2 2 10 0,0 0-9 0,-2 3 0 15,-1 2-3-15,-5 2 3 0,11-1 5 0,-11 1-2 16,13 3 5-16,-4 4 4 0,0 3-1 0,-2 0-3 15,0-1 1-15,-1 2 2 0,2 3 6 0,-3-1 0 16,-1-2 1-16,1 4 0 0,-1 0 3 0,-2-1-3 0,0 2 2 16,-1-5 0-16,-2 2 3 0,1 0 1 15,0-2-14-15,-1 2-9 0,0 2-26 0,-1-4-39 0,-2 0-44 16,2-1-46-16,-2 0-38 0,1-1-44 0,2 1-209 16,-1-4-503-16,2-6 222 0</inkml:trace>
  <inkml:trace contextRef="#ctx0" brushRef="#br0" timeOffset="59542.42">21279 10549 129 0,'0'0'207'0,"-9"-9"-6"0,9 9-3 0,0 0-1 16,-21 7-10-16,5 1-9 0,0 1-6 0,-2 3-11 15,4 0-9-15,-2 1-11 0,1-1-11 0,1 1-18 16,5-4-5-16,0 2-15 0,4-1-10 15,1-1-11-15,-1 1-6 0,4-2-6 0,2 0-6 0,3 0-5 16,1 2-3-16,3-4-7 0,2 1-3 0,5 1-4 16,1 1 0-16,1-4-8 0,0 1-3 0,1-2 0 15,0 0-4-15,-5-3 1 0,2 4-3 0,-4-1-3 16,0-1 0-16,0 1-2 0,-3 1-1 0,-3-2 6 16,0 2 4-16,-2 1 3 0,-3-6 12 0,2 11 0 15,-3-3 1-15,-3 0 9 0,-1 0-11 0,-4 0-4 16,-5 4-8-16,-2-2 3 0,1 2-1 15,1-4 4-15,-4 1-11 0,4-1-12 0,0-3-17 0,3 2-13 16,0-3-23-16,1-1-32 0,3 1-40 0,0-1-38 16,7-3-54-16,-11 2-47 0,11-2-157 0,0 0-452 15,0 0 199-15</inkml:trace>
  <inkml:trace contextRef="#ctx0" brushRef="#br0" timeOffset="59797.68">21579 10565 68 0,'4'-5'269'0,"-1"0"-16"0,-3 5-8 0,5-6-16 16,-5 6-7-16,4-6-13 0,-4 6-14 0,0 0-16 15,5-6-14-15,-5 6-12 0,0 0-10 0,0 0-9 16,0 0 3-16,0 0-4 0,5 16-7 0,-4-7-5 0,-1 3 0 16,-1 1-11-16,1 4-8 0,-2-6-16 15,2 5-8-15,-2 1-6 0,4 0-5 0,-2 1-9 16,-2-2-10-16,2-1 2 0,0 0-12 0,-1-2 0 15,1-1-17-15,-1-1-18 0,0 2-25 0,1-1-31 0,-2-2-24 16,0-1-26-16,-1 1-34 0,1 1-30 16,-1 0-43-16,0-2-22 0,1-2-25 0,0 0-180 0,0 0-471 15,2-7 209-15</inkml:trace>
  <inkml:trace contextRef="#ctx0" brushRef="#br0" timeOffset="60169.71">21622 10558 44 0,'9'-9'176'16,"2"0"-7"-16,1 2 2 0,2 2-5 0,-3 1-3 15,2-1-11-15,0 3-8 0,-3 1-6 0,3-1-7 16,-4 4-6-16,-9-2-7 0,14 2-8 0,-8 3-2 16,2-2-8-16,-3 1-3 0,-1 1-2 0,1 3 1 15,-4-1 0-15,1 0 1 0,-2-7-8 0,-8 19-7 16,1-8-5-16,-3-2-9 0,1 5-9 0,-2-1-1 15,2-4-7-15,-3 5-9 0,5-6-8 0,1 0-12 16,1-1-13-16,-1 2-11 0,2-3-5 0,4 1-4 16,0-7-13-16,0 12-11 0,2-5 0 0,0 1-1 15,2-4 6-15,2 3 1 0,-1 3 1 0,3-5 5 16,0 2 3-16,-1 0 3 0,2 3 1 0,-2-1 1 16,0-3 3-16,1 2-1 0,-3-2 4 0,-1-2 6 15,0 2 1-15,-2 1 3 0,-2-7 5 0,4 10 5 16,-2-5 4-16,-2-5-3 0,-3 11 3 0,3-11-2 15,-5 10-2-15,0-3-1 0,-3-2-9 0,-1 2-15 0,0-2-26 16,0 0-24-16,-2 1-34 0,-1-3-32 16,1 0-23-16,-6 2-43 0,-1 3-158 0,-2-2-383 15,-7 1 170-15</inkml:trace>
  <inkml:trace contextRef="#ctx0" brushRef="#br0" timeOffset="60998.43">19525 11358 156 0,'-4'-5'223'0,"4"5"-24"16,0 0-25-16,0 0-9 0,0 0-13 0,0 0-5 0,0 0-8 16,0 22-8-16,1-14-10 0,-1 3-11 0,1-2-11 15,1 1-9-15,-1-1-3 0,-1 1-3 0,0-2-4 16,0-8 2-16,1 11 3 0,0-7-4 16,-1-4 6-16,0 9 3 0,0-9-1 0,0 0 2 0,2 8-2 15,-2-8 1-15,0 0-4 0,0 0 0 16,0 0 0-16,1 7 6 0,-1-7-1 0,0 0-3 15,0 0-5-15,0 0-6 0,0 0-9 0,0 0-10 16,0 0-6-16,0 0-5 0,0 0 3 0,-13-21-11 0,11 14-7 16,-1-4 1-16,2 1-10 0,1-3-8 0,-4-3 10 15,5 1-19-15,3-2-8 0,2 1-1 0,0 0-5 16,3 2 4-16,2 1-4 0,-1 1 2 16,-1 4-1-16,3 0 2 0,-1 4-4 0,1 1 3 0,0 3-3 15,0 0 1-15,2 4 0 0,1 2 1 0,1 3-3 16,-2 2 20-16,1 2-17 0,-2-1 1 0,-2 4 6 15,0-3-2-15,-1 0-2 0,-4 1 3 0,-1-3 0 16,2-1 1-16,-5-1 2 0,2 1-4 0,-1-3 2 16,-3 0 0-16,1 0-3 0,-1 0 6 0,0-7-5 15,1 8 9-15,-1-8-6 0,0 0 4 0,0 0 3 16,-1 10 4-16,1-10 7 0,0 0 6 0,0 0 13 16,0 0-16-16,0 0-4 0,0 0-9 0,0 0-10 15,9-19 3-15,-3 7 1 0,2-2-4 0,1 0-11 16,0-2 14-16,4-1-11 0,-4 1-2 0,3 2-3 15,2 1 7-15,-2 2-7 0,-2 2 4 0,-1 2-5 16,1 0 6-16,-3 5-3 0,0-1 6 0,0 2-1 16,-7 1-2-16,15 3 0 0,-6 2 3 0,-3-1 9 15,2 6-8-15,0-1 12 0,-4 2-7 0,2 0-7 16,-2 0 0-16,-3 3 16 0,0-4-14 0,1 2 1 16,-2 5-1-16,-2-5-31 0,2-1-24 0,-2 2-29 0,0-3-32 15,0 2-36-15,-1 1-35 0,0-2-37 16,1 0-27-16,0-1-26 0,1 0-143 0,-1-2-461 0,2-8 205 15</inkml:trace>
  <inkml:trace contextRef="#ctx0" brushRef="#br0" timeOffset="61282.54">20050 11459 164 0,'0'0'180'0,"0"0"-6"0,0 0-10 0,5-4-5 15,-5 4-5-15,0 0-6 0,0 0-10 0,3 20-4 0,-1-14-10 16,1 2-11-16,0-1-10 0,2-3-12 0,-1 1-14 15,3-2 10-15,-1 2 0 0,-1-3 3 0,7 1 6 16,-2-3 1-16,0 0 1 0,3-3 3 16,-1 0-3-16,-1-1 1 0,1-1-6 0,-2-3-7 0,4-2-9 15,-3-2-2-15,-2 4-1 0,0-3-3 0,-2 2 2 16,0-3-2-16,-3 3-7 0,0-1-4 0,-2 0 4 16,-2 0-17-16,0-1-2 0,-2 0-2 15,-1 0-8-15,-2 1-5 0,3 1-16 0,-2 0-16 0,-3 2-17 16,2 1-22-16,-1 3-23 0,0-3-27 0,6 6-29 15,-13-2-27-15,1 4-27 0,3 5-18 0,-1 0-14 16,-3 7-22-16,3 2-191 0,-4 4-455 0,4-3 202 16</inkml:trace>
  <inkml:trace contextRef="#ctx0" brushRef="#br0" timeOffset="61614.77">20202 11537 72 0,'0'0'169'15,"15"-7"-7"-15,-3 3 6 0,-5-5 4 0,2 2-5 16,1 1 9-16,-2-2-4 0,0 0-3 0,2-1-11 15,0-1-9-15,1-2-8 0,-4 1-6 0,1 0-11 16,0-5 5-16,-1 1-15 0,1 1 2 0,-2-1-1 16,-2-1-20-16,1 1-9 0,-2 3 1 0,-2 1-2 15,2-1 6-15,-2 3-17 0,0 0-1 0,-1 0-10 16,0 9-8-16,-2-13-4 0,2 13-2 0,-3-9-12 16,-1 5-7-16,4 4 0 0,-7-2 8 0,7 2-15 15,0 0-3-15,-13 10-8 0,8-6 5 0,1 3-9 16,1 0-1-16,2 1-3 0,1 0-1 0,0 3-5 15,1-1 1-15,2-1-7 0,3 2 0 0,-3-3-2 16,3 3 4-16,1-2-3 0,-1 0 5 0,0 2-2 16,1-1-2-16,-3 0-1 0,3-1-5 0,-3 1 0 15,-1 0 0-15,-2 0 0 0,-1 1 3 0,-4 0-8 16,1-1-12-16,1 1-17 0,-2 0-19 0,-2-1-25 16,2 1-26-16,0-3-32 0,-1 0-34 0,1 0-28 15,0-3-36-15,-2 1-143 0,6-6-421 0,0 0 187 16</inkml:trace>
  <inkml:trace contextRef="#ctx0" brushRef="#br0" timeOffset="61814.68">20541 11230 155 0,'1'-6'258'0,"1"1"-17"0,-2 5-19 0,4-7-17 0,-4 7-20 15,0 0-3-15,0 0-4 0,0 0-2 0,0 0-5 16,8 14-5-16,-4-4-19 0,-3 2-11 15,0 5-13-15,0 0-13 0,3 1-6 0,-2-1-15 16,-2-1-7-16,0 1-11 0,2 0-3 0,0 1-11 0,-5-2-21 16,3 1-23-16,1 1-26 0,-2-2-41 15,1 0-41-15,0 1-54 0,-1-6-54 0,-2 1-48 0,0 6-151 16,-2-3-435-16,-1-5 192 0</inkml:trace>
  <inkml:trace contextRef="#ctx0" brushRef="#br0" timeOffset="61997.07">20534 11394 72 0,'12'-3'117'0,"0"-2"-11"0,6-1-4 0,3-1-32 16,-1 1-41-16,7-5-47 0,-6 5-62 0,0-1-87 15,5-4 39-15</inkml:trace>
  <inkml:trace contextRef="#ctx0" brushRef="#br0" timeOffset="62797.71">20928 11680 87 0,'0'0'248'0,"0"0"-18"0,-13-8-16 0,13 8-15 0,0-14-17 16,3 2-15-16,-1 1-2 0,3-5-13 0,2-3-3 15,-1-6-10-15,4 1-7 0,0-1-4 0,1 3-10 16,-2-3-9-16,5 0 3 0,-4-2-23 0,0 1-6 16,-2 1-12-16,1 2-2 0,-4 5-1 0,0 3-3 15,-2 2 0-15,-1 2-3 0,-1 0-3 0,1 4 0 16,-1 0-3-16,-1 7-2 0,0-11-7 0,0 11 4 15,0 0-8-15,-5-10-9 0,5 10-4 0,0 0-1 16,0 0-2-16,0 0-8 0,-18 15-7 0,14-7-4 16,0 1 1-16,3 1-7 0,5 2-1 0,-3-1 2 15,3 0 0-15,2 3-7 0,1-3-6 0,3 3 1 16,4-1 1-16,-5-1-4 0,0-3 2 0,0 2-5 16,-1-2-4-16,-1 2 7 0,2-1-5 0,-4 0-9 15,-1-1-1-15,-3 1 7 0,1-1 3 0,-4 2 0 16,-2-3 0-16,-1 2-7 0,-1 1 0 0,1-2 1 15,-3 0 4-15,0-2-6 0,0-1 1 0,1-2 4 16,2 1 2-16,5-5 2 0,-8 6 2 0,8-6-7 16,-6 1-17-16,6-1-1 0,0 0-8 0,0 0 6 15,0 0-2-15,4-20 9 0,2 10-4 0,5 1 9 16,1-4 4-16,2-2 4 0,-1 3 2 0,4-2 2 16,-3 1 1-16,1 0 3 0,2 0 0 0,-3-1 1 0,1 0 7 15,-1 1 3-15,3 1 9 0,-6 0 2 0,-2 2 5 16,-1 2 8-16,1 1 6 0,-5 3 7 0,1-3 7 15,-1 5 3-15,-4 2 3 0,7-7 0 16,-7 7-5-16,7-5 3 0,-7 5-3 0,0 0 5 16,0 0 5-16,0 0-1 0,0 0-1 0,7 12-2 15,-5-3 7-15,-2-2-19 0,2 3-3 0,-1-2-3 16,2 1-5-16,2 0 0 0,-2 0-2 0,2-3 0 16,1 1-9-16,-2-1 3 0,2-2-4 0,0 0 0 0,0-1-15 15,3-1 7-15,0 1 1 0,-1-2 0 0,0 0-1 16,-8-1-3-16,17-5-2 0,-7 3 0 0,-2-2 2 15,-3 1 1-15,1-1-2 0,0-2 1 0,-1 1-2 16,1 0 3-16,-2-2 0 0,0 1-2 16,-2 0 0-16,3 2 1 0,-2-3-7 0,-3 7 10 0,4-8-7 15,-4 8-1-15,2-6 1 0,-2 6 0 0,5-5-4 16,-5 5 2-16,0 0 10 0,0 0 5 0,0 0 4 16,8 16 2-16,-7-5-5 0,1 0 5 0,-1 7 0 15,-1 2 5-15,-1-1-6 0,-3 5 1 0,2 0-2 16,-1 1 3-16,-1 1-8 0,1-7-6 0,1-2 1 15,-1 2-23-15,1-2-21 0,-2-1-25 0,1 0-40 16,1-3-39-16,-3 3-54 0,2-7-58 0,-2 4-40 16,0-2-188-16,0-2-521 0,2-1 230 0</inkml:trace>
  <inkml:trace contextRef="#ctx0" brushRef="#br0" timeOffset="62967.56">21367 11309 42 0,'-2'-6'211'0,"1"-1"-28"0,1 7-37 0,-2-9-29 15,2 9-20-15,0 0-15 0,0 0-20 0,0 0-21 16,0 0-20-16,21 18-30 0,-9-5-20 0,-1-1-16 16,5 2-16-16,-2-3-12 0,4 1-59 0,4 4-141 15,-5-5 64-15</inkml:trace>
  <inkml:trace contextRef="#ctx0" brushRef="#br0" timeOffset="63301.15">21579 11441 8 0,'7'2'83'15,"-2"1"31"-15,2 0 20 0,-7-3-1 0,7 3-1 16,-7-3-3-16,0 0-7 0,0 0 2 0,0 0-5 16,12-7-10-16,-12 7 6 0,3-6-2 0,0 0-4 15,-3 6-3-15,5-7-4 0,-5 7-6 0,5-8-4 16,-5 8-1-16,9-4-4 0,-4 1-6 0,-5 3-3 16,11-1-3-16,-5 0-5 0,-6 1 0 0,15 0-6 15,-15 0-4-15,16 1-4 0,-8-1-3 0,3 3-8 16,-3-2 2-16,2-1-8 0,0 0-4 0,0 0-1 15,-10 0 9-15,17 0 2 0,-10-1 5 0,0-2-5 0,-7 3 6 16,12-5 0-16,-6 3-1 0,-2-4-1 16,-4 6 1-16,6-7-5 0,-5 2-8 0,-1 5 5 15,2-10-8-15,-2 10 3 0,-2-13 0 0,2 13 8 16,-1-8 3-16,1 8 3 0,-4-8-4 0,4 8-6 0,-4-6-5 16,4 6-5-16,0 0-3 0,0 0-8 15,-4-7 0-15,4 7-5 0,0 0-3 0,0 0 4 0,0 0 3 16,-2 21-6-16,-1-11-2 0,1 1-1 15,0 1-4-15,-1 2-13 0,0 4-12 0,-1-2-24 0,3 1-37 16,-2-1-44-16,-2 2-54 0,0-3-49 16,1-3-44-16,2-1-248 0,-3 1-561 0,1-3 248 15</inkml:trace>
  <inkml:trace contextRef="#ctx0" brushRef="#br0" timeOffset="63459.65">21734 11213 11 0,'-5'-9'256'0,"0"2"-20"0,3 0-28 0,-2 3-24 15,4 4-21-15,-4-8-35 0,4 8-25 0,0 0-23 16,0 0-33-16,0 0-42 0,0 0-53 0,0 0-45 16,0 0-121-16,-7 18-231 0,7-18 103 0</inkml:trace>
  <inkml:trace contextRef="#ctx0" brushRef="#br0" timeOffset="63714.84">22109 11087 12 0,'0'0'250'0,"0"-9"-13"16,0 9-11-16,0 0-21 0,0 0-14 0,0 0-9 16,0 0-4-16,0 0 1 0,-8 23-5 0,7-7-4 15,-4 3 2-15,0 9-3 0,-1 3-4 16,0-2-10-16,1 3-7 0,2-1-6 0,-3 3-6 0,6-2-7 15,-4 2-10-15,0 0 2 0,2-1-8 0,-1-1-20 16,1 1-8-16,-2-2 5 0,2 1-12 0,-1-5-12 16,1 3-12-16,0-7 0 0,-1 3-11 0,2-7-5 15,0-2-20-15,-4-2-18 0,1-3-23 0,1-1-27 16,1-2-35-16,-4 1-36 0,1-1-42 0,-5-2-41 16,3 0-45-16,-4-1-39 0,-3-2-214 0,1-1-544 15,1-5 242-15</inkml:trace>
  <inkml:trace contextRef="#ctx0" brushRef="#br0" timeOffset="63981.56">21867 11637 134 0,'1'-10'186'0,"-1"10"-15"0,4-9-15 0,-1 5-19 16,1-1-24-16,2-1-1 0,2-1-10 0,-1-2-11 16,6 1-6-16,0-2-8 0,1 1-8 0,4-3-10 15,0 0-1-15,4-3-6 0,-1-3 1 0,-3 8-2 16,-4-1 0-16,0 1-1 0,2 2-2 0,-7 1 3 15,1 0 1-15,-3 2-3 0,0 3 2 0,-2-2-3 0,-5 4-4 16,10-4-4-16,-10 4 4 0,9-2 14 16,-9 2 9-16,0 0 1 0,9 6-8 0,-9-6-1 15,5 10-7-15,-3-2-1 0,0 2-7 0,-1 1-2 16,-2 2-5-16,0 0-9 0,-3 4-30 0,0 1-35 0,1-2-46 16,-2 1-53-16,3 0-70 0,-5 1-184 15,1-2-422-15,0-4 187 0</inkml:trace>
  <inkml:trace contextRef="#ctx0" brushRef="#br0" timeOffset="64132">22178 11319 52 0,'0'0'92'0,"4"-5"-37"0,-4 5-38 15,11 0-53-15,-11 0-39 0,12-1 17 0</inkml:trace>
  <inkml:trace contextRef="#ctx0" brushRef="#br0" timeOffset="64554.58">22456 11282 196 0,'-10'7'264'0,"-5"1"-6"0,-2 2-12 16,2 2-5-16,-6 4-17 0,0 0-8 0,5 0-15 15,1 2-16-15,1-2-17 0,2 6-12 0,3-5-12 16,-1 5-21-16,5-1 3 0,0-1-25 0,4-1-9 16,1-4-9-16,0 2-13 0,4-6-18 0,1-1-18 15,4 5-22-15,-2-8-29 0,4-1-27 0,1-2-30 16,1-1-25-16,1-2-20 0,3-1-20 0,3-3-6 16,-3-4 1-16,2 0 10 0,0-3 13 0,-4 1 12 15,-4 2 21-15,0-1 21 0,-3-2 11 0,-2 1 20 16,1-2 7-16,-2 2 29 0,-3 0 13 0,-2 2 27 15,3-1 14-15,-3 8 8 0,-2-10 8 0,2 10 5 16,-2-10 2-16,2 10 2 0,0 0 5 0,-8-5-6 16,8 5-1-16,0 0-5 0,0 0-8 0,0 0-5 15,-14 9-6-15,14-9-7 0,-4 10 0 0,4-10-4 16,-3 12-7-16,0-7-1 0,3-5-8 0,-1 10-3 16,1-10 7-16,0 0-8 0,1 11-2 0,-1-11-1 15,3 7-3-15,-3-7 0 0,0 0 0 0,6 7 0 0,-6-7 0 16,6 2-3-16,-6-2-4 0,0 0-3 15,0 0 0-15,19-9-1 0,-13 5-8 0,-2 1-8 16,-4 3-7-16,10-5-12 0,-3 4-17 0,-7 1-25 16,9-2-31-16,-9 2-27 0,0 0-33 0,11-2-18 15,-11 2-23-15,0 0-168 0,10 4-402 0,-10-4 178 16</inkml:trace>
  <inkml:trace contextRef="#ctx0" brushRef="#br0" timeOffset="64731.55">22629 11503 57 0,'2'-6'160'0,"1"-1"-2"0,-1 0-7 0,2-1-2 0,0 1-7 16,-1-1-2-16,2 3 1 0,0 1-3 16,-5 4-11-16,5-10-8 0,-1 8-5 0,-4 2-10 15,5-6-6-15,-5 6-3 0,0 0-1 0,0 0-9 0,15 4-12 16,-15-4-4-16,7 8-7 0,-5-2-7 0,1-2-4 16,-2 3-15-16,-1-7-22 0,1 16-25 0,-1-16-47 15,-1 20-47-15,1-13-50 0,-1 0-196 0,1-7-379 16,0 0 167-16</inkml:trace>
  <inkml:trace contextRef="#ctx0" brushRef="#br0" timeOffset="64948.62">22837 11208 134 0,'3'-7'234'0,"-3"7"-19"0,3-10-19 16,-3 10-13-16,0 0 4 0,0 0 6 0,0 0-4 15,0 0-14-15,6 19-18 0,-8-7-17 0,2-1-9 16,-1 5-19-16,-2 0-6 0,0 1-9 0,0 1-12 16,1 0-24-16,-3-1-22 0,1 1-44 0,1 0-40 15,-2-2-55-15,2-2-47 0,3-1-53 0,-4 3-157 16,3-5-385-16,0 0 170 0</inkml:trace>
  <inkml:trace contextRef="#ctx0" brushRef="#br0" timeOffset="65080.06">22830 11413 155 0,'0'0'171'0,"1"-12"-10"0,-1 12-21 0,0 0-14 15,0 0-13-15,0 0-30 0,6-10-24 0,-6 10-36 16,0 0-31-16,9-11-35 0,-3 4-39 0,-2 2-68 16,-4 5-162-16,13-10 72 0</inkml:trace>
  <inkml:trace contextRef="#ctx0" brushRef="#br0" timeOffset="65299.62">23145 11164 55 0,'3'-7'138'15,"-1"2"-2"-15,-2 5-6 0,4-11-9 0,-1 7-9 16,-3 4 6-16,0 0 11 0,0 0 10 0,0 0-4 16,11 15 1-16,-8-5 2 0,-2 3-8 0,4 3-4 15,-2 8-8-15,-3-4-13 0,1 7-11 0,-1-7-9 16,-3 5-9-16,5 0-8 0,-2-1-6 0,1-5-10 15,-2 1-22-15,-1-2-19 0,2-1-18 0,0 0-23 16,-1-5-26-16,0-2-20 0,-3 3-31 0,4-13-31 16,0 13-14-16,-1-5-24 0,-2-4-108 0,3-4-308 15,0 0 137-15</inkml:trace>
  <inkml:trace contextRef="#ctx0" brushRef="#br0" timeOffset="65632.59">23249 11150 44 0,'5'-9'160'16,"-3"1"-10"-16,1 4-4 0,1-2-5 16,-4 6-4-16,10-5-2 0,-10 5-1 0,10-2-8 15,-10 2-7-15,9 0 2 0,-9 0 0 0,12 3-2 16,-7 0-15-16,-5-3-11 0,7 6-11 0,-3-2-4 0,1-1-10 16,0 2-2-16,-2 1-8 0,-3-6-3 15,6 9-9-15,-6-9-4 0,4 9-7 0,-2-4 2 16,-2-5-4-16,2 8-5 0,-2-8-3 0,1 9-6 15,-1-9-8-15,2 7-6 0,-2-7-4 0,2 10-8 0,2-6 4 16,1-1 1-16,1-1-6 0,2 4 5 16,-1-1-5-16,0-1 3 0,3 4-2 0,-2-2 7 0,-1 2-3 15,-4 2-1-15,4-2 3 0,-4 3 4 0,-1 0 2 16,-2 1 2-16,-2 0 3 0,1 5-4 0,-3-2 3 16,-1-2 0-16,0-2-1 0,-1-2-7 0,1 4 2 15,-2-3-8-15,0-1-6 0,0-2-8 0,3-3-18 16,-1-1-22-16,5-3-22 0,-7 9-32 0,2-7-34 15,5-2-33-15,0 0-137 0,0 0-342 0,0 0 152 16</inkml:trace>
  <inkml:trace contextRef="#ctx0" brushRef="#br0" timeOffset="65819.43">23476 11236 169 0,'3'-5'215'0,"-3"5"-4"0,5-8-14 15,-3 4-9-15,-2 4-7 0,0 0 7 0,0 0 3 16,0 0 3-16,0 0-11 0,7 17-6 0,-7-7-5 15,-3 2-11-15,1 2-12 0,-5 4-18 0,5-1-8 16,-2-2-15-16,-1 2-8 0,1-1-8 0,0-2-11 16,1-3-22-16,1-1-28 0,-1 0-27 0,2 0-42 15,-1-4-51-15,2-6-56 0,0 0-49 0,-3 12-75 16,3-12-160-16,0 0-464 0,0 0 206 0</inkml:trace>
  <inkml:trace contextRef="#ctx0" brushRef="#br0" timeOffset="65972.07">23531 11107 56 0,'0'0'225'0,"-1"-8"-21"15,1 8-20-15,0 0-20 0,0-9-15 0,0 9-16 16,0 0-18-16,0 0-25 0,0 0-37 0,0 0-38 16,0 0-32-16,0 0-30 0,0 0-36 0,13 2-27 15,-1-4-79-15,0 0-204 0,6-1 90 0</inkml:trace>
  <inkml:trace contextRef="#ctx0" brushRef="#br0" timeOffset="66131">23714 11037 45 0,'6'-1'189'0,"-6"1"-7"0,0 0-4 0,12-3-1 16,-12 3 6-16,0 0 4 0,2 11 12 0,-2-11-5 15,0 15-15-15,-1-2-9 0,0 2-17 0,-1 1-13 0,2 0-13 16,-2 1-13-16,2 1-14 0,-3-1-6 16,2 1-13-16,1 0-3 0,3-2-17 0,-5 0-18 15,1 0-28-15,-1-6-33 0,4 2-42 0,-2 0-40 16,0-1-38-16,0-11-41 0,-2 14-47 0,-1-6-136 0,3-8-391 15,-6 11 173-15</inkml:trace>
  <inkml:trace contextRef="#ctx0" brushRef="#br0" timeOffset="66241.43">23765 11245 35 0,'5'-6'11'0,"-1"-1"-19"0,-4 7-9 0,8-14 5 15</inkml:trace>
  <inkml:trace contextRef="#ctx0" brushRef="#br0" timeOffset="80402.39">20941 9403 22 0,'-7'0'124'0,"1"4"-12"0,-2-1-7 0,8-3 1 15,-10 2-15-15,10-2-4 0,-9 2-8 0,9-2 5 16,0 0 0-16,-9 3 5 0,9-3 0 0,0 0 2 16,0 0-4-16,0 0-11 0,0 0-14 0,0 0-4 15,0 0-9-15,0 0-7 0,28-5 3 0,-20 0-14 16,1 1 2-16,0-3 0 0,1 1-6 0,0-3-3 16,-1 2 3-16,-1-3-7 0,1 3 0 0,0-1 1 15,-2-1 0-15,0 2-5 0,2-3-5 0,-6 4 2 16,3-1-5-16,-3 0 0 0,0 1 2 0,1 2-1 15,-4 4-3-15,5-8 4 0,-5 8-7 0,4-5 1 16,-4 5-6-16,0 0-1 0,0 0 12 0,0 0-16 16,0 0 6-16,0 0-3 0,0 0 12 0,9 21-2 15,-9-4 10-15,0 8-5 0,-4 4 0 0,0 2 1 16,0 3-4-16,2 0 9 0,-2-1-5 0,-4 2-1 16,3-3-5-16,0-3 3 0,2 0-6 0,-2-1 3 15,3-3-2-15,-1-6 4 0,2-1 1 0,-2-2 2 16,2-1-6-16,0-3 2 0,-1-1-6 0,2-1 5 15,0-1-3-15,0-9 2 0,0 11-4 0,0-11 5 16,-1 7 1-16,1-7-3 0,-1 9 3 0,1-9 2 16,0 0-2-16,0 0-2 0,-4 4 1 0,4-4-2 15,0 0 1-15,-15-1-6 0,15 1 4 0,-16-4 0 16,9 1-5-16,-3-2 8 0,1 1-4 0,0 1 0 16,1-1-2-16,2 1 1 0,6 3 1 0,-11-7 1 15,11 7-3-15,-7-4-3 0,7 4 4 0,-7-3-3 16,7 3 1-16,0 0-7 0,18-8 6 0,3 2-18 15,9-2-7-15,19-6-20 0,10-3-24 0,31-7-28 0,4-2-30 16,0 0-23-16,3 1-122 0,-6-6-298 16,1 5 132-16</inkml:trace>
  <inkml:trace contextRef="#ctx0" brushRef="#br0" timeOffset="80602.93">20943 10168 131 0,'0'0'207'0,"0"0"-33"0,30-24-48 0,14-2-60 16,46-19-76-16,14-8-106 0,14-5-126 0,11-1 57 15</inkml:trace>
  <inkml:trace contextRef="#ctx0" brushRef="#br0" timeOffset="85931.4">21911 17162 39 0,'2'8'25'15,"-2"-8"-24"-15,0 0-13 0,0 0-11 0,0 0 6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6:59.274"/>
    </inkml:context>
    <inkml:brush xml:id="br0">
      <inkml:brushProperty name="width" value="0.05292" units="cm"/>
      <inkml:brushProperty name="height" value="0.05292" units="cm"/>
      <inkml:brushProperty name="color" value="#FF0000"/>
    </inkml:brush>
  </inkml:definitions>
  <inkml:trace contextRef="#ctx0" brushRef="#br0">21879 10481 7 0,'0'0'83'0,"0"0"-2"0,0 0-12 15,5-4-1-15,-5 4 5 0,0 0-7 0,0 0 5 16,0 0-8-16,2-8 0 0,-2 8-17 16,0 0 4-16,0 0 3 0,0 0 0 0,0 0 3 0,0 0 2 15,0 0-12-15,0 0 6 0,0 0-13 0,0 0-1 16,0 0-8-16,0 0-1 0,-7-11-5 0,7 11 3 15,0 0-3-15,0 0-3 0,0 0-3 0,-7-4 3 16,7 4-2-16,0 0 5 0,0 0-6 0,0 0 11 16,-5-5 0-16,5 5 4 0,0 0 3 0,0 0 3 15,0 0 5-15,0 0 3 0,0 0-1 0,-2-7-2 16,2 7-2-16,0 0-2 0,0 0 1 0,0 0-5 16,0 0-6-16,0 0-2 0,0 0 0 0,0 0-3 15,0 0-5-15,0 0 5 0,0 0 1 0,0 0 2 16,0 0-6-16,0 0 0 0,-7-3 1 0,7 3 10 15,0 0 3-15,0 0-2 0,0 0-2 0,0 0-2 16,0 0 9-16,0 0 13 0,0 0 4 0,0 0-7 16,3 20-2-16,-3-20-7 0,0 0-2 0,1 13-6 15,-1-13 1-15,-1 8-7 0,1-8-5 0,1 7 0 0,-1-7-5 16,0 0 0-16,0 10 0 0,0-10 2 16,3 4-7-16,-3-4 0 0,0 0 6 0,0 0-12 15,0 0 4-15,2 8-1 0,-2-8-1 0,0 0-2 16,0 0 2-16,4 5-3 0,-4-5 0 0,0 0 0 0,0 0 5 15,0 0-6-15,0 0 2 0,0 0 2 16,4 4 13-16,-4-4 7 0,0 0 1 0,0 0 3 0,0 0-7 16,0 0-3-16,0 0-1 0,0 0-4 15,11-1 1-15,-11 1 0 0,0 0-5 0,11-3-1 0,-11 3 0 16,14-10-1-16,-4 3 0 0,0 1-3 0,3 0 0 16,3-4 2-16,2-2-4 0,3-2 1 0,4 0-1 15,0-3 0-15,0-1-19 0,2 0-22 0,1 1 17 16,-2 1 2-16,-1-2-1 0,1-1 2 0,-1 1 2 15,2-1-2-15,-4 3 4 0,0-1 2 0,-4 7 3 16,-2-1-3-16,-2 1 1 0,-2 2 1 0,-1 1-2 16,-3 2 1-16,-2-1 7 0,-2 2-4 0,3 1 2 15,-4 0-1-15,-4 3 3 0,8-6-1 0,-8 6 2 16,6-2-3-16,-6 2-2 0,0 0 3 0,6-6 1 16,-6 6 0-16,0 0 2 0,7-3-2 15,-7 3-1-15,0 0 3 0,0 0 1 0,0 0-3 0,6-2-4 16,-6 2-7-16,0 0-14 0,0 0-15 0,0 0-28 15,0 0-32-15,0 0-25 0,0 0-36 0,0 0-33 16,0 0-25-16,0 0-122 0,0 0-371 0,0 0 164 16</inkml:trace>
  <inkml:trace contextRef="#ctx0" brushRef="#br0" timeOffset="758.68">14771 10369 37 0,'-12'3'44'0,"12"-3"-2"16,-13 3-6-16,10-1-4 0,3-2-3 0,-11 5-7 15,5-3-2-15,1 3 0 0,-2 0-11 0,1 0-6 16,-3 1-5-16,0 3-10 0,0 0-4 0,-1 1-28 16,-2 1-48-16,1-1 21 0</inkml:trace>
  <inkml:trace contextRef="#ctx0" brushRef="#br0" timeOffset="1233.9">14290 10574 80 0,'-4'-5'94'0,"4"5"-2"0,0 0-1 0,0 0-6 15,0 0-9-15,0 0-3 0,0 0-9 0,0 0 1 16,0 0-3-16,0 0-3 0,0 0-4 0,0 0 3 15,0 0-4-15,0 0-17 0,0 0 11 0,0 0 0 0,0 0-8 16,0 0 8-16,0 0-8 0,0 0 0 16,12-7-3-16,-12 7-4 0,12 0-2 0,-12 0 0 15,12 0-3-15,-4-2 1 0,2 2-5 0,0 0-3 16,2-1 1-16,0 1 0 0,0 0 1 0,2 3-3 0,-1-3 0 16,6 2 3-16,1-1-1 0,2 2-5 0,-3 0-3 15,2 0 5-15,2 0-4 0,2 2 4 16,2 0 1-16,0 1-2 0,-7 0-1 0,2-4-2 15,-2 4-1-15,1-3 4 0,1 1 2 0,-1 0 0 0,0 1-3 16,-2-2-1-16,0 0-2 0,-1 3-3 0,-3-2 4 16,-2-1-10-16,1 1 3 0,-3-2 0 15,0 0 0-15,0 2-1 0,-2-2-1 0,-1 1 2 0,-2 0-4 16,-6-3 2-16,9 2 1 0,-4-1-5 0,-5-1 1 16,8 2-3-16,-8-2-1 0,7 2 1 0,-7-2-12 15,0 0-7-15,7 3-8 0,-7-3-22 0,0 0-31 16,0 0-30-16,5 5-10 0,-5-5-17 0,0 8-116 15,0-8-272-15,1 11 121 0</inkml:trace>
  <inkml:trace contextRef="#ctx0" brushRef="#br0" timeOffset="1749.17">16347 10643 87 0,'0'0'118'0,"0"0"-17"15,0 0-5-15,0 0-9 0,0 0-13 0,0 0-1 16,0 0-16-16,0 0 7 0,0 0-4 0,0 0-2 16,0 0 2-16,28 6-2 0,-15-4 2 0,6 0-1 15,2 0-3-15,8 1-2 0,1-2-4 0,-1 0-5 16,1-1 3-16,-1 0-7 0,3 0 7 0,-3 0-5 15,2-1-3-15,1 0-1 0,-3 1-2 0,1-2 2 16,-2 1-3-16,0 0 3 0,-6 0-1 0,-3 2-4 16,0-2 2-16,-6-2 7 0,1 3 2 0,-3 0-3 15,-2 0 3-15,0-1-1 0,-1 2-1 0,-8-1 2 16,10-1 0-16,-10 1 0 0,9-1-4 0,-9 1-3 16,0 0 0-16,0 0-5 0,10 0-3 0,-10 0 1 15,0 0-8-15,0 0-6 0,0 0 0 0,9 0-16 16,-9 0-11-16,0 0-18 0,0 0-39 0,0 0-13 15,0 0-29-15,3 8-22 0,-3-8-37 0,4 12-150 16,-4-3-345-16,3-3 152 0</inkml:trace>
  <inkml:trace contextRef="#ctx0" brushRef="#br0" timeOffset="2557.77">18601 10643 54 0,'0'0'118'16,"-7"-6"3"-16,7 6-11 0,0 0-4 0,-5-5 1 15,5 5 0-15,0 0-3 0,0 0 6 0,0 0-2 16,0 0-7-16,-1-6-9 0,1 6-1 0,0 0-10 16,0 0 0-16,0 0-16 0,0 0 5 0,0 0-6 15,6-11-8-15,-6 11-3 0,0 0-2 0,5-3-8 16,-5 3 0-16,0 0-4 0,0 0 5 0,0 0 0 15,5-5 3-15,-5 5 0 0,0 0 3 0,0 0 9 0,2-7-12 16,-2 7-5-16,0 0 2 0,0 0-11 16,0-9-4-16,0 9-1 0,0 0-3 0,-2-12-2 15,2 12-2-15,-6-8-1 0,3 4 0 0,3 4-8 0,-5-8 0 16,-1 3 2-16,2 0-4 0,4 5-1 0,-8-10 0 16,3 6 4-16,1-1-6 0,4 5 5 0,-10-9-6 15,8 6 3-15,2 3-5 0,-5-4 3 0,5 4-11 16,0 0 0-16,-9-5-4 0,9 5 4 0,0 0 1 15,-6-2-5-15,6 2 3 0,0 0-3 0,0 0 3 16,0 0-1-16,0 0 4 0,0 0 8 16,30-2 1-16,-17 2-5 0,7 0 5 0,-1-1 0 0,3 2 2 15,7-2-1-15,2 0 2 0,0 1 0 0,-2-2 1 16,3-2 1-16,-4 3 0 0,4 1-5 0,-4-2 3 16,2 0 2-16,-1 1 0 0,-1-2 3 0,-1 2 0 15,-8 0-3-15,2 1 8 0,-1-1-1 0,-6-1-2 16,-1 2-3-16,1-2-2 0,-2 1-4 0,-1-1 4 15,-2 2-1-15,1 0 0 0,-10 0-5 0,15 0 4 16,-8-1-6-16,-7 1 2 0,10 0-1 0,-10 0-4 16,9-2-7-16,-9 2-14 0,0 0-35 0,0 0-35 15,8 3-18-15,-8-3-44 0,1 9-25 0,-1 1-47 16,0-10-139-16,-6 17-392 0,2-5 174 0</inkml:trace>
  <inkml:trace contextRef="#ctx0" brushRef="#br0" timeOffset="11886.87">23458 17892 48 0,'0'0'131'0,"0"0"-3"0,0 0-15 16,-7-3 1-16,7 3-18 0,0 0-3 0,0 0-11 16,0 0 1-16,0 0-15 0,0 0-4 0,0 0-11 15,0 0 8-15,0 0-12 0,0 0 2 0,0 0-4 16,0 0-3-16,0 0-1 0,0 0-6 0,0 0 2 15,0 0-3-15,2 20 1 0,-2-20-8 0,3 8 1 16,-3-8-7-16,1 9 2 0,-1-9-2 16,1 9 8-16,-1-9-6 0,0 0 3 0,3 9-7 15,-3-9 0-15,0 9 6 0,0-9-10 0,4 5 1 0,-4-5 7 16,-2 9-10-16,2-9-2 0,0 0 2 0,0 0-2 16,0 9-1-16,0-9-3 0,0 0-2 0,0 0-2 15,0 0 1-15,0 0 1 0,0 0-4 16,5 5 3-16,-5-5-4 0,0 0 1 0,16-4 3 15,-9-2-6-15,4-3-6 0,4-4-21 0,7-7-14 16,-2-2-21-16,4-2-30 0,2-3-34 0,-3-3-18 16,12-4-104-16,-10 7-267 0,-1-3 118 0</inkml:trace>
  <inkml:trace contextRef="#ctx0" brushRef="#br0" timeOffset="46049">25156 13687 22 0,'1'-5'165'0,"1"-1"1"16,-2 6-12-16,4-14-4 0,-2 5-11 0,0 2-6 15,-2 7-5-15,0-12-6 0,0 12-3 0,0-11 1 0,0 11-3 16,0-9 1-16,0 9-6 0,0 0-9 16,-2-9-11-16,2 9-8 0,0 0-11 0,0 0-5 15,0 0-4-15,0 0-5 0,0 0 0 0,-16 14 2 16,7-4-3-16,-1 2 0 0,0 2 1 0,-2 0-4 16,-2 9-2-16,-2 3-2 0,3-1-7 0,1-2 0 0,-1 3-2 15,6 0-7-15,-5 0 0 0,3-2 1 16,0-1-4-16,5-5-1 0,2-1-2 0,-2 0-4 15,4 2-5-15,0-4 4 0,1-5-5 0,4 1 2 16,1 0-2-16,1-2-5 0,0 0 1 0,3-2 0 0,1-2-3 16,2-1-3-16,1 0 0 0,-1-4 3 0,5-3-3 15,0-1-2-15,-2 1-1 0,-3 0 4 16,7-5-1-16,-4 0-4 0,-3 1 1 0,-4 0 1 16,2-2-3-16,-4-1 1 0,0 4 1 0,-3-6-1 15,-4 5 2-15,0-3-7 0,0 10 2 0,-9-13-2 0,-1 7 5 16,0 0-3-16,-8 2-2 0,0 2 2 0,-6 1-2 15,4 4 0-15,-6 0 0 0,-2 4 1 0,1 1 0 16,-1 2-4-16,2 3 2 0,10-4 4 16,-2 2-6-16,1-2-8 0,2 1-24 0,2 4-32 0,-1-3-29 15,6-1-37-15,3 2-44 0,3-3-38 0,4 0-230 16,-2 0-480-16,4-3 212 0</inkml:trace>
  <inkml:trace contextRef="#ctx0" brushRef="#br0" timeOffset="46483.15">25452 13682 10 0,'0'-10'214'0,"0"10"-8"16,-2-12-6-16,2 12-2 0,-2-7-18 0,2 7-3 0,0 0 9 15,0 0-17-15,0 0-4 0,0 0-16 0,-17 22-11 16,14-12-15-16,4 3-13 0,0 4-12 0,4 2-6 15,-1-4-9-15,5 2-11 0,3-2-8 16,-3-1-4-16,11 5-6 0,-7-6-4 0,3-1-6 0,0-2-3 16,4-2-4-16,-3-2-3 0,4-1-6 0,-3-4 0 15,-2 1-3-15,2-2-3 0,-5-2-4 0,-2 1 1 16,3-1-5-16,-4-2 1 0,0-1-3 0,-1 0-2 16,-4-3 5-16,1 0-5 0,-2-1-2 0,-2-2 8 15,2-5-11-15,-2 1 4 0,0 3-2 0,-2 0-1 16,-2 0-3-16,-3 0-1 0,3 1 3 0,-1 0-4 15,3 4 5-15,-4 0-1 0,4 7-5 0,-5-7 1 16,5 7-2-16,0 0 2 0,0 0 9 16,0 0 10-16,0 0 4 0,-11 24 1 0,6-5-5 0,-2 6 1 15,3 3-2-15,-2-1 7 0,3 1-8 0,3 0-2 16,-1 0-4-16,2 1-3 0,2-5 1 0,-1 1 1 16,0 0-2-16,-2-5-20 0,4 5-24 0,-4-6-26 15,5 0-41-15,-3 1-46 0,0-4-46 0,4 0-35 16,-2-1-38-16,0-3-142 0,-1-1-441 0,5-2 196 15</inkml:trace>
  <inkml:trace contextRef="#ctx0" brushRef="#br0" timeOffset="46850.74">26205 13666 172 0,'7'-4'194'0,"1"0"-14"0,0 1-17 16,1 1 4-16,-9 2 8 0,13 1-20 0,-4 0-15 16,-2 2-11-16,4 1-11 0,-2-1-7 0,0 1-10 15,-2 2-11-15,3 1-6 0,-4 0-9 0,-2-2-8 16,-2 0-3-16,-2-5-9 0,2 16-6 0,-2-10-6 16,0 5-4-16,-2-2-5 0,0 1-2 0,-2 0-3 15,1-2-7-15,0-1-3 0,3-7-6 0,-2 14-9 16,2-7-4-16,0-7-4 0,2 12-1 0,-1-7 1 15,4 2 0-15,-3-1 3 0,0 0 0 0,3 1-1 16,-1 0 0-16,0-2-2 0,3 3 2 0,-3-2-1 16,1 3 4-16,-2-1 1 0,-1 2 0 0,-2-3 0 15,0 1-1-15,0-1 4 0,-2 3 3 0,-3-1-4 16,0 0 1-16,-2-2 4 0,1 2-4 0,1-1 0 16,-3 0-4-16,2-4-4 0,-2 2-12 0,1-2-29 15,1 1-35-15,-2-1-47 0,4-3-31 0,4-1-27 16,-9 3-139-16,9-3-349 0,0 0 154 0</inkml:trace>
  <inkml:trace contextRef="#ctx0" brushRef="#br0" timeOffset="47099.99">26521 13703 10 0,'12'-5'175'0,"-1"2"6"15,-2 2-10-15,3 2 2 0,-3 1 3 0,-3 0-18 16,1 2-7-16,-3 4-9 0,3 1-10 0,-7 1-11 15,3 1-2-15,-3 2-2 0,-3 2-17 0,-1 0 4 16,-3-4-4-16,2 5-1 0,-1-5-3 0,1-2-10 16,3-1-3-16,-2 2-10 0,1-5-8 0,0 6 0 15,3-7-8-15,0-4-5 0,0 10-9 0,0-10 2 16,1 9-6-16,-1-9-2 0,9 6-6 16,2-4 3-16,-2 0-10 0,7-2-4 0,5 0-17 0,5-5-36 15,5 0-40-15,4-2-63 0,2-2-47 0,-1 0-69 16,0-4-150-16,18-1-434 0,-20 3 193 0</inkml:trace>
  <inkml:trace contextRef="#ctx0" brushRef="#br0" timeOffset="48187.85">27346 13612 118 0,'0'-10'124'0,"0"10"19"16,-2-9-1-16,2 9-12 0,-2-8-2 0,2 8 4 15,-3-6 0-15,3 6-2 0,0 0-13 0,-7-8-3 16,7 8-9-16,0 0-13 0,-8-2 5 16,8 2-7-16,0 0-8 0,0 0-3 0,-9 13-2 0,4-7-8 15,1 1-3-15,-1 0-3 0,0 6 20 0,3-1-12 16,-2 4 5-16,1 1-10 0,2-1-3 0,-4-1-6 16,3 3-2-16,0 0-10 0,0 0 0 15,0 1-5-15,-2-1-5 0,4 0-1 0,-2-2-6 0,2-2-3 16,2 1 1-16,-2-3-5 0,5 2 1 0,-4-2 16 15,1-2-7-15,0 1-2 0,2-2-1 0,-4-1 0 16,3 1-2-16,-1 0-7 0,-2-9-1 0,0 11-4 16,0-6-1-16,0-5-2 0,4 8-8 0,-4-8-15 15,0 8-17-15,0-8-15 0,0 0-18 0,0 8-27 16,0-8-26-16,0 0-28 0,0 0-27 0,0 0-31 16,0 0-38-16,0 0-124 0,0 0-393 0,0 0 174 15</inkml:trace>
  <inkml:trace contextRef="#ctx0" brushRef="#br0" timeOffset="48549.6">27728 13573 183 0,'0'0'206'0,"0"0"8"0,0 0-12 15,0 0-2-15,0 0-3 0,-16 34-8 0,8-18-9 16,-4 8-17-16,3 2-11 0,0 0-11 0,-2 0-11 15,2 0-11-15,0 0-12 0,1-3-7 0,7-4-13 16,2-2-5-16,2 0-9 0,4-1-8 0,-2 0-10 16,4-1-6-16,2-3 1 0,0 0-1 0,0-4-13 15,7 1-1-15,-5-4-5 0,-1-3 3 0,2 0-9 16,4-2 0-16,-6-2-1 0,0 0 0 0,1-1-5 16,-2-1 6-16,-4-1-10 0,3-3 0 0,-6 1-4 15,-2 1 0-15,1-3-4 0,-3 9 2 0,-5-15 1 16,1 7-5-16,-1 3 1 0,-5-2 4 0,0 3-6 15,-1-2 2-15,-3 4-6 0,1 0 1 0,1 2 2 16,-1 2 1-16,-5 1-1 0,0 3-1 0,0 0 1 16,4 3-9-16,-1-1-25 0,0 1-28 0,4 1-26 15,0 1-39-15,-1 1-46 0,7 0-37 0,0-3-40 16,5 1-158-16,0-1-439 0,5-1 195 0</inkml:trace>
  <inkml:trace contextRef="#ctx0" brushRef="#br0" timeOffset="49699.78">28483 13531 151 0,'4'-3'194'0,"-4"3"-11"0,15-5-10 15,-7 5-8-15,-8 0-12 0,18 0-11 0,-9 1-8 16,0 3-7-16,-3-1-13 0,-1 2-9 0,1 3-2 16,0-2-15-16,-5 2-7 0,-1 2-9 0,-1-1-7 15,-2 2-4-15,-3-1-9 0,-1 1-5 0,0 3-4 16,-2-1-2-16,-1-6-6 0,2 3-2 0,-1-1-1 15,0-3-10-15,1 2 2 0,2-2-6 0,1-2 0 16,1 2-5-16,-3-1 1 0,7-5 0 0,-3 6-4 16,3-6-4-16,-3 8 0 0,3-8-1 0,0 0-1 0,0 0 1 15,5 9-2-15,-5-9-3 0,8 3-1 0,-8-3 2 16,7 3-1-16,-7-3-2 0,10 1 2 0,-10-1 2 16,7 4-1-16,-7-4-2 0,7 3-3 15,-7-3 3-15,0 0 0 0,7 0 4 0,-7 0-5 16,0 0 2-16,0 0 3 0,7 3 1 0,-7-3 0 0,0 0 1 15,0 0 1-15,0 0-3 0,0 0 2 0,0 0 1 16,0 0-1-16,0 0 2 0,0 0-2 16,0 0 1-16,0 0-5 0,0 0 3 0,0 0-1 15,0 0 2-15,0 0-1 0,0 0-1 0,0 0-2 16,0 0 1-16,0 0 0 0,0 0-2 0,0 0 0 0,0 0-2 16,0 0-2-16,-5-19-7 0,5 19-5 0,0 0 3 15,0 0-6-15,0-9-5 0,0 9 1 0,0 0-3 16,2-6-1-16,-2 6 3 0,3-6 1 15,-3 6 4-15,2-8 2 0,-2 8-3 0,3-7 0 0,-3 7-5 16,2-9 5-16,-2 9-1 0,2-8 6 0,-2 8-2 16,1-10 6-16,-1 10-2 0,2-7 0 0,-2 7 1 15,0-9 2-15,0 9 2 0,0-9 2 0,0 9-1 16,2-12 3-16,-2 5-2 0,0 7 3 16,0-13 5-16,4 6 11 0,-4 7 1 0,2-12 2 0,-1 8-2 15,-1 4 1-15,2-9-1 0,-1 2 3 0,-1 7-3 16,1-9 0-16,-1 9-1 0,4-9-1 0,-4 9-1 15,4-8 3-15,-4 8-2 0,3-6 7 0,-3 6-1 16,1-6 6-16,-1 6 3 0,0 0 6 0,3-7 6 16,-3 7 5-16,0 0-5 0,0 0 3 0,0 0 3 15,0 0-2-15,0 0 5 0,0 0-5 0,0 0 2 16,0 0 0-16,0 0-1 0,-22 16 1 16,11-7 5-16,4 1 4 0,-6 1-4 0,3-2-5 15,1 4 8-15,1-2-14 0,-1-2-1 0,4 2-8 0,1 0-2 16,2-1-2-16,2-1-1 0,1 1-7 0,2-1 3 15,1 1 2-15,4 0-8 0,4 2 1 0,-3-3 0 16,3 2-4-16,-1-4 4 0,3 6-5 0,1-3-2 16,-4 1 3-16,3 0-2 0,-3-4-2 0,0-1 1 15,0 1-7-15,-2 0 4 0,1 0 4 0,-1 1-4 16,-2-2-5-16,-1 1 5 0,-4-2-4 0,-2-5 3 16,3 10-3-16,-6-2 1 0,2 0-1 0,-3-2 0 15,-4 2 4-15,-1-1-4 0,-2 1 0 0,-3-1 2 16,-2 0-3-16,5-2 2 0,-2-1 1 0,2 1 0 15,-2-5 0-15,0 2-4 0,4 0 0 0,1-3-1 16,8 1-2-16,-12-3-4 0,12 3-5 0,-7-7-2 16,5 1-8-16,2 6 2 0,6-14 0 0,2 3-1 15,1-5-3-15,0 2-1 0,5 0 0 0,5-6-2 16,-1 2 0-16,0-2 2 0,1 2 0 0,-5 4 4 16,6-5-1-16,-1 2 0 0,-6 1 5 0,2 3 0 15,-4-2 3-15,-1 1 5 0,0-2-3 0,-5 6 7 16,-1-2-2-16,0 2 2 0,-4 0-2 0,0-2 2 15,-4 3 4-15,0 0 1 0,1 1 0 0,-6 1-3 16,0 0 3-16,-4 0 4 0,2 2 2 0,-1 1-3 16,-1 1-2-16,-1 0 5 0,1 3-4 0,1 0 1 15,-1 0-2-15,1 3-3 0,-1 0 1 0,3 3-1 16,-1 1-4-16,-1-1-9 0,3 3-18 0,-1 0-26 16,4 3-38-16,3 1-37 0,3-1-53 0,0 1-40 15,3 1-191-15,2-2-451 0,2-1 200 0</inkml:trace>
  <inkml:trace contextRef="#ctx0" brushRef="#br0" timeOffset="50120.8">29068 13598 1604 0,'18'-19'51'0,"-5"6"-35"0,-7 1 30 16,1 5 10-16,-1-4 15 0,1 2 2 0,-4 3 3 15,1-1 12-15,1 2 2 0,-5 5-7 0,7-8-5 16,-7 8 4-16,0 0 12 0,0 0 4 0,0 0-6 15,0 0 11-15,9 18-1 0,-9-7-10 0,0 2-15 16,1 2-8-16,3-4-8 0,0 6-3 0,1-2-5 16,0-1 1-16,1 2-12 0,2-4-5 0,-2-2 2 15,2-1-7-15,2-2-2 0,2-1-4 0,1-1-4 16,1 0 2-16,-2-4-6 0,4 0 2 0,-2 1-8 16,-3-4-1-16,3 0-6 0,2-3 4 0,-4 0-6 15,-1-2-1-15,-2-2 1 0,1 1-2 0,-4 0 6 16,1-3-1-16,-1 2-2 0,2-7-1 0,-5 2-1 15,1 2 1-15,-1-7 1 0,1 2 2 0,1 5-1 16,0 1-1-16,-4 3 8 0,3-2 8 0,-1 4 2 0,-3 6-7 16,2-8-2-16,-2 8 7 0,0 0 0 15,0 0 21-15,0 0 0 0,3 19 20 0,-5-7-13 16,1 4-2-16,-3 1 0 0,2 2-6 0,-3 6-6 16,1 0 0-16,0 0-6 0,1-5 0 0,1-3-3 0,2 9-11 15,-3 0-27-15,2-1-41 0,1-6-42 0,-3 1-44 16,2-2-54-16,0-1-53 0,3-1-48 15,0 0-258-15,-1-5-599 0,4-1 265 0</inkml:trace>
  <inkml:trace contextRef="#ctx0" brushRef="#br0" timeOffset="50421.96">30054 13505 236 0,'7'0'263'16,"-7"0"-6"-16,17 3-14 0,-9 0-15 16,-2 0-5-16,-2 2-15 0,-1 2-16 0,-2 0-20 0,-1-7-7 15,-3 17-16-15,-2-7-10 0,-1 1-8 16,-3 4-11-16,-4-3-8 0,5-2-7 0,-3 3-12 16,-3-2-10-16,1 0-9 0,4-5-3 0,3 2-13 0,2-3 1 15,-1-1-10-15,-1 1-3 0,3-1-7 0,3-4 2 16,-5 7-8-16,5-7 6 0,0 9-1 15,0-9 4-15,0 0-6 0,10 8-6 0,-2-6 2 16,3 0-6-16,3-4-1 0,4 2 0 0,4-2-16 0,-2 1-18 16,8-5-41-16,2 4-34 0,-2-4-43 15,-3 1-48-15,5-1-47 0,-1-1-37 0,2 0-8 0,-2-3-183 16,1 2-487-16,2-2 215 0</inkml:trace>
  <inkml:trace contextRef="#ctx0" brushRef="#br0" timeOffset="50599.78">30750 13382 93 0,'4'-7'231'16,"-1"3"-5"-16,-3 4 0 0,0 0 11 0,0 0 3 15,0 0 12-15,0 0-13 0,0 25-18 0,-4-10-16 16,-2 10-15-16,-2-3-16 0,-4 5-15 0,1-1-15 0,3-1-17 16,0 2-11-16,1-2-17 0,0 0-28 0,4-1-57 15,-1 1-58-15,2 2-60 0,-1-1-78 0,4-5-68 16,-4 4-198-16,3 0-484 0,-2-7 214 15</inkml:trace>
  <inkml:trace contextRef="#ctx0" brushRef="#br0" timeOffset="51816.03">30093 13539 51 0,'0'0'104'15,"0"-9"-3"-15,0 9-5 0,0 0-16 0,-3-9 8 16,3 9-9-16,0 0-2 0,-3-10 4 0,3 10 6 16,0 0-3-16,-4-11-2 0,4 11-4 0,-3-8 9 15,3 8-2-15,-3-7 1 0,3 7 21 0,-3-8-1 16,3 8-6-16,-4-9-11 0,4 9-7 0,-2-10-10 15,2 10-5-15,-3-8 2 0,1 2-7 0,-2 1-8 16,4 5-2-16,-7-9-5 0,2 5-1 0,-2-1-8 16,0 2-5-16,7 3-1 0,-15-4-4 0,4 1-3 15,-1 3-5-15,0 0-9 0,1 3-25 0,-1-2-31 16,0 2-54-16,3 0-44 0,0 2-43 0,-3 1-148 16,2-1-360-16,2 1 159 0</inkml:trace>
  <inkml:trace contextRef="#ctx0" brushRef="#br0" timeOffset="53417.74">27608 14472 24 0,'0'0'152'0,"0"0"-5"0,0 0-5 16,-6-5-8-16,6 5 2 0,0 0-13 0,0 0-4 15,0 0 5-15,0 0-2 0,0 0-14 0,0 0-6 16,0 0-9-16,0-10-8 0,0 10 1 0,0 0 0 16,0-10 3-16,0 10 6 0,0 0-4 0,2-12-7 15,-2 12-8-15,2-8 0 0,-2 8 3 0,0 0-1 16,-2-11 2-16,2 11-9 0,-2-7-6 0,2 7-3 16,0 0 2-16,-2-9 5 0,2 9-6 0,0 0-2 15,0 0-4-15,0 0-10 0,0 0-1 0,0 0 4 16,0 0 3-16,0 0 6 0,0 0 7 0,-4 27 8 15,4-11 8-15,1 7 1 0,-1 4 0 0,0-1 2 16,0 2 3-16,-1-4 0 0,1 3-7 0,0-2-1 0,0 2 3 16,0-9-7-16,1 8-4 0,1-9-1 15,-1 2 8-15,-1-1-10 0,4-2 0 0,-4-4-6 16,4 2-13-16,1-2 3 0,-4-2 11 0,3-1-45 16,-2 0 4-16,0-3-4 0,-2-6 3 0,1 12 0 15,-1-7-3-15,0-5 2 0,0 11 0 0,0-11 4 0,0 6-2 16,0-6 0-16,0 0 3 0,0 0-7 15,1 9 2-15,-1-9-3 0,0 0-1 0,0 0-6 16,0 0-2-16,0 0-10 0,0 0-33 0,0 0-41 16,0 0-44-16,-13-15-41 0,8 6-49 0,3 3-63 15,-2-4-82-15,4-2-312 0,-1 5-720 0,-3-5 318 0</inkml:trace>
  <inkml:trace contextRef="#ctx0" brushRef="#br0" timeOffset="54749.88">28507 14389 102 0,'-2'-7'126'15,"2"7"-7"-15,0 0-6 0,0 0-9 0,0 0-4 0,0 0-10 16,0 0-7-16,0 0 5 0,0 0-8 15,0 0-9-15,0 0-3 0,0 0-7 0,0 0-5 16,0 0 3-16,0 0-3 0,0 0-2 0,0 0-1 16,0 0 0-16,0 0 0 0,0 0 0 0,0 0 1 0,0 0 4 15,0 0 4-15,0 0 2 0,0 0 6 0,0 0-2 16,0 0-16-16,0 0 3 0,0 0 5 16,0 0-5-16,0 0 2 0,0 0-5 0,4-7-2 15,-4 7-7-15,0 0 0 0,0 0-7 0,0-9 0 16,0 9 2-16,0 0-4 0,0 0 9 0,-2-12-4 0,2 12-7 15,-1-7 1-15,1 7-3 0,0 0-2 16,-4-10 5-16,4 10 2 0,0 0-2 0,0 0-4 16,-1-9-1-16,1 9-6 0,0 0 0 0,0 0-5 15,0 0 4-15,0 0 16 0,0 0 4 0,9 21 2 16,-7-10 11-16,1 5-2 0,0 10 6 0,-3-1 11 0,0 7-2 16,-2-1 1-16,0 1-4 0,-2 0 6 15,1 0-5-15,2 0 10 0,-3 0-4 0,3-5-1 16,0 1-3-16,1-3-4 0,0-1-2 0,1-6 2 15,-1 1-6-15,0-2 7 0,4-2-8 0,-3-2-9 16,0-2 4-16,2 0-11 0,-3-3 4 0,0-1-13 16,2 0 2-16,-2-7 1 0,2 10-8 0,-2-10-5 0,1 8 6 15,-1-8-1-15,0 0-6 0,1 7 0 0,-1-7 0 16,0 0 0-16,0 0-1 0,0 0-5 16,0 0-10-16,0 0 3 0,0 0-17 0,0 0-26 15,-6-26-20-15,3 17-31 0,1 0-33 0,-2-3-33 0,1 2-26 16,-2-2-22-16,3 1-20 0,-2 0-31 0,2 1-29 15,2 1-24-15,-2 2-197 0,-2 1-545 0,-1-1 241 16</inkml:trace>
  <inkml:trace contextRef="#ctx0" brushRef="#br0" timeOffset="56248.74">29494 14382 95 0,'-10'-3'169'0,"10"3"9"0,-9-4-12 16,2 2 6-16,7 2-9 0,-15-3-10 0,9 2 2 16,6 1 1-16,-14 3-6 0,2-2 0 0,3 2-8 15,1 3-4-15,-2 0-12 0,3-1-15 0,-1 4-7 16,-1 0-2-16,-1 3 2 0,1 2-6 0,1-1-6 15,-2 3 5-15,4 2-8 0,-1-2 5 0,2-1-9 16,1 2-10-16,2 1 8 0,2-3-8 0,-3 2-3 16,2 1-1-16,3-1-12 0,0-4-4 0,0-2-1 15,2 2-6-15,4 2-4 0,-2-4-6 0,3-1-11 16,1-1 4-16,2-3-4 0,0 0 1 0,1-2-3 16,5-2-1-16,-4-1 3 0,5-2-6 0,-1-2 1 15,3-3-7-15,-3 0-2 0,-4 0-2 0,4-3 6 16,-3-1-7-16,2-1 0 0,-3-1 1 0,-2-2 0 15,1-1-6-15,-2-1 4 0,-4 0 0 0,2-2-5 16,-3 0-2-16,3-5 1 0,-2 6 2 0,-6-2-2 16,-2-2 5-16,-3 2-6 0,1 1-1 0,1 1-1 15,-1-1 3-15,-3 2-3 0,-3 0 0 0,-2 3 0 16,3 3-2-16,-1 0 3 0,-5 1 0 0,-2 1-2 16,4 5-1-16,-5 0 6 0,-3 2-6 0,0 2-1 15,1 2-7-15,1 3-9 0,0-1-18 0,1 3-22 16,0 0-24-16,2-1-31 0,2 2-28 0,0 3-41 15,5-3-43-15,3 0-43 0,3 1-232 0,-1 2-541 16,7-4 239-16</inkml:trace>
  <inkml:trace contextRef="#ctx0" brushRef="#br0" timeOffset="57298.58">30184 14341 19 0,'-1'-9'157'0,"1"9"-5"0,-1-11-7 16,-1 6-2-16,2 5-2 0,-2-13 0 0,2 13-8 16,0-11-2-16,0 11-4 0,-2-8 0 15,2 8 0-15,0 0-3 0,2-14-4 0,-2 14 0 16,0-4-3-16,0 4-4 0,0 0-4 0,0 0-4 16,0 0-7-16,0-11-2 0,0 11-9 0,0 0-5 15,0 0-10-15,0 0-6 0,0 0-8 0,0 0 11 16,0 0 9-16,0 0-2 0,0 0 13 0,5 27 3 15,-4-11-2-15,-1-1 13 0,0 3-5 0,-1 1-3 16,0 6-6-16,-2 0 4 0,0-6-8 0,0 9-1 16,1-9 21-16,-2 5-15 0,1-5-9 0,0 6-4 0,2-5 2 15,1-1-7-15,0-1 3 0,-1 2-4 0,-1-5-10 16,1 0-3-16,0-2 18 0,1-1-4 16,0-1-7-16,0-1-2 0,0 1 1 0,0-4 1 15,-2 0-1-15,2-7-6 0,0 14-6 0,0-14-4 16,0 8-7-16,0-8 1 0,2 7-6 0,-2-7-2 0,0 0-3 15,0 0-1-15,0 0-1 0,0 0-6 0,0 0-13 16,0 0-20-16,0 0-24 0,0 0-27 16,0 0-53-16,0 0-66 0,2-27-42 0,2 18-40 15,0 2-42-15,5-6-52 0,-1 5-37 0,1-1-239 16,4-1-684-16,4-1 303 0</inkml:trace>
  <inkml:trace contextRef="#ctx0" brushRef="#br0" timeOffset="57855.71">30868 14317 101 0,'0'0'234'0,"2"-10"-11"15,-2 10-9-15,0 0-5 0,0 0-19 0,-10-8-9 0,10 8-4 16,-10-1-5-16,10 1-4 0,-13 3 1 15,13-3 3-15,-10 7-7 0,2 1-7 0,-1-2-13 16,2 4 3-16,0 1-1 0,-4 2-9 0,1 1-8 16,1 1-1-16,2 0-3 0,1 0-7 0,1 0-11 15,1 0-10-15,3-3-4 0,-1 0-6 0,2 0-13 16,3 0-4-16,0-3-4 0,3 1-4 0,-2-1-8 16,2-2-1-16,3-1-5 0,0 0-1 0,2-3-9 15,4-2-16-15,2 2-1 0,0-3 9 0,1-3-10 16,2 0 2-16,0-4-2 0,-1 1-7 0,1 0-5 15,-2-3 13-15,1 0-5 0,-3-4 3 0,-3 3-7 16,0-4 3-16,-1 3-1 0,-3-4-4 0,-4 0-1 0,-1 1 7 16,-2 1-6-16,0 3-4 0,-4-4 6 15,0 2 4-15,-2-4-2 0,-3 6-6 0,1 0 0 16,-4 1-3-16,-2-1-3 0,0 4 13 0,0 0-10 16,-1 2 2-16,-7 1-15 0,0 0-26 0,-1 5-31 15,-1 1-34-15,-7 0-43 0,0 5-45 0,2-1-65 0,-1 0-60 16,1 3-48-16,-4 0-225 0,2 1-632 15,3-1 280-15</inkml:trace>
  <inkml:trace contextRef="#ctx0" brushRef="#br0" timeOffset="58815.87">26634 14479 181 0,'0'-8'255'0,"0"8"-8"0,-4-5-17 16,4 5-14-16,-4-6-8 0,4 6-5 0,0 0-9 15,-12 0-10-15,12 0-8 0,-15 6-8 0,5-1-8 16,1 3 0-16,3-1 8 0,-3 5-9 0,1 2-16 15,-3 4-6-15,7-1 0 0,-2 2-15 0,3 0-9 16,3 0-8-16,0-2-8 0,1-4-9 0,1-2 0 16,4 1-5-16,-2 0-5 0,5 4-15 0,3-3-2 15,1-2-6-15,3-2-4 0,0-4-1 0,6-1-3 0,-4-3-9 16,4 1-3-16,-1-4-8 0,-2 1 1 16,2-4-1-16,0 3-1 0,-2-4-5 0,0 1 1 15,-3-2-11-15,-1-1 6 0,-2-3-1 0,-5 4-4 16,0-3-1-16,-3 1 3 0,-1-1-5 0,-4-1 3 15,0-1-5-15,-4-4-1 0,-1 1 1 0,-3-2 6 16,-5 1-13-16,-2 1 5 0,-1 2 2 0,-5-1-10 16,-5 1-1-16,6 5-8 0,-1 0-14 0,2 4-10 15,-2-2-21-15,1 6-23 0,0 0-34 0,-3 2-42 16,-8 5-41-16,6 3-50 0,-2 3-58 0,1 0-45 0,-3 4-186 16,2-2-580-16,4 1 257 0</inkml:trace>
  <inkml:trace contextRef="#ctx0" brushRef="#br0" timeOffset="59316.41">25500 14675 175 0,'-19'1'252'0,"8"0"-1"0,-2 4-7 15,-5 4-6-15,0 2-10 0,2 1-12 0,4 1 1 16,-2 3-17-16,4-1-19 0,1 3-13 15,5-1-10-15,2-2-5 0,0 4-18 0,4-1-1 16,-5 0-21-16,6-1-12 0,1-1-3 0,2-1 7 0,4 0-11 16,1-1-12-16,1-3 6 0,3 0-11 0,-1-4-1 15,3-3-9-15,4 2-5 0,-2-3-5 0,4-3-9 16,-2-2-5-16,0 1-2 0,0-5 4 16,-3 2-9-16,0-4-10 0,0 0-10 0,0-1 7 15,-5-1 3-15,1-3-6 0,0-1 2 0,-6-2 2 0,-1 1-6 16,1 0 6-16,-4-2-9 0,-4-3-4 0,0 1-4 15,-3 0-1-15,-6 0 1 0,2-5 0 0,-4 7 0 16,3 0-5-16,-4 4 4 0,1-1-5 16,-3 4-2-16,3 1-15 0,-2 2 10 0,-1 4-14 0,3 0-10 15,-7 3-13-15,5 3-21 0,-3 1-21 0,0 4-21 16,-2 4-37-16,-3 3-37 0,2 4-34 0,5 3-43 16,1 2-53-16,-3-2-186 0,9-5-538 0,5 4 238 15</inkml:trace>
  <inkml:trace contextRef="#ctx0" brushRef="#br0" timeOffset="60751.28">27721 14886 10 0,'0'0'60'0,"0"0"-21"16,0 0-38-16,0 0-20 0,22 2-20 0,-22-2 10 16</inkml:trace>
  <inkml:trace contextRef="#ctx0" brushRef="#br0" timeOffset="61675.28">30440 14762 5 0,'0'0'31'0,"0"0"-20"0,0 0-20 0,0 0-8 16,0 0 5-16</inkml:trace>
  <inkml:trace contextRef="#ctx0" brushRef="#br0" timeOffset="61980.77">31312 14643 53 0,'0'0'28'0,"0"0"-30"15,-20-6-12-15,20 6-14 0,-11 0 7 0</inkml:trace>
  <inkml:trace contextRef="#ctx0" brushRef="#br0" timeOffset="62785.82">20258 15949 14 0,'0'0'98'0,"-10"-4"-10"0,10 4-13 0,0 0-12 16,0 0-9-16,0 0-1 0,0 0-21 0,0 0-11 15,-4-5-29-15,4 5-20 0,0 0-49 0,0 0-84 16,0 0 37-16</inkml:trace>
  <inkml:trace contextRef="#ctx0" brushRef="#br0" timeOffset="63024.68">20582 15967 62 0,'0'0'148'0,"0"0"-15"0,0 0-13 16,0 0-1-16,0 0-37 0,0 0-29 0,0 0-15 16,0 0-32-16,0 0-22 0,0 0-45 0,0 0-53 15,0 0-124-15,0 0 55 0</inkml:trace>
  <inkml:trace contextRef="#ctx0" brushRef="#br0" timeOffset="63300.57">20969 15916 110 0,'0'0'138'0,"0"0"-15"0,-6-3-21 16,6 3-4-16,0 0-13 0,0 0 5 0,0 0-30 15,-7-4-13-15,7 4-18 0,0 0-19 0,0 0-21 0,0 0-17 16,0 0-28-16,0 0-78 0,0 0-143 0,0 0 64 16</inkml:trace>
  <inkml:trace contextRef="#ctx0" brushRef="#br0" timeOffset="63566.73">21266 15915 141 0,'0'0'166'16,"0"0"-20"-16,0 0-8 0,8 0-17 0,-8 0-17 15,0 0-10-15,0 0-8 0,0 0-4 0,0 0-17 16,0 0-34-16,0 0-26 0,0 0-25 0,0 0-39 16,0 0-32-16,12 5-78 0,-12-5-181 0,0 0 80 15</inkml:trace>
  <inkml:trace contextRef="#ctx0" brushRef="#br0" timeOffset="63803.87">21742 15898 128 0,'0'0'204'16,"0"0"-30"-16,0 0-8 0,0 0-22 0,0 0-9 15,0 0-20-15,0 0-33 0,0 0-30 0,0 0-26 16,0 0-45-16,0 0-51 0,0 0-120 0,0 0-206 16,0 0 92-16</inkml:trace>
  <inkml:trace contextRef="#ctx0" brushRef="#br0" timeOffset="64945.08">27811 15082 35 0,'-11'0'106'0,"11"0"12"15,-12 0-1-15,12 0 0 0,-17 1-2 0,7-1-8 16,2 0 5-16,-2 1-1 0,-1 0-5 0,2-1-2 16,-2 1-2-16,0-1-1 0,2 0 4 0,9 0-4 15,-18 0-8-15,8 0-5 0,2 0 1 0,8 0-3 16,-13 0 1-16,13 0-9 0,-10 0 0 0,10 0-3 16,0 0-12-16,-9 0-9 0,9 0 8 0,0 0-15 15,0 0-9-15,0 0-1 0,0 0-2 0,0 0 2 16,0 0-2-16,27 2-3 0,-9-4 10 0,4 2-7 15,8 0 4-15,2-1-6 0,3 2-1 0,1-2-5 16,16 1 1-16,2-1 4 0,-2-4-9 0,6 5-1 16,-2-6 1-16,9 3-7 0,25 0-4 0,-28 5 4 15,4-5-4-15,26 0 2 0,-28-1-4 0,0 3 1 16,0-1-2-16,1 0-1 0,-1 1-1 0,27-4-1 16,-31 4 2-16,4 1-5 0,0-2 3 0,27 2 1 15,-27-1-3-15,0 0-3 0,28-8 3 0,-31 5-4 16,3 3-2-16,-5-3 5 0,4-2 5 0,0 0-1 15,-2 2 1-15,-1-3 0 0,-3 3 7 0,-2-2-3 16,-3 2 8-16,2-1-3 0,-2-3 0 0,2 3 0 16,-2-2-1-16,-11 5-1 0,10-2-4 0,3-2-3 15,-2 3-2-15,-13-1 6 0,0 1 1 0,14-2-2 16,-14 3-7-16,12-3 4 0,-12-1-5 0,-1 1 1 16,3 2 34-16,-4-4-4 0,1 2-8 0,1 0-2 15,-2 3-8-15,-3 0 7 0,-1 1-5 0,-1-2-2 16,-4 3 0-16,-6-2 0 0,-3 0-2 0,2 2-2 15,-4 2 0-15,0-4-2 0,-4 2 7 0,0 2-8 16,-2-2-1-16,-4 0-2 0,-7 0 2 0,14-2 4 16,-14 2-6-16,8 2 5 0,-8-2-4 0,7 0-4 15,-7 0 6-15,0 0-7 0,0 0 1 0,0 0-4 16,12-2-12-16,-12 2-18 0,0 0-24 0,0 0-32 16,0 0-46-16,0 0-55 0,0 0-89 0,0 0-223 15,0 0-539-15,0 0 238 0</inkml:trace>
  <inkml:trace contextRef="#ctx0" brushRef="#br0" timeOffset="66333.05">23826 13689 157 0,'-2'-9'227'0,"-2"2"-5"0,0 2-7 16,2-4-6-16,2 9-6 0,-6-11-9 16,5 6-8-16,1 5-6 0,0 0-11 0,-2-9-20 15,2 9-14-15,0 0-13 0,0 0-1 0,0 0 11 0,0 0 6 16,0 0-8-16,-7 26-5 0,6-9-6 0,2 1-14 15,-6 1-11-15,1 6 0 0,3-1 2 0,1-3-18 16,0-3-10-16,1-1-11 0,-2 0-3 16,2 2-1-16,3-2-9 0,-3-4-3 0,3-2-1 0,-1 1-7 15,-3-1-3-15,2 0-4 0,1 0-1 0,-1 0-6 16,-2-1-18-16,3-1-24 0,-2-1-29 0,1-2-34 16,-4 3-32-16,4-2-44 0,-2-7-41 0,0 14-35 15,0-9-32-15,0-5-221 0,0 0-529 0,-4 14 234 16</inkml:trace>
  <inkml:trace contextRef="#ctx0" brushRef="#br0" timeOffset="66649.73">24122 13763 119 0,'6'3'204'0,"2"0"6"0,-5 1-6 15,1 0-4-15,-1 4-20 0,-2-1-5 0,-1-7-9 16,-2 13-5-16,-4-4-15 0,1 0-9 0,-5 1-13 16,0-2-11-16,-4 1-8 0,-2 0-7 0,6-2-5 15,-2-1-6-15,1 1-7 0,2-1-5 0,2-2-9 16,0 0-9-16,2-1-5 0,0 1-6 0,5-4-6 16,-6 5 3-16,6-5-4 0,-7 4 6 0,7-4 0 15,0 0-3-15,0 0-4 0,0 0-9 0,5 13-1 16,-5-13-3-16,9 5 0 0,-1-2-4 0,3 1-1 15,0-2-5-15,2-1-4 0,0-1-17 0,7 0-24 16,-6 2-29-16,0-2-41 0,5 0-34 0,-2-3-44 16,2 1-31-16,-1 0-37 0,-6 1-155 0,0-3-433 15,2 1 191-15</inkml:trace>
  <inkml:trace contextRef="#ctx0" brushRef="#br0" timeOffset="67083.02">24323 13782 127 0,'0'0'222'0,"0"0"4"15,16 22 1-15,-15-15-3 0,3 3-6 0,0-1-20 16,1 1-8-16,0 0-7 0,1 2-12 0,4 2-9 16,-3-4-10-16,0 2-11 0,3-1-11 0,-3 1-8 15,0-3-10-15,-2 1-15 0,0-1-11 0,1 1 0 0,-3-1-10 16,-2-2-14-16,-1 0 1 0,1-2-11 15,-1-5-4-15,-3 12 5 0,-1-6-11 0,-3 2-7 16,-2-3-4-16,0-1-1 0,-1 1-1 0,1-1-8 16,1-2 0-16,0-1 0 0,8-1-2 0,-13-1-7 15,13 1-7-15,-10-7-12 0,6 1-4 0,4 6-2 16,-1-16 0-16,2 4-1 0,4 1 2 0,4-8 1 16,1 3 1-16,4-8 0 0,1 3 2 0,3-1 1 15,0 2 2-15,-1-6 0 0,-2 4 0 0,0 1 2 16,1-1 2-16,-5 8-3 0,1-3 5 0,-3 3 1 0,0 4-2 15,-3-2 1-15,-1 2-1 0,-5 1 0 0,3-1 3 16,-3 3-1-16,0 7 2 0,-9-10-2 16,-1 6 4-16,-1 1-2 0,0 3-2 0,-3 0 3 15,-3 2-2-15,-1 3-3 0,3 3 7 0,-4-2-8 16,2 5-12-16,-5 7-30 0,2-3-37 0,5-1-45 0,-1 0-48 16,5 0-52-16,1 3-54 0,-1-4-164 0,4 1-481 15,3-2 213-15</inkml:trace>
  <inkml:trace contextRef="#ctx0" brushRef="#br0" timeOffset="69115.78">22532 13862 98 0,'-19'-4'239'0,"4"1"-11"15,3 0 1-15,3 1-13 0,2-1-16 0,2-1-14 16,5 4-14-16,0 0-12 0,3-12-16 16,-3 12-4-16,11-5 7 0,-2 1-13 0,4 1-5 15,-3 2-7-15,3 2-8 0,-2 2-7 0,0 0-12 0,-2 2-8 16,-2 2-5-16,-2-1-6 0,-1 1-9 0,0 2-7 15,-1 1-5-15,-3 0 0 0,-2 1-10 0,0 1-2 16,-2 0-1-16,-1-1 19 0,-3-2-4 16,2 3-10-16,-2-3 1 0,0-1-10 0,2 0 0 0,0 0-5 15,1-5 1-15,2 1-3 0,-1 1-11 0,4-5 2 16,-4 5-5-16,4-5-7 0,0 0-8 0,0 0-18 16,0 0-16-16,0 0-19 0,0 0-21 15,0 0-28-15,26-6-22 0,-9 0-18 0,0 1-22 16,-2-2-18-16,2 0-18 0,3 0-7 0,0-2-6 0,2 3 2 15,-3-3 9-15,8-1 4 0,-2-2-110 0,0 1-332 16,0 0 147-16</inkml:trace>
  <inkml:trace contextRef="#ctx0" brushRef="#br0" timeOffset="69316.33">22823 13869 1089 0,'18'-10'-89'16,"-4"1"23"-16,-4 2 31 0,0 0 19 0,-2-2 19 15,0 1 17-15,-8 8 12 0,6-8 19 16,-6 8 16-16,0 0 14 0,4-11 6 0,-4 11 3 0,0 0-4 16,0 0-8-16,0 0 7 0,1-6 13 0,-1 6-2 15,0 0 2-15,0 0 1 0,0 0-12 0,7 28-3 16,-2-20 0-16,-1 2-7 0,2 0-2 0,0-1-1 15,1 0-8-15,-1 0-6 0,1 0-3 0,-2 0-6 16,1 0-3-16,-2-1-7 0,2 1-5 0,-2-4-1 16,1 3-4-16,-1-2-5 0,-1-2 1 0,-3-4-3 15,0 10-9-15,0-10-24 0,-5 8-31 0,-1-4-30 16,-4-2-46-16,-4 1-27 0,3-2-35 0,-5 0-17 16,0-3-14-16,-3 0-123 0,6-1-360 0,-4-4 159 15</inkml:trace>
  <inkml:trace contextRef="#ctx0" brushRef="#br0" timeOffset="69699.03">22891 13773 43 0,'11'-7'81'15,"1"-1"-17"-15,8 0-11 0,-3-1-17 0,3 2-20 16,1 0-12-16,6-2-5 0,0 0-11 0,-2-1-14 16,3 2-17-16,-1 1-48 0,0 0 22 0,-7 1 181 15,2 0-124-15,-2 0 6 0,1 0 5 0,-3 0 16 16,0 2 5-16,-7-2 5 0,-1 1 8 0,1 0 10 15,-2 2 17-15,-3 1 1 0,-6 2 10 0,8-5 16 16,-8 5 6-16,0 0 14 0,0 0 8 0,0 0 12 16,0 0 15-16,0 0 10 0,-22 26 6 0,8-11-2 15,0 0 4-15,-7 6-7 0,3 0-10 0,1 3-13 16,0 0-11-16,4 0-9 0,2 3-10 0,1-4-10 16,7-6-5-16,0-2-12 0,3 2-6 0,2-5-7 15,2-1-1-15,-1-1-6 0,4 1-9 0,-2-4-4 16,5-1 0-16,-2-2-8 0,-2 1 1 0,2-4-6 15,-1-1-3-15,-7 0 1 0,17-3-3 0,-17 3-1 16,9-6-5-16,-7 3-2 0,-2 3 0 0,-1-11-1 16,1 11-2-16,-10-15-2 0,0 9-3 0,0-2-9 15,-2 2-5-15,-6 0-16 0,5 3-19 0,-3-1-28 16,2 4-22-16,-4 0-36 0,5 3-24 0,-2 0-30 16,-1 3-36-16,0 2-195 0,-3 3-448 0,1 1 199 15</inkml:trace>
  <inkml:trace contextRef="#ctx0" brushRef="#br0" timeOffset="73516.87">22809 17022 7 0,'0'0'148'0,"0"0"1"15,0 0-9-15,0 0 0 0,0 0-16 0,0 0 1 16,0 0-4-16,0 0-10 0,5-5-5 0,-5 5-5 16,0 0-8-16,0 0-6 0,0 0-4 0,0 0-8 15,0 0-6-15,0 0-2 0,0 0-12 0,0 0-4 16,0 0-6-16,0 0-2 0,0 0-9 0,0 0-4 15,0 0-4-15,0 0-18 0,0 0-13 0,0 0-21 16,0 0-33-16,0 0-19 0,0 0-35 0,0 0-24 16,0 0-23-16,0 0-84 0,0 0-263 0,0 0 116 15</inkml:trace>
  <inkml:trace contextRef="#ctx0" brushRef="#br0" timeOffset="75784.31">22529 18351 53 0,'0'0'130'0,"0"0"-6"15,0 0-6-15,0 0-3 0,0 0-11 0,0 0 3 16,0 0 0-16,0 0-5 0,0 0 7 0,0 0 2 16,0 0 38-16,0 0 0 0,0 0 2 0,0 0 7 15,0 0-5-15,0 0 4 0,0 0-2 0,42-29-9 16,-42 29-6-16,0 0-1 0,0 0-9 0,0 0-14 15,36-10-1-15,-36 10-10 0,40-3-10 0,-2-1-8 16,0-3-13-16,12 2-7 0,10-4-14 16,7-3-32-16,31 0-44 0,1-6-48 0,3 2-66 15,6-4-95-15,-4 4-282 0,12-8-555 0,-8-2 246 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5T07:18:37.177"/>
    </inkml:context>
    <inkml:brush xml:id="br0">
      <inkml:brushProperty name="width" value="0.05292" units="cm"/>
      <inkml:brushProperty name="height" value="0.05292" units="cm"/>
      <inkml:brushProperty name="color" value="#FF0000"/>
    </inkml:brush>
  </inkml:definitions>
  <inkml:trace contextRef="#ctx0" brushRef="#br0">12305 18585 83 0,'0'0'99'16,"0"0"-6"-16,0 0-12 0,0 0-12 0,0 0 0 15,0 0-22-15,0 0 3 0,0 0-5 0,0 0-5 16,0 0-2-16,0 0-3 0,0 0-1 0,0 0-9 15,0 0-3-15,0 0 1 0,0 0-6 0,0 0-6 16,0 0-7-16,0 0 9 0,0 0-5 0,0 0-9 16,0 0 5-16,0 0-1 0,0 0-3 0,0 0 1 15,0 0 3-15,0 0 2 0,0 0 0 16,0 0 9-16,0 0-11 0,0 0 10 0,0 0-10 16,0 0 2-16,0 0 1 0,0 0 13 0,0 0-9 15,0 0 2-15,0 0-6 0,0 0 10 0,0 0-3 16,0 0-4-16,0 0-3 0,0 0-4 0,0 0 10 0,0 0-7 15,0 0 6-15,0 0 0 0,0 0-13 0,0 0 4 16,0 0 3-16,0 0-1 0,0 0-3 0,0 0-1 16,-73 9 14-16,73-9 16 0,0 0-11 15,0 0 2-15,0 0 0 0,0 0 3 0,0 0 3 16,0 0 1-16,0 0-3 0,0 0 6 0,0 0-3 16,0 0-2-16,0 0-9 0,-37 16 6 0,37-16 0 15,0 0 0-15,0 0 1 0,0 0 6 0,0 0 1 16,0 0 2-16,0 0-2 0,0 0-5 0,0 0 2 15,0 0-1-15,0 0 0 0,0 0-5 16,0 0 4-16,0 0-7 0,0 0 8 0,0 0-1 16,0 0-3-16,0 0 2 0,0 0 2 0,0 0 2 0,0 0-1 15,0 0 1-15,0 0 3 0,68 44-4 0,-68-44 3 16,0 0-2-16,0 0-3 0,37 3-3 0,-37-3 0 16,0 0 0-16,36 4 0 0,-36-4-3 0,0 0 2 15,0 0-2-15,45-1 0 0,-45 1-2 0,0 0-2 16,40 0 3-16,-40 0 0 0,0 0-3 0,45 2-2 15,-45-2 1-15,0 0-2 0,40 3 0 16,-40-3-9-16,29 4 7 0,-29-4-1 0,0 0-2 16,48 10-3-16,-48-10 4 0,27 4-1 0,-27-4 0 15,38 4-5-15,-38-4 0 0,0 0 4 0,42 6 3 16,-42-6-2-16,32 3 1 0,-32-3-1 0,38 5 1 16,-38-5 4-16,0 0-7 0,48 3 5 0,-48-3-4 0,35 3 1 15,-35-3-3-15,36 4 3 0,-36-4-3 16,36 2 0-16,-36-2-1 0,37 3 0 0,-37-3 0 15,0 0 2-15,53 3-3 0,-53-3 2 0,34 1-6 16,-34-1 4-16,38 1-1 0,-38-1 0 0,0 0-6 16,49 5 7-16,-49-5 1 0,38 0 0 0,-38 0-3 15,37 4 0-15,-37-4 1 0,0 0-1 0,44-1 2 16,-44 1 1-16,38-1-3 0,-38 1 1 0,0 0-8 16,44 0 9-16,-44 0-5 0,0 0 8 0,48-2-3 15,-48 2 3-15,32 0 0 0,-32 0 5 0,0 0-1 16,45-3 3-16,-45 3-2 0,34-2 2 0,-34 2 3 15,0 0-1-15,44 2-5 0,-44-2 1 0,0 0-10 16,42 0 10-16,-42 0-4 0,0 0 3 0,37 0-3 16,-37 0-3-16,0 0 6 0,0 0 2 0,0 0-7 15,45 2 6-15,-45-2 1 0,0 0 2 16,0 0-1-16,37 1-1 0,-37-1 4 0,0 0-4 16,0 0-11-16,0 0 14 0,0 0 0 0,42 2-1 15,-42-2 1-15,0 0-2 0,0 0 2 0,0 0-3 0,0 0 0 16,34 3-3-16,-34-3 0 0,0 0-10 15,0 0 9-15,0 0-1 0,0 0-2 0,40 0 7 16,-40 0-3-16,0 0-18 0,0 0 18 0,0 0 2 16,0 0-5-16,41-5 0 0,-41 5-2 0,0 0 4 15,0 0-3-15,0 0-2 0,33-3 2 0,-33 3-2 0,0 0 2 16,0 0-3-16,0 0-6 0,0 0 8 16,38-7 6-16,-38 7 6 0,0 0-6 0,0 0-9 15,0 0 8-15,0 0-2 0,38-5 6 0,-38 5-8 16,0 0-3-16,0 0 4 0,0 0-3 0,0 0 7 15,0 0-17-15,43 0 15 0,-43 0 4 0,0 0-3 16,0 0 0-16,0 0-6 0,0 0 3 0,0 0 2 16,0 0-3-16,0 0 3 0,36-2-6 0,-36 2 5 15,0 0-3-15,0 0-12 0,0 0 12 0,0 0-8 16,0 0 11-16,0 0-5 0,0 0 12 0,0 0-4 16,0 0 9-16,0 0 6 0,0 0-1 0,0 0-3 15,0 0-2-15,0 0 5 0,0 0-5 0,0 0-7 16,0 0 7-16,0 0 2 0,0 0 0 0,0 0-5 15,0 0 5-15,0 0 3 0,0 0-6 0,0 0-4 16,0 0 0-16,0 0-6 0,0 0 2 0,0 0 1 16,0 0 0-16,0 0 0 0,0 0-2 0,0 0 1 15,0 0-9-15,0 0 11 0,0 0-6 0,0 0 1 16,0 0 2-16,0 0-4 0,0 0-3 16,0 0 2-16,0 0 0 0,0 0-7 0,0 0 4 15,0 0 1-15,0 0 0 0,0 0 2 0,0 0 0 16,0 0-5-16,0 0-2 0,0 0 4 0,0 0-1 15,0 0-4-15,0 0 0 0,0 0 7 0,0 0-6 16,0 0 1-16,0 0 8 0,0 0-7 0,0 0 3 16,0 0 4-16,0 0 0 0,0 0-3 0,0 0 3 15,0 0 3-15,0 0 5 0,0 0-3 0,0 0 1 16,0 0-12-16,0 0 10 0,0 0-5 0,0 0 0 16,0 0 4-16,0 0-1 0,0 0-12 0,0 0 11 15,0 0-7-15,0 0-6 0,0 0 8 0,0 0-4 16,0 0 10-16,0 0-1 0,0 0-4 0,0 0 1 15,0 0-12-15,0 0 9 0,0 0-6 0,0 0 9 16,0 0-3-16,0 0 3 0,0 0-9 0,0 0 11 16,0 0 0-16,0 0-6 0,0 0-2 0,0 0-1 15,0 0 3-15,0 0 4 0,0 0-6 0,0 0-13 16,0 0 12-16,0 0-3 0,0 0 4 0,0 0 7 16,0 0-6-16,0 0 3 0,0 0-6 0,0 0 10 15,0 0-7-15,0 0-4 0,0 0 7 0,0 0-6 16,0 0-4-16,0 0 17 0,0 0-14 0,0 0-4 15,0 0 8-15,0 0 6 0,0 0-9 0,0 0 9 16,0 0 2-16,0 0 3 0,0 0-3 16,0 0 1-16,0 0-5 0,0 0 9 0,0 0-14 15,0 0 8-15,0 0-2 0,0 0 0 0,0 0-3 16,0 0 7-16,0 0-8 0,0 0 4 0,0 0-1 16,0 0-2-16,0 0 0 0,0 0-1 0,0 0 0 15,0 0 0-15,0 0 6 0,0 0-2 0,0 0-8 16,0 0-2-16,0 0 11 0,0 0 2 0,0 0-9 15,0 0 7-15,0 0-12 0,0 0 0 0,0 0 13 16,0 0-10-16,0 0-1 0,0 0 1 0,0 0 10 16,0 0-6-16,0 0 6 0,0 0 5 0,0 0-12 15,0 0-2-15,0 0 1 0,0 0 1 0,0 0 3 16,0 0 5-16,0 0-5 0,0 0-6 0,0 0 10 16,0 0 1-16,0 0-3 0,0 0 3 0,0 0-4 15,0 0 6-15,0 0-9 0,0 0 3 0,0 0-3 16,0 0 2-16,0 0-3 0,0 0 0 0,0 0 0 15,0 0 9-15,0 0-10 0,0 0 2 0,0 0-17 16,0 0 18-16,0 0-8 0,0 0 14 16,0 0-11-16,0 0 9 0,0 0-8 0,0 0 13 15,0 0-5-15,0 0-14 0,0 0 9 0,0 0 2 0,0 0 4 16,0 0-2-16,0 0-3 0,0 0-2 0,0 0 1 16,0 0 0-16,0 0 6 0,0 0-3 15,0 0-2-15,0 0-3 0,0 0-1 0,0 0-1 16,0 0-11-16,0 0 10 0,0 0 8 0,0 0-6 15,0 0-5-15,0 0 5 0,0 0 1 0,0 0 2 16,0 0 5-16,0 0-12 0,0 0 7 0,0 0-3 16,0 0 2-16,0 0 2 0,0 0 4 0,0 0-5 15,0 0 3-15,0 0 3 0,0 0-2 0,0 0-7 16,0 0 0-16,0 0 1 0,0 0-7 0,0 0 5 16,0 0 4-16,0 0 1 0,0 0-5 0,0 0 3 15,0 0 0-15,0 0 3 0,0 0 0 0,0 0-1 16,0 0 0-16,0 0-5 0,0 0-2 0,0 0 14 15,0 0-9-15,0 0-1 0,0 0 5 0,0 0 2 16,0 0-8-16,0 0-1 0,0 0-4 0,0 0 5 16,0 0-4-16,0 0 3 0,0 0-4 0,0 0 7 15,0 0-2-15,0 0 3 0,0 0 1 0,0 0-2 16,0 0-2-16,0 0 5 0,0 0-2 16,0 0-2-16,0 0-1 0,0 0 4 0,0 0 6 15,0 0-8-15,0 0 0 0,0 0 3 0,0 0-3 16,0 0 0-16,0 0-2 0,0 0 8 0,0 0-11 15,0 0 8-15,0 0-10 0,0 0 10 0,0 0-4 16,0 0 2-16,0 0 4 0,0 0-1 0,0 0-6 0,0 0 5 16,0 0 0-16,0 0-3 0,0 0-2 0,0 0 3 15,0 0-3-15,0 0 4 0,0 0-4 0,0 0 0 16,0 0-5-16,0 0 8 0,0 0 3 16,0 0-5-16,0 0 2 0,0 0 0 0,0 0-1 15,0 0 3-15,0 0-3 0,0 0 0 0,0 0-4 16,0 0 3-16,0 0 1 0,0 0 0 0,0 0-2 15,0 0 2-15,0 0-1 0,0 0 3 0,0 0 2 16,0 0-1-16,0 0 0 0,0 0-2 0,0 0-6 16,0 0-3-16,0 0 5 0,0 0 0 0,0 0 2 15,0 0 1-15,0 0-6 0,0 0 8 0,0 0-2 16,0 0-3-16,0 0 7 0,0 0-8 0,0 0 2 16,0 0 0-16,0 0 9 0,0 0 3 0,0 0-8 15,0 0 0-15,0 0 0 0,0 0 2 0,0 0 1 16,0 0-6-16,0 0-17 0,0 0 12 0,0 0-3 15,0 0 4-15,0 0-5 0,0 0 15 0,0 0-3 16,0 0-12-16,0 0 14 0,0 0-4 16,0 0 2-16,0 0 4 0,0 0-6 0,0 0 6 15,0 0-3-15,0 0-2 0,0 0-3 0,0 0 0 16,0 0 4-16,0 0 2 0,0 0-14 0,0 0 6 16,0 0 1-16,0 0 8 0,0 0-4 0,0 0 4 15,0 0 1-15,0 0 4 0,0 0-9 0,0 0-5 16,0 0 7-16,0 0-2 0,0 0 2 0,0 0 0 0,0 0-9 15,0 0 9-15,0 0-5 0,0 0 6 0,0 0-7 16,0 0 6-16,0 0-11 0,0 0 4 16,0 0-5-16,0 0-9 0,0 0 3 0,0 0 11 15,0 0-3-15,0 0 7 0,0 0-10 0,0 0 9 16,0 0-1-16,0 0 2 0,0 0-6 0,0 0 5 16,0 0-1-16,0 0 0 0,0 0-1 0,0 0 0 15,0 0-3-15,0 0-1 0,0 0 9 0,0 0-12 16,0 0 14-16,0 0-5 0,0 0 0 0,0 0-2 15,0 0 4-15,0 0-8 0,0 0 7 0,0 0 3 16,0 0-3-16,0 0 0 0,0 0 0 16,0 0 1-16,0 0 5 0,0 0-9 0,0 0-2 0,0 0 17 15,0 0-19-15,0 0 7 0,0 0-3 0,0 0 0 16,0 0 7-16,0 0 2 0,0 0-9 0,0 0 7 16,0 0-8-16,0 0 7 0,0 0-9 0,0 0 4 15,0 0-9-15,0 0 15 0,0 0 3 0,0 0-5 16,0 0 4-16,0 0-10 0,0 0 2 0,0 0 5 15,0 0-5-15,0 0 7 0,0 0-6 0,0 0 5 16,0 0-3-16,0 0-6 0,0 0 8 16,0 0-7-16,0 0 3 0,0 0 4 0,0 0-3 15,0 0 3-15,0 0-6 0,0 0-1 0,0 0 5 16,0 0 1-16,0 0-5 0,0 0 4 0,0 0-6 16,0 0 9-16,0 0-4 0,0 0 2 0,0 0-3 0,0 0 6 15,0 0-1-15,0 0-6 0,0 0 4 0,0 0-6 16,0 0 1-16,0 0 1 0,30-7-4 15,-30 7 13-15,0 0-9 0,0 0-1 0,0 0 4 16,0 0 0-16,0 0-2 0,0 0-3 0,0 0 5 16,0 0-8-16,0 0 8 0,0 0 2 0,0 0-2 15,0 0-3-15,0 0-8 0,0 0 8 0,0 0 1 16,0 0 3-16,0 0-8 0,0 0 8 0,0 0-10 16,0 0 11-16,0 0 2 0,0 0-4 0,0 0 1 15,0 0-1-15,0 0 2 0,0 0-13 0,0 0 5 16,0 0 5-16,0 0 0 0,0 0-1 0,0 0-4 15,0 0 2-15,0 0 6 0,0 0-9 0,0 0 9 16,0 0 0-16,0 0-12 0,0 0 1 0,0 0 4 16,0 0 2-16,0 0-2 0,0 0 8 15,0 0-4-15,0 0 3 0,0 0-10 0,0 0-2 0,0 0 8 16,0 0-8-16,0 0 10 0,0 0 4 16,0 0-7-16,0 0 5 0,0 0-4 0,0 0 4 15,0 0-3-15,0 0 5 0,0 0-8 0,0 0-4 16,0 0-2-16,0 0 9 0,0 0 0 0,0 0-1 15,0 0-4-15,0 0 7 0,0 0-9 0,0 0 1 16,0 0 6-16,0 0-3 0,0 0-5 0,0 0 3 16,0 0-1-16,0 0 6 0,0 0-3 0,0 0-1 15,0 0 3-15,0 0-5 0,0 0 3 0,0 0 0 16,0 0 3-16,0 0 6 0,0 0-17 0,0 0 12 16,0 0-6-16,0 0-5 0,0 0 9 0,0 0 4 15,0 0-3-15,0 0 5 0,0 0 2 0,0 0-7 16,0 0 2-16,0 0-3 0,0 0-1 0,0 0-2 15,0 0 2-15,0 0-1 0,0 0 1 0,0 0 1 16,0 0 1-16,0 0-2 0,0 0 2 0,0 0-1 16,0 0-1-16,0 0 2 0,0 0 4 0,0 0-3 15,0 0 0-15,0 0-1 0,0 0 2 0,0 0 2 16,0 0 1-16,0 0-12 0,0 0 2 0,0 0 4 16,0 0 2-16,0 0-8 0,0 0 4 15,0 0-4-15,0 0 8 0,0 0-1 0,0 0 4 0,0 0-7 16,0 0 6-16,0 0-1 0,0 0-5 0,0 0 6 15,0 0 3-15,0 0-3 0,0 0-6 0,0 0 1 16,0 0 5-16,0 0-1 0,0 0-4 0,0 0 5 16,0 0-5-16,0 0 3 0,0 0-8 15,0 0 8-15,0 0-4 0,0 0 6 0,0 0-20 16,0 0 20-16,0 0-4 0,0 0-2 0,0 0 2 16,0 0 5-16,0 0-6 0,0 0 1 0,0 0 0 15,0 0 8-15,0 0-4 0,0 0-3 0,0 0-2 16,0 0 8-16,0 0-17 0,0 0 15 0,0 0-6 15,0 0-4-15,0 0 11 0,0 0-9 0,0 0 5 16,0 0-1-16,0 0-1 0,0 0 2 0,0 0-5 16,0 0 5-16,0 0-1 0,0 0-5 0,0 0-9 15,0 0 16-15,0 0 0 0,0 0-2 0,0 0 2 16,0 0-2-16,0 0 8 0,0 0-3 0,0 0-6 16,0 0 2-16,0 0 0 0,0 0-3 0,0 0 4 15,0 0-2-15,0 0-3 0,0 0 3 0,0 0-10 16,0 0 11-16,0 0-3 0,0 0 4 0,0 0-1 15,0 0-1-15,0 0 0 0,0 0 4 0,0 0-5 16,0 0 3-16,0 0 1 0,0 0-3 0,0 0-3 16,0 0 4-16,0 0-5 0,0 0 2 0,0 0-8 15,0 0 19-15,0 0-9 0,0 0 3 0,0 0-3 16,0 0 1-16,0 0-1 0,0 0 6 16,0 0-5-16,0 0 3 0,0 0-4 0,0 0 3 0,0 0 4 15,0 0-3-15,0 0-7 0,0 0 1 0,0 0 0 16,0 0-1-16,0 0 4 0,0 0 4 0,0 0-1 15,0 0-7-15,0 0 5 0,0 0-7 0,0 0 5 16,0 0-3-16,0 0-11 0,0 0 18 16,0 0-8-16,0 0 8 0,0 0-8 0,0 0 1 0,0 0 3 15,0 0 3-15,0 0 0 0,0 0 2 16,0 0-6-16,0 0 1 0,0 0 2 0,0 0-2 16,0 0-7-16,0 0-1 0,0 0 2 0,0 0-3 15,0 0-6-15,0 0-13 0,0 0 7 0,0 0 0 16,0 0-2-16,0 0-2 0,0 0 5 0,0 0-12 15,0 0 2-15,0 0-12 0,0 0-7 0,0 0-21 16,0 0-12-16,0 0-23 0,0 0-25 0,0 0-18 16,0 0-25-16,0 0-28 0,0 0-29 0,0 0-33 15,0 0-153-15,0 0-450 0,0 0 200 0</inkml:trace>
  <inkml:trace contextRef="#ctx0" brushRef="#br0" timeOffset="8220.7">24075 15270 5 0,'0'0'73'0,"0"0"-6"16,0 0-14-16,0 0 1 0,0 0-12 15,0 0-14-15,0 0-10 0,0 0-8 0,3 26-12 0,-2-18-27 16,-1 4-25-16,-1-1-57 0,1 1 25 0</inkml:trace>
  <inkml:trace contextRef="#ctx0" brushRef="#br0" timeOffset="11897.28">31021 8858 98 0,'0'0'115'0,"0"0"-13"0,0 0-6 0,0 0 3 0,0 0-3 16,0 0 1-16,-23 11-1 0,23-11 3 0,-7 5-5 16,7-5-9-16,-7 4-3 0,7-4 2 0,-5 4-4 15,5-4 6-15,0 0 4 0,0 0 1 0,-5 4-1 16,5-4-3-16,0 0-2 0,0 0 0 0,0 0-5 15,0 0-8-15,0 0-4 0,0 0-6 0,0 0-7 16,0 0-4-16,0 0-6 0,0 0-2 0,0-18-9 16,0 18 0-16,0-10 11 0,0 10-2 0,-1-8-3 15,1 8 11-15,0 0-6 0,2-11 1 0,-2 11-10 16,0-10 0-16,0 10-3 0,1-7-3 0,-1 7-2 16,0 0 0-16,3-9-7 0,-3 9-2 0,1-7 3 15,-1 7-7-15,0-9 1 0,0 9 1 0,2-7 0 16,-2 7 1-16,0 0-1 0,1-16 1 0,-1 16-4 15,0-11 3-15,0 5-5 0,0 6 5 0,0-14 2 16,0 9 5-16,0 5-2 0,-3-14-3 0,3 14 2 16,0-10 2-16,0 10 3 0,-1-11 3 0,1 11-2 15,-1-8 1-15,1 8 0 0,0 0-8 0,-2-8 0 16,2 8-3-16,0 0-3 0,0 0-5 0,-1-8 5 16,1 8-3-16,0 0-3 0,0 0 0 0,0 0 1 15,0 0-3-15,0 0 5 0,8 21 26 0,-6-10-3 16,4 7-1-16,-3-1 4 0,5 8 25 0,-3 3 5 15,0-2 3-15,-2 3-2 0,-1 1-33 0,1-1 33 16,-2 0 4-16,1 0 4 0,-2 0-7 0,-2 4-1 16,1-3 5-16,0 0-4 0,-1 0-10 0,2-4 4 0,-1-1-8 15,0 0 4-15,0-6-1 0,-1-1-5 16,2 0-3-16,0-1-2 0,0-1-2 0,-1-3-4 16,0 0-4-16,-1-2-1 0,1 0-6 0,1-3-8 15,-1 3 5-15,-1-5 3 0,2-6-5 0,-1 11-2 16,1-11-2-16,0 8-10 0,0-8 9 0,-1 8-2 0,1-8-3 15,0 0-10-15,0 0 8 0,0 0 1 0,-3 6-4 16,3-6-11-16,0 0-22 0,0 0-24 16,0 0-39-16,0 0-50 0,0 0-28 0,0 0-37 0,0 0-59 15,0 0-43-15,0-29-44 0,0 29-30 0,-3-12-209 16,0 5-633-16,1 1 280 0</inkml:trace>
  <inkml:trace contextRef="#ctx0" brushRef="#br0" timeOffset="12947.22">31150 9907 96 0,'-5'-10'132'0,"5"10"8"0,-4-7-6 0,3 0-6 15,1 7 8-15,0 0 0 0,-1-12-5 0,1 12-14 16,0-10-8-16,0 10 0 0,1-10 1 0,-1 10-1 16,0 0-7-16,1-9-3 0,-1 9-11 0,0 0-11 15,0 0-6-15,3-6 3 0,-3 6-1 0,0 0 8 16,0 0 15-16,0 0 7 0,5 25 2 0,-1-13-1 16,-3 5-2-16,-1 9-7 0,0-1 6 0,-4-6-11 15,3 8 1-15,0-2-4 0,-2 0-1 0,1-4-7 16,0 3-2-16,0-3 0 0,0-2-1 0,2-2-1 15,0 2-9-15,-2 0 5 0,1-2-5 0,1 0-2 16,-2-2-10-16,4 4 3 0,-4-4-10 0,4-3-1 16,-4 1-13-16,4-3 3 0,-4 2 1 0,4-5-3 15,-2 3-3-15,0-2-10 0,0 1 0 0,0-9 0 16,1 13-6-16,-1-7 1 0,0-6 0 0,0 11-23 16,0-11-17-16,-1 8-11 0,1-8-31 0,0 8-5 15,0-8-39-15,0 0-39 0,-3 10-42 0,3-10-53 16,-3 6-53-16,3-6-246 0,-8 1-588 0,8-1 262 15</inkml:trace>
  <inkml:trace contextRef="#ctx0" brushRef="#br0" timeOffset="13563.74">29964 10245 70 0,'0'0'169'15,"-10"-2"-1"-15,10 2-6 0,-11 0-7 0,11 0-5 16,-11 2-11-16,11-2-1 0,0 0-8 0,-11 0-9 15,11 0-5-15,0 0-9 0,-9 0-7 0,9 0-1 16,0 0 0-16,0 0 1 0,0 0-6 0,0 0-2 16,0 0 0-16,34 4-12 0,-17-3-9 0,3-2-4 15,1 1-7-15,7-3-7 0,-1 2-8 0,1-1-2 16,0 1-5-16,-1-1-7 0,-7-1-14 0,0 2-25 16,-1-2-23-16,-3 3-30 0,-2-2-27 0,-2 0-42 15,-3 1-29-15,0-1-21 0,-3 2-33 0,-6 0-110 16,8-5-350-16,-8 5 156 0</inkml:trace>
  <inkml:trace contextRef="#ctx0" brushRef="#br0" timeOffset="13783.1">30159 10033 64 0,'0'0'201'0,"-4"-5"-18"15,4 5 4-15,0 0 5 0,0 0 20 16,-7 20 1-16,5-8-16 0,-2 3-16 0,-4 10-7 15,3 0-10-15,-1-1-9 0,-1 2-20 0,-2 2-14 0,3 0-11 16,2-1-12-16,-1 0-5 0,1-2-11 0,0 1-6 16,0 0-17-16,1 1-17 0,0-2-24 0,-2 3-25 15,1-3-34-15,-1 0-29 0,3 0-31 16,0 0-36-16,1-5-27 0,1 4-36 0,0-5-174 0,-1-1-403 16,3 0 179-16</inkml:trace>
  <inkml:trace contextRef="#ctx0" brushRef="#br0" timeOffset="14247.29">30064 10943 81 0,'-37'-2'263'0,"2"2"-20"16,1 2-14-16,2-2-4 0,2-2-15 0,9 2-7 15,8 0-10-15,-2-2-12 0,4 2-17 0,5 2-6 16,6-2-22-16,0 0-14 0,0 0-7 0,0 0-11 15,38 2 6-15,12-4-13 0,17-4-13 0,36-5-1 0,12-3 0 16,9-1-20-16,12-3 3 0,4-4-7 16,7 4-7-16,2-1-2 0,-6 2-3 0,-7 2-8 15,-5 0-2-15,-15 0-4 0,-7 3 7 0,-7 1 4 0,-9 1 7 16,-30 1 0-16,2 6-6 0,1-4-10 0,-7 0-1 16,-5 2 3-16,-17 3-6 0,0-2 2 0,-8 3-6 15,1-1 2-15,-12 0-2 0,-3 2-2 16,-2 1-7-16,-3-2 2 0,-2-1-8 0,-8 2 1 0,10 0-4 15,-10 0 2-15,0 0-6 0,10 4 5 0,-10-4-6 16,0 0-11-16,0 0-22 0,0 0-35 0,0 0-49 16,-34 11-59-16,16-4-49 0,-12 1-64 0,-5 2-257 15,-2-1-587-15,-15 5 259 0</inkml:trace>
  <inkml:trace contextRef="#ctx0" brushRef="#br0" timeOffset="15229.37">31252 11203 76 0,'3'-8'155'0,"-3"8"-3"0,1-7 3 0,-1 7 1 16,0 0 3-16,2-9 3 0,-2 9 3 0,0 0 13 16,0 0 1-16,0 0-7 0,0 0-14 0,0 0-14 15,0 0-11-15,-21 11-17 0,21-11-11 0,0 0-11 16,-5 6-11-16,5-6-10 0,-6 7-6 0,4-3-9 16,-3 1-2-16,1 3-2 0,-4 1-4 0,0 1-2 15,3-1-6-15,-6 5-1 0,3-3-5 0,2 1-3 16,-3 1-5-16,3-2-5 0,0 1 6 0,2 3 0 15,-1-2-4-15,0 0-2 0,1 3-3 0,1-4 1 16,1-1-4-16,0 1 1 0,2-2-2 0,2 0 7 16,-1 2 2-16,-1-2 1 0,2 3-3 0,1-4 0 15,0 1-2-15,3-1-2 0,-1 0 4 0,0-2 0 16,2-1 6-16,-1-2-1 0,3 1-2 0,2-1 2 16,-4-2 3-16,3 2-6 0,0-2 6 0,2-1 0 15,-2-1-6-15,-1-3 6 0,4 1-3 0,-4-2 7 16,-9 4-16-16,21-7 6 0,-14 1 3 0,1 0-2 15,3-2-7-15,-5-1 2 0,3 0 2 0,-2-2-2 16,3-2-11-16,-1-2 5 0,-1 1 2 0,-1-2 0 16,-2 6 2-16,-2-3-10 0,1 0 3 0,-3 1-8 15,-1 1 21-15,1-1-17 0,1 2-1 0,-4-1 9 16,2 1-6-16,0 10 0 0,-2-15-3 0,-1 5 4 16,-1 2-7-16,2 4 1 0,-3-2-2 0,0-1-1 15,-1 4-4-15,0 0 2 0,6 3-16 0,-14-4-4 16,6 2-38-16,-1 2-26 0,-3 0-34 0,-2 2-36 15,2 3-33-15,-7-1-41 0,1 1-29 0,5 1-28 16,-3 1-197-16,-2 0-521 0,1 1 231 0</inkml:trace>
  <inkml:trace contextRef="#ctx0" brushRef="#br0" timeOffset="15946.99">30877 11909 81 0,'0'0'164'0,"0"0"-1"0,-12-1-7 0,12 1-7 15,0 0-3-15,-10-1 8 0,10 1-12 0,-9-2-1 16,9 2-1-16,-13-1 0 0,13 1-5 0,-13 0-7 16,13 0-6-16,-12-1 0 0,12 1-5 0,-10 0-3 15,10 0-4-15,-11 0 0 0,11 0-6 0,-10 1-3 16,10-1-8-16,-9 0-1 0,9 0-4 0,0 0-4 15,0 0-6-15,0 0-2 0,-11-3-5 0,11 3-9 16,0 0-2-16,0 0 1 0,0 0-9 0,0 0 3 16,-9 2-16-16,9-2 2 0,0 0-8 0,0 0 4 15,0 0-2-15,0 0 0 0,0 0 4 0,33-2 6 16,1-1-7-16,19-3 11 0,7-2-17 0,31-1-3 16,-29-3-6-16,32-1 9 0,-4-2 0 0,-27 4-11 15,0 0 3-15,-1 1 9 0,-3 2-17 0,-8-1 4 16,1 1 5-16,-12 3-7 0,-3-1 9 0,-2 1 3 15,-5 1-1-15,-2 0 18 0,-7 1-10 0,-3-1-1 0,-3 2-2 16,2 0 2-16,-6 0 3 0,-3 1-4 0,-3 0-4 16,-5 1-1-16,13-3 1 0,-13 3-9 15,7-1-1-15,-7 1-3 0,0 0 0 0,9-2-2 16,-9 2-5-16,0 0 3 0,0 0 2 0,0 0-17 0,0 0-1 16,0 0-13-16,0 0-19 0,9 0-39 0,-9 0-64 15,0 0-40-15,0 0-46 0,0 0-49 0,-29 7-41 16,17-7-46-16,-9 3-188 0,0-1-592 15,-7 2 262-15</inkml:trace>
  <inkml:trace contextRef="#ctx0" brushRef="#br0" timeOffset="16830.66">28679 11485 203 0,'0'0'205'0,"-12"-4"-14"0,12 4-11 0,-5-3-9 16,5 3-12-16,0 0 2 0,-6-6-11 0,6 6-10 15,0 0-3-15,0 0-7 0,0 0-6 0,-7-3-5 16,7 3-5-16,0 0-12 0,0 0-2 0,0 0-7 16,14-14-2-16,-5 10-7 0,-1-4-11 0,3-2-4 15,2 1-5-15,0-1-10 0,-2 3-4 0,-2 1-4 16,-1-1-6-16,1-1-3 0,-4 0-5 0,3 2-2 15,-3 3-1-15,-1-3-3 0,-4 6 3 0,7-7-2 16,-3 4-2-16,-4 3-2 0,4-7 0 0,-4 7-4 16,0 0-5-16,4-6-2 0,-4 6-2 0,0 0-1 15,0 0-5-15,0 0-4 0,0 0 5 0,0 0-4 16,0 0 1-16,1 18 5 0,-2-7 3 0,-3 7 2 16,0 2 4-16,0 6-1 0,-1 5-2 0,2-4 3 15,-2 4 2-15,3-4-10 0,0-1 1 0,0 4 1 16,2-2-4-16,0-2 1 0,-2 0-4 0,4-7 2 15,-2 0 3-15,-1 1-5 0,1-5 1 0,1-2 3 0,1-2-2 16,-4 0-1-16,2-1 1 0,2-1-2 16,-2 1 0-16,1-5 0 0,-1-5 1 0,1 12-2 15,-1-12-1-15,0 9 2 0,0-9 1 0,1 6-2 16,-1-6-1-16,0 0 2 0,0 0 13 0,0 0-10 16,1 8-6-16,-1-8 15 0,0 0-8 0,0 0-3 0,0 0 1 15,-11 0-2-15,11 0-1 0,0 0 4 16,-22-6-5-16,12 4-1 0,-1-1 0 0,-1 0 2 0,0 1 1 15,0 1-1-15,-1 1 8 0,-1-2-14 0,3 0 1 16,2 2 1-16,9 0 4 0,-14 2-4 0,7-2 0 16,7 0 1-16,-10 0-5 0,10 0 1 0,0 0-2 15,-10-2 2-15,10 2 1 0,0 0-1 0,0 0 6 16,0 0-5-16,0 0 5 0,23 7 1 0,-9-7-5 16,6-2 0-16,2 1 1 0,7-1-9 0,3-4-12 15,-1 1-22-15,-2 0-29 0,-2-1-37 0,1 0-34 16,-1 2-44-16,-1-3-41 0,-6 0-242 0,1 1-511 15,-5 0 226-15</inkml:trace>
  <inkml:trace contextRef="#ctx0" brushRef="#br0" timeOffset="17398.18">29048 11233 129 0,'-4'-7'200'0,"4"7"-15"16,-5-8-15-16,5 8-6 0,-3-8-7 16,3 8-14-16,0 0-10 0,0 0-16 0,0 0-12 15,-1-9-15-15,1 9-11 0,0 0-5 0,0 0-6 0,0 0-7 16,12-3-3-16,-12 3-6 0,15 2-8 0,-15-2-6 15,17 1-1-15,-6 2-6 0,-1-3-4 0,-1 3-2 16,3-2-1-16,-5 1-4 0,0 1-4 0,2 1-1 16,0-1-2-16,-4 1 0 0,0-1-3 0,1 2 0 15,0 0 0-15,-3 1 6 0,4-1 3 16,-6 1-1-16,3 2 10 0,-3-1 10 0,0 3 15 16,-1 1-7-16,0 0 1 0,-1 1 5 0,-2 5 2 0,0 0-3 15,-4 0 0-15,1 1-4 0,-2 7-2 0,3-6-1 16,-3 5-4-16,1-5 1 0,0 0-3 0,2 5 1 15,-1-1-11-15,-3 1-2 0,5-5 2 0,0 0-1 16,0 5-10-16,2-5-1 0,1 0 0 0,-2 0-2 16,3 0 1-16,0-2-4 0,0-1 3 0,-1 1-6 15,2 0 1-15,-1 0 8 0,0-2-8 0,1-3-6 16,1 4 4-16,-2-4-1 0,1-2-4 0,-1 2 3 16,0-3 0-16,0 1-6 0,0-1 6 0,0 1-4 15,0-10 3-15,-1 15-5 0,1-7 4 0,0-8 2 16,-2 11-2-16,2-11-3 0,-1 11 10 0,0-6-6 15,1-5-1-15,-4 11 2 0,1-6 1 0,3-5 0 16,-10 11-5-16,4-8 0 0,-1 1-6 0,-3 1-7 16,0-3-13-16,0 1-17 0,-1-1-27 0,-6 0-38 15,4-2-35-15,-5-2-38 0,0 0-41 0,-2-3-37 16,-10-2-136-16,1-2-426 0,-1-2 188 0</inkml:trace>
  <inkml:trace contextRef="#ctx0" brushRef="#br0" timeOffset="17762.97">28307 11363 14 0,'0'0'222'15,"0"0"-17"-15,0-7-26 0,0 7-21 0,0 0-5 16,0 0-1-16,0 0-13 0,0 0-6 0,-4 30-2 0,3-16-4 15,-1 3 0-15,-2 2-6 0,0 9-4 16,2-9-11-16,-2 8-6 0,1 2-5 0,0-3-4 0,-1 3-3 16,3-1-7-16,-3 1-2 0,0 0 7 15,4-2-18-15,-2 1-5 0,0-1 6 0,2-2-13 0,-1-7-4 16,0-1-7-16,-1 1-2 0,1-2-4 0,1 0-3 16,0-4-3-16,1 0-3 0,1-1-6 0,-1-1 2 15,-1-1-2-15,1 1-9 0,-1-3 3 16,0 0 0-16,0-7-3 0,2 11 8 0,-2-11-9 0,2 8-3 15,-2-8-3-15,3 7-16 0,-3-7 3 0,5 5-7 16,-2-1-14-16,-3-4-17 0,11 2-21 0,-4-1-28 16,4 2-32-16,3-2-31 0,4 1-21 0,2-1-29 15,0 1-17-15,4-1-162 0,2-2-416 0,3 1 184 16</inkml:trace>
  <inkml:trace contextRef="#ctx0" brushRef="#br0" timeOffset="17962.98">28566 12200 135 0,'0'0'192'0,"-9"3"-9"0,9-3-6 16,-7 1-6-16,7-1-5 0,0 0-11 0,0 0-8 16,0 0-15-16,24 7-3 0,4-5-15 0,6-1-10 15,19-7-14-15,6 1-17 0,34-4-28 0,3-6-31 16,-4-2-40-16,0-1-37 0,0 0-33 0,-3-1-40 15,-27 7-149-15,-3-1-308 0,-3 0 137 0</inkml:trace>
  <inkml:trace contextRef="#ctx0" brushRef="#br0" timeOffset="24097.9">31500 8874 28 0,'2'-7'144'0,"-2"7"3"0,2-6-10 0,-2 6-5 16,2-7-5-16,-2 7-9 0,0 0 5 16,0-11 4-16,0 11-4 0,0 0 0 0,1-8-5 15,-1 8-7-15,0 0-5 0,0 0-12 0,0 0-7 16,0 0-9-16,-3-9-2 0,3 9-11 0,0 0-6 0,0 0-6 15,0 0-11-15,0 0 2 0,0 0-3 0,0 0-10 16,0 0-3-16,0 0-3 0,0 0-3 16,-15 19-2-16,12-13-3 0,1 4 2 0,-1 1-2 15,-1-1-5-15,2 0 2 0,-2 2-2 0,3-1-1 16,-2 0-3-16,3 0-1 0,-1-1 3 0,1 1-3 16,0-2 6-16,1 1-5 0,0-1-2 0,2-2 6 15,0-1-4-15,0 2-5 0,3-1 6 0,-3-3-5 16,5 0 12-16,1 0-7 0,-4-1-5 0,3-1 1 15,-8-2 4-15,20-2-2 0,-9-1 1 0,1-1-1 0,-2-1 1 16,3-1 0-16,4-2 1 0,-4-2-2 0,1-2 0 16,-1 0-3-16,0-2-19 0,-1-2 2 15,-3 2 7-15,-1-2 0 0,-2-1 9 0,-1 0-4 0,-4-3 4 16,1 4-2-16,-2-4-1 0,0 1-2 16,-3 1 2-16,1 1-1 0,-2 6-5 0,0-2 7 0,-4 3-3 15,2-2 0-15,-1 4 0 0,0 0-4 0,-2 2 0 16,-5 4-15-16,2-1-11 0,-2 3-23 0,-2 5-13 15,-1 2-39-15,-8 7-31 0,4 4-15 0,-5 1-46 16,2 7-119-16,0-2-343 0,3 0 153 0</inkml:trace>
  <inkml:trace contextRef="#ctx0" brushRef="#br0" timeOffset="25332.03">31687 10013 8 0,'0'0'103'0,"3"-9"5"0,-3 9 1 0,0 0-17 15,0-10 12-15,0 10-7 0,0 0-5 0,-2-11 9 16,2 11 7-16,2-7-1 0,-2 7 0 16,0 0-10-16,-2-9-1 0,2 9-7 0,0 0-14 15,-2-8-1-15,2 8-3 0,0 0-8 0,0 0-2 0,0 0-3 16,0 0-5-16,0 0-6 0,0 0-2 15,0 0-5-15,-2-9-10 0,2 9 1 0,0 0-9 0,0 0 1 16,0 0-1-16,0 0-4 0,0 0-4 16,0 0 3-16,0 0 0 0,0 0-8 0,0 0-3 15,0 0-10-15,0 0-9 0,0 0-5 0,0 0-8 0,0 0-10 16,0 0 0-16,0 0-8 0,0 0-12 0,0 0-2 16,0 0-4-16,0 0-8 0,0 0 3 0,0 0-4 15,0 0 5-15,0 0-1 0,0 0 1 16,0 0 5-16,0 0 5 0,0 0 8 0,0 0 0 15,0 0 9-15,0 0 4 0,0 0 8 0,0 0-1 0,0 0 2 16,0 0 19-16,0 0-5 0,0 0 9 0,0 0-10 16,0 0 23-16,0 0-2 0,0 0 7 0,0 0-3 15,0 0 6-15,0 0 0 0,0-10 3 0,0 10-6 16,0 0 6-16,-1-8 12 0,1 8-4 0,0 0 0 16,0-10 20-16,0 10-10 0,0 0 4 0,0 0-3 15,0-9 2-15,0 9 7 0,0 0-3 0,1-12 4 16,-1 12 1-16,0-7-1 0,0 7 5 15,3-8 4-15,-3 8 14 0,3-8 2 0,-3 8 6 16,0 0-1-16,1-9-8 0,-1 9 5 0,1-8-3 16,-1 8 4-16,1-6 1 0,-1 6-1 0,0 0-2 0,2-8-1 15,-2 8-1-15,0 0 0 0,0 0-13 0,1-7-6 16,-1 7-8-16,0 0 0 0,0 0-13 0,0 0 1 16,0 0-11-16,0 0 3 0,0 0-5 0,0 0 2 15,0 0 0-15,0 0-6 0,0 0 4 0,1 31 0 16,2-17-1-16,-1 2 0 0,0 4 2 0,-1-1 5 15,1 6-1-15,0-5-5 0,0-2 0 0,0-1 0 16,1 2 1-16,-3-2-3 0,2 0-3 0,0-3 5 16,0 0-5-16,0-2 12 0,-1-2 0 0,2 0-2 15,-2-1-6-15,-1-4-1 0,0 6 1 0,0-5-2 16,0-6-4-16,2 11 1 0,-2-11-1 0,1 8-5 16,-1-8-1-16,1 9-2 0,-1-9 3 0,1 5-4 15,-1-5-7-15,0 0-19 0,0 0-26 0,0 0-23 16,-2 13-36-16,2-13-35 0,0 0-39 0,-3 7-39 15,3-7-41-15,-7 6-222 0,0-3-521 0,-1-1 232 16</inkml:trace>
  <inkml:trace contextRef="#ctx0" brushRef="#br0" timeOffset="27384.36">32047 11177 59 0,'0'0'176'15,"0"0"-6"-15,-5-6-10 0,5 6-9 0,0 0-8 16,0 0-4-16,0 0-9 0,-1-9-11 0,1 9-8 16,0 0-3-16,0 0-12 0,0 0 4 0,0 0-10 15,0 0-7-15,0 0-6 0,0 0-7 0,0 0-3 16,0 0-7-16,0 0-4 0,0 0-6 0,0 0-4 15,0 0 2-15,0 0-9 0,-2-7-6 0,2 7-4 16,0 0 0-16,0 0-2 0,0 0-2 0,0 0-5 16,0 0 4-16,0 0-5 0,0 0 3 0,0 0 2 15,0 0 0-15,0 0 4 0,0 0-8 0,0 0 3 16,0 0-1-16,0 0-3 0,0 0-3 0,0 0-1 16,0 0 2-16,0 0-1 0,0 0-7 0,0 0 0 15,0 0 8-15,0 0-8 0,0 0-1 0,0 0 2 16,0 0 0-16,0 0 6 0,0 0 1 0,0 0 8 15,0 0-5-15,0 0 2 0,0 0 2 0,0 0 1 16,0 0-1-16,0 0 2 0,0 0-2 0,0 0-3 16,0 0 3-16,0 0-1 0,0 0 4 0,0 0-8 15,0 0 3-15,0 0 0 0,0 0-2 0,0 0 2 16,0 0-3-16,0 0 0 0,0 0 5 0,0 0-4 16,0 0 3-16,0 0-2 0,0 0 2 0,0 0 2 15,0 0-3-15,0 0 8 0,0 0-12 0,0 0 3 16,0 0-1-16,0 0 0 0,0 0 1 0,7-5 6 15,-7 5-1-15,0 0-7 0,0 0-1 0,0 0-12 16,0 0 5-16,0 0 2 0,0 0 11 0,0 0 2 16,0 0-9-16,0 0 10 0,0 0-16 0,0 0 9 15,0 0-2-15,0 0-3 0,0 0-3 0,0 0 1 16,0 0 2-16,0 0 2 0,0 0-4 0,0 0 7 16,0 0-3-16,0 0 0 0,0 0 0 0,0 0 4 15,0 0-11-15,0 0 7 0,0 0 1 0,0 0 3 16,0 0 2-16,-5-11-3 0,5 11-4 0,0 0 2 15,0 0-6-15,0 0 2 0,0 0-1 0,0 0 4 16,0 0-5-16,0 0 5 0,0 0-1 0,0 0 1 16,0 0 0-16,0 0-4 0,0 0-5 0,0 0 10 15,-2-7-12-15,2 7 13 0,0 0-12 0,0 0 3 16,0 0 9-16,0 0-7 0,0 0 7 0,0 0-8 16,0 0 1-16,0 0 1 0,0 0-6 0,0 0 4 0,0 0-5 15,0 0 5-15,0 0 1 0,0 0-5 0,0 0-4 16,0 0 2-16,0 0-3 0,0 0 6 0,0 0-12 15,0 0 4-15,0 0 2 0,0 0 2 16,-2-10 0-16,2 10-2 0,0 0 2 0,0 0-12 16,0 0 10-16,0 0 5 0,0 0 2 0,0 0-14 15,0 0 6-15,0 0-3 0,0 0 7 0,0 0 5 16,0 0 14-16,0 0-17 0,0 0-4 0,0 0 2 16,0 0 5-16,0 0-5 0,0 0 8 0,0 0-4 15,0 0 1-15,0 0 2 0,0 0-7 0,0 0 0 16,0 0 1-16,-4-8 2 0,4 8 5 0,0 0-4 15,-3-7-3-15,3 7-1 0,0 0 0 0,-4-10 1 0,4 10-7 16,-2-7 12-16,2 7-7 0,-2-9-3 0,2 9 1 16,-1-10-5-16,1 10 4 0,-3-10 2 15,3 10 4-15,0 0 2 0,-1-10 1 0,1 10-8 0,-4-6 6 16,4 6 1-16,0 0-3 0,0 0-7 0,0 0-2 16,-1-9 12-16,1 9-9 0,0 0 1 0,0 0-1 15,0 0 8-15,0 0-13 0,0 0-5 0,0 0 1 16,0 0 6-16,0 0-4 0,0 0-3 15,0 0 1-15,5 25 14 0,-5-14-5 0,1 2-4 0,0-1-2 16,-1 5 4-16,-1-2-7 0,1 3 5 0,0 0-3 16,-1 3 11-16,-1-2-11 0,-1 6 1 0,1-6 4 15,0 0 7-15,1 0-8 0,-1-2 1 0,1-1-2 16,-2-3 0-16,1 0 7 0,1-1-3 0,-2-1 5 16,2 0-2-16,-1 0 9 0,1-3-12 0,1-2-5 15,0-6 9-15,-2 12-6 0,-1-6 3 0,3-6 0 16,0 0 5-16,0 10-4 0,0-10-3 0,0 0 2 15,-1 7-1-15,1-7 4 0,0 0 0 0,0 0-18 16,0 0-19-16,0 0-31 0,0 0-29 0,0 0-29 16,-4 7-43-16,4-7-55 0,0 0-69 0,0 0-34 15,0 0-256-15,-5-30-628 0,4 16 278 16</inkml:trace>
  <inkml:trace contextRef="#ctx0" brushRef="#br0" timeOffset="28497.32">30318 8822 92 0,'0'0'105'0,"0"0"14"0,0 0 1 0,0 0-3 16,-1-9-5-16,1 9 2 0,0 0-1 0,0 0-9 15,0 0 0-15,0 0-2 0,-1-8-6 0,1 8-4 16,0 0-1-16,0 0-7 0,0 0 0 0,0 0-3 16,-3-8 2-16,3 8-7 0,0 0 1 0,0 0-7 15,0 0-2-15,0 0-2 0,-2-7-1 0,2 7-8 16,0 0-2-16,0 0-3 0,-3-9-3 0,3 9 1 16,0 0 3-16,-2-7-6 0,2 7 1 0,0 0-4 15,0 0-5-15,-3-7-5 0,3 7-7 0,0 0-3 16,0 0-4-16,0 0-2 0,0 0-7 0,0 0 21 15,-5 23-1-15,2-6 13 0,1 8-4 0,-3 1-6 0,1 2 8 16,1 0-2-16,-1 3 4 0,3 1 0 0,0-6 2 16,-2 0-5-16,5-1 5 0,-2-5 4 15,1 5-6-15,0 0 5 0,-1-6-4 0,3-2-4 16,-3-2-4-16,2-3 4 0,-2 1-6 0,2 0-4 0,-1-3-3 16,-1 2 0-16,1-5-3 0,-1 1-8 0,1 0 2 15,-1-8 2-15,0 13-1 0,0-6-4 0,0-7 1 16,2 10-9-16,-2-10 0 0,0 8-1 15,0-8 1-15,0 8-22 0,0-8-27 0,2 6-26 0,-2-6-28 16,1 7-34-16,-1-7-40 0,2 11-49 0,-1-4-32 16,-1 1-35-16,1 4-161 0,2 0-483 0,-1 3 213 15</inkml:trace>
  <inkml:trace contextRef="#ctx0" brushRef="#br0" timeOffset="29068.7">30537 10192 98 0,'-6'-4'123'0,"6"4"-4"15,-8-7-12-15,8 7 2 0,-5-4-11 0,5 4 0 16,0 0 5-16,-7-6-13 0,7 6-2 0,0 0-7 16,0 0 2-16,0 0-2 0,-4-6-3 0,4 6 4 15,0 0 1-15,0 0-2 0,0 0 3 0,0 0-2 16,0 0-3-16,0 0 2 0,0 0-1 0,-6-6-2 15,6 6-2-15,0 0 3 0,0 0-8 0,0 0-4 0,0 0-1 16,0 0-3-16,0 0-1 0,0 0-5 16,0 0-3-16,0 0-7 0,0 0-7 0,0 0 2 15,0 0-4-15,0 0-1 0,0 0-8 0,0 0 2 16,0 0 8-16,9 24 1 0,-7-15 0 0,0 3 18 0,0 3-4 16,1 3-5-16,0 6 10 0,-2-4-1 0,3 6 7 15,-2 0-5-15,-2-1-2 0,0 2-1 16,-2-3 15-16,3 2-20 0,-2-10 3 0,-1 1-11 15,0 2-3-15,1-9-2 0,1 7 12 0,-2-5 0 0,2 1-1 16,-1-1-6-16,1-3-3 0,-1 3-6 0,1-3 5 16,-2-3-10-16,2-6 0 0,-1 14-8 0,0-8 3 15,1-6-2-15,0 0-6 0,-2 10 0 0,2-10 0 16,0 0 0-16,2 7-5 0,-2-7-3 0,0 0 0 16,0 0-6-16,0 0-30 0,0 0-8 0,-2 9-23 15,2-9-30-15,0 0-30 0,0 0-34 0,0 0-45 16,0 0-66-16,0 0-49 0,0 0-218 0,0 0-574 15,0 0 254-15</inkml:trace>
  <inkml:trace contextRef="#ctx0" brushRef="#br0" timeOffset="31430.35">30068 8000 48 0,'0'0'158'0,"0"0"-8"0,0 0 7 0,-9 0-20 16,9 0-4-16,0 0-1 0,0 0 1 0,0 0 3 15,0 0-18-15,0 0-13 0,0 0-14 0,-5-7-5 16,5 7-10-16,0 0-8 0,0 0-8 0,0 0-6 16,1-9-4-16,-1 9-8 0,0 0-2 0,0 0-7 0,5-13-5 15,-5 13-2-15,5-7-4 0,-2 3 0 16,-3 4-4-16,4-8 0 0,-4 8-6 0,6-6 0 16,-4 1 7-16,-2 5-11 0,4-8 3 0,-4 8-7 15,4-6 2-15,-4 6 0 0,0 0-3 0,4-6-1 0,-4 6 5 16,0 0-8-16,3-7 1 0,-3 7 0 0,0 0-4 15,0 0 2-15,1-8-2 0,-1 8 2 0,0 0-2 16,0 0 0-16,0 0-2 0,0 0 2 16,0 0-4-16,0 0 5 0,0 0-11 0,0 0 1 15,0 0 2-15,0 0 6 0,0 0 7 0,0 26-9 0,-1-13-1 16,1-2 11-16,-2 7-1 0,1-2 2 0,0 3 5 16,-3-1 3-16,3 0-1 0,-2-2 2 15,0 2 1-15,5-1 2 0,-5 0-3 0,1-2-1 16,0-2 1-16,1-2-5 0,-3 1 4 0,3 1-2 15,0-2 2-15,0 1-2 0,1-2 1 0,-3-1-1 0,2 1 3 16,-1-4-4-16,2-6-1 0,-1 14-1 16,1-7-1-16,0-7 2 0,-2 11 6 0,0-5-11 15,2-6 3-15,-1 11 0 0,1-11-1 0,-3 8-1 0,3-8-2 16,-1 8 5-16,1-8-2 0,-2 6 3 0,2-6 1 16,-7 4-1-16,7-4-3 0,0 0 3 0,-11 3-5 15,11-3 0-15,-9 1 5 0,9-1-2 0,-13-3-2 16,13 3-2-16,-14 0 0 0,7-2 0 0,7 2-1 15,-11-2 0-15,11 2-1 0,-9 2-1 0,9-2 3 16,0 0-1-16,-8-3 0 0,8 3-3 0,0 0 3 16,0 0-3-16,0 0 3 0,0 0 0 0,0 0 0 15,0 0 1-15,0 0 3 0,0 0-7 0,0 0 2 16,20-9 0-16,-6 7-1 0,5-3-7 0,-1-1-22 16,9 0-19-16,-6 0-46 0,-1-1-19 0,6 1-22 15,-5 1-23-15,-2-1-23 0,-1 2-108 0,0-2-313 16,-2-1 139-16</inkml:trace>
  <inkml:trace contextRef="#ctx0" brushRef="#br0" timeOffset="31862.99">30350 7903 55 0,'-6'-3'138'15,"6"3"-10"-15,0 0-15 0,0 0-12 0,0 0-6 16,-5-4-7-16,5 4-13 0,0 0 0 0,0 0-13 16,0 0 2-16,0 0-1 0,0 0-5 0,0 0 0 15,15-9-7-15,-15 9-3 0,8-1-6 0,-8 1-2 16,9-3-7-16,-9 3-4 0,0 0 4 0,9 0-13 16,-9 0 4-16,0 0-7 0,0 0 1 0,11 3-6 15,-11-3-1-15,7 6 2 0,-7-6 9 0,2 7-5 16,-1 0 4-16,-1-7 12 0,2 16-1 0,-2-5 0 15,0 2 0-15,1-2-5 0,2 2 4 0,-3-1 3 16,-2 2-3-16,2 4-4 0,-1-3 1 0,0-2 0 16,-2 3 0-16,1 2 7 0,0-1-2 0,0 0 0 15,-2 1 1-15,0-3-2 0,0 3-4 0,0-1-3 0,-1-2-2 16,0 1 0-16,0-6-1 0,1 2 2 16,0-1-4-16,-1 1-1 0,2-2 1 0,-3 0-4 15,4-3-3-15,-2-2 1 0,4-5-1 0,-3 9-3 16,3-9 2-16,-2 8 0 0,2-8-5 0,-4 4-12 15,4-4-35-15,-10 4-38 0,2-4-26 0,8 0-20 0,-23 0-25 16,6-1-24-16,-2-2-124 0,1 2-322 16,-2-4 142-16</inkml:trace>
  <inkml:trace contextRef="#ctx0" brushRef="#br0" timeOffset="32115.57">29793 8011 115 0,'0'0'131'16,"-8"11"-1"-16,7-5 4 0,-1 3-9 0,-1 2 1 0,-1 5-12 15,1 1-8-15,0 2-6 0,-2-1-10 16,1 2 3-16,-1 0-9 0,0 5-2 0,-2-1-5 16,1 0-7-16,1-7-3 0,1 0-1 0,-1 0-10 15,1-3-2-15,3-4-6 0,-1 1 5 0,1-1 1 0,1-1-11 16,0 1-4-16,1-3-2 0,2-1-4 0,-3-6-3 15,8 10-3-15,-1-6 1 0,5 1-16 0,6-3-32 16,9 0-45-16,5-3-46 0,2-2-52 0,4-4-149 16,12-1-336-16,-12 1 150 0</inkml:trace>
  <inkml:trace contextRef="#ctx0" brushRef="#br0" timeOffset="32512.97">30207 8109 15 0,'0'0'106'0,"-11"6"-11"0,11-6-15 16,-3 9-19-16,2-2-21 0,1-7-11 0,-3 16-16 15,2-2-24-15,0 6-27 0,-1-4-27 16,1 9-71-16,1-5 31 0</inkml:trace>
  <inkml:trace contextRef="#ctx0" brushRef="#br0" timeOffset="32757.39">30298 9471 110 0,'-5'7'162'0,"5"-7"-6"0,0 0-2 0,0 0-24 0,0 0-12 16,0 0-14-16,0 0-11 0,0 0-8 0,0 0-10 16,-10 1-16-16,10-1-26 0,0 0-43 0,0 0-43 15,0 0-18-15,-2 7-21 0,2-7-84 0,2 13-190 16,0-5 84-16</inkml:trace>
  <inkml:trace contextRef="#ctx0" brushRef="#br0" timeOffset="32986.33">30449 10467 50 0,'2'5'131'0,"-2"-5"-11"16,0 0-9-16,0 0-11 0,0 0-10 0,4 6-15 15,-4-6-6-15,0 0-9 0,0 0-1 0,0 0-12 16,0 0-23-16,1 8-26 0,-1-8-27 0,-1 11-23 16,1-3-91-16,-3 3-154 0,1-1 69 0</inkml:trace>
  <inkml:trace contextRef="#ctx0" brushRef="#br0" timeOffset="33156.57">30616 11400 2 0,'0'0'79'0,"0"0"-42"16,0 0-57-16,0 0-22 0,0 0 11 0</inkml:trace>
  <inkml:trace contextRef="#ctx0" brushRef="#br0" timeOffset="34115.32">30506 9148 12 0,'0'0'89'0,"0"0"-21"15,0 0 3-15,0 0-21 0,1-9 6 0,-1 9-6 0,0 0-10 16,0 0-10-16,0 0-23 0,0 0-12 16,12 24-18-16,-7-13-52 0,-1 6-80 0,-1 1 36 15</inkml:trace>
  <inkml:trace contextRef="#ctx0" brushRef="#br0" timeOffset="34340.08">30583 10872 74 0,'2'4'85'0,"-2"-4"-8"16,0 0-9-16,3 9-3 0,-3-9-7 0,-1 9-7 15,1-9-18-15,1 11-33 0,-1-11-36 0,-3 15-44 16,-2-6-86-16,0 1 39 0</inkml:trace>
  <inkml:trace contextRef="#ctx0" brushRef="#br0" timeOffset="40223.85">12529 15570 59 0,'0'0'65'0,"0"0"-16"15,0 0-17-15,0 0-9 0,0 0-4 0,0 0-21 16,0 0-10-16,17 13-28 0,-11-7-41 0,-2-1 19 16</inkml:trace>
  <inkml:trace contextRef="#ctx0" brushRef="#br0" timeOffset="40420.15">12952 15570 8 0,'0'0'34'0,"0"0"-20"0,0 0-24 15,0 0-10-15,0 0 5 0</inkml:trace>
  <inkml:trace contextRef="#ctx0" brushRef="#br0" timeOffset="53530.88">18229 17307 67 0,'-35'6'90'16,"2"2"-19"-16,-3-1-4 0,0-4 1 0,2 2-11 15,-1-3-18-15,5-1-7 0,-1 1-13 0,0 2-7 16,1-5-7-16,-4 1-8 0,1 0-17 0,-1 0-26 16,2-1-31-16,-4 1-82 0,-2-5 36 0</inkml:trace>
  <inkml:trace contextRef="#ctx0" brushRef="#br0" timeOffset="55053.03">16437 16392 16 0,'0'0'155'0,"-3"7"-25"0,3-7-25 0,0 0-15 16,0 0-17-16,0 0-4 0,0 0-22 0,0 0-9 16,0 0-7-16,0 0-27 0,0 0-13 0,0 0-11 15,0 0-27-15,0 0-67 0,0 0-123 0,0 0 54 16</inkml:trace>
  <inkml:trace contextRef="#ctx0" brushRef="#br0" timeOffset="55607">16388 17490 30 0,'0'0'178'0,"0"0"-18"16,0 0-19-16,0 0-13 0,0 0-7 0,0 0-9 15,0 0-17-15,0 0-7 0,0 0-7 0,0 0-3 16,0 0-3-16,0 0-4 0,0 0 4 0,4 4-3 16,-4-4-2-16,0 0 2 0,0 0-2 0,0 0 0 15,0 0 1-15,0 0-2 0,0 0 0 0,0 0-7 16,0 0 1-16,0 0-5 0,0 0-4 0,0 0-4 16,0 0-3-16,0 0-3 0,0 0-2 0,0 0-5 15,0 0 1-15,0 0-1 0,0 0-4 0,0 0-4 16,0 0-1-16,0 0-3 0,0 0 1 0,0 0-4 15,0 0-3-15,0 0 2 0,0 0-7 0,0 0 3 16,0 0-2-16,0 0 1 0,0 0 1 0,0 0 3 16,0 0-3-16,0 0 2 0,0 0 1 0,0 0-1 15,0 0 1-15,0 0-3 0,0 0-3 0,0 0 0 16,0 0-1-16,0 0-4 0,0 0 2 0,0 0-4 16,0 0 2-16,0 0-4 0,0 0 1 0,0 0-1 15,0 0-7-15,0 0 1 0,0 0-7 0,0 0-1 16,0 0-11-16,0 0-6 0,0 0-9 0,0 0-8 15,0 0-19-15,0 0-16 0,0 0-29 0,0 0-20 16,0 0-21-16,0 0-15 0,0 0-16 0,5 4-160 16,-5-4-365-16,0 0 162 0</inkml:trace>
  <inkml:trace contextRef="#ctx0" brushRef="#br0" timeOffset="57596.28">13017 16138 33 0,'0'0'49'0,"0"0"-5"0,0 0-2 15,0 0-8-15,0 0-4 0,0 0-1 0,0 0 9 16,0 0-17-16,0 0 3 0,0 0-5 0,0 0-9 15,8 20-3-15,-7-13-8 0,0 0-4 0,2 2-7 16,-3 4-18-16,2 0-26 0,0 4-59 0,-2-1 26 16</inkml:trace>
  <inkml:trace contextRef="#ctx0" brushRef="#br0" timeOffset="57851.14">12987 17215 2 0,'0'0'17'0,"0"0"-21"0,0 0-3 16,0 0 2-16</inkml:trace>
  <inkml:trace contextRef="#ctx0" brushRef="#br0" timeOffset="61408.28">12527 18411 28 0,'0'0'72'0,"0"0"-9"0,0 0-10 0,0 0 5 15,0 0-9-15,0 0-4 0,0 0-8 0,0 0 0 16,0 0-11-16,0 0 0 0,0 0 2 0,0 0-5 16,0 0 0-16,0 0-5 0,0 0-2 15,0 0-7-15,0 0-1 0,0 0-7 0,0 0-4 16,0 0-15-16,0 0-3 0,0 0-12 0,0 0-11 16,0 0-40-16,0 0-90 0,0 0 39 0</inkml:trace>
  <inkml:trace contextRef="#ctx0" brushRef="#br0" timeOffset="66410.64">24086 17412 50 0,'0'0'37'0,"6"-6"-4"16,-6 6-32-16,5-5-22 0,-5 5-21 0,0 0 9 15</inkml:trace>
  <inkml:trace contextRef="#ctx0" brushRef="#br0" timeOffset="71563.13">15959 6646 27 0,'0'0'119'16,"0"0"10"-16,0 0 4 0,0 0-12 0,0 0 8 16,0 0 4-16,0 0-11 0,0 0-5 0,0 0-3 15,0 0-11-15,0 0-5 0,0 0-7 0,0 0-13 16,0 0-5-16,0 0-8 0,0 0 4 0,0 0-8 15,0 0-5-15,0 0-2 0,0 0-3 0,0 0-1 16,0 0 3-16,0 0 4 0,0 0-1 0,4 19 0 16,-4-19-5-16,0 0 3 0,0 0-5 0,6 9 3 15,-6-9-1-15,0 0 1 0,4 5-3 0,-4-5-4 16,8 1 0-16,-8-1-5 0,16-3-6 0,3-5 0 16,11-5-22-16,17-5-30 0,6-9-47 0,28-14-58 15,5-1-59-15,-2 0-218 0,3-7-432 0,0-6 191 16</inkml:trace>
  <inkml:trace contextRef="#ctx0" brushRef="#br0" timeOffset="73511.92">28560 17513 40 0,'0'0'-7'16,"1"6"-7"-16,-1-6 2 0</inkml:trace>
  <inkml:trace contextRef="#ctx0" brushRef="#br0" timeOffset="74174.92">22170 14786 44 0,'0'0'81'0,"0"0"-17"0,0 0-4 0,0 0-9 15,0 0-1-15,0 0-18 0,0 0-3 16,0 0-9-16,0 0-2 0,0 0-6 0,0 0 0 0,0 0-9 16,0 0-1-16,-15 19-2 0,12-12-8 15,2-1-17-15,0 3-50 0,-3 1-80 0,1 2 36 0</inkml:trace>
  <inkml:trace contextRef="#ctx0" brushRef="#br0" timeOffset="74798.07">22174 17909 73 0,'0'0'177'0,"0"0"-17"15,0 0-24-15,0 0-12 0,0 0-18 0,0 0-4 16,0 0-15-16,0 0-15 0,0 0-2 0,0 0-9 16,0 0-15-16,0 0-7 0,0 0-7 0,0 0 2 15,0 0-4-15,0 0 0 0,0 0-2 0,0 0 4 16,0 0-6-16,0 0 2 0,0 0-1 0,0 0-2 15,0 0 5-15,0 0-11 0,0 0 2 0,0 0-2 16,0 0-6-16,0 0 1 0,0 0-2 0,0 0 4 16,0 0-7-16,1 10-1 0,-1-10-3 0,1 7 4 15,-1-7-3-15,6 5-1 0,-6-5-3 0,3 7 6 16,-3-7-27-16,8 6-4 0,-8-6-17 0,5 7-15 16,-1-3-11-16,0-1-20 0,-4-3-10 0,6 7-27 15,-1-5-83-15,-5-2-223 0,0 0 99 0</inkml:trace>
  <inkml:trace contextRef="#ctx0" brushRef="#br0" timeOffset="75288.06">22041 15262 103 0,'0'0'122'0,"0"-9"-18"0,0 9-10 0,0 0-16 15,4-8-6-15,-4 8-14 0,4-4-2 0,-4 4-20 16,0 0-11-16,7 0-17 0,-7 0-18 0,0 0-15 16,0 0-19-16,13 9-22 0,-10-5-37 0,-3-4-109 15,-2 15 49-15</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999.99994" units="1/cm"/>
          <inkml:channelProperty channel="Y" name="resolution" value="999.99994" units="1/cm"/>
          <inkml:channelProperty channel="F" name="resolution" value="249.9771" units="1/cm"/>
          <inkml:channelProperty channel="T" name="resolution" value="1" units="1/dev"/>
        </inkml:channelProperties>
      </inkml:inkSource>
      <inkml:timestamp xml:id="ts0" timeString="2021-09-07T05:24:15.365"/>
    </inkml:context>
    <inkml:brush xml:id="br0">
      <inkml:brushProperty name="width" value="0.05292" units="cm"/>
      <inkml:brushProperty name="height" value="0.05292" units="cm"/>
      <inkml:brushProperty name="color" value="#FF0000"/>
    </inkml:brush>
  </inkml:definitions>
  <inkml:trace contextRef="#ctx0" brushRef="#br0">23276 1380 69 0,'0'0'156'0,"0"0"-13"16,0 0-15-16,3-9-16 0,-3 9-10 0,0 0-9 0,0 0-9 0,4-6-1 15,-4 6 0-15,0 0-10 0,0 0-3 16,0 0-10-16,5-5-10 0,-5 5-5 0,0 0-9 15,0 0-4-15,0 0-5 0,0 0 0 0,0 0-9 16,9-1-1-16,-9 1 1 0,0 0-10 0,10 10 1 16,-6-6 11-16,6 5-8 0,-2-2-1 0,-2 3-1 0,2-2-3 15,-1 4 0-15,2 2-3 0,-2-3 1 16,1-2-3-16,-1 2 4 0,0 0-1 15,-1-3 1-15,-1 1 0 0,-1-5-6 0,2 1 0 0,-6-5 5 16,7 8-4-16,-5-4-1 0,2-1 4 0,-4-3-4 16,6 5 6-16,-6-5-2 0,16-3 4 15,-2-6-7-15,4 0 10 0,5-9 0 0,4 0-12 0,2-3-1 16,2-3-7-16,-1 0-10 0,16-2-1 0,-15 6-19 15,-1 1-2-15,-3 1-20 0,0 0-10 0,-3 3-14 16,-7 5 6-16,-3 0-11 0,-2 4-16 0,-3 1 2 16,-3 1-58-16,-1 2-175 0,-5 2 78 0</inkml:trace>
  <inkml:trace contextRef="#ctx0" brushRef="#br0" timeOffset="271.01">23757 1301 51 0,'-8'3'179'16,"8"-3"-105"-16,-6 2 9 0,6-2-18 15,0 0 1-15,0 0-17 0,0 0 0 16,-10 3-11-16,10-3 3 0,0 0-10 0,0 0 3 0,-3 4-6 15,3-4-4-15,0 0-3 0,0 0-3 0,-1 17 1 16,1-17-8-16,0 17 8 0,-2-5-9 16,2-2-8-16,-1 2 14 0,6 4-11 0,-5-4 0 0,2 1 6 15,0 3-9-15,-1 1 1 0,1-6 14 16,3 5-11-16,0-4-8 0,-4-4 9 0,3 3-4 15,0-1-2-15,1 0-5 16,1-1 1-16,1-1 5 0,-1-1-6 0,3 0 18 0,-1-2-8 0,3-3 10 0,1-1-6 16,3 1 9-16,7-4 4 15,6-3-5-15,8-6 3 0,1-2-5 0,13-11-10 0,3 1-40 16,2-3-17-16,-1-1-33 0,-11 4-76 0,-12 2-173 15,9-9 77-15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09:28.576"/>
    </inkml:context>
    <inkml:brush xml:id="br0">
      <inkml:brushProperty name="width" value="0.05292" units="cm"/>
      <inkml:brushProperty name="height" value="0.05292" units="cm"/>
      <inkml:brushProperty name="color" value="#FF0000"/>
    </inkml:brush>
  </inkml:definitions>
  <inkml:trace contextRef="#ctx0" brushRef="#br0">27771 2320 98 0,'0'0'239'15,"0"0"-12"-15,-2-10-10 0,2 10-5 0,0 0-12 16,-3-6-11-16,3 6-4 0,0 0-14 0,0 0-12 16,0 0-11-16,0 0-17 0,0 0-18 0,-5-10-13 15,5 10-12-15,0 0-9 0,0 0-11 0,0 0-6 16,-9 20-7-16,1-5-1 0,-8 9-6 15,0 4-5-15,-2 1-7 0,1 4 5 0,-10 8-9 16,6 1-7-16,3-12-2 0,2-2 4 0,1 0-4 0,1-3-8 16,3 0 6-16,-1-2-4 0,3-6-1 0,3 0-4 15,0-6-2-15,0 0-1 0,2-3-1 0,1 0-1 16,-1 0 2-16,4-8-1 0,-6 9 5 16,6-9 2-16,-4 6 1 0,4-6 19 0,0 0-1 15,0 0-1-15,0 0-8 0,0 0-8 0,0 0-3 16,8-39 3-16,1 15-7 0,1-2 6 0,2-3-9 15,0-4-7-15,4-12-5 0,-3 13-4 0,7-14-4 16,-2 2 6-16,0-3-4 0,-1 3 10 0,-2 11-12 16,0 2 3-16,-1-1-1 0,0 4 8 0,-1 4-6 15,-2-1 2-15,-1 9-1 0,0 2 3 0,-5 5-4 16,-1 2 0-16,-2 1-4 0,3 1 4 0,-5 5-7 16,9-3 7-16,-9 3-5 0,0 0 3 0,16 14-1 15,-9 3 12-15,2 10-5 0,-3 0 6 0,3 5 2 16,-4-6 0-16,2 7 1 0,-3-4 7 0,1 1-4 15,-1-1-1-15,-2 1 3 0,0-2-4 0,0 1 4 16,-2-3 0-16,5 1 3 0,-4-7-7 16,3 6 0-16,-4-7-3 0,2 0-6 0,1 0-12 0,-1-4-29 15,-4 2-34-15,2-5-37 0,4 0-39 0,-2-2-37 16,0 2-39-16,0-3-188 0,-2-9-453 0,0 0 201 16</inkml:trace>
  <inkml:trace contextRef="#ctx0" brushRef="#br0" timeOffset="183.86">27575 2556 51 0,'0'0'100'16,"24"-11"-3"-16,-10 8-11 0,2 0-1 0,6-1-6 15,6-1-17-15,8-2-20 0,0 1-26 0,-1 3-21 16,3-4-9-16,1 3-23 0,-3-2-11 0,2 1-38 15,-3 0-93-15,-3 0 41 0</inkml:trace>
  <inkml:trace contextRef="#ctx0" brushRef="#br0" timeOffset="366.93">28200 2415 37 0,'6'-8'76'0,"-1"-2"18"0,-1 1 14 0,0-1 7 16,-4 10 3-16,2-16 3 0,-1 7 7 0,-1 9 18 16,2-16 7-16,-2 16 5 0,-2-10-8 0,2 10-15 15,0 0-15-15,2-13-13 0,-2 13-15 0,0 0-12 16,0 0-10-16,0 0-3 0,0 0-6 0,0 0-4 15,0 0-3-15,-11 39-7 0,8-19-4 0,-3 7-1 16,0-2-5-16,0-1-5 0,0 1-1 0,3-5-3 16,-1-3-4-16,0 2-20 0,1-2-19 15,1 1-33-15,-2-2-38 0,-1-2-50 0,3-2-51 0,0 0-158 16,-3 0-372-16,5-12 166 0</inkml:trace>
  <inkml:trace contextRef="#ctx0" brushRef="#br0" timeOffset="735.36">28110 2421 28 0,'6'-7'135'0,"-6"7"-12"0,7-6-12 0,-7 6-10 16,19-5-22-16,-8 4-1 0,8-3-25 0,0 3-19 15,1-4-12-15,2 4-14 0,-4-2-6 0,7 0-19 16,-2-1-8-16,-6 2-3 0,3 0-9 0,1-2 3 15,-2 2-3-15,0-2 5 0,-3 2 5 16,-1-1 3-16,-4-3 7 0,2 2 6 0,-3-3 8 16,0 1 16-16,0 0 16 0,1-3 14 0,-5-1-1 15,2 1 15-15,-3-3 6 0,-1 2 33 0,0 1 6 0,-2 1 27 16,-2 8 1-16,3-10 4 0,-3 10-7 0,0 0-9 16,5-13-10-16,-5 13-11 0,0 0-12 0,0 0-14 15,1-8-5-15,-1 8-9 0,0 0 6 0,0 0-2 16,0 0-5-16,-4 39-6 0,0-20-1 15,1 5-6-15,-3 2-3 0,3 2-5 0,-1-1-1 16,-3-1-6-16,2 1 0 0,3-7-14 0,-4 6-23 16,4-8-29-16,-1 0-34 0,2 0-45 0,0-3-50 15,1-3-40-15,0 1-117 0,-1-2-350 0,1-11 155 16</inkml:trace>
  <inkml:trace contextRef="#ctx0" brushRef="#br0" timeOffset="951.52">28740 2279 209 0,'0'0'236'0,"4"-9"-20"0,-4 9-21 15,6-8-16-15,-6 8-14 0,0 0-19 0,0 0-3 16,0 0-12-16,0 0 0 0,0 0-12 0,-6 32-3 16,3-15-18-16,1 1-8 0,-1 2-8 0,-2 5-11 15,1 1-3-15,-1-7-11 0,2 6-12 0,-2-7-19 16,3 8-29-16,1-7-42 0,-1 1-34 15,1-4-41-15,0 1-40 0,-1-1-47 0,1-3-112 16,-4-4-344-16,5-9 152 0</inkml:trace>
  <inkml:trace contextRef="#ctx0" brushRef="#br0" timeOffset="1173.92">28815 2199 37 0,'13'-5'134'0,"-3"0"-12"0,4 3 1 16,7 2-2-16,-5 5-2 0,-3-1-4 0,5 2 0 16,-1 1-8-16,-3 1-6 0,1 5-8 0,-2 0-2 15,-3 1 2-15,3 2-4 0,-4 2 2 0,-3-3-1 16,-2 0-3-16,-1 5-4 0,-6-4 1 0,-6 8-5 16,-4 1-6-16,-2-4-6 0,2-4-7 0,-6 4-15 15,5-7-15-15,-5 5-21 0,-1-2-35 0,4-4-34 16,-2-1-38-16,2-1-49 0,-2-2-175 0,-6 5-347 15,5-10 154-15</inkml:trace>
  <inkml:trace contextRef="#ctx0" brushRef="#br0" timeOffset="1357.41">29167 2516 115 0,'0'0'167'15,"0"0"-2"-15,4 10-9 0,-4-10-13 0,0 14-8 16,-3-7-20-16,3-7-6 0,-9 26-15 0,1-11-12 16,-2 1-43-16,3-3-42 0,-4 3-46 0,1-2-50 15,1 1-97-15,-1 0-210 0,0-3 93 0</inkml:trace>
  <inkml:trace contextRef="#ctx0" brushRef="#br0" timeOffset="1700.83">29686 2311 69 0,'0'0'266'0,"2"-11"-23"0,-2 11-21 16,2-11-17-16,-2 11-21 0,0 0-17 0,5-6-12 16,-5 6-15-16,0 0-11 0,0 0-10 15,0 0-18-15,-3 41-6 0,4-24-11 0,3-1-6 16,-1 1-7-16,3 0-8 0,-1-5-5 0,0 2-7 15,3-2-3-15,-1-2-6 0,5 3 0 0,1-2-4 0,-2-3-3 16,0-1-1-16,-1-1-3 0,4-1 0 16,-5 0 4-16,0-2 1 0,0-1 6 0,-3-2 3 15,-6 0 0-15,12-5-4 0,-8 2-6 0,-4 3-6 16,8-21-5-16,-4 6-1 0,-2-3-2 0,-5-8-9 16,2 9-3-16,-1-4-5 0,-4-5-8 0,2 10-4 15,-1-1-4-15,0 1-13 0,1 3-13 0,0 4-20 16,-3-2-16-16,2 3-17 0,-4 2-36 0,9 6-24 15,-18-4-28-15,18 4-17 0,-22 2-21 0,5 4-120 16,1 1-366-16,4 1 162 0</inkml:trace>
  <inkml:trace contextRef="#ctx0" brushRef="#br0" timeOffset="1917.36">30064 2214 101 0,'4'-7'247'0,"2"3"-6"0,-2-2-11 0,-4 6 17 15,4-6-18-15,-4 6-23 0,4-6-24 0,-4 6-21 16,0 0-12-16,0 0-5 0,7 12-9 0,-7-12-4 16,3 35-5-16,0-8-23 0,-5 1 2 15,4 2-4-15,-5 0-14 0,2-2-8 0,-1 0-7 16,2 1-7-16,0-1-5 0,-2-3-14 0,1 3 3 16,-2-3-16-16,4-6-17 0,-2-2-37 0,2 2-34 15,-2-2-37-15,1-1-44 0,0-4-50 0,0-1-42 16,1 2-211-16,-1-13-473 0,-2 12 210 0</inkml:trace>
  <inkml:trace contextRef="#ctx0" brushRef="#br0" timeOffset="2203.03">30235 2130 44 0,'10'-7'181'0,"-2"-1"-20"0,0 3-9 0,-3 3-20 16,3 1-2-16,2 0-7 0,-10 1 10 0,14 8-15 15,-9-2-3-15,3 4-5 0,-6 1-6 0,2 0-7 16,-3 7-8-16,-4 1-10 0,-5 7-3 0,-1-11-10 16,-6 8-4-16,0 2-6 0,-2-5-8 0,0-1 7 15,3-7-2-15,1-2-5 0,4 0-3 16,-1-4-5-16,2 4-5 0,2-4 0 0,-1 0-4 16,1-4-5-16,6-2-1 0,-8 9-5 0,8-9-4 15,-2 8 1-15,1-3-6 0,1-5-8 0,2 14-14 16,2-9-23-16,0 5-15 0,3-3-15 0,1 0-23 0,1 1-36 15,0 0-29-15,4 0-31 0,-2-2-123 16,6 1-331-16,-3 0 147 0</inkml:trace>
  <inkml:trace contextRef="#ctx0" brushRef="#br0" timeOffset="2350.98">30470 2485 47 0,'0'0'192'0,"0"0"-9"0,14 2-3 0,-14-2-13 16,0 0-10-16,0 0-1 0,0 9-10 0,0-9-6 15,-3 15-5-15,0-3-6 0,-3-2-14 0,3 2-13 16,-5 3-6-16,2 1-11 0,1 0-9 0,1-4-19 16,-5 1-29-16,3 5-43 0,-3-2-64 15,4-5-70-15,-4 4-176 0,4-3-352 0,0-3 156 16</inkml:trace>
  <inkml:trace contextRef="#ctx0" brushRef="#br0" timeOffset="2600.32">30929 2278 2382 0,'8'-18'113'15,"-3"3"-19"-15,-3 3-2 0,1 2-17 0,0 1-16 16,-2 2-6-16,-1 7-8 0,1-8-6 0,-1 8-7 16,3-8 1-16,-3 8-1 0,0 0-3 0,0 0 7 15,0 0-2-15,0 0-3 0,-8 37-3 0,5-13-3 16,-2 2 3-16,-1-6-9 0,2 3-1 0,0 4 1 15,1-9-4-15,1 0-13 0,1 0-16 16,-2 7-25-16,1-8-29 0,-2 0-41 0,3-4-48 16,-2-2-61-16,-1 0-237 0,2-1-493 0,2-10 219 0</inkml:trace>
  <inkml:trace contextRef="#ctx0" brushRef="#br0" timeOffset="2782.97">30966 2197 101 0,'0'0'208'0,"3"-9"-19"0,-3 9-13 16,2-7-20-16,-2 7-14 0,0 0-11 0,11-6-15 15,-2 4-19-15,3-2-3 0,5 4-15 0,2-3-13 16,3 3-23-16,-2 3-18 0,8-4-27 0,-5 1-33 16,-1 0-28-16,-1 1-36 0,-2 0-25 0,-3-2-93 15,2 1-235-15,-5-3 104 0</inkml:trace>
  <inkml:trace contextRef="#ctx0" brushRef="#br0" timeOffset="2952.71">31356 2065 73 0,'0'0'205'0,"4"-9"-7"0,-4 9-14 15,3-5-22-15,-3 5-14 0,0 0-19 16,0 0-15-16,0 0-5 0,0 0-5 0,0 0 9 16,0 0-12-16,-7 23-1 0,3-8-10 0,-1-1-7 15,0 10-9-15,0-5-9 0,2 5 0 0,-2 0-9 0,3 2-3 16,-2-1-10-16,3-6-24 0,-2-2-37 15,3 3-45-15,-3-1-58 0,2-2-51 0,1-1-147 16,-4-2-347-16,3-3 154 0</inkml:trace>
  <inkml:trace contextRef="#ctx0" brushRef="#br0" timeOffset="3222.72">31486 2253 98 0,'8'-4'189'0,"-8"4"-20"15,0 0-17-15,0 0-11 0,0 0-12 16,0 0-11-16,0 0-11 0,0 0-5 0,18 10-6 0,-13-4-1 16,3 0 8-16,1 1 5 0,-3-4-2 15,4 0 5-15,-10-3 6 0,14 5-5 0,-6-2 4 16,-8-3 6-16,0 0 12 0,17 0 10 0,-17 0 7 16,0 0-6-16,10-9-15 0,-4 0-10 0,-2 0-10 15,-1-1-8-15,0 0-7 0,0-2-11 0,-1 0-10 16,0 0-8-16,-2 0-10 0,-3 0-4 0,2 1-9 0,-3 0-22 15,2 5-6-15,-1-2-19 0,-1 3-20 16,4 5-29-16,-7-8-40 0,1 5-35 0,6 3-46 0,-28 1-50 16,14 2-42-16,-4 3-213 0,-1 0-516 15,5 1 228-15</inkml:trace>
  <inkml:trace contextRef="#ctx0" brushRef="#br0" timeOffset="3583.34">31938 2062 81 0,'25'-9'168'0,"2"2"-12"0,-8 0-12 0,11-1-17 0,-4 3-4 16,2-4-19-16,-2 2-16 0,-4 2-12 16,-4-2-26-16,2 3-7 0,-4-2-29 0,0-1-13 15,-7 1-25-15,2 1-24 0,-3 0-7 0,-8 5-14 16,12-6-6-16,-12 6-3 0,4-10 12 0,-4 10 8 15,0 0 16-15,1-10-2 0,-1 10 12 0,0 0 7 16,0 0 23-16,0 0 4 0,1-9 3 0,-1 9 11 16,0 0-3-16,0 0 13 0,0 0 0 0,0 0 10 15,0 0-2-15,0 0 13 0,0 0 18 0,-22 32 23 16,12-15 16-16,-1 7 7 0,-1 3 10 0,1 0-12 16,-4 1-2-16,4 0 0 0,0 2-8 0,0 1-15 15,1 0 0-15,0 1-7 0,0-4-11 0,1-1-8 16,2 1-2-16,-2-1-8 0,5-7-7 0,1 4-13 15,-4-7-29-15,4-1-28 0,1-1-59 0,0-5-50 16,2 1-189-16,0-11-353 0,-7 11 156 0</inkml:trace>
  <inkml:trace contextRef="#ctx0" brushRef="#br0" timeOffset="3751.05">32141 1930 96 0,'6'-7'196'16,"2"-1"-19"-16,2-1-23 0,7 0-11 0,-2 0-16 15,2 2-14-15,3 3-18 0,7-5-35 0,0 3-39 16,8 0-54-16,-3 1-46 0,4 3-100 0,-1 4-193 16,-1-4 85-16</inkml:trace>
  <inkml:trace contextRef="#ctx0" brushRef="#br0" timeOffset="4421.03">28651 3214 2807 0,'10'-26'28'16,"-7"0"-4"-16,-1 7 0 0,-5 1-12 0,-2-1-8 15,-1 1 6-15,-2 5 7 0,-2 1 19 0,-3 1 4 16,2 5 10-16,2-1 3 0,-4 4-1 0,0-1-4 16,-1 2-3-16,1 2 5 0,0 0-6 0,-4 6-8 15,0 0-4-15,1 1-4 0,0 4 0 0,2 2-5 16,1-2 3-16,2-1-12 0,4-1-18 0,2 1-15 15,1-2-7-15,0 1-9 0,4 1 0 16,-3-4-9-16,3-6-6 0,6 13 3 0,-5-10-2 0,-1-3 7 16,3 8 2-16,-3-8 12 0,0 0 7 0,2 8 13 15,-2-8 6-15,0 0 7 0,2 5 7 16,-2-5 1-16,0 0 3 0,0 0 2 0,0 0 1 16,0 0-4-16,0 0-6 0,0 0-1 0,0 0-7 0,0 0-3 15,7 4 0-15,-4 2-1 0,2 2-24 0,3 6 2 16,-1 5 7-16,1 6 0 0,2 5 6 0,0 2 0 15,-3 2 3-15,1 2 0 0,-3 10 6 16,0-12-1-16,-3 2 3 0,0-1-1 0,-1 0 4 16,-4-4 0-16,-3-1 5 0,-2 0-1 0,-1-3 5 15,-1-1 3-15,-6 2 3 0,-2-3-5 0,-4-4 6 16,-4-1 4-16,-2-1-7 0,-4-3-5 0,2-3 2 16,-2-4-3-16,0-3-5 0,2 1-6 0,8-7-11 0,-7 2-10 15,9-5-20-15,-7-6-36 0,4-3-49 0,3-5-50 16,0-2-50-16,4-2-192 0,7 0-454 0,5-7 200 15</inkml:trace>
  <inkml:trace contextRef="#ctx0" brushRef="#br0" timeOffset="5351.29">28867 3220 1807 0,'28'-16'159'0,"-7"0"-25"0,-8 3-45 15,-3 3-31-15,-3 2-13 0,-2 0 3 0,-1 4 16 16,-2-2 1-16,-2 6-11 0,-2-9 5 0,2 9 4 15,-12-9 3-15,7 7 1 0,-5 0 2 0,-2 2-10 16,-5 6-3-16,-2 1-8 0,1 5-3 0,3 2-4 16,-5 4-3-16,0 0-5 0,7-1-5 0,-3-2-2 15,7 3-5-15,-1-1 3 0,5-1-5 0,1 0-14 16,-1 1-8-16,5-5-10 0,6 1-6 0,-3-3-5 16,0 0-4-16,4 0-4 0,-1-4 0 15,5 2 0-15,-6-6 2 0,5 1 4 0,2-1 7 16,2-4-2-16,-1 0 8 0,1 0-2 0,-3-4 4 0,-1-3 6 15,3-3 5-15,-3-1 1 0,-1 0 1 16,1-1 1-16,-2-3 1 0,0 1 2 0,-3 0 3 0,0 0-4 16,-2 4 8-16,0 3 4 0,0 1-1 0,-2 1 1 15,2 1-6-15,-2 0-2 0,-1 6-1 16,0 0-10-16,4-9-3 0,-4 9-2 0,0 0 2 16,0 0 4-16,0 0 7 0,1 28-6 0,-2-14 0 15,2 1 0-15,-1 1 1 0,2 3 0 0,-1-2 0 0,1-1 4 16,2 0-6-16,0-3 6 0,1-3-4 0,2 3-4 15,0-5-7-15,1 0-3 0,2-1-3 16,0-2-3-16,2-2-1 0,-2-1 1 0,3-2 3 0,-1-3 2 16,5-2 7-16,-3-4-1 0,0-5 8 15,2 1 3-15,-5-1 6 0,1-3 6 0,2-7-1 16,-3-1-1-16,1 2 3 0,-3-1 0 0,0-6 1 16,-2 3 1-16,2-2 7 0,-1 1-2 0,-2 1 1 15,-1 3 7-15,-2 8 7 0,1 5 11 0,-3 0 9 0,2 3-3 16,-2 1 1-16,0 2-14 0,-1 5 3 0,3-11-18 15,-3 11-2-15,4-6-9 0,-4 6-14 16,0 0 0-16,0 0-2 0,0 0 14 0,-4 39-6 16,1-14 2-16,-1 3-4 0,4-2-2 0,-1 5 1 15,0-3 0-15,3-1 2 0,5-2 2 0,-2 0-3 16,5-1-1-16,-1-6 3 0,4 5 1 0,-2-6-6 16,2-3 0-16,1-3-2 0,3 1-4 0,-2-5 4 15,3 2-7-15,0-6 4 0,-2-1-2 0,2-4 0 16,2 1-1-16,-3-3-4 0,-4-1 0 0,4 0 1 15,-4-5-4-15,2-2 1 0,-4-3 0 0,1-2 2 16,-2 1-8-16,-1-4-2 0,-2-3 2 0,-2 4 3 16,1 3 5-16,-4 0 0 0,-3 0 18 0,2 9-3 15,-2 0 8-15,1 7-6 0,1-11 1 0,-1 11-7 16,-1-8 0-16,1 8 0 0,0 0-3 0,-18 10-2 16,9-1 0-16,-6 7 2 0,0 6 0 0,-4-2 1 15,8-2-3-15,2-1 3 0,2 1-14 16,3 0-2-16,4-1-11 0,1-1-3 0,4 0-7 0,3-2-16 15,0-3-3-15,3 0-6 0,2-4-3 0,0-2 0 16,6-1-5-16,0-1 7 0,0-3 1 16,2-1 4-16,-3-1 5 0,-1-7 5 0,0 2 2 0,1-3 6 15,-3 0 2-15,2-3 4 0,-3 0 8 16,-1-2-1-16,-3-1 1 0,3 0 8 0,-2 1 0 0,-2 2 17 16,-1 2 7-16,-3 4 16 0,-3-2 6 15,2 5 3-15,-4 4-2 0,7-8-2 0,-5 3-6 16,-2 5 0-16,0 0-2 0,0 0 6 0,0 0 0 0,-11 25-2 15,4-10 0-15,0 2-4 0,-2 1-8 0,2 6-19 16,1-5-17-16,-4 4-38 0,6-5-41 0,1 0-36 16,2 0-53-16,1 0-190 0,1-4-412 15,3-2 182-15</inkml:trace>
  <inkml:trace contextRef="#ctx0" brushRef="#br0" timeOffset="5917.05">30161 3182 216 0,'0'0'255'0,"4"-4"-23"15,-4 4-23-15,0 0-10 0,0 0-10 0,0 0-7 16,0 0-19-16,0 0-16 0,-6 29-13 0,3-19-12 16,2 2-12-16,2 4-12 0,3-1-6 0,-2 0-7 15,7 1-2-15,-2-2-6 0,0-2-2 0,2-2-6 16,1-1-5-16,2-2-5 0,1-1-5 15,-2-3-1-15,6 1-6 0,-3-3-4 0,-1-2-3 16,5-2-2-16,-7-1-3 0,6-2-4 0,-8 0 0 0,1-3-9 16,0 1 5-16,-2-2-6 0,1-2 0 15,-2-4-2-15,1-2-5 0,-1 0 0 0,-1 0-5 0,-1 1-2 16,0-1-1-16,0 3 0 0,-2 5 6 16,-2-1 0-16,3 0 4 0,-4 11-3 0,1-11-8 15,-1 11-2-15,4-7-7 0,-4 7 0 0,0 0 3 0,0 0 6 16,0 0 2-16,0 0 4 0,0 34 0 15,3-17-1-15,-3 2 4 0,4-2-11 0,-2 1 5 16,-1 1 0-16,3-2-2 0,2-3-3 0,1 1 5 16,-1-5-5-16,2 1 6 0,0-5-1 0,7 1-5 15,3-1 1-15,-7-3-3 0,5-3-3 0,0-2-1 16,5-1 1-16,-1-3-1 0,-2 0-1 0,-1-1-1 16,-1-4-1-16,-4 0-3 0,1-3-4 0,-3 2 3 15,1-5 0-15,1 1-3 0,-4-3 1 0,-1 2 0 16,-2 2 1-16,0-2 5 0,-1 8 2 0,-1-1 4 15,-2 0 2-15,-1 10 9 0,4-9-5 0,-4 9-1 16,0 0-5-16,0 0-3 0,0 0-1 0,0 0-3 16,0 0 19-16,0 0-3 0,-26 38 12 0,16-15-12 15,0 1 0-15,-4 0 2 0,5 6-6 0,-1-4 6 16,-2 2-5-16,4-4 0 0,3-5-8 16,0 0-16-16,1-2-37 0,3 0-31 0,-5-2-49 15,6-4-48-15,0-1-63 0,0-10-227 0,2 16-510 16,-2-16 226-16</inkml:trace>
  <inkml:trace contextRef="#ctx0" brushRef="#br0" timeOffset="6101.99">30861 3195 12 0,'0'0'279'0,"3"-4"-34"0,-3 4-25 15,0 0-16-15,0 0-13 0,0 0-13 16,0 0-11-16,0 0-16 0,-8 30-15 0,4-15-12 15,1 2-12-15,-1 1-14 0,0 2-6 0,2-3-14 16,0 2-28-16,2 0-50 0,-1-2-59 0,1 0-45 16,0-1-55-16,0-5-178 0,-1 1-363 0,1-12 161 15</inkml:trace>
  <inkml:trace contextRef="#ctx0" brushRef="#br0" timeOffset="6267.88">30887 2909 50 0,'0'0'91'0,"0"0"-12"0,0 0-12 16,-14 44-28-16,11-13-26 0,2-1-29 16,2 5-39-16,2 1-57 0,5-4 26 0</inkml:trace>
  <inkml:trace contextRef="#ctx0" brushRef="#br0" timeOffset="6621.54">30971 3319 33 0,'0'0'175'0,"0"0"-12"16,0 0-16-16,11-23-13 0,-8 12-6 0,1 1-10 15,1-1-11-15,3 0-5 0,1-3-6 0,-1 5-10 16,2 2-8-16,-4-1-2 0,3 3-12 0,-9 5-2 16,14-3-10-16,-5 2-4 0,0 2 6 0,1 3 3 15,2 2 3-15,-3 0-6 0,4 4 1 0,-3-4-7 16,0 3-6-16,5 3-1 0,-4-5-7 0,1 3-1 15,0-3-1-15,-1-2 11 0,3 1 4 0,-2-1 3 16,-3-4-5-16,0 1 10 0,-2 0-1 0,4-5-2 16,-11 3 0-16,19-4-3 0,-13 1-2 0,-6 3 5 15,13-8 3-15,-7 4-6 0,-6 4 0 0,11-10-6 16,-7 4-5-16,-4 6-4 0,7-10-2 16,-7 10 0-16,8-8-4 0,-8 8 0 0,0 0-5 15,4-6-1-15,-4 6 0 0,0 0 5 0,0 0 13 16,0 0 7-16,1 24 2 0,-4-6 8 0,-4 8 0 15,0 4 5-15,-4 1-6 0,-2 2-5 0,2 0-3 0,-5-1 5 16,1 0-11-16,2 0-5 0,3-2 0 0,-3-3-12 16,0 1-5-16,6-3-26 0,-5-1-34 15,4-7-50-15,2 3-35 0,0-4-63 0,3-3-63 16,-1-1-281-16,-2 2-575 0,2-3 254 0</inkml:trace>
  <inkml:trace contextRef="#ctx0" brushRef="#br0" timeOffset="7900.69">27987 4320 148 0,'3'-5'280'15,"-3"5"-19"-15,0-10-17 0,0 10-20 0,0 0-16 16,1-10-21-16,-1 10-16 0,0 0-19 15,0 0-16-15,0 0-16 0,0 0-13 0,0 0-12 16,0 0-10-16,0 0-1 0,0 26-7 0,-4 0 0 0,2 4-8 16,-3 4-7-16,2 1-4 0,-2 1-3 0,1 9-8 15,7-15-1-15,-1 0-10 0,2-2 2 0,-1-3-10 16,2-6-2-16,0-1 1 0,0 0-1 0,1-3-5 16,1-2-2-16,3-2-1 0,-4 0-3 15,1-3-1-15,4-2 4 0,-6 0-6 0,3-1 5 16,-3-1 0-16,2-3 5 0,-7-1-1 0,13 2 7 0,-13-2-1 15,16-7 2-15,-6-2-4 0,2-4-3 0,2-8-2 16,-3 4-5-16,2-12-3 0,2-1 2 16,-3-3-1-16,-2 0 0 0,-1-1-1 0,0 1-7 15,0 1-4-15,-2 1-2 0,-1 5 25 0,-3 2-10 16,-1 6-20-16,0 1-33 0,-4 6-37 0,2 1-41 16,0 0-51-16,0 10-49 0,-3-11-58 0,3 11-183 0,-13 3-495 15,13-3 220-15</inkml:trace>
  <inkml:trace contextRef="#ctx0" brushRef="#br0" timeOffset="8350.67">28299 4714 50 0,'3'3'182'0,"-3"-3"1"0,3 7-1 16,-3-7 3-16,4 7 2 0,-4-7 9 0,3 3 3 16,-3-3 3-16,0 0-2 0,0 0-1 0,0 0 1 15,0 0-14-15,0 0 2 0,0 0-10 0,0 0 10 16,0 0-13-16,0 0-8 0,0 0-33 0,0 0-16 15,16-17-24-15,-8 4-14 0,2-2-17 0,1 0-23 16,0 0 13-16,0 1-6 0,1 2-7 0,-3 4 1 16,-3 1-6-16,3 0-11 0,-2 0-3 0,-2 1-5 15,-5 6-2-15,10-7 0 0,-10 7-10 0,10-3-12 16,-10 3 22-16,0 0-7 0,20 14-2 0,-13-6-3 16,1 0 6-16,-3 4-4 0,4-2 1 0,-3-1 13 15,4 1-12-15,-1-1-1 0,0 0 7 0,3-1-3 16,-2-1-7-16,5 1-2 0,-3-4 4 0,1-1-15 15,1-1-5-15,-1-2-12 0,1 0 13 0,0-3 1 16,-2 1 0-16,1-2 3 0,-2-1 5 0,0-2-5 16,-1-2 3-16,-1 3 1 0,3-8-2 0,-6 5 3 15,-1-2 2-15,0-5-1 0,-2-1 7 16,3 2-3-16,-5-1-1 0,1 1 5 0,-1 2 3 0,-1 13 8 16,1-16 3-16,-1 16 4 0,0-12-7 0,0 12-4 15,4-9-8-15,-4 9-2 0,0 0 1 0,0 0-5 16,0 0-1-16,0 0 3 0,0 0 4 0,0 0-4 15,-9 47 4-15,4-29-23 0,1 0-23 16,0 7-6-16,2-5-38 0,-1-2-32 0,1 0-46 0,-1-1-56 16,2 1-68-16,-2 0-225 0,-1-3-559 0,1-4 248 15</inkml:trace>
  <inkml:trace contextRef="#ctx0" brushRef="#br0" timeOffset="8493.92">28709 4351 104 0,'0'0'132'0,"-5"-10"-39"0,1 8-45 0,-2-2-36 0,6 4-38 16,0 0-35-16,-17 4-66 0,17-4 30 16</inkml:trace>
  <inkml:trace contextRef="#ctx0" brushRef="#br0" timeOffset="8783.99">28791 4465 133 0,'10'10'173'0,"-3"0"-1"0,4 3-6 15,-3 0 6-15,3 10-13 0,0-4-6 0,-6-3-12 16,6 10-11-16,-2-8-12 0,-1 6-10 0,1-8-12 16,0 1 1-16,1-2-16 0,-1-2-11 0,-1-2-3 15,-2-2-7-15,3 0-4 0,-3-3 14 0,-2-1 21 16,3-1 24-16,-7-4 26 0,10 6 26 0,-10-6 19 15,0 0 0-15,9 3-5 0,-9-3-13 0,0 0-16 16,15-17-23-16,-9 6-8 0,2-3-16 0,1 0-1 16,-3-4-24-16,7-4-3 0,-5-5-14 0,1 1-14 15,1-3-32-15,-1-1-35 0,1 2-19 0,2 1-31 16,-5 9-26-16,2 0-25 0,-1 2-26 16,-2 4-31-16,-2 3-36 0,1 1-41 0,-1 3-31 0,0 3-3 15,-4 2-157-15,0 0-480 0,9 12 212 0</inkml:trace>
  <inkml:trace contextRef="#ctx0" brushRef="#br0" timeOffset="9535">29219 4566 122 0,'5'4'136'0,"-5"-4"1"0,13 9 8 0,-7-6 4 0,5-2 1 15,-6 1 4-15,-5-2 4 0,13 2-4 0,-5-4-1 16,-8 2-3-16,17-3-12 0,-7-4-6 0,-3 2-4 16,0-2-11-16,1 1-8 0,0-4-2 0,-2 1-13 15,-2-2-3-15,0 2-4 0,-2-2-9 16,0 0-6-16,-2 0-5 0,-2 0-6 0,2 2 0 15,-1-1 10-15,1 10-6 0,-1-13-3 0,1 13-6 0,-3-8-8 16,3 8-7-16,-1-7-3 0,1 7-2 0,0 0-14 16,0 0-2-16,0 0-3 0,0 0-3 0,-22 18 1 15,12-6-3-15,1 4-2 0,-1 0-5 0,4 2 10 16,2 2-6-16,2 3-1 0,1-5 2 16,2 2 0-16,2-2 0 0,3-1-15 0,0-1 13 15,4 0 3-15,-3-3 0 0,4-2-1 0,0-2-3 16,-3-2 2-16,2-1-1 0,4 0-2 0,-2-2-1 0,-1-1 3 15,0-3-1-15,1 1 1 0,1-2 3 0,-3-2-5 16,-1-1 2-16,4-2-7 0,-4 0 2 0,2-7-3 16,2 2 3-16,-4-3 2 0,0-2-2 15,1-1 0-15,-1-1 3 0,1-6-8 0,-5-1 3 16,0 6-6-16,2-5 1 0,-1 6-3 0,-3-1 1 16,2 2-4-16,-2 2 0 0,-1 3 2 0,3 0 5 15,-4 2-3-15,1 3-2 0,-1-1 5 0,-1 8-3 16,4-11-5-16,-2 7-6 0,-2 4-10 0,4-6 3 15,-4 6 5-15,9-2-4 0,-9 2 2 0,15 0 8 16,-3 3-4-16,-4 0-2 0,3 5 5 0,-2 0 0 16,0-1 4-16,0 3-3 0,0 5 2 0,0-2 2 15,0 0 1-15,-3 3 1 0,-2-4-2 0,1 2 2 16,-2 4 2-16,-1-3 2 0,1 3 0 0,-3-1-1 16,1-3 2-16,4 2-4 0,-5-4 1 0,3 1 2 15,-2-4 3-15,0 1-1 0,4-2 1 0,-2-1-2 16,1-2 2-16,-2-1 2 0,5 1 2 0,3-1 2 15,-4 0 5-15,5-3 0 0,0 0 3 0,1-4 2 16,2 1-3-16,-2-3 4 0,4-4 2 0,2 3-4 16,-3-4 4-16,-1-3-5 0,0-1 2 0,-1-2-1 15,1-5 0-15,-3 4-4 0,0 0 2 0,-1-1-5 16,-5 2 0-16,1 0 2 0,-1 6-5 0,-2 0 3 16,0 0 12-16,-1 3 9 0,0 1 6 0,-1-2-7 15,-1 8-4-15,4-8-5 0,-4 8 0 0,0-7-13 16,0 7-13-16,0 0 2 0,0 0-3 0,0 0 4 15,0 0 2-15,-12 18-2 0,8-10-1 0,-3 9-6 16,4-5 8-16,-2 6 0 0,1 1 2 0,0-2-6 16,2 2-10-16,0 0 15 0,1-1-2 0,0-1-5 15,1-1 14-15,0 0-11 0,-1 0-20 0,-1-4-10 16,1 0-5-16,0 0 3 0,-1-1-11 0,-3-1-11 16,3 1-22-16,-3-2-33 0,1 0-28 0,4-9-46 15,-12 13-50-15,5-6-199 0,0-3-473 0,7-4 211 16</inkml:trace>
  <inkml:trace contextRef="#ctx0" brushRef="#br0" timeOffset="9916.42">30217 4461 142 0,'3'-11'320'0,"-4"6"-5"0,1 5-8 0,0-12-1 0,0 12-20 16,-4-9-29-16,4 9-24 0,-7-5-22 15,7 5-22-15,-12 2-21 0,3 4-16 0,-2 1-14 16,0 1-13-16,-3 3-17 0,1 2-9 0,2-1-6 16,0 2-16-16,5-1-4 0,1 1-14 0,0-2 0 0,2 4-8 15,2-2-5-15,2-5-9 0,2 3-2 0,-2-6-7 16,3 2-12-16,0-2-8 0,-1 1-16 0,3-1 11 16,-1-1 3-16,-5-5-3 0,10 3-2 15,-2-3 10-15,-8 0-4 0,12-3 2 0,-12 3 2 16,12-7 6-16,-4-1-8 0,-2-1 8 0,-1-2-12 15,0 3 15-15,0-1 4 0,-1-2-2 0,0 1 13 16,-3 5 7-16,2-3 3 0,-3 8 0 0,0 0 1 0,4-14-7 16,-4 14-9-16,1-5-13 0,-1 5 9 0,3-6-12 15,-3 6-7-15,0 0 5 0,0 0-5 16,0 0-2-16,0 0 0 0,0 28 4 0,0-28-3 16,0 24 2-16,0-13-22 0,-2-1-19 0,2 1-22 15,2 5-37-15,-2-7-51 0,1-3-58 0,-1-6-63 16,5 17-66-16,-5-17-231 0,3 11-606 0,-3-11 268 15</inkml:trace>
  <inkml:trace contextRef="#ctx0" brushRef="#br0" timeOffset="10150.32">30465 4316 2509 0,'5'-25'98'15,"-3"5"51"-15,1 4-49 0,3 0-1 0,-6 5 1 16,0 2-4-16,1-1-7 0,-1 10-17 0,-1-9-8 15,1 9-11-15,2-8-4 0,-2 8 1 0,0 0 9 16,0 0 5-16,0 0 0 0,7 36 10 0,-7-11-5 16,2 2 3-16,1 2 4 0,-3 0-17 0,-3-1-2 15,-1 2-11-15,0 1 1 0,1-2 1 0,-1 3-27 16,4-2-23-16,-5-2-33 0,1 0-42 0,0-3-51 16,0-6-57-16,0 1-77 0,3-1-86 0,-4-2-194 15,2-2-586-15,1-6 260 0</inkml:trace>
  <inkml:trace contextRef="#ctx0" brushRef="#br0" timeOffset="10584.31">31057 4414 101 0,'-2'-9'323'0,"-1"-3"-21"0,0 2-7 15,-1 1-18-15,3 4-18 0,-3-1-26 16,4 6-19-16,-6-7-27 0,6 7-18 0,0 0-12 15,-17 3-16-15,12 4-18 0,-3-2-15 0,2 5-6 0,0 0-9 16,1-1-13-16,1 3-4 0,1-1-8 0,2 0-11 16,2 1-13-16,3-2-21 0,0 1-8 0,1-1-12 15,1-1-7-15,2-2-5 0,-3 0-5 16,-1-1 4-16,1-1-5 0,-5-5 3 0,4 8-3 16,1-6 8-16,-5-2 6 0,0 0 5 0,0 0-4 15,6 3 7-15,-6-3-6 0,0 0-4 0,0 0 3 16,0 0 0-16,8-9 0 0,-8 9-4 0,0 0 0 15,0 0-4-15,0 0 0 0,4-5 4 0,-4 5-7 16,0 0 0-16,5 28 5 0,0-3 1 0,0 5-4 16,-2 2 10-16,-1 0-4 0,-2 2 0 0,-2 0 4 15,-2 2-1-15,-2 10 4 0,1-12 0 0,-2-1 6 16,1 2 0-16,1-6 6 0,-5-1 7 0,-1-5 1 16,1 2 8-16,-5-1 8 0,-2-1 0 0,-3-5 1 15,-3-1-7-15,-2 0 2 0,0-3-7 0,-5-4 1 16,2-1 0-16,7-4-4 0,-6-1-6 0,4-2-21 15,3 0-8-15,1-5-27 0,3-2-42 0,-2-2-50 16,0-3-70-16,3-5-64 0,-3-4-245 0,4-4-547 16,3-1 242-16</inkml:trace>
  <inkml:trace contextRef="#ctx0" brushRef="#br0" timeOffset="10967.29">31361 4374 21 0,'5'-5'294'0,"0"2"-32"0,0-2-29 16,-5 5-18-16,0 0-23 0,0 0-14 16,0 0-13-16,0 0-6 0,-33 17-12 0,17-6-10 15,0-2-13-15,2 0-13 0,0 3-11 0,3 0-11 0,0 0-3 16,4 0-12-16,-1-1-9 0,2-2-6 16,2 0-8-16,3 5-3 0,-2-5-17 0,3-3-9 15,0-6-9-15,3 14-6 0,-1-9-7 0,3 5-3 16,2-5-1-16,-2 1 2 0,-5-6-4 0,15 4-2 15,-3-4 3-15,-2 0 6 0,1-4-5 0,1-2 1 16,-2 0 6-16,-1-1 9 0,0-2 2 0,0-2 8 16,-3 2 0-16,1-3 2 0,-1 1 0 0,-1-2 5 0,-1 1 1 15,0 5 10-15,1-2 5 0,-2 2 7 16,-2 2-3-16,-1 5 1 0,4-11-10 0,-4 11-5 16,3-6-7-16,-3 6-4 0,0 0-5 0,0 0-1 15,0 0 0-15,0 0 5 0,0 0-5 0,0 31-4 16,0-21 1-16,-2 3 4 0,4-1-7 0,4 5 4 15,-1-1-2-15,0 0 1 0,1 1-18 0,3-2-26 16,-1-1-35-16,-2-5-49 0,3-3-55 0,1 2-58 16,1-2-273-16,-4-6-540 0,9 2 240 0</inkml:trace>
  <inkml:trace contextRef="#ctx0" brushRef="#br0" timeOffset="11200.17">31699 4079 254 0,'-2'-10'300'0,"4"0"-16"0,-2 10-19 16,-2-12-20-16,2 12-25 0,0-8-26 0,0 8-18 15,0 0-25-15,0 0-3 0,0 0 4 0,0 0 6 16,2 31-27-16,-4-6-11 0,4 3-9 0,-2 1-8 16,0 1-15-16,-2 1-1 0,2 2-12 0,0-1-4 15,-1-1-4-15,2-2-9 0,-1-3-9 16,-1 1-5-16,2-1-9 0,-1-6-32 0,2 4-25 0,-4-4-50 15,2-3-50-15,0-1-45 0,0-3-65 0,-2-2-50 16,-2 1-167-16,0-1-487 0,4-11 216 0</inkml:trace>
  <inkml:trace contextRef="#ctx0" brushRef="#br0" timeOffset="11350.42">31642 4311 93 0,'4'-9'204'0,"-1"2"-20"0,0-3-25 0,3 5-17 0,1-2-11 16,5 0-27-16,-1 2-31 0,5-1-37 16,3 1-53-16,1 2-39 0,7 2-36 0,-6 4-69 15,0 3-173-15,-2 2 77 0</inkml:trace>
  <inkml:trace contextRef="#ctx0" brushRef="#br0" timeOffset="11834.86">31889 4511 168 0,'1'12'208'16,"-1"-12"0"-16,0 0-11 0,0 0-14 0,12-4-18 16,-12 4-16-16,15-12-14 0,-4 6-9 0,-3-4-17 15,5 1-3-15,2-4-16 0,-2-1-3 0,2-1-17 16,-2-1-2-16,0 1-8 0,-3-2-2 0,-1 1 0 16,0-3-5-16,-1 3 5 0,-2 0 7 0,-3 5 8 15,-1-5-8-15,0 6 6 0,-1 0 7 0,-1 4 4 16,0 6-8-16,-3-12-3 0,3 12-13 0,-4-9-5 15,4 9-8-15,-7-1-8 0,7 1-1 0,-18 11-1 16,3 1-2-16,-1 0-3 0,2 2-2 0,2 3-2 16,0-1-5-16,3 1 1 0,1 0-2 0,3 0-5 15,4-4 4-15,1 3-7 0,4-5 3 0,-2 0-5 16,7 1-3-16,3-2 0 0,4-1-9 0,1-4-3 16,5-1-3-16,-1-3-9 0,6-2-1 0,3-1-4 15,-1-4 7-15,1 1-1 0,-2-3-1 0,-8 3 2 16,5-7 0-16,-10 3 5 0,-1-3-2 0,0-1 3 15,-4-1 2-15,1-1 2 0,0-1 0 0,-5-2-1 16,2 0 7-16,-4-2-7 0,2-6 4 0,-1 10-5 16,-2 0 4-16,-1 0 0 0,1 6 8 0,-3 1 6 15,1 3 12-15,-1 6-7 0,1-13-2 0,-1 13-6 16,0 0 11-16,0 0 15 0,0 0-9 0,0 0-4 16,-12 28 4-16,4-14-4 0,-1 2-4 0,1 2 0 15,2-1-2-15,-6 6-2 0,4 2-1 0,-2-9 3 16,0 7-1-16,1-7-5 0,2 3-12 0,0-2-29 15,2-1-27-15,1 0-37 0,0-4-44 0,-2 2-56 16,4-4-56-16,-2 2-214 0,4-12-506 0,-8 19 224 16</inkml:trace>
  <inkml:trace contextRef="#ctx0" brushRef="#br0" timeOffset="12001.31">31764 4282 106 0,'0'0'154'0,"0"0"-34"0,21-13-14 15,-1 7-25-15,9-2-24 0,3-1-42 0,2 2-45 16,5 2-72-16,-2-2-110 0,18-3 49 0</inkml:trace>
  <inkml:trace contextRef="#ctx0" brushRef="#br0" timeOffset="12405.01">32918 3983 10 0,'0'0'195'0,"0"0"-6"0,0 0-5 0,0 0-7 16,0 0-10-16,0 0-11 0,0 0-19 0,0 0-7 16,0 0-4-16,0 0-2 0,0 0-10 0,0 0-4 15,0 0-4-15,0 0-11 0,0 0-6 0,0 0-8 16,41 19-6-16,-41-19-4 0,0 0 5 0,0 0-6 16,0 0-5-16,2 36-5 0,-2-36-7 0,0 0-14 15,0 0 7-15,0 0-7 0,-9 45 6 0,9-45-5 16,0 0-18-16,-11 34 16 0,11-34-5 15,-14 28-11-15,14-28 3 0,-11 26 1 0,11-26-6 16,-12 30 0-16,12-30-3 0,-12 22-11 0,12-22 3 16,0 0-1-16,-13 34-6 0,13-34-4 0,-6 26 1 0,6-26-4 15,0 0 2-15,-8 34-12 0,8-34-6 0,0 0-8 16,-5 33-15-16,5-33-21 0,0 0-16 0,0 0-18 16,2 41-24-16,-2-41-29 0,0 0-24 15,6 33-23-15,-6-33-152 0,0 0-380 0,5 37 170 16</inkml:trace>
  <inkml:trace contextRef="#ctx0" brushRef="#br0" timeOffset="12541.71">32786 4718 20 0,'0'0'100'0,"0"0"-21"0,0 0-44 16,0 0-44-16,0 0-29 0,0 0-41 0,0 0 19 15</inkml:trace>
  <inkml:trace contextRef="#ctx0" brushRef="#br0" timeOffset="12749.94">32109 5147 13 0,'0'0'233'0,"25"-1"-45"0,2-2-40 15,7-3-42-15,18-4-37 0,4 2-36 0,5-2-49 16,3 0-60-16,-5-1-41 0,6-3-126 0,-6 1 56 16</inkml:trace>
  <inkml:trace contextRef="#ctx0" brushRef="#br0" timeOffset="32356.9">31384 5981 133 0,'0'0'135'0,"-14"0"-15"15,5 2-5-15,1 1-17 0,-1 3 16 0,-1 4 1 16,1-1 1-16,-1 5-3 0,1 2-7 0,0-2-9 15,2 3-11-15,1-2-10 0,4 0-5 0,-1 2-8 16,5-1-5-16,-1 1-8 0,3-5 1 0,3 1-9 16,1-3-2-16,2-2 1 0,4 3-6 15,-2-5 1-15,4-1-2 0,4-3-6 0,-2 0 0 0,2-2 3 16,2-2 8-16,-3-3-3 0,1-3 1 0,-4 3 12 16,0-4-1-16,-2-1 4 0,-4 3 2 0,0-4 1 15,-3-2-2-15,-3 0-4 0,4-2-5 0,-6 3-8 16,-1-7-7-16,1 0 4 0,-2 3-5 15,-4 0-3-15,4 2-4 0,-5-2-2 0,1 6-5 0,0 0-2 16,2 5-18-16,-3-4-15 0,-1 4-26 0,0 3-28 16,6 2-23-16,-18 0-33 0,7 3-21 0,-2 3-23 15,-3 1-18-15,5 2-119 0,2 1-337 0,3-4 150 16</inkml:trace>
  <inkml:trace contextRef="#ctx0" brushRef="#br0" timeOffset="32586.89">31626 6002 16 0,'5'-7'161'0,"0"1"4"16,-2 3 8-16,3-2 5 0,-6 5 7 0,4-8-4 16,-2 4-16-16,-2 4-20 0,0 0-14 0,5-6-15 15,-5 6-22-15,0 0-8 0,0 0-7 0,0 0 3 16,0 0-1-16,7 18 1 0,-6-3-6 0,0 0-6 16,2 10-8-16,-2 3 6 0,1 0-2 0,-2 1-14 15,-2-3-6-15,2 3-3 0,2-3-4 0,-1 0-4 16,-1-3-1-16,1-2-6 0,0-2-10 0,2 1-10 15,-3-3-39-15,-3 0-29 0,6-1-30 0,-6-3-29 16,6-1-30-16,-3-1-27 0,1-2-19 0,-1 1-130 16,0-10-350-16,0 0 155 0</inkml:trace>
  <inkml:trace contextRef="#ctx0" brushRef="#br0" timeOffset="32836.75">31640 5914 21 0,'5'-5'111'16,"0"0"9"-16,1 1-8 0,-1 1-11 0,3 2-4 16,-8 1-6-16,14-1-6 0,-14 1-3 0,10 4-14 15,-4 1 4-15,-3-2-7 0,4 2-4 0,-1 4-2 16,-5-3 1-16,1 1 3 0,-1 2 0 0,0-1-4 16,-1 4 9-16,0-12 5 0,-1 16-2 0,1-9-8 15,-3-1-5-15,3-6-2 0,-3 11-10 0,3-11-4 16,-2 7-6-16,2-7-5 0,0 11 0 0,0-11-1 15,2 11-4-15,0-5-3 0,1 1-18 0,4 2-18 16,2 0-50-16,8 0-39 0,1-1-30 0,5 7-29 16,1-6-102-16,-4-4-286 0,1 0 127 0</inkml:trace>
  <inkml:trace contextRef="#ctx0" brushRef="#br0" timeOffset="33000.33">32054 6123 230 0,'0'0'223'16,"0"0"-20"-16,9 0-20 0,-9 0-20 0,0 0-15 15,0 0-17-15,0 0-13 0,0 0-15 0,2 9-7 16,-2-9-12-16,0 0-7 0,-11 24-8 0,4-11-5 16,-3 5-3-16,-4 7-6 0,0 1-27 0,-1-1-42 15,-4 1-47-15,2 3-45 0,-1 0-64 0,-13 11-112 16,10-11-304-16,-2-3 136 0</inkml:trace>
  <inkml:trace contextRef="#ctx0" brushRef="#br0" timeOffset="33284.23">30696 6793 2925 0,'-13'-4'133'0,"4"0"-46"0,-2 0-39 0,4 2-32 16,7 2-3-16,-12-5-15 0,12 5 6 0,-8 0-10 15,8 0 2-15,0 0-3 0,0 0 0 0,-10-1-3 16,10 1 2-16,0 0 1 0,-5 9-1 0,3 1 5 16,-1 0 0-16,1 5 2 0,2 3 5 0,0 3-2 15,0-4-4-15,0 5 4 0,-3-7 1 0,4 2-3 16,-3 0 2-16,0-4-4 0,4-1-13 0,0 0-15 16,-3-3-35-16,1-2-32 0,0-7-28 0,0 13-49 15,0-13-15-15,0 8-16 0,0-8-4 0,0 7-135 16,0-7-371-16,0 0 164 0</inkml:trace>
  <inkml:trace contextRef="#ctx0" brushRef="#br0" timeOffset="33474.08">30537 6774 213 0,'0'0'192'0,"0"0"-15"0,0 0-26 0,-5-7-12 15,5 7-18-15,0 0-17 0,0 0-5 0,0 0-12 16,0 0-7-16,21 3-5 0,-7 1-4 0,-2-2-9 15,8 1-9-15,7 5-2 0,0-3-23 0,-5-2-28 16,7 1-33-16,1 3-41 0,-1-2-30 0,-1-2-31 16,-9-2-92-16,4 3-245 0,7-3 109 0</inkml:trace>
  <inkml:trace contextRef="#ctx0" brushRef="#br0" timeOffset="33683.46">31038 6705 129 0,'0'0'199'0,"-3"-9"-15"0,3 9-12 16,0 0-20-16,0 0-18 0,-1-7-20 0,1 7-5 16,0 0-4-16,0 0 6 0,0 0 0 0,0 0-1 15,-3 32-4-15,1-18-1 0,-2 3-14 0,2 1-7 16,-1 1-11-16,0-1-6 0,2 0-3 0,0 2-11 16,0 7-4-16,-1-10-4 0,2 1-2 0,2-1-9 15,-2 0-25-15,1-1-40 0,0 1-45 0,0-1-40 16,2-5-50-16,0 0-32 0,-1 1-113 0,2-1-338 15,1-8 150-15</inkml:trace>
  <inkml:trace contextRef="#ctx0" brushRef="#br0" timeOffset="33966.03">31195 6810 152 0,'0'0'163'15,"0"0"-8"-15,1-8-5 0,-1 8-11 0,0 0-4 16,0 0-11-16,0 0-13 0,0 0-10 0,2-9-9 16,-2 9-7-16,0 0-2 0,0 0-15 0,0 0-3 15,0 0-9-15,0 0-11 0,0 0-2 0,0 0-1 16,0 0-7-16,0 0-1 0,0 0-3 0,0 0-9 16,0 0 4-16,0 0-4 0,0 0-6 0,0 0 3 15,0 0-11-15,0 0 2 0,0 0-3 0,0 0 3 16,0 0 0-16,0 0-4 0,0 0 1 0,0 0-7 15,0 0 1-15,0 0-16 0,0 0-19 0,0 0-18 16,0 0-32-16,0 0-25 0,0 0-6 0,0 0-12 16,0 0-8-16,0 0-99 0,0 0-253 0,0 0 112 15</inkml:trace>
  <inkml:trace contextRef="#ctx0" brushRef="#br0" timeOffset="34383.01">31365 6764 80 0,'0'0'229'0,"-4"-8"-4"0,4 8-4 16,0 0-5-16,-5-6-16 0,5 6-17 0,0 0-23 15,-9 0-18-15,9 0-13 0,0 0-13 0,-18 11-15 16,11-2-6-16,-5 3-12 0,2 3-5 15,0 3-9-15,1-2-5 0,0 1-8 0,2-1-6 16,2 3-5-16,0-2-4 0,4-3-6 0,1-3-5 0,0 1-4 16,2-3-2-16,1 2-1 0,2-1 1 0,-1-2-2 15,0-2-2-15,2-1-2 0,2 0 1 0,1 0-2 16,-2-2-1-16,3-3-1 0,1 0 1 0,-2-2-1 16,2-2-5-16,-1 0 2 0,0-2-1 15,0-3 1-15,-1 4 1 0,0-4-7 0,1-6 6 16,-4 1-3-16,-1 3-3 0,0-4 10 0,-1-1-14 0,-1 0 7 15,-3-1-7-15,1-1-2 0,-2 3-4 0,1 3 0 16,-1 0-1-16,-2 4 2 0,2 0 0 0,-3 1-11 16,1 1-9-16,3 6-16 0,-9-9-16 0,-1 5-14 15,0 3-15-15,-2 1-28 0,1 3-15 0,-1 1-44 16,-2 0-39-16,0 3-140 0,3 0-380 0,1-1 169 16</inkml:trace>
  <inkml:trace contextRef="#ctx0" brushRef="#br0" timeOffset="34735.94">31722 6748 202 0,'0'0'200'0,"0"0"-7"0,0 0-13 0,0 0-20 0,3-6-16 15,-3 6-21-15,0 0-10 0,0 0-11 16,0 0-15-16,0 0-9 0,0 0-8 0,0 0 7 16,2 17-6-16,-4-6 4 0,1 1-10 0,-3 12-1 15,2 1-7-15,-2-6-5 0,0 5 0 0,-1-3-10 0,0 3-2 16,0 0-1-16,1-6-7 0,-1 10-3 15,0-8 0-15,1-4-8 0,0-1 2 0,0 1-3 16,3 1-8-16,0-6-15 0,-2 1-23 0,3-2-32 16,-1-2-38-16,1 0-45 0,0-8-27 0,0 13-27 15,0-7-100-15,0-6-318 0,1 9 141 0</inkml:trace>
  <inkml:trace contextRef="#ctx0" brushRef="#br0" timeOffset="35001.32">31759 6773 66 0,'1'-5'158'0,"-1"5"-12"0,3-11-13 16,-3 11-15-16,3-6-10 0,-3 6-15 0,3-6 6 15,-3 6 4-15,0 0-10 0,0 0-1 16,0 0-1-16,0 0-12 0,16 11-3 0,-13-4 4 16,0 1-3-16,-1 2 1 0,-1-2-9 0,-2 5 2 15,1-6-6-15,-4 4-2 0,2-2-9 0,2 2-2 0,-3-5-2 16,1 4-5-16,2-10-4 0,-3 11-3 15,3-11-4-15,-1 6-8 0,1-6-2 0,-2 6-4 16,2-6 4-16,0 0-3 0,15 9-3 0,-3-8-4 16,6 1 0-16,10-2-7 0,2 0-23 0,0-2-9 15,2 4-20-15,-1-2-34 0,-2 1-28 0,-2-1-37 16,-6 0-28-16,-2 3-137 0,0-2-335 0,-7 0 148 0</inkml:trace>
  <inkml:trace contextRef="#ctx0" brushRef="#br0" timeOffset="35601.92">29792 6896 92 0,'0'0'170'0,"-5"-11"-15"15,0 7-7-15,-3-1-5 0,-5 1-10 0,-4 2 2 16,-2 2-10-16,-7 4-7 0,-1 5-4 0,1 4-4 16,-1 3-9-16,-1 3-9 0,3-1-8 0,0 3-8 0,5 4-1 15,1-2-7-15,6-3-8 0,1 5-3 16,5-9-4-16,4 2-4 0,-1-2-9 0,5-2 0 16,3 1-6-16,-1-3-4 0,5 3-1 0,-3-4-4 15,5-1 1-15,3 0-7 0,-3-2-1 0,3-2 1 16,2 1-5-16,2-4-2 0,-1-2 4 0,-4 2-7 15,-4-2 1-15,-3 2-1 0,-5-3 2 0,11 2 1 16,-11-2 0-16,9-2-4 0,-9 2 2 0,0 0-3 16,0 0 3-16,6-7-1 0,-6 7 0 0,0 0 6 15,0 0-1-15,0 0-4 0,0 0-2 0,-11-12 2 16,11 12-3-16,0 0-4 0,-10-3-2 0,10 3 1 16,0 0-1-16,0 0-2 0,-16 12-1 0,12-9-1 15,-1 7-1-15,0 0 4 0,2-1-4 0,0 1 5 16,2 2 0-16,-1-2-4 0,1 0 2 0,2 0 3 15,2 2-3-15,1-2 3 0,2 0-7 0,0 0-9 16,0-3-24-16,1 3-34 0,2-5-40 0,3 1-30 16,-1 0-29-16,6-1-21 0,-4-3-126 0,-1-1-345 15,3-1 152-15</inkml:trace>
  <inkml:trace contextRef="#ctx0" brushRef="#br0" timeOffset="35955.33">29776 7131 121 0,'0'0'164'16,"-2"-10"-16"-16,2 10-12 0,0 0-20 0,0-11-11 16,0 11-16-16,0 0-6 0,0 0 5 0,0 0 2 15,9-1-6-15,-9 1 7 0,10 8-6 0,0-3-6 0,-1 1-4 16,2 1-8-16,0 0-6 0,-1 2-5 16,-1-1-5-16,3 0-7 0,-1-1-6 0,1-1 2 15,-1 0-9-15,1 1-6 0,-1-1-16 0,1 0-19 16,-2-2-29-16,3 1-37 0,-4-2-20 0,2-1-10 15,0 0-3-15,0-2-12 0,-1-3 8 0,3 0-2 16,-2 0 12-16,-2-3 14 0,1 0 11 0,-3-2 14 16,-1-1 16-16,-1-1 16 0,-1 0 15 0,-3-2 8 0,1 3 15 15,-4-2 21-15,-1 1 16 0,0 0 6 16,2-1 14-16,-4 3 12 0,2 2 9 0,-2 3-6 16,0-2-7-16,5 5-2 0,-17-4-5 0,8 5-8 0,-2 2-5 15,-4 6 3-15,-3 1-5 0,2 3-7 0,-7 5-3 16,3 3-5-16,-3 3-5 0,2-1-2 15,1-1-20-15,2-1-30 0,0 1-46 0,4-1-45 0,5-4-147 16,-4-1-282-16,4 0 125 0</inkml:trace>
  <inkml:trace contextRef="#ctx0" brushRef="#br0" timeOffset="36112.4">30187 7123 2238 0,'12'-8'234'0,"-4"3"-146"15,-1-2-58-15,-2 3-22 0,0 1-11 0,-5 3-2 0,9-7 9 16,-6 4-7-16,-3 3 4 0,8-3-6 0,-8 3-6 16,4-5-27-16,-4 5-31 0,6-1-24 15,-6 1-37-15,0 0-30 0,21 5-40 0,-16-1-115 0,6-2-341 16,-3 3 152-16</inkml:trace>
  <inkml:trace contextRef="#ctx0" brushRef="#br0" timeOffset="36316.98">29712 7653 110 0,'-11'4'255'0,"6"3"-27"0,1-2-19 0,4-5-20 0,7 12-15 16,5-9-15-16,19-1-6 0,7-2-23 15,26-5-10-15,36-12-14 0,1 0-10 0,-3 1-17 16,7-5-21-16,1 4-24 0,-1 2-21 0,-2 0-48 15,2-3-59-15,5 4-58 0,-8 1-154 0,-6 2-331 16,-5 0 147-16</inkml:trace>
  <inkml:trace contextRef="#ctx0" brushRef="#br0" timeOffset="61750.17">30817 5947 44 0,'-7'-5'164'15,"0"-3"8"-15,0 3 4 0,1-1-10 0,-1 0-2 16,2 2 1-16,5 4-7 0,-6-6-7 0,6 6-16 16,-5-5-11-16,5 5-9 0,0 0-7 0,0 0-15 15,0 0-12-15,-3-7-17 0,3 7-27 0,0 0-16 16,0 0-1-16,0 0-4 0,0 0 2 0,23 11-5 16,-12-3 3-16,3 2-5 0,1 3 12 0,5 4 0 15,0 1-1-15,1 1 2 0,0 0 1 0,-2 2-1 16,3 1 13-16,-2-2-7 0,-3 0-2 0,2 0 2 15,-6-4-2-15,4 2-5 0,-4-2-4 0,3 4 3 16,-1 1-2-16,-2-7-6 0,0 0 4 0,-1 1-6 16,0-1 3-16,1-1-1 0,-3-3-15 0,-1-1-15 15,0 1-32-15,-2 0-24 0,4-2-26 0,-5-2-29 16,3 2-29-16,1-3-36 0,-2-1-138 0,-2-2-356 16,2-2 159-16</inkml:trace>
  <inkml:trace contextRef="#ctx0" brushRef="#br0" timeOffset="61951.34">31201 5873 16 0,'-1'-7'168'0,"-1"-2"-10"16,2 9-19-16,-2-8-9 0,2 8-12 0,0 0-22 16,-7-4 0-16,7 4 3 0,-13 14 10 0,3 1-12 15,-9 8-3-15,-2 4-12 0,-11 13-9 0,-1 1-4 16,-5 1 0-16,-3 6-11 0,-10 20-8 0,13-25-17 15,-19 18-39-15,22-17-54 0,-2 1-43 0,-1 1-162 16,-20 20-285-16,21-26 126 0</inkml:trace>
  <inkml:trace contextRef="#ctx0" brushRef="#br0" timeOffset="62316.9">30702 6531 26 0,'0'0'129'15,"20"-4"-2"-15,8 4-13 0,12-2-15 0,26 2-9 16,37-4-5-16,5 1-18 0,3-3-3 0,13 4-3 16,5-3-22-16,9-1-31 0,3 0-29 0,-3 1-30 15,-1 3-89-15,-6-5-151 0,5-2 67 16</inkml:trace>
  <inkml:trace contextRef="#ctx0" brushRef="#br0" timeOffset="151234.76">30464 8022 123 0,'0'0'118'0,"-9"2"15"15,9-2-18-15,-8 3-9 0,8-3-6 0,0 0-6 16,-6 2-18-16,6-2-1 0,0 0-2 0,27 2-5 15,-4-4-6-15,8 0-6 0,6-3-1 0,14 1 3 16,6-5-11-16,2-1-6 0,2-3 3 0,3 1-10 16,-3 3-10-16,1-5-12 0,-3 4-34 15,-4-2-32-15,-3 1-34 0,0 1-33 0,-18 4-85 16,-8 1-221-16,6 0 99 0</inkml:trace>
  <inkml:trace contextRef="#ctx0" brushRef="#br0" timeOffset="151449.6">30516 8256 177 0,'-29'7'193'0,"10"0"-18"0,6-5-13 0,0 0-24 0,4 2-11 16,3-1-10-16,2-1-12 0,4-2-7 0,0 0-8 15,0 0-2-15,44 10-10 0,7-10-4 0,7 0-13 16,32-6-19-16,4-3-22 0,2 2-27 0,-5-3-38 15,0-1-40-15,-30 3-40 0,0-1-123 0,-4 5-268 16,-1-3 119-16</inkml:trace>
  <inkml:trace contextRef="#ctx0" brushRef="#br0" timeOffset="151617.2">30790 8403 149 0,'-19'6'226'0,"6"-5"-27"0,2 4-22 0,4-4-15 16,7-1-18-16,-8 6-15 0,8-6-17 0,0 0-12 16,39 6-23-16,-1-5-33 0,22-1-35 0,34-4-42 15,4 1-48-15,0-5-44 0,3 1-91 0,0-4-232 16,-4-3 104-16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13:51.960"/>
    </inkml:context>
    <inkml:brush xml:id="br0">
      <inkml:brushProperty name="width" value="0.05292" units="cm"/>
      <inkml:brushProperty name="height" value="0.05292" units="cm"/>
      <inkml:brushProperty name="color" value="#FF0000"/>
    </inkml:brush>
  </inkml:definitions>
  <inkml:trace contextRef="#ctx0" brushRef="#br0">5371 2265 126 0,'-1'-6'200'0,"1"6"-6"0,-4-12-16 16,1 7-14-16,3 5-9 0,-2-19 2 0,0 15 9 16,2 4-4-16,-2-12-9 0,2 12-7 0,-3-8-16 15,3 8-13-15,-2-7-10 0,2 7-14 0,0 0-8 16,0 0-15-16,-2-8-8 0,2 8-7 0,0 0-10 16,0 0-3-16,0 0-8 0,0 0-8 0,0 0 5 15,8 25-3-15,-3-11-4 0,0 5 0 0,2 5 2 16,-1 4-6-16,-1-5-3 0,2 6 0 15,-2-2-1-15,-1-3-3 0,1 0 4 0,-3 1-6 16,2 0 3-16,-1-5-5 0,-1-1-4 0,1 1 8 0,-1-1-3 16,1 0-2-16,0-2-2 0,-1 2-3 0,-1-2-3 15,-1 0-31-15,2-2-26 0,-1-3-27 0,-1-2-32 16,2 0-19-16,-2 1-29 0,0-11-47 0,-2 15-153 16,2-15-394-16,-6 14 174 0</inkml:trace>
  <inkml:trace contextRef="#ctx0" brushRef="#br0" timeOffset="286.54">5322 2185 111 0,'17'-10'144'0,"3"1"4"0,7-1-9 0,1 3-7 16,3 4-10-16,-2 3-6 0,2 0-18 0,0 3-10 15,-4 5-1-15,-2 1-13 0,3 6-6 0,-3 1-12 16,-5 3 1-16,-1 2 0 0,-2 6-9 0,-4 1 1 16,-2-3-9-16,-2 7 2 0,-5 0-4 0,-3 0-4 15,-5 1 0-15,2-1-8 0,-9-3 2 0,-1 3-1 16,-2-3-2-16,-4-2-4 0,0 2-2 0,-5-4-2 16,1-1-3-16,-1 1-7 0,0-6-22 0,-2 2-17 15,-2-6-40-15,1 1-38 0,0-3-35 0,2-3-121 16,3-4-287-16,2-2 127 0</inkml:trace>
  <inkml:trace contextRef="#ctx0" brushRef="#br0" timeOffset="825.04">5628 2698 127 0,'17'-7'137'0,"3"0"-8"0,0-2-9 15,5-1-12-15,-5 1-4 0,7-2-10 0,-3-3-1 16,3 0-4-16,-3 2-13 0,2-5-2 0,2 0-7 16,-1 1-4-16,0-2-7 0,-4-2-3 0,-2 1-2 15,0 2-8-15,-7 2 7 0,1 1 14 0,-4 0-7 16,-3 5 7-16,-1-1 14 0,-3 4 8 0,-2-4 1 16,-2 10-10-16,4-12 1 0,-3 4-12 15,-1 8-2-15,0-12-6 0,0 12-12 0,0 0-4 0,-10-12-6 16,10 12-1-16,-15 0-6 0,15 0-2 0,-27 11-2 15,10 0-1-15,-6 4-3 0,7-1-2 0,-5 5-1 16,1 1-4-16,7-4-3 0,3 0 1 16,0-1-5-16,2-1-3 0,3 3 1 0,3-5-3 0,1 0 2 15,5 2-1-15,0-3-2 0,4 0 4 16,3 0 0-16,3 1 0 0,3-5-5 0,2-1-7 16,8-1-5-16,1-4-1 0,-8-2-9 0,10-1 4 15,-5-5-2-15,2 2-3 0,-6 0 2 0,-2-3 0 16,-4 2 4-16,3-1 2 0,-5-3-1 0,1-4 3 15,-4 2 0-15,-2 2 4 0,-1-5-6 0,1-1 9 0,-4 2-2 16,-2 1 2-16,1 0 2 0,-2-2-1 0,0 5 8 16,1 0 2-16,-2 10 1 0,-2-16 11 0,2 16 0 15,2-10-5-15,-2 10-4 0,0 0-6 16,-2-13-2-16,2 13-1 0,0 0 2 0,0 0 6 16,0 0-2-16,0 0 5 0,-1 39 2 0,-1-24-1 15,0 11 5-15,0-1 0 0,-1 0 0 0,1 1-3 16,-2-1-1-16,0-1-1 0,0 3 4 0,2-9-15 15,-1 1-11-15,1-2-28 0,0 2-31 0,0-1-40 16,0-4-47-16,2-1-47 0,2 0-138 0,-2-13-371 16,-3 19 164-16</inkml:trace>
  <inkml:trace contextRef="#ctx0" brushRef="#br0" timeOffset="1031.79">6428 2503 95 0,'0'0'246'0,"2"-12"-15"0,-2 12-12 0,2-10-26 0,-2 10-26 16,0 0-16-16,0 0-17 0,0 0-9 0,0 0-2 15,0 0-12-15,0 0-12 0,5 28-7 16,-6-13-9-16,-2 4-8 0,0 0-7 0,1 7-19 16,0-8-30-16,0 3-24 0,-2-3-39 0,3 1-36 15,1-2-52-15,-1-2-43 0,-1 3-133 0,0-5-332 16,-1-2 147-16</inkml:trace>
  <inkml:trace contextRef="#ctx0" brushRef="#br0" timeOffset="1174.39">6438 2264 19 0,'0'0'3'0,"0"0"-7"0,0 0-4 0,0 0 2 16</inkml:trace>
  <inkml:trace contextRef="#ctx0" brushRef="#br0" timeOffset="1518.81">6759 2373 115 0,'0'0'201'16,"0"0"1"-16,0 0-2 0,0 0-1 0,0 0-14 0,10-2-15 15,-10 2-21-15,0 0-12 0,0 0-8 16,0 0-8-16,0 0-12 0,-29 20-6 0,15-10-17 16,0 2-7-16,-3 0-11 0,2 1-5 0,2 0-9 15,0 1-1-15,3-1-7 0,0-4-6 0,3 1-9 16,1 0-6-16,1 3-11 0,3-5-10 0,1 6-5 16,1-4-16-16,0-10-18 0,8 17-2 0,1-8-1 15,0 1-2-15,0 0-9 0,1 1-2 0,-2-4 8 16,2 3 1-16,-1-3 5 0,0-1 6 0,-2 3-3 15,0 0 6-15,-1 1 3 0,-1 2-1 0,0 3 4 16,-1-3 14-16,1 5 7 0,-2 2 0 0,-2-2 5 16,-2 2 7-16,-2-1 0 0,-2 1 4 0,-2 4-4 15,-5 1 1-15,-2 1-2 0,2-2-2 0,1-8 1 16,-2 10-6-16,0-10-18 0,-1-3-17 0,3 2-29 16,1 0-44-16,-3-2-42 0,4-2-146 0,-4-1-315 15,13-9 140-15</inkml:trace>
  <inkml:trace contextRef="#ctx0" brushRef="#br0" timeOffset="1832.77">6929 2705 2 0,'0'0'166'0,"6"5"-19"16,-6-5-8-16,0 0-11 0,0 0-2 0,5 7-4 15,-5-7-7-15,0 0 4 0,0 0-4 0,0 0 12 16,0 0 9-16,0 0 10 0,0 0-4 0,0 0 2 16,0 0-19-16,0 0-12 0,14-10-13 0,-7 3-4 15,-2-2-17-15,4-4-2 0,2-1-16 0,0-2-4 16,0 2-7-16,-1 0-7 0,3 0-6 0,0 3-2 16,0-3-3-16,1 3-5 0,-4 5-6 0,0-2-1 15,2 3-6-15,-2 0-1 0,-1 4-4 16,2-2-6-16,-11 3 4 0,18 5-2 0,-8 1 0 15,-1 3 0-15,0 0-5 0,0 5-25 0,0 2-21 16,-2 0-25-16,-1 2-35 0,-2 0-36 0,5 7-45 0,-4-9-202 16,-3 0-421-16,2-3 187 0</inkml:trace>
  <inkml:trace contextRef="#ctx0" brushRef="#br0" timeOffset="2219.01">8175 2348 39 0,'-13'-9'256'0,"4"9"-31"0,9 0-13 0,-28 7-3 16,10 3-9-16,-4 6-12 0,-1 1-18 0,2 2-17 16,2 3-15-16,3 1-14 0,3 1-11 0,3-7-14 15,4 0-8-15,2 2-11 0,3-2-1 0,-1 0-14 16,5-5-8-16,0 0-4 0,3 0-8 0,3 2-6 15,0-5-7-15,1-2-3 0,7 1-5 0,-2-3-2 16,3-2-1-16,-1-2-8 0,-4-2-2 0,4-4-2 16,0 0 1-16,-6-2-6 0,5-2 6 0,-6 3-2 15,-1-3 1-15,2-3-1 0,-2-2 2 0,-4 0-4 16,1 4 5-16,-1-2 2 0,3-1-1 0,-2 3 6 16,-3 0 3-16,-3 10 7 0,6-11 0 15,-6 11-7-15,2-10-1 0,-2 10-7 0,4-7 5 16,-4 7-10-16,0 0-5 0,0 0 4 0,0 0 1 15,0 0 0-15,0 0-1 0,8 31 2 0,-8-20-4 16,1 7 3-16,3-1-2 0,-4 0-7 0,2 2-39 0,2-3-48 16,1 2-56-16,3 0-76 0,1-1-220 0,0-6-477 15,5 1 210-15</inkml:trace>
  <inkml:trace contextRef="#ctx0" brushRef="#br0" timeOffset="2715.4">9174 2353 127 0,'0'0'261'0,"-6"-8"-21"0,6 8-24 0,-8-6-20 15,8 6-20-15,-11-2-21 0,11 2-12 0,-17 6-12 0,4 3-8 16,0 4-11-16,-6 5-6 0,0 2-6 0,3 2-38 16,0-1-6-16,3 3-8 0,3 0-4 0,3-1 1 15,2-3-5-15,5 0-2 0,-2-2-10 16,6 2 1-16,-1-3-3 0,5-1-3 0,0 1-1 15,4-3-3-15,0 1 1 0,4-2-14 0,2-2-17 16,-2-1-16-16,10-1-33 0,-7-3-35 0,9-4-43 16,0 0-40-16,0-2-25 0,-7-2-111 0,7-2-339 15,-6 0 150-15</inkml:trace>
  <inkml:trace contextRef="#ctx0" brushRef="#br0" timeOffset="2934.97">9530 2398 211 0,'1'-7'217'0,"-1"7"-9"0,0 0-9 16,2-10-11-16,-2 10-20 0,0 0-17 0,0 0-19 15,0 0-17-15,0 0-13 0,0 0-9 0,0 0-10 16,0 0-5-16,0 0-2 0,0 0-3 16,-5 32-8-16,0-15-5 0,1 0-7 0,-1 2-2 15,0 6-3-15,1-5-7 0,-2-1-4 0,1 6-5 0,1-2-2 16,0-3-4-16,2-1-15 0,-2-2-28 15,0 1-31-15,0-3-39 0,-1-3-53 0,2 0-47 16,0 4-159-16,-1-6-373 0,1 2 166 0</inkml:trace>
  <inkml:trace contextRef="#ctx0" brushRef="#br0" timeOffset="3098.56">9503 2207 38 0,'0'0'102'0,"0"0"-31"0,0 0-32 15,0 0-22-15,0 0-32 0,5 30-27 0,-1-7-46 16,0 9 20-16</inkml:trace>
  <inkml:trace contextRef="#ctx0" brushRef="#br0" timeOffset="3500.36">9673 2719 91 0,'15'-9'182'0,"-11"2"-6"0,2-2-14 16,3-6-3-16,0 0 2 0,0-1-11 0,-1-2-10 16,1-5-11-16,2 0 0 0,-6 4-6 0,6-4-13 0,-4 4-8 15,1 0-6-15,-2 0 4 0,-1 3-10 0,-1 0-1 16,-1 5 1-16,-1-1 3 0,0 3-2 0,-1 5 5 15,3-3-1-15,-4 7-12 0,1-10-8 16,-1 10-10-16,0-8-3 0,0 8-15 0,0 0-1 16,0 0-18-16,2-8-14 0,-2 8-12 0,0 0-17 15,0 0-16-15,0 0-4 0,0 0-9 0,0 0-12 16,0 0-12-16,0 0-3 0,15 16-9 0,-8-9 9 16,3 0 5-16,5 3 4 0,-4-4 3 0,4 2 3 15,-4-2 3-15,1-1 6 0,-1 1 14 0,-2 0-8 16,2-1 8-16,-3 2 1 0,0-2 2 0,-1 2-1 15,-1 2 4-15,0-1 10 0,-3-3 5 0,-1 5 15 16,2 1 6-16,-2 0 7 0,-1 2-1 0,1-1 2 16,-2 0 0-16,-2 4 1 0,1-4-8 0,1 1 3 15,-2-1-2-15,0 5-1 0,1-6-16 0,1 1-27 16,0-2-32-16,1 2-41 0,2-3-53 0,-3-9-137 16,2 17-321-16,6-10 141 0</inkml:trace>
  <inkml:trace contextRef="#ctx0" brushRef="#br0" timeOffset="3749.82">10285 2453 38 0,'-1'-6'201'0,"-2"1"-14"16,3 5-17-16,-5-9-7 0,1 5-19 15,4 4-11-15,-9-5-15 0,9 5-6 0,0 0 1 16,-24 13-6-16,14-4-5 0,-2 4-10 0,1 1-10 15,0 2-6-15,0 6-7 0,3-3-5 0,-1 4-3 16,3-7-12-16,5 4 1 0,-2-2-11 0,0 1 2 16,6-3-6-16,-2 2-2 0,4-6 2 0,2 4-12 15,3-4-18-15,2-1-9 0,2 1-24 0,2-5-38 16,3 1-45-16,1-4-53 0,8-2-165 0,-8-2-355 16,-2-2 158-16</inkml:trace>
  <inkml:trace contextRef="#ctx0" brushRef="#br0" timeOffset="4336.87">10557 2480 121 0,'0'0'233'0,"0"0"-13"0,0-9-18 0,0 9-13 0,0 0-20 16,0 0-7-16,0 0-11 0,0 0-2 0,0 0-9 16,0 0-13-16,-13 21-10 0,10-12-4 15,0 1-24-15,-1 2-2 0,2 0-13 0,-2 0-6 0,2 3-7 16,2-2-8-16,2-1-5 0,-1-1-6 0,0 0-2 15,2-4-4-15,-1 0-1 0,2 0 5 16,1 2-2-16,2-2-1 0,-2-2-2 0,2-1 1 16,1 3 0-16,-1-5-3 0,1-1 6 0,-8-1-1 15,17 0 1-15,-8-1-3 0,3-3 4 0,-3-1-4 16,1-1-5-16,0-2 6 0,-1-2-10 0,4-2 4 16,-6 3-1-16,2-6-8 0,0-2-1 0,1 1 0 15,-2 0-4-15,-3 0 0 0,3 1 0 0,-3 4 7 16,-1 3 8-16,-2 0-1 0,-2 8-3 0,4-10 4 0,-4 10-13 15,0 0-3-15,4-10-4 0,-4 10-7 0,1-3-2 16,-1 3 2-16,0 0-1 0,0 0 5 16,0 0-7-16,2 24 5 0,-1-12-2 0,-2 0 2 15,2-1-3-15,-1 2-2 0,0-1 3 0,1 1-4 16,3-4 10-16,0 1-5 0,2 0 2 0,2-3-2 16,-2 2 0-16,2-4 5 0,5 0 0 0,-2-1-3 15,6-1 7-15,1-1-1 0,0-2-3 0,0-3 5 16,-1 0-4-16,-4 0 5 0,1 0 9 0,-3-1 1 15,-3-2 1-15,3-1-2 0,-4-1-4 0,1 0-2 16,0 0 6-16,-3-3-10 0,-1 1-4 0,-3 0 3 16,3 0-5-16,-4 10 2 0,5-16-3 0,-4 10 1 15,-1 6-3-15,3-12 3 0,-3 12 1 0,2-9-5 16,-2 9 7-16,0 0-17 0,0 0 14 0,0 0-18 16,0 0-4-16,0 0 7 0,0 0 8 15,0 0-5-15,0 0 0 0,-15 34-7 0,8-20 7 0,4-2-5 16,-2 3 6-16,2 0-2 0,2 1-4 15,0-2 6-15,3-2-25 0,-1 1-9 0,1-2-19 16,3-1-46-16,5 4-42 0,-1-2-51 0,2-5-66 16,3-1-75-16,-3-2-166 0,3-4-542 0,-3 0 241 0</inkml:trace>
  <inkml:trace contextRef="#ctx0" brushRef="#br0" timeOffset="4474.67">10970 2255 132 0,'0'0'152'0,"0"0"-42"0,0 0-42 15,0 0-59-15,0 0-47 0,0 0-35 0,0 0-77 16,0 0 34-16</inkml:trace>
  <inkml:trace contextRef="#ctx0" brushRef="#br0" timeOffset="4716.97">11339 2216 73 0,'0'0'264'0,"0"0"-11"0,0 0-26 0,0 0-17 0,0 0-26 16,0 0-21-16,0 0-7 0,0 0 28 0,4 26 17 16,-5-8-2-16,0 1-13 0,1 11-19 15,0-1-17-15,-3 0-16 0,1 1-13 0,0-3-10 16,0 0 0-16,-2-1-24 0,2 0-2 0,1 1-12 15,0-4-11-15,1-3-4 0,-1-2-5 0,2-2-18 16,-1 0-38-16,1-1-41 0,-1-5-58 0,3 1-67 16,-3 0-53-16,1-3-58 0,-2 1-175 0,1-9-492 0,-9 8 218 15</inkml:trace>
  <inkml:trace contextRef="#ctx0" brushRef="#br0" timeOffset="4866.58">11128 2463 207 0,'0'0'205'0,"0"0"-13"0,0 0-10 16,0 0-8-16,16-7-10 0,-6 8-19 0,9-3-12 15,10 2-10-15,7-3-15 0,3 3-28 0,18-5-58 16,2 0-87-16,1 1-214 0,-1-1-302 16,3-1 135-16</inkml:trace>
  <inkml:trace contextRef="#ctx0" brushRef="#br0" timeOffset="5315.41">12423 2256 290 0,'2'-5'372'0,"-2"5"-28"15,3-9-49-15,-3 9-18 0,0 0-24 0,1-9-38 16,-1 9-20-16,0 0-28 0,0 0-19 0,0 0-15 16,0 0 6-16,8 29 5 0,-10-10-1 0,0 9-13 15,-2-1-6-15,4 2-23 0,-4 0 7 0,2 1-29 16,-2-3 1-16,2-1-27 0,-1 0 10 0,-1-6-3 16,2-1-6-16,0-2-7 0,0 2-7 0,-1-2 3 15,-1 0-4-15,4-1-19 0,-6 1 25 0,4-6-15 16,0 3-34-16,-2-3-39 0,2-1-41 0,-1 0-49 15,1-3-45-15,0 2-42 0,2-1-52 0,-2-3-42 16,2-5-184-16,-2 8-538 0,2-8 238 0</inkml:trace>
  <inkml:trace contextRef="#ctx0" brushRef="#br0" timeOffset="5720.38">12318 2474 19 0,'-5'-8'177'15,"5"8"-12"-15,0 0-13 0,-4-7-16 0,4 7-14 0,0 0-12 16,0 0-12-16,13-4-3 0,-2 5-7 0,7 0-9 16,5 2 0-16,4-1-9 0,1 2-8 0,-1 0-8 15,3-1-6-15,-3 3-3 0,0 0-9 16,-11 0-2-16,-1-1-3 0,-2 0-8 0,-1 1-3 16,-3 1-2-16,-2 2 21 0,-2 0 8 0,2 1 6 15,-1 1 3-15,-2 5 15 0,0-4-1 0,-3 4-5 16,4-4-4-16,-3 0-5 0,0 1-7 0,-1-1-5 15,3-1-5-15,4 1-1 0,-3-3-7 0,4 4 2 16,-2-6-7-16,0 1 2 0,3-1 3 0,7 1 10 16,-7-4 9-16,9 0 0 0,0-3-1 0,4-1-1 15,4-3 0-15,-4 1-3 0,-4-4 4 0,2 0 5 16,-1-1-1-16,-8-1 6 0,4-2 0 0,-3-1-2 16,-3-4-8-16,0 2 5 0,-6-5-2 0,-1 1-6 15,-1-2-2-15,-2-6-7 0,-9-2-5 0,-1 4 1 16,-3 0 2-16,3 6 2 0,-5 2-9 0,2-1-3 15,-1 4-6-15,-3 4 1 0,-1-1-9 0,-2 3-15 16,-7 2-3-16,0 4-11 0,4 0-17 0,-4 5-34 16,0 0-36-16,8 2-44 0,-2 0-58 0,3 1-48 15,2 2-235-15,3-3-529 0,-1 0 235 0</inkml:trace>
  <inkml:trace contextRef="#ctx0" brushRef="#br0" timeOffset="11815.34">13773 2182 76 0,'0'0'205'16,"2"-13"-1"-16,-2 13-5 0,0-12-3 0,0 12 3 15,0-9-11-15,0 9-4 0,-2-10-11 0,2 10-4 16,-2-8-11-16,2 8-12 0,0 0-9 0,0 0-23 15,-2-9-12-15,2 9-13 0,0 0-9 0,0 0-13 16,0 0-4-16,0 0-14 0,0 0-3 0,0 0-2 16,0 0-13-16,0 0 6 0,-3 39 0 0,-1-10 4 15,0 5-3-15,-4 12-9 0,0 2 0 0,-3 4-7 16,-1-4 2-16,3 1-5 0,0-4-1 0,3-11-6 16,1-1 5-16,-4-2-4 0,4 3-2 0,-1-4 0 15,2 3 3-15,-1-5-3 0,0 0-7 16,-1-5-16-16,3 5-9 0,-1-11-18 0,4 4-22 0,-6-3-28 15,3 0-35-15,1-3-41 0,0-1-28 0,-1-2-38 16,3-1-165-16,0-11-428 0,-7 21 190 0</inkml:trace>
  <inkml:trace contextRef="#ctx0" brushRef="#br0" timeOffset="12650.93">13794 2352 47 0,'12'-6'109'0,"-2"3"-10"0,1-3-5 15,0 6-6-15,-11 0-21 0,19 2-2 0,-19-2 7 16,12 6-16-16,-6-3 4 0,-6-3-4 0,8 11 1 16,-7-1-4-16,-1 0-8 0,-3 0-8 0,-1 6-2 15,-4-6-10-15,-2 2-2 0,-3 3 12 0,1-4-25 16,-3-1-4-16,2 0 8 0,1-4 2 0,3 0 4 15,-1 0-1-15,1-3-5 0,1 2 6 0,8-5 0 16,-12 4 11-16,12-4-12 0,-7 4-8 0,7-4 2 16,0 0-5-16,0 0 1 0,-10 6-6 15,10-6-9-15,0 0 7 0,0 0-5 0,0 0 6 0,0 0-6 16,0 0 5-16,19 21-4 0,-5-16 4 16,4-2-12-16,4 1 13 0,3-1 3 0,7-1-2 0,-1-4 2 15,0 0 1-15,-1 1 4 0,1-3-3 0,1 1 4 16,-5-3 0-16,0 1-3 0,-6 0 1 0,0-1 11 15,-2 0 4-15,-4-1 8 0,-2 5 19 0,-3-4 2 16,-2-1 1-16,1 2 1 0,-4-1-6 16,2-4-4-16,-3 4 2 0,-2-4 5 0,0 1 1 15,1-2-5-15,-4 0 0 0,2 1 5 0,-1 10-11 16,-5-22 16-16,3 12-3 0,0 2 4 0,2 8-9 16,-7-15-2-16,5 11-8 0,-2-2-3 0,-1-1 0 15,5 7-4-15,-5-5-4 0,5 5-5 0,-11 0-3 16,11 0-3-16,-16 7-3 0,5 1-4 0,0 3-1 0,-1 1 2 15,0 3-6-15,2 1 1 0,1-2-4 16,2 2-1-16,3-2 0 0,2 4-1 0,2-2 0 16,4-1 3-16,1-1-3 0,3 0 1 0,4 0-2 15,3-1 4-15,1-2-3 0,2 0-3 0,2-3 2 16,1 2 0-16,6-4-3 0,3-2-5 0,-3-3 5 16,3-2-6-16,-3 1-8 0,2-3 1 0,-10 0-1 15,3-4 0-15,-4 2-5 0,0-3-1 0,-3-2-3 16,0 1 4-16,-3-4 0 0,-3 4 2 0,-3-6-3 15,0 0 4-15,-4 3 1 0,2-3 2 0,-6-2 7 16,0-1-3-16,-2 3 2 0,-4-2 3 0,2 1 9 16,-3 3-3-16,2-2 4 0,-2 6 8 0,2-3 5 15,-1 4 2-15,1-1-3 0,-1 1-2 0,8 8 3 16,-10-6-4-16,10 6-2 0,-4-9-5 0,4 9-5 16,0 0-9-16,0 0-10 0,-5-7-16 0,5 7-3 15,0 0 4-15,0 0 2 0,0 0 7 0,0 0-1 16,29-1 2-16,-15 1 4 0,4 1-3 0,-5 1 7 15,1-1-3-15,-1 0 7 0,1 1-4 0,-3 1 5 16,1 1-1-16,-1 2 0 0,-3 1 6 0,1-1-6 16,-3 2 13-16,2 2 7 0,0-2 4 0,-3 2 1 15,0 1 2-15,0 3 7 0,-1-2-3 0,-2 2-1 16,1 1-1-16,-3-3-5 0,-3 5-4 0,6-1-3 16,-6-5-17-16,3 7-26 0,0-1-38 15,-2-2-43-15,2-2-45 0,2 2-144 0,-4-3-334 16,2-1 149-16</inkml:trace>
  <inkml:trace contextRef="#ctx0" brushRef="#br0" timeOffset="12949">14979 2144 7 0,'-5'-10'220'15,"-1"3"-16"-15,0 0-18 0,2 4-16 0,4 3-22 16,-5-7-20-16,5 7-14 0,0 0-10 0,-16 7 0 16,9 5-8-16,-3 5-6 0,-2 5-7 0,1 7-9 15,1 16-3-15,1-12-13 0,2 2 0 0,3 0-13 16,2-1 5-16,-2 1-9 0,-1 11 0 0,3-14 13 16,2 2-1-16,-3-3-4 0,1 3-5 0,0-6-4 15,2-1-2-15,0-2-4 0,-1 2-5 0,-2-8 1 16,2 1-5-16,0-4 1 0,-2 1-16 15,-1 0-17-15,4-6-25 0,-2 0-15 0,0 0-27 0,2-11-35 16,-3 12-23-16,3-12-29 0,-3 9-166 0,3-9-355 16,-10 2 157-16</inkml:trace>
  <inkml:trace contextRef="#ctx0" brushRef="#br0" timeOffset="13354.3">14754 2424 62 0,'27'-7'102'0,"1"1"-2"0,-9 5-7 0,0-3-2 15,1 0-2-15,-2 2-14 0,-4 0-15 0,-1 2 2 16,0-1-8-16,-13 1-8 0,18-1-8 0,-18 1 2 16,13 0-3-16,-13 0 2 0,0 0-6 0,14 1-1 15,-14-1 10-15,0 0-4 0,7 3 5 16,-5 0 14-16,-2-3 0 0,6 11 0 0,-5-1-2 0,1-1 3 15,-2 4 5-15,0 3-1 0,-2 0-12 16,1 0-1-16,1-1-3 0,0 0-6 0,4 1-7 0,0-3-2 16,-2-2-3-16,5 4 2 0,-1-5-8 0,2-1 0 15,1 2 1-15,-3-4-4 0,4-2 0 0,2 0 3 16,-2-2-2-16,3-1 4 0,0 0 3 0,-2-2-1 16,1-4 4-16,2-1 11 0,-2-2-1 15,1-1 9-15,-5 1 10 0,2-2 5 0,-4-1-6 16,2 1-2-16,-3-3-8 0,-1-5-6 0,0 2-2 15,-3-1-3-15,2-1-8 0,-8-1-13 0,0 1-10 16,1 1-11-16,-3 0-10 0,-2 3-16 0,2 1-12 16,0 1-30-16,1 5-29 0,-1-1-35 0,-2 1-32 15,9 6-28-15,-15-2-130 0,15 2-353 0,-20 8 156 16</inkml:trace>
  <inkml:trace contextRef="#ctx0" brushRef="#br0" timeOffset="13715.84">15243 2652 22 0,'11'-4'200'0,"-2"-1"-13"0,2-2-14 0,-2 0-8 16,5-5-17-16,-6 4-2 0,1-6-18 0,1 0-7 16,-3-1-12-16,-1 0 2 0,-5 3-7 0,2-6-4 15,-1 1-12-15,-2-2-4 0,-2 2-10 0,1 1 1 16,-2-2-11-16,-1 7 7 0,-1-5-8 0,2 3-2 15,-1 4-7-15,-1-1-7 0,5 10-7 0,-5-10-3 16,5 10-7-16,-4-12-7 0,4 12-13 0,-4-7-12 16,4 7-15-16,0 0-23 0,0 0-16 0,0 0-2 15,0 0 3-15,0 0 12 0,0 0-3 16,13-8 4-16,-13 8 7 0,0 0 2 0,33 14 3 16,-23-10 3-16,1 4 7 0,-2-2-2 0,1 2 6 0,-2 1-5 15,1 0 9-15,-3 0 3 0,2 3 5 16,-3-2 1-16,-1 1 7 0,-2 0 1 0,6 5 2 0,-4-1-2 15,-3 1-2-15,-1-1 4 0,4-3 0 16,-3 5-15-16,-1-5-38 0,1 0-45 0,0 3-37 16,-2-3-30-16,1-1-101 0,-1 1-280 0,1-12 124 15</inkml:trace>
  <inkml:trace contextRef="#ctx0" brushRef="#br0" timeOffset="14284.06">15581 2542 96 0,'2'-9'244'16,"-2"9"-19"-16,0 0-13 0,0-10-22 0,0 10-20 16,0 0-21-16,0 0-14 0,0 0-11 0,0 0-15 15,0 0-4-15,0 0-4 0,0 0-14 0,0 0-11 16,0 32-5-16,-1-25-10 0,1 2-1 0,0 1-6 16,-1-3-5-16,1-7-6 0,0 12-5 0,0-12-2 15,0 9-2-15,0-9-3 0,-3 5 7 0,3-5 18 16,0 0 23-16,-3 7 22 0,3-7 16 0,0 0 18 15,0 0 9-15,0 0 0 0,0 0-16 0,0 0-7 16,0 0-16-16,0 0-8 0,0 0-13 0,6-36-11 16,-1 21-15-16,0-2-10 0,9-6-13 15,-1 2-8-15,3-3-8 0,1 2-12 0,1-2-10 0,2 6 2 16,1 2 0-16,-2 5-2 0,-5 0 2 16,4 3-10-16,-1 3 6 0,-5 0 2 0,0 2-8 15,-1 3 1-15,-11 0-6 0,21 5 4 0,-12 0 5 0,1 4-1 16,-3 1 7-16,-1 0 1 0,0 0-5 0,2 3 5 15,-5-1-1-15,1-1 0 0,0-1 0 0,-1-1-1 16,-1 2 1-16,-2-11-2 0,2 12 5 16,-2-12-6-16,1 12 4 0,-1-12 5 0,1 8 2 15,-1-8 3-15,0 0-10 0,0 0 8 0,4 10-4 16,-4-10 2-16,0 0 0 0,0 0-2 0,0 0 3 16,0 0 4-16,0 0-12 0,0 0-8 0,0 0 7 15,13-30-4-15,-8 21 3 0,3-6 3 0,-1-1-15 16,6 3-7-16,0-4-10 0,2 3 12 0,7-4-9 15,-6 8-2-15,0 0 11 0,-2 2-5 0,2 2 1 16,-3 2 5-16,-2 2 0 0,0 3 1 0,-11-1 1 16,22 5 1-16,-11 2-3 0,-2 3 7 0,-1-1 1 15,3 4 3-15,-3 2 2 0,-2-1-3 0,0 1 4 16,-1-4 0-16,-2 4-2 0,2 2 0 0,-2-4 6 16,-2-1-18-16,2 0-24 0,-2 0-33 0,0 0-49 15,1 0-43-15,-1-2-55 0,-1-10-55 0,1 16-177 16,-1-16-492-16,3 10 218 0</inkml:trace>
  <inkml:trace contextRef="#ctx0" brushRef="#br0" timeOffset="16835.93">16883 2246 77 0,'0'0'262'0,"0"-12"-8"0,0 12 0 16,-5-10-11-16,5 10-11 0,-3-7-14 0,3 7-19 15,-1-7-20-15,1 7-19 0,0 0-23 0,0 0-12 16,0 0-19-16,0 0-8 0,-1-8-18 0,1 8-11 16,0 0-6-16,0 0-6 0,0 0-10 0,18 31 1 15,-4-15 0-15,1 8-11 0,3-2 2 0,0 2-6 16,-2-1-1-16,-2 0-5 0,3 1-1 15,1-2-1-15,-3 0-4 0,-1 0 3 0,-2-6-14 0,-1 0-11 16,-1 1-23-16,-2 0-37 0,-1-1-41 0,-3-1-37 16,4-1-44-16,-5-2-39 0,1-1-195 15,-3 0-451-15,-2-1 200 0</inkml:trace>
  <inkml:trace contextRef="#ctx0" brushRef="#br0" timeOffset="17072.48">17154 2184 214 0,'1'-6'244'0,"-1"6"-21"0,0 0-19 0,1-9-20 16,-1 9-12-16,0 0-22 0,0 0-4 0,0 0-9 16,0 0-10-16,-16 25-5 0,2-4-9 0,-2 3-7 15,-1 2-15-15,-3 4-9 0,1 1-6 0,-3-2-5 16,-8 10-5-16,7-10-9 0,2 0-3 0,-9 7-12 15,0 2-26-15,7-11-36 0,-1-2-34 0,5-1-43 16,0 0-50-16,1-2-62 0,0-1-153 0,4-7-392 16,2-1 173-16</inkml:trace>
  <inkml:trace contextRef="#ctx0" brushRef="#br0" timeOffset="17366.66">17388 2259 168 0,'3'-6'268'0,"-3"6"-14"0,0 0-16 0,6-4-14 16,-6 4-25-16,0 0-14 0,0 0-21 0,5-3-16 15,-5 3-20-15,0 0-14 0,0 0-9 0,0 0-3 16,4 19-6-16,-4-9-7 0,0 2-12 0,0-1-7 15,0 7-4-15,-2 0-2 0,1 1-4 16,0 0-9-16,-2 6-1 0,1-5-8 0,0-3-4 16,0 2 0-16,-1 1-5 0,2-2-12 0,0-3-20 15,-3 2-21-15,4-5-32 0,-1 2-42 0,-1-1-51 16,1-2-56-16,0-3-21 0,0 2-172 0,1-10-425 16,-3 13 188-16</inkml:trace>
  <inkml:trace contextRef="#ctx0" brushRef="#br0" timeOffset="17566.48">17423 2295 157 0,'2'-10'191'0,"-2"10"-24"0,0 0-17 16,0 0-19-16,0 0-10 0,7-4-10 0,-7 4-5 15,17 2-14-15,-17-2-8 0,29 8-6 0,-9-5-11 16,8 4-4-16,-3 1-4 0,3-1-9 0,-8 0-14 15,8 1-20-15,-3-1-34 0,1 4-36 0,-6-3-47 16,-3-1-150-16,-3 1-273 0,0 1 121 0</inkml:trace>
  <inkml:trace contextRef="#ctx0" brushRef="#br0" timeOffset="17783.78">17802 2247 164 0,'0'0'262'16,"0"0"-16"-16,1-10-25 0,-1 10-22 0,0 0-22 16,0 0-17-16,0 0-15 0,0 0-21 0,0 0-9 15,0 0-11-15,0 0-2 0,0 0-4 0,0 0-11 0,-5 47-13 16,5-29-4-16,-1 3-4 0,1-2-7 16,0 5-7-16,0-6-8 0,1 3-31 0,3-5-35 15,-2 4-56-15,0-4-48 0,0 0-64 0,2 2-171 16,1-3-392-16,-2-2 174 0</inkml:trace>
  <inkml:trace contextRef="#ctx0" brushRef="#br0" timeOffset="18081.29">17965 2400 79 0,'0'0'177'0,"0"0"-14"0,0 0-10 16,0 0-13-16,0 0-8 0,0 0-13 0,0 0-15 15,13 19-10-15,-9-13-5 0,4-1-10 0,-1 2-1 16,3-1 4-16,0-2 3 0,2 0 3 0,5 1-8 16,2-2 5-16,-1-2-9 0,-4 0-6 15,4-2 6-15,0-3-8 0,-5 1-6 0,1-1 3 16,-4 1-1-16,0-1 9 0,-2 1-8 0,-3-3-3 16,0 0-8-16,-1-4-3 0,-3 3-10 0,-1-3-4 15,-1-2-8-15,-3 1-4 0,-4-4-3 0,1 5-6 16,-2-3-5-16,-2 2-9 0,1 0-12 0,-1 1-18 0,0 4-11 15,-4-2-21-15,-2 4-8 0,4 3-29 16,-7 0-18-16,1 3-51 0,0 1-52 0,2 3-115 16,2 3-360-16,5-4 159 0</inkml:trace>
  <inkml:trace contextRef="#ctx0" brushRef="#br0" timeOffset="18331.41">18271 2292 259 0,'2'-7'286'0,"-2"7"2"0,9-14-1 16,-6 8 5-16,-3 6-7 0,6-6-11 0,-6 6-23 15,0 0-23-15,7-10-31 0,-7 10-21 0,0 0-24 16,0 0-19-16,0 0-11 0,0 0-20 0,0 0-8 16,0 0-9-16,12 26-7 0,-10-8-8 0,-1 6-4 15,1 1-2-15,-2 0-12 0,2-1-3 0,-2 2-1 16,-3-2-19-16,4 0-18 0,-1-4-20 15,0-3-22-15,2 2-47 0,0 0-40 0,-2 0-41 16,3-3-45-16,-2-4-53 0,-1-1-51 0,-1 3-161 16,2-3-509-16,-1-1 225 0</inkml:trace>
  <inkml:trace contextRef="#ctx0" brushRef="#br0" timeOffset="18666.96">18434 2187 77 0,'8'-7'188'0,"1"0"-19"0,-2 3-7 0,1 1-7 15,0 3-9-15,-8 0-3 0,18 0-12 0,-8 4-7 16,-10-4-4-16,16 10-6 0,-10-3-6 0,1 3-6 16,-4-1-8-16,0 0-9 0,-2 4-3 0,0-1-7 15,-1 1-5-15,-4-2-7 0,-2 6-3 0,-4-3-8 16,1 1-7-16,0-6-16 0,0 0-5 0,3-1-3 15,-3-1-3-15,0-1 1 0,-1-2-11 0,0 0-1 16,3-1 4-16,-1-3-5 0,-2 2 0 16,10-2 1-16,-14 0-1 0,14 0 3 0,-12 0-4 0,12 0-4 15,-9 0-2-15,9 0-4 0,0 0-3 0,-9 3-6 16,9-3-1-16,0 0-6 0,0 0 5 16,-1 7 0-16,1-7 6 0,7 16 1 0,-2-6 3 15,1 2-4-15,2 3-4 0,2 1-30 0,5 4-17 0,-3-6-38 16,2-1-42-16,4 0-36 0,2 2-136 0,-1-3-339 15,7 0 151-15</inkml:trace>
  <inkml:trace contextRef="#ctx0" brushRef="#br0" timeOffset="19116.38">19326 2281 27 0,'-8'-8'314'0,"1"0"-5"16,1 2-24-16,-3-1-26 0,0 2-31 0,9 5-21 15,-18-4-23-15,7 4-18 0,-1 6-18 0,-2-2-14 16,0 5-12-16,0 0-16 0,-2 3-8 0,5 0-9 16,0 3-12-16,4-5-11 0,1 1-13 0,2 0-16 15,1 0-13-15,2 2-18 0,2-1-14 0,2-1-19 16,1 0-9-16,2-1-6 0,2-3-17 0,2 0 6 15,0-1 0-15,0-3 5 0,2 0 3 0,-2-2 5 16,2 0 9-16,-12-1 5 0,21-2 10 16,-12-2 7-16,-9 4 10 0,16-5 13 0,-11 1 10 15,-5 4 3-15,9-9 13 0,-9 9 6 0,9-6-6 16,-6 5 1-16,-3 1-9 0,0 0-5 0,7-5-9 0,-7 5-3 16,0 0-1-16,0 0 1 0,8 11 5 0,-5 0-4 15,0 6 5-15,-1 2 3 0,-4 6-2 16,2 5-2-16,-3-2-2 0,0 2 11 0,-5 1-9 15,1 0 3-15,-7-1 2 0,2-1-3 0,-6-4 4 16,-3 2 3-16,-2-3 1 0,-2 2-5 0,-5-3 0 16,1-1 2-16,-2-3-11 0,1 3-8 0,0-6-11 15,3-2-18-15,2-1-29 0,6-4-29 0,0-2-35 16,6-2-38-16,2-3-51 0,0 2-53 0,1-6-139 0,10 2-428 16,0 0 190-16</inkml:trace>
  <inkml:trace contextRef="#ctx0" brushRef="#br0" timeOffset="19502.8">19577 2388 11 0,'0'0'236'0,"-9"-13"-2"0,9 13-12 0,0 0-13 15,0 0-19-15,-31 13-6 0,16-7-12 0,5 2-12 16,-7 1-20-16,6 1-15 0,-1 3-12 15,4-3-13-15,3-1-9 0,0 1-9 0,3 1-7 0,-5-1-15 16,7 0-8-16,0-10-16 0,5 19-12 0,0-13-15 16,-1-1-12-16,3 4-11 0,-7-9-14 0,16 9 0 15,-8-8-9-15,2 1 4 0,2-5 4 0,-12 3-2 16,19-2 6-16,-10-3 3 0,0 0 2 0,0-2 5 16,-3-2 6-16,1 1 10 0,-1-1 0 15,0-1 6-15,-1 1 5 0,-1-3 5 0,-2 2 14 16,0 3 11-16,-1 0 9 0,-1 7 2 0,3-12-1 15,-3 12-10-15,1-7-5 0,-1 7-6 0,4-6-4 16,-4 6-4-16,0 0-4 0,0 0 7 0,0 0-4 0,0 0-2 16,0 0 2-16,1 32-4 0,-2-20 1 15,1 4-4-15,-1-1 3 0,1 0-6 0,1 4-15 0,0-3-24 16,2 1-28-16,-1-3-31 0,2-4-64 16,0 2-48-16,3-1-191 0,-4-3-420 0,6 1 186 15</inkml:trace>
  <inkml:trace contextRef="#ctx0" brushRef="#br0" timeOffset="19748.99">19881 2185 226 0,'-2'-6'278'0,"2"6"-21"15,0-13-20-15,0 13-26 0,-2-7-27 0,2 7-15 16,0 0-22-16,0 0-15 0,0 0-11 0,0 0-4 15,-7 42-9-15,2-17 0 0,2 8-13 0,-2-4-10 16,0 0-5-16,-3 2-11 0,6-1-2 0,-1-1-6 16,0 0-8-16,-2-2-5 0,4 1 0 15,-3-4-29-15,4 3-30 0,0-10-31 0,-1 2-38 0,2-2-52 16,0-6-56-16,1 4-51 0,-2-1-133 0,0-6-402 16,0-8 178-16</inkml:trace>
  <inkml:trace contextRef="#ctx0" brushRef="#br0" timeOffset="19906.21">19696 2341 84 0,'10'-4'177'15,"2"2"-18"-15,0 1-17 0,6-3-29 0,3 2-59 16,2 2-57-16,-3 1-118 0,2 4-132 0,-1-1 59 15</inkml:trace>
  <inkml:trace contextRef="#ctx0" brushRef="#br0" timeOffset="20637.66">19955 2598 16 0,'13'-6'206'0,"-3"2"-7"0,0-3 1 0,1 2-9 15,3-6-11-15,0 2-10 0,1-4-11 0,1 2-11 16,5-5-7-16,0-1-8 0,-9 3-9 16,0-1-8-16,-2 1-10 0,3-1-11 0,-5-1-1 0,-1 1-17 15,1 1 3-15,-3-1-3 0,-4 6 4 0,2-1-6 16,-2-3-10-16,-1 13 4 0,-2-19-5 0,2 19-13 16,-3-11-4-16,3 11-10 0,-6-10-4 15,6 10-7-15,-18-3 0 0,6 4-5 0,-2 4-6 16,-1 4-1-16,-3 1 0 0,-1 7-2 0,5-1 0 15,0-1-5-15,-3 7 2 0,6-6-6 0,2 1 5 16,2 1-5-16,2 0 5 0,1-3-8 0,4 4 5 16,4-7-4-16,4 2 5 0,-2-2-6 0,4 2 5 15,3-4-2-15,4-1-1 0,2-1-4 0,-1-3 2 16,4 0 0-16,-1-3 0 0,10-2-3 0,-3-2-3 16,3 0-3-16,-9-1-2 0,6-4-2 0,-9 4 1 15,0-4-2-15,0 0 3 0,-2-1-3 0,-3-2 3 16,-1 1 0-16,-1-4 3 0,3 3 0 0,-4-2 1 15,-2-2 4-15,-3 4-1 0,1-5-1 0,-1 4-1 16,-2 0 4-16,1-1-3 0,-2 0 2 0,-1 3 11 16,-2 9 4-16,3-14 1 0,-3 14 7 0,2-11 0 15,-2 11 3-15,3-11 3 0,-3 11 1 16,0 0-2-16,2-7 1 0,-2 7 5 0,0 0-9 0,0 0 2 16,0 0-8-16,0 0 1 0,0 0-6 0,0 0-2 15,0 0 1-15,0 0-3 0,3-10 0 0,-3 10 2 16,0 0-3-16,0 0-3 0,0 0 0 0,0 0 2 15,0 0-1-15,0 0 0 0,0 0-2 0,0 0 1 16,0 0-3-16,0 0 3 0,0 0-5 0,0 0 2 16,0 0 4-16,0 0-1 0,0 0 1 15,0 0-1-15,0 0-1 0,0 0 2 0,0 0-1 16,0 0 4-16,0 0-3 0,0 0 4 0,0 0-5 0,0 0 0 16,0 0 3-16,0 0-1 0,0 0-2 0,0 0 2 15,0 0 1-15,0 0-5 0,0 0 9 16,0 0-12-16,0 0-2 0,0 0 5 0,0 0-1 15,0 0 1-15,0 0 4 0,0 0-3 0,0 0-4 16,0 0 2-16,0 0 2 0,0 0-2 0,0 0 3 16,0 0-6-16,0 0 1 0,0 0-1 0,0 0 2 15,0 0 1-15,0 0 0 0,0 0 6 0,0 0-17 16,0 0-14-16,0 0-23 0,0 0-27 0,0 0-44 16,0 0-50-16,0 0-22 0,0 0-42 0,0 0-34 15,0 0-135-15,0 0-435 0,0 0 193 0</inkml:trace>
  <inkml:trace contextRef="#ctx0" brushRef="#br0" timeOffset="20949.18">19687 2330 100 0,'0'0'188'0,"0"0"-14"16,0 0-14-16,0 0-20 0,0 0-19 0,0 0-16 15,0 0-11-15,0 0-12 0,0 0-22 0,60 1-36 16,-28-2-30-16,6 1-57 0,3-2-46 0,-4 1-70 16,3 0-193-16,-2 1 85 0</inkml:trace>
  <inkml:trace contextRef="#ctx0" brushRef="#br0" timeOffset="22085.12">21230 2268 267 0,'0'0'286'16,"0"0"-30"-16,0 0-27 0,0 0-25 0,0 0-23 15,0 0-23-15,0 0-20 0,0 0-16 0,0 0-14 0,0 0-5 16,3 17-14-16,-5-4-9 0,-1 6-7 0,-2 0-1 15,2-2-12-15,1 2-5 0,1 0-7 16,-1 0-4-16,2-2-4 0,0-2-3 0,2 2-2 16,0-2-4-16,2 0-3 0,1-3-2 0,0-2 1 15,3-1-12-15,-2 1-5 0,-1-5 2 0,4 3-3 16,0-4 2-16,-1 0 1 0,1-2-24 0,-1 0 3 0,2-4-1 16,-10 2 7-16,15-7-1 0,-5 3 11 0,-1-1 2 15,4-6-1-15,-1-2-1 0,-2-1-1 16,0 2 9-16,-1-6 3 0,0 2 3 0,0-1-1 15,0-8-6-15,0 8 5 0,-2-6-3 0,2-1 2 16,-1 7 10-16,-3 3-5 0,0 2 15 0,-2 2 1 16,1 0 3-16,-3 4-3 0,2 1-8 0,-1-2-4 15,-2 7 4-15,4-7-17 0,-4 7-2 0,0 0-5 16,0 0-2-16,0 0 0 0,0 0 5 0,0 0-3 16,-6 36 2-16,2-17 1 0,0 0 0 0,1 5 4 15,1 2-2-15,0-7-3 0,1 6-7 0,1-6 2 16,3-3 2-16,-1 3-2 0,5-2 1 0,0-1 0 15,2-3-3-15,3-1 6 0,1-2-5 0,-1-2-4 16,1-3-2-16,5 1 3 0,-3-4-1 0,3-1-3 16,1-3 4-16,-1-2-4 0,4-1 5 0,-4-4-5 15,8-2 3-15,-3-3 2 0,-7 2 0 16,3-5-4-16,-3 2 3 0,0-7-1 0,1 1-2 16,-2-1 3-16,0-4 1 0,-3 4 0 0,1-4 0 0,-6 7-1 15,4-5 1-15,-5 7 3 0,2 2-6 16,-3 0 5-16,-3 4 7 0,1 3 6 0,-3 8-5 0,3-15 6 15,-2 9-5-15,-1 6-4 0,0 0-5 0,2-11-6 16,-2 11-1-16,0 0-4 0,0 0 4 16,0 0-1-16,0 0 1 0,-21 21-8 0,16-11-6 0,1 6-5 15,-1-1 5-15,3 2-4 0,1-4 2 16,2 7-1-16,3-3 2 0,0 1-3 0,2 0-8 16,1-1-1-16,-1 1 7 0,2-3-1 0,1 2 2 0,-2-2 0 15,1 2 2-15,0-3-9 0,-4-3-11 16,-2 2-7-16,0-2-6 0,1 1-5 0,-3 0 2 0,-2-2 6 15,-5 6-7-15,0-6-4 0,-5 2 0 16,-1-1-19-16,0 0-11 0,-3-3-15 0,3-2-18 16,-2 1-27-16,3-3-24 0,0-2-140 0,0 0-343 15,2-1 152-15</inkml:trace>
  <inkml:trace contextRef="#ctx0" brushRef="#br0" timeOffset="22300.22">22146 2294 247 0,'4'-5'282'0,"-4"5"-9"0,5-8-16 0,-5 8-21 15,7-3-25-15,-7 3-27 0,0 0-13 0,0 0-25 16,0 0-4-16,0 0-16 0,0 0-11 0,0 0-7 16,0 0-9-16,3 32-7 0,-3-15-8 0,0-1-7 15,-1 5-7-15,-1-2-10 0,1 6-22 16,0-8-17-16,-2 7-29 0,3-5-48 0,3-2-47 0,-6 1-44 15,7-1-67-15,-4 0-205 0,-4-5-453 0,4-2 201 16</inkml:trace>
  <inkml:trace contextRef="#ctx0" brushRef="#br0" timeOffset="22479.78">22110 2045 31 0,'0'0'141'0,"0"0"-51"0,1-15-28 0,3 14-22 15,-4 1-24-15,0 0-15 0,23 19-22 0,-9-5-39 16,3 9-65-16,-3 9 28 0</inkml:trace>
  <inkml:trace contextRef="#ctx0" brushRef="#br0" timeOffset="22731.89">22413 2528 205 0,'0'0'226'0,"0"0"1"16,0 0-10-16,0 0-6 0,0 0 1 0,0 0-6 15,0 0-5-15,-17-18-20 0,17 18-10 0,0-13-16 16,0 1-19-16,4 2-15 0,2 0-11 0,-1-2-10 16,6-2-4-16,-3 4-16 0,-1 1-9 15,5-3-8-15,-3 6-9 0,-3-2-6 0,0 5-6 16,-6 3-8-16,14-4 4 0,-7 5-13 0,-7-1-1 15,12 6-8-15,-4 0 4 0,-3 2-1 0,2 1-3 0,-1 4 1 16,-2-1-5-16,0 5-3 0,0-1-24 0,-1 0-26 16,1 0-37-16,-1 0-39 0,1 1-47 0,-2-1-53 15,2-4-52-15,-3-1-142 0,3-1-445 16,1-1 198-16</inkml:trace>
  <inkml:trace contextRef="#ctx0" brushRef="#br0" timeOffset="23282.5">22932 2371 183 0,'-5'-11'244'0,"-2"0"-7"15,2 3-12-15,-1 0-14 0,-1 3-19 0,7 5-19 16,-19-7-17-16,6 7-15 0,13 0-19 0,-27 12-9 16,11-6-16-16,6 3-6 0,-1-2-10 0,1 7-10 15,4-4-8-15,1 2-1 0,2 0-9 0,-1 4-17 16,6-5-23-16,0 0-10 0,1-3-5 0,3 4-2 15,-1-5-6-15,2 0-6 0,0 0 0 0,-2-2-2 16,-5-5 6-16,12 5 3 0,-12-5 7 0,14 2 10 16,-14-2 1-16,0 0 2 0,14-5 4 15,-14 5 5-15,9-8 9 0,-9 8 9 0,9-11 1 0,-5 6 1 16,-4 5 1-16,6-12-4 0,-3 6 2 0,-3 6 12 16,4-10 4-16,-4 10 4 0,6-8-1 15,-6 8-2-15,0 0-9 0,5-8-10 0,-5 8-6 16,0 0-7-16,0 0-1 0,0 0-6 0,0 0 1 15,0 0 12-15,-4 36-2 0,0-9-4 0,-3 5 0 0,-9 12-2 16,0 1-4-16,3 1 0 0,-2-2-2 16,4 4 1-16,-3-4 1 0,4 2 1 0,1-11-6 15,-2 11 4-15,2-11-2 0,2 0 4 0,-5 9 0 16,4-13 2-16,-1-3-2 0,4 2-3 0,-2-5-3 0,1-7-2 16,0 0 4-16,1-1-2 0,-2-3 3 15,2-3 0-15,-3 0-2 0,1-1 1 0,-2-3 2 16,-5 2-4-16,2-2 3 0,-6-2-2 0,0-1-1 15,-2-3 2-15,1-2-4 0,-3-2 1 0,0-5-3 16,2-1 4-16,-3-7-8 0,1-1-7 0,1-5-9 16,5-1-11-16,1-6-8 0,6-1-11 0,4-1-8 15,5-3 5-15,7-2-12 0,12-10-2 0,5 4-9 16,9 0-3-16,2 3-5 0,6 3-2 0,3 3-2 16,1-2-18-16,1 7 0 0,1 1-10 0,-1 2-13 15,0 1-4-15,0 5-20 0,-10 4-21 0,12-5-5 16,-12 9-22-16,14-3-143 0,-16 4-362 0,0 3 160 15</inkml:trace>
  <inkml:trace contextRef="#ctx0" brushRef="#br0" timeOffset="25949.97">24212 2246 164 0,'2'-9'248'0,"-2"9"4"0,1-7-40 0,-1 7-7 16,0 0-19-16,0 0-13 0,0 0-23 0,0 0-17 16,-3-11-16-16,3 11-16 0,0 0-13 0,0 0-10 15,0 0-8-15,0 0 2 0,0 0-5 0,3 23-1 16,-3-10-5-16,-3-2-4 0,2 6-11 0,-2 1 2 16,2 0-2-16,0 0-5 0,0 0-5 15,-2 2 1-15,0-4-8 0,2 3-2 0,0-4-3 0,0 3 1 16,-2-6-16-16,-1 6-14 0,4 0-29 0,-2-2-42 15,-1 0-31-15,1-4-51 0,-1 2-34 0,-2-3-191 16,0 4-415-16,2-5 184 0</inkml:trace>
  <inkml:trace contextRef="#ctx0" brushRef="#br0" timeOffset="26149.9">24220 2243 24 0,'0'0'192'16,"8"-1"-20"-16,-8 1-20 0,0 0-8 0,18 0-21 15,-6 1-13-15,-1 3-10 0,5 0-6 0,-1 0-9 16,5 1-11-16,-1-1-7 0,9 6 2 0,-1-1-25 16,-2 1-36-16,2-1-30 0,-1 3-30 0,-1-3-40 0,2 2-124 15,-8-4-233-15,-2 4 103 0</inkml:trace>
  <inkml:trace contextRef="#ctx0" brushRef="#br0" timeOffset="26369.2">24739 2209 199 0,'0'-7'246'0,"-1"-3"-4"0,1 10-8 0,0-10-22 15,0 10-18-15,0 0-26 0,0-9-16 0,0 9-25 16,0 0-7-16,0 0-21 0,0 0-3 0,0 0-3 15,-11 30-2-15,9-10-11 0,-2 4-6 0,-1 7-5 16,0-2-9-16,-2 2-3 0,3-2-6 0,-1-2-10 16,3 3 2-16,-2-2-21 0,4 1-25 0,-1-5-43 15,1 1-43-15,3-4-64 0,-1-4-57 0,3 0-169 16,-5 0-409-16,2-5 181 0</inkml:trace>
  <inkml:trace contextRef="#ctx0" brushRef="#br0" timeOffset="26670.94">24902 2410 243 0,'0'0'230'0,"0"-10"-16"0,0 10-17 0,2-8-17 16,-2 8-17-16,0 0-14 0,0 0-14 0,0 0-11 16,0 0-11-16,0 0-17 0,0 0-9 0,0 0-3 15,0 25-14-15,3-15-3 0,0-1-11 0,2 1-2 16,0-4-6-16,3 4-7 0,2-1-7 0,-1-2-8 15,0-3-4-15,2 1-3 0,0 0-7 0,0-3-4 16,2 1 7-16,0-4-2 0,-2 1-2 0,2-4 1 16,-4 0 1-16,0 0 2 0,0-1 4 0,-2-3 13 15,0 0 5-15,2-2-2 0,-4 0-6 0,-1-1-1 16,-2-4-6-16,2 3 1 0,-2-1-3 0,-1-2-5 16,-1-2 0-16,-3 2-9 0,3 4-10 0,-2-2-12 15,0 4-12-15,-3-1-27 0,-1 3-18 16,-4 0-40-16,0 4-29 0,10 3-31 0,-29 0-42 0,10 4-121 15,3 2-363-15,-1 0 160 0</inkml:trace>
  <inkml:trace contextRef="#ctx0" brushRef="#br0" timeOffset="26915.71">25287 2256 135 0,'0'0'335'0,"4"-9"-3"15,-4 9-25-15,0 0-23 0,6-8-17 16,-6 8-23-16,0 0-23 0,0 0-20 0,4-9-25 16,-4 9-13-16,0 0-14 0,0 0 0 0,0 0-18 15,0 0-14-15,0 38-7 0,0-22-11 0,0 4-11 16,-2 0-4-16,2 7-5 0,-4-4-9 0,2 4-10 16,-1-1-3-16,1 0-5 0,0 2-24 0,-2-3-15 15,1-1-28-15,1-5-35 0,0 0-30 0,2 0-41 16,-2-4-43-16,0 3-65 0,-1-5-53 0,3-1-220 15,0-12-543-15,-4 21 239 0</inkml:trace>
  <inkml:trace contextRef="#ctx0" brushRef="#br0" timeOffset="27266.38">25426 2169 109 0,'13'-10'205'0,"-4"2"-22"0,-2 1-16 0,0 1-15 0,2 1-20 16,-3 2-8-16,0 3-13 0,-6 0-10 0,12 0-3 16,-12 0-6-16,12 7-4 0,-8-1-8 0,3 0-6 15,-4 2-5-15,-1 1-2 0,-2-9-8 0,2 21-5 16,-6-4-7-16,-4-1 4 0,1-3-8 0,-4-1-13 16,2-2-5-16,2-1-4 0,-6 2-4 15,-3-5 7-15,8 2-12 0,-3 0 2 0,1-4-3 16,4 0 3-16,6-4-9 0,-12 6 8 0,12-6 0 15,-9 3-4-15,9-3-2 0,0 0-2 0,-7 5 1 16,7-5-10-16,0 0-1 0,0 0-1 0,-11 5-2 16,11-5 1-16,0 0 2 0,3 15 1 0,-3-15 3 15,8 20-6-15,2-6 5 0,-1 1-1 0,-1-2-1 16,4 3 6-16,1 0-22 0,5 6-20 0,-4-9-24 16,6 6-58-16,5-2-65 0,-3-1-121 0,5-3-333 15,0-3 148-15</inkml:trace>
  <inkml:trace contextRef="#ctx0" brushRef="#br0" timeOffset="27716.43">26308 2330 261 0,'-13'-9'308'16,"-3"2"-16"-16,-1-3-28 0,0 3-23 0,2 2-25 15,-1 4-24-15,3 1-11 0,-5 1-28 0,2 5-11 16,0 2-19-16,1 2-12 0,1 1-10 0,3 0-12 16,2 3-8-16,-1 1-9 0,6 1-8 0,0 1-10 15,2-4-14-15,2 3-12 0,2-3-17 16,0-2-22-16,4 2-16 0,1-2-7 0,0-3-1 16,2 1-1-16,0-2-1 0,0-2 6 0,-2-1 5 15,-2-1 4-15,-5-3 1 0,11 0 2 0,-11 0 14 16,13-4 7-16,-13 4 4 0,7-8 3 0,-7 8 4 15,8-14 4-15,-3 5 10 0,0 0 0 0,-2 0 4 0,-3 9-4 16,6-11 2-16,-6 11 3 0,2-10-9 16,-2 10 0-16,4-7-7 0,-4 7-8 0,0 0 0 15,0 0 1-15,0 0-3 0,0 0 1 0,7 19-4 16,-7-5 3-16,4 3 2 0,-4 11 2 0,0-1 7 16,-4 2-1-16,-2 2 1 0,-1-1 0 0,0-4 3 15,-2 0 3-15,-4 2 9 0,-5-5-11 0,4 3 1 16,-4-4 0-16,1-3 6 0,-4 1 2 0,-2-2-6 15,-4 0-4-15,1-1-3 0,-1-2-18 0,0-2-15 16,0 0-17-16,2-5-41 0,5 0-47 0,2-5-50 16,4 0-58-16,1-3-229 0,13 0-497 0,-19-4 220 15</inkml:trace>
  <inkml:trace contextRef="#ctx0" brushRef="#br0" timeOffset="28099.92">26471 2403 110 0,'4'-7'299'16,"-2"2"-8"-16,-2 5-6 0,5-13-13 0,-5 13-7 15,2-8-30-15,-2 8-23 0,0 0-20 0,0 0-19 16,0 0-10-16,0 0-17 0,-34 19-12 0,20-7-12 16,-1 0-13-16,1 2-10 0,3 0-10 15,0 1-5-15,1-1-17 0,4-3-5 0,1 2-27 16,3-3-15-16,-2 1-20 0,4 1-24 0,2-2-19 15,-2-1-15-15,2-3-10 0,0 1 1 0,-2-7-4 16,7 7-3-16,-3-5 3 0,-4-2 0 0,12 0 9 16,-12 0 0-16,15-6 11 0,-5 0-3 0,-3-1 9 0,1 0 7 15,-3-3 3-15,4 1-1 0,-2-3 8 16,-1 4 8-16,-4-1 1 0,3-1 22 0,-3 3 10 16,0 0 9-16,-2 7 4 0,8-9-1 0,-8 9-2 15,0-6-5-15,0 6-2 0,0 0-5 0,0 0 8 16,0 0-1-16,0 0 4 0,0 0-5 0,-2 29 0 15,-1-16-2-15,2 4 1 0,-3-1-2 0,4 3-3 16,-2-2-1-16,2 0 0 0,0 2 0 0,2-2-26 16,0 0-32-16,0 0-42 0,4-5-68 0,-2-2-60 15,1 3-162-15,-1-5-409 0,2-2 181 0</inkml:trace>
  <inkml:trace contextRef="#ctx0" brushRef="#br0" timeOffset="28348.73">26744 2240 280 0,'2'-5'272'16,"1"-2"-20"-16,-3 7-20 0,0-7-24 0,0 7-21 16,0 0-25-16,4-7-13 0,-4 7 1 0,0 0-7 0,0 0-1 15,-7 41-11-15,3-18-8 0,1 3-12 0,1 1-10 16,0 1-10-16,-2 1-11 0,-1 0-4 15,3 0-10-15,0 0-5 0,-2-1-8 0,0-1-6 16,2 2-18-16,2-5-29 0,-4 0-36 0,2-5-54 16,0-3-49-16,2 1-58 0,-1-5-39 0,-3 0-172 15,2-3-442-15,0 1 195 0</inkml:trace>
  <inkml:trace contextRef="#ctx0" brushRef="#br0" timeOffset="28519.54">26620 2392 102 0,'8'-4'202'0,"-8"4"-21"16,11-4-19-16,-3 1-17 0,2 3-19 0,1 2-17 16,-11-2-29-16,31 8-42 0,-12-3-51 0,-2 4-44 15,1 0-49-15,0 4-56 0,-4-1-175 0,-5 0 78 16</inkml:trace>
  <inkml:trace contextRef="#ctx0" brushRef="#br0" timeOffset="29015.49">26820 2671 28 0,'0'0'149'0,"21"-9"-10"16,-8 3 1-16,0-3-7 0,3 0-5 15,0-2-9-15,2 0 2 0,-2-1 0 0,4-7-3 16,-4 7-12-16,-3-2-14 0,3-3-5 0,-3 3 4 15,-4-4-6-15,1 2-2 0,0 2 4 0,-3 0 12 16,-2-3 8-16,0 9 2 0,-5-4-5 0,4 0 16 16,-4 12 16-16,0-12-9 0,0 12-6 0,0-13-14 15,0 13-7-15,0 0-16 0,0 0-10 0,-8-11-11 16,8 11-6-16,0 0-3 0,-33 16-8 0,16-6-7 16,2 2-2-16,0 2-2 0,1 0-8 0,3 4 2 15,-2-3 3-15,2 3-21 0,4-1 8 0,1 2-2 16,1-2-1-16,5-6 5 0,0 5-13 0,4-3-7 15,1-4-6-15,4 1-2 0,4-3-6 0,1 0-12 16,4-1 1-16,1-3-3 0,0-1 0 0,2-3 5 16,8-2 3-16,-7 0 2 0,9-2 0 0,-4-2 3 15,-6 1 1-15,-4-3 0 0,-3 1 5 16,1-4 3-16,-5-1-2 0,3 1 3 0,-2-4 2 0,1 2-6 16,-6-3 5-16,5 0 0 0,-1-1 1 0,-4 3 10 15,-1 2 1-15,-1 1 0 0,0 2 4 0,0 1 4 16,0 2 11-16,-4 7 2 0,4-12-1 0,-4 12-3 15,2-8-10-15,-2 8-3 0,4-4-3 16,-4 4 1-16,0 0 6 0,0 0 6 0,0 0 2 16,-4 26 3-16,-2-9-2 0,2 2 3 0,-2-3 0 15,-1 7 7-15,1-3-6 0,-1 7-8 0,0-8-1 16,1 6 3-16,-1-6-2 0,0 5-18 0,1-5-30 0,-2 0-36 16,2-2-56-16,1 0-76 0,1-6-90 0,-2 4-252 15,4-5-580-15,2-10 257 0</inkml:trace>
  <inkml:trace contextRef="#ctx0" brushRef="#br0" timeOffset="29188.92">27535 2655 33 0,'0'0'430'0,"16"-3"-32"0,-16 3-40 0,7 0-1 15,-7 0-19-15,0 0-34 0,0 0-20 0,0 0-29 16,10 0-31-16,-10 0-25 0,0 0-26 0,0 0-55 15,0 0-56-15,7-3-62 0,-7 3-74 0,0 0-97 16,0 0-89-16,0 0-245 0,0 0-547 0,0 0 242 16</inkml:trace>
  <inkml:trace contextRef="#ctx0" brushRef="#br0" timeOffset="35866.04">13392 4382 191 0,'0'0'201'0,"0"0"3"0,0 0-9 16,-7-7-3-16,7 7-1 0,0 0-10 0,0 0-5 16,0 0-12-16,0 0-7 0,0 0-2 0,0 0-23 15,0 0-10-15,0 0-10 0,0 0-8 16,0 0-11-16,0 0-11 0,0 0-13 0,0 0-8 15,0 0-3-15,0 0-12 0,0 0 5 0,0 0-17 0,0 0-13 16,0 0-9-16,0 0 0 0,0 0-2 0,0 0 4 16,24 7-5-16,-6-2 1 0,5 0-4 0,9-1 0 15,3 1 0-15,-1 0-4 0,6-2 1 16,-4-2-1-16,3-1-1 0,-3 1 2 0,-3-1 1 16,-1 0-2-16,-10 0-2 0,-2 1-1 0,0-2-4 15,-1 2 0-15,-8-2-5 0,2 1 0 0,-1-1 2 0,-6 1 2 16,-6 0 2-16,13 1-3 0,-6-1 1 15,-7 0 0-15,0 0 3 0,11-2-3 0,-11 2 2 0,0 0 0 16,0 0 2-16,0 0-1 0,9-2 0 16,-9 2 1-16,0 0-2 0,0 0-1 0,5 4 0 15,-5-4 1-15,0 0 1 0,0 0-4 0,-22 26 4 0,8-11 0 16,-8 6 3-16,-3 6 1 0,-8 10 3 16,-1-1-3-16,-3 5-1 0,-1-3 2 0,0-2 1 15,3 0-1-15,7-9 0 0,-1-3-3 0,-7 8 6 16,11-8-1-16,-2-2-4 0,2-2 4 0,-2-1 0 15,4-1-2-15,0-4 2 0,7-1-1 0,3-4 3 16,0-2-2-16,3-1 10 0,1 1-11 0,1-2 0 16,2-1 2-16,0-2 1 0,6-2 0 0,-9 4 0 15,9-4 2-15,-7 4 3 0,7-4 14 0,-9 2 12 16,9-2 1-16,0 0 0 0,0 0-9 0,0 0-4 16,0 0-10-16,0 0 0 0,0 0-1 0,14-21-5 15,-4 14 2-15,-3 1-2 0,3 2-3 0,1-2 0 0,3 4-4 16,-1-1-2-16,0-1 1 0,5 3-1 0,1 1-1 15,-4 0-2-15,-1 2 3 0,3 2 1 16,1-2 1-16,-2 2-1 0,4 0 0 0,-1 0 0 16,-2 0 1-16,4-1-1 0,-4 3 2 0,3-1-4 15,1 1-13-15,-3-2-24 0,11 0-36 0,0 2-45 16,-2-4-65-16,5-2-52 0,1 2-215 0,-1-2-486 16,5-3 215-16</inkml:trace>
  <inkml:trace contextRef="#ctx0" brushRef="#br0" timeOffset="36050.19">14328 4763 2674 0,'4'-7'59'0,"-4"1"-44"0,0 6-18 16,5-9 1-16,-5 9-2 0,3-7 5 0,-3 7-5 16,0 0 0-16,2-7-1 0,-2 7 0 0,4-4 2 15,-4 4 1-15,11-2-1 0,1 0 2 0,6 0-2 16,0 0-17-16,1 1-17 0,2 1-33 0,1 0-44 15,0-2-43-15,-3 2-52 0,-1 2-142 0,-2-1-379 0,-5 1 167 16</inkml:trace>
  <inkml:trace contextRef="#ctx0" brushRef="#br0" timeOffset="36235.01">14369 4863 128 0,'-5'6'186'0,"5"-6"-13"0,-5 5-15 0,5-5-9 15,0 0-7-15,-4 5-11 0,4-5 1 0,0 0-2 16,0 0-7-16,14 4-10 0,-3-2-8 0,9 1-17 16,0-2-17-16,9-2-34 0,2 2-31 0,3-2-57 15,0-2-52-15,2 0-58 0,-4 1-99 0,2-3-281 16,-3 0 125-16</inkml:trace>
  <inkml:trace contextRef="#ctx0" brushRef="#br0" timeOffset="37000.06">16078 4781 5 0,'-3'-6'235'16,"3"6"-27"-16,0 0-17 0,-1-8-22 0,1 8-18 15,0 0-18-15,0 0-16 0,0 0-12 0,0 0-11 16,0 0-9-16,0 0-7 0,-19 21-8 0,11-6-3 15,-1 2-7-15,-5 5-2 0,1 2-4 0,2-2-9 16,-2 1-3-16,5-6-5 0,1 1 0 0,-1-1-5 16,3-1-2-16,-1-2-2 0,0-2-1 0,4-3-6 15,-3 1-3-15,1-1-1 0,1-2-4 0,1-2 6 16,2-5-2-16,-1 8-2 0,1-8-1 16,-3 7 0-16,3-7 18 0,0 0 7 0,0 0 2 0,0 0 16 15,0 0 3-15,0 0 5 0,0 0-22 0,0 0 0 16,0 0-9-16,18-29-11 0,-9 12 4 0,7-4-13 15,2-6 2-15,3 1-3 0,-6-3 0 0,7 0-4 16,6-10-1-16,0 1-1 0,-6 8-1 0,0 3-2 16,2 2 2-16,0 0-3 0,-1 3 0 0,-5 1 8 15,1 1 0-15,-6 9 6 0,-3 5-4 0,-2-2-1 16,-4 3-3-16,1-1-1 0,0 3-8 0,-5 3-2 16,10-3 1-16,-10 3 1 0,10 8 6 0,-3 1 12 15,0 6 5-15,4 3-5 0,-5 7 3 0,2 2 0 16,-3-3 1-16,0 4-3 0,-1-2 2 0,-1 2 4 15,0-1-2-15,0-2-5 0,2 0 2 0,-4-6-7 16,3 5 1-16,-3-5 1 0,3-2 4 0,-3 2-8 16,3-2 4-16,-1 0-4 0,0 0-6 0,0-7-29 15,-2 3-33-15,-1-2-29 0,2-2-39 0,-1 3-47 16,-1-5-42-16,0-7-33 0,-7 14-151 0,1-8-430 16,-1-2 191-16</inkml:trace>
  <inkml:trace contextRef="#ctx0" brushRef="#br0" timeOffset="37165.62">15997 4924 132 0,'0'0'214'0,"-6"-3"-30"0,6 3-16 16,0 0-22-16,0 0-8 0,0 0-16 0,27-13-10 16,0 7-9-16,6 1-10 0,5 0-11 0,20-2-16 15,3 1-30-15,2 2-35 0,27-8-57 0,-28 8-44 16,-2-2-33-16,-1 3-85 0,-3-1-237 0,-1-1 105 15</inkml:trace>
  <inkml:trace contextRef="#ctx0" brushRef="#br0" timeOffset="37632.91">17228 4728 126 0,'0'-11'206'0,"0"11"-9"0,-4-12-10 0,4 12-9 0,-8-10-1 16,2 4-4-16,-3 2-7 0,0-2-10 0,-1 4-23 15,-2 2-17-15,0 0-12 0,-5 4-7 0,-2 0-11 16,-1 6-6-16,-6 2-8 0,3 6-9 0,-4 2-6 16,-1 2-2-16,-7 12-3 0,10-5-5 0,-1-3-10 15,0 13 1-15,6-11-6 0,5 2-2 0,2-1-3 16,1 1-1-16,5-2-5 0,3-1-1 16,0 1 0-16,4-3-1 0,4 0-1 0,3-1 1 0,3-6-4 15,5 4 1-15,5-2-2 0,4-2 2 0,5-4 0 16,4 2 3-16,5-6-6 0,12 3-1 0,5-4-1 15,-2-4 1-15,-3-2-4 0,1 1-8 16,-12-8-5-16,0 2 3 0,-2-2-7 0,0-2 2 16,1-1 1-16,-5-3-2 0,-1-1 0 0,3-3 3 15,-7-2 2-15,0 1 0 0,-1-6 3 0,-3 1-3 0,0-3 0 16,-3 0 2-16,-1-5 0 0,-2-1 0 0,-1-3 1 16,1-10 3-16,-8 9 5 0,-2-3 5 0,-5 2 4 15,-1 0 5-15,-4-1 0 0,-5-1 0 0,0-11-4 16,0 15 3-16,-5 0 5 0,-2 1 8 15,-5 2-5-15,0 4 1 0,-4 3 5 0,-3 3-6 0,-3 6-2 16,-2 0-4-16,-6 6-5 0,-3 5-3 0,-12-1 1 16,-1 9-8-16,-4 3 3 0,9 6-4 0,9-3 0 15,-8 6-3-15,2 1-10 0,15-2-15 0,-1 1-34 16,5 1-36-16,2 2-39 0,5 4-46 16,10-7-32-16,0 5-30 0,4 4-173 0,4 0-445 15,4-8 198-15</inkml:trace>
  <inkml:trace contextRef="#ctx0" brushRef="#br0" timeOffset="37872.14">17190 5073 30 0,'0'0'273'0,"0"0"-16"0,0 0-12 15,0 0-14-15,0 0-17 0,0 0-23 0,0 0-16 16,0 0-15-16,0 0-19 0,34-9-21 0,-12 6-8 16,10-1-12-16,0 0-13 0,0 1-23 0,1 1-22 0,-1 0-23 15,1-2-25-15,-5 2-32 0,-6 0-34 0,7 0-46 16,-7 0-43-16,-5-1-40 0,-3 1-111 0,-3 0-336 16,0-4 150-16</inkml:trace>
  <inkml:trace contextRef="#ctx0" brushRef="#br0" timeOffset="38081.47">17483 4902 121 0,'0'0'197'0,"-7"-1"-11"16,7 1-26-16,0 0-7 0,0 0-20 16,0 0-11-16,0 0 2 0,-5 9-7 0,5-9-9 15,-5 17-3-15,0-5 1 0,-1 3-4 0,1 2-9 16,0 0-6-16,2 1-6 0,-1 0-10 0,0 1-7 0,1-1-9 15,-1 0 0-15,2-1-11 0,2 0-25 16,-2 1-46-16,4-2-69 0,-1-3-71 0,-1 0-169 16,4-1-363-16,0-1 160 0</inkml:trace>
  <inkml:trace contextRef="#ctx0" brushRef="#br0" timeOffset="38367.05">18323 4869 266 0,'2'-9'367'0,"-2"-1"-23"16,1 3-26-16,-1 7-26 0,0-11-22 0,1 6-34 16,-1 5-23-16,0 0-30 0,0 0-20 0,1-9-13 15,-1 9-22-15,0 0-12 0,0 0-6 0,0 0-13 16,-3 42-3-16,1-22-15 0,-3 4-3 0,0 4-15 15,-1-4-6-15,1 2-1 0,-1-1-4 0,1-1-2 0,1 0-10 16,-2-5-11-16,1 6 6 0,1-6-7 16,-1-3-7-16,1 3-26 0,2-4-29 0,-2 2-38 15,0 0-41-15,0-1-43 0,0-3-49 0,2-2-50 16,-1 0-37-16,-1 0-168 0,2-2-499 0,-1-4 222 16</inkml:trace>
  <inkml:trace contextRef="#ctx0" brushRef="#br0" timeOffset="38765.47">18341 4853 165 0,'6'-7'214'0,"2"-2"-7"16,3 2-9-16,-1-2-11 0,5 3-13 0,1 0-10 15,1 3-15-15,4 0-16 0,-2 1-17 0,0 3-5 16,4 2-12-16,-3 0-9 0,0 3-12 0,-3 1-4 15,-1 0-11-15,2 3-5 0,-4-1-7 0,0 1-1 16,-5 1-7-16,-1-1-1 0,0 1 4 0,-4 2 5 16,-3-2-3-16,-1-1 1 0,-2 7-3 0,-2-5-2 15,-2 0-8-15,-6 1 2 0,3 1-6 0,-3-1-4 16,0 0-6-16,-1-1-11 0,3-4-2 0,2 2-16 16,-1-2-13-16,2 1-6 0,2-3-12 0,-1 3-8 15,5 0-5-15,1-2-3 0,0 4-3 0,5-2 4 16,2 0 3-16,2 1 3 0,3 1 5 0,4 0 2 15,-2-3 2-15,-1 2 7 0,-2-2 5 0,-2-1-7 16,0 0 10-16,0 1 3 0,-3-1 5 0,-2 2 13 16,-3-4 16-16,1 2 4 0,-2-7 13 0,-5 11 2 15,-3-4-2-15,-3-1-4 0,-4 4-2 0,-10-2 3 16,4-4-11-16,-4 3 3 0,-5 1-5 0,1-2-11 16,-2-3-19-16,1 1-22 0,-1-3-45 0,0 1-47 15,-1-4-62-15,0 2-145 0,-1-1-364 0,1-5 161 0</inkml:trace>
  <inkml:trace contextRef="#ctx0" brushRef="#br0" timeOffset="42200.18">16235 4217 6 0,'-8'-4'134'0,"2"1"23"15,-3 1 7-15,9 2 2 0,-12-3-5 0,7 0-15 16,5 3-9-16,-12-4-12 0,5 2-12 0,7 2-14 15,-9-1-5-15,9 1-8 0,0 0-5 0,0 0-7 16,-10-2-1-16,10 2-9 0,0 0-4 0,0 0-4 16,0 0-5-16,29 12 3 0,6-7-2 0,17 4 3 15,40 3-5-15,2-4-12 0,5 2 3 0,2-3-8 16,4 0-3-16,4 1-1 0,1-2 0 0,7 2-9 16,-2-1 1-16,1 2-2 0,-5-5-2 0,3 5-2 15,1-2 2-15,-3 4-5 0,1-2-3 0,-3 1-13 16,-4-1-18-16,-2-1-20 0,-7 0-22 0,-6 1-23 15,-29-5-15-15,3 2-18 0,2-1-31 0,-3-1-22 16,-3-2-132-16,-1 1-328 0,-2-2 146 0</inkml:trace>
  <inkml:trace contextRef="#ctx0" brushRef="#br0" timeOffset="49659.35">10243 7828 7 0,'0'0'54'0,"-14"0"4"0,14 0 1 16,-12-1-8-16,12 1 13 0,-9-2 10 0,9 2 13 15,0 0-8-15,-10 2 9 0,10-2-1 0,0 0-3 16,0 0 5-16,-8-3 2 0,8 3 5 0,0 0-7 15,0 0-2-15,0 0-1 0,0 0-5 0,0 0 2 16,0 0-7-16,0 0-4 0,-7-2-8 0,7 2-5 16,0 0-7-16,0 0-5 0,0 0-5 0,0 0-5 15,0 0-4-15,0 0 0 0,0 0-6 0,0 0-1 16,0 0 1-16,0 0-6 0,0 0-2 0,0 0-1 16,0 0 0-16,0 0 7 0,29 2-5 0,-19-1 3 15,3-1-1-15,5 0 8 0,-1-1-3 0,2 1 0 16,2-1-7-16,0 1 3 0,-1-1-3 0,8 0 2 15,-1-1-5-15,1 2-1 0,0-1 3 0,2 1-5 0,-10 0-7 16,10-2 8-16,-1 2-7 0,3 0 8 16,-4 0-2-16,2 0-1 0,0-2-1 0,2 2 6 15,2 0 5-15,-1-1-2 0,0 2-1 0,-1-1-5 16,2 0 0-16,1 0-2 0,-3-1 0 0,2 1-3 0,0 0 1 16,0 0 1-16,-1 1 0 0,3 1-1 0,-4 0 1 15,3-1 1-15,2-1 2 0,1 3-3 16,-4-1-3-16,4-1 3 0,-1-1-1 0,1 2 2 15,-1-2-6-15,-3 1 9 0,2 2-5 0,0-2-5 16,2-1 3-16,-2 0 5 0,0 1 2 0,0 2-11 0,0-2 0 16,-1 2-2-16,4-1 5 0,-4-1-1 15,2 2-3-15,2-3 4 0,3 0-1 0,-5 0-1 16,14 0 3-16,-13 1-5 0,0 3-3 0,0-3 2 0,-1-1 6 16,2 2-6-16,-3-1 2 0,18-1-1 0,-3 1 2 15,-13-2 1-15,16 2-5 0,-16-1 0 16,16 0 8-16,-15 0-7 0,1 0-2 0,11-2-1 15,-11 2 2-15,10 0 2 0,-9 0-5 0,10 0 2 0,1 0 4 16,0 0-6-16,-16 0 1 0,2 0 2 0,0-2-2 16,14 1 0-16,-12 1-4 0,1 1 5 0,10-1-1 15,-10 2 0-15,8-1 2 0,-13 0-3 16,5 0 1-16,10-2 0 0,-12 1 1 0,12 2-12 0,-12 0-1 16,-1-2 6-16,0 1-2 0,14 1 0 0,-12 0 3 15,0 0-1-15,-1 0 2 0,1 0-1 0,9 1 1 16,-10-3-3-16,-1 0 5 0,0 2-1 0,3-1-1 15,-3 0 1-15,2 0 0 0,0-1 1 0,-1 0-2 16,12 1-4-16,-16 1-1 0,1-1-2 0,-1-1 7 16,1 1-6-16,0-1 0 0,0 0 0 0,1-1-1 15,0 2 3-15,-3 1 2 0,0-2-1 0,1 0 3 16,-1 0-1-16,2 0-3 0,-5 1 2 0,2 2-1 16,-1-6 5-16,3 3 0 0,-4-1-5 0,0 1-1 15,-4 0 2-15,1 0 2 0,-1 1-2 0,1-2-4 16,1 2 2-16,-2 2 9 0,-5-3-5 0,6 0 1 15,-6 2 0-15,-2-1 0 0,9 1 1 0,-7-1-3 0,5 2 2 16,2-3 0-16,-2 1 2 0,1 1-1 16,-1-1-3-16,3-1 3 0,-10 2-2 0,9-1 0 15,1-1 2-15,-9 2 2 0,6-4-3 0,-4 5 3 16,4-3-3-16,0 3 1 0,0-4-2 0,-5 2 2 16,-2 0 4-16,0 0 0 0,2 0 3 0,0 1-5 15,5-1 3-15,2-2 0 0,-8 2 4 0,0-1-1 16,1 1-2-16,0-1 0 0,-2 0 2 0,10 0-4 15,-9 0 1-15,1 0 0 0,-1 3 0 0,-1-4 9 0,2 2-8 16,-2 1 0-16,1-2 2 0,0 1 0 0,1-1-3 16,0 0 1-16,5 3 0 0,-6-2-1 0,7-1 0 15,-7-1 2-15,1 1 0 0,-2-1 2 16,1 2-1-16,0-1 2 0,-2 0-2 0,-2-1 1 0,-2 1-1 16,2 0 1-16,-3 0 1 0,-2 0-3 0,0 0 3 15,1 0-1-15,-3 0 3 0,-1 0-2 0,1 0 3 16,-10 0-1-16,13-2-2 0,-13 2 0 0,13 0 2 15,-13 0-2-15,10-1-1 0,-10 1 2 0,9 0-4 16,-9 0 0-16,0 0 2 0,0 0 0 0,10 0 0 16,-10 0 3-16,0 0-6 0,0 0-4 0,0 0 3 15,0 0-2-15,0 0 0 0,9 0-1 0,-9 0 2 16,0 0-3-16,0 0 4 0,0 0-5 0,0 0 3 16,0 0-1-16,0 0-18 0,0 0-18 0,0 0-28 15,0 0-19-15,0 0-25 0,0 0-19 0,0 0-28 16,0 0-27-16,0 0-24 0,0 0-144 15,0 0-378-15,0 0 168 0</inkml:trace>
  <inkml:trace contextRef="#ctx0" brushRef="#br0" timeOffset="52265.98">16471 7742 36 0,'0'0'44'0,"-9"-4"-4"0,9 4-20 15,-7-1 19-15,7 1 12 0,-7-5 9 0,7 5-4 0,-9-4 3 16,9 4-10-16,-7-4 8 0,7 4 7 0,-8-2-2 16,8 2 0-16,-6-7-6 0,6 7 4 0,-8-5-5 15,8 5 1-15,-8-4 6 0,8 4 5 16,0 0-2-16,-7-6 11 0,7 6 0 0,0 0 4 0,-7-3-2 15,7 3-1-15,0 0-2 0,0 0-3 16,-5-4 2-16,5 4-6 0,0 0 0 0,0 0-1 0,0 0 3 16,0 0-8-16,0 0-2 0,0 0-10 15,0 0-4-15,-2-7-4 0,2 7-5 0,0 0-8 0,0 0 0 16,0 0-3-16,0 0-3 0,0 0 1 0,0 0-6 16,0 0-3-16,26 9 1 0,-17-4-5 15,3-2-2-15,1 1 4 0,-2 2-6 0,2 0-2 0,0 3 0 16,0-2 1-16,3 2-4 0,-3 0 5 0,2 1-3 15,-1-2-3-15,2 5 2 0,-5 2 0 0,6-3-4 16,-4 2 0-16,3 7 2 0,-2 2 2 0,0 0-3 16,-2 0 2-16,-2 1-2 0,0 1 2 15,-2 1 3-15,-2-1-3 0,-2 1 0 0,0-2 2 0,-3 2-1 16,2-1 1-16,-3 1 1 0,-3 2 0 0,2-3 3 16,0-6-4-16,1 2 0 0,0-2 0 0,-1 1 1 15,-1-2-1-15,2 1 1 0,-4-1 2 0,2 2-3 16,-1 5-1-16,-2-6 2 0,0 1 1 0,-3 3 1 15,2 1 2-15,0-6 9 0,-5 5 2 0,2-6-2 16,0 1-2-16,-1-1 1 0,0 1 0 0,-5 2-3 16,3-5-1-16,-1 2 1 0,-2 3 0 0,0-5-2 15,2-2 0-15,-4 2-1 0,-1 3-3 0,2-5-5 16,-2 1 5-16,3-3-17 0,-2 1-14 0,2-2-21 16,-1 0-38-16,4-2-38 0,1 0-49 0,-1-3-35 15,1 1-168-15,2-2-402 0,2-3 177 0</inkml:trace>
  <inkml:trace contextRef="#ctx0" brushRef="#br0" timeOffset="53400.26">16570 7633 57 0,'0'0'146'0,"0"0"-12"0,0 0-5 16,0 0-9-16,0 0-7 0,0 0-2 0,0 0-9 15,0 0-10-15,0 0-11 0,0 0-8 0,0 0-6 16,0 0-7-16,0 0-3 0,0 0-10 0,0 0 6 16,0 0 0-16,0 0-4 0,32 11 0 0,-22-9-9 15,4 1 3-15,1 1-5 0,5 0 7 0,-1 2-4 16,-1-1 2-16,2 0-4 0,9 4-5 0,1-1-4 16,0 3 1-16,4-2 1 0,3 3 3 0,0-1-1 15,11 7-5-15,1-5 0 0,1 3-3 0,0 1-5 16,0-2 2-16,-1 0-5 0,0 0-3 0,0-1-1 15,0 1-1-15,-13-3-1 0,14 7-1 0,2-6-3 16,-1 4 4-16,-2-3-3 0,2-2 4 0,-14 0-1 16,0-3-7-16,13 5 3 0,-13-1 1 0,3-4-4 15,-3 0 2-15,-3 2 0 0,2-4 0 0,-1 2 3 16,-3 0-4-16,0-1 2 0,0 0 1 0,0 1-1 16,1-1 1-16,-5-1-1 0,0 0 2 0,1 2 0 15,-8-3-4-15,-3-2-1 0,2 3 0 0,-2-2 4 16,0 0-3-16,-2 1-3 0,-3-1 4 0,0-2 1 15,-1 0-5-15,-2 0 1 0,1 2-1 0,-3-2 3 0,0 0-4 16,3 0 4-16,-6-1-2 0,0 1-1 0,-5-3 1 16,11 3-6-16,-7 0 3 0,-4-3 2 0,10 3-6 15,-10-3 4-15,5 2-1 0,-5-2 6 16,0 0-6-16,0 0-3 0,5 4 3 0,-5-4 1 0,0 0 0 16,0 0 2-16,0 0-1 0,5 6 0 0,-5-6 0 15,0 0-2-15,0 0-1 0,0 0 4 0,0 0-2 16,0 0-1-16,0 0-1 0,-1 7 2 0,1-7 0 15,0 0 1-15,-11 7 1 0,8-4 0 0,3-3-3 16,-10 8 3-16,4-5-1 0,1 1 0 0,-4 3 2 16,-1-1-1-16,-1 0-4 0,-2 4 7 0,-3-1-3 15,0 1-3-15,-3-2 0 0,-2 1 3 16,-4 1-1-16,-1-1 3 0,-3 1-6 0,-2 3 6 0,0-5-1 16,-1 0 0-16,0 2 2 0,0-1-3 0,-2 0-3 15,-2 1 2-15,3-2 0 0,0 5 1 0,1-1-1 16,-1 0-2-16,-1-1 0 0,-2 1 3 0,3-1-4 15,0 2 3-15,-4-2 1 0,4 0-2 0,0 1 2 16,-2-1-3-16,-1-1 5 0,0 2-3 0,-1 0 4 16,-14 2-1-16,2-3-1 0,11 0 3 0,-13 1-2 15,4 2 1-15,9-4-2 0,-1-2 4 0,-9 5-4 16,9-4 3-16,0-1-4 0,2 0 7 0,1-1-5 16,-2 1 4-16,2-1 0 0,1 1 2 0,1-1-8 15,-1 0 4-15,3 0-3 0,3-2 4 0,1 3-5 16,9-3 4-16,0-1 1 0,1 2 0 0,1-2-3 15,3 1-2-15,1-4 3 0,0 3-1 0,1 0-1 16,0-2 1-16,1 2-2 0,-1-1 0 0,2-1 2 16,-2 1 0-16,3 1-1 0,2-3-3 0,-5 1 4 15,5-2-2-15,0 3 2 0,7-3-8 0,-11 0-6 16,11 0-9-16,-10 1-15 0,10-1-9 0,0 0-14 16,-12-1-16-16,12 1-11 0,-7-3-32 0,7 3-30 0,0 0-20 15,-5-6-26-15,5 6-133 0,0-7-350 16,0 7 155-16</inkml:trace>
  <inkml:trace contextRef="#ctx0" brushRef="#br0" timeOffset="58568.6">18585 8157 112 0,'0'0'148'0,"0"0"-9"0,0 0-6 16,0 0 1-16,0 0-11 0,-6-10-4 0,6 10-3 16,0 0-6-16,0 0-3 0,0 0-8 0,0 0-7 0,0 0-6 15,-5-5 0-15,5 5-7 0,0 0-7 16,0 0-5-16,0 0-9 0,0 0-5 0,0 0-5 16,-9-3-8-16,9 3-2 0,0 0-5 0,0 0-5 15,0 0-4-15,-15 8-4 0,9-6-2 0,6-2 3 0,-10 6-9 16,6-1 4-16,-2 2-3 0,-2-1-1 0,4-1 6 15,-1 2 0-15,-2 1-3 0,-1 0-2 16,2 3-2-16,-1-4 3 0,1 2-4 0,-1-2 4 16,1 0-7-16,1 2 3 0,1 1-5 0,1-3-3 0,1 2 5 15,-1-2-2-15,3-7 0 0,0 15-3 16,2-8 1-16,1 3-1 0,3 1 4 0,0-3-2 0,2-1 2 16,2 7-1-16,0-7 1 0,7-1 8 15,-7 0 2-15,3-1 3 0,-2-2 5 0,2 1 1 0,0-1-2 16,0-3-1-16,1 0-3 0,-2 0-1 15,7-4 0-15,-7 1 0 0,2 0 4 0,3 0-4 0,-6-3-2 16,2 0-2-16,0 0 0 0,-2-2 2 0,1 2-4 16,-3-3 0-16,0 0-1 0,-3-1-1 0,3-3-2 15,-4 2-2-15,-1-4 0 0,-3 1 4 0,2 3 1 16,-2-7 3-16,-2 3 2 0,-2 4 1 0,2-2 1 16,-4 2-1-16,-2 0-3 0,2-2-1 15,-2 6-6-15,-3-4 0 0,1 3-5 0,-3-1 0 0,-3 3-15 16,-2 2-4-16,-2 1-15 0,-1 1-18 0,-9 4-22 15,1 1-37-15,1 3-39 0,6 0-38 0,-7 2-205 16,-2 1-425-16,5 0 188 0</inkml:trace>
  <inkml:trace contextRef="#ctx0" brushRef="#br0" timeOffset="64802.93">10946 7810 12 0,'0'0'80'0,"0"0"-9"0,0 0-9 0,0 0-6 15,0 0-2-15,0 0-9 0,0 0 0 0,0 0-9 16,0 0-2-16,0 0 4 0,0 0-4 0,0 0-2 15,0 0-7-15,0 0 13 0,0 0-9 0,0 0 17 16,0 0-1-16,0 0 3 0,0 0-3 0,0 0 0 16,0 0 3-16,0 0-18 0,0 0 23 0,0 0 3 15,0 0-8-15,0 0 10 0,0 0-5 0,0 0 1 16,0 0 1-16,0 0-3 0,0 0 4 0,0 0-5 16,0 0 2-16,0 0-4 0,0 0 1 0,0 0 4 0,0 0 2 15,0 0-2-15,0 0-1 0,0 0-4 0,-1-8-2 16,1 8-3-16,0 0-2 0,0 0-3 15,0 0-4-15,0 0-5 0,0 0 0 0,0 0-5 16,0 0 3-16,0 0-6 0,0 0-2 0,0 0-5 0,0 0 4 16,0 0-5-16,0 0-3 0,0 0-4 0,0 0-2 15,0 0-1-15,0 0-3 0,0 0-4 16,0 0 2-16,0 0-4 0,0 0 2 0,0 0-2 16,0 0 0-16,0 0 2 0,0 0 2 0,-4 22 4 0,1-13-5 15,0 3-1-15,0 0 2 0,-3 4-1 0,1 1 1 16,-2 2 2-16,0 5 2 0,2-6-3 0,1 8 0 15,2-8 2-15,-2 7-1 0,-4 0-2 0,2-2 6 16,2 4-3-16,-1-8 2 0,1 5 3 0,1-4-2 16,2-1 3-16,-1-1 3 0,0 2-7 0,-3 6 14 15,3-8 3-15,2 7-2 0,-3 0-4 0,1 1-1 16,2 0 0-16,-3 3 9 0,3-2-9 0,-2 2 5 16,-1-1 1-16,0 1-1 0,1-1 4 0,-3-1 7 15,1-1-4-15,1-1-4 0,-2 1-3 16,1-1 0-16,3 0-2 0,-3-1 0 0,4-5-3 0,-2-1 3 15,-1 0-3-15,1 0 1 0,-1 1 5 0,-1-2-8 16,-1 1-4-16,1 0 3 0,2 0 0 0,-2 0 0 16,3-5-3-16,-3 3 0 0,1 0-1 0,1-1 0 15,0 0 1-15,-1-2-1 0,-1 2-1 0,3 1 2 16,-2-4-3-16,0-1-1 0,0 4 9 0,0 1-9 16,0 0 0-16,1 0-1 0,0-1 1 0,0 3-2 15,-2-3 2-15,2 0 0 0,0-2-4 0,1-2 5 16,0-1-2-16,-2 1 0 0,2-3 1 0,0 4 4 15,1-6-6-15,-2 4 4 0,2-10-1 0,-1 12-2 16,1-5-1-16,0-7 5 0,-1 15-3 0,0-6 9 16,1-9 0-16,0 14-1 0,-2-9 0 0,2-5-1 15,0 14-1-15,0-8-3 0,0-6 1 0,0 10 0 16,0-10 1-16,2 10-2 0,-1-4-3 0,-1-6-1 16,1 8 4-16,-1-8-3 0,0 12 2 0,0-12-5 15,1 10 1-15,1-5 0 0,-2-5 3 0,-2 11-4 16,2-3 0-16,0-8 4 0,-1 12-5 0,1-5 8 15,1 1-8-15,-2 1 3 0,2-1-2 0,-1 0 3 16,0 2-4-16,-1-1 2 0,1 1-3 0,1-2-2 0,-2 3 2 16,0-1 3-16,1 1-3 0,0-1 4 0,0 0-3 15,-1 2 0-15,1-2-1 0,-2 1 5 16,1-1-1-16,1 2-2 0,0-2-3 0,0 0 5 16,0-1-1-16,-1 1-1 0,-1-1-1 0,2-9 0 0,0 16 0 15,-1-8 0-15,1-8 6 0,0 13-4 0,0-7-5 16,0-6 4-16,0 12-1 0,-1-5 1 15,1-7 11-15,0 10-6 0,0-10 3 0,0 12-4 16,-1-6 1-16,1-6 2 0,-2 11-5 0,2-11 3 16,0 10 0-16,0-10-2 0,2 9-3 0,-2-9 4 0,0 9-1 15,0-9-2-15,0 0-1 0,-2 10 4 16,2-10 7-16,-1 7-10 0,1-7 0 0,0 0-2 16,0 0 3-16,-1 9-5 0,1-9 6 0,0 0-4 15,0 0 0-15,0 0 3 0,0 10 1 0,0-10-1 0,0 0 2 16,0 0-4-16,0 0-1 0,0 10 11 0,0-10-13 15,0 0 3-15,0 0 2 0,0 0-2 16,0 0-3-16,0 0 8 0,0 0-2 0,0 0-1 0,0 8 0 16,0-8 4-16,0 0-2 0,0 0-3 0,0 0 0 15,0 0 2-15,0 0-1 0,0 0-3 0,0 0 5 16,0 0 1-16,0 0-6 0,0 0 2 0,0 0 0 16,1 8 1-16,-1-8 1 0,0 0-3 0,0 0 0 15,0 0 0-15,0 0-3 0,0 0 2 0,0 0 1 16,0 0 1-16,0 0 0 0,0 0 0 0,0 0-1 15,0 0 3-15,0 0-1 0,0 0-2 0,0 0-1 16,0 0 4-16,0 0-3 0,0 0 2 0,0 0-1 16,0 0 1-16,0 0-2 0,0 0-2 0,0 0 6 15,0 0-6-15,0 0 1 0,0 0 2 0,0 0-1 16,0 0 1-16,0 0-3 0,0 0 2 0,0 0 4 16,0 0 7-16,0 0-6 0,0 0 7 0,0 0-4 15,0 0 3-15,0 0 0 0,0 0 3 0,0 0-3 16,0 0-3-16,0 0-1 0,0 0 0 0,0 0 0 15,0 0-4-15,0 0 5 0,0 0 1 0,0 0-6 16,0 0 4-16,0 0-4 0,0 0 0 0,0 0-1 16,0 0 0-16,0 0-1 0,0 0 5 0,0 0 7 15,0 0-12-15,0 0 0 0,0 0-1 0,0 0-1 16,0 0-2-16,0 0 0 0,0 0 0 0,0 0 5 16,0 0-2-16,0 0-4 0,0 0 0 0,0 0 3 15,0 0 3-15,0 0-1 0,0 0-4 0,-5 6 1 16,5-6-1-16,0 0 6 0,0 0-1 0,0 0 0 15,0 0-2-15,0 0-4 0,0 0 3 0,0 0 0 16,0 0-1-16,0 0 0 0,0 0-2 0,0 0 3 16,0 0 10-16,0 0-7 0,0 0-3 0,-3 7 0 15,3-7 0-15,0 0-1 0,0 0 0 0,0 0 5 16,0 0-1-16,0 0-3 0,0 0 12 0,0 0-12 0,0 0 6 16,0 0-5-16,0 0-2 0,0 0 4 0,0 0-1 15,0 0-3-15,-2 7 1 0,2-7 7 16,0 0-7-16,0 0 3 0,0 0 2 0,0 0-2 0,0 0-2 15,0 0 5-15,0 0-10 0,0 0 4 16,0 0-1-16,0 0 2 0,0 0 3 0,0 0-6 16,0 0 3-16,0 0-1 0,0 0 0 0,0 0-1 15,0 0-3-15,0 0-13 0,0 0 5 0,0 0 0 0,0 0-7 16,0 0 5-16,0 0-3 0,0 0-4 0,0 0-3 16,0 0-1-16,0 0 3 0,0 0-2 15,0 0 2-15,0 0-1 0,0 0 1 0,0 0 0 16,0 0 3-16,0 0-2 0,0 0 1 0,0 0 4 0,0 0 1 15,0 0 1-15,0 0 9 0,0 0-6 0,0 0 1 16,0 0 0-16,0 0 1 0,0 0-1 0,0 0 6 16,0 0-3-16,0 0 2 0,0 0 0 0,0 0 0 15,0 0-1-15,0 0 6 0,0 0-3 0,0 0 1 16,0 0-1-16,0 0 4 0,0 0-7 0,0 0 4 16,0 0-2-16,0 0 3 0,0 0 1 0,0 0-1 15,0 0-2-15,0 0 1 0,0 0-6 16,0 0 6-16,0 0-2 0,0 0-3 0,0 0 2 0,0 0 3 15,0 0 0-15,0 0 1 0,0 0-4 0,15 2 3 16,-15-2 4-16,10 0-2 0,-2 0-4 0,2 3 2 16,2-1-1-16,-1-1 2 0,8 0 1 0,-1 2-1 15,0 0-3-15,4-1 5 0,-2 0-3 0,11-2 7 16,1 0-8-16,-1 3 6 0,-2-3-3 0,-2 2-1 16,3-1-2-16,-1 1 1 0,0 1 2 0,1-2-1 15,-9 0-2-15,6-1-5 0,-6 2 1 0,5-2 1 16,-5 1 3-16,0 0-1 0,1-1-1 0,-1 2 0 15,0-2 2-15,7 0 1 0,-7 2 0 0,7-1 0 0,-7-1-3 16,0 0 5-16,0 2-1 0,-2-2-4 16,1 0 3-16,0 0 2 0,-1 2-3 0,-3-2 4 15,3 0-2-15,-1 0 1 0,-1 2 0 0,4-2 1 16,-10 1-2-16,3-1 4 0,-1 1-1 0,0 1 0 0,1-4-4 16,-1 4 0-16,-1-2 9 0,1 0-9 15,-1 2 4-15,1-2-1 0,-2 0 1 0,8 0 2 16,-2 1 4-16,1 0 1 0,-1-1-1 0,2 2-1 15,-5-2 9-15,-1-2-5 0,4 2 0 0,-3 0 1 0,0 0 1 16,-1-2-1-16,-2 2 1 0,1 0-4 16,-3-2 1-16,1 2-1 0,-1 0 6 0,-9 0-3 15,13-2-2-15,-7 1 5 0,-6 1-5 0,10-1-4 16,-10 1 3-16,0 0 3 0,0 0-3 0,12 0 1 0,-12 0-4 16,0 0 0-16,0 0-1 0,7-4-2 0,-7 4-1 15,0 0 1-15,0 0-6 0,0 0-11 16,0 0-11-16,0 0-23 0,0 0-33 0,0 0-38 15,0 0-38-15,0 0-40 0,0 0-46 0,0 0-179 16,-11 17-455-16,11-17 202 0</inkml:trace>
  <inkml:trace contextRef="#ctx0" brushRef="#br0" timeOffset="65650.08">11839 9681 108 0,'0'0'177'0,"0"0"-1"0,0 0-7 16,0 0-5-16,-3-10-8 0,3 10-9 0,0 0-14 15,0 0-6-15,0 0-8 0,0 0-10 0,0 0-11 16,0 0-10-16,0 0-7 0,0 0-15 0,0 0-3 16,0 0-6-16,0 0-10 0,0 0-4 0,0 0-10 15,0 0 3-15,0 0-6 0,0 0-3 0,0 0-1 16,0 0 0-16,20 11-4 0,-15-7 1 0,4 1-1 15,-1 3-5-15,0-2 1 0,1 1-4 0,3 0-3 16,-3 2 2-16,0-2 2 0,-1 4-1 0,2-3-1 16,-3 3-2-16,5-1 1 0,-2 5-1 0,1-2 2 0,-2-1 2 15,-2 0-3-15,4 1-3 0,-2 5-3 16,3-2 1-16,-2 7 2 0,1 2-1 0,1 0-2 16,-1 2 0-16,-2 2 2 0,1 0-3 0,-2 4 4 15,-1-2-1-15,0 1 1 0,-2-1-4 0,3 2 4 0,-5-1-6 16,-1-1 4-16,0 1 0 0,0-1-3 15,-2-3 1-15,0 1 2 0,0-1-3 0,0-5 1 16,-2 2-1-16,-1-5 3 0,0-3-6 0,-4 9 8 16,0-1 0-16,-4-2 1 0,-2 5 5 0,-4-6 8 0,-3 5 0 15,-2-2-1-15,-3 0-4 0,-2-4-2 0,-1 2-2 16,1-1 4-16,-4-2-7 0,4-5-6 0,3-1-18 16,-3-1-24-16,0-1-36 0,2-2-41 15,4-6-54-15,5 3-48 0,-1-3-166 0,4-5-415 0,1-1 184 16</inkml:trace>
  <inkml:trace contextRef="#ctx0" brushRef="#br0" timeOffset="66631.75">11931 9687 108 0,'0'0'164'0,"0"0"8"0,0 0-3 16,-9-4-8-16,9 4-11 0,0 0-7 0,0 0-1 15,0 0-11-15,0 0-10 0,-2-6-11 0,2 6-9 16,0 0-13-16,0 0-7 0,0 0-5 0,0 0-8 15,0 0-5-15,0 0-7 0,0 0-4 0,0 0-3 16,0 0-9-16,0 0-2 0,11-6-4 0,-11 6-6 16,10-2-3-16,-10 2-2 0,13 0-1 0,-5 0-8 15,-8 0-1-15,19 3 0 0,-9-1 0 0,4 0-3 16,-2 0-1-16,4 2-3 0,2 1 0 0,0-1 3 16,2 5-2-16,6 0-3 0,-1 0 1 0,4 1 0 15,0 1 0-15,1 3-2 0,3 0 1 0,1 0-5 16,2 1 2-16,9 3 0 0,-11-3 3 0,4-2 0 15,-4 1-3-15,16 3 1 0,-2-2 1 0,0 1 0 16,-10-3-3-16,-3-2 5 0,4 1-4 0,8 3 1 16,-9-6 3-16,1 1-1 0,8 3-1 0,-10-4 2 0,2 0-2 15,-1 0 2-15,-2 0 1 0,2-1-8 16,-1 0 3-16,-4-1 3 0,1-2-1 0,-5 2 2 16,1 0-1-16,-9-5-2 0,-2 4-2 0,1 0 4 15,-2-1-5-15,-2-2 0 0,-1 2 3 0,-1 0-3 0,-3-2 7 16,0 0-5-16,1 0 3 0,-6-1 2 0,5-1-6 15,-3 1 4-15,-4 1-3 0,-4-3 2 16,9 1-1-16,-9-1-1 0,6 4 1 0,-6-4 1 16,5 3-4-16,-5-3 0 0,0 0 3 0,0 0 2 0,7 3 1 15,-7-3 6-15,0 0-2 0,0 0 7 16,0 0-1-16,-12 12-1 0,6-7-2 0,-1-2-1 0,-3 3 1 16,0 1-1-16,-1-2-2 0,-1 3 2 15,-6-1-3-15,0 2 7 0,-7 1-2 0,1 2 3 0,-3 1-1 16,0 0-4-16,0 1 0 0,-2-1 2 0,-1 2-3 15,-1-2 1-15,-3 4-3 0,-1-2 0 16,1 0-2-16,-14 6 0 0,0-4-1 0,-2 2 3 0,0-2-3 16,3 1-1-16,0 2-1 0,-2-1 3 0,1-2-2 15,11-5-2-15,-11 8-1 0,1-2 2 0,11-4-7 16,-11 2 9-16,9-3-7 0,-10 4 5 0,0 0-1 16,-2 0-2-16,3-1-5 0,8-7 3 15,-10 8-3-15,11-6 1 0,-11 3-6 0,13-5 9 0,2 1 0 16,0-5-2-16,5 1 2 0,0 0-1 0,8-3-1 15,3-1 1-15,1 3-2 0,3-5 0 0,3 3 0 16,0-3 1-16,3 2-5 0,-4 0-2 0,4-1 4 16,3 2 0-16,5-3-4 0,-12 3 3 0,12-3-8 15,-8 0-2-15,8 0-10 0,0 0-11 0,-8 0-14 16,8 0-13-16,0 0-15 0,0 0-21 0,0 0-17 16,0 0-21-16,0 0-29 0,0 0-32 0,0 0-111 15,0 0-338-15,0 0 150 0</inkml:trace>
  <inkml:trace contextRef="#ctx0" brushRef="#br0" timeOffset="67583.92">13564 10108 112 0,'0'0'215'0,"0"0"-13"16,0 0-10-16,-4-9-12 0,4 9-18 0,0 0-16 15,0 0-12-15,-9 0-16 0,9 0-9 0,0 0-13 16,0 0-12-16,-11 5-7 0,11-5-7 0,-12 9-7 16,6-3-6-16,1 0-5 0,-3 1-6 0,0 0-2 15,1 3 2-15,-1-1-16 0,1 1-9 0,3 0 7 16,-3 0-7-16,2-1-3 0,1 1 2 0,4 4-2 16,-2-6-4-16,2 2 1 0,0 0-3 0,0-4 1 15,2 0-3-15,2 1 2 0,3-1 8 0,2-1 6 16,0 2-3-16,4-5 0 0,-1 0-2 0,1-2-3 15,5 1 1-15,0-1 1 0,2-3-3 0,-4 1 0 16,-3-2-2-16,3-3 0 0,0 1 0 0,-3 1 6 16,-3-1 3-16,0-2 3 0,-3-1-1 0,3 1-3 15,-6-1-2-15,3-1 6 0,-3-3 8 0,-2-1 3 16,0 2-1-16,0-4-2 0,-4 4-4 0,-2-4 0 16,-2 0-2-16,1 1 3 0,-4-1 0 0,2 5-4 15,1 0-1-15,-3 2-1 0,-3-2-6 0,1 5-4 16,2-1-4-16,-5 4 1 0,-3-1-8 0,-1 2-6 15,2 2-15-15,0 3-13 0,-1 3-25 0,-2 1-37 0,-1 0-58 16,4-1-45-16,0 3-66 0,-1 1-158 16,7-3-454-16,-1-1 201 0</inkml:trace>
  <inkml:trace contextRef="#ctx0" brushRef="#br0" timeOffset="70471.37">13773 10154 11 0,'0'0'112'15,"-7"1"-15"-15,7-1-11 0,0 0-1 0,0 0-9 16,0 0 12-16,0 0-3 0,0 0-1 0,0 0-6 16,0 0 4-16,0 0-5 0,-12-1-5 0,12 1 1 15,0 0-11-15,0 0-1 0,0 0 2 0,0 0-1 16,0 0-7-16,-10-3 3 0,10 3-3 0,0 0 0 16,0 0 0-16,0 0-6 0,0 0 1 0,0 0-5 0,0 0-4 15,0 0 0-15,0 0 0 0,0 0 2 16,0 0-6-16,0 0-3 0,0 0-6 0,0 0 0 15,0 0-1-15,0 0-4 0,0 0-1 0,0 0-2 0,27 4-2 16,-13-1 1-16,-3 0-2 0,9-3-1 0,-2 3-1 16,5 2 0-16,3 1-4 0,4-3 3 15,3 0-3-15,1-1 6 0,0 3-1 0,2 1-4 16,1-4 0-16,13-1 4 0,-12 3-7 0,16 2 11 0,-2 1-9 16,-12-6 0-16,13 2 3 0,-2 1-4 0,3-2 4 15,-2-2 0-15,3 2 2 0,-3-2-1 0,2 2 3 16,0 1-4-16,-3-1 0 0,1 0-5 15,0 0 2-15,-14-2-3 0,-1 2 2 0,3-2-4 0,-2 1 1 16,13-2 0-16,-11 1 5 0,-3 0-5 0,1-2-1 16,-2 0 0-16,1 0 1 0,-2 2-1 15,-4-1 0-15,1 1-3 0,0 0 2 0,-4-1 1 16,-8 1-1-16,9-2-3 0,-6 1 4 0,-1-3 0 0,6 6 0 16,-7-2 0-16,0 0 2 0,1 0 1 0,-2-2-2 15,-1 4-2-15,1-2 2 0,-4 0 2 0,0 0-4 16,-1 0-1-16,-2 0-1 0,-2 0-2 0,0 0 3 15,-4 0-3-15,-7 0 1 0,12 2-3 0,-12-2 1 16,10 0-5-16,-10 0-4 0,6 1-6 0,-6-1-17 16,0 0-17-16,0 0-24 0,0 0-32 0,0 0-35 15,0 0-43-15,0 0-177 0,0 0-389 0,0 0 172 16</inkml:trace>
  <inkml:trace contextRef="#ctx0" brushRef="#br0" timeOffset="72865.37">16634 8322 29 0,'0'0'78'16,"0"0"-28"-16,0 0 11 0,0 0 16 0,0 0 0 16,0 0 1-16,0 0-4 0,0 0 4 0,0 0-10 15,0 0 0-15,0 0-16 0,0 0 10 0,0 0 2 16,0 0 2-16,0 0 2 0,-21 5 3 0,21-5-10 16,-9 0-2-16,9 0-3 0,-13-2-8 0,2 2-5 15,2 0-4-15,-3-2 0 0,-3 4-6 0,-3-2 2 16,-2 0-6-16,-2 2-2 0,-6 0-6 0,-1 2 3 0,-1-2-2 15,0 4 1-15,0-6-1 0,2 4-3 0,-4 0-1 16,3 0-1-16,-2 1 3 0,3-3 7 16,0 2-5-16,-2-1-5 0,1-2 5 0,0 2-5 15,-1 3 4-15,1-5-2 0,1 1 0 0,1-1 1 16,4 1-1-16,4 1-1 0,-2-3-3 0,2 2 0 0,0 0 3 16,-1-2 1-16,7 0 0 0,-5 3-5 15,6-4 3-15,0 2 3 0,1-2 1 0,2 1-1 16,-2 1-1-16,11-1-3 0,-15 0-2 0,15 0 3 0,-13-1-3 15,13 1 0-15,-10-2 3 0,10 2-1 0,0 0 1 16,-11 2-5-16,11-2 1 0,-7-4 2 0,7 4 2 16,0 0-4-16,0 0 0 0,-10 0-2 0,10 0 3 15,0 0-4-15,0 0 0 0,-10-1 3 0,10 1 1 16,0 0-5-16,0 0 5 0,0 0-2 0,0 0 3 16,0 0 0-16,0 0-2 0,0 0-3 0,0 0 4 15,0 0 0-15,-9-1-4 0,9 1 1 0,0 0-1 16,0 0 1-16,0 0 0 0,0 0-4 0,0 0 1 15,0 0-1-15,0 0-2 0,0 0 2 0,0 0 2 16,0 0-4-16,0 0 4 0,0 0-4 0,0 0 5 16,0 0 0-16,0 0 1 0,0 0 1 0,0 0-1 15,0 0-3-15,0 0 3 0,0 0 1 0,0 0-5 16,0 0 2-16,0 0-1 0,0 0-1 0,0 0-1 16,0 0 0-16,0 0-1 0,0 0-2 0,0 0 2 15,0 0 0-15,0 0 3 0,0 0-4 0,0 0 1 16,0 0-1-16,0 0-1 0,0 0 0 0,0 0 2 15,0 0-5-15,0 0 3 0,0 0-3 0,0 0 2 16,0 0 1-16,0 0 1 0,0 0-2 0,0 0 4 16,0 0-4-16,0 0 1 0,0 0-1 0,0 0 0 0,0 0-1 15,0 0 0-15,0 0 1 0,0 0 0 16,0 0-1-16,0 0-3 0,0 0-1 0,0 0 2 16,0 0-1-16,0 0 2 0,0 0-3 0,0 0-2 0,0 0 1 15,0 0 2-15,0 0-2 0,-5 4 3 0,5-4 0 16,0 0-1-16,0 0 1 0,0 0-1 15,0 0 0-15,-3 9 2 0,3-9 0 0,0 0 0 16,-2 11-2-16,1-5 0 0,1-6 4 0,-2 15-4 0,0-11 1 16,2-4 2-16,-1 14-3 0,-2-9 2 0,2 2 0 15,0 1 2-15,0 2-2 0,-2-1 3 0,1 0-2 16,0 3 1-16,1-2-1 0,-2-1-2 16,1 2 1-16,-1 1 3 0,2 0-2 0,-2-1 1 0,1 1 0 15,-1-1-2-15,1 1 1 0,0 1-1 0,-1-3-1 16,3 5 0-16,-2 1 2 0,0 0-3 0,0 0-1 15,1 0 0-15,-1 1 5 0,0 1 3 16,1 0-5-16,-3 0 3 0,3 3-2 0,-1-4 5 0,2 2-1 16,-3 0-5-16,2 0-1 0,-1 0 2 0,0 0-3 15,0 7 4-15,1-9 1 0,-1 2 6 0,-1-3 5 16,0 4-1-16,1 3 3 0,1-5 3 0,-2 7 0 16,-1-5 5-16,2 5 2 0,-1-6-2 0,-1 6-5 15,2-6 1-15,-1 0-2 0,-1 8 1 0,2-8-7 16,-1 0 1-16,1 6 0 0,-3-2-4 0,2-3-1 15,-1 5-2-15,2-6 3 0,-2 8-1 0,4-4 6 0,-4 4-8 16,0-2 0-16,2 0-1 0,-1 0-1 16,2-6 0-16,-2 5-1 0,1-5 0 0,-1 6-1 15,1-6 2-15,0 0-1 0,1 5-1 0,1-4 3 16,-3-1-1-16,3 4-1 0,-2-2-2 0,1 3 1 16,-1-5 0-16,0-2-2 0,2 2 1 0,-2-1 2 15,1 3-4-15,0-3 2 0,1 2-1 0,-1-3-2 16,1 2 4-16,-2-1 3 0,2 1-5 0,-1-2 11 15,-1-1-13-15,2 1 4 0,-2 1 1 0,0 0-2 16,2-3 2-16,0 3-2 0,-1-1 17 0,-2 1-16 0,2-1 2 16,-2-2 1-16,2 3-2 0,0 1 5 15,-2-1 1-15,3-2-4 0,-1 2 9 0,-1-3-10 16,1 0 12-16,0 1-12 0,-1-1 0 0,1 1 2 0,0 0-2 16,-4-3 1-16,5 4-2 0,0-2 0 0,-1-1-1 15,-2 2 0-15,2-4 1 0,-2 1 0 0,3 3-1 16,-1-4 8-16,-1 5-5 0,0-5 0 0,1 2-1 15,0 0-2-15,-2 1 6 0,0 2-4 0,0-2 8 16,1 2-13-16,0-1 6 0,-1 1-7 0,-1-1 7 16,3 4 0-16,-3 3 4 0,2-5 17 0,-1 3 0 15,-1-2-2-15,2 0 0 0,-2 0-5 16,3 1-2-16,-3 4 0 0,-1 2-1 0,4-7 2 0,-3-2-7 16,1 2 8-16,2 0 0 0,-1-2 6 15,0 7-12-15,-1-5-4 0,2 1 10 0,1-2 10 0,-1 1 1 16,-1-1 4-16,0-1 6 0,2 2-2 0,0-2 5 15,0 2-16-15,-2-2 2 0,2 0 13 0,0 0-2 16,-1-2 1-16,2 2-6 0,1-6 1 0,-1 5-19 16,0 1 26-16,1-2-17 0,-2-2 4 0,1 3-7 15,0 0 9-15,2 0-7 0,-3-4 7 0,4-1 0 16,-2 5-2-16,0 0-1 0,-1 1-1 0,3-1-8 16,-2 1 4-16,1-1-6 0,-2 1 4 0,-1 0 9 15,3-1 5-15,-1-1 4 0,-1 0-3 0,1 2-6 16,0 0 0-16,1 0 2 0,-2-2 6 0,2-1-2 15,-3-3-3-15,2 1-2 0,0 4 1 0,0 0-6 16,1 0 1-16,-2-5-1 0,0 1 3 0,2 1 3 16,-2-2-2-16,2 0-1 0,-3 0-1 0,2 0 0 15,-1-1-9-15,-1 0 3 0,2-2-1 0,-2 1 3 16,1-2-9-16,-1-7-1 0,1 12-2 0,1-7-3 16,-2-5 0-16,1 11 0 0,-1-11 1 0,1 8-4 0,-1-8 3 15,0 6-2-15,0-6-2 0,0 0 3 16,0 9-6-16,0-9-3 0,0 0 5 0,0 0 0 0,0 0 2 15,0 0-2-15,2 8 2 0,-2-8-5 0,0 0 9 16,0 0-11-16,0 0 3 0,0 0 1 0,0 0-3 16,0 0 4-16,3 6-4 0,-3-6 1 0,0 0-1 15,0 0 4-15,0 0-3 0,0 0 2 0,0 0-1 16,0 0 2-16,0 0-5 0,0 0-2 0,0 0 2 16,0 0-3-16,0 0 5 0,0 0 0 0,0 0-2 15,0 0-1-15,0 0 1 0,0 0-3 0,0 0 3 16,0 0-1-16,0 0-1 0,0 0-3 0,0 0 4 15,0 0-9-15,0 0-7 0,0 0 6 0,0 0-10 16,0 0-5-16,0 0-11 0,0 0-16 0,0 0-7 16,0 0-28-16,0 0-22 0,0 0-20 0,0 0-33 15,0 0-31-15,0 0-40 0,-10-19-46 0,9 7-57 16,2 3-43-16,-4-1-210 0,5-1-638 0,-2-6 282 16</inkml:trace>
  <inkml:trace contextRef="#ctx0" brushRef="#br0" timeOffset="104903.18">27429 5705 6 0,'0'0'97'0,"0"0"-1"15,-7-6-11-15,7 6 2 0,0 0 1 0,-6-6-7 16,6 6 1-16,0 0 0 0,-5-5 10 0,5 5-9 16,0 0-6-16,0 0-5 0,0 0-5 0,-7-4-3 0,7 4 1 15,0 0-2-15,0 0-1 0,0 0-1 0,-4-6-1 16,4 6 0-16,0 0 0 0,0 0-7 16,0 0-3-16,0 0 0 0,0 0-7 0,0 0 4 15,-7-5-4-15,7 5 1 0,0 0 0 0,0 0 2 16,0 0-3-16,0 0-2 0,0 0 2 0,0 0-4 0,0 0 0 15,-2-6 3-15,2 6-6 0,0 0 3 16,0 0-3-16,0 0-1 0,0 0-1 0,0 0-5 16,0 0 2-16,-2-8 1 0,2 8 5 0,0 0-3 15,0 0 1-15,0 0-3 0,0 0 8 0,0 0-9 0,0 0-4 16,0 0 4-16,0 0-3 0,0 0-5 0,0 0 0 16,0 0-5-16,0 0 2 0,0 0-6 15,0 0 3-15,0 0-2 0,0 0-2 0,4-11 0 16,-4 11-6-16,0 0 0 0,0 0-2 0,0 0-3 15,0 0-1-15,0 0 1 0,0 0 0 0,0 0-2 0,12 2-2 16,-12-2-16-16,12 6 2 0,1-1 2 0,-3 1 0 16,7 1 4-16,0 1-3 0,2 2 0 0,7 3 2 15,-2 1 5-15,-1 1 1 0,2 0-1 16,-2-1 1-16,-4 3 0 0,2 2 0 0,-6-5-3 16,5 4 5-16,-3 2 0 0,0-1 0 0,-1 4 8 0,-3 2-5 15,0 0-2-15,-5 2 2 0,3 0 3 0,-4 4 0 16,0 4 10-16,-5-1 2 0,-2 2-8 0,0 0-5 15,-4-1 4-15,-6 11 4 0,4-10 2 0,-1-3 1 16,-5 12-4-16,1-12 4 0,0-2 4 16,-5-2-2-16,3 2-1 0,-1-4 0 0,1-1 0 0,-1 0-5 15,-1-4-1-15,1 3 0 0,1-3 1 0,-3-1 1 16,0 0-2-16,-2-2-3 0,-1 2 3 0,-4-1-5 16,0-1-12-16,-1-2-29 0,-3-2-33 0,-2 1-36 15,0-4-31-15,-1 3-42 0,3-4-34 16,-2-1-176-16,2 1-423 0,6-7 187 0</inkml:trace>
  <inkml:trace contextRef="#ctx0" brushRef="#br0" timeOffset="105916.4">27568 5587 99 0,'-10'-5'99'16,"5"1"-9"-16,5 4 2 0,-8-4-4 0,8 4 0 15,-8-4 1-15,8 4-4 0,0 0-8 0,-6-3 0 16,6 3-5-16,0 0-6 0,0 0-2 0,-5-6-4 16,5 6-3-16,0 0-6 0,0 0-7 0,0 0 2 15,0 0-11-15,0 0-3 0,0 0 6 0,0 0-6 16,0 0-4-16,0 0-11 0,0 0-1 0,0 0 4 15,0 0-7-15,0 0-2 0,0 0-4 0,0 0 7 16,0 0 0-16,19 14 5 0,-4-7-1 0,2 2 2 16,10 4 0-16,4 0-4 0,1-1 3 0,2 0 5 15,16 6 0-15,-3-3-6 0,4 4-3 0,3-3 3 16,-2 3-5-16,7 0 5 0,-4 0-6 0,6-2-4 16,0 2 5-16,-1 2-3 0,26 5 1 0,-28-8-2 15,-1 1 2-15,3-3-4 0,-1 1 2 0,-1 0-3 16,-1 0 4-16,-2-3-3 0,0 3 4 0,-2-4-5 15,-6 0-3-15,-8-3 6 0,-2 2-1 0,-1-3 6 0,1 0-4 16,1 4-3-16,-4-3 5 0,6-1-3 16,-6 1-2-16,-1-2 5 0,1 1-2 0,-4 0-1 15,0-2 3-15,-4 2-4 0,1-1-2 0,-7 0 4 16,0-2-1-16,-1 2 0 0,-2-2-1 0,-1 1 0 16,-3-1 1-16,2 2 2 0,-3-2-8 0,-2 1 4 0,2-1-5 15,-2-1 6-15,-2 3-7 0,2-3 3 16,-5-1-3-16,3 2 6 0,-3-3-3 0,1 2-4 15,-3-1 1-15,-3-4-6 0,10 7 7 0,-9-3-5 16,-1-4 6-16,5 4 1 0,-5-4-2 0,0 0 1 16,5 5-5-16,-5-5 4 0,0 0 0 0,0 0 2 15,0 0 5-15,-13 9 2 0,3-5-4 0,0-1 3 16,-7 2 5-16,-3 0-2 0,-9 1-2 0,-2 0 2 16,-4 0 0-16,-2-1 0 0,-2 1-3 0,-11 5-2 15,-2-2 1-15,-1 1-3 0,3 2 0 0,-1 0 1 16,-2 2 2-16,1-1-6 0,-5 4 3 0,1-3 4 15,-2 1-3-15,-3 2 0 0,2-3-4 0,-2 2-1 16,-1-1 5-16,0 2-5 0,-3-1 2 0,2 2-1 16,-21 3 5-16,24-4-4 0,-3 0-3 0,-24 6 8 15,26-7-7-15,-2-1 0 0,-22 10-1 0,23-10 6 16,-2 0-8-16,-2 0 3 0,-20 2-6 0,25-4-2 16,4 0-6-16,8-3-10 0,13-1-13 0,3-1-11 15,3-2-12-15,9-3-22 0,2 1-25 0,5-2-22 16,3-2-26-16,2 2-17 0,9-2-111 0,0 0-305 15,0 0 136-15</inkml:trace>
  <inkml:trace contextRef="#ctx0" brushRef="#br0" timeOffset="107597.33">26387 5780 64 0,'0'0'92'16,"-6"-8"-2"-16,6 8-20 0,-8-4-6 0,8 4-3 15,-6-2-8-15,6 2-10 0,-11-3 1 0,11 3-3 16,-16-2-10-16,7 2-17 0,-2 0-6 0,-1 0-2 16,1 0 10-16,0 2-16 0,-3-2 0 0,3 0-5 15,-3 0 2-15,1 1-5 0,-1-1 0 0,3 2 14 16,-2-4-10-16,-1 2 2 0,1 2-4 0,-3-2 1 16,1 0 1-16,-3 0 3 0,0 1-2 0,0 0 7 15,-3-1 2-15,4 2 1 0,-4-4 9 0,-1 4 9 16,2-4-11-16,-3 2-3 0,-6-1 15 0,8 1 5 15,0-1 12-15,2-1-2 0,-1 1 4 0,2 1 7 16,5 0 3-16,0-2-2 0,1 1 10 0,3 0 1 16,9 1 4-16,-15-2 0 0,15 2-4 0,-13-1 1 15,13 1-1-15,-6 0-7 0,6 0-3 0,0 0-8 16,0 0-6-16,-10-1-4 0,10 1-8 0,0 0-1 16,0 0-5-16,0 0-5 0,0 0 3 0,0 0-5 15,0 0 4-15,33 8 1 0,-11-4-2 0,12 1 0 16,2-2 0-16,18 4 5 0,1 2 1 0,4-1 1 15,4-3-3-15,34 4 2 0,-5-4 4 0,-3 0 4 16,1-1 0-16,0 2-4 0,-2-2-2 0,-23-3 3 16,27 1-4-16,-29 3-2 0,-2 0 1 0,1-3-5 15,-1 0-2-15,-2 1 2 0,-1 1 2 0,-4 2-4 0,-5-4 4 16,-10 0-2-16,1 2-4 0,-4-1 0 16,-1-3-1-16,-3 1 0 0,-2 3-1 0,-1-2 0 15,-7 0-4-15,-6-1 2 0,0 0 3 0,-5 1-6 16,1-2 0-16,-2 1 1 0,-3 0-2 0,-7-1 0 15,12 2 1-15,-4-2-5 0,-8 0 3 0,9 0 1 0,-9 0-6 16,0 0 2-16,9 0 0 0,-9 0-10 0,0 0-18 16,0 0-25-16,0 0-34 0,8 2-32 15,-8-2-41-15,0 0-32 0,0 0-153 0,0 0-371 16,0 0 164-16</inkml:trace>
  <inkml:trace contextRef="#ctx0" brushRef="#br0" timeOffset="108216.67">25623 6357 106 0,'-11'0'115'0,"11"0"-6"15,-12-1-6-15,12 1-4 0,-10-1-6 0,10 1-5 16,0 0 9-16,-11 0-14 0,11 0-11 0,0 0-5 16,-12 1-3-16,12-1-3 0,0 0 0 0,-9 0-1 15,9 0-4-15,0 0-2 0,-9 3-4 0,9-3-7 16,0 0 2-16,0 0-7 0,-9 1-3 0,9-1-7 16,0 0 0-16,0 0-6 0,0 0 3 0,0 0-4 15,0 0 19-15,22 8 7 0,-3-6 9 0,0 3 2 16,18 3 5-16,16-4 0 0,8 1 1 0,2-1 1 15,31 2-4-15,-6 0-4 0,2-2-4 0,4 2-7 16,-2-5 6-16,5 1-6 0,-1 1-4 0,1 0-4 16,-2 1 0-16,-34-1-4 0,31 1-4 0,-33-1 0 15,5 0-2-15,1 2-1 0,-6 0 0 0,2-3 0 16,-4-1-6-16,1 3 0 0,-4 1-2 0,-3-2-1 16,-16-1-2-16,-1 0-1 0,2 0-4 0,-5 1 1 15,0-2-1-15,-1 1 1 0,-7 0-2 0,4 1 0 16,-8-3-1-16,10 0-2 0,-10 1-2 0,3 1 1 15,-4-1-2-15,2-1-2 0,-3 2-17 0,-3-2-17 16,-2 1-20-16,-1-1-27 0,-11 0-34 0,14 2-46 16,-8-2-33-16,2 0-39 0,-8 0-128 0,0 0-388 15,0 0 172-15</inkml:trace>
  <inkml:trace contextRef="#ctx0" brushRef="#br0" timeOffset="109031.73">24997 5552 36 0,'-3'-12'212'0,"3"12"-16"0,3-8-20 16,-3 8-17-16,0 0-15 0,-3-11-24 0,3 11-12 16,0 0-12-16,0 0-10 0,0 0-12 0,0 0-4 15,0 0-7-15,0 0-5 0,-19 30-4 0,10-14-5 16,-2 6-5-16,-1 0-5 0,-2 1 0 0,3 0-3 16,0-7-3-16,1 0-4 0,3 0-2 0,-1-6-5 15,4 2 3-15,-1-2-4 0,0-4-3 0,1 1 0 16,2-1 11-16,2-6-5 0,-5 8 9 0,5-8 8 15,-2 6 10-15,2-6 4 0,0 0 6 0,0 0 3 16,-5 5 1-16,5-5-10 0,0 0-8 0,0 0-1 16,13-20-8-16,-6 9-6 0,5-6-8 0,-3 0 1 15,7-7-6-15,1 2-7 0,2-2-5 0,-2-1 0 16,2 1-9-16,-1 0-7 0,-1 0-2 0,-2 2-1 16,0 0 2-16,-2 5-2 0,-1 1 1 0,-3 7-4 15,-2 2 2-15,-1 1 3 0,-2 0-1 0,1-1-2 16,-1 1-9-16,-4 6-5 0,6-5-3 0,-6 5 2 15,0 0 3-15,0 0 6 0,12 12 3 0,-9-1-3 16,-1 1 2-16,1 5 6 0,-1-2-1 0,1 3 4 16,-3 1 3-16,1 2 0 0,-1-3 6 0,0 2-3 15,2 4 4-15,0-7 2 0,1 1 2 0,-4 0-3 16,1-1 3-16,-2-1-5 0,2 1 5 0,0-2-3 16,0-2-4-16,0-1-5 0,0 1-26 0,0-2-31 15,0 0-28-15,0 0-38 0,0-2-28 0,-2 1-21 16,-1-1-121-16,-1 0-321 0,0-4 142 0</inkml:trace>
  <inkml:trace contextRef="#ctx0" brushRef="#br0" timeOffset="109198.38">25003 5691 59 0,'28'-3'96'0,"3"1"-19"0,-2 0-36 0,3 1-31 16,-3 1-33-16,0 1-21 0,-12 4-46 0,2-1 20 16</inkml:trace>
  <inkml:trace contextRef="#ctx0" brushRef="#br0" timeOffset="109500.08">24711 6363 143 0,'-3'5'138'16,"3"-5"7"-16,-2 11-5 0,2-1 3 0,-2 0-2 15,2 0-9-15,-2 2-9 0,0-1-11 0,0 1-13 16,-1 0-9-16,-1 2-7 0,4-2-7 0,-1-1-6 15,0 4-8-15,-1-5-7 0,0 3-1 0,-2-3-9 16,1 1 0-16,0 1-6 0,-1-2-2 0,3 0-5 16,-2-1 8-16,1 1-15 0,2-10-11 0,-3 19-24 15,-1-13-22-15,2 3-32 0,2-9-27 0,-2 10-29 16,2-10-17-16,0 0-14 0,-2 14-96 0,2-14-267 16,0 0 119-16</inkml:trace>
  <inkml:trace contextRef="#ctx0" brushRef="#br0" timeOffset="109865">24859 6308 106 0,'11'-3'129'0,"1"0"-13"0,-3 1-4 0,2 1-10 16,-3-1-3-16,-8 2-9 0,14 3-4 0,-6 0-15 15,-2 0-2-15,1 2-7 0,-2 2 3 0,0 0 0 16,-2-1-7-16,-1 3 6 0,0 0 0 0,-4 2-11 15,-2 1-3-15,-4 2-2 0,-1 0 1 0,-2 1-3 16,-1-1-7-16,1-1-5 0,1-3 0 0,2-1-7 16,1 0-1-16,0 0-6 0,2-2 3 0,0-3-3 15,1 2-6-15,2 0-6 0,2-6 0 0,-2 13-2 16,2-13-5-16,5 14-5 0,1-5 2 0,2-2-1 16,0 1 6-16,1-1-6 0,-1 2 1 0,2-1 2 15,-3 1-4-15,2-2 2 0,0 3-3 0,-2-3-1 16,-1 1 7-16,-2-2 1 0,-1-2 0 0,-1 3-4 15,-2-7 7-15,2 11 4 0,-2-11 2 0,-6 11-2 16,-1-4 1-16,-2 3-1 0,-4-4-2 0,-3 1 6 16,-1 1-12-16,-1-1-7 0,-3 0-13 0,2 0-1 15,2-1-30-15,-2 0-27 0,3-2-39 0,-3 1-42 16,-3-1-87-16,1-1-265 0,1-3 118 0</inkml:trace>
  <inkml:trace contextRef="#ctx0" brushRef="#br0" timeOffset="112156.22">29692 6218 36 0,'-12'-3'42'0,"12"3"-2"0,0 0-7 16,-11 0 4-16,11 0-9 0,0 0 3 0,-11-1 0 16,11 1-4-16,-9 0 10 0,9 0-5 0,0 0-14 15,-14-1 8-15,14 1 5 0,0 0-2 0,-11 0-4 0,11 0-3 16,0 0-4-16,-7 1 2 0,7-1-12 0,0 0 9 16,0 0 2-16,-10 1-9 0,10-1 1 0,0 0 0 15,0 0 8-15,-9 2-5 0,9-2 2 16,0 0-1-16,0 0 11 0,0 0-12 0,-7 2 0 0,7-2 6 15,0 0-6-15,0 0 3 0,0 0-9 0,0 0 12 16,0 0 6-16,0 0 2 0,0 0 1 16,0 0 5-16,0 0-2 0,0 0 0 0,0 0 9 15,0 0 3-15,0 0-10 0,22 12 1 0,-6-9-1 16,2 4 0-16,10 0-3 0,6-2 5 0,0-1-1 0,17 3-10 16,-11-4 2-16,0 0 7 0,13-1 6 15,-14 0-12-15,-1 1 2 0,-2 1-3 0,1-2 4 16,-4 1-7-16,-2-5 4 0,-2 4 2 0,-3 0-1 15,-5-1 2-15,0-1-8 0,-2 0 2 0,0 2 3 0,0-2 1 16,-2 1-1-16,-3-1 2 0,-3 1-1 0,1-1-4 16,-3 0-2-16,0 0 1 0,-1 0 1 0,-8 0 2 15,12 0 4-15,-12 0-7 0,8 3 8 0,-8-3-12 16,0 0 2-16,10-4-5 0,-10 4-3 0,0 0-4 16,0 0-3-16,0 0-11 0,8 4-17 0,-8-4-26 15,0 0-24-15,0 0-40 0,0 0-31 16,0 0-34-16,0 0-99 0,0 0-297 0,0 0 131 15</inkml:trace>
  <inkml:trace contextRef="#ctx0" brushRef="#br0" timeOffset="114416.79">30807 6006 35 0,'0'0'88'0,"1"-5"-1"0,-1 5-6 0,0 0-3 0,0 0-4 15,0 0-1-15,0 0-5 0,0 0 1 0,0 0-4 16,0 0-13-16,0 0 2 0,0 0-2 0,0 0-12 16,0 0 2-16,0 0 0 0,0 0 0 0,0 0-11 15,0 0 7-15,0 0-7 0,0 0 3 0,0 0-4 16,0 0 2-16,0 0 0 0,0 0-4 0,0 0 0 15,0 0 2-15,0 0-7 0,0 0 2 0,0 0-10 16,0 0 10-16,0 0-5 0,0 0 0 0,0 0-4 16,0 0 4-16,0 0-3 0,0 0-6 0,0 0 6 15,0 0 6-15,0 0-9 0,0 0 2 0,0 0-1 16,0 0 11-16,0 0-16 0,0 0 2 0,0 0 9 16,0 0-6-16,0 0 5 0,0 0-5 0,0 0 2 15,0 0-4-15,0 0 1 0,0 0 4 0,0 0-3 16,0 0 0-16,0 0 2 0,0 0 2 0,0 0-6 15,0 0 1-15,0 0 2 0,0 0-7 0,0 0 7 16,0 0-2-16,0 0 0 0,0 0-2 0,0 0-3 16,0 0-2-16,0 0 5 0,0-10-1 0,0 10 1 15,0 0-4-15,0 0-5 0,0 0 6 0,0 0-2 16,0 0 2-16,0 0-5 0,0 0 8 0,0 0-10 16,0 0 5-16,0 0-1 0,0 0-4 0,0 0 3 15,0 0-1-15,0 0-1 0,0 0-1 0,0 0 5 16,0 0-5-16,0 0 1 0,0 0 3 0,0 0-4 15,0 0 1-15,0 0 5 0,0 0 4 0,0 0 0 16,0 0 3-16,0 0 3 0,0 0-4 0,0 0 6 16,0 0-3-16,0 0 1 0,0 0-2 0,0 0-3 15,0 0-1-15,0 0-4 0,0 0 2 0,0 0 0 16,0 0-4-16,0 0 6 0,0 0-1 0,0 0-2 16,0 0-2-16,0 0-1 0,0 0 2 0,0 0-1 15,0 0-1-15,0 0-2 0,0 0-1 0,0 0 8 16,0 0-8-16,0 0 1 0,0 0-2 0,7-5 1 15,-7 5-3-15,0 0 2 0,0 0-2 0,0 0 1 16,0 0-2-16,0 0 4 0,0 0 0 0,4-4-1 16,-4 4-1-16,0 0-2 0,0 0 1 0,0 0-6 15,5-5 4-15,-5 5 1 0,0 0 2 0,0 0 3 16,0 0-5-16,4-5 6 0,-4 5-7 0,0 0-1 16,0 0 3-16,0 0 0 0,0 0 1 0,0 0-1 15,0 0-3-15,0 0 2 0,0 0-5 0,0 0 1 16,0 0 3-16,0 0 3 0,0 0-3 0,4-5 0 15,-4 5 0-15,0 0 0 0,0 0 1 0,0 0 6 16,0 0 0-16,0 0 0 0,0 0-6 0,0 0 2 16,0 0-1-16,0 0 2 0,0 0-6 0,0 0 4 15,0 0-3-15,0 0 3 0,0 0 2 0,0 0-3 16,0 0 1-16,0 0-2 0,0 0 4 0,0 0-2 16,0 0 2-16,0 0-2 0,0 0 1 0,0 0 2 15,0 0-2-15,0 0-2 0,0 0-2 0,0 0 3 16,0 0 1-16,0 0-3 0,0 0 1 0,0 0 2 15,0 0-2-15,0 0 1 0,0 0 3 0,0 0-7 16,0 0 5-16,0 0-1 0,0 0 0 0,0 0-2 16,0 0 2-16,0 0 0 0,0 0 1 0,0 0-3 15,0 0 2-15,0 0-1 0,0 0-3 0,0 0 6 16,0 0-4-16,0 0 4 0,0 0-1 0,0 0-3 16,0 0 1-16,0 0 4 0,0 0 0 0,0 0-3 15,0 0 0-15,0 0 0 0,0 0-1 0,0 0 2 16,0 0-4-16,0 0 4 0,0 0 0 0,0 0 0 15,0 0-1-15,0 0 0 0,0 0-3 0,0 0 4 16,0 0 1-16,0 0-1 0,0 0-2 0,0 0-2 16,0 0 0-16,0 0 0 0,0 0 4 0,0 0 1 15,0 0-2-15,0 0 1 0,0 0 1 0,0 0 1 16,0 0-3-16,0 0 0 0,0 0 5 0,0 0-5 16,0 0 0-16,0 0 0 0,0 0-1 0,0 0 2 15,0 0-1-15,0 0 1 0,0 0 4 0,0 0-1 16,0 0-6-16,0 0 6 0,0 0-2 0,0 0-4 15,0 0 4-15,0 0-2 0,0 0 0 0,0 0-1 16,0 0-6-16,0 0 9 0,0 0-4 0,0 0 2 16,0 0-1-16,0 0 2 0,0 0-1 0,0 0 2 15,0 0-2-15,0 0 6 0,0 0-8 0,0 0 2 16,4-4 2-16,-4 4 2 0,0 0-2 0,0 0 4 16,0 0 4-16,0 0-6 0,0 0 1 0,0 0 2 15,0 0-2-15,0 0 2 0,0 0-3 0,0 0 4 16,0 0 0-16,0 0-1 0,0 0 0 0,0 0 4 15,0 0-1-15,0 0-5 0,0 0 3 0,0 0-4 0,0 0 0 16,0 0-5-16,0 0 1 0,0 0 1 16,0 0 3-16,0 0-4 0,0 0 3 0,0 0-5 15,0 0 1-15,1-8 3 0,-1 8 0 0,0 0-1 16,0 0-1-16,0 0 0 0,0 0 1 0,0 0-1 16,0 0 1-16,0 0 0 0,0 0-2 0,0 0 3 15,0 0-1-15,0 0-1 0,0 0 0 0,0 0 1 16,0 0-1-16,0 0-2 0,0 0 4 0,0 0-4 15,0 0 0-15,0 0 1 0,0 0 1 0,0 0-1 16,0 0-1-16,0 0 1 0,0 0 0 0,0 0 4 16,0 0-3-16,0 0 1 0,0 0-3 0,0 0 5 15,0 0-4-15,0 0-1 0,0 0 6 0,0 0-3 16,0 0-1-16,0 0 1 0,0 0-3 0,0 0 3 16,0 0-3-16,0 0 2 0,0 0 0 0,0 0 1 15,0 0-2-15,0 0 1 0,0 0-3 0,0 0 2 16,0 0-4-16,0 0 0 0,0 0-10 0,0 0-1 15,0 0-5-15,0 0-3 0,0 0-3 0,0 0-8 16,0 0-4-16,0 0-1 0,0 0-8 0,0 0-2 16,0 0 3-16,0 0 0 0,0 0 0 0,0 0 4 15,0 0-1-15,0 0 4 0,0 0 6 0,0 0 6 16,0 0 0-16,0 0 7 0,0 0 0 0,0 0 3 16,0 0-1-16,0 0 5 0,0 0 0 0,0 0 3 15,0 0-1-15,0 0 8 0,0 0-2 0,0 0-4 16,0 0 2-16,0 0-1 0,0 0 11 0,0 0-2 15,-15-2 1-15,15 2 2 0,0 0 3 0,-13-3-4 16,13 3 1-16,-8-2 6 0,8 2-3 0,-9-1-1 0,9 1 0 16,-7-4 5-16,7 4 3 0,0 0 3 15,-10-2 3-15,10 2 3 0,-8-1-3 0,8 1 4 16,0 0-6-16,0 0-4 0,0 0 0 0,0 0 0 16,0 0-4-16,-10 0 0 0,10 0-4 0,0 0 2 15,0 0-6-15,0 0 7 0,0 0-4 0,0 0 0 0,0 0 0 16,0 0 1-16,0 0-4 0,0 0 1 0,0 0-4 15,0 0 3-15,0 0 2 0,0 0-3 16,0 0 2-16,0 0 2 0,0 0 2 0,26 10-7 16,-18-7 5-16,2 1-4 0,1-1 6 0,0-2-3 15,1 1-5-15,-1-1 1 0,1 2 1 0,-1-3-1 0,-3 0-1 16,1 2-2-16,-2-1-3 0,-7-1 8 16,16 0 2-16,-10 2-3 0,-6-2-3 0,17 1-1 15,-8-1 7-15,1 0-6 0,-4 1 4 0,2 1-3 16,-8-2 0-16,11 1-1 0,-11-1 3 0,9 2-9 15,-9-2 9-15,7 2-2 0,-7-2 1 0,9 0 2 0,-9 0-4 16,0 0 0-16,0 0-2 0,0 0 9 0,7 2-5 16,-7-2 0-16,0 0-4 0,0 0 2 0,0 0 1 15,0 0 1-15,0 0 10 0,0 0 10 16,-19 10 1-16,9-3 0 0,-5 2 0 0,-7 4 0 16,-1 2 6-16,0-1 1 0,-3 1 1 0,5-1 4 0,-4 1-5 15,1-1-4-15,1 2-12 0,8-4 9 0,0-2-4 16,2 2 0-16,-4-3-3 0,4 1 0 15,2-2 3-15,-1-1-6 0,3 1 1 0,2-2-2 16,-2 0-3-16,4-1 0 0,-2-1 0 0,2-1 1 16,5-3-4-16,-6 6 2 0,6-6-3 0,-7 7 1 15,7-7-2-15,-3 4 2 0,3-4 1 0,0 0-2 0,0 0-2 16,0 0 0-16,13 12 2 0,-4-9-7 16,9-1-9-16,2-1-9 0,8 2-15 0,0-1-17 15,1 0-18-15,3-4-20 0,1 1-28 0,1-2-20 16,-1-1-16-16,-2 4-131 0,-2-2-312 0,-1-3 138 15</inkml:trace>
  <inkml:trace contextRef="#ctx0" brushRef="#br0" timeOffset="124520.38">12106 10478 55 0,'0'0'69'16,"0"0"7"-16,0 0-4 0,0 0-1 0,0 0-8 16,0 0 2-16,0 0-11 0,0 0-2 0,0 0 7 15,0 0-14-15,0 0 5 0,0 0-9 0,0 0-5 16,0 0 3-16,0 0-19 0,0 0 11 0,0 0 1 15,0 0-5-15,0 0 9 0,0 0-2 0,0 0-4 16,0 0-3-16,0 0 4 0,0 0 2 0,0 0 0 0,0 0-1 16,0 0 6-16,0 0-5 0,0 0 3 15,0 0-3-15,0 0 5 0,0 0 0 0,0 0 0 16,0 0 4-16,0 0-8 0,0 0 0 0,0 0-3 16,-4-7 1-16,4 7-5 0,0 0 4 0,-8-4-2 0,8 4-4 15,0 0-1-15,-12-4-6 0,7 3-2 0,5 1 1 16,-15-3 8-16,7 2 3 0,-3-2-1 0,1 0 4 15,-4 1-7-15,-4-1-1 0,-2 2-3 0,-1 0-1 16,0 0-2-16,-8-1 5 0,1 2-4 0,-1 0 1 16,-2 0 4-16,1-2 6 0,3 1 4 0,4 1-5 15,-6-2 0-15,-2 1-4 0,3 1 4 0,-2 0-1 16,3-1 3-16,4 1-2 0,-7 1-2 0,-1-2-3 16,0 2-1-16,0-2-4 0,0 1-1 0,-3 0-1 15,2 1 1-15,2 0-3 0,-1 1-1 0,-1-1 2 16,3 1-5-16,-1 0 1 0,2 0-7 0,5-1 6 15,3 1 0-15,-6 0-9 0,8-1 6 0,-1-1-1 16,1 2 3-16,3 0-4 0,4 0 3 0,-9-2-2 16,9 1 5-16,3-1-2 0,-1 0 0 0,9 0 4 15,-13-1 2-15,13 1-2 0,-12 0 2 0,12 0-1 16,-10 0-3-16,10 0 0 0,-9 0 1 16,9 0-1-16,0 0 0 0,-13 0-2 0,13 0 2 0,0 0-5 15,0 0-3-15,0 0 1 0,-10 0 0 0,10 0-1 16,0 0 1-16,0 0-1 0,0 0 4 0,0 0-7 15,-9-2 2-15,9 2 0 0,0 0 3 0,0 0-1 16,0 0 1-16,0 0 0 0,0 0 2 0,0 0 0 16,0 0 6-16,0 0-5 0,-8-2 2 0,8 2-2 15,0 0 4-15,0 0 2 0,0 0 3 0,0 0 0 16,0 0 2-16,0 0-5 0,0 0 9 0,-8-4-12 16,8 4 0-16,0 0-3 0,0 0 3 0,0 0-4 0,0 0-1 15,0 0 1-15,0 0-1 0,0 0-1 16,-9-4-2-16,9 4 1 0,0 0 1 0,0 0-2 15,0 0 2-15,-9 0-10 0,9 0 7 0,0 0 1 16,0 0-2-16,-7-2 1 0,7 2 0 0,0 0 1 16,0 0-4-16,-9-2 4 0,9 2-1 0,0 0-3 0,-8-3 4 15,8 3-6-15,0 0 6 0,-14 0-5 16,14 0 1-16,-9 0 9 0,9 0-8 0,0 0-5 16,-13-3 2-16,13 3 2 0,-11 1 2 0,11-1-3 0,-13-1 1 15,13 1-1-15,-12 0 0 0,4-1 1 0,8 1 3 16,-14-2 0-16,14 2 0 0,-12 0-1 0,12 0 0 15,-13-1-2-15,7-1 2 0,6 2-1 0,-12 0 0 16,12 0 0-16,-11 2-2 0,11-2 7 0,-9-2-4 16,9 2 1-16,0 0 1 0,-10-1-4 0,10 1 15 15,0 0-15-15,0 0 5 0,-12 0-4 0,12 0 1 16,0 0 1-16,0 0 1 0,0 0 0 0,0 0 1 16,-8-2-2-16,8 2-2 0,0 0-3 0,0 0 5 15,0 0-1-15,0 0-4 0,0 0 4 0,0 0 1 16,0 0-1-16,0 0 1 0,0 0-2 0,0 0 1 15,0 0-1-15,0 0 1 0,0 0-3 0,0 0-1 16,0 0 1-16,0 0-2 0,0 0 2 0,0 0 4 16,0 0-4-16,0 0 1 0,0 0-1 0,0 0 4 15,0 0-4-15,0 0 1 0,0 0-1 0,0 0 1 16,0 0 4-16,0 0-4 0,0 0 0 0,0 0-1 16,0 0-3-16,0 0 0 0,0 0 0 0,0 0 5 15,0 0-4-15,0 0 0 0,0 0 1 0,0 0-3 16,0 0 3-16,0 0-3 0,0 0 0 0,0 0 0 15,0 0 2-15,0 0-1 0,-2 10 1 0,2-10 3 16,0 0-4-16,1 13 5 0,-1-13-2 0,1 17 1 16,-1-7 4-16,2-1-4 0,-2 1 1 0,1 1 2 15,-1-2-3-15,0 3 2 0,0 0-1 0,0-1 1 16,1 0 0-16,-1 2-1 0,0-2-1 0,0 0 3 16,0 2 6-16,0-1-3 0,2 5-5 0,-1-5 6 15,-1 4 0-15,0 1-3 0,0-2 2 0,0 3 2 16,0 0 0-16,0-2 7 0,0 2 11 0,0 1-10 15,0 0-2-15,-1 0-1 0,-1 1-4 0,1-1 6 16,1 7-5-16,-1-7 1 0,-1 0-3 0,1 1-2 0,0 0 4 16,-2 0-4-16,1-1 0 0,2-1-1 0,-3 1 2 15,2 0-1-15,-4 5-2 0,2-5 2 16,2-2-2-16,-1 2 0 0,0 0-2 0,0 0 2 16,-1-3-4-16,2 1 4 0,-2 1 2 0,1-1-3 15,-1-1 2-15,3 3 1 0,-2-2-7 0,0 2 13 16,1 0-2-16,-3 7-8 0,3-6 3 0,0-1-4 0,-2 5-1 15,1 1 3-15,0-5 1 0,1 7 0 0,0 0-2 16,-2 2 1-16,1-3 5 0,-2 0 7 0,1 2-11 16,-1-2 6-16,-1 2-1 0,3 0-2 15,-1 1-3-15,1-3 15 0,-4 1-11 0,8-1 7 16,-6-2-8-16,1 1-1 0,-1-6 0 0,1 0 3 16,-1 0-2-16,1-1-1 0,0 0 7 0,-1 0 3 0,1 0 5 15,-1-1 1-15,2-1-2 0,0 1 1 0,0-5-4 16,0 0 6-16,1-1-7 0,-1 0-2 0,-1-1-4 15,2-3 5-15,0 0-2 0,-1 0-2 16,2-7 1-16,-1 12-4 0,0-7 14 0,-2 1-15 0,3-6-2 16,-1 11 3-16,1-11-4 0,-3 10 2 0,3-10 0 15,-1 9 2-15,1-9-8 0,-4 7 0 0,4-7-16 16,-2 9-17-16,2-9-31 0,-4 5-28 0,4-5-34 16,-5 8-38-16,5-8-44 0,-8 4-36 0,8-4-231 15,-8 2-513-15,8-2 227 0</inkml:trace>
  <inkml:trace contextRef="#ctx0" brushRef="#br0" timeOffset="128521.96">15473 11845 40 0,'0'0'47'0,"0"0"9"15,0 0 5-15,0 0 5 0,0 0 4 0,0 0-3 16,0 0-8-16,0 0-3 0,0 0-2 0,0 0-8 16,0 0 4-16,0 0-4 0,0 0 5 0,0 0 13 15,0 0-8-15,0 0 1 0,-10 1-12 0,10-1 11 16,0 0-5-16,0 0-2 0,0 0-13 0,0 0 1 16,0 0 1-16,0 0-10 0,0 0 0 0,0 0-4 15,0 0 6-15,0 0-5 0,0 0 1 0,0 0-4 0,0 0-6 16,0 0 9-16,0 0-4 0,0 0-10 15,0 0 4-15,0 0 2 0,0 0-3 0,0 0 0 16,0 0 5-16,0 0 1 0,0 0 0 0,0 0 1 0,0 0 1 16,0 0-1-16,0 0 2 0,0 0-1 0,0 0 4 15,0 0-8-15,0 0-4 0,0 0 3 0,0 0-4 16,0 0-4-16,0 0 1 0,0 0-1 16,0 0-2-16,0 0 1 0,0 0 0 0,0 0 0 0,18 4-1 15,-8-4-3-15,2 1 2 0,4 1 5 0,5-2-4 16,-1 0 7-16,8 1-4 0,2 0-4 0,2-2 4 15,0 2 0-15,1-1-3 0,0-1 1 16,5 0 0-16,-1-1-4 0,0 2-2 0,3 0 2 0,14-1 7 16,1 1-6-16,-17 0 1 0,13-1 1 0,-12 2-2 15,-4-1-2-15,5 0 3 0,1 0-2 0,-3 0-3 16,1 0 5-16,-1 1-4 0,1-1 2 16,-1 0-1-16,-3 0-2 0,0 0 6 0,-1 2-8 0,0-2 7 15,-1 1-3-15,-5-1 5 0,0 2-6 0,0-2-2 16,-7 3 4-16,-1-3-1 0,-3-1 5 0,0 2 1 15,-2-1 3-15,-3 0 1 0,0 0 2 0,-2 0-3 16,2 0 1-16,-3 1-2 0,0-1 0 0,-9 0 3 16,12 0 3-16,-12 0-8 0,12 0 0 0,-12 0 0 15,0 0-2-15,8-1 1 0,-8 1-2 0,0 0-3 16,0 0-1-16,12 0-1 0,-12 0-10 0,0 0-13 16,0 0-15-16,0 0-31 0,5 3-26 0,-5-3-15 15,0 0-23-15,0 0-21 0,0 0-125 0,-14 13-302 16,8-9 134-16</inkml:trace>
  <inkml:trace contextRef="#ctx0" brushRef="#br0" timeOffset="129415.04">16645 11549 6 0,'-4'-6'129'16,"4"6"1"-16,-7-10 8 0,2 6-9 0,1-1-5 15,-1 0 4-15,1-1-3 0,4 6-8 0,-9-8-5 0,5 3-4 16,0-1-2-16,4 6 0 0,-6-8-3 16,6 8-1-16,-5-7 2 0,5 7-6 0,-7-4-4 0,7 4 0 15,-3-6-17-15,3 6-8 0,0 0-5 16,0 0-7-16,-6-5-9 0,6 5-5 0,0 0-8 0,0 0-3 15,0 0-3-15,0 0-1 0,0 0-7 0,0 0 2 16,0 0-5-16,22 1 0 0,-12 3-4 0,2 2-1 16,3 1-3-16,3 1-3 0,-1 2 3 0,6 4-1 15,0 2-1-15,-3 0 0 0,2 3 1 0,1 2 2 16,-4 0-5-16,1 0-2 0,0 5 0 0,-1 1 9 16,-1 3-6-16,-3 2 4 0,0 1-4 0,0 1 0 15,0 9 4-15,-6-11-5 0,-2 2 1 0,4 0 0 16,-6 1-1-16,0-1 3 0,-4 2-5 0,0-3 2 15,1 2 0-15,-2-2 4 0,-2 3-3 0,-1-1-1 16,0-1 2-16,-2-1 2 0,-3 0-3 0,3-1-1 16,-1-1 2-16,-1-1 3 0,-2-4 0 0,-1 2 5 15,0-4-2-15,0 2 4 0,0-2-6 0,2-6-1 16,-4-1-3-16,3 0 2 0,-1-1-2 0,0 0-2 16,-3-1-2-16,3 0-12 0,-5-1-21 0,2-2-32 15,-1 1-35-15,-4-3-33 0,1 1-52 0,2-3-38 16,-4-1-166-16,6-4-415 0,1-3 184 0</inkml:trace>
  <inkml:trace contextRef="#ctx0" brushRef="#br0" timeOffset="130798.56">16754 11416 15 0,'0'0'73'0,"0"0"6"0,-4-6-1 15,4 6-8-15,0 0 6 0,0 0 2 16,0 0-7-16,-5-6 6 0,5 6-9 0,0 0-3 16,0 0 0-16,0 0 10 0,-8-3-6 0,8 3-10 15,0 0-1-15,0 0-16 0,0 0 12 0,0 0-2 0,0 0-4 16,0 0-6-16,0 0-1 0,0 0-3 15,0 0-5-15,0 0-3 0,0 0-4 0,0 0-8 0,0 0 4 16,0 0-4-16,19-2 13 0,-19 2-4 0,26 4-3 16,-7 0 1-16,7 0 6 0,4-1-3 15,0 4-2-15,3-4-1 0,3 3 0 0,-4-3-7 0,3 3 3 16,0 1-6-16,1 0 2 0,2 0-1 16,-2 2-2-16,1-1-5 0,1 1 2 0,13 2 3 0,-14-1-3 15,13 1-5-15,-13 0 0 0,13 3 2 0,-11-6-2 16,9 6-2-16,-12-4 0 0,14 1-1 15,-12 0 2-15,-1 0 0 0,13 3 0 0,-14-1-3 16,-2-2-2-16,0 1 5 0,-1-1 1 0,1 3-6 0,1 0 6 16,-2 2-6-16,0-3 5 0,2 1-5 0,-2-1 3 15,1 2 2-15,0-4-2 0,-1 1-4 0,-2 0 0 16,2-2 6-16,-4 1-4 0,1-2 1 0,0 1 5 16,-2 1-8-16,2-3 4 0,-2 2-1 0,1-3-2 15,1 0-1-15,-5 1 11 0,2 1-13 0,-6-3 4 16,4 0-2-16,-5 0 4 0,1 1-12 0,-2-3 11 15,2 1 8-15,-2-2-2 0,1 2 3 0,-2 0 5 16,0 0-6-16,1-2 4 0,-1 1 0 0,0 0 3 16,2 1 0-16,-2-1-2 0,4-1 9 0,0 0-2 15,-3 1 1-15,3-1-3 0,-2 1-1 0,1-2-1 16,-2 1 3-16,-1-1-4 0,1 0 1 0,-6 1-4 16,6-2 3-16,-5 1-4 0,-1 0 1 0,-1 0-2 15,0 1-1-15,-1-1-1 0,-3-1 0 0,1 0-3 16,1 2 0-16,-3-1 2 0,-7-2-1 0,12 3-2 15,-5-3-1-15,-7 0 0 0,7 2 1 0,-7-2-2 16,7 2 0-16,-7-2 0 0,0 0 0 0,0 0 1 0,0 0 0 16,10 2 2-16,-10-2-2 0,0 0-1 0,0 0 0 15,0 0 1-15,0 0 0 0,0 0-3 16,0 0-1-16,0 0 3 0,-27 3-3 0,18-2 1 16,-1-1 0-16,0 3 3 0,-2-2-1 0,2 0-2 0,-3 1-1 15,1 0 1-15,-3 0-1 0,-4 1 4 0,1 2-2 16,-3-1-3-16,-1 1 0 0,-6 0 5 15,1 3-5-15,1 0-2 0,-3-3 4 0,0 1-2 0,-1 1 0 16,0 0 0-16,-4 0-2 0,2 0 4 0,-3 1-1 16,0-1 1-16,-1 0 0 0,2 1 0 15,-3 0 0-15,1-1-3 0,-5-1 1 0,-8 8-1 16,-2-2 3-16,2-2-2 0,-3 1-1 0,1 0 1 0,-1 1 4 16,2 1-1-16,-2 0-1 0,-2-3 0 0,3 3 1 15,-2-2-5-15,1-2 7 0,1 4-1 0,-3-1-2 16,-1-1-2-16,3 3 3 0,-1-3 2 15,0 0-6-15,3 1-2 0,1-2 4 0,12-3 0 0,2 2 2 16,1 0-2-16,3 1 4 0,0-3 0 0,4 5 0 16,0-6-4-16,1 3 2 0,6-2-1 0,0 0 3 15,0 0-3-15,0-4 0 0,0 4-2 0,0-1-9 16,1 0-6-16,1-1-2 0,0 0-4 0,2 0-5 16,-2-3-8-16,4 1-22 0,1 1-4 0,-5-1-18 15,5 0-9-15,2-2-11 0,-3 1-23 0,4-2-15 16,-1 0-21-16,3 0-17 0,-1-3-90 0,-2 2-285 15,11 1 126-15</inkml:trace>
  <inkml:trace contextRef="#ctx0" brushRef="#br0" timeOffset="131715.07">19251 12000 44 0,'0'0'167'0,"-8"-6"-5"0,3 2-18 0,5 4 4 16,-11-7-13-16,6 4-12 0,-3 1-4 0,8 2-10 15,-13-3-9-15,6 1-6 0,7 2-9 0,-16-1-1 16,6 4-4-16,0-2 2 0,-1 3-10 0,-1 1-2 16,2 1-5-16,-2 1-3 0,-2 3-2 0,4-2-5 15,2 0-4-15,-2 1-8 0,2 1-5 0,2 0-3 16,-2-1-1-16,3 1-5 0,1 1 0 0,0 1-6 16,3 0 0-16,2-2-5 0,-1-1 1 0,2 1 0 15,0 0-2-15,3-1-2 0,4 1-3 0,0-3 1 16,0-1-2-16,3 1 0 0,-1-2 0 0,2-1 0 15,5 0 1-15,0-1 4 0,0-1-4 0,1-4 0 16,-3 2 1-16,2-1-3 0,3-4 0 0,-5 1 0 16,2-1-3-16,-5 0-2 0,1-1 6 0,-4-2-4 15,3-3 1-15,1 1-2 0,-7 0-1 0,0 0 1 16,-3-2 8-16,1 1 0 0,-1-5 1 0,-3-2-5 16,-3 2 4-16,0-1-3 0,-5 0 0 0,3 6-1 15,-2-5 4-15,-1 5-3 0,-1 1 2 0,0-2-5 16,0 3-1-16,-2 0-3 0,-1 4 0 0,1-3 0 15,-1 5-5-15,-2-1-13 0,0 3-22 0,-1 1-21 16,4-1-33-16,-2 3-33 0,1 3-24 0,2-1-35 16,0 2-19-16,-1 2-131 0,5 1-357 0,1-4 158 0</inkml:trace>
  <inkml:trace contextRef="#ctx0" brushRef="#br0" timeOffset="132431.98">19496 12055 23 0,'0'0'146'0,"-6"-5"-8"15,6 5-10-15,-5-3-8 0,5 3-9 0,0 0-12 0,0 0-6 16,-9-4-5-16,9 4-5 0,0 0-8 0,0 0-8 16,-6-4-6-16,6 4-3 0,0 0-7 0,0 0-4 15,0 0-8-15,0 0-1 0,0 0 6 16,0 0-14-16,0 0 2 0,0 0-2 0,0 0-7 0,0 0 1 16,0 0 0-16,0 0-7 0,0 0-5 0,0 0 1 15,0 0 6-15,0 0-3 0,0 0-6 16,0 0 3-16,0 0 1 0,0 0 2 0,0 0-4 15,0 0 6-15,0 0-3 0,0 0 2 0,0 0 1 0,0 0 3 16,0 0-2-16,0 0-3 0,0 0 1 0,0 0-2 16,0 0 11-16,0 0 4 0,0 0 7 0,0 0 7 15,0 0 0-15,0 0 0 0,0 0 5 0,0 0 3 16,0 0-2-16,0 0-1 0,0 0-4 0,0 0-5 16,-11 0-3-16,11 0-3 0,-14-2-5 0,7 2 4 15,7 0-6-15,-11-1 3 0,11 1-3 0,0 0 1 16,-14 0-5-16,14 0-4 0,0 0-3 0,-9-1-2 15,9 1 3-15,0 0-4 0,0 0-1 0,0 0-3 16,0 0 0-16,0 0 3 0,0 0-4 0,20 10 1 16,-5-8-1-16,7 1 0 0,6-3-2 0,0 2 5 15,2 0 0-15,4-1 0 0,0 2 2 0,3-3 0 16,3 2-4-16,15-2 2 0,-4 2-1 0,1 0 0 16,-2-2-4-16,-11 1 2 0,1-1 0 0,10 3-2 15,-9 0-1-15,10-3 2 0,2 1-2 0,-16 0 0 16,2 3-1-16,-3-2 1 0,0 0-2 0,0 0 0 15,-3-2-1-15,-1 3 2 0,-1-2-2 0,-2 0 2 0,0 0-1 16,-2 0 1-16,1-1-1 0,-6 0 1 16,-3 1 2-16,0 1 2 0,-6-1 3 0,1-1 4 15,-1 0 4-15,-1 0 1 0,-1 0 5 0,1 0 5 16,-2 1-5-16,-10-1 9 0,13 0 0 0,-7 0 3 0,-6 0 0 16,10-1-1-16,-10 1-4 0,9-1-2 15,-9 1-3-15,0 0-1 0,0 0-4 0,0 0-2 16,12-2-6-16,-12 2-2 0,0 0-35 0,0 0-44 15,0 0-60-15,1-6-72 0,-1 6-36 0,0 0-260 16,-15-8-535-16,1 2 236 0</inkml:trace>
  <inkml:trace contextRef="#ctx0" brushRef="#br0" timeOffset="133818.6">18824 8258 14 0,'0'0'70'16,"0"0"-4"-16,0 0-8 0,0 0-4 0,0 0 0 15,0 0-10-15,0 0 5 0,0 0 3 0,0 0-6 16,0 0 7-16,0 0-5 0,0 0 0 0,0 0-9 16,0 0 11-16,0 0-8 0,-13 5 10 0,13-5-5 15,0 0-5-15,0 0 1 0,0 0 2 0,0 0 0 16,-14-4 0-16,14 4 0 0,0 0-13 0,0 0 12 16,0 0-8-16,0 0 5 0,0 0-2 0,0 0-1 15,0 0-1-15,0 0-3 0,0 0-3 0,0 0-2 16,0 0-1-16,0 0 4 0,0 0-5 0,0 0-5 15,0 0 1-15,0 0 4 0,0 0-12 0,45-1 11 16,-17 1-3-16,4-1-6 0,1 2 1 0,6-1-1 16,14-2 6-16,1 3-8 0,0-1 4 0,-1 0-3 15,4 0-2-15,-2 0-1 0,3 0 3 0,0 1-2 0,2 2 1 16,-1-1-8-16,0-1 5 0,-1 0-2 0,0 2-7 16,-2 0 5-16,-2-1-4 0,-3 0 5 0,-13 1-5 15,0-3 1-15,-2 5 4 0,1-2-7 16,-3-1 4-16,-4 0-2 0,-3 0-1 0,1 1 1 15,-9 1 1-15,2-3-2 0,-3 0 2 0,0 1 5 0,1-2 3 16,0 0 9-16,-1 0-1 0,-4 0-7 0,0 1 8 16,5-1-8-16,-2 2 3 0,-4-4-1 0,-1 1 8 15,1 1-5-15,0 0 3 0,0-2-2 0,-1 1 2 16,0 0-5-16,-2-2-1 0,2 2 2 0,-5 1-1 16,1-3-4-16,-8 3-2 0,13-1-4 0,-7 0 4 15,-6 1-7-15,0 0 4 0,12 0-13 0,-12 0-7 16,0 0-14-16,7-3-24 0,-7 3-23 0,0 0-24 15,0 0-24-15,0 0-15 0,9 3-1 0,-9-3-16 16,0 0-115-16,7 5-289 0,-7-5 128 0</inkml:trace>
  <inkml:trace contextRef="#ctx0" brushRef="#br0" timeOffset="137800.35">25691 5025 27 0,'0'0'136'0,"1"-11"-5"0,-1 11-6 16,0-9-6-16,0 9-4 0,-1-9 0 0,1 9-5 15,0 0-14-15,1-9-6 0,-1 9-8 0,0 0-9 16,0 0-9-16,0 0-7 0,0 0-7 0,0 0-5 0,-4-8-8 15,4 8-2-15,0 0-2 0,0 0-5 16,-15 20-11-16,4-12 8 0,0 4 0 0,0 0-2 16,-2 3-4-16,1-2 3 0,2 0-7 0,3-2 2 15,-1 2-2-15,-1 1 8 0,1-3-5 0,4 2-3 16,2-2 1-16,-2 1-7 0,4 0-3 0,0 2 4 16,4-1 1-16,0-3-5 0,1 5 2 0,4-5-4 15,0-1 2-15,0-2 1 0,2 0 2 0,3 0 2 16,4-2-4-16,-1-1 6 0,-3-3-6 0,4-2 6 15,-2 1-1-15,-3-4 3 0,1 1 7 0,-1-1 0 16,1-3 1-16,-5 0-4 0,4-4 1 0,-1-2-4 0,-2 0 7 16,-3 0 7-16,-2-3 3 0,2 0-3 15,-5-1 1-15,-2 2-6 0,2-2-4 0,-1 1 1 16,-4-1-1-16,1 3-3 0,0 0-4 0,-3 1 2 16,3 2-6-16,-1 1 1 0,-1 2 1 0,-1 1-5 15,3 2-5-15,-2-1-12 0,4 6-23 0,-12-6-17 16,5 6-13-16,7 0-12 0,-27 8-31 0,10-1-23 15,-1 2-21-15,-5 9-27 0,-1 1-95 0,-3 2-294 16,4-1 131-16</inkml:trace>
  <inkml:trace contextRef="#ctx0" brushRef="#br0" timeOffset="138333.37">25224 6645 177 0,'0'0'227'16,"3"-11"-9"-16,-2 4-9 0,-1 7-4 0,2-9-7 16,-2 9-10-16,0-8-16 0,0 8-11 0,0 0-19 15,0 0-15-15,2-8-17 0,-2 8-15 0,0 0-7 16,0 0-10-16,0 0-9 0,0 0-2 0,0 0-10 16,-20 21-8-16,13-10-2 0,1 0-9 0,1 4-1 15,-3 1 8-15,3-1-17 0,0 0-3 0,2-1-2 16,2 1-4-16,5 1-1 0,1-4 0 0,0 1-4 15,4 0 0-15,1 0-1 0,-1-4 8 0,5 2-12 16,4-2 3-16,-1-2 1 0,4-5-2 0,0 0-2 16,-2-2 0-16,2-2 0 0,0-1-4 0,0-3 4 15,-2 0-4-15,1 0 1 0,-5-4 2 0,2-2 1 16,-3 0-4-16,5-6-2 0,-6 1 3 0,4-4-3 16,-5-2-1-16,-5 4 1 0,-3 1-3 0,-3-2-2 15,2-1-1-15,-6 2 0 0,-2-6 2 0,-4 2-5 16,-4 2-7-16,1 4-12 0,-5-2 2 0,-6 3-2 15,5 7-5-15,-10-2-16 0,9 3-5 0,-8 4-22 16,0 2-25-16,-2 2-30 0,1 3-27 0,1 6-34 16,-1 0-188-16,0 2-409 0,3-2 180 0</inkml:trace>
  <inkml:trace contextRef="#ctx0" brushRef="#br0" timeOffset="139431.74">31534 6114 167 0,'0'0'180'0,"0"0"-9"0,0 0-11 16,0-9 0-16,0 9-13 0,0 0-10 0,0 0-15 16,0 0-13-16,0 0-16 0,0 0-14 0,0 0-6 15,0 0 4-15,0 0 1 0,-21 13-4 0,8-2-1 16,1 4-4-16,-1 0-3 0,-1 1-11 0,0 0-3 16,3 0-5-16,5 1-4 0,-1 0-4 0,4 1-4 15,-1-3-3-15,4 2 3 0,5-2-24 0,-3-1-3 16,1-3-1-16,5 0 1 0,1 2 4 0,3-2-3 15,3 0 4-15,-4-5 1 0,6-2 3 0,0 2-2 16,2-2-1-16,-3-2 3 0,2-2 5 0,0 0 2 16,-1 0-1-16,-3-3-3 0,-1-2 0 0,-2-1 2 15,6-4-1-15,-7 2 5 0,3-3 1 0,-6 0 1 16,1-5-6-16,0 0 0 0,-3-1-5 0,-1-1 1 16,-4-1-2-16,-2-6-5 0,0 6-2 0,-6-4-3 15,2 5-5-15,-3 1-12 0,-4 1-19 0,0 3-35 16,-11-1-11-16,-5 2-36 0,-5 6-52 15,-17 6-56-15,-13 4-147 0,-1 0-395 0,-28-4 175 0</inkml:trace>
  <inkml:trace contextRef="#ctx0" brushRef="#br0" timeOffset="142231.93">25830 6793 64 0,'0'0'111'15,"0"0"-5"-15,0 0-13 0,0 0-15 0,0 0-10 16,0 0 8-16,0 0-6 0,0 0-4 0,0 0-6 0,0 0-1 16,0 0-4-16,0 0-1 0,0 0 2 0,0 0-15 15,0 0-1-15,0 0 0 0,0 0-2 16,0 0 0-16,0 0-7 0,0 0-3 0,0 0-2 15,0 0 0-15,0 0-5 0,0 0-4 0,0 0 0 0,0 0 3 16,0 0-6-16,0 0-6 0,0 0-8 0,0 0-16 16,0 0-27-16,0 0-16 0,0 0-13 0,0 0-18 15,2 16-23-15,-2-16-59 0,0 0-185 16,0 0 81-16</inkml:trace>
  <inkml:trace contextRef="#ctx0" brushRef="#br0" timeOffset="143915.14">25967 8287 108 0,'-5'-4'206'0,"5"4"-4"0,0 0-17 0,0 0-5 15,-4-5-11-15,4 5-17 0,0 0-6 16,0 0-15-16,-14 9-10 0,8-1-11 0,-3 0-8 15,-2 6-8-15,-1 4-4 0,-1 5-9 0,-1-2-7 0,1 1-9 16,4 5-4-16,-3-1-7 0,2-1-4 0,5-7-7 16,1 7-5-16,-3-6-4 0,6-2-2 0,-1 0-2 15,2-1 0-15,3-3-3 0,-1-3 1 0,7 7 3 16,-4-6-1-16,5-2 0 0,2-2-2 0,1-2 0 16,3-1 0-16,2-2-2 0,3-3 1 0,0 0-4 15,6-6-2-15,-6-1 1 0,4-3 0 16,-2-2-2-16,-2-4 5 0,-5 6-3 0,-3-3-1 0,1-1-1 15,0-7-1-15,-2 5-3 0,-4-8 0 0,-1 0-2 16,-3 7-1-16,0-1 1 0,-6-8-3 0,-4 4 1 16,-1-3 1-16,-1 2 1 0,-6 1 5 0,0 4-4 15,-2 2 6-15,1 4-6 0,1 1 6 0,-3 2-5 16,-2 1-2-16,-1 0-5 0,4 5-5 0,-4 0-10 16,2 3-10-16,-4 1-20 0,3 2-16 0,4 3-28 15,1 3-35-15,1 3-23 0,4 0-40 0,2 3-22 16,5 4-29-16,6 2-154 0,8 2-414 0,5-2 184 15</inkml:trace>
  <inkml:trace contextRef="#ctx0" brushRef="#br0" timeOffset="144265.67">26756 8367 861 0,'17'-3'887'0,"-3"-1"-462"0,-5 2-156 0,-1-1-126 15,-2 1-54-15,-6 2-25 0,0 0-21 0,4-4-6 16,-4 4-3-16,0 0 5 0,0 0 12 0,-18 11 4 15,9-3 1-15,-5 3-6 0,-1 3 0 0,1 2-6 0,1-2-9 16,2 1 2-16,-1 7-8 0,3-4-2 16,3 1-5-16,3 6 3 0,1-5-10 0,2-2 7 15,5 0-10-15,-1-1 5 0,7 6-1 0,3-9 3 0,1 0-4 16,8 1 1-16,4-3-1 0,0-3-1 0,0-1-5 16,5-5 5-16,-3-1-3 0,-1-7 0 15,3 0-1-15,-3-1-2 0,3-2-1 0,-8-2-1 16,2-2 2-16,-8 0-2 0,-1-2 2 0,5-3-1 0,-8 1 1 15,-4-6-4-15,3-3 1 0,-6 7-2 0,-2-6 0 16,-2-2 7-16,-4 8-1 0,0-1-7 0,-6-6 1 16,1 7 1-16,-3 0 0 0,1 1-1 15,-3 2 0-15,-2 1-7 0,-2 3-4 0,0 1-7 0,1 3-9 16,-4 0-12-16,1 2-12 0,1 1-19 0,0 4-34 16,4 1-49-16,2 4-59 0,4 3-34 0,-2 2-223 15,5 1-504-15,4 2 222 0</inkml:trace>
  <inkml:trace contextRef="#ctx0" brushRef="#br0" timeOffset="144702.79">29402 8473 92 0,'0'0'391'0,"-1"-13"-42"0,1 13-37 16,-12-14-32-16,6 11-25 0,-5 0-31 0,-2-2-18 16,-5 2-14-16,-3 2-14 0,-6 2-15 0,-2 7-9 15,8-2-27-15,-4 2-8 0,-2 5-13 0,4 2-19 16,0 0-3-16,3 6-15 0,2 0 11 0,2 3-24 16,1-1-1-16,5 0-5 0,-1 1-6 0,8 1-8 15,0 0-2-15,5-5-2 0,1-1-6 0,6-2-4 16,4 7 0-16,5-5-8 0,3 2 2 0,4-7 0 15,4-2-6-15,5-2-9 0,1-1 0 0,2-4 3 16,-1-3-3-16,1-3 2 0,-1-4-1 0,-3 1-2 16,1-2 1-16,-5-4 1 0,2-1-2 0,-2-1 3 15,-5-4-1-15,0 2 4 0,-5-4-3 0,-2-1 0 16,-3-3 0-16,2 0-3 0,-9 4 1 0,0-7 4 16,-3 8 6-16,-2-10-3 0,-4 2 7 0,-3-2-4 15,-3 2-4-15,-8 3 3 0,0 1-3 0,-3 1-5 16,-4 1 3-16,-4 2-8 0,0 1-4 0,-5 1-20 15,0 6-2-15,0 4-28 0,-2 3-30 0,2 2-40 16,-2 3-45-16,0 2-63 0,5 3-58 0,-6 6-205 16,5-1-538-16,-2-3 239 0</inkml:trace>
  <inkml:trace contextRef="#ctx0" brushRef="#br0" timeOffset="145482.91">25500 9296 192 0,'0'0'255'0,"4"-8"-10"0,-4 8-5 16,2-7-10-16,-2 7-13 0,0 0-8 0,0 0-15 15,0 0-16-15,-6-10-13 0,6 10-15 0,0 0-15 16,-20 10-14-16,11-1-7 0,-4 4-7 0,-3 8-10 16,-2 1-8-16,-1 1-9 0,3 1-7 0,4 1-22 15,-1-1-4-15,4 1-6 0,3-1-5 0,4-4-6 16,2 6-1-16,2-8-2 0,3 1-3 0,5-1-3 0,4 3 0 15,1-8-1-15,7 2-5 0,-3-4-4 16,9 1 2-16,-1-2-5 0,4-5-2 0,1 0 4 16,1-3-2-16,1-4-6 0,-3 0 3 0,3 1-4 15,-3-6-3-15,-3 0 5 0,-1-2 0 0,-1 1 2 0,-10 0-3 16,-2-2 0-16,1-1 1 0,-1-3 3 0,-3-3-1 16,-5 4 1-16,-1-6-4 0,-3 2 8 15,-2-7-11-15,-2 4 1 0,-5 1 12 0,-3-6-14 0,-3 1 1 16,-4 2 2-16,1 2-2 0,-4 2 6 15,0 3-5-15,-5 0-4 0,0 2 3 0,7 6 1 16,-4 3-17-16,-5-1-4 0,6 5-3 0,-1 3-19 0,2 1-15 16,-2 3-24-16,6 1-32 0,0 5-34 0,7 0-40 15,3 3-29-15,6 3-31 0,2-2-154 0,6 8-435 16,11-5 192-16</inkml:trace>
  <inkml:trace contextRef="#ctx0" brushRef="#br0" timeOffset="145698.92">26810 9442 195 0,'8'-6'294'0,"-1"3"-14"0,-1-1 2 0,-1 1-16 16,-5 3-15-16,9-4-15 0,-9 4-4 0,5-4-15 16,-5 4-15-16,0 0-11 0,0 0-17 0,6 11-10 15,-6-1-14-15,-2 4-15 0,0 2-14 0,-2 9-13 16,1 0-8-16,-4 0-4 0,3 4-23 0,-1-5-4 15,1 2-25-15,2 1-41 0,-3-3-43 0,1 5-55 16,-3-12-56-16,2 8-76 0,-1-8-69 0,1 2-217 16,-1-1-555-16,-4-6 246 0</inkml:trace>
  <inkml:trace contextRef="#ctx0" brushRef="#br0" timeOffset="146570.38">29130 9661 259 0,'0'0'259'0,"0"0"-21"16,0 0-22-16,0-8-19 0,0 8-18 0,0 0-15 15,7-10-10-15,-1 7-10 0,2-2-12 0,1-4 1 16,2 1-12-16,4-1-11 0,-2-1-9 0,2 1-11 16,-2-3 2-16,-3 5-2 0,0-1 4 0,-3 1 6 15,0 0 8-15,0 0-18 0,-1 2-8 0,-2 0 0 16,-4 5-1-16,6-10-5 0,-4 7-8 0,-2 3-4 15,5-5-9-15,-5 5-5 0,0 0-10 0,5-5-9 16,-5 5 0-16,0 0-4 0,0 0 7 0,1 22 0 16,-3-7 5-16,-2 6-6 0,-5 8-7 0,1 3 5 15,-5 1-5-15,-1 13 0 0,-1-3-1 0,5-9-8 16,-4 10 2-16,5-11-1 0,2-2-2 0,0 1-1 16,-1-2-5-16,2-2 2 0,2-1-8 0,0-8 8 15,1-1-6-15,2 0-2 0,0-3 12 0,-2-2-13 16,3-4 0-16,-1-2-2 0,1-7 0 0,-3 12-6 15,1-7-4-15,2-5 1 0,0 8 2 0,0-8 5 16,0 0 0-16,-3 7-2 0,3-7-5 0,0 0-6 16,0 0-7-16,0 0 2 0,-21-13 4 0,12 6-4 0,2 0 5 15,-2 1 3-15,0-1 5 0,2-1-5 16,-1 3 0-16,1 2 5 0,1-2-1 0,-3 0-1 16,9 5 13-16,-9-7-14 0,9 7 3 0,-6-5-1 15,6 5-6-15,0 0-7 0,0 0-5 0,0 0 5 0,0 0-7 16,30-6-19-16,0 5-23 0,7 1-25 15,18-4-39-15,4 6-39 0,1-7-53 0,-1 3-37 16,-3 2-216-16,-1 0-516 0,-17-1 228 0</inkml:trace>
  <inkml:trace contextRef="#ctx0" brushRef="#br0" timeOffset="147741.4">25789 10767 139 0,'0'-11'227'16,"0"0"-16"-16,0 1-14 0,0-2 4 0,0 2-2 15,0 1-2-15,0 9-12 0,-2-10-7 16,2 10-20-16,-2-8-16 0,2 8-19 0,0 0-12 16,-2-8-14-16,2 8-6 0,0 0 6 0,0 0-2 0,0 0-4 15,-7 23-5-15,3-11-6 0,-1 5-9 0,-2 8-8 16,0 0-1-16,-3 2-9 0,5 1-6 0,-5-3-5 16,4 1-3-16,-1-2-5 0,3-7-2 0,-1 2-6 15,1-1 0-15,1 1-2 0,-1-3-2 0,-1 0-1 16,3-1-8-16,0-2 5 0,0-1-5 0,0-2 0 15,-2 3-1-15,3-4-1 0,-1 1-3 0,2 0 1 16,-2-4 0-16,0-1-1 0,2-5 1 0,-3 12-1 16,3-12-1-16,-4 9-2 0,4-9-8 0,-2 8-20 15,2-8-22-15,0 7-25 0,0-7-36 0,-3 8-48 16,3-8-36-16,0 0-39 0,0 10-33 0,0-10-160 16,0 9-456-16,0-9 202 0</inkml:trace>
  <inkml:trace contextRef="#ctx0" brushRef="#br0" timeOffset="148201.49">26645 10946 202 0,'0'0'248'0,"0"0"-9"0,0 0-15 16,-4-10-12-16,4 10-12 0,0 0-11 0,-7-3-19 0,7 3-4 16,0 0-15-16,-16 12-7 0,9-4-9 0,-5 4-10 15,2 0-19-15,-1 2-2 0,2 4-16 16,-3-1-7-16,1-1-10 0,5 1-6 0,0 1-7 16,0-1-4-16,2-2-9 0,4 2-3 0,0-6-2 0,4 5-4 15,-2-4-7-15,6 2 1 0,0-3-3 0,1 3 0 16,5-5-4-16,-1 1-1 0,3-2 0 15,0-3 1-15,2 0-6 0,0-1 0 0,2-3 3 0,1-1-6 16,-2-3 2-16,2 0-1 0,-3-4-6 0,2 1 3 16,-2-2 0-16,-1-1 13 0,-1-3-13 0,-3 0-6 15,0-3 4-15,-3-3-2 0,1-3-3 0,-3 2 5 16,-2 0-4-16,-4 0-1 0,-2-9 0 0,-4 4-4 16,2 5-1-16,-8-3 2 0,2 4 5 0,-3 0-7 15,-1 3-2-15,-3 1-2 0,0 1 0 0,0 2-5 16,-3 4-3-16,-2-1-11 0,-2 6-8 0,3 2-10 15,0 2-19-15,-2 3-27 0,6 6-31 0,-3 2-42 16,-1 7-35-16,10-1-45 0,1 10-201 0,6 0-478 16,4 0 211-16</inkml:trace>
  <inkml:trace contextRef="#ctx0" brushRef="#br0" timeOffset="149049.17">29127 11004 191 0,'3'-8'275'0,"-3"8"-12"0,1-7-8 0,-1 7-9 16,0 0-12-16,0 0-18 0,0-8-17 0,0 8-10 15,0 0-22-15,0 0-14 0,0 0-20 0,1-9-11 16,-1 9-10-16,0 0-12 0,0 0-10 0,7-5-8 15,-7 5-14-15,12-5 1 0,-4-1-9 0,2 0-1 16,4 1-12-16,3-3-2 0,-2 0 1 0,1 1-2 0,-2-5 5 16,-3 5-7-16,2-3 11 0,1-1-8 15,-5 4 6-15,1-1-3 0,0-1-3 0,-2 0-2 16,0-3 5-16,1 4 7 0,-3-2 12 0,1 4-14 16,-4 0-4-16,3 0-5 0,-4 2 9 0,3-1-17 0,-5 5-3 15,5-7 4-15,-5 7-16 0,0 0-14 0,4-4 1 16,-4 4-11-16,0 0 7 0,0 0 5 0,3 19-5 15,-5-3 2-15,-2 3 13 0,-1 10-1 0,-2 0-12 16,0 2 1-16,0 3-2 0,-2-2-6 0,0 0 9 16,2-1-2-16,0-3-4 0,2 0 0 0,-2-4-4 15,2 1 8-15,1-6-3 0,1-1-6 16,0-1 6-16,2-5-1 0,-2 0 4 0,2 0-6 16,-1-5-2-16,1 3 0 0,0-4 8 0,-2 0 1 0,3-6-1 15,-1 12-9-15,1-12-5 0,-5 8 2 0,5-8-5 16,-4 7 1-16,-2-4 8 0,6-3-13 0,-14 3 3 15,2-3-3-15,-1 1 2 0,0-1 5 16,0-1-8-16,-6-1 1 0,4 1 5 0,0-2-1 0,2 3 0 16,-2-1-1-16,3-1 4 0,2 2 1 0,0-1-1 15,10 1-3-15,-14 0 1 0,14 0 6 0,-10-2 1 16,10 2-15-16,0 0 7 0,-10 0-7 0,10 0-1 16,0 0 3-16,0 0-3 0,0 0-4 0,34 3-3 15,-4 0-22-15,1-3-18 0,5-1-23 0,14-1-23 16,-10 2-30-16,11-3-25 0,-12 3-36 0,0 0-36 15,0 0-25-15,-4 3-198 0,2 0-499 0,-5 1 222 16</inkml:trace>
  <inkml:trace contextRef="#ctx0" brushRef="#br0" timeOffset="149716.19">26005 12144 25 0,'0'-8'238'0,"0"-2"10"0,0-1 4 0,-2 3-2 16,2 8-1-16,0-14 13 0,0 14-31 0,0-10-13 15,0 10-26-15,0 0-25 0,2-11-15 0,-2 11-10 16,0 0-22-16,0 0-14 0,0 0-8 0,0 0-5 16,0 0-1-16,-3 41-9 0,1-15-7 0,-2 2-12 15,0 3-7-15,-3-1 0 0,3 1-7 0,-1-1-6 16,2-3-2-16,1 2-6 0,-2-1-1 0,-1-3-4 15,3 0-20-15,2-5-17 0,2 4-1 0,-4-4-39 16,4-2-42-16,3 0-49 0,-1-1-49 0,6-1-54 16,-4-1-47-16,3-1-167 0,5-5-493 0,-1-4 218 15</inkml:trace>
  <inkml:trace contextRef="#ctx0" brushRef="#br0" timeOffset="149898.81">26645 12153 166 0,'12'-13'324'16,"-3"4"-29"-16,-3 1-24 0,-1 0-18 0,-1 5-13 16,0-2 12-16,-4 5-6 0,0 0-1 0,0 0-6 15,0 0-20-15,5 22-20 0,-10-7-16 0,-1 4-20 16,1 10-13-16,-1 1-17 0,-5 4-8 0,3-1-10 16,-2-1-18-16,3 1-39 0,1 1-50 0,-2 2-56 15,1-1-60-15,1-2-82 0,4 1-79 0,-2-2-292 16,6-1-608-16,0-6 269 0</inkml:trace>
  <inkml:trace contextRef="#ctx0" brushRef="#br0" timeOffset="150399.93">29300 12345 42 0,'0'0'301'0,"0"0"-20"15,0 0-10-15,0 0-12 0,0 0-12 0,0 0-9 16,0 0 1-16,0 0-31 0,0 0-1 0,-14 15-13 0,3-4-9 16,-4 4-19-16,0 6-17 0,-3-1-14 0,0 1-20 15,4 2-7-15,1 1-10 0,0-2-11 16,6-4-7-16,-1 0-17 0,3-2 34 0,1 1-4 16,3 0-13-16,3-4 2 0,6 1-11 0,2 1-7 15,3-5-7-15,11 4-3 0,-3-7-2 0,9-2-13 0,2-1-4 16,0-4-5-16,4-2-2 0,-4 0-9 15,0-4 0-15,-3-4 7 0,2-2-8 0,-5-1 4 16,0-3-11-16,-1-1 9 0,-3-3-6 0,-3-1-3 16,-6 0-6-16,-3-3 8 0,-5 4-6 0,-1-4-4 0,-7-2 2 15,-3 2-1-15,-6 0-1 0,-1-1 3 0,-6 5-9 16,-5 2-15-16,-4 1-21 0,-8 5-18 0,-1 2-36 16,-20 1-50-16,-7 7-70 0,-2 2-84 0,-24 8-336 15,28 1-686-15,-2-2 303 0</inkml:trace>
  <inkml:trace contextRef="#ctx0" brushRef="#br0" timeOffset="152793.07">26596 12486 87 0,'0'0'85'0,"-29"-4"-28"16,21 3-15-16,8 1-28 0,-15-2-22 0,7 2-39 15,-4-2-50-15,1 0 23 0</inkml:trace>
  <inkml:trace contextRef="#ctx0" brushRef="#br0" timeOffset="152970.2">25936 12473 14 0,'0'0'76'0,"0"0"-20"0,31 2-22 15,-19-2-22-15,1 0-44 0,5 0-35 0,-5 2 15 16</inkml:trace>
  <inkml:trace contextRef="#ctx0" brushRef="#br0" timeOffset="153137.43">26657 12525 71 0,'0'0'131'16,"0"0"-24"-16,0 0-10 0,0 0-7 0,0-8-20 16,0 8-6-16,0 0-24 0,-12-8-24 0,6 4-49 15,6 4-77-15,-13-4-117 0,1 3 53 0</inkml:trace>
  <inkml:trace contextRef="#ctx0" brushRef="#br0" timeOffset="153308.76">26155 12498 4 0,'0'0'35'0,"16"10"-35"16,-7-7-7-16,0 1-7 0,9 0 3 0</inkml:trace>
  <inkml:trace contextRef="#ctx0" brushRef="#br0" timeOffset="154088.31">29426 12822 45 0,'0'0'85'0,"-14"0"-10"0,14 0-5 16,-13 1-8-16,6 1-1 0,7-2-13 0,-13 1-8 0,6 1 0 16,7-2 10-16,-15 2-10 0,9-2 2 0,6 0 0 15,-10 3 9-15,10-3 3 0,-12 3-10 0,12-3 13 16,-10 1-3-16,10-1 7 0,-9 2 3 0,9-2-1 16,-10 1 9-16,10-1 3 0,-10 0 0 0,10 0 7 15,-8 1 0-15,8-1 3 0,0 0 0 0,0 0 0 16,-14 2 2-16,14-2 10 0,0 0 0 0,0 0-5 15,0 0-5-15,-7 2 1 0,7-2 2 0,0 0-12 16,0 0-8-16,0 0-5 0,0 0-5 0,0 0-4 16,40 0-6-16,-18 1-4 0,8 0-9 0,8 2-2 15,2-2-4-15,13-1-3 0,-1 2-5 0,0-1-2 16,-13 1-3-16,-3-1-2 0,2 0-3 0,-5 3-1 16,3-3-4-16,-4-1 2 0,-3 0-4 0,-1-2-2 15,-7 3 4-15,-1-1-5 0,-3 0 3 0,-2 0 1 16,-3-1 1-16,1 3 0 0,-6-2 2 0,0 0-3 15,-7 0-1-15,14 0 1 0,-14 0 2 0,7 0-4 16,-7 0-2-16,0 0-14 0,0 0-23 0,0 0-41 16,0 0-47-16,0 0-54 0,-20-16-56 0,8 12-194 15,-3-2-460-15,-2-3 203 0</inkml:trace>
  <inkml:trace contextRef="#ctx0" brushRef="#br0" timeOffset="154831.88">29627 9026 9 0,'0'0'190'16,"-12"0"-24"-16,12 0-21 0,0 0-8 0,0 0-2 0,0 0 3 15,0 0 0-15,0 0 1 0,0 0 1 16,41 5-3-16,-18-3-6 0,8-3-2 0,3 1-9 16,5-1-10-16,1-2-1 0,0-1 2 0,-4 3-9 15,1-1-6-15,-2-3-7 0,-2 3-12 0,-4-1 3 0,-7 1-14 16,-2-1-8-16,0 1-6 0,-3-1-5 0,0-1-8 15,-5 4 1-15,-2-1-3 0,-2-1-19 0,-2 1-16 16,-6 1-31-16,14-1-37 0,-14 1-49 16,0 0-51-16,9 0-49 0,-9 0-185 0,0 0-432 0,0 0 191 15</inkml:trace>
  <inkml:trace contextRef="#ctx0" brushRef="#br0" timeOffset="157048.94">29930 11219 187 0,'0'0'184'0,"0"0"-2"0,0 8-3 16,0-8-2-16,0 0-8 0,0 0 3 0,0 0-1 16,0 0-2-16,0 0-2 0,0 0 4 0,-2 10-5 15,2-10 1-15,0 0-13 0,0 0-11 16,0 0-18-16,18-11-11 0,-1 3-18 0,8-3-2 0,7-3-35 16,2-3-21-16,18-1-35 0,-2-5-33 0,4 1-44 15,4-3-37-15,-3 1-38 0,2 2-28 0,-2-5-33 16,-6 3-180-16,-2-3-422 0,0-1 187 0</inkml:trace>
  <inkml:trace contextRef="#ctx0" brushRef="#br0" timeOffset="157266.41">30772 10072 113 0,'0'0'241'0,"0"0"-19"0,-8-4-15 0,8 4-11 16,0 0-7-16,0 0-23 0,3-10-17 0,-3 10-19 16,24-13-32-16,3 1-36 0,7-2-67 0,16-4-46 15,8 2-62-15,1-1-155 0,29-8-289 0,-26 5 127 16</inkml:trace>
  <inkml:trace contextRef="#ctx0" brushRef="#br0" timeOffset="160227.01">10049 12221 18 0,'0'0'25'0,"0"0"4"0,0 0-2 0,0 0 2 0,0 0 7 15,0 0-7-15,0 0-6 0,0 0-59 16,0 0-39-16,0 0 17 0</inkml:trace>
  <inkml:trace contextRef="#ctx0" brushRef="#br0" timeOffset="160966.78">10049 12221 129 0,'0'0'43'0,"0"0"9"0,0 0 2 0,0 0-6 0,0 0-6 15,0 0-5-15,0 0 0 0,0 0-8 0,0 0 1 16,0 0 2-16,0 0 7 0,0 0-6 15,0 0 7-15,0 0-17 0,0 0 3 0,2 16-8 16,-2-16 14-16,0 0-16 0,0 0-5 0,0 0 0 0,0 0 11 16,0 0-10-16,0 0 2 0,-15-4-11 0,15 4 7 15,0 0 5-15,0 0 0 0,-12-3 1 16,12 3 3-16,0 0-2 0,0 0 11 0,-10-3 4 0,10 3-15 16,0 0 19-16,-10-1-2 0,10 1 9 0,-8-5-5 15,8 5-3-15,-10-3-3 0,10 3-3 0,-9-4-6 16,9 4 5-16,-9-3-4 0,9 3-1 15,-13-4 9-15,13 4-2 0,-10-2-2 0,5 0 1 0,5 2-3 16,-12-2 5-16,12 2-5 0,-9-3-6 0,9 3-4 16,-11-3 2-16,11 3-4 0,-13-4 3 0,8 2-1 15,-1-1-8-15,6 3 8 0,-11-4 11 0,11 4-5 16,-10-3 6-16,10 3-10 0,-10-4 3 0,10 4 2 16,-10-2-1-16,3 0 7 0,7 2 4 0,-9-4 3 15,9 4-2-15,-7-4-2 0,7 4-3 0,-7-1-5 16,7 1-1-16,-9-3 1 0,9 3-6 0,0 0 2 15,-9-3-3-15,9 3-6 0,0 0 7 0,-9-2 2 16,9 2 0-16,0 0-1 0,-7-4 2 0,7 4-1 16,0 0 2-16,-7-4 1 0,7 4 0 0,0 0-1 15,0 0 1-15,0 0-9 0,0 0 2 0,-5-3-10 16,5 3 8-16,0 0-2 0,0 0-2 0,0 0 2 16,0 0-3-16,0 0-1 0,0 0-5 0,0 0-3 15,0 0 3-15,0 0 0 0,0 0-1 0,0 0 1 16,0 0-1-16,0 0-1 0,0 0 1 0,0 0-2 15,0 0-2-15,0 0 2 0,0 0 0 0,30 3 0 16,-23-3 1-16,7 2 7 0,1 0-6 0,2-3-1 0,1 1 3 16,4 1-3-16,5-1 1 0,5 3-3 0,1-2 5 15,0 0-1-15,2-1-3 0,4 3 2 0,-2-2-2 16,2-1 2-16,0 1-5 0,0-1 3 16,-1 3 2-16,0-1-2 0,13 1 2 0,-12 1 0 0,-1-3 0 15,3 1-1-15,-3 1 1 0,14 0-1 0,-1-2-3 16,-14 1 0-16,15 0 3 0,0-1 2 15,2 2 0-15,-3-1-3 0,2-2 4 0,2 3-1 0,-3-2 0 16,0 1-5-16,3-2 0 0,0 0 4 0,-1 2-6 16,0-1 2-16,2-2 4 0,-2 2 0 0,-2-2-1 15,2 1 0-15,1 0-2 0,-2-2 3 16,2 4-1-16,0-4 0 0,0 2 0 0,1 2 0 0,-4-1 1 16,0-1-4-16,4 0 4 0,-1 0-3 15,0 2-1-15,-1-1-5 0,-15-2 2 0,14 1-5 0,-1 2-1 16,-12 1 1-16,16 0-10 0,-20 0-2 0,0-3-5 15,3 3-8-15,-3-1-4 0,-1 0-12 0,1 3-1 16,-6-1-13-16,3-1-9 0,1 0-10 0,-1 2-8 16,-3 0-21-16,1 0-14 0,0 0-20 0,-2 0-116 15,-10-3-285-15,4-1 127 0</inkml:trace>
  <inkml:trace contextRef="#ctx0" brushRef="#br0" timeOffset="163738.95">12462 12209 36 0,'0'0'78'0,"0"0"-7"0,0 0-9 0,0 0-2 0,0 0-4 16,0 0 1-16,0 0 0 0,0 0-5 15,0 0 10-15,0 0 5 0,0 0-10 0,22 8 3 0,-10-6-10 16,-2 0 0-16,4-1-3 0,4 0 8 15,4 1-2-15,-2-1-10 0,10 0 9 0,-2 0 0 16,0 1-4-16,1 3-1 0,2-4-5 0,-2-1-1 16,3 0-6-16,-1-1 5 0,3 2 0 0,0-2 0 15,3 1 4-15,-2-3-10 0,3 4 5 0,0-1-5 0,-4 0-4 16,5-1-4-16,1-1 0 0,-4 2 2 0,4 0-4 16,1 0 2-16,-3 0 4 0,0 0-6 0,0-4 2 15,14 3 1-15,0-1-4 0,-1 2 7 0,-12 0-4 16,12 2-4-16,1-4-1 0,-13 5-1 0,11-3 1 15,-10 2-7-15,10-3 1 0,-14 2-1 0,2 1-3 16,-2 3-5-16,2-3-1 0,-2-2-1 0,-4 4 2 16,4-1 4-16,-3 0-4 0,-2 1-3 0,-1 0-1 15,5-2 5-15,1-1-1 0,1 4 0 0,1-2 1 16,0 3-2-16,0-3-1 0,1 2-11 0,-1 0 9 16,2-1-1-16,-4-2 0 0,5 2 0 0,10 1 2 15,-17-4-3-15,5 5 3 0,-6-2-3 0,3-1 1 16,-2 1 0-16,2 0 2 0,-1 0-2 0,-2 0-1 15,1-2 5-15,1-1 2 0,0 5-9 0,0-2 3 16,0 0 2-16,0 1 1 0,0-3-2 0,-2 3 1 16,2-5-1-16,-1 3 7 0,1 0-2 0,-2-3 5 15,3 6-4-15,-3-2 2 0,3-1 4 0,-2 0-1 16,1 1-3-16,-1-2 0 0,1 1-4 0,-5 0 3 16,5-1-2-16,-5 1 2 0,1-1-1 0,4 3-6 15,-6-3 2-15,-1 2 1 0,-1-1-4 0,-5 0 4 16,-1-1-5-16,9 1 4 0,-2 1 1 0,0-1 0 15,-5-1-1-15,4 2 4 0,-5-2-1 0,-1 1 2 16,1 0-2-16,4 0 4 0,-5 0-2 0,8-1-1 16,-8 3-3-16,7 1 0 0,-7-1-1 0,6-1 3 15,-6 0-5-15,1 0 0 0,4 1 0 0,-5 0 1 0,8 1 3 16,-8-3 0-16,-2 2 0 0,3-1 0 16,0 0-1-16,-3-1-2 0,3 1 2 0,-2 0-2 0,1-1-1 15,-1 0-1-15,0 1 3 0,-1 0 3 16,0-3-2-16,-7 1-1 0,2 0 0 0,1 1 4 0,-2-2-6 15,0 1 1-15,0 0-3 0,-1-1 3 0,-1 0 3 16,3 1-2-16,-2-2 0 0,2 0-1 16,-3 0-1-16,8 1 1 0,-8 0 0 0,2-2 2 15,0 1-4-15,0 0 2 0,1-1-1 0,-1 2 2 16,-1-2-3-16,0-1 0 0,0 2 0 0,-1 0-1 0,1 0 4 16,-2-1 1-16,2-2 1 0,-2 2-2 0,0 0 0 15,-1 0-2-15,1 0 5 0,-3-1-4 0,0 1 0 16,2 0 2-16,-9 1 5 0,13-2-5 15,-8 2-3-15,-5 0 4 0,14-2-4 0,-7 0 0 0,-7 2-2 16,11-3 2-16,-11 3-4 0,13-3 6 0,-8 2-2 16,-5 1 1-16,9-1 0 0,-9 1-4 0,8-2 3 15,-8 2 7-15,10-2-1 0,-10 2-2 0,9-2-1 16,-9 2 3-16,8-2-1 0,-8 2 0 0,7-3-2 16,-7 3 0-16,9-3 0 0,-9 3 1 0,8-3 0 15,-8 3 2-15,7-3-5 0,-7 3 3 0,9-2-1 16,-9 2-2-16,7-2-1 0,-7 2 5 0,6-3-2 15,-6 3-3-15,0 0-1 0,8-3 2 0,-8 3-4 16,0 0 8-16,7-3-7 0,-7 3 2 0,0 0-1 16,0 0 3-16,5-3-5 0,-5 3 2 0,0 0-11 15,0 0-23-15,0 0-22 0,0 0-28 0,0 0-38 16,0 0-38-16,0 0-66 0,0 0-138 0,0 0-391 16,0 0 173-16</inkml:trace>
  <inkml:trace contextRef="#ctx0" brushRef="#br0" timeOffset="165452.94">9849 7774 76 0,'0'0'185'0,"0"0"-6"0,-16-16-2 0,16 16 1 0,-9-4-7 16,9 4-8-16,-10-3-10 0,10 3-9 0,-11-2-13 16,11 2-12-16,-14 2-10 0,5 1-9 0,-2 2-5 15,-4 6-8-15,2 0-6 0,-2 4-12 0,-5 1 1 16,3 4-7-16,2-6-8 0,2-2-5 0,1 3-5 15,2-6 11-15,0 5-5 0,0-1-6 0,4-3-3 16,-1 0-2-16,2-2-7 0,0 1-2 0,0-4-5 16,2 1 1-16,3-6-4 0,-3 10-3 0,-1-7 1 15,4-3-3-15,0 0 1 0,-3 7 1 0,3-7 11 16,0 0 7-16,0 0 5 0,0 0-7 0,0 0 4 16,0 0-7-16,0 0-1 0,14-16-5 0,-5 5-2 15,1-4-2-15,1-1-1 0,5-6-3 0,3-1-1 16,-3 1 0-16,4-5-3 0,-2 1 1 0,4-2 2 15,-1 3-7-15,-1-2-5 0,-1 0 4 0,0 4 0 16,-4 3 0-16,-1 6-3 0,-3 1-2 0,-4 3 5 16,0 1-5-16,-1 5-5 0,-2-2-4 0,0 4 1 15,-4 2-1-15,0 0-2 0,11 0 0 0,-6 9 0 16,2 1 1-16,-1 5 8 0,2 11 9 0,-2 1 1 16,-2 1 3-16,-1 3 7 0,2-3 1 0,-5 2-2 0,2-3-3 15,-1 1 1-15,1-4-6 0,-2 1-3 16,2-5 1-16,0-1-1 0,-1 1 2 0,0-4-3 15,-1 1-17-15,3-5-27 0,-2 0-34 0,0-2-35 16,1 0-41-16,-1-3-44 0,0 1-46 0,-1-8-48 16,2 11-157-16,-2-5-474 0,0-6 210 0</inkml:trace>
  <inkml:trace contextRef="#ctx0" brushRef="#br0" timeOffset="165599.07">9622 7929 2323 0,'-14'-8'163'0,"4"2"-72"0,0 0-35 0,5 2-20 15,0-1-18-15,5 5 3 0,-6-5-15 16,6 5-2-16,0 0-3 0,0 0-2 0,14-16-2 16,2 11-5-16,12 0-15 0,4 0-12 0,4 1-28 15,4 2-44-15,15 1-40 0,1 2-44 0,-5 5-167 16,6-1-386-16,-4 0 171 0</inkml:trace>
  <inkml:trace contextRef="#ctx0" brushRef="#br0" timeOffset="166498.79">8184 12693 33 0,'0'0'186'0,"-3"-10"-9"0,3 10-5 16,-2-8 18-16,2 8-8 0,-3-11-3 0,3 11 14 15,3-10 1-15,-3 10-3 0,0 0-12 0,-4-8-8 16,4 8-18-16,0 0-14 0,0 0-15 0,0 0-16 16,0 0-11-16,0 0-8 0,0 0-5 0,0 0-4 15,0 27-3-15,-3-9-9 0,2 2-5 0,-4 6-8 16,2 0-3-16,1-7-7 0,-1 7 2 16,1-7-11-16,0-1 0 0,-1-1-5 0,3-4 0 0,0-2-4 15,-2 1 0-15,1-5-7 0,0-1 7 0,1-6 8 16,-3 12 15-16,3-12 14 0,-1 8 11 0,1-8 20 15,0 0 7-15,0 0 2 0,0 0 0 0,0 0-31 16,0 0-3-16,0 0-3 0,-9-20-7 0,9 7-3 16,0-4-13-16,1-2-8 0,2-7-5 0,3-2-7 15,1 1-2-15,0-4-7 0,6-2 1 0,1 1 0 16,0 0 2-16,4 2-9 0,-3 1 2 0,2 1-3 16,0 2-2-16,2 8 0 0,-5 4-1 0,2 1-1 15,-1 0-9-15,-3 8 1 0,0 0 0 0,0 0 2 16,1 3 3-16,-1-1-3 0,1 3-3 0,-3 3 3 15,1 0-2-15,-2 1 2 0,0 5-3 0,-1-3 5 0,0 3-1 16,-1 2 2-16,-3 0-3 0,-1 1-5 16,-1 1 2-16,1-1-12 0,-4 4 1 0,-1-4 5 15,1 2 0-15,0-2-10 0,-3-2-5 0,3 2-14 0,-2-2-3 16,-1 1-6-16,3-1-15 0,1-3-9 0,-3 3-6 16,2-3-10-16,1 2-1 0,0-9 4 15,1 14-6-15,2-5 6 0,-1-1 10 0,2 0 5 16,0 1 5-16,1-2 8 0,-1 1 3 0,1-1 9 0,3 1 2 15,-3 1 1-15,0-4 9 0,2 2 0 0,-2 0 5 16,1 3 5-16,-2-4 1 0,0-2 1 0,-2 2 2 16,-2-6 3-16,5 10 3 0,-3-3 1 15,-4 3-7-15,2-10-14 0,-5 12-18 0,3-6-23 0,-4 3-30 16,1 0-22-16,-3-2-31 0,1 1-34 0,2-1-38 16,-3-1-132-16,-1 2-391 0,3-6 174 0</inkml:trace>
  <inkml:trace contextRef="#ctx0" brushRef="#br0" timeOffset="166642.79">8589 12889 153 0,'0'0'399'0,"5"-4"-44"0,-5 4-33 0,0 0-33 0,3-5-32 16,-3 5-32-16,0 0-26 0,0 0-33 0,0 0-36 16,0 0-43-16,-30 6-44 0,23-2-58 0,-2 0-64 15,-2 1-76-15,1 1-241 0,-6 3-429 0,5-4 189 16</inkml:trace>
  <inkml:trace contextRef="#ctx0" brushRef="#br0" timeOffset="171165.46">23727 7504 73 0,'-23'-17'148'0,"-6"3"-12"16,-1 2-3-16,-1 5-1 0,-3 0-11 0,-3 4 8 0,0 4-9 15,-1 0-2-15,1 3-9 0,3 6-4 16,-2-3 0-16,3 5-12 0,2 0-8 0,6 3-9 15,2-1-7-15,6 1-11 0,7-3-7 0,1 2-1 16,4 4-5-16,2-1-2 0,8 1-4 0,4 0-2 0,10 0-1 16,5 4-3-16,5-6 4 0,4-1 7 15,5-5-3-15,11 2 4 0,-12-5-4 0,15-1 1 0,-14-3-9 16,-5 0 4-16,-1-2-5 0,-5-2-3 16,-8 2-3-16,-1-2 1 0,-6-2 13 0,-3 3 1 0,-1 1 2 15,-8-1-5-15,10-1-2 0,-10 1-2 16,7-4-4-16,-7 4 0 0,0 0-10 0,0 0-1 15,0 0-3-15,-23-12-4 0,11 12 2 0,-8 0-3 16,0 2-3-16,-10 4-1 0,-1 3-3 0,-3 2 2 0,0 5-2 16,1-2 1-16,1 3 3 0,2 1 0 0,3 0-8 15,4 0 7-15,2 1-4 0,8-5-1 0,1-1-2 16,5 4 2-16,2-2-2 0,1 2 3 16,6-1 1-16,3 1-1 0,5-3 0 0,4 3 2 0,7-2-20 15,5 1-16-15,6-4-26 0,2-1-37 0,0-1-36 16,4-4-32-16,-1-2-29 0,3 2-21 0,-2-4-147 15,1-2-389-15,-4-2 173 0</inkml:trace>
  <inkml:trace contextRef="#ctx0" brushRef="#br0" timeOffset="171415.49">24021 7656 174 0,'1'-10'227'0,"1"0"-2"0,0 5-12 15,-2 5-11-15,2-9-17 0,-2 9-22 0,2-9-20 16,-2 9-14-16,0 0-22 0,0-7-6 0,0 7 0 16,0 0 0-16,0 0 1 0,6 19 7 0,-2-9-11 15,2 6-6-15,-1 0-12 0,2 0-10 0,2 2-5 16,-1-1-4-16,0 0-8 0,-1 1-4 0,4-2-5 16,-2 2-4-16,-1-2-6 0,-1 0-14 0,2-2-27 15,0 0-22-15,-2-3-32 0,-1 2-31 0,0-2-41 16,1-1-28-16,-1-2-30 0,0 1-15 0,-1 0-146 15,-2-3-380-15,2-2 168 0</inkml:trace>
  <inkml:trace contextRef="#ctx0" brushRef="#br0" timeOffset="171625.31">24299 7668 9 0,'1'-8'156'0,"-1"8"-11"0,0-11-2 0,0 11-10 15,-1-11-4-15,1 11-14 0,0 0-19 0,-1-9-7 16,1 9-9-16,0 0-15 0,0 0-15 0,0-9-10 16,0 9-22-16,0 0-17 0,0 0-14 0,0 0-25 15,0 0-6-15,0 0-3 0,0 0-2 0,0 0-11 16,0 0-6-16,0 0-1 0,0 0-4 0,0 0-2 0,0 0 1 16,0 0-40-16,0 0-121 0,0 0 54 0</inkml:trace>
  <inkml:trace contextRef="#ctx0" brushRef="#br0" timeOffset="172550.4">23554 7633 73 0,'0'0'186'15,"-16"11"-3"-15,3 2-8 0,-5 5-6 0,0 4 2 0,0 0-12 16,3 3-20-16,-1-4-12 0,5 4-9 0,2-3-15 16,5-2-11-16,4 0-8 0,3-1-11 0,4-4-2 15,2 2-6-15,4-3-4 0,5-3-11 0,7-1 0 16,5-1-4-16,-1-7 8 0,2-5 1 15,2-2 3-15,0-5 4 0,-3-2 8 0,-2-2 5 0,-1-4 2 16,-5 0 4-16,-2-1-7 0,-5-3-6 0,-1-1-6 16,-5-3-7-16,0-3-3 0,-1-2-5 0,-6 0-2 15,0-1-12-15,-2 0-1 0,0 0-1 16,-3 1-4-16,-2 5-11 0,-4-2 7 0,4 10-12 16,1-1 1-16,-1 10-4 0,1-2-1 0,2 3-4 0,-2 3-8 15,4 5-11-15,-16 0-5 0,-1 9 4 0,-9 10 2 16,-11 15 2-16,-4 6 2 0,3 6 5 0,1 0 5 15,3 0-4-15,9-4 2 0,4 2-2 16,7-14 5-16,8 1-1 0,1-1 2 0,5-2 0 0,3-2 4 16,4-1 10-16,1-7-2 0,1-2 5 0,5-1 6 15,1-4 1-15,2 0 10 0,-1-5-6 0,2 2 3 16,0-6-2-16,1-2-1 0,-5-2 8 0,3-3 0 16,0-2 6-16,-1-3 1 0,-3 0-8 0,0-5 4 15,-2 0-6-15,-3-3-9 0,1-6 3 0,-5 0-2 16,-6-5-2-16,2 0-6 0,-5 0-15 0,-2 1-1 15,0 0-2-15,0 3-2 0,-2 3-2 0,-4 5-1 16,4 3-9-16,0 5-4 0,-2 4-5 0,-4 3 2 16,-4 3-1-16,-8 9 2 0,-4 8-1 0,-13 9 2 15,-2 2 14-15,1 3-12 0,7 1 3 0,2 0 3 16,12-8 5-16,2 0-4 0,4 0 3 0,4-3-4 16,6-5 1-16,3 0 2 0,3-3 4 0,-1 1 3 15,6-2-4-15,1-2 5 0,2-3-1 0,3 1 2 16,1-4 7-16,4-2 7 0,5-2-1 0,-1-3 2 15,4-4-5-15,-4-1 6 0,1-2 3 0,3-7 3 16,-3-3-6-16,-6 3 2 0,1-8-3 0,1-1-2 16,-5-2-2-16,-3-1-1 0,-2-2-2 0,-5-1-1 15,1 0-11-15,-2 2-2 0,0-6 5 0,-2 6-3 0,-2 1-5 16,-3 5 9-16,4 6-14 0,-2 3 2 16,0 4 3-16,1-1-4 0,-1 4 5 0,0 2-13 15,0 2-3-15,-4 2-6 0,10 1-4 0,-24 7-23 0,9 4-25 16,-5 7-41-16,0-1-37 0,1 3-37 15,5 4-32-15,2 2-20 0,4-1-178 0,1 2-462 16,7-7 204-16</inkml:trace>
  <inkml:trace contextRef="#ctx0" brushRef="#br0" timeOffset="172932.32">24174 7719 112 0,'8'-13'183'16,"-3"0"-28"-16,1 4 4 0,0-3-17 0,1 3-7 15,-2-1-10-15,-1 1-9 0,0 0-15 0,1 5-4 16,-3-2-6-16,2 1-5 0,-4 5-3 0,3-8-1 15,-3 8 1-15,4-5 1 0,-4 5-1 0,0 0-5 16,0 0-4-16,0 0-5 0,2-7-5 0,-2 7-6 16,0 0-6-16,0 0 2 0,0 0 5 0,0 0 0 15,-14 14 8-15,0 0 4 0,-5 7 1 0,-5 2-4 16,1 0-6-16,-4 4-8 0,-5 8-7 0,-1 3-4 16,8-11-1-16,-8 11-6 0,0 1-5 0,2-1-1 15,3-1 8-15,4-7-15 0,-4 8-10 0,8-12-41 16,0 2-42-16,2 0-51 0,1-3-65 0,-3 2-83 15,6-3-150-15,-3-5-451 0,3-5 199 0</inkml:trace>
  <inkml:trace contextRef="#ctx0" brushRef="#br0" timeOffset="173199.37">24505 7845 37 0,'5'-4'314'0,"-5"4"-33"15,6-4-28-15,-6 4-15 0,0 0-11 0,9-5-10 16,-9 5-13-16,0 0-16 0,4-4-18 0,-4 4-16 16,0 0-19-16,0 0-11 0,0 0-16 0,7-4-16 15,-7 4-24-15,7-3-18 0,-2 0-19 0,7-1-21 16,6 1-27-16,1-2-30 0,-2 2-29 0,2-1-33 15,-6 4-24-15,7-4-21 0,-3 1-24 16,0 1-13-16,-4 0-142 0,-1 2-361 0,-1-2 160 0</inkml:trace>
  <inkml:trace contextRef="#ctx0" brushRef="#br0" timeOffset="173502.41">24902 7731 149 0,'0'0'218'16,"2"-7"0"-16,-2 7-4 0,0 0-5 0,0 0-11 15,0 0-10-15,0 0-15 0,-7-12-12 0,7 12-11 16,0 0-7-16,0 0-6 0,-15 13-1 0,6-6 2 16,-2 6-14-16,0 0-11 0,2 0-12 0,-1 3-10 15,1 0-10-15,5-6-12 0,2 2-4 0,0 1-8 16,0-1-6-16,4-1-1 0,-2 2-8 0,4-4 1 16,1 1-6-16,3-3-2 0,2 2-1 0,-1-3 5 0,3 0-11 15,3-2 0-15,2-1-2 0,-3-2-5 16,2-2-1-16,0 0-1 0,-3 1-2 0,-1-3 14 15,-1-2-13-15,-2 1-1 0,2-5-4 0,-3 0 3 16,-1-1-6-16,-3 0-7 0,1-4 7 0,0-3-15 0,-5 3-12 16,0-4-10-16,-2 3-9 0,-3-2-17 15,1 5-3-15,1-1-11 0,-1 1-18 0,-2 2-17 16,1 2-18-16,-3 5-33 0,-2-3-24 0,-2 3-33 16,-1 1-32-16,-4 4-157 0,3 1-431 0,1 1 190 15</inkml:trace>
  <inkml:trace contextRef="#ctx0" brushRef="#br0" timeOffset="173732.02">25127 7707 45 0,'4'-6'279'0,"0"0"-7"0,1-1-4 16,-5 7-3-16,4-6-3 0,-4 6-9 0,5-8-14 16,-5 8-22-16,0 0-25 0,5-5-21 0,-5 5-19 15,0 0-23-15,0 0-4 0,0 0-12 0,4 15-4 16,-4-4-6-16,-2 6-12 0,0 0-4 0,-3 10-8 15,0-2-13-15,1 0-3 0,0 1-3 0,2-6-9 16,-1 1-5-16,2 2-5 0,0-4-15 0,-1 1-26 16,2-4-31-16,-2 1-32 0,0 1-45 0,-1-2-40 15,0 0-43-15,-1-5-48 0,1 2-42 0,-3-3-177 16,2-1-495-16,1-3 220 0</inkml:trace>
  <inkml:trace contextRef="#ctx0" brushRef="#br0" timeOffset="174015.41">25222 7612 157 0,'5'-9'202'15,"-2"3"-20"-15,0 1-15 0,-3 5-15 0,7-9-15 16,-7 9-16-16,6 0-3 0,-6 0-6 0,0 0-9 16,9 8-7-16,-5 0-5 0,-4 0-6 0,3 5-6 15,-2 2 6-15,-4 1-6 0,3 2-8 0,-3-1-5 16,-1 0-7-16,-2-2-6 0,1 2-5 0,0-6 10 15,0 0-6-15,0-1-1 0,1-3-7 0,2-1-4 16,0 1-3-16,-2-1-4 0,2 0-7 0,-1 1 1 16,3-7-3-16,-3 15-5 0,3-15 1 0,5 16-5 15,0-7 7-15,1 0-11 0,6 3 0 0,2-1-11 16,2-2-21-16,3 0-21 0,6 0-22 0,4 1-31 16,-3 2-30-16,7-4-35 0,-6-2-34 0,-1 4-148 15,-7-3-371-15,-5 2 164 0</inkml:trace>
  <inkml:trace contextRef="#ctx0" brushRef="#br0" timeOffset="174215.9">24717 8146 1947 0,'-59'1'122'0,"4"-3"-8"0,0 2-45 0,4 1-15 16,13 2-7-16,3 0-2 0,5 0 3 15,7 0-5-15,6-2-10 0,3 0-5 0,4 0-7 0,3 2 0 16,7-3-6-16,-3 9 10 0,3-9 5 0,26 9 2 15,8-3-4-15,27-1 2 0,36-3-4 16,9-5-20-16,13-4-18 0,0 4-25 0,-2-5-38 16,-8 5-36-16,-10-4-43 0,-2 3-42 0,-34 3-171 0,3 0-397 15,-5-3 176-15</inkml:trace>
  <inkml:trace contextRef="#ctx0" brushRef="#br0" timeOffset="186284.17">24729 8958 53 0,'-6'17'69'0,"0"2"-3"16,2 5-10-16,-5 5 4 0,5 1-4 0,-2 0-8 16,1 2-6-16,3 2 0 0,-5 1-10 0,3-1-4 15,2 14-1-15,-2-3-3 0,-1-9-5 0,2 11 10 16,1-11-13-16,-4 11 1 0,0-2 3 0,2 1-9 15,0-12 4-15,1 12-2 0,1-9 3 0,-5 7-7 16,0-10 2-16,2 15-8 0,1-2 10 0,-5 1-6 16,-1 0 0-16,0 2-3 0,-2-2 3 0,-2 0-4 15,3 2-2-15,2-2 1 0,-8 0-3 0,4-1-4 16,0 0 0-16,-1-1 7 0,1-1 0 0,2-11-16 16,2 0-4-16,-2 13 5 0,3-13 3 0,2 11-11 15,2-9-7-15,1 10 0 0,-2-10-3 0,0 10-14 0,3-11-16 16,0 1-31-16,-5-1-100 0,4 10 45 15</inkml:trace>
  <inkml:trace contextRef="#ctx0" brushRef="#br0" timeOffset="192665.76">20417 8255 61 0,'0'0'73'0,"0"-11"4"0,0 11 6 16,0 0 10-16,1-8-1 0,-1 8-1 0,0 0 0 16,0-7-1-16,0 7 10 0,0 0-8 15,0 0 6-15,0 0-2 0,0 0 0 0,-1-11-5 0,1 11-2 16,0 0-10-16,0 0-2 0,0 0-2 0,0 0 1 15,0-9 0-15,0 9-5 0,0 0 0 0,0 0-5 16,0 0-5-16,0 0 2 0,0 0-11 0,0 0-8 16,-3-8-1-16,3 8-6 0,0 0-3 0,0 0-7 15,0 0-2-15,0 0-5 0,0 0-3 0,0 0 0 16,0 0-1-16,0 0-7 0,0 0-3 0,0 0 1 16,0 0 1-16,0 0-1 0,-1 28-3 0,1-18-2 15,0 7 3-15,-2 2 3 0,2 7-2 0,-2 0-3 16,2 2 5-16,0 3-2 0,0 1-1 0,-1 4 2 15,1-2-1-15,0-3 2 0,-3 4-4 0,3 0 2 16,0-1-2-16,0 1 1 0,1-3 1 0,-1 0 1 16,2 0 5-16,-4-2-3 0,5 1 1 0,-3 0 0 15,1-4-2-15,-1 3-2 0,1-5 2 0,2 2 1 16,1 0-1-16,-4 0-2 0,2 0 1 0,0 1-3 16,-1 1 2-16,0 0-1 0,-1-2 1 0,2-1 1 15,0 2-3-15,-2-9 0 0,1 5 2 0,-2 1-2 16,2 0 0-16,-1-6 3 0,2 1-1 0,-4-1-2 15,4-1 1-15,-2 3 2 0,-2-2 0 0,4 8-4 16,-2-3-1-16,1-4 2 0,-1 0 15 0,0-1 4 16,0 0 0-16,-1-2-4 0,-1 3-2 0,2-2 3 0,0 0 5 15,2 0-5-15,-4 0-2 0,2-3 0 16,2 1-2-16,-2-4 0 0,1 4 2 0,-2-2-4 16,2-2 6-16,-1-1-2 0,0 1 3 0,0 4-2 15,1-4 2-15,2-2-2 0,-2 2-1 0,2-2 1 0,-3-3 3 16,2 3 0-16,-1-1 2 0,-1-2 2 0,0-7 2 15,3 10 8-15,-2-3-17 0,-1-7 0 0,0 10 2 16,0-10-3-16,2 8-2 0,-2-8 0 0,1 6-1 16,-1-6 3-16,0 0-2 0,0 0 0 0,0 0-6 15,1 8-2-15,-1-8 13 0,0 0-11 0,0 0 0 16,0 0-2-16,0 0-1 0,0 0 0 0,0 0 0 16,3 7-3-16,-3-7 1 0,0 0 0 0,0 0-1 15,0 0-2-15,0 0 0 0,0 0-2 0,0 0 2 16,0 0 5-16,1 7-5 0,-1-7 0 0,0 0 5 15,0 0-2-15,9 3-1 0,-9-3-1 0,10 2 0 16,-3-2 2-16,0 2-4 0,6-2 7 0,0 1-8 16,2 1 5-16,4-2-2 0,2 2 7 0,7-2-12 15,1 0 2-15,3 2 0 0,1-1 3 0,-1-1 1 16,2 0-8-16,0 3 9 0,1-2-1 0,0 2-3 16,-1-2 0-16,0 3 2 0,-3-3-1 0,2 2 2 15,0-1-2-15,0 0-4 0,-2 1 12 0,1 0-6 16,-1 1-1-16,-3-2 0 0,1 4-2 0,1-2 3 15,-10-4-2-15,2 3 3 0,-1-1 0 0,1 1-3 16,-3-3 2-16,1 3 2 0,-1 1-1 0,-5-2 0 16,3 3 4-16,-5-2-7 0,-2 1 4 0,1-1 4 15,-1-2-7-15,-2 2 1 0,-2-1-6 0,-6-2 4 16,13 1-2-16,-8 1 1 0,-5-2 1 0,0 0 0 16,10 3 2-16,-10-3-5 0,0 0-10 0,7 0-23 15,-7 0-28-15,0 0-28 0,0 0-42 0,3 5-48 16,-3-5-47-16,0 0-56 0,0 0-187 0,0 0-509 15,-15 8 225-15</inkml:trace>
  <inkml:trace contextRef="#ctx0" brushRef="#br0" timeOffset="193432.94">21332 9588 35 0,'-3'-6'117'0,"3"6"7"0,-4-7-2 15,4 7-8-15,0 0-8 0,-3-8-3 0,3 8 5 16,0 0-10-16,-4-6-8 0,4 6-1 0,0 0-12 15,0 0-4-15,0 0-8 0,-4-6-6 0,4 6-5 16,0 0-2-16,0 0-9 0,0 0-2 0,0 0-8 16,0 0-6-16,0 0 1 0,0 0 0 0,0 0-4 15,0 0 5-15,0 0 8 0,8 25-6 0,-2-15 4 16,4 3 0-16,0 1-1 0,3 1-3 0,-1 2 5 16,3 3 8-16,0 1-5 0,2-1-2 0,-1 3-1 15,1 0 5-15,-2 0-8 0,2 4 0 0,-2 2 1 16,3-1 0-16,-1 3-4 0,5 8 2 0,-8-5 1 15,1-5-6-15,-5 4 0 0,7 12-6 0,-8-13 2 16,2 13-4-16,1-14 4 0,-5 2-8 0,-1-1 0 16,-3 0-5-16,0-1 3 0,-3 0 0 0,0-3 1 15,-1 2 0-15,-4-4 0 0,-2 1 8 0,1-2-2 16,-7-3 0-16,1 2 7 0,-2-1-6 0,-3 2-1 0,-4-8-1 16,-1 2 1-16,-2 0-6 0,-1-2 1 15,0-1-4-15,-2-3 1 0,2-1-5 0,4-5-8 16,1 1-15-16,-2-3-15 0,3-1-25 0,-1-1-37 15,-1 0-25-15,2-2-28 0,0-2-38 0,6 0-189 0,0-4-404 16,3-2 180-16</inkml:trace>
  <inkml:trace contextRef="#ctx0" brushRef="#br0" timeOffset="194167.93">21456 9507 128 0,'0'0'135'0,"0"0"-11"16,-7-4-5-16,7 4-14 0,0 0-13 0,0 0-10 16,0 0 0-16,0 0 8 0,26 7-6 0,-4 1 1 15,6-3-6-15,2 4-3 0,5-2-5 0,2-1-3 16,15 5-4-16,-13-3-7 0,10 5-1 0,3-4 2 15,3 2-6-15,-2-1 0 0,1 4-6 0,-2-2-4 16,1-3-3-16,0 2-7 0,3 3-2 0,1-2 5 16,-1 2-12-16,5 2-3 0,2-1 1 0,-3 2-3 15,4 0-2-15,-5-2-1 0,0-1 0 0,1 2-1 16,-3 0-4-16,-3-3 1 0,-6 1-3 0,2-2-6 0,-17-5 4 16,-2 2 2-16,0 2-2 0,-2-8-3 15,-1 3-1-15,-6-1 7 0,-1-1-4 0,0 0 1 16,-2 0 10-16,-1-1-6 0,-1 0-1 0,-4-1 2 15,-3 1 1-15,1-2 2 0,-3 0 2 0,0 1-2 0,-2 0 3 16,-6-2 0-16,12 0 0 0,-12 0-1 16,9 1-4-16,-9-1-1 0,0 0-1 0,7 4-2 15,-7-4 1-15,0 0 2 0,7 2 7 0,-7-2 3 16,0 0 7-16,0 0 2 0,0 0 6 0,0 0-4 0,-18 12 4 16,5-7-5-16,-11 8-2 0,-3 1 2 0,-4 0-6 15,-1 3 3-15,-16 6-2 0,-1 2-3 0,-2-1 2 16,-4 2-5-16,-5-1-3 0,-23 11-2 0,2 0 9 15,24-10-10-15,-2-2-1 0,0 2 1 0,-2-3-5 16,-21 12 2-16,26-10-2 0,-3-4 0 0,2-1-4 16,0 1 0-16,2 0 3 0,-3 0-4 15,0-4 1-15,3 1-6 0,-1 0 2 0,2-2-4 0,6-1-5 16,-2 4-3-16,13-8-4 0,-13 2-4 0,12-1-10 16,-10-1-9-16,15-3-2 0,1-1-11 0,3 2-6 15,7-5-6-15,0 0-6 0,6 1-18 0,-1 2-14 16,7-4-20-16,1-3-20 0,3 2-22 0,6-2-26 15,-11 2-116-15,11-2-330 0,0 0 146 0</inkml:trace>
  <inkml:trace contextRef="#ctx0" brushRef="#br0" timeOffset="194782.53">23361 9926 151 0,'-9'-3'189'0,"9"3"-11"15,-9-4-8-15,9 4-8 0,-10-2-10 0,2 0-6 16,8 2-15-16,-14 1-11 0,14-1-11 0,-18 2-6 15,8 1-10-15,-1 2-7 0,1-2-10 0,-1 3-7 16,2 1-8-16,-1 3-6 0,1-2-3 0,1 3-7 16,2-1-4-16,0-1-2 0,1 4-5 0,-1 1-2 15,4-2-12-15,-1 0-3 0,2 3 5 0,1-3-4 16,0-1-3-16,3 4-1 0,0-3 1 0,3-1-3 16,-1-1 2-16,4 2-6 0,0-5 7 0,0 2-2 15,2-3 0-15,2 0-4 0,1-2 5 0,-1 0-4 16,3-2 2-16,2-2-2 0,0-2 1 0,-1 0 0 15,-5 0-4-15,4-6 1 0,-5 3 0 0,-1-3-2 0,1 0 3 16,-4-1-1-16,2-2 2 0,-2 0 2 0,-3 1 5 16,-1-7-6-16,0-2 14 0,-3 0-9 15,-3 2 4-15,1-2-5 0,-2 3 8 0,-1-1-1 16,-4 2-4-16,0 0-5 0,0 1-1 0,-5 2-4 0,1 0-8 16,-1 0-8-16,-2 5-17 0,-2-1-26 15,-2 4-21-15,-1 4-31 0,-1 0-40 0,-6 4-37 16,-3 5-196-16,2-1-407 0,1 4 180 0</inkml:trace>
  <inkml:trace contextRef="#ctx0" brushRef="#br0" timeOffset="196651.83">20561 10623 105 0,'-1'-8'203'0,"1"8"-2"16,0 0-5-16,0 0-3 0,0 0-14 0,0 0-14 15,0 0-11-15,0 0-17 0,0 0-13 0,0 0-15 16,0 0-14-16,0 0-11 0,0 0-11 0,0 0-6 15,0 0-10-15,0 0-4 0,0 0-6 0,-7 26 5 16,7-8 11-16,-2 8-5 0,-1 4-3 0,1 5-1 16,-2 14 7-16,0 1 1 0,-1-2-6 0,1 6 0 15,-2-1 0-15,-1-1-5 0,3 1-2 0,-1 2 0 16,4-2-9-16,-2-5-2 0,1-2-2 0,1 4-3 16,3-1 1-16,-2-2-5 0,0-11 0 0,1 12-2 15,-1-14-2-15,3 12 1 0,-2-11 1 0,-2 0-4 16,1-2-2-16,-1 1-2 0,-1-3 1 0,1-1-2 15,0-3 0-15,0 2-5 0,-4-3 1 0,2-2-1 16,1 1 0-16,2-6-5 0,-3 6 1 0,0-8-1 16,2 0-2-16,0 0 1 0,-3 0-6 0,4-2 2 15,-1-2 3-15,-1 0-1 0,1-3-2 0,0 3-3 16,1-6-3-16,0 3-14 0,0 1-14 0,-2-5-19 16,2-6-32-16,-1 9-25 0,1-9-31 0,0 0-17 15,0 9-24-15,0-9-9 0,0 0-38 0,0 0-9 16,0 0-120-16,0 0-383 0,0 0 170 0</inkml:trace>
  <inkml:trace contextRef="#ctx0" brushRef="#br0" timeOffset="197449.93">20633 10715 68 0,'-3'-7'113'0,"3"7"-12"16,0 0-11-16,0 0-5 0,0 0-16 0,-3-7 9 15,3 7-11-15,0 0-9 0,-2-9 5 0,2 9 1 16,0 0 1-16,-3-7-8 0,3 7-2 0,0 0 5 15,-2-8-5-15,2 8-4 0,0 0-7 0,-3-9-4 16,3 9 0-16,0 0-3 0,-2-8 2 0,2 8-3 16,0 0-4-16,-4-9-2 0,4 9 0 0,0 0 0 15,-3-5-11-15,3 5 4 0,0 0-2 0,0 0-3 16,-2-10 5-16,2 10-7 0,0 0-4 0,0 0 5 16,-3-10 2-16,3 10-8 0,0 0-2 0,-2-7-1 15,2 7 10-15,0 0 4 0,-2-7-2 0,2 7 0 16,0 0 0-16,-2-8-8 0,2 8 5 0,0 0-2 15,-3-10-1-15,3 10-2 0,-4-4 5 0,4 4-4 16,-5-8-1-16,5 8 0 0,0 0 1 0,-3-8 4 16,3 8 3-16,-3-6-6 0,3 6 3 0,0 0-2 0,-5-6 4 15,5 6-4-15,0 0 2 0,0 0 1 16,-4-7-5-16,4 7 0 0,0 0 1 0,0 0-4 16,-4-4 0-16,4 4-2 0,0 0 0 0,0 0 3 0,0 0-4 15,0 0 6-15,0 0 1 0,-5-5-2 0,5 5-3 16,0 0 0-16,0 0-2 0,0 0 2 0,0 0-6 15,0 0-1-15,0 0 1 0,0 0 0 0,0 0 1 16,15-4-4-16,-2 5 3 0,5-2 3 0,2 1-7 16,11-1 3-16,1 0-2 0,0 0 3 0,0-1-3 15,3 0 1-15,-2 0 1 0,1 2-5 16,1-1 5-16,-2-1 1 0,4 1-6 0,-1 2 1 0,0 1 1 16,2-1 3-16,-2-1 3 0,5 0-7 0,-3 2-8 15,0-1 7-15,1 2-6 0,0-3-7 0,-2 1-7 16,0 0-18-16,2-1-6 0,-2-1-24 0,-4 1-10 15,3-1-17-15,-2-1 0 0,-2 1-21 0,-1-2-16 16,-4 3-19-16,-7-1-86 0,-2-2-259 0,0 0 115 16</inkml:trace>
  <inkml:trace contextRef="#ctx0" brushRef="#br0" timeOffset="200748.81">23461 10067 27 0,'0'0'96'16,"0"0"-6"-16,-12-2 0 0,12 2 5 0,0 0-7 15,-9 0-4-15,9 0-1 0,0 0-4 0,0 0-8 0,-7-1 6 16,7 1-9-16,0 0-4 0,0 0-1 16,0 0-4-16,0 0 0 0,0 0-4 0,0 0-5 15,0 0 1-15,0 0-4 0,-9-2 3 0,9 2-2 16,0 0-4-16,0 0-3 0,0 0-5 0,0 0-2 15,0 0-5-15,0 0 1 0,0 0-4 0,29 3 4 16,-11-4-1-16,4-1 1 0,-2 2-4 0,13-1-2 16,-2 1-1-16,2-3 0 0,0 1 1 0,1 0 4 15,-4 1-1-15,2-1 0 0,-4 0 3 0,-1-1-2 0,0 0 0 16,0 2 1-16,-5-2-2 0,-1 1-1 16,0 1 1-16,-2 1 1 0,-1-1-4 0,-1-1 3 15,-5 2 5-15,-1 0 1 0,-4-2 6 0,1 2 2 0,-8 0 6 16,13-2 13-16,-13 2-9 0,10-1 5 0,-10 1 7 15,0 0-4-15,8-2-1 0,-8 2-1 0,0 0-6 16,0 0-7-16,8 0-1 0,-8 0-5 16,0 0-5-16,0 0-4 0,0 0-3 0,0 0-8 0,0 0-24 15,0 0-32-15,0 0-46 0,0 0-55 0,0 0-66 16,0 0-59-16,0 0-144 0,0 0-440 0,-24 10 196 16</inkml:trace>
  <inkml:trace contextRef="#ctx0" brushRef="#br0" timeOffset="201566.32">23710 10414 125 0,'0'0'207'0,"0"-7"-21"0,0 7-17 16,0 0-16-16,0 0-18 0,0 0-14 0,0 0-3 15,0 0 11-15,0 0 8 0,-1 33-3 0,-6-6 7 16,0 6-8-16,-5 13 0 0,1 5-9 0,1 2-8 15,-3 1-10-15,-3 4-10 0,5-4-16 0,-3 1-8 16,1-2-7-16,0 1 4 0,1-6-5 0,-3-2-2 16,4 0-3-16,3-11-1 0,-2-5-7 0,4-1 3 15,-2 2-8-15,3-6-4 0,0-6-6 0,0 5-2 16,1-5-2-16,1-3-3 0,-1-4-1 0,2 1-2 16,-2-1-4-16,3-1 3 0,1-5-5 0,-3 1-5 15,2 2 1-15,1-9-10 0,-1 11-17 0,1-11-23 0,-2 10-20 16,2-10-24-16,-2 8-26 0,2-8-25 15,-3 5-35-15,3-5-22 0,-6 3-36 0,6-3-194 0,-13 0-449 16,13 0 198-16</inkml:trace>
  <inkml:trace contextRef="#ctx0" brushRef="#br0" timeOffset="201869.02">23231 11272 109 0,'0'0'152'0,"0"0"-8"0,0 0 7 16,0 0 12-16,0 0-3 0,0 0 0 0,16 18 9 16,-12-8 1-16,1 1-11 0,1 6-19 0,-4 1-5 15,3 1-5-15,-2 6-11 0,0-1-10 0,-3-3-10 16,3 4-3-16,-2-6-15 0,1 0-10 0,0-3-3 16,2 2-5-16,-3-2-8 0,2 0-10 0,-2-5-1 15,3-1-1-15,0-1-5 0,-2-2-5 0,2 0-3 16,-1-1 1-16,2-3-4 0,-1 1 9 0,1 0 2 15,4-2 1-15,1-3 1 0,2 1-9 0,5-5 0 16,4-2-4-16,3-4 0 0,4-2-5 0,2 0-1 16,-1 0-2-16,-1-3-4 0,1 0 2 0,2 2-13 15,-7 3-12-15,3-3-17 0,1 3-24 0,-5 1-36 16,-3 3-41-16,-5 0-47 0,3 0-47 0,-7 6-227 16,2-3-482-16,-4 1 213 0</inkml:trace>
  <inkml:trace contextRef="#ctx0" brushRef="#br0" timeOffset="202632.04">21401 12744 135 0,'0'0'240'0,"-16"0"-4"0,16 0-7 0,-10 0-12 15,10 0-11-15,-9 0-14 0,9 0-15 0,0 0-5 16,-11-1-17-16,11 1-12 0,0 0-19 0,0 0-12 16,0 0-9-16,0 0-14 0,0 0-7 0,0 0-9 15,0 0-5-15,35 0-9 0,-17 0-2 0,1 0-7 16,3 0-8-16,0 0-2 0,-3 0 13 0,-1 0-2 16,0 0-6-16,-5 1-6 0,-1-1-5 0,0 2-1 15,-1 0-6-15,-4 0-5 0,1-1-1 0,-8-1-2 16,9 7-3-16,-8-3-1 0,-1-4-1 0,-3 17-4 15,-3-4 2-15,-2 4 0 0,-6 4 1 0,-5 5 3 16,-3 0-1-16,-1 3 4 0,-10 10 1 0,2 1 2 0,-3 2-5 16,1-2 1-16,-2-1-2 0,3-3 4 0,1 0 7 15,-2 0 2-15,9-10 3 0,-2 0 1 16,3-1 6-16,3 0-4 0,1-5 0 0,6-4-1 16,-1-2-8-16,5-1-8 0,0-2 3 0,3-3-2 0,-1 2-4 15,2-5-2-15,1 0-1 0,2 0 1 0,2-5 5 16,-3 9 3-16,3-9 10 0,0 0 5 15,5 12 7-15,0-10-1 0,2 1-3 0,7-1-7 16,-1 0-3-16,6 2 0 0,-1-5-5 0,3 1-5 16,1-3-3-16,7 1-15 0,-8 1-16 0,10-4-24 0,-2 0-30 15,2 0-30-15,-4 2-39 0,3-4-30 0,1 3-39 16,-3-4-38-16,3 3-25 0,-1-3-37 0,0 1-164 16,-1-2-510-16,-3 1 226 0</inkml:trace>
  <inkml:trace contextRef="#ctx0" brushRef="#br0" timeOffset="202785.21">21882 13241 170 0,'0'0'273'0,"0"0"-27"16,5-5-18-16,-5 5-14 0,0 0-11 0,8-3-20 0,-8 3-18 16,0 0-17-16,0 0-18 0,0 0-16 0,9-3-29 15,-9 3-32-15,12 0-43 0,-12 0-56 0,11 0-63 16,-11 0-48-16,12 0-162 0,-12 0-345 0,0 0 153 15</inkml:trace>
  <inkml:trace contextRef="#ctx0" brushRef="#br0" timeOffset="202940.83">21852 13376 26 0,'-5'6'219'0,"5"-6"-9"0,-4 7 2 0,4-7 2 15,0 0 3-15,0 0-10 0,-3 5-9 0,3-5-15 0,0 0-17 16,0 0-13-16,0 0-15 0,0 0-20 0,22-2-21 15,-12-1-35-15,2 0-48 0,-1 1-52 0,2-3-68 16,7-1-64-16,0 0-184 0,-2 1-383 0,1-3 170 16</inkml:trace>
  <inkml:trace contextRef="#ctx0" brushRef="#br0" timeOffset="206165.75">22629 12933 180 0,'0'0'201'0,"0"0"-7"0,0 0-13 16,-3-9-19-16,3 9-16 0,0 0-19 0,0 0-15 16,0 0-10-16,0 0-5 0,0 0-13 0,0 0 1 15,-16 23-7-15,9-11-9 0,0 4-5 0,-1 0-7 16,0 2-2-16,-3 5-5 0,2-6-5 0,0 0-6 16,2-1 4-16,1 2-7 0,0-3-5 0,-3 0 15 15,5-1-3-15,0-2-8 0,0-2-1 16,-1 0-3-16,2-1-5 0,0 0 1 0,-1-3-3 0,3 1-2 15,1-7-2-15,-3 10 0 0,3-10-4 0,-2 7-2 16,2-7 5-16,-3 6-6 0,3-6 6 16,0 0 11-16,-3 7 7 0,3-7 11 0,0 0 2 0,0 0 7 15,0 0-3-15,0 0-5 0,0 0-7 0,0 0-2 16,0 0-6-16,0 0-8 0,0 0-2 0,6-34 2 16,-1 18-8-16,1-2-4 0,0 0-7 0,3-7 1 15,0-1-9-15,0-1 1 0,1 2-1 16,2 0 0-16,-2 0 3 0,0 2 2 0,1-2-9 0,-1 8 5 15,-2 1 0-15,-1 0 0 0,1 4 2 0,-3 1 0 16,0 1-4-16,0 0 2 0,-1 2 1 0,0 2-1 16,-1 1-3-16,-1-1-1 0,3 1 4 0,-5 5-1 15,5-7-2-15,-5 7-3 0,5-4 1 0,-5 4 0 16,8-2-1-16,-8 2 4 0,0 0-2 0,14 8 1 16,-9-1-4-16,2 3 2 0,0 0 7 0,0 4 4 15,0 3 4-15,0 1 1 0,0 7 7 0,-1 0 8 16,-3 3 3-16,2 2 9 0,-3-1-3 0,-4 1-2 15,2 0-1-15,-1 1-4 0,-1-5 0 0,2 0 1 16,0-2-8-16,-2-6 6 0,1 0-5 0,-1-2-2 16,-1 1 0-16,3-1-4 0,-1-4-2 0,-1-1 0 15,1 0-3-15,0 0 2 0,2-1 0 0,-1-10-3 16,-1 14-1-16,1-14-3 0,0 10 3 0,0-10-6 16,0 9-17-16,0-9-15 0,1 6-15 0,-1-6-24 15,0 0-20-15,0 0-24 0,-2 8-34 0,2-8-51 16,0 0-46-16,0 0-219 0,0 0-500 0,-18-13 221 15</inkml:trace>
  <inkml:trace contextRef="#ctx0" brushRef="#br0" timeOffset="206365.19">22513 13151 198 0,'0'0'187'0,"0"0"-15"16,0 0-7-16,0 0-8 0,11-7-6 0,2 6-12 15,2-5-6-15,6 3-16 0,-1-1-10 0,7-1-14 16,-5 1-6-16,7-2-10 0,-2 2-8 0,-6 4-7 16,-1-3-10-16,1 2 0 0,0-1-12 0,-2 1-17 15,0 1-23-15,-6 0-35 0,1 0-29 0,-1 0-39 16,-2 1-31-16,-11-1-23 0,18 2-108 0,-11 2-287 16,-7-4 127-16</inkml:trace>
  <inkml:trace contextRef="#ctx0" brushRef="#br0" timeOffset="207444.91">23217 12969 161 0,'-4'-5'236'0,"4"5"-6"15,-4-7-3-15,4 7-13 0,-4-5-17 0,4 5-12 16,0 0-19-16,0 0-15 0,-2-9-14 0,2 9-13 16,0 0-13-16,0 0-13 0,0 0-9 0,0 0-12 15,0 0-7-15,0 0-8 0,0 0-7 0,-3-6-4 16,3 6-9-16,0 0-4 0,0 0-4 0,0 0 1 15,0 0-7-15,0 0-5 0,0 0 2 0,0 0-5 16,0 0-3-16,0 0-1 0,0 0-2 0,0 0-1 16,0 0 0-16,0 0 2 0,0 0-6 0,0 0 1 15,0 0-3-15,0 0-2 0,0 0 2 0,0 0-3 16,0 0 3-16,0 0-1 0,0 0-2 0,0 0 1 16,0 0-2-16,0 0-1 0,0 0 1 0,0 0 3 15,0 0-3-15,0 0 2 0,0 0 0 0,0 0-3 16,0 0 0-16,0 0 0 0,0 0-2 0,0 0 2 15,0 0-1-15,0 0 1 0,0 0-1 0,0 0 0 16,0 0 0-16,0 0-1 0,0 0 0 0,0 0 2 16,0 0 0-16,0 0-4 0,0 0 7 0,0 0-5 15,0 0 0-15,0 0 5 0,0 0-2 0,0 0-3 0,0 0 2 16,0 0-4-16,0 0 6 0,0 0-2 0,0 0-2 16,0 0-2-16,0 0 1 0,0 0-2 0,0 0 4 15,0 0 0-15,0 0-4 0,0 0-7 16,0 0-10-16,0 0-8 0,0 0-12 0,0 0-11 15,0 0-13-15,0 0-17 0,0 0-13 0,0 0-22 0,0 0-30 16,0 0-32-16,0 0-31 0,0 0-134 0,0 0-371 16,0 0 163-16</inkml:trace>
  <inkml:trace contextRef="#ctx0" brushRef="#br0" timeOffset="208515.38">23172 13194 69 0,'0'0'117'0,"0"0"-3"0,0 0-5 0,0 0 0 0,0 0 0 16,0 0 3-16,0 0-3 0,0 0 1 0,0 0-3 15,0 0 4-15,0 0-1 0,0 0 2 16,0 0 2-16,0 0-5 0,0 0-2 0,0 0-14 0,0 0-8 16,0 0-8-16,0 0-6 0,0 0-3 0,0 0-1 15,0 0-8-15,-19-9-2 0,19 9 0 0,-10-3-9 16,10 3 2-16,0 0 1 0,-12-1-2 0,12 1 0 16,0 0-3-16,-9-2-3 0,9 2 0 15,0 0-3-15,0 0-3 0,0 0-2 0,-8-1-2 16,8 1-5-16,0 0 5 0,0 0-13 0,0 0 3 0,0 0-7 15,0 0 2-15,0 0-5 0,35-3 5 0,-20 1-6 16,4 0-1-16,3-1-1 0,6 1 1 0,-1 0-3 16,-6 0 0-16,0-1-1 0,0 2-1 0,1-1-6 15,-2 0-9-15,-2-1-10 0,1 2-10 0,-1 0-14 16,-4-1-18-16,-1 1-12 0,1 0-39 0,-4 0-24 16,0 1-32-16,2 0-30 0,-6 1-24 0,-6-1-121 15,9 0-373-15,-9 0 165 0</inkml:trace>
  <inkml:trace contextRef="#ctx0" brushRef="#br0" timeOffset="208751.32">23364 13022 41 0,'0'0'227'0,"-5"-5"-12"0,5 5-19 15,0 0-10-15,0 0-17 0,0 0 16 0,0 0 6 16,-9 16-2-16,7-3-10 0,-1 3-20 0,-1 3-10 15,0-2-9-15,1 3-17 0,1 6-6 0,-3-2-15 16,2-5-6-16,2 2-12 0,-2 2-8 16,1-4-9-16,0 0-5 0,1-1-8 0,-1 2-6 0,-1-1-5 15,0-2-13-15,1 2-30 0,-1-2-33 0,1-4-39 16,-2 3-64-16,0-6-51 0,2 2-58 0,-4-1-165 16,4-1-443-16,-1-4 197 0</inkml:trace>
  <inkml:trace contextRef="#ctx0" brushRef="#br0" timeOffset="209220.22">23427 12808 9 0,'-16'-8'247'0,"-1"2"-11"0,-3 1-8 16,-7 5-5-16,-2 2-5 0,-1 5-10 0,1 4-17 15,1 5-11-15,-2 2-8 0,1 5-4 0,-7 12-8 16,3 1-16-16,4 4-8 0,4 2-14 0,6 1-8 16,3-10-11-16,-4 9-9 0,6 2-10 0,7-9-5 15,1-1-11-15,3 1-3 0,1-1-8 0,4-2-12 16,0-1-3-16,3-2-1 0,4-1-3 0,0-1-5 16,5-3-3-16,2-3 2 0,0-1-5 0,0-4-4 15,7-1-5-15,2-4 4 0,2-1 0 16,1-4-5-16,1 0-3 0,3-6-2 0,3 0-1 0,-1-4-3 15,0-1 4-15,0 1-5 0,-2-7 2 0,1-1-1 16,-2 0 2-16,-3-5-7 0,3 1 5 0,-6-3 0 16,2-1-2-16,0-1 2 0,-1-6-1 0,-2 1-2 15,-1-2 0-15,-3-2-2 0,5-10 3 0,-10 9-3 16,-2-1-3-16,-4-1-14 0,-3-1-12 0,-1-14 3 16,-6 15 3-16,-2 0 0 0,-4 0 2 0,-7 1-5 15,-4 2 1-15,-3 2 1 0,-2 3 0 0,-1 5 1 16,-3 2 3-16,-4 3 0 0,1 2 1 0,0 5 1 15,-3 1-4-15,0 4-3 0,-2 2-9 0,2 3-16 16,3 4-14-16,-1 3-24 0,5 1-24 0,2 3-23 16,6-1-41-16,4 2-30 0,1 2-39 0,6 3-164 15,2-1-439-15,2 8 195 0</inkml:trace>
  <inkml:trace contextRef="#ctx0" brushRef="#br0" timeOffset="209483.89">23895 12993 63 0,'0'0'290'0,"4"-8"-22"16,-4 8-22-16,5-6-22 0,-5 6-18 0,0 0-18 16,0 0 5-16,0 0-13 0,5 17-11 0,-3 1-17 15,-2 7-14-15,0-2-11 0,-3 5-14 0,2 0-10 16,-3-1-12-16,-1 1-10 0,2-2-3 0,-1-2-4 15,1 3-12-15,0-1-1 0,-3-2-12 0,3-5-7 16,-1-1-3-16,0 2-7 0,-1-4-18 0,3 1-23 16,-1-6-27-16,-1 2-28 0,1-1-39 0,0-2-34 15,1-3-37-15,0 0-28 0,2-7-36 0,-4 12-149 16,2-8-419-16,2-4 185 0</inkml:trace>
  <inkml:trace contextRef="#ctx0" brushRef="#br0" timeOffset="209900.12">23978 12998 77 0,'12'-10'215'0,"-1"3"-1"0,1 1-9 16,-2-1-15-16,2 3-13 0,-1 2-14 0,-1 0-14 16,3 2-7-16,-3 0-13 0,1 2-10 0,0 2-5 15,-2-1-15-15,-1 3-7 0,-3-2-8 0,1 6 0 16,-1 1 3-16,-1 0-6 0,-3 1 0 0,-2-1-4 15,-3 5-7-15,-3-1-8 0,-2-1 0 0,-3 2-10 16,0-2-4-16,0 0-7 0,-1 0-2 0,-1 0-5 16,2-1-6-16,0 1-13 0,0-2-10 0,3-4-10 15,0 2-14-15,3-1-10 0,0 0-3 0,2-2-3 0,2 1-6 16,2 0-4-16,0-8-3 0,6 15 7 16,-3-6 2-16,4 0 6 0,3 0 2 0,0-2 4 15,-2 3 4-15,3-1-1 0,0-2 10 0,-2-1-3 16,2 3 9-16,-2-2 9 0,3 0 11 0,-2-1 5 15,-1 1 8-15,-2-1 3 0,-3-2 6 0,3 1 15 16,-2-2 6-16,-3 3 7 0,-2-6 14 0,0 8-4 16,0-8 0-16,-7 10-8 0,3-5-1 0,-3 0-10 15,-5 0-5-15,-5 4-1 0,0-2-5 0,-3 1-7 16,1 0-5-16,-8-1-23 0,6-1-24 0,-5 1-30 16,-1-2-35-16,0 1-52 0,-1-1-57 0,6-2-68 15,-5 0-189-15,7-2-485 0,-8-1 215 0</inkml:trace>
  <inkml:trace contextRef="#ctx0" brushRef="#br0" timeOffset="210416.67">22529 12691 137 0,'0'0'219'0,"-11"-1"-2"0,11 1 13 0,-8-2-14 0,8 2-20 15,0 0-20-15,0 0-19 0,0 0-10 0,0 0-16 16,0 0-11-16,45 1-13 0,-7 0-8 16,18 0-7-16,12-1-11 0,30 2-1 0,7-1-4 15,6-2-10-15,3-1-3 0,5 0-7 0,3 3-6 0,0 3-2 16,-3 0-2-16,-1-1-3 0,-2 1-5 15,-2 0-7-15,-6 1-4 0,-12 0-3 0,-29 0 1 16,-2-3-5-16,-5 2-1 0,-3-2-1 0,-5-1-3 16,-18 0 1-16,-2-1 3 0,-11 2 11 0,0-1 8 0,-1-1 7 15,-7 0 9-15,1 2 3 0,-5-2 3 0,-1 0 14 16,-8 0 2-16,11-2 0 0,-11 2 0 0,10 2-2 16,-10-2-12-16,0 0-1 0,12 0-16 0,-12 0-3 15,0 0-10-15,0 0-24 0,8 0-38 16,-8 0-53-16,0 0-74 0,0 0-101 0,0 0-324 0,-31 4-629 15,12-1 278-15</inkml:trace>
  <inkml:trace contextRef="#ctx0" brushRef="#br0" timeOffset="211033.33">21640 13922 185 0,'-12'1'274'0,"12"-1"-14"16,0 0-8-16,0 0-13 0,0 0-20 0,0 0-15 15,0 0-10-15,32 3-11 0,3-2-16 0,17 2-10 16,8-3-10-16,35 1-16 0,3 0-13 0,9-3-8 16,5-2-11-16,7 1-12 0,-2 3-14 0,-3-6-24 15,-2-2-20-15,-2 4-17 0,0 0-19 0,0-4-28 16,4 1-26-16,-1 4-27 0,-8-1-29 0,1-2-37 16,2 1-36-16,-11 2-31 0,-4-3-165 0,-28 2-419 15,26-1 186-15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18:18.596"/>
    </inkml:context>
    <inkml:brush xml:id="br0">
      <inkml:brushProperty name="width" value="0.05292" units="cm"/>
      <inkml:brushProperty name="height" value="0.05292" units="cm"/>
      <inkml:brushProperty name="color" value="#FF0000"/>
    </inkml:brush>
  </inkml:definitions>
  <inkml:trace contextRef="#ctx0" brushRef="#br0">13065 16139 2 0,'0'0'68'0,"0"0"-13"15,-2-6 2-15,2 6-8 0,0 0-5 0,0 0-5 16,0 0-13-16,0 0-4 0,0 0-9 0,0 0-17 16,0 0-4-16,0 0-12 0,0 0-4 0,0 0-30 15,0 0-57-15,-6 24 25 0</inkml:trace>
  <inkml:trace contextRef="#ctx0" brushRef="#br0" timeOffset="602.17">13072 17215 48 0,'0'0'81'0,"0"0"1"16,0 0-12-16,0 0 1 0,0 0-12 0,0 0-3 15,0 0-8-15,0 0 5 0,0 0-6 16,0 0-9-16,0 0 2 0,0 0-9 0,0 0-6 15,0 0 5-15,0 0-9 0,0 0-1 0,0 0 4 16,0 0-9-16,0 0 4 0,0 0-9 0,0 0 0 16,0 0-5-16,0 0 11 0,0 0-13 0,0 0 8 15,0 0-24-15,0 0-11 0,0 0-10 0,0 0-16 16,0 0-24-16,0 0-49 0,0 0-134 0,0 0 59 16</inkml:trace>
  <inkml:trace contextRef="#ctx0" brushRef="#br0" timeOffset="1585.03">13053 18320 98 0,'0'0'100'15,"0"0"0"-15,0 0-2 0,0 0-15 0,0 0 3 0,0 0-12 16,0 0-10-16,0 0-4 0,0 0 2 0,0 0-12 16,0 0-2-16,0 0-1 0,0 0-10 15,0 0 1-15,0 0-9 0,0 0-8 0,0 0 3 16,0 0-3-16,0 0-5 0,0 0 12 0,0 0-27 15,0 0 12-15,0 0-1 0,0 0 0 0,0 0-10 16,0 0-6-16,0 0-5 0,0 0-8 0,0 0-5 16,0 0-25-16,0 0 1 0,0 0-17 0,0 0-8 15,0 0-22-15,0 0-49 0,0 0-155 0,0 0 69 16</inkml:trace>
  <inkml:trace contextRef="#ctx0" brushRef="#br0" timeOffset="3980.97">12768 15869 36 0,'0'0'45'0,"0"0"-3"16,0 0 1-16,0 0 2 0,0 0 0 15,0 0-12-15,0 0 2 0,0 0-6 0,0 0 4 16,0 0 0-16,0 0-13 0,0 0 5 0,0 0-8 16,0 0 6-16,0 0-1 0,0 0 0 0,0 0-2 15,0 0-2-15,0 0-1 0,0 0 2 0,0 0-8 16,0 0 9-16,0 0-4 0,0 0-6 0,0 0 0 16,0 0-2-16,0 0 2 0,0 0 2 0,0 0-6 15,0 0 2-15,0 0 2 0,0 0-2 0,0 0 5 16,0 0 0-16,0 0-5 0,0 0 9 0,0 0 4 15,0 0-5-15,0 0 0 0,0 0-7 0,0 0 8 16,0 0-7-16,0 0 5 0,0 0-3 16,0 0 4-16,0 0 1 0,0 0-3 0,0 0-4 15,0 0 3-15,0 0 1 0,0 0 2 0,0 0-12 16,0 0 2-16,0 0-1 0,0 0 7 0,0 0-3 16,0 0-8-16,0 0 4 0,0 0 0 0,0 0-3 15,0 0 6-15,0 0-7 0,0 0 2 0,0 0-1 16,0 0 1-16,0 0 4 0,0 0-12 0,0 0 8 15,0 0 3-15,0 0-5 0,0 0-1 0,0 0 2 16,0 0 4-16,0 0-3 0,0 0 2 16,0 0 7-16,0 0 3 0,0 0-6 0,0 0 1 15,0 0 6-15,0 0-4 0,0 0 1 0,0 0 6 16,0 0-3-16,0 0 0 0,0 0 3 0,0 0 1 16,0 0-10-16,0 0 0 0,0 0 2 0,0 0-1 15,0 0 2-15,0 0-6 0,0 0 4 0,2-17-5 16,-2 17 3-16,0 0 0 0,0 0-10 0,0 0 3 15,0 0 4-15,0 0 0 0,0 0-4 0,0 0-1 16,0 0-2-16,0 0 8 0,0 0-3 0,4-14 3 16,-4 14-1-16,0 0 2 0,0 0 1 0,0 0-2 15,0 0-6-15,4-14 2 0,-4 14 0 16,0 0 3-16,0 0 1 0,0 0 4 0,0 0 4 0,0 0 1 16,0 0 2-16,0 0 2 0,3-16-5 0,-3 16 0 15,0 0-5-15,0 0 8 0,0 0-1 0,0 0-1 16,0 0-2-16,0 0 6 0,0 0-5 0,0 0-4 15,0 0-1-15,0 0 5 0,0 0-2 16,2-15-2-16,-2 15 1 0,0 0-6 0,0 0 1 16,0 0-2-16,0 0 5 0,0 0-7 0,0 0 1 0,0 0 5 15,0 0-3-15,0 0 0 0,0 0-4 16,0 0 0-16,0 0-1 0,0 0 14 0,0 0-10 16,0 0-1-16,0 0-2 0,0 0-1 0,0 0-2 15,0 0 1-15,0 0 3 0,0 0-3 0,0 0 0 16,0 0-4-16,0 0 4 0,0 0-2 0,0 0-7 15,0 0 7-15,0 0-11 0,0 0 9 0,0 0 2 16,0 0 2-16,0 0-5 0,0 0-2 0,0 0 5 16,0 0 0-16,0 0 5 0,0 0-4 0,0 0-4 15,0 0 4-15,0 0 1 0,0 0 9 0,0 0-10 16,0 0 6-16,0 0-2 0,-5 52 0 16,5-52 6-16,0 17 0 0,0-17 1 0,2 19 5 15,-2-19 2-15,-2 21-2 0,2-21 3 0,-2 20 2 16,2-20-9-16,2 19 4 0,-2-19 4 0,-4 21-6 15,4-21-1-15,-4 21 2 0,4-21-2 0,-3 20 3 16,3-20 4-16,-5 18-3 0,5-18 3 0,-4 16-3 16,4-16-2-16,0 0-2 0,-3 15 3 0,3-15-6 15,0 0 2-15,0 0-6 0,-2 15 1 0,2-15 3 16,0 0-2-16,0 0 0 0,0 0-6 0,0 0 4 16,0 0 3-16,0 0 2 0,-4 14-8 0,4-14 6 15,0 0-2-15,0 0-1 0,0 0 3 0,0 0-2 16,0 0 0-16,0 0 2 0,0 0-2 0,0 0 3 15,0 0 0-15,0 0 1 0,0 0-1 0,0 0 2 16,0 0-5-16,0 0 2 0,0 0-1 0,0 0 4 16,0 0-4-16,0 0-2 0,0 0-7 0,0 0-24 15,0 0-44-15,0 0-14 0,0 0-53 0,0 0-39 16,0 0-138-16,15-41-339 0,-15 41 150 0</inkml:trace>
  <inkml:trace contextRef="#ctx0" brushRef="#br0" timeOffset="5561.27">12808 16534 47 0,'0'0'43'0,"0"0"-4"0,0 0-12 0,0 0-3 16,0 0-13-16,0 0-11 0,0 0-11 0,0 0-19 16,0 0-33-16,0 0 14 0</inkml:trace>
  <inkml:trace contextRef="#ctx0" brushRef="#br0" timeOffset="7242.28">12720 18597 4 0,'0'0'100'0,"0"0"-11"0,0 0-5 15,0 0 4-15,0 0-8 0,0 0-5 0,0 0-7 16,0 0-3-16,0 0-3 0,0 0-2 0,0 0 15 15,0 0-10-15,0 0-11 0,0 0 5 0,0 0 2 16,0 0 1-16,0 0 9 0,0 0-6 0,0 0-9 16,0 0 0-16,0 0-3 0,0 0-5 0,0 0-3 15,0 0-2-15,0 0-2 0,0 0-4 0,0 0-4 16,0 0 0-16,0 0 3 0,0 0 0 0,0 0-6 16,0 0 1-16,0 0-7 0,0 0 2 0,0 0 0 15,0 0-2-15,0 0 2 0,0 0-7 0,0 0-4 16,0 0 1-16,0 0-6 0,0 0 3 0,0 0-5 15,0 0-4-15,0 0 3 0,0 0-5 0,0 0 2 16,0 0 4-16,0 0-5 0,0 0 1 0,0 0 1 16,0 0 4-16,0 0-5 0,0 0 0 0,0 0 1 15,0 0 1-15,0 0-4 0,0 0 2 0,0 0 0 16,0 0-2-16,0 0-2 0,0 0 6 0,79-25-3 16,-79 25 0-16,0 0-2 0,0 0 1 0,0 0-2 15,0 0 4-15,0 0-3 0,0 0 0 16,0 0 0-16,32-9 7 0,-32 9-1 0,0 0 2 15,0 0 3-15,0 0 6 0,0 0-5 0,0 0-5 16,0 0 7-16,0 0-6 0,0 0 1 0,0 0-2 16,0 0-2-16,0 0 0 0,0 0 0 0,0 0 0 15,0 0-3-15,0 0 0 0,0 0-3 0,0 0 2 16,0 0-2-16,0 0 2 0,0 0-3 0,0 0 1 16,0 0 1-16,0 0-1 0,0 0-2 0,0 0 0 15,0 0 4-15,0 0-2 0,0 0 1 0,0 0-5 16,0 0 6-16,0 0-4 0,0 0 1 0,-91 28 1 15,91-28-4-15,0 0 3 0,0 0 1 0,0 0-2 16,0 0 4-16,0 0-5 0,0 0-2 0,0 0-1 16,0 0 3-16,0 0-4 0,0 0 2 0,0 0-2 15,0 0-7-15,0 0-1 0,0 0-3 0,0 0-8 16,0 0-16-16,0 0-24 0,0 0-30 0,0 0-28 16,0 0-41-16,0 0-121 0,0 0-308 0,0 0 137 15</inkml:trace>
  <inkml:trace contextRef="#ctx0" brushRef="#br0" timeOffset="15070.23">12789 15780 45 0,'0'0'73'16,"0"0"-3"-16,0 0-4 0,0 0-2 0,0 0-5 15,0 0 0-15,0 0 0 0,0 0-8 0,0 0 9 0,0 0-6 16,0 0-4-16,0 0 2 0,0 0-1 0,0 0-20 16,0 0-2-16,-21-3 1 0,21 3-4 15,0 0-1-15,0 0 4 0,-10 0-2 0,10 0 2 16,0 0-1-16,0 0-6 0,-13-2-4 0,13 2 0 15,0 0-3-15,-12 1-7 0,12-1 8 0,-7 3-2 16,7-3-8-16,-8 2 0 0,8-2 4 0,-7 3 0 16,7-3-8-16,-9 5 5 0,6-2-3 0,3-3 6 0,-8 5-6 15,8-5 6-15,-7 5-10 0,3 0 6 16,1 0-1-16,-2 1 3 0,5-6-3 0,-10 12 7 16,5-6-9-16,3 1 3 0,-4-2-4 0,1 3 4 15,2-2 0-15,-2 3 2 0,3-3 1 0,0 1-3 16,0 0 6-16,-2 0-1 0,4-7-1 0,0 15 1 15,-1-6-5-15,1-2 17 0,0-7-18 0,1 16 4 16,-1-10-6-16,2 1 3 0,-2-7-4 0,2 13 5 16,2-7 0-16,-2 1-1 0,0-1-4 0,1-1 7 15,2 2-10-15,-1 0 10 0,1-3-8 0,-3 3 1 16,-2-7 1-16,9 9 2 0,-5-4-1 0,2 0 1 16,-4 0-5-16,2-1-1 0,0 1 6 0,-4-5-3 15,9 6 6-15,-5-2-6 0,2-1 6 0,-2 1-4 16,-4-4 3-16,13 3 1 0,-9 0 3 0,6 1-9 15,-10-4-10-15,11 3 17 0,-4-3 2 0,1 1-4 16,2 1 0-16,-2-2 1 0,-8 0-2 0,17-2 5 16,-6 2-2-16,-5-1-4 0,-6 1-2 0,18 0 3 15,-11-2-1-15,4-2-3 0,-5 2 4 0,2-1 3 16,1-2-6-16,1 2-4 0,-5 0 1 0,5-4 7 16,0 3-4-16,-3-2-3 0,0 2 5 0,-2-1 2 15,1 1-2-15,1 0 5 0,-1-2-1 0,2 0 1 16,-4 0-8-16,3 1 6 0,-3-1-1 0,0 1-2 15,-1-1 1-15,1 0-2 0,1 0 5 0,-5-3-1 16,0 0-1-16,2 0 3 0,-1-1-4 0,-1-1 2 16,-3 0-3-16,1 0-2 0,-1 1 3 15,-1-2 7-15,1 2-7 0,-1-2 11 0,-3-4-7 0,3 5 3 16,-2 1-6-16,-4-5 3 0,3 1-2 0,-1 5 3 16,-2-5-5-16,1 5 0 0,-1-1 0 0,-2 2 0 15,1 0-1-15,0 1 1 0,-1 4-3 0,-1 1 2 16,-3-1-6-16,-2 2 0 0,4 3 2 0,-3 1-4 15,-3 6-1-15,4 1 1 0,-8 3-10 16,7 0-8-16,-4 4-22 0,-3 3-33 0,4 4-40 16,0-2-25-16,2 5-111 0,-2 0-272 0,4-3 121 0</inkml:trace>
  <inkml:trace contextRef="#ctx0" brushRef="#br0" timeOffset="33566.47">13291 18570 35 0,'0'0'46'0,"0"0"-18"0,0 0 5 16,0 0-3-16,0 0 4 0,0 0-1 0,0 0-3 16,0 0 4-16,0 0 1 0,0 0-5 0,0 0 4 15,0 0-10-15,0 0 0 0,0 0-10 0,0 0-2 16,0 0 1-16,0 0-1 0,0 0 3 0,0 0 4 15,0 0-2-15,0 0-2 0,0 0-8 0,0 0 11 16,0 0-4-16,0 0 3 0,0 0-8 0,0 0-2 16,0 0 12-16,0 0-10 0,0 0 3 0,0 0-1 15,0 0-4-15,0 0-2 0,0 0 3 16,0 0 7-16,0 0-11 0,0 0 6 0,-61 36 8 16,61-36-16-16,0 0 4 0,0 0-2 0,0 0 1 15,0 0-2-15,0 0 4 0,0 0 3 0,0 0 4 0,0 0 0 16,0 0-5-16,0 0 18 0,0 0-14 15,0 0 2-15,0 0 1 0,0 0 2 0,0 0 11 16,0 0-4-16,0 0-3 0,0 0 1 0,0 0 1 16,0 0 1-16,0 0-1 0,0 0-1 0,0 0 3 15,0 0-4-15,0 0-6 0,0 0 4 0,0 0-9 16,0 0 1-16,0 0 8 0,0 0-6 0,0 0-9 16,0 0 6-16,0 0 2 0,0 0-3 0,0 0 0 15,0 0-1-15,0 0-2 0,0 0 0 16,0 0 0-16,-35 6 4 0,35-6-2 0,0 0 2 15,0 0 4-15,0 0 3 0,0 0 1 0,0 0 1 16,0 0-6-16,0 0 1 0,0 0 0 0,0 0-5 16,-33 7 4-16,33-7 1 0,0 0 1 0,0 0 0 15,0 0-2-15,0 0-3 0,0 0-5 0,0 0 2 16,0 0-1-16,0 0-2 0,0 0 3 0,0 0-3 16,0 0-5-16,0 0 4 0,0 0-1 0,0 0 1 15,0 0 0-15,0 0-5 0,0 0-1 0,0 0 9 16,0 0-9-16,0 0 0 0,0 0-6 15,0 0 8-15,0 0 3 0,0 0-9 0,0 0 8 0,0 0-7 16,0 0 2-16,0 0-3 0,0 0 10 0,0 0-4 16,0 0-1-16,0 0 2 0,0 0 7 0,0 0-12 15,0 0 3-15,0 0 1 0,0 0 5 0,0 0-9 16,0 0 2-16,0 0 2 0,0 0 1 0,0 0-7 16,0 0 6-16,0 0 3 0,0 0-18 0,0 0 10 15,0 0 9-15,81 19-13 0,-81-19 14 0,0 0-7 16,0 0 1-16,0 0 7 0,0 0-6 15,0 0 3-15,0 0-8 0,0 0 10 0,0 0-11 16,0 0 9-16,0 0 0 0,0 0 2 0,0 0-1 16,0 0-10-16,0 0 6 0,0 0 4 0,0 0-6 15,0 0-5-15,0 0 9 0,0 0-4 0,0 0 4 16,0 0-8-16,0 0 6 0,0 0-1 0,0 0 6 16,0 0 4-16,0 0-8 0,0 0 2 0,34 5-2 15,-34-5-5-15,0 0 4 0,0 0 2 0,0 0-7 16,0 0 7-16,0 0-7 0,0 0 12 0,0 0-5 15,0 0-5-15,0 0-7 0,0 0-13 0,0 0-17 16,0 0-20-16,0 0-24 0,0 0-25 0,0 0-18 16,0 0-66-16,0 0-208 0,9 31 93 0</inkml:trace>
  <inkml:trace contextRef="#ctx0" brushRef="#br0" timeOffset="34188.94">13444 18606 22 0,'0'0'84'16,"0"0"7"-16,0 0-2 0,0 0-5 0,0 0 7 15,0 0 4-15,0 0-9 0,0 0-1 0,0 0 0 16,0 0-13-16,0 0-5 0,0 0 4 15,0 0-1-15,0 0-3 0,0 0 2 0,0 0-4 0,0 0 1 16,0 0-5-16,0 0-1 0,0 0-3 0,0 0-4 16,0 0-3-16,0 0-8 0,0 0-6 15,0 0 3-15,0 0-4 0,0 0-8 0,0 0-5 16,0 0 1-16,0 0-7 0,0 0 5 0,0 0-4 16,0 0-2-16,0 0 0 0,0 0-1 0,0 0-4 15,0 0-1-15,0 0 2 0,0 0-3 0,0 0-2 16,0 0 0-16,0 0-1 0,33-29 2 0,-33 29-3 15,0 0 3-15,26-11-1 0,-26 11-5 0,0 0 0 16,0 0 0-16,29-9 2 0,-29 9-1 0,0 0-2 16,0 0 3-16,28-12 0 0,-28 12-3 0,0 0 3 15,0 0-3-15,0 0 4 0,0 0 0 0,0 0-4 16,31-7 3-16,-31 7 0 0,0 0-1 0,0 0-1 16,0 0 1-16,0 0 3 0,0 0-5 0,0 0-1 15,0 0 1-15,0 0 3 0,0 0-4 0,0 0-2 16,0 0 5-16,0 0-2 0,0 0-7 15,0 0 5-15,0 0-5 0,0 0-7 0,0 0-16 16,0 0-20-16,0 0-38 0,0 0-28 0,0 0-39 16,0 0-115-16,0 0-291 0,0 0 130 0</inkml:trace>
  <inkml:trace contextRef="#ctx0" brushRef="#br0" timeOffset="35933.9">13055 15413 64 0,'0'0'63'0,"0"0"1"0,0 0 3 16,0 0-17-16,0 0 0 0,0 0-9 0,0 0-1 15,0 0 3-15,0 0-9 0,0 0-5 0,0 0-1 16,0 0-5-16,0 0 5 0,0 0-7 0,0 0-6 16,0 0 0-16,0 0 2 0,0 0-1 0,0 0-1 15,4-4-2-15,0-1 1 0,-1 0-7 0,3-3 14 16,2 0-21-16,2-5 0 0,3 1 0 0,-3 3-1 15,-1-1-2-15,-1 0-6 0,0 3-6 0,-1 0-27 16,-3 1-76-16,0 5-129 0,-4 1 57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19:22.250"/>
    </inkml:context>
    <inkml:brush xml:id="br0">
      <inkml:brushProperty name="width" value="0.05292" units="cm"/>
      <inkml:brushProperty name="height" value="0.05292" units="cm"/>
      <inkml:brushProperty name="color" value="#FF0000"/>
    </inkml:brush>
  </inkml:definitions>
  <inkml:trace contextRef="#ctx0" brushRef="#br0">21932 5773 62 0,'-14'-3'86'0,"7"1"-6"0,-1 1-4 0,8 1-9 0,-17-4-3 16,7 0-1-16,0 2 0 0,0-2-1 0,-2 0 9 15,3 1-3-15,0 1 6 0,-2-1-2 0,1-1 0 16,0 1 2-16,-1-2 4 0,3 1 6 0,-1 0-3 15,2 3-4-15,-2-2-10 0,1 0 2 16,2 0-3-16,6 3-1 0,-13-3-2 0,8 1 1 0,5 2-2 16,-10-4-6-16,10 4-5 0,-7-2-3 0,7 2-2 15,-10-2-5-15,10 2-4 0,-8-3-4 0,8 3-4 16,0 0-4-16,-7-2-1 0,7 2-4 0,0 0-4 16,0 0-1-16,-9-1 2 0,9 1-5 15,0 0-3-15,0 0 0 0,0 0-2 0,0 0-2 0,0 0-1 16,0 0 4-16,0 0-4 0,0 0-1 0,0 0 2 15,14 21-3-15,-4-16 4 0,1-1 0 16,1 2 1-16,7 2 1 0,-2-1 5 0,10 0 6 16,1 0 3-16,4 0 1 0,2-1 3 0,2-1-1 15,0 2-4-15,2 0 0 0,11-1 2 0,-10-2-3 0,11 1-1 16,3 1 0-16,0-1-1 0,5-1 10 0,2 1 0 16,5-2 6-16,24 3-3 0,-27-2-2 0,30 0-2 15,-30 0-4-15,4-2 2 0,28 4-3 0,-29-2-3 16,26 2-1-16,-27-3-1 0,27 1-1 0,-26 2-1 15,-1-3-4-15,0 1 3 0,0 0-1 0,-3-2-2 16,3 2-3-16,-5-2 2 0,-1 2-4 0,-1-3 2 16,-2 3-2-16,-2-2 1 0,2 2-3 0,-1-1 0 15,0 1 3-15,-2-2-4 0,0 4-1 0,1-3 3 16,-15 0 0-16,2-3 1 0,1 3-5 0,-4-1 2 16,1 0 0-16,-3 0 8 0,0 1-7 0,-4-1 2 15,-1-1-2-15,-2 1 0 0,-7 0 1 16,-4-1 4-16,2 1 11 0,-1-2 3 0,1 1-2 15,0-2 0-15,-2 1-1 0,0 0 6 0,-6 0-5 16,0-2 3-16,0 2-3 0,-2 2 4 0,-9-2 4 0,12-2-1 16,-12 2-1-16,11 0-3 0,-11 0 1 0,0 0-3 15,9 0-6-15,-9 0 8 0,0 0-5 0,7-1-4 16,-7 1-4-16,0 0 2 0,0 0-3 0,0 0 0 16,0 0-1-16,0 0-3 0,0 0 0 0,0 0-4 15,0 0-13-15,0 0-21 0,9 0-32 0,-9 0-39 16,0 0-53-16,0 0-46 0,0 0-49 0,0 0-227 15,0 0-516-15,0 0 228 0</inkml:trace>
  <inkml:trace contextRef="#ctx0" brushRef="#br0" timeOffset="27493.98">18528 10215 28 0,'0'0'84'0,"0"0"-10"0,-8-4 5 0,8 4-16 16,0 0-3-16,-9-4-7 0,9 4-6 0,-5-3-5 16,5 3-5-16,0 0-3 0,-9-1-4 0,9 1-4 15,0 0-2-15,-17 1-2 0,11 2 1 0,6-3-4 16,-14 3-2-16,8 0-4 0,-2-1-1 0,1 1 1 15,-3-2-1-15,1 3 0 0,2-1-6 0,-2 2 3 16,-3-3-3-16,2 1-1 0,1 1-6 0,-2-2 5 16,0 1 1-16,1-1-1 0,0 1 1 0,0-2-2 15,1 1-9-15,-3-1 14 0,2 2-6 0,2-2-4 16,8-1 0-16,-14 2 1 0,8 0-5 0,6-2 10 16,-13 2-4-16,7-1 1 0,6-1-1 0,-11 2 1 15,11-2-2-15,-9 1 3 0,9-1-7 0,-11 0-1 16,11 0 10-16,0 0-4 0,-10-1 4 0,10 1 0 15,0 0 4-15,-10-2-7 0,10 2 11 0,0 0-4 16,0 0 11-16,-12-3-9 0,12 3-1 0,0 0-7 16,-6-2 1-16,6 2 6 0,0 0 1 0,0 0 2 15,-9-2 6-15,9 2-8 0,0 0 23 0,0 0-12 16,0 0 8-16,0 0 0 0,-8-4 0 0,8 4-2 16,0 0 2-16,0 0-9 0,0 0 8 0,0 0 1 15,0 0 3-15,-6-3-3 0,6 3 5 0,0 0-3 16,0 0 3-16,0 0-2 0,0 0 3 0,-7-4 5 15,7 4-7-15,0 0 5 0,0 0-5 0,0 0-1 0,0 0-4 16,0 0-6-16,0 0-2 0,0 0-2 0,0 0-2 16,0 0 1-16,0 0-4 0,0 0 3 15,0 0-8-15,0 0 0 0,0 0 10 0,0 0-10 16,0 0 4-16,17-10-6 0,-17 10 5 0,10-1-5 0,-10 1-2 16,12-3-4-16,-6 3-26 0,-6 0 2 0,14-2-5 15,-5-1 7-15,4 1-1 0,4 0 13 0,2 0-4 16,1-2 2-16,7 2-3 0,2-1 9 15,6-1 1-15,0 0 4 0,0 2-7 0,2-2-4 0,17 1 13 16,-3-2-6-16,5 2 2 0,4 1 4 0,-1 2-2 16,4-3 4-16,1 3 5 0,26 2-5 0,-31-2 9 15,1 1-5-15,-1 0 4 0,-2 2 3 0,0-1-4 16,3 3 4-16,0-2-4 0,-3 0 0 0,0 1 5 16,-1-2 8-16,-1 0-13 0,1 0-3 0,-1 2 7 15,-1-2-6-15,-3 1 1 0,-13-1 7 0,0 0-7 16,-1-2-3-16,-1 0 2 0,-1 2-1 15,-5-1 1-15,0 1-2 0,-2-1 1 0,-9-2 5 0,3-1-2 16,-3 4-5-16,-1-4 2 0,-4 1 2 0,-1 1 4 16,-2-2 1-16,3 2-7 0,-3 0 4 0,0 0-3 15,-11 0 3-15,13-2-3 0,-13 2-2 0,9 0 1 16,-9 0 4-16,0 0-6 0,11 0 0 0,-11 0-2 16,0 0 2-16,8 0-2 0,-8 0 0 0,0 0-7 15,0 0-13-15,0 0-25 0,0 0-25 0,0 0-30 16,0 0-28-16,0 0-24 0,0 0-121 0,0 0-291 15,-22 9 130-15</inkml:trace>
  <inkml:trace contextRef="#ctx0" brushRef="#br0" timeOffset="42243.38">10391 10572 11 0,'0'0'36'0,"0"0"-14"0,0 0 15 16,0 0 2-16,0 0 0 0,0 0-1 0,5-5 3 15,-5 5 7-15,0 0 1 0,0 0 5 0,0 0 3 16,0 0 4-16,0 0 0 0,0 0 1 0,4-7-2 16,-4 7 7-16,0 0 1 0,0 0 4 0,0 0-14 15,0 0 6-15,0 0 4 0,0 0-4 0,0 0-5 16,0 0-3-16,0 0-7 0,1-8-4 0,-1 8 3 15,0 0 1-15,0 0 1 0,0 0-3 0,0 0-10 0,0 0 1 16,0 0-3-16,-1-12-1 0,1 12-3 0,0 0 5 16,0 0-9-16,0 0-8 0,0 0-3 15,0 0-3-15,0 0-2 0,0 0 1 0,0 0-2 16,0 0-3-16,0 0 2 0,0 0-2 0,0 0-2 16,0 0-1-16,0 0-6 0,0 0 4 0,0 0 0 0,0 0-2 15,0 0-2-15,0 0 0 0,0 0-3 0,0 0 1 16,0 0-1-16,0 0 5 0,0 0-3 0,0 0 0 15,0 0-5-15,0 0 8 0,0 0-2 0,0 0 2 16,0 0 0-16,11 18 0 0,-11-18 0 0,3 7-1 16,-3-7 1-16,4 9 0 0,-2-6 1 0,-2-3 7 15,4 10-5-15,0-6 9 0,-2 1-7 0,-2-5-2 16,4 8-1-16,-4-8 4 0,3 8-9 16,-2-3 10-16,-1-5-2 0,3 6-5 0,-3-6 12 0,2 6-1 15,-2-6-4-15,3 7-1 0,-3-7 4 0,4 5-2 16,-4-5-5-16,0 0 3 0,4 7-2 0,-4-7 0 15,0 0 0-15,0 0 2 0,5 5-2 0,-5-5 0 16,0 0 2-16,0 0 0 0,0 0 8 0,5 3-1 16,-5-3-3-16,0 0 3 0,0 0-1 0,11-2 0 15,-11 2-2-15,13-5 8 0,-5 2-5 0,1-2 4 16,5-1-3-16,-3 0-4 0,6-3 2 0,-1-1 0 16,4 1-5-16,4-4 1 0,0 0-2 0,0-2 3 15,2 1-5-15,-8 3-2 0,8-3 2 0,-3 0-1 16,1 1 0-16,0 0 0 0,-7 4-4 0,2 0 1 15,8-3 0-15,-12 3 1 0,2 2-5 0,-6 0 1 16,1 1 1-16,0 2 1 0,-3-3 0 0,2 3 0 16,-1 0 3-16,-5 1-1 0,3-1-2 0,-3 2 4 15,-5 2-6-15,9-5 2 0,-9 5-2 0,6-3 2 16,-6 3-1-16,0 0-2 0,0 0 3 0,8-2-2 16,-8 2 1-16,0 0 2 0,0 0 0 0,4-5 0 15,-4 5 0-15,0 0-3 0,0 0 3 0,0 0-1 16,0 0 1-16,0 0-3 0,0 0 2 0,0 0-2 15,0 0 3-15,0 0-3 0,6-2 0 0,-6 2 3 16,0 0 1-16,0 0-2 0,0 0 0 0,0 0 0 16,0 0 0-16,0 0 0 0,0 0-1 0,0 0 1 0,0 0-1 15,0 0 1-15,0 0-3 0,0 0 2 16,0 0-3-16,0 0 2 0,0 0-4 0,0 0-3 16,0 0-6-16,0 0-4 0,0 0-4 0,0 0-30 15,0 0-23-15,0 0-29 0,0 0-7 0,0 0-16 16,0 0-23-16,-9 22-98 0,1-13-272 0,-7 1 121 15</inkml:trace>
  <inkml:trace contextRef="#ctx0" brushRef="#br0" timeOffset="43128.14">7081 12339 26 0,'0'0'6'15,"0"0"-12"-15,0 0-6 0,0 0 3 0</inkml:trace>
  <inkml:trace contextRef="#ctx0" brushRef="#br0" timeOffset="44110.39">10410 12254 45 0,'0'0'150'0,"0"0"-3"16,0 0-13-16,0 0-11 0,0 0-11 16,0 0-6-16,0 0-14 0,0 0-9 0,0 0-11 0,5-7-5 15,-5 7-10-15,0 0-4 0,0 0-4 16,0 0 1-16,0 0 0 0,0 0-4 0,8 11 4 0,-8-11-5 15,5 6 1-15,-5-6-10 0,4 5-1 0,-4-5 2 16,6 6-5-16,-6-6 4 0,5 5-1 0,-5-5-2 16,6 2-6-16,-6-2 0 0,3 4-2 0,-3-4 5 15,7 4 2-15,-7-4 11 0,0 0 2 0,10 1 4 16,-10-1 3-16,10 0-3 0,-10 0-3 0,13-2-3 16,-5 0-7-16,2-2 1 0,2-1 0 0,-1 2-4 15,-1-4-5-15,7-3 0 0,-4 1-4 0,4-1 0 16,-4-1-2-16,2 3-4 0,0-3-2 0,-2 0 0 15,2 2-1-15,-3-3-4 0,0 2-3 0,2-1 0 16,3-1-2-16,2 0-2 0,-5 1-3 0,4 0-2 16,-3-1 1-16,3 0 0 0,-4 1 1 0,-1 4-4 15,-4-1 1-15,0 1 0 0,1 3-7 0,0-2-5 16,-4 2-6-16,1 1-3 0,-7 3-14 0,10-4-14 16,-6 2-13-16,-4 2-20 0,0 0-27 0,10-4-17 15,-10 4-24-15,0 0 2 0,0 0-11 0,9 4-114 16,-9-4-299-16,0 10 133 0</inkml:trace>
  <inkml:trace contextRef="#ctx0" brushRef="#br0" timeOffset="44879.43">10401 13711 84 0,'0'0'172'0,"0"0"-12"0,0 0-8 0,0 0-11 15,0 0-11-15,0 0-12 0,0 0-13 0,0 0-12 16,0 0-14-16,0 0 4 0,0 0-4 0,0 0-8 16,0 0-10-16,0 0-10 0,0 0 4 0,0 0-6 15,0 0-3-15,5 9-8 0,-5-9-3 0,4 7 4 16,-4-7-2-16,7 9-2 0,-5-6 1 0,2 1 0 16,0 2 6-16,-4-6-3 0,6 7-2 0,-2-4-1 15,0 1-2-15,-4-4 5 0,9 6 3 0,-4-3 2 16,2-2-4-16,0 2 2 0,-1 0 0 0,3-2-1 15,4-1-3-15,0-1-1 0,2-1-3 0,2-2-2 16,3-1-3-16,-1-2-1 0,6-4 3 0,0 2-6 16,-1-4-5-16,1 0 2 0,-2-1-3 0,-7 4-4 15,2-2 0-15,0 1 2 0,0 1-2 0,-3 1-4 16,1 1 0-16,-6 1-1 0,-1 0-3 0,1 3 0 16,-3-1-14-16,0-1-9 0,-2 3-14 0,2-1-14 0,-2 1-17 15,0-1-19-15,-5 4-9 0,6-3-36 16,-6 3-15-16,8-5-30 0,-8 5-17 0,0 0-137 15,0 0-349-15,0 0 156 0</inkml:trace>
  <inkml:trace contextRef="#ctx0" brushRef="#br0" timeOffset="45489.22">5427 15579 17 0,'4'4'24'0,"0"2"-20"16,3 2-12-16,0 0-8 0,2 0 4 0</inkml:trace>
  <inkml:trace contextRef="#ctx0" brushRef="#br0" timeOffset="45715.4">6645 15701 80 0,'0'0'108'0,"0"0"-26"0,0 0-22 0,0 0-22 16,0 0-34-16,0 0-23 0,12 1-41 0,-12-1-63 15,0 0 29-15</inkml:trace>
  <inkml:trace contextRef="#ctx0" brushRef="#br0" timeOffset="47020.08">10092 16419 43 0,'0'0'142'0,"0"0"-11"0,0 0 0 0,0 0-4 16,0 0-20-16,0 0-4 0,0 0-9 0,0 0-11 15,0 0-6-15,0 0-12 0,0 0-3 0,0 0-7 16,0 0-7-16,0 0-4 0,8 2-6 0,-8-2-2 15,0 0-1-15,0 0-8 0,0 0 0 16,0 0-4-16,0 0-4 0,0 0 1 0,0 0-3 16,0 0-3-16,0 0 8 0,0 0-11 0,0 0 1 0,0 0 1 15,5 3 0-15,-5-3-1 0,0 0-6 16,0 0-10-16,0 0 2 0,0 0 3 0,0 0-7 0,0 0 1 16,0 0-2-16,0 0 3 0,0 0 0 0,0 0 7 15,1 7-11-15,-1-7 5 0,0 0-5 0,0 0 2 16,0 0 4-16,0 0 5 0,0 0-6 15,0 0 5-15,0 0-1 0,0 0 1 0,0 0-3 0,0 0 3 16,0 0 0-16,0 0-1 0,0 0-2 0,0 0 3 16,0 0-4-16,0 0 7 0,0 0-1 0,0 0 10 15,0 0-13-15,0 0 6 0,0 0-1 0,0 0-1 16,0 0 6-16,-12 5-8 0,12-5 6 0,0 0 5 16,-6 2-5-16,6-2 4 0,-9 3-7 15,9-3 4-15,-9 6 0 0,4-4-2 0,5-2 4 16,-9 5 7-16,3-1 1 0,2-1 3 0,4-3 2 15,-8 4 6-15,3-2 0 0,5-2 3 0,-11 6-4 0,7-3 7 16,4-3-4-16,-10 4 1 0,6-1-2 0,4-3 8 16,-9 3-1-16,9-3 0 0,0 0 0 0,-9 4-3 15,9-4 2-15,0 0 20 0,-5 4-1 16,5-4-9-16,0 0 0 0,0 0-5 0,-8 2 4 0,8-2-8 16,0 0 3-16,0 0 6 0,0 0-2 0,0 0 0 15,0 0-2-15,0 0-5 0,0 0-5 0,0 0-3 16,0 0 0-16,0 0-3 0,0 0-2 15,28-10-1-15,-20 7-2 0,1-4 1 0,7 1-1 16,0-1-1-16,2 1-2 0,-3-2-3 0,2 2 0 16,-1-1-6-16,2-2 6 0,1 1-4 0,-1 0-6 15,0 0 4-15,-1 3 1 0,2-1 3 0,-3-2-5 0,1 3-1 16,0-1 2-16,-1-1-1 0,-3 3-2 0,-1 0-2 16,-1-1-1-16,2 2-1 0,-4 0 2 15,-3-1-9-15,3 1 6 0,-1 2 1 0,-8 1 1 16,10-4 0-16,-10 4 1 0,6-4-1 0,-6 4 4 15,8-1 7-15,-8 1 4 0,0 0 7 0,0 0-2 16,6-3 1-16,-6 3 4 0,0 0-6 0,0 0-1 0,0 0 0 16,8-1-3-16,-8 1-3 0,0 0-1 0,0 0-2 15,0 0 2-15,0 0-6 0,0 0 5 16,0 0 0-16,0 0-3 0,0 0-7 0,0 0-1 16,0 0 5-16,0 0-8 0,0 0-1 0,0 0-16 15,0 0-14-15,0 0-14 0,0 0-15 0,0 0-19 16,0 0-12-16,0 0-20 0,0 0-15 0,0 0-14 15,0 0-22-15,0 0-20 0,0 0-16 0,0 0-33 16,0 0-164-16,0 0-426 0,0 0 189 0</inkml:trace>
  <inkml:trace contextRef="#ctx0" brushRef="#br0" timeOffset="48466">8277 16366 118 0,'-5'-5'126'0,"5"5"-4"0,0 0 0 15,0 0-6-15,-5-5 0 0,5 5-6 0,0 0-5 16,0 0-7-16,0 0-5 0,0 0-3 0,0 0-8 16,0 0 8-16,0 0-22 0,0 0-1 0,-4-6-8 15,4 6-3-15,0 0-5 0,0 0-1 0,0 0-7 16,0 0 3-16,0 0-2 0,0 0 1 0,0 0-6 16,0 0 0-16,0 0-3 0,0 0 3 0,0 0 0 15,0 0 3-15,0 0-3 0,0 0 3 0,0 0 5 16,0 0-9-16,0 0 2 0,0 0-6 0,0 0 0 15,0 0-4-15,0 0 1 0,0 0-4 0,0 0-1 16,0 0-4-16,-9 11 2 0,9-11 0 0,0 0 5 16,0 0 0-16,0 0-1 0,-8 2-3 0,8-2 0 15,0 0-4-15,0 0-1 0,0 0-5 0,0 0-1 16,0 0 2-16,0 0-4 0,0 0 1 16,0 0 0-16,0 0 3 0,0 0 6 0,0 0 0 15,0 0 2-15,0 0-1 0,0 0-1 0,35-7 1 0,-22 2-1 16,6 2 1-16,0-2-2 0,0-3-3 0,2 0-4 15,0 2 5-15,-3-2-4 0,4 3 2 0,-4 1-6 16,0-1 3-16,-5 1-5 0,-1 1 0 16,0 0 2-16,1 0-3 0,-3 0 2 0,0 0 3 15,-1 0-6-15,-3 2-3 0,-6 1-7 0,12-1 9 16,-12 1-3-16,8-2 2 0,-8 2-3 0,0 0 4 16,10-2-3-16,-10 2 3 0,0 0-3 0,0 0 2 0,0 0-1 15,0 0-2-15,8-1 1 0,-8 1 0 0,0 0-1 16,0 0 0-16,0 0 4 0,0 0-1 0,0 0-1 15,0 0-4-15,0 0-2 0,0 0 1 0,0 0 1 16,-23 7-6-16,16-3 10 0,-2 1-5 16,0-1-3-16,-1 1 0 0,0 1 1 0,-7 2-1 15,2-2 0-15,-2 0 4 0,3 1-6 0,1-1 3 16,-2 1 3-16,2-1-2 0,2 0 2 0,-1-1-1 0,-2-1-2 16,4 0 2-16,-3 0-3 0,4-1 4 15,3 0-2-15,-2 1 1 0,1-1 5 0,7-3-5 16,-9 3 0-16,9-3-1 0,-8 2 5 0,8-2 0 15,0 0-1-15,0 0 4 0,0 0-2 0,0 0 1 16,0 0-2-16,17-15 2 0,-6 7-2 0,2-3 0 16,2 2-3-16,-1-2-14 0,1 3-15 0,-4 1-21 0,-2-1-18 15,1 2-24-15,-1-1-15 0,0 3-29 16,-3 0-41-16,2 3-23 0,0-2-25 0,-8 3-146 16,9-1-402-16,-9 1 179 0</inkml:trace>
  <inkml:trace contextRef="#ctx0" brushRef="#br0" timeOffset="48911.42">5848 15635 36 0,'0'0'70'0,"-6"-4"-18"16,6 4-25-16,0 0-15 0,0 0-11 0,0 0-17 16,0 0-15-16,0 0-33 0,0 0 15 0</inkml:trace>
  <inkml:trace contextRef="#ctx0" brushRef="#br0" timeOffset="49163.08">6795 15636 114 0,'0'0'110'0,"0"0"-24"0,0 0-8 0,0 0-4 15,0 0-13-15,0 0-25 0,0 0-18 0,0 0-24 16,0 0-19-16,0 0-10 0,0 0-51 0,0 9-92 16,0-9 41-16</inkml:trace>
  <inkml:trace contextRef="#ctx0" brushRef="#br0" timeOffset="62092.88">17134 15915 69 0,'0'0'144'0,"0"0"-11"16,0 0 0-16,0 0-16 0,0 0-10 0,0 0-10 16,-6-6-8-16,6 6-9 0,0 0-7 0,0 0-7 15,0 0 3-15,0 0-6 0,0 0-5 0,7-12-2 16,-7 12 6-16,0 0-9 0,0 0 7 0,6-4-13 15,-6 4 7-15,0 0-11 0,0 0 2 0,0 0 4 16,5-7-3-16,-5 7 5 0,0 0-6 0,0 0 6 16,0 0-1-16,0 0 1 0,0 0-1 0,1-6-1 15,-1 6 1-15,0 0-2 0,0 0-3 0,0 0-1 16,0 0 2-16,0 0 2 0,0 0-6 0,0 0 2 16,0 0-4-16,0 0 3 0,0 0-2 0,0 0-5 15,0 0-1-15,0 0-1 0,0 0 0 0,0 0 0 16,0 0-3-16,0 0 0 0,0 0-5 0,0 0 4 15,0 0-1-15,0 0 2 0,0 0 0 0,0 0-5 16,0 0 3-16,0 0-3 0,0 0 5 0,0 0-6 16,0 0 3-16,0 0-3 0,0 0 1 0,0 0 1 15,0 0-2-15,0 0 0 0,0 0-3 0,7-3 6 16,-7 3 4-16,0 0 4 0,13-1-7 0,-3-3-5 16,-1-1 4-16,2-1-5 0,6 3 2 0,3-2-3 0,0-3 3 15,5 1 1-15,7-1 5 0,-1 0 0 16,1-3-4-16,2 0-6 0,1 0-1 0,2 3 0 15,-3-3-1-15,1 4-4 0,-3-2-3 0,1 2-1 16,-2 3 7-16,-1-1-4 0,-2-1-6 0,-6 5 1 16,4-2 0-16,-7 1-2 0,1-1 11 0,-4 2-12 15,-2 0 3-15,-2 1-6 0,-1-3-1 0,-2 3-2 0,-9 0 0 16,14 0 5-16,-14 0-1 0,10 0 6 16,-10 0 2-16,9 0 12 0,-9 0 2 0,0 0 4 15,9 0 5-15,-9 0-2 0,0 0 4 0,0 0 5 16,0 0-1-16,0 0-8 0,6-3-7 0,-6 3 4 15,0 0 4-15,0 0-11 0,0 0 3 0,0 0-10 16,0 0-8-16,0 0 7 0,0 0-7 0,0 0-9 16,0 0-15-16,0 0-15 0,0 0-15 0,0 0-20 15,0 0-20-15,0 0-20 0,0 0-29 0,0 0-22 16,0 0-31-16,0 0-19 0,2-7-20 0,-2 7-22 16,0 0-11-16,0 0-191 0,-4-15-486 0,4 15 215 15</inkml:trace>
  <inkml:trace contextRef="#ctx0" brushRef="#br0" timeOffset="74201.39">25167 16047 16 0,'0'0'43'0,"0"0"-11"15,0 0-5-15,0 0-12 0,0 0-6 0,0 0-7 16,0 0-4-16,0 0-10 0,0 0-10 0,0 0-23 16,0 0 9-16</inkml:trace>
  <inkml:trace contextRef="#ctx0" brushRef="#br0" timeOffset="75861.25">26524 16075 26 0,'0'0'47'15,"0"0"-15"-15,0 0-16 0,0 0-5 0,0 0-17 0,0 0-15 16,0 0-23-16,0 0 10 0</inkml:trace>
  <inkml:trace contextRef="#ctx0" brushRef="#br0" timeOffset="76915.58">28302 16008 42 0,'0'0'54'0,"0"0"-5"0,0 0-9 0,0 0-2 15,0 0-8-15,0 0 0 0,0 0-12 0,0 0-3 16,0 0-5-16,0 0-8 0,0 0 0 0,0 0-12 16,0 0-13-16,0 0-27 0,0 0-54 0,0 0 24 15</inkml:trace>
  <inkml:trace contextRef="#ctx0" brushRef="#br0" timeOffset="77540.25">28537 15997 85 0,'0'0'80'0,"0"0"-3"0,0 0-14 15,0 0 9-15,0 0-17 0,0 0-7 16,0 0 0-16,0 0-6 0,0 0 6 0,0 0-19 15,0 0 13-15,0 0-13 0,0 0-1 0,0 0-3 0,0 0 14 16,0 0-15-16,0 0 0 0,0 0-8 0,0 0-6 16,0 0 4-16,0 0 12 0,0 0-11 0,0 0-9 15,0 0 8-15,0 0-8 0,0 0 15 16,0 0-5-16,0 0-13 0,0 0 5 0,0 0-13 16,0 0 1-16,0 0 1 0,0 0 5 0,0 0 12 15,0 0-20-15,0 0-4 0,0 0 8 0,0 0-6 0,0 0 2 16,0 0-6-16,0 0 0 0,0 0-11 0,0 0-8 15,0 0-1-15,0 0-8 0,0 0 8 16,0 0-11-16,0 0-2 0,0 0 0 0,0 0-7 16,0 0-8-16,0 0-33 0,0 0-101 0,0 0 44 15</inkml:trace>
  <inkml:trace contextRef="#ctx0" brushRef="#br0" timeOffset="78081.46">28428 16028 25 0,'0'0'43'0,"0"0"-30"0,0 0-10 0,0 0-9 0,0 0-7 16,0 0-15-16,0 0 7 0</inkml:trace>
  <inkml:trace contextRef="#ctx0" brushRef="#br0" timeOffset="80345.87">22105 16422 17 0,'0'0'70'16,"0"0"-16"-16,0 0-4 0,0 0-5 0,0 0 6 16,0 0 5-16,0 0-3 0,0 0-2 0,0 0-7 15,0 0 5-15,0 0-3 0,-32-6-2 0,32 6-2 16,0 0-4-16,0 0 11 0,0 0-11 0,-18 3 9 15,18-3-5-15,0 0 0 0,-10 2 4 0,10-2 2 16,0 0-1-16,0 0 3 0,-17-2-3 0,17 2 0 16,-6 0 0-16,6 0-1 0,0 0-1 0,0 0-1 15,-12 0-1-15,12 0 2 0,0 0-10 0,-11 2 10 16,11-2-2-16,0 0-2 0,-7-4 1 0,7 4-1 16,0 0 0-16,-10-1-8 0,10 1 1 0,-10 0-8 15,10 0 9-15,0 0-11 0,-10-3 3 0,10 3-1 16,0 0 4-16,0 0-6 0,-11 2-3 0,11-2 6 15,0 0-1-15,0 0 6 0,-10 1-6 0,10-1-2 16,0 0 6-16,-7 1-2 0,7-1 7 0,0 0-3 16,0 0 2-16,0 0-4 0,-11 2 2 0,11-2 1 15,0 0-1-15,0 0 4 0,-9 0-10 0,9 0 5 16,0 0-3-16,0 0 2 0,0 0-3 0,0 0 6 16,0 0-2-16,-8 0-3 0,8 0 3 0,0 0-3 15,0 0 0-15,0 0-3 0,0 0 0 0,0 0-7 16,0 0-1-16,0 0 5 0,0 0-5 0,0 0 0 15,0 0-5-15,0 0 2 0,0 0-2 0,0 0-4 16,0 0 2-16,0 0-2 0,0 0 4 0,0 0-2 16,0 0-3-16,0 0 1 0,0 0-2 0,0 0 0 15,0 0 2-15,0 0-2 0,26 3 0 0,-12-3-5 16,-1 0 4-16,5 3 0 0,-4-2-1 0,5 2-2 16,3-2 2-16,6 0-2 0,5 2 2 0,3-4 28 15,1 3-1-15,14-1-5 0,0-3 1 0,-13 1-6 16,14 2-1-16,-15-4-3 0,0 2 1 0,4 0-2 15,-4-1-4-15,-3 2 2 0,2 0-2 0,0-2-5 16,-5 2 3-16,-1-3-4 0,0 3 6 0,-7 0-8 16,-3-1 3-16,-3 1-3 0,1-2-1 15,-2 2 0-15,-4 2 3 0,-2-1 3 0,2-1 11 0,-5 0 3 16,-7 0 7-16,12 0 6 0,-12 0 6 0,9-1 3 16,-9 1 7-16,0 0 7 0,9-2 5 0,-9 2 0 15,0 0-5-15,0 0-3 0,9 2 3 0,-9-2-10 16,0 0-1-16,0 0 3 0,0 0-13 0,0 0-6 15,0 0-4-15,0 0 5 0,0 0-7 16,0 0-4-16,0 0-1 0,0 0-7 0,0 0-3 0,0 0-1 16,0 0-9-16,0 0-4 0,0 0-14 0,0 0-21 15,0 0-8-15,0 0-13 0,0 0-15 0,0 0-21 16,0 0-22-16,0 0-25 0,0 0-20 0,0 0-23 16,0 0-27-16,0 0-23 0,0 0-24 0,0 0-207 15,-18 9-506-15,18-9 224 0</inkml:trace>
  <inkml:trace contextRef="#ctx0" brushRef="#br0" timeOffset="85630.44">29030 8415 18 0,'-3'17'21'0,"3"2"-1"0,0 1 1 0,-2-1-3 16,1 1 8-16,-1 3 2 0,1 2 0 0,-1-4 1 16,-1 0-5-16,2 4-1 0,-2 1 4 15,1 0-2-15,-1-3 5 0,2 3 0 0,-2 2-1 16,2-4 1-16,-2 1-4 0,1 0 0 0,-1 0 0 15,2 0-1-15,0 0 10 0,0 1 2 0,-1 1 0 0,1-3-7 16,0 1 1-16,-1-6 4 0,1 9 1 16,1-3-5-16,0 1-1 0,-1-7-4 0,0 12-9 15,-1-5 8-15,2 1 7 0,-1-1-7 0,0-2-11 16,-1 1 6-16,2-9-9 0,0 9 4 0,0-1 4 16,-2 2 0-16,0 2-5 0,1-8 11 0,0 5-11 15,0-6 8-15,-2 1-9 0,3 4 1 0,-2-5 10 16,2-1 1-16,-2 1-5 0,2-1-5 0,-1 1 8 15,0-1-6-15,0 3-3 0,1 3-3 0,-3 0 1 16,2 2 0-16,-2-7-11 0,3 6 16 0,0-5-5 16,-1 1-9-16,1-3 5 0,-1 1 2 0,-3 6-13 15,0 1 8-15,1 1 1 0,-1-2 1 0,1 1-2 0,0-5-7 16,-1 3 10-16,0 2-2 0,2-7-4 16,-1 1-3-16,1 1-3 0,-1 3 12 0,2 1-2 0,-3-1-3 15,0 1-2-15,2 2 15 0,1-3-16 0,1-5 1 16,-3 0 1-16,3-1-5 0,-3 1 7 15,3 0 3-15,-1 0-11 0,-2-2 5 0,1 4-1 0,6 3 4 16,-4 0-8-16,-2-4 6 0,2 4 13 0,2 2-6 16,-4-7-5-16,4 1 5 0,-4-1-2 0,0-1-8 15,1 7-5-15,-3-8-11 0,1 4 15 0,1 3 2 16,-1 0-11-16,-1-4 6 0,-2 4-13 0,2-6 0 16,0-3-5-16,-3 3-2 0,-2-4-10 0,2 2-10 15,-2-2 3-15,-1 0-5 0,0 1-1 0,-4-3-15 16,-3 1-16-16,-3 5-2 0,-6-1-1 0,1 0-60 15,-3-1-153-15,-4-3 67 0</inkml:trace>
  <inkml:trace contextRef="#ctx0" brushRef="#br0" timeOffset="88309.6">24857 8958 5 0,'-6'47'48'0,"1"-14"10"0,1 0-3 0,-1-1 8 16,1 0-5-16,1 0-2 0,-1 0-11 0,1 0 4 16,1-2-7-16,-1 2 2 0,0-1-6 0,3-1-3 15,-3 0-6-15,0 0-1 0,-1 2 0 0,3-5-4 16,0 3 3-16,-1-4-6 0,-1 1 0 16,1-1 4-16,2-1-9 0,-2 0-6 0,2-5 4 0,1 4 6 15,-2-5-12-15,2 5 4 0,-1-4-4 0,1-1 6 16,-1 7-9-16,2-6 6 0,-1 4-1 15,3 0 9-15,-3-3-11 0,3-3-2 0,0 2 6 16,-3 0-3-16,4 6-5 0,-1-2 4 0,2-6-19 0,-2 7 22 16,1 1 0-16,3-2-10 0,2 2 2 0,-1-4 13 15,2 5-3-15,1-3-4 0,2 2 9 0,0 1 4 16,0 0-11-16,4 3 6 0,1 0-6 16,0 0 1-16,-2 0-11 0,2-2 7 0,-1 3-4 0,0 0-2 15,-2-2-1-15,2 1-3 0,-3 1 2 0,4 12-8 16,-4-15 5-16,1 1 3 0,0-4-7 0,2-2 9 15,-3 5-13-15,3-1 8 0,-1-2-1 0,0 1 2 16,0-4 1-16,2 2 4 0,1-2-6 0,-1 0-2 16,0 1 2-16,6 0 4 0,-2-1-4 0,2 0 1 15,3-2 0-15,0-2 1 0,5 1 5 0,2-4-10 16,11 6 2-16,-10-7 1 0,16-1 4 0,0 2-4 16,-1-4-6-16,-2 5 3 0,3-3 0 0,2-2-3 15,0-1-3-15,-2-3-7 0,4-1 17 0,-2 3-3 16,2-4-7-16,4 0 8 0,-1 0-1 0,4 1-6 15,-3-2-7-15,-1-2 2 0,4 3-15 0,-1-2 13 16,-1 0-6-16,2 0 4 0,-2 2-2 0,2 0-8 16,0-2 3-16,3 0-5 0,0-1-7 0,-1-2-15 15,-1 1-11-15,3-1-34 0,-2 0-107 0,0 0 47 16</inkml:trace>
  <inkml:trace contextRef="#ctx0" brushRef="#br0" timeOffset="89860.63">18082 10215 18 0,'0'0'19'0,"-11"3"-10"0,6 0 2 0,-2-1-5 0,7-2 1 15,-12 5-2-15,6-2 1 0,6-3-1 0,-14 2-1 16,6-2 0-16,2 3 0 0,6-3-1 0,-14 4 5 16,7-3-4-16,7-1 4 0,-13 2-3 0,6 1 0 15,7-3 4-15,-13 3 3 0,5-2-1 0,1 0-5 16,7-1 6-16,-14 2-4 0,7 0 6 0,7-2 0 16,-11 2 7-16,11-2 0 0,-8 1 1 0,8-1 1 15,0 0 6-15,-8 1 3 0,8-1-3 0,0 0 2 16,-7 1 2-16,7-1-10 0,0 0 5 0,0 0 6 15,0 0 2-15,0 0-12 0,0 0-1 0,0 0-4 16,0 0 0-16,0 0 0 0,0 0 2 0,0 0 3 16,15 14 6-16,-5-11-3 0,0-1 0 0,3 2 5 15,5 1 2-15,9 1-6 0,1-1 6 0,4 0-9 16,1 1 1-16,4-1 6 0,16 2-11 0,-3-3 16 16,3 5-10-16,6-5-4 0,1-1 6 0,4 1-2 15,28 3-1-15,-29-4 4 0,-1-1-1 0,29 0-9 16,-26 0 19-16,27 1-2 0,-30 0-1 0,0 0-1 15,2 1-1-15,-5 0-3 0,2-1-2 0,2 0 4 16,-3 3-4-16,-1-1-8 0,-2 2 5 0,1-2 0 16,-5-2-5-16,0 4-1 0,-1 0-1 0,1-2 4 0,-14 1-10 15,12 2 4-15,-14-5-1 0,0 2 0 16,-3 1 1-16,-1-2-3 0,0 1 3 0,-3 1 0 16,-1-1 2-16,-1-2-2 0,-9 1 4 0,-1-2-4 15,0 2 5-15,-5-1-3 0,5-1-2 0,-7-1-4 0,1 1 6 16,-6-1-3-16,0 0 3 0,-6-1 1 0,9 2 4 15,-9-2 3-15,11 2 3 0,-11-2 5 16,0 0 1-16,7 0-2 0,-7 0-6 0,0 0 3 16,8 2-5-16,-8-2-3 0,0 0-1 0,0 0-2 0,0 0-4 15,0 0-5-15,0 0-8 0,0 0-10 0,0 0-18 16,0 0-13-16,0 0-20 0,0 0-21 16,-32-4-15-16,19 5-34 0,-1-1-2 0,-5 3-11 15,-1-3-20-15,-9 2-106 0,-1 0-290 0,0 1 128 0</inkml:trace>
  <inkml:trace contextRef="#ctx0" brushRef="#br0" timeOffset="90112.26">18657 10542 51 0,'33'3'129'0,"-2"-2"-13"16,7 0-17-16,22-1-21 0,1-1 0 0,30 1-4 15,0-3-10-15,-26 2-5 0,27-1-10 0,-1 1 4 16,-25-2-8-16,29-1-6 0,-30 2-10 0,27 1 0 16,-30 0-11-16,3 2-26 0,-3-2 2 0,-4-1-12 15,-2 2-26-15,-5 0-15 0,-15 0-28 0,-4 2-45 16,-3-2-142-16,-7 1 63 0</inkml:trace>
  <inkml:trace contextRef="#ctx0" brushRef="#br0" timeOffset="131466.38">25219 15948 9 0,'5'-5'102'0,"-5"5"-9"0,0 0-3 0,0 0-6 0,0 0-4 15,0 0-8-15,0 0 0 0,0 0 1 16,0 0-12-16,0 0-16 0,0 0 1 0,0 0-6 15,0 0-12-15,0 0 3 0,0 0-6 0,0 0 3 16,0 0 1-16,0 0-9 0,0 0-4 0,0 0 4 0,0 0 5 16,0 0-14-16,0 0-2 0,0 0 2 0,0 0-2 15,0 0-1-15,0 0-2 0,0 0-6 0,0 0-6 16,0 0-15-16,0 0-9 0,0 0-14 16,0 0-21-16,0 0-21 0,0 0-63 0,0 0-161 15,0 0 72-15</inkml:trace>
  <inkml:trace contextRef="#ctx0" brushRef="#br0" timeOffset="132036.66">26938 16069 97 0,'0'0'124'16,"0"0"7"-16,0-8-9 0,0 8-2 0,0 0-12 16,0 0 0-16,0 0-13 0,0 0-11 0,0 0-5 15,0 0-11-15,0 0-5 0,4-7-7 0,-4 7-8 16,0 0-3-16,0 0-8 0,0 0 2 0,0 0-8 0,0 0-7 15,0 0-16-15,0 0-20 0,0 0-13 0,0 0-27 16,0 0-11-16,0 0-21 0,0 0-29 16,0 0-77-16,0 0-205 0,0 0 90 0</inkml:trace>
  <inkml:trace contextRef="#ctx0" brushRef="#br0" timeOffset="133211.51">26724 15981 42 0,'0'0'107'0,"0"0"-7"0,0 0-12 16,0 0-2-16,0 0-15 0,0 0-5 0,0 0 1 0,0 0-18 15,0 0-15-15,0 0-10 0,0 0-5 0,0 0-12 16,0 0-19-16,0 0-13 0,0 0-18 16,0 0-9-16,0 0-53 0,0 0-114 0,0 0 51 15</inkml:trace>
  <inkml:trace contextRef="#ctx0" brushRef="#br0" timeOffset="133825.26">26681 15990 78 0,'9'-4'70'0,"-9"4"-23"16,0 0-20-16,0 0-42 0,0 0-20 0,0 0-37 16,0 0 17-16</inkml:trace>
  <inkml:trace contextRef="#ctx0" brushRef="#br0" timeOffset="134543.51">28014 16107 157 0,'0'0'156'0,"0"0"-7"16,0 0-9-16,0 0-8 0,-6-5-5 0,6 5-1 0,0 0-6 15,0 0 0-15,0 0 0 0,0 0-6 0,0 0-6 16,0 0-3-16,-2-7-7 0,2 7-1 16,0 0-2-16,0 0-4 0,0 0-4 0,0 0-7 15,0 0-2-15,0 0 1 0,0 0-6 0,0 0 2 16,0 0-9-16,0 0-1 0,0 0-6 0,0 0 2 16,0 0-1-16,0 0-4 0,0 0-5 0,0 0 0 0,0 0-4 15,0 0-9-15,0 0 0 0,0 0-7 16,9-7 3-16,-9 7-10 0,16-2-1 0,-4 0 1 15,1 1-5-15,0-1 0 0,7-3-5 0,1 4 2 16,-1-2-4-16,9 1 0 0,-9 1-1 0,1-2-4 16,0 0 34-16,-2 2-7 0,3 0 2 0,-6-1-4 15,-2 2-4-15,-3-2-1 0,2 1 0 0,-2-1-4 16,-4 1-7-16,-7 1 1 0,16 0-7 0,-16 0 5 16,10-2-2-16,-10 2-3 0,8-1 1 0,-8 1 0 15,0 0-2-15,10 1 2 0,-10-1-8 0,0 0 11 16,9-3-8-16,-9 3 4 0,0 0-12 0,0 0-17 15,0 0-22-15,0 0-23 0,0 0-30 0,0 0-33 0,0 0-36 16,0 0-43-16,0 0-28 0,0 0-43 16,0 0-147-16,0 0-459 0,-39 4 203 0</inkml:trace>
  <inkml:trace contextRef="#ctx0" brushRef="#br0" timeOffset="136197.51">8450 16415 101 0,'0'0'185'0,"0"0"-13"16,0 0-17-16,0 0-11 0,0 0-16 0,0 0-12 15,0 0-11-15,0 0-11 0,0 0-11 0,0 0-6 16,0 0-21-16,0 0 5 0,0 0-12 0,0 0 1 16,0 0-35-16,1-8-7 0,-1 8-8 0,0 0-15 15,0 0-18-15,0 0-15 0,0 0-31 0,0 0-14 16,5-5-18-16,-5 5-93 0,0 0-220 0,0 0 98 16</inkml:trace>
  <inkml:trace contextRef="#ctx0" brushRef="#br0" timeOffset="136417.1">8355 16393 88 0,'0'0'115'0,"0"0"-18"0,15-10-8 15,-15 10-10-15,0 0-8 0,0 0-18 0,0 0-19 16,0 0-19-16,9 0-20 0,-9 0-14 0,0 0-18 16,0 0-20-16,0 0-31 0,0 0-94 0,0 0 42 15</inkml:trace>
  <inkml:trace contextRef="#ctx0" brushRef="#br0" timeOffset="138127.35">28159 16005 30 0,'0'0'23'0,"0"0"-25"15,0 0-7-15,0 0-9 0,0 0 4 0</inkml:trace>
  <inkml:trace contextRef="#ctx0" brushRef="#br0" timeOffset="143448.07">25688 14472 25 0,'0'0'51'0,"0"0"-5"15,0 0-10-15,0 0-15 0,0 0-5 0,0 0-9 16,0 0-14-16,0 0-26 0,0 0-35 0,0 0 15 16</inkml:trace>
  <inkml:trace contextRef="#ctx0" brushRef="#br0" timeOffset="144099.57">28581 14744 12 0,'0'0'12'15,"0"0"-16"-15,0 0-5 0,0 0 2 0</inkml:trace>
  <inkml:trace contextRef="#ctx0" brushRef="#br0" timeOffset="144956.84">25268 15127 58 0,'0'0'103'0,"0"0"-15"15,0 0 0-15,0 0-13 0,0 0-20 0,0 0-16 16,0 0-25-16,0 0-18 0,0 0-14 0,0 0-16 16,0 0-44-16,16 3-84 0,-16-3 38 0</inkml:trace>
  <inkml:trace contextRef="#ctx0" brushRef="#br0" timeOffset="145215.1">26722 15344 8 0,'0'0'6'0,"0"0"-9"0,0 0-3 15,15 3 3-15</inkml:trace>
  <inkml:trace contextRef="#ctx0" brushRef="#br0" timeOffset="147444.9">29083 13922 70 0,'-3'-9'97'0,"3"9"-7"16,-3-8 2-16,1 3-8 0,2 5 1 0,-1-10-8 15,1 10-5-15,-5-11 1 0,5 11-9 0,0-10-2 16,0 10-8-16,-1-10 5 0,1 10-7 0,0-9-6 15,0 9 2-15,6-5-8 0,-6 5 0 0,5-9-9 16,-1 6-2-16,-4 3 9 0,15-5-10 0,-9 4-7 0,3-1 7 16,3 2-3-16,-1-2-5 0,2 1 1 15,0 2-6-15,-2 1-3 0,2 1-2 0,-2-1 4 16,2 2-7-16,0 1-2 0,-3 0 3 0,4 1 0 16,-3 1-4-16,3 2 0 0,-3 0 3 0,-2 1-5 15,1 1 2-15,-1 1-6 0,0 2 9 0,1 3 1 16,-1-3-10-16,-2 4 4 0,-1 0-4 0,-1 6 4 15,-1-4 5-15,-1-2-11 0,0 8 15 0,0-2-12 16,-4-4 8-16,1 0-7 0,0-1 0 0,-2 0 3 16,1 0-3-16,-3 0 0 0,3-1 6 0,0 0-7 15,-2-1 2-15,1 4-5 0,0-1 2 0,0-3 3 0,-2 2-5 16,1 0 7-16,1 5-4 0,-2-5-4 16,1 6 8-16,0-7-7 0,-2 9 3 0,1-1 4 15,1 1-1-15,-2 0-3 0,2 1-3 0,0 2 0 16,-4 0 4-16,2 0 3 0,0 1-2 0,-3 1-3 15,3 0 1-15,1 4 3 0,-3 0 2 0,0-1-2 0,2-1-2 16,-4 12-7-16,2-12 2 0,0 13-4 0,2-12-9 16,1 1 3-16,-1 12 4 0,3 0-4 15,0-14-1-15,2 2-2 0,0 2 13 0,2-4-13 16,-1-2-6-16,4 2 3 0,0-4-5 0,0 4 5 16,0-5 5-16,3-1-9 0,0 0-5 0,-3-1 9 0,1-2 1 15,1-1-6-15,0-5 10 0,0 1-8 16,-2-2 3-16,1 1 3 0,-2 0 2 0,0-1 4 15,-2 0-11-15,-2-3 18 0,0 2 3 0,-2 2 5 16,-3-3-12-16,0 2 15 0,-4-1 0 0,0-1-3 16,-3 0 2-16,1-1-5 0,-8 3 11 0,4-3-21 15,-8 0-21-15,1 2-35 0,-4-5-100 0,-2 0-180 16,-3 1 81-16</inkml:trace>
  <inkml:trace contextRef="#ctx0" brushRef="#br0" timeOffset="149780.24">29081 7978 87 0,'0'0'84'16,"0"0"-6"-16,2-8-11 0,-2 8 0 0,0 0-10 15,0 0-11-15,3-6-4 0,-3 6-7 0,0 0-2 0,0 0-6 16,0 0-1-16,7-6-7 0,-7 6-9 16,0 0 3-16,0 0 1 0,10 0-3 0,-10 0-4 15,0 0 0-15,10 6 2 0,-10-6-3 0,13 4 0 16,-8-1-2-16,0 3-1 0,2-2-1 0,-2 4-2 16,2-2 2-16,0 3 3 0,-1-2-4 0,1 2 6 0,-1 2-5 15,-1 0-6-15,0-1 4 0,0 2-2 16,-1 4 0-16,-1-1-2 0,1 1 2 0,-2 1-1 15,-2 0 5-15,-1-1 3 0,1 2-4 0,-3 0-6 16,-1 5 0-16,0-4 2 0,1 5-1 0,-1-6 3 0,0 2 4 16,-1 2 1-16,-3 4 1 0,3-1-13 0,1-6 7 15,-1 5 2-15,-3 2 2 0,2-1-3 0,1-1 3 16,0 1-2-16,0 1 1 0,-2-2-1 16,2-5 4-16,0 8-7 0,1-3-3 0,-1 0 2 0,0 1 5 15,-1 0-3-15,-1-5 1 0,4 3 1 0,-4 1 1 16,2-5-2-16,1 6 2 0,-1-6-2 0,2 0 2 15,-2 5-3-15,2-4-2 0,-1 3 6 16,0-3-4-16,0-2 0 0,0 3 2 0,2-2-4 16,-1 0 7-16,0 6-2 0,-2 0 3 0,3-6-1 0,-1 6 6 15,1 0-11-15,-1-1 0 0,-1 1-5 16,3 1 3-16,0-2 3 0,-2-1 2 0,3 2 3 0,-1-5-4 16,1 5 10-16,0 1-10 0,-1 1 0 15,1 2-1-15,2-4-1 0,-3 6 5 0,2-1-4 0,-1-1-5 16,1 0 11-16,2 0-5 0,1-1-9 0,0 1 8 15,0 0-6-15,1 2 0 0,1-6 6 0,2 1 1 16,-2 5 4-16,2-1-3 0,2-4-10 16,-3 3 5-16,3 0 3 0,0 1-5 0,-1 2-10 0,0 2 9 15,-3-2 3-15,2 1-3 0,-2-3 1 0,1 3 1 16,-2-4-5-16,-1 3 0 0,-4-1 2 0,-2 2 3 16,0-3-3-16,-3 1 9 0,-2 1-3 0,-2-4-6 15,-1 2 1-15,0-5 6 0,-2 2-4 0,1-2 3 16,-3-1-6-16,-2 2 5 0,0-2-2 0,-2 0 2 15,-1 1-5-15,2 1-7 0,-6-1-5 0,3-1-8 16,-2-1-19-16,-4-3-47 0,-2 3-100 0,1-3 45 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21:15.676"/>
    </inkml:context>
    <inkml:brush xml:id="br0">
      <inkml:brushProperty name="width" value="0.05292" units="cm"/>
      <inkml:brushProperty name="height" value="0.05292" units="cm"/>
      <inkml:brushProperty name="color" value="#FF0000"/>
    </inkml:brush>
  </inkml:definitions>
  <inkml:trace contextRef="#ctx0" brushRef="#br0">5931 11359 25 0,'-7'-5'28'0,"7"5"-6"0,0 0-5 0,0 0-1 16,0 0-7-16,0 0-8 0,0 0-10 0,0 0-10 15,0 0-19-15,0 0 9 0</inkml:trace>
  <inkml:trace contextRef="#ctx0" brushRef="#br0" timeOffset="663.61">8709 10567 21 0,'0'0'35'16,"0"0"-8"-16,0 0-4 0,0 0-3 0,0 0 0 16,0 0 0-16,0 0-6 0,0 0-1 0,0 0-1 15,0 0-2-15,0 0-2 0,0 0-1 0,0 0-1 16,0 0-2-16,0 0-5 0,0 0 0 0,0 0 2 16,0 0-7-16,0 0-4 0,0 0-28 0,0 0-40 0,0 0 18 15</inkml:trace>
  <inkml:trace contextRef="#ctx0" brushRef="#br0" timeOffset="1282.99">11494 11594 48 0,'0'0'110'0,"0"-10"-2"0,0 10-14 16,0 0-5-16,0 0-6 0,0 0-13 0,0 0-9 15,0 0-9-15,0 0-8 0,0 0-9 0,4-9-15 16,-4 9-18-16,0 0-24 0,0 0-22 0,0 0-28 16,0 0-41-16,0 0-123 0,0 0 54 0</inkml:trace>
  <inkml:trace contextRef="#ctx0" brushRef="#br0" timeOffset="3250.31">13362 10387 16 0,'0'0'251'0,"0"0"-27"0,0 0-21 0,0 0-18 0,0 0-13 16,-6-3-9-16,6 3-5 0,0 0-11 16,0 0 3-16,0 0-12 0,-14 16-4 0,12-11-14 0,-3 4-11 15,1 0-9-15,-2 1-5 0,0 1-11 0,2 0-7 16,-1-3-7-16,1 4-4 0,-2 0-8 16,1-2-6-16,1 2-3 0,-1 0-2 0,2-1-7 0,-1 0 1 15,0-2-4-15,1-2-2 0,1 1-2 0,-2-4-6 16,4-4 2-16,-2 8-7 0,2-8 2 0,-3 9 6 15,3-9 0-15,-2 6 5 0,2-6 6 0,0 0 9 16,0 0 3-16,-3 7 1 0,3-7 7 0,0 0 2 16,0 0-2-16,0 0-2 0,0 0-8 0,0 0-1 15,0 0-10-15,8-25-4 0,-6 14 0 0,2-1 5 16,1-2-13-16,-1-1-5 0,5-2-2 0,-4-2-1 16,2 2-4-16,1-2 6 0,-1 3 0 0,0-2-7 15,0 0 3-15,1 1-9 0,-1 1 8 0,1-1-3 16,-4 6-2-16,2 1 21 0,-3 0-18 0,1 1 4 15,-2 3-9-15,2 1 2 0,-4 5-3 0,2-9-5 16,1 5 0-16,-3 4-3 0,0 0-4 0,5-5-7 16,-5 5 9-16,0 0 5 0,0 0-9 0,9 12 8 15,-5-4-9-15,0 4-1 0,1 1 1 0,-1-2 10 16,1 5-8-16,-2 0 4 0,1 0-4 0,-2 0 14 16,3 0-8-16,-3-5-6 0,4 0 0 0,-4 1 1 0,2-2 5 15,2 1-5-15,-4-2 2 0,3 1 4 16,-3-1-5-16,2 0 4 0,1-2-1 0,-1 1-18 15,-1-2-15-15,-1-1-36 0,2 1-22 0,-3 0-22 16,-1-6-29-16,4 10-27 0,-4-5-30 0,0-5-23 16,0 0-17-16,4 10-11 0,-4-10-7 0,0 0-156 15,0 0-446-15,-8 6 197 0</inkml:trace>
  <inkml:trace contextRef="#ctx0" brushRef="#br0" timeOffset="3416.56">13337 10526 102 0,'-12'-5'177'0,"9"2"5"15,3 3-9-15,0 0-4 0,-10-4-5 16,10 4-6-16,-6-4-11 0,6 4-7 0,0 0-15 0,0 0-11 16,0 0-12-16,0 0-8 0,16-11-13 0,-5 9-11 15,8-1-21-15,-2-4-19 0,12 2-22 0,-10 1-30 16,2 1-33-16,6-4-33 0,-8 4-22 0,8-3-22 16,-8 3-22-16,2-2-100 0,-3-2-276 0,0 2 123 15</inkml:trace>
  <inkml:trace contextRef="#ctx0" brushRef="#br0" timeOffset="3635.34">13733 10343 28 0,'2'-6'160'0,"-2"6"3"15,0 0 5-15,0 0-6 0,0-8-4 0,0 8-4 16,0 0-13-16,0 0-14 0,0 0-14 0,0 0-15 16,0 0-12-16,0 0-5 0,0 0 1 0,0 0 17 15,0 0 5-15,0 29-9 0,-2-12-5 0,2-1-6 16,-4 2-8-16,4 0-8 0,-5-1-9 0,3 2-4 15,-1-1 0-15,-1 8-7 0,4-11-6 0,-3-5-8 0,1 3 1 16,2-1-22-16,-2 0-11 0,2-3-26 16,-2 1-39-16,2-1-36 0,-4-1-38 0,4-8-28 15,0 9-36-15,0-9-132 0,0 10-359 0,0-10 160 16</inkml:trace>
  <inkml:trace contextRef="#ctx0" brushRef="#br0" timeOffset="4036.61">13764 10379 81 0,'13'-10'178'0,"-3"1"-3"0,1 2 0 0,-2 0-11 15,0 4-7-15,-4 1-9 0,1 0-4 16,1-1 0-16,-7 3 1 0,14 1 2 0,-8 1-7 0,-6-2-3 16,13 4-13-16,-8 2 6 0,0-1-3 0,-3 2-5 15,0 0-3-15,-2 3-5 0,0 1-12 0,-4 1-12 16,-1-2-1-16,0 0-6 0,-3-1-9 0,3 1-7 15,-1-1-7-15,-2 1-1 0,0-2-10 0,1 2-4 16,1-2-4-16,-2 1-14 0,4-4-15 0,-1 1-8 16,1 0-9-16,4-6-14 0,-4 10-8 0,4-5-5 15,0-5-2-15,0 0 0 0,4 15 3 0,2-13-5 16,-1 2-1-16,2 1 3 0,-2-2 6 0,1 0 0 16,1 1 4-16,-1-1 3 0,2 0 1 0,-2 0 3 15,-6-3 0-15,9 5 2 0,-3-2 1 0,-6-3 1 16,8 6 10-16,-8-6 13 0,4 3 4 0,-4-3 4 15,0 0 6-15,0 9-1 0,0-9 1 0,0 0 1 16,-14 10 0-16,6-7-2 0,3 0-1 0,-4 2-3 16,-2-1-4-16,2 0 1 0,-2-3-6 0,1 1-13 15,0-2-16-15,1 3-22 0,-1 0-42 0,1-3-38 16,9 0-48-16,-16-2-47 0,10 1-218 0,6 1-469 16,-11-5 207-16</inkml:trace>
  <inkml:trace contextRef="#ctx0" brushRef="#br0" timeOffset="4383.39">13802 10181 107 0,'0'-10'269'0,"0"10"-6"16,0 0 6-16,2-10-15 0,-2 10-9 0,0 0-14 0,0-6-20 15,0 6-19-15,0 0-15 0,0 0-22 0,0 0-15 16,0 0-12-16,3-8-13 0,-3 8-13 0,0 0-12 16,0 0-6-16,0 0-10 0,12-2-4 0,-4 1-8 15,5 1-6-15,5-2 7 0,1 0-18 0,3 1-1 16,0-2 5-16,-1 0-15 0,-1 2-2 0,-4 0-2 16,4-2 2-16,-7 3-1 0,0-1 5 0,-1 0-1 15,-1 0 1-15,-2 1-6 0,1-2-3 0,-10 2 3 16,13-1-4-16,-5 1-7 0,-8 0 9 0,10 0-7 15,-10 0-16-15,9-3 9 0,-9 3 13 0,0 0-24 16,9-1-16-16,-9 1-24 0,0 0-29 0,9-1-40 16,-9 1-46-16,0 0-43 0,0 0-51 0,6 5-39 15,-6-5-198-15,0 0-521 0,-1 10 231 0</inkml:trace>
  <inkml:trace contextRef="#ctx0" brushRef="#br0" timeOffset="7517.25">13180 12859 4 0,'0'0'218'0,"0"0"-19"16,0 0-15-16,-2-6-8 0,2 6-17 0,0 0-5 16,0 0-12-16,0 0-3 0,0 0-8 0,0 0-7 15,0 0-8-15,0 0-7 0,0 0-13 16,-4 22-3-16,4-22-3 0,2 16-3 0,-4-10-4 0,0 1-7 15,2 0-1-15,0-7-10 0,-3 12-4 0,1-5-3 16,2-7 9-16,-3 10 1 0,3-10-2 0,-4 7 3 16,4-7 1-16,0 7-2 0,0-7 0 15,0 0-5-15,0 0 2 0,-2 8 0 0,2-8 1 0,0 0-2 16,0 0 3-16,0 0-6 0,0 0-4 0,0 0-9 16,0 0-6-16,0 0 9 0,0 0-1 0,0 0-20 15,-5-25-6-15,5 25 2 0,2-14-9 16,3 3-3-16,-1 2-6 0,-1-2-4 0,-1-1-1 15,1 1-1-15,3-3-2 0,-4 0-6 0,5 0 1 0,-3 0 1 16,1 2-9-16,6-2 2 0,-4 4-1 0,-1-2 0 16,2 2-4-16,-2 1 10 0,1 2-1 15,-3 1-3-15,1 2 0 0,-1 0 0 0,-4 4 10 16,10-4-10-16,-10 4-2 0,6-3-2 0,-6 3 4 0,9 5 1 16,-3 1 0-16,-3-1 3 0,4 5 4 0,-2 1-4 15,1 3 8-15,-2 1 4 0,-1-3-2 0,-1 5 4 16,2 0 8-16,2-2-12 0,-2-4-1 0,-4 2 4 15,6-1-1-15,-6-1 8 0,5 1-14 0,-3-2 2 16,0 2 0-16,0-5-17 0,-2 5-23 0,0-5-26 16,0 1-40-16,0-8-37 0,2 13-33 0,-2-7-48 15,0-6-22-15,0 0-28 0,-4 11-152 0,0-7-459 16,4-4 203-16</inkml:trace>
  <inkml:trace contextRef="#ctx0" brushRef="#br0" timeOffset="7679.34">13167 12943 51 0,'-7'-4'190'0,"7"4"1"0,0 0-2 15,0 0-11-15,0 0-5 0,0 0-17 0,0 0-12 16,14-11-19-16,-6 9-10 0,1-2-12 0,1 1-12 16,1-2-12-16,0 2-25 0,3-4-36 0,1 2-37 0,3-2-53 15,-2-2-48-15,4 1-155 0,-7-3-297 16,3 2 131-16</inkml:trace>
  <inkml:trace contextRef="#ctx0" brushRef="#br0" timeOffset="7890.78">13172 12578 225 0,'0'0'233'0,"-10"-5"-18"15,10 5-9-15,-4-2-10 0,4 2-11 16,0 0-18-16,0 0-15 0,0 0-16 0,0 0-16 16,0 0-19-16,20-14-20 0,-9 11-31 0,8-1-33 0,-2-1-45 15,3 1-41-15,1-1-43 0,1-1-52 0,0 2-122 16,-3 0-308-16,-2 1 136 0</inkml:trace>
  <inkml:trace contextRef="#ctx0" brushRef="#br0" timeOffset="8140.04">13517 12637 67 0,'0'0'243'0,"0"0"2"0,0 0-6 0,0 0-6 0,0 0-14 16,0 0-16-16,0 0-17 0,0 0-14 0,0 0-17 15,0 10 0-15,0-10 0 0,-2 10-21 0,2-10-4 16,-2 16-8-16,0-4-12 0,0-3-9 0,2 4-8 15,-1-2-9-15,-1 1-11 0,-1 1-5 0,1-1-7 16,2 0 1-16,-2 0-11 0,2-1-12 0,0 0-30 16,0-1-19-16,0-1-37 0,0-2-30 0,0-7-38 15,0 13-35-15,2-7-36 0,-2-6-22 0,5 9-31 16,-5-9-158-16,0 0-428 0,0 0 189 0</inkml:trace>
  <inkml:trace contextRef="#ctx0" brushRef="#br0" timeOffset="8504.35">13482 12662 163 0,'0'0'203'0,"4"-8"-3"0,0 6-9 0,1-1-10 16,3-1-9-16,-2 2-10 0,-6 2-15 0,13-3-11 16,-13 3-13-16,14 0-6 0,-8 0-10 0,-6 0-13 15,13 1-5-15,-6 1-9 0,-7-2-6 0,10 6-9 16,-4-3-4-16,0 0-7 0,-3 2-3 0,1 1-2 15,0-1 0-15,-4 3-8 0,0-8-1 0,0 11-3 16,0-11-6-16,0 14-6 0,-4-5-14 0,4-1-8 16,0-8-8-16,0 10-7 0,0-2-8 0,0-8-16 15,0 12-12-15,0-12-13 0,0 12-7 0,2-6-6 16,0 1-17-16,2-2 1 0,0 0 1 0,0 0-8 16,1 0 12-16,1 0 9 0,-2-1 12 0,-1 0 10 15,4 0 3-15,-7-4 9 0,7 7 9 0,-7-7 17 0,4 6 23 16,-4-6 20-16,4 4 9 0,-4-4 12 15,0 0 0-15,0 0-4 0,0 0-6 0,-13 10-6 16,6-9 0-16,7-1-6 0,-11 4-1 0,6-2-10 16,-3 1-13-16,-2-2-35 0,2 1-19 0,1-1-54 15,7-1-52-15,-14 2-122 0,14-2-302 0,-13 0 134 16</inkml:trace>
  <inkml:trace contextRef="#ctx0" brushRef="#br0" timeOffset="11055.99">15265 14698 131 0,'-6'-3'147'0,"1"-1"4"16,5 4-6-16,-9-5 4 0,9 5-2 0,-10-4-7 0,10 4-7 15,-7-5-7-15,7 5-9 0,-5-2-9 0,5 2-11 16,0 0-9-16,0 0-4 0,0 0-12 0,0 0 2 16,0 0-10-16,15-12-4 0,-2 10-2 15,3-1 0-15,13-1 3 0,1 4-2 0,3-4-3 0,6-2 6 16,18 6-3-16,2-5 1 0,2 2-3 0,1 0-5 15,0-4-3-15,4 3-2 0,26 0-2 0,-26 1-5 16,25-7 0-16,-27 7-7 0,28 0 0 0,-27-2-3 16,28 0-2-16,-27 2-4 0,24 1-2 0,-25-3 1 15,30 1 1-15,-30-4 0 0,1 2 4 0,-2 1 6 16,28-6 2-16,-30 10 1 0,0-2-2 0,2 1-5 16,-1-3 0-16,1 3 3 0,1 1-4 0,-4 1 4 15,-1-1-2-15,1 2-7 0,-4-2 6 0,-1-1-4 16,-5 0-5-16,3-2 12 0,-15 4 4 0,1-3-1 15,12-1 2-15,-13 6-4 0,1-2 0 0,-1 0-2 16,-2 0-4-16,2-2 1 0,-4 2-7 0,1 0-6 16,-3 0-1-16,-6-3 1 0,-5 2 2 0,0-1-4 15,-3 1 0-15,1 0-3 0,-2 1 5 0,0 0-12 16,-8-2 6-16,4 2-2 0,-3 0-4 0,-1-1 1 16,0 1 6-16,-10 0-1 0,12-2 1 0,-12 2-2 15,9 0 6-15,-9 0 3 0,7-2 4 0,-7 2-3 16,0 0-7-16,0 0 8 0,0 0-7 0,5-6-2 15,-5 6-1-15,0 0-1 0,0 0 6 0,0 0-2 16,0 0-9-16,0 0 5 0,0 0-5 0,0 0 2 16,0 0 7-16,0 0-14 0,0 0-10 0,0 0 5 15,0 0-6-15,0 0-4 0,-14-10-19 0,14 10-17 16,0 0-17-16,0 0-18 0,-10-3-15 0,10 3-12 16,0 0-15-16,-11-2-14 0,11 2-20 0,0 0-14 15,-13 0-14-15,13 0-15 0,-9 0-26 0,9 0-188 16,-12 0-454-16,12 0 201 0</inkml:trace>
  <inkml:trace contextRef="#ctx0" brushRef="#br0" timeOffset="13767.55">15895 17401 147 0,'0'0'221'0,"0"0"-15"0,0 0-12 0,0 0-14 16,0 0-11-16,-8-10-5 0,8 10-8 0,0 0-1 0,0 0-7 15,-12-1-2-15,12 1-11 0,0 0 6 0,0 0-9 16,0 0-4-16,0 0-1 0,0 0-14 0,0 0 2 16,0 0-4-16,-12 1-6 0,12-1 0 0,0 0 9 15,0 0-14-15,0 0 0 0,0 0-15 16,0 0-3-16,0 0-3 0,0 0-7 0,0 0-10 16,0 0-1-16,0 0-1 0,0 0-12 0,0 0-3 15,24 7 11-15,-12-4-16 0,2 1-9 0,5-1-2 0,9 1 7 16,2-1-11-16,8 2 0 0,-1-3-7 15,13-2-3-15,2 8 2 0,3-6 2 0,1-2-10 16,1 1 2-16,-1-1-2 0,-4 0 7 0,2 0-11 16,-4 0 0-16,-12 1-7 0,0-1 1 0,-2 1-16 15,0-2 19-15,-3 1-7 0,-1-3 2 0,-1 3-3 16,-2-1 4-16,-7 1 0 0,-5-1-4 0,-3 1 1 16,2-2 0-16,-3 1 5 0,-3 1 15 0,-2-1-4 15,1 2 7-15,-9-1-3 0,13-1-1 0,-13 1 0 16,7 1 8-16,-7-1-9 0,0 0 2 0,0 0 2 15,0 0-2-15,0 0 5 0,0 0-16 0,0 0-8 16,0 0-6-16,0 0-18 0,0 0-25 0,0 0-26 16,0 0-30-16,-29 1-36 0,29-1-44 0,-12 6-38 15,12-6-58-15,-6 1-48 0,6-1-176 0,0 0-551 16,0 0 244-16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22:43.510"/>
    </inkml:context>
    <inkml:brush xml:id="br0">
      <inkml:brushProperty name="width" value="0.05292" units="cm"/>
      <inkml:brushProperty name="height" value="0.05292" units="cm"/>
      <inkml:brushProperty name="color" value="#FF0000"/>
    </inkml:brush>
  </inkml:definitions>
  <inkml:trace contextRef="#ctx0" brushRef="#br0">13923 12698 64 0,'0'0'71'0,"9"-4"-9"0,-1 1-7 0,-8 3-1 0,9-2-10 16,-9 2-3-16,11-2-18 0,-11 2-10 0,9 0-19 15,-9 0-16-15,0 0-45 0,6 6-72 0,-6-6 32 16</inkml:trace>
  <inkml:trace contextRef="#ctx0" brushRef="#br0" timeOffset="11150.27">24199 13029 82 0,'0'0'103'0,"0"0"-81"15,0 0 20-15,11 4 47 0,-11-4-4 0,0 0-7 16,0 0 8-16,0 0-6 0,0 0-10 0,0 0-8 16,7 1 5-16,-7-1-1 0,0 0-3 0,0 0-3 15,0 0 10-15,0 0-1 0,0 0 7 0,0 0-11 16,0 0 0-16,0 0-4 0,0 0 1 0,0 0-7 15,0 0-7-15,0 0-5 0,0 0-4 0,0 0-3 16,0 0-5-16,0 0-2 0,7 5-5 0,-7-5 0 16,0 0 0-16,0 0-6 0,0 0 0 0,0 0 0 15,0 0 0-15,0 0-5 0,0 0-4 0,0 0 4 16,0 0 2-16,0 0 0 0,0 0-1 0,0 0-2 0,0 0 7 16,0 0-5-16,0 0 3 0,0 0 2 15,0 0 3-15,0 0 0 0,0 0 6 0,0 0-4 0,0 0-2 16,1 7 3-16,-1-7 1 0,0 0 1 0,0 0 1 15,0 0 3-15,0 0-3 0,0 0 5 0,0 0-2 16,0 0 3-16,0 0-3 0,0 0-2 16,0 0-2-16,0 0 3 0,0 0-1 0,0 0-4 15,0 0 4-15,0 0-5 0,0 0 2 0,0 0 0 0,0 0 1 16,0 0 2-16,0 0 2 0,0 0-2 16,0 0 1-16,0 0 2 0,0 0-4 0,0 0-1 0,0 0 4 15,0 0-6-15,0 0-4 0,0 0-2 0,0 0 2 16,0 0 2-16,0 0 1 0,0 0-6 0,0 0 0 15,0 0 5-15,0 0-1 0,0 0 1 0,0 0 1 16,0 0-1-16,-13-17 1 0,13 17-4 0,0 0-2 16,0 0 3-16,0 0-2 0,-4-6-3 0,4 6-3 15,0 0 0-15,0 0 1 0,0 0-2 0,0 0 8 16,0 0-11-16,-3-6-2 0,3 6 4 0,0 0-2 16,0 0-7-16,0 0 4 0,0 0-1 0,0 0 0 15,0 0 1-15,0 0 1 0,0 0-2 0,0 0 0 16,0 0-4-16,0 0 6 0,0 0-3 0,0 0 1 15,0 0 0-15,0 0-1 0,0 0-1 0,0 0 6 16,0 0 0-16,0 0 1 0,0 0-4 0,0 0 2 16,0 0 0-16,0 0-1 0,0 0 4 0,23 4-7 15,-7-2 2-15,11 4-1 0,1-6 0 0,4 1 6 16,1 0-10-16,5 2 3 0,14-3-2 0,0 6-1 16,2-3 0-16,-2-3 1 0,1 0 1 0,-14 0-1 15,0 1 0-15,-1 1-3 0,-2-4 3 0,-2 4-4 0,1-2 1 16,-5 0 10-16,1 0-7 0,-4 2-4 0,-10-2 0 15,2-2 1-15,-8 2 1 0,3-2 3 0,-6 2-3 16,0 0 3-16,-1-1-4 0,-7 1 2 16,9 0-2-16,-9 0 10 0,0 0 8 0,11 0 7 15,-11 0 5-15,0 0 2 0,0 0 1 0,11-2-7 16,-11 2 3-16,0 0-5 0,0 0-1 0,0 0-1 0,0 0 6 16,0 0-7-16,0 0 0 0,6-2-5 15,-6 2-2-15,0 0-5 0,0 0-10 0,0 0-7 0,0 0-15 16,0 0-19-16,0 0-21 0,0 0-27 0,0 0-25 15,0 0-39-15,0 0-36 0,0 0-22 0,0 0-17 16,-18 12-31-16,3-1-189 0,-10-1-488 0,3-3 216 16</inkml:trace>
  <inkml:trace contextRef="#ctx0" brushRef="#br0" timeOffset="18144.07">24855 17461 91 0,'-6'-9'85'0,"6"9"-8"0,-4-5-3 0,4 5 4 0,-5-8-8 16,5 8-10-16,-8-5 12 0,8 5-12 16,-4-4-2-16,4 4-7 0,-9-5-19 0,9 5-1 15,-10-3-3-15,10 3-9 0,-11-2 4 0,11 2-17 0,-12-3-4 16,7 1-4-16,5 2-1 0,-13 0-4 16,4 0-15-16,2-2 13 0,-5 1-2 0,1 0-1 0,-1-1-2 15,-2 1-3-15,2-1-6 0,-1 1 6 16,0-1 1-16,-9 0-5 0,4 0 8 0,-2 2-5 15,1-2 7-15,7 2-1 0,-6-1 2 0,5 1 11 16,-1 0 10-16,3-1-12 0,0 0 15 0,-2 1-2 16,2-3-5-16,1 2 2 0,-1 0-7 0,0-1 19 15,2-1 6-15,0 2-3 0,9 1-4 0,-12-4 9 16,6 2 7-16,6 2 2 0,-11-1 4 0,11 1-4 16,0 0 3-16,-9-4 0 0,9 4 8 0,0 0 4 15,0 0 2-15,-4-7-7 0,4 7 1 0,0 0 7 16,22-7-5-16,-11 3 6 0,5 2-4 0,2-1 6 15,2 1 0-15,2-4-6 0,7 4 2 0,-1-2-8 16,2 2 11-16,-2-5-2 0,5 3 4 0,-2-1-6 16,1 4 4-16,-2-6-9 0,1 5 0 15,2-2-3-15,-1 0-1 0,-1 2-9 0,-2 0 0 0,2-1-5 16,-4 3-1-16,-7-2-7 0,2 2 2 0,-3-1-2 16,2 0-1-16,-2 1-8 0,0 1 3 0,-3 0-1 15,-3-1-8-15,-1 0 5 0,-1 2-7 0,-6-2-6 16,5 0-12-16,-10 0-4 0,12-2-22 0,-12 2-17 15,8 2-14-15,-8-2-31 0,0 0-16 0,0 0-21 16,0 0-30-16,0 0-21 0,0 0-98 0,0 0-309 16,0 0 137-16</inkml:trace>
  <inkml:trace contextRef="#ctx0" brushRef="#br0" timeOffset="20833.54">5765 7746 42 0,'0'0'102'15,"-11"-1"-4"-15,11 1-14 0,-11-3 0 0,11 3-3 0,-13-1-19 16,5 0 15-16,8 1-1 0,-14-2-4 0,8 2-4 16,6 0-5-16,-14-3 1 0,6 1-5 0,8 2-2 15,-13-4-11-15,7 4-5 0,6 0-4 0,-16-2-1 16,5 0 0-16,3 2-7 0,8 0 2 0,-17-3 0 16,8 3-6-16,1-4-5 0,-1 4 1 0,9 0-4 15,-14-2 5-15,14 2-5 0,-14 0 5 0,14 0-4 16,-13 0 1-16,13 0 0 0,-11 2-2 0,11-2 0 15,-12-2 3-15,12 2-6 0,-10 2 2 0,10-2 10 16,0 0-3-16,-10 0-3 0,10 0 4 16,-9 0-4-16,9 0 7 0,0 0-13 0,0 0 2 15,-8 0-4-15,8 0 4 0,0 0-7 0,0 0 4 16,0 0-4-16,0 0-5 0,0 0 2 0,0 0 0 0,0 0-5 16,0 0 0-16,0 0 1 0,0 0 0 0,0 0-2 15,0 0 0-15,0 0 6 0,0 0-6 0,0 0 4 16,18 11 4-16,-6-7 0 0,5 1 3 0,0 1 3 15,5-1 8-15,6 0-1 0,-1 0-2 0,2 1 1 16,3-2-3-16,0-2-3 0,1 1 3 0,3 1 3 16,-4-1-3-16,2-2 8 0,0 3-1 0,-1-3-1 15,2 2 2-15,0 0-2 0,0 0 3 0,-1 0-7 16,3-2 7-16,3 1-4 0,0 1-1 0,11-2 0 16,0 3-4-16,-13-2 0 0,2 0-3 0,11 2 2 15,-13-1-3-15,15-1-3 0,-15 0 1 0,14 4-3 16,-13-5 1-16,13 4-1 0,-12-2-1 0,11 0 0 15,-13-1-3-15,16 0 2 0,-16 3 2 0,14-3-1 0,-13-1 0 16,14 2-2-16,-15 0 2 0,1-1-3 16,1 2-2-16,-1-4-1 0,11 4 0 0,-10-1-1 15,-2 2-2-15,-1-2 7 0,3 1-2 0,-3 0-5 16,1-1 8-16,-2 3-3 0,1-2-5 0,0 2 5 16,2-2-2-16,-1 2 5 0,-1-3-4 0,-1 2 1 0,1 0-3 15,1-1 5-15,-2 1-2 0,-1 0 3 16,-4-2-6-16,3 2 3 0,-1-2 0 0,-1 3 5 15,1-2-4-15,-2 0 0 0,2-1-3 0,-2 2 4 0,1-2 2 16,2 1-2-16,-6-1 0 0,4 0 0 0,1-2 1 16,-1 2-3-16,1 1 2 0,2-4 0 0,-2 2-2 15,-2-1 1-15,1-1-1 0,1 1 3 16,-1 1-3-16,1 0 2 0,2-2-5 0,1 2 5 0,1 1-5 16,1-3 3-16,0 1 5 0,0 0-6 0,1-1-1 15,1 0 0-15,-3 4 0 0,1-3 0 0,0-1 1 16,1 2-3-16,-2-2 4 0,3 0 1 0,-1 0-3 15,1 1-1-15,-5 1 2 0,3 0 1 16,-1-1-3-16,-2 0 0 0,1 2 1 0,-3-2 0 0,-1 1-4 16,-1-2 0-16,-3 2-6 0,-7-2-8 0,-1 1-3 15,-1 2-4-15,-1-3-5 0,0 0-8 0,-1 1-9 16,-3-1-10-16,-1 0-16 0,-1 0-21 0,0 0-18 16,-2 0-28-16,3 0-40 0,-3 0-139 0,0 0-344 15,2 0 152-15</inkml:trace>
  <inkml:trace contextRef="#ctx0" brushRef="#br0" timeOffset="21799.94">9321 7855 83 0,'-7'-4'147'0,"7"4"2"0,0 0-7 0,-7-5-8 16,7 5-7-16,0 0-9 0,0 0-8 16,-4-5-6-16,4 5-5 0,0 0-8 0,0 0-7 0,0 0-3 15,0 0-13-15,0 0-4 0,-5-5-4 0,5 5-6 16,0 0-3-16,0 0-8 0,0 0-5 0,0 0-10 16,0 0 1-16,0 0 1 0,0 0 4 0,26 2-9 15,-9 0-1-15,4-1 1 0,10-1 3 16,2 2 2-16,7 0-4 0,15-1-4 0,2-4 5 0,6 6-3 15,1-3-2-15,1 5 4 0,33-4-4 0,-6 1 4 16,-25-2-4-16,25 3-2 0,-26-3-1 0,33 7 0 16,-7-2-5-16,-26-3 0 0,25 1 1 0,-26 1-5 15,27-3 1-15,-28 2 1 0,27 1 1 0,-33 0 3 16,8-2-2-16,23 2-2 0,-24 0 8 0,29-1-6 16,-29-1 5-16,23-1-5 0,-27-1 3 0,30 2-2 15,-26-1 4-15,0 2 0 0,-2-3-2 0,3-3-3 16,-1 0 1-16,-1 3-7 0,2-4-1 0,-5 1 3 15,-2 0-2-15,-1 0 0 0,-5 3 1 0,-1-3-3 16,0 0 5-16,-14 2-3 0,14-2-2 0,-16 0 0 16,0 0 1-16,2 0 3 0,-2 2-7 0,1-1 2 15,-2-2 0-15,1 4-3 0,-2-3 3 0,3 0-4 16,-1 2 3-16,3-2-1 0,-1 2 1 0,2 0-2 16,10 0 3-16,-12-1-2 0,2 1-1 0,1 0 0 15,8-3 0-15,-10 5 0 0,-1-1-4 0,0-1 3 0,-5 1 1 16,3 0-1-16,2 0 0 0,-1 0-1 15,1 4-1-15,-2-4 0 0,-1 1 3 0,3 2 0 16,-1-3-2-16,1 1 1 0,0 1 4 0,-2-1-3 16,-1 1-3-16,0 1 2 0,-1-1-5 0,-1 0 4 15,-1 0-3-15,1 0 3 0,-3-2 0 0,1 0-1 0,-4 0 5 16,2 0-1-16,-9 0 1 0,3 2-3 16,4-4 2-16,-4 4-4 0,-4-2 0 0,10 0 1 15,-2-2 5-15,-4 2-5 0,4 0-2 0,-7 0 1 0,3 0 4 16,4 0-6-16,-5 0 4 0,-3 0-6 0,0 0-7 15,2-2-6-15,-4 0-9 0,3 2-11 0,-2 0-16 16,1 0-16-16,-3 0-24 0,1-2-8 16,2 4-21-16,-2-5-21 0,1 2-17 0,1-1-19 0,3 2-126 15,-2 0-332-15,-3-1 147 0</inkml:trace>
  <inkml:trace contextRef="#ctx0" brushRef="#br0" timeOffset="81566.74">28458 13786 17 0,'0'0'146'0,"2"-6"0"0,-2 6-9 15,0 0-14-15,0 0-11 0,0 0-8 0,0 0-12 16,0 0-1-16,0 0-3 0,0 0 4 0,0 0-4 15,0 0-2-15,0 0-7 0,-15 20-3 0,5-12-8 16,4 0-6-16,-3 1-10 0,2 2-5 0,-6 0-4 16,3 0-1-16,2-1-4 0,-1-2-6 0,2 2-1 15,-2-1-8-15,3-2 0 0,-2 2-4 0,4-2 3 16,-3 1-7-16,3 0 2 0,1-1 1 0,-1 0-5 16,-1-1-3-16,3 2-1 0,0-3 1 0,2-5-4 15,0 10 3-15,0-10 0 0,4 9 0 0,2-4-5 16,2 2 2-16,3-3-1 0,1 1-4 0,-1-1 1 15,7 0-5-15,-1 1-2 0,3 0 2 0,-2-3-8 16,1 1-1-16,-1 0-5 0,0-2-11 0,0 2-5 16,-5-1-6-16,1 0-6 0,-1-2-15 0,-2 3-14 15,2-1-18-15,0-1-15 0,-7 1-11 0,2 0-9 16,-3 1-98-16,0 0-244 0,-5-3 108 0</inkml:trace>
  <inkml:trace contextRef="#ctx0" brushRef="#br0" timeOffset="82134.33">27636 13896 35 0,'0'0'181'0,"0"-8"-12"0,0 8-8 16,0 0-7-16,1-9-6 0,-1 9-5 0,0 0-9 15,1-10-8-15,-1 10-11 0,0 0-11 0,0 0-9 16,0 0-10-16,-1-9-10 0,1 9-8 0,0 0-10 16,0 0-7-16,0 0-5 0,0 0-6 0,0 0-3 15,0 0-6-15,0 0 0 0,0 0-6 0,0 0 0 16,0 0 2-16,0 0 6 0,3 28-2 0,0-18-2 15,-3 1-2-15,2 1-1 0,-4-2-1 0,2 2-3 16,0-2 2-16,0 2-1 0,-3 0-2 0,3-3-6 16,0 1 7-16,0 2-8 0,-2-2 1 0,2-2 3 15,0-8-6-15,-1 11 0 0,1-11-4 0,0 12 1 16,-1-6-1-16,1-6 0 0,0 0-2 0,0 13 1 16,0-13-1-16,0 8 1 0,0-8-2 0,0 0-1 15,0 7 0-15,0-7-2 0,0 0-6 0,1 9-9 16,-1-9-15-16,0 0-19 0,0 7-20 0,0-7-25 15,0 0-20-15,-1 10-29 0,1-10-19 0,0 0-14 16,0 8-112-16,0-8-310 0,-5 8 137 0</inkml:trace>
  <inkml:trace contextRef="#ctx0" brushRef="#br0" timeOffset="82400.59">27510 14277 113 0,'0'0'122'0,"0"0"-20"0,0 0 3 15,0 0-19-15,0 0-9 0,0 0-9 0,0 0-8 16,39 2-5-16,-20-2-13 0,9 0-11 0,0-3-4 15,2-1-14-15,-1 1-25 0,-2 2-10 0,-5 0-20 16,1 2-26-16,-3-1-59 0,-3 0-136 0,-5 0 60 16</inkml:trace>
  <inkml:trace contextRef="#ctx0" brushRef="#br0" timeOffset="82616.17">27449 14394 90 0,'-7'3'97'0,"7"-3"3"16,0 0-6-16,0 0-15 0,0 0-2 0,25 0 0 16,-7 1-18-16,13-2-9 0,2-2-14 0,0 0 10 15,1-2-9-15,2 1-9 0,-3-1 5 0,3 1-30 16,-5 3-12-16,-1-2-24 0,-8 0-25 0,-7 1-77 15,-2 2-146-15,-1 2 66 0</inkml:trace>
  <inkml:trace contextRef="#ctx0" brushRef="#br0" timeOffset="82783.07">27654 14454 67 0,'20'-2'65'0,"2"0"-23"0,7-3-14 0,2 0-36 16,1 1-25-16,0 2-35 0,2-2 16 0</inkml:trace>
  <inkml:trace contextRef="#ctx0" brushRef="#br0" timeOffset="85084.34">27732 13643 46 0,'-20'0'62'0,"0"1"-3"0,0 2 2 0,0 1-2 0,-1 2 3 16,1-1-3-16,0 1-6 0,2 2-4 16,-6 5 16-16,6-3-4 0,-3 6-10 0,1 3-1 0,0 0 23 15,7-4-27-15,-4 6 8 0,1-1 0 0,7-3-3 16,-4 7 3-16,1 2-6 0,2-1 7 16,1 1-4-16,3 4 1 0,-2-2 1 0,3 2-3 15,1 1-1-15,4-1 0 0,-2 2-5 0,4-4-7 16,2 2 2-16,-1-2 2 0,1 1-5 0,2-1-6 0,0-2-4 15,1-2 2-15,-1-7 2 0,0 2-7 0,2-2 0 16,1 2-12-16,2-2 10 0,1-2-8 16,1 2 3-16,1-5-1 0,-1 1-4 0,2-3-2 15,3-1 5-15,1-3-3 0,-2 1-3 0,-1-4-3 0,4 0-5 16,0-2 8-16,1 1 6 0,0-4-2 0,0 0 6 16,8-5-2-16,-2-1-7 0,-1-4 4 0,0-2-3 15,1-2-5-15,0-2 2 0,-3-3-6 16,2-4 4-16,-2 1 0 0,-2-4 1 0,5-13 3 0,-2-2-4 15,2 1 0-15,-6-3-9 0,-6-1 4 0,-3 13-2 16,3-15 0-16,-9 14 1 0,1-13-4 16,-3 13 2-16,-8 1-8 0,0-1 1 0,-8 2-9 0,-5 5-6 15,-3 2-1-15,-5 0-7 0,-4 6-6 0,-3 3-6 16,-19 5-10-16,-1 4-22 0,-6 7-13 0,-5 8-10 16,-27 12-15-16,4 6-29 0,1 8-75 0,-1 4-236 15,29-8 105-15</inkml:trace>
  <inkml:trace contextRef="#ctx0" brushRef="#br0" timeOffset="88133.71">31466 12332 11 0,'0'0'85'0,"0"0"-10"16,0 0-2-16,0 0 3 0,0 0-6 0,0 0-10 16,0 0 3-16,0 0-2 0,0 0-7 0,0 0-3 15,0 0-7-15,0 0 0 0,0 0-6 0,0 0-7 16,0 0 3-16,0 0-11 0,0 0-3 0,0 0-5 16,0 0 4-16,0 0 4 0,0 0 5 0,0 0 4 15,0 0 6-15,0 0 7 0,-1-18 4 0,1 18 1 16,0 0-4-16,0 0-4 0,0 0-2 0,2-15-1 15,-2 15 2-15,3-8-4 0,-3 8-2 0,0-11-2 16,1 4 7-16,-1 7 9 0,4-12 4 0,-3 5-10 16,2-1 1-16,-3 8 3 0,5-14 1 0,-4 7 3 0,-1 7 6 15,3-12-3-15,0 8 9 0,-3 4 1 0,3-8 7 16,-3 8-3-16,3-6-4 0,-3 6-2 16,0 0-12-16,0 0-6 0,3-9-2 0,-3 9-10 15,0 0-5-15,0 0 1 0,0 0-7 0,0 0 3 0,0 0 7 16,0 0 6-16,-3 34 1 0,0-17 1 15,-2 0-9-15,0 4-2 0,1-2 0 0,-1 0-2 16,1 5 0-16,-2 1 2 0,2-8-7 0,0 2-3 16,0-4 2-16,0 2-6 0,-1-1 1 0,1 0 1 15,-1 1-5-15,3-6 0 0,0 0-4 0,-1-1 2 16,1 0 0-16,1-3-2 0,0 1 2 0,-2 0 4 0,3-8-6 16,-2 12 2-16,2-12-6 0,-3 9 3 0,3-9-3 15,0 10-2-15,0-10-14 0,-4 5-9 16,4-5-13-16,0 0-12 0,0 0-17 0,-2 7-12 0,2-7-19 15,0 0-31-15,0 0-31 0,0 0-18 0,0 0-7 16,-8-18-2-16,5 8 7 0,0-2 8 0,4-3 14 16,1 0 17-16,0-4 17 0,-2 2 19 15,1-4 22-15,3-4 11 0,-3 5 11 0,4-6 11 0,-2 2 10 16,2-1 9-16,-2 7 20 0,-1 1 10 0,4 3 14 16,-3-2 5-16,1 5 1 0,0 1 1 0,-1 1 1 15,4 1 8-15,3 1 4 0,0 3-2 0,3 1 6 16,4 3 13-16,3-1 9 0,7 5-5 0,-7-2 12 15,7 7 2-15,-1-1-1 0,-7 1-11 0,-1-2 6 16,6 5-11-16,-8 0-8 0,-1 0 14 0,-2 2-6 16,-2-2-16-16,-3 2-5 0,-2 1 1 0,-2 2 5 15,-4 0-6-15,-4-2 11 0,-1 2-6 0,-6-2 1 16,-2 1 2-16,-9 3-11 0,0-2 4 0,-2-1-4 16,-4-2-4-16,-3-1-3 0,3 2 2 0,-1-3-8 15,-2-3-2-15,3 2-10 0,6-5-23 0,4 0-29 16,-2-1-33-16,8 0-29 0,0-1-31 0,1 0-33 15,0 2-123-15,-2-3-320 0,7-1 142 0</inkml:trace>
  <inkml:trace contextRef="#ctx0" brushRef="#br0" timeOffset="88403.31">31718 12575 161 0,'9'4'157'0,"-2"2"0"0,1-2-21 0,1 1-7 16,1-1-12-16,2-1-12 0,-1 3-6 0,2-2-9 16,5-2-5-16,1 1-7 0,-1-2-5 0,-3-1 0 15,3-3-5-15,0 3 4 0,-5-3-2 0,-2 1 2 16,5-4 3-16,-4 1-2 0,-4-1-4 0,0-1-9 16,-2-2-2-16,-2-1-4 0,0 1-3 0,-7-3-7 15,1-1-7-15,-3-2-7 0,-4-1-5 0,-7 2-7 16,0 2-4-16,-7-3-10 0,2 8-3 0,-6-3-15 15,-3 4-13-15,-1 4-23 0,-6 2-35 0,1 1-11 16,-2 6-36-16,-16 3-34 0,3 2-132 0,-3 2-323 16,1-4 144-16</inkml:trace>
  <inkml:trace contextRef="#ctx0" brushRef="#br0" timeOffset="89159.69">29316 12220 10 0,'4'-9'192'0,"-4"9"0"0,3-6-9 0,-3 6-7 0,4-5-9 15,-4 5-10-15,2-6-7 0,-2 6-12 16,4-5-13-16,-4 5-13 0,0 0-17 0,0 0-8 16,6-5-13-16,-6 5-4 0,0 0 3 0,0 0 2 15,3 16 8-15,-3-5-2 0,0 0-1 0,-1 4-7 0,1 4-5 16,-3-2-9-16,4 2-5 0,-2 0-7 0,-2-2-2 16,3 0-5-16,-2 0-3 0,1-1-3 15,-1-1-4-15,1-3-4 0,0 1-2 0,1-1-3 16,0-1 0-16,-1 2-2 0,-1-2-3 0,1-1-2 15,0 1-2-15,-1-1-9 0,1-1-20 0,1-1-11 16,-1 1-16-16,0-1-23 0,1-8-29 0,-3 11-29 0,3-11-31 16,-1 10-22-16,-2-5-12 0,3-5-154 0,-2 7-373 15,2-7 166-15</inkml:trace>
  <inkml:trace contextRef="#ctx0" brushRef="#br0" timeOffset="89435.52">29355 12213 16 0,'0'0'134'0,"12"-9"-4"0,-3 6 4 15,2 2-9-15,3-1-4 0,-14 2-4 0,29 3 0 0,-12 1-4 16,-1 2-10-16,2 1-11 0,-3 0-8 0,-3 0-8 16,2 4-8-16,-1 1-3 0,0-1-7 15,-2 3-7-15,-3 0 1 0,-2 1 1 0,-2 0-6 16,-3-2-1-16,-1 0-3 0,-1 2-4 0,-3 1 3 0,-1-4-2 15,-3 2-2-15,-3 2-5 0,-2-2-8 0,-7 4-1 16,0-1-3-16,-2-3-5 0,-4 1-2 0,-1-3-10 16,3 0-13-16,-2 0-20 0,6-5-16 15,1 2-25-15,1-3-29 0,1 0-28 0,6 0-23 0,-1-2-119 16,-1 1-292-16,3-3 130 0</inkml:trace>
  <inkml:trace contextRef="#ctx0" brushRef="#br0" timeOffset="90101.26">29712 12448 140 0,'0'0'196'0,"0"0"-10"0,0 0-5 16,7-5-14-16,-7 5-10 0,0 0-16 0,1-4-11 0,-1 4-14 15,0 0-10-15,0 0-13 0,0 0-5 0,0 0-10 16,0 0-8-16,0 0-8 0,0 0-3 0,0 0-6 16,0 0-4-16,0 0-4 0,0 0-5 0,0 0 2 15,5-7-10-15,-5 7 0 0,0 0-3 16,0 0-4-16,0 0-3 0,0 0 2 0,0 0-3 0,0 0 0 16,0 0-1-16,0 0 0 0,0 0-2 0,0 0 3 15,0 0-2-15,0 0-1 0,0 0 0 0,0 0-3 16,0 0-1-16,0 0 0 0,0 0 0 0,0 0-3 15,0 0 3-15,0 0-1 0,0 0 1 0,0 0 5 16,0 0 0-16,0 0-1 0,0 0 3 0,0 0-1 16,0 0 0-16,0 0 5 0,0 0 3 0,0 0 2 15,0 0-1-15,0 0 2 0,0 0 0 0,0 0 2 16,0 0 0-16,0 0 1 0,0 0-3 0,0 0 2 16,0 0-7-16,0 0-2 0,6-5-3 0,-6 5-5 15,7-3 3-15,-7 3-4 0,10-5-3 16,-2 3-2-16,0 0 0 0,0 0 0 0,0 1-3 0,-8 1 0 15,19-1-3-15,-11 1-1 0,1 1 1 0,0 2-2 16,0-1-3-16,-3 0 2 0,-1 3 0 0,-1 0 0 16,0-1 0-16,-1 6 0 0,-2-2-1 0,-2 3 1 15,-3 2 0-15,-5-1 3 0,-1 2-3 0,-4 0 1 16,2-1-3-16,-3 0 3 0,3 1-2 0,1-4-1 16,-2 3 2-16,1-2-3 0,1-3 0 0,2-1 4 15,1 0-2-15,3-1-3 0,1 0-4 0,-1 1 2 16,3-4 0-16,2-3 2 0,5 12-6 0,-1-7 1 15,2 3 0-15,2-4-3 0,3 2 4 0,1-2-4 16,1 1 4-16,0-1 4 0,-1 1-6 0,-2-2 5 16,3 2-3-16,-4-1 4 0,-2-1-5 15,3 3 1-15,-5-4 3 0,-4 3-2 0,-1-5-2 16,0 0-2-16,-10 17-13 0,-6-7-17 0,-10 3-23 0,-8 0-27 16,-3-1-24-16,-15 3-33 0,2-2-17 0,-4-2-35 15,2-1-27-15,-4-1-122 0,2 0-377 0,-2-1 167 16</inkml:trace>
  <inkml:trace contextRef="#ctx0" brushRef="#br0" timeOffset="92825.11">29569 13301 121 0,'4'-10'132'0,"1"2"1"0,-1 2 4 15,-1 0 5-15,-3 6-2 0,3-9 8 0,-3 9-12 16,3-8-5-16,-3 8-8 0,1-5-8 0,-1 5-8 0,0 0-8 16,0 0-1-16,0 0-4 0,0 0-2 0,-17 20-2 15,4-4-5-15,-6 4-8 0,-6 2-10 0,2 4-6 16,-4 0-24-16,-5 9-2 0,6-9-3 16,-2 0-7-16,-1 0 1 0,3-1-3 0,-2-1-6 15,1-2 4-15,1-2-2 0,0-2-1 0,1 2-3 0,2-2-3 16,4-2-1-16,2-3-1 0,2-2 2 0,1-1 1 15,1-1-7-15,2-2 11 0,0 1-7 16,3-3 0-16,2 0-5 0,0 0 1 0,-2-2-1 16,3 2-1-16,5-5 0 0,-6 5-6 0,6-5-5 15,-8 4-5-15,8-4-11 0,0 0-16 0,-8 4-26 16,8-4-33-16,0 0-22 0,0 0-10 0,0 0-35 16,-11-8-22-16,11 8-126 0,-5-7-337 0,5 7 149 15</inkml:trace>
  <inkml:trace contextRef="#ctx0" brushRef="#br0" timeOffset="93166.6">29068 13450 16 0,'0'0'208'0,"6"-6"-13"0,-6 6-6 0,1-7-13 0,-1 7-12 15,0 0-14-15,0 0-12 0,0 0-9 0,0 0-10 16,0 0-5-16,0 0-6 0,-11 25-4 16,0-11-15-16,1 3-7 0,-8 7-8 0,0-1-8 15,-4 1-5-15,3-2-9 0,1 0-8 0,2 0 0 0,-2-2-6 16,4-2-4-16,6-2-1 0,-2-1-2 0,-2-3-6 16,6-1-1-16,-4 3-3 0,3-7-2 0,1 1-5 15,0 0 3-15,2-1-5 0,0-1-3 0,3-1-1 16,1-5 0-16,-2 13 2 0,2-4-11 15,3-1-5-15,1-1 0 0,3 4-5 0,6 0 1 0,9 5-7 16,-2 0-9-16,7 1-14 0,1-4-25 0,3 6-40 16,2-5-27-16,-1 3-22 0,3 1-21 15,-3-2-139-15,-2 4-338 0,-2-2 150 0</inkml:trace>
  <inkml:trace contextRef="#ctx0" brushRef="#br0" timeOffset="93541.65">28946 13825 2 0,'0'0'140'16,"0"0"-15"-16,0 0-21 0,0 0-9 0,4-9-24 16,-4 9-20-16,0 0-18 0,0 0-27 0,0 0-37 15,-27 24-69-15,3-10-107 0,-1 1 47 0</inkml:trace>
  <inkml:trace contextRef="#ctx0" brushRef="#br0" timeOffset="93840.12">27645 14260 91 0,'3'-7'100'0,"-3"7"-9"15,0 0-4-15,0 0-9 0,0 0-6 0,0 0-8 16,2-6-17-16,-2 6-5 0,0 0-12 0,0 0-20 16,0 0-7-16,0 0-20 0,13 1-13 0,-13-1-31 15,0 0-41-15,12 6-109 0,-12-6 48 0</inkml:trace>
  <inkml:trace contextRef="#ctx0" brushRef="#br0" timeOffset="94089.93">28859 13958 36 0,'0'0'99'16,"0"0"-12"-16,0 0-12 0,0 0-11 0,0 0-18 16,0 0-11-16,-32 0-19 0,20 4-29 0,-6-1-30 15,-2 1-24-15,-1 3-74 0,0-2 33 0</inkml:trace>
  <inkml:trace contextRef="#ctx0" brushRef="#br0" timeOffset="94323.53">27524 14427 10 0,'0'0'34'0,"13"-9"-20"0,-13 9-17 16,9-4-7-16,-4 1-9 0,2-1 4 0</inkml:trace>
  <inkml:trace contextRef="#ctx0" brushRef="#br0" timeOffset="94557.95">28862 14049 89 0,'8'-2'139'0,"-8"2"-6"0,0 0-22 0,0 0-10 16,3-8-13-16,-3 8-9 0,0 0-6 0,0 0-14 15,0 0-20-15,-18-3-18 0,18 3-44 0,-20 5-40 16,4 2-78-16,-11 2-153 0,3 0 67 0</inkml:trace>
  <inkml:trace contextRef="#ctx0" brushRef="#br0" timeOffset="95633.05">31122 13257 31 0,'-14'-5'78'0,"-3"-2"-7"0,1-3-9 0,-1 3-7 0,2-3-6 15,2 1-5-15,-2-1-12 0,2 1 3 0,-2-5-15 16,2 4-8-16,-1-5-14 0,2 1-3 0,-2-3 3 16,2-3-8-16,-1 4 3 0,1-2-3 0,-2-5 6 15,0 1-3-15,1-1 3 0,-1 1 2 0,3-4 3 16,0 6 5-16,1-5 1 0,-2 1-3 0,0-1 3 15,1-1 1-15,0 1 1 0,0-1 5 0,-1 2-6 16,3-4-1-16,0 5 8 0,1-2 0 0,-1 1-1 16,5 6-2-16,-2 0-5 0,1 0 2 0,0 2 4 15,3 0-9-15,-1 4 4 0,1 0 1 0,-1 2-3 16,1-2-7-16,0 3 5 0,0 2-4 16,2 7 3-16,0-15-2 0,0 8 1 0,0 7 1 0,1-17-4 15,-1 17-4-15,1-18-3 0,1 11-3 0,-1-1-2 16,3-1-6-16,0 4-5 0,-1-2 0 0,2 3 2 15,0-1-7-15,1 0-5 0,0 1 0 16,1 1-35-16,-7 3-73 0,12-5 34 0</inkml:trace>
  <inkml:trace contextRef="#ctx0" brushRef="#br0" timeOffset="95834.52">30792 12322 11 0,'3'-9'8'0,"0"-4"3"0,-1 2 12 0,1-9 5 15,-1 4 1-15,3-4 2 0,-1 2-2 0,-3 1 6 16,3 0 4-16,-3-1 6 0,2 1-14 0,-3 2 5 15,1 5-6-15,-1-1 6 0,0-1-2 0,2 5-3 16,-2 7 0-16,0-13-5 0,0 13 1 0,-2-10-9 16,2 10 6-16,0-8-12 0,0 8-9 0,0 0 5 15,0 0 9-15,0 0 0 0,-25 21-3 16,11-1-5-16,-3 5 5 0,-4 3 0 0,-5 10-14 16,-5 7 5-16,4-1-28 0,-3 3-6 0,-2 1-21 0,0 0-54 15,-3 1-113-15,2-1 49 0</inkml:trace>
  <inkml:trace contextRef="#ctx0" brushRef="#br0" timeOffset="97851.29">27443 13776 53 0,'-16'14'73'0,"-7"3"1"0,3 1 4 0,1 2 0 16,0 0-7-16,1 1-3 0,2 2-6 0,0 2-5 16,3 1 2-16,3 0-3 0,-3 3-6 15,5 3 0-15,-3-2 6 0,5 4-4 0,-2-2-8 0,4 0-3 16,1 1 5-16,1 0-21 0,0-1 8 0,2 0 10 15,0-3-21-15,2 0 7 0,2-1 4 0,1-1-8 16,1 0 2-16,4-3-9 0,-1-2 4 0,0-4 1 16,-1-3-3-16,6 0-1 0,-1-1-2 0,3-4 3 15,-1 0-2-15,0-1 2 0,2 0-6 0,3-4 3 16,-1-2 2-16,1-3-4 0,2-3-5 0,6 0 4 16,-1-3 1-16,-8 0-2 0,8-7-1 0,-2 1 9 15,0-4 2-15,-2-1-6 0,0 1 3 0,0-5-2 16,-2-2-5-16,1 1 4 0,-6-3-11 0,2 0 7 15,-3-3-4-15,0 1 9 0,-1-2-15 0,-3-3 5 16,1 0 1-16,-3-4-5 0,-2 2-4 0,0 1 5 16,-3-2 1-16,-1-1-6 0,-3 1 0 0,0 2 0 15,-3 0-3-15,-4 1-6 0,-1 0-4 0,-2 3-9 16,-4 3 4-16,-3 0-14 0,-2 5-7 16,-5 3-2-16,-2 3-14 0,-3 2-10 0,-8 6-18 0,-16 5-13 15,0 5-13-15,-5 9-10 0,-3 7-68 0,-26 11-201 16,24-7 89-16</inkml:trace>
  <inkml:trace contextRef="#ctx0" brushRef="#br0" timeOffset="98216.39">27332 14415 93 0,'-32'1'124'0,"-8"2"-17"16,-20 8-20-16,1-1-35 0,-6 7-20 0,-22 5-33 16,-3 3-42-16,5 1-33 0,24-9-81 0,-7-3 36 15</inkml:trace>
  <inkml:trace contextRef="#ctx0" brushRef="#br0" timeOffset="98536.59">26742 14414 181 0,'2'-6'178'0,"-2"6"-22"0,0-6-15 16,0 6-11-16,0 0-9 0,-15 0-15 0,15 0 0 15,-28 10-18-15,8-3-5 0,-4 8-8 16,-3 1-8-16,0 1-7 0,2 2-4 0,-2 0-14 0,2 2 7 16,5-6-8-16,0 3-9 0,5-5-1 0,0-1-4 15,9-1-8-15,-1-2-8 0,2 2 1 0,1 0-3 16,2 2 0-16,2-2-1 0,4 5-2 15,1-1 0-15,2 2 1 0,1-1-13 0,7 0-1 0,2 4-9 16,4 2-15-16,3-2-9 0,5-1-33 0,3-3-16 16,2 2-30-16,12 1-127 0,-12-6-267 0,2-2 118 15</inkml:trace>
  <inkml:trace contextRef="#ctx0" brushRef="#br0" timeOffset="99532.93">26785 15060 113 0,'0'0'143'0,"-10"-3"2"0,10 3 4 0,-7-3-4 16,7 3-2-16,-6-1-19 0,6 1-10 0,0 0-13 16,0 0-8-16,0 0-7 0,0 0-8 0,0 0-11 15,0 0-3-15,0 0 0 0,36 1 0 0,2 1-11 16,22-4-8-16,37 1 1 0,5-5-5 0,15 3-9 16,10-6-7-16,14-3 0 0,12 2-8 0,17-1-9 15,0-1 0-15,13-3-7 0,4 1-1 0,2 3-7 16,-2-1-1-16,-1 0-1 0,-5-1-14 0,-8 2-21 15,-7 3-9-15,-16 0-5 0,-7 1-17 0,-10 1-11 16,-9 0-3-16,-16-2-12 0,-8 4-19 0,-36-1-11 16,-4 0-68-16,0 3-215 0,-4-7 96 0</inkml:trace>
  <inkml:trace contextRef="#ctx0" brushRef="#br0" timeOffset="99834.06">28401 14873 1860 0,'0'0'3'0,"0"0"-4"16,25-16 9-16,3 9-5 0,9 2-5 0,19 0 1 16,37 1-4-16,3 2-1 0,13-1-3 0,10-1 4 15,15-1-2-15,8 1-1 0,6 1-1 0,4-1 0 16,5 0 5-16,3-1-8 0,-4 2-15 0,-7 0-29 16,-11 6-32-16,-10-3-25 0,-10-1-139 0,-15 5-273 15,-7-4 120-15</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25:00.816"/>
    </inkml:context>
    <inkml:brush xml:id="br0">
      <inkml:brushProperty name="width" value="0.05292" units="cm"/>
      <inkml:brushProperty name="height" value="0.05292" units="cm"/>
      <inkml:brushProperty name="color" value="#FF0000"/>
    </inkml:brush>
  </inkml:definitions>
  <inkml:trace contextRef="#ctx0" brushRef="#br0">26155 11482 70 0,'0'0'160'0,"-4"-7"4"0,4 7-3 0,-4-8 2 16,4 8-6-16,-3-9-5 0,3 9-11 0,-4-5-6 16,4 5-15-16,0 0-12 0,0 0-10 0,0 0-8 0,-4-6-12 15,4 6-9-15,0 0-5 0,0 0-8 0,0 0-5 16,0 0-2-16,0 0-5 0,0 0-1 16,0 0-7-16,0 0-1 0,2 25-6 0,0-18 0 0,0 1-6 15,0-2 0-15,-2-6-9 0,3 8 5 16,-3-8-2-16,2 9-7 0,-2-9 5 0,2 8 0 0,-2-8-4 15,4 5 3-15,-4-5-8 0,0 0 1 0,5 6-1 16,-5-6 0-16,11 0 0 0,0-3-11 0,6-4-16 16,10-4-20-16,19-9-25 0,6-1-20 0,1-3-22 15,26-12-15-15,-20 12-24 0,27-13-39 0,-4 2-100 16,-1-3-308-16,-25 13 136 0</inkml:trace>
  <inkml:trace contextRef="#ctx0" brushRef="#br0" timeOffset="12397.63">11282 15779 47 0,'0'0'52'16,"-7"-10"-12"-16,7 10 6 0,0 0-1 0,0 0-8 16,0 0 4-16,-4-6 0 0,4 6-2 0,0 0 3 15,0 0-4-15,-6-5 9 0,6 5-1 0,0 0 12 16,-7-4-17-16,7 4 8 0,0 0 7 0,-8-2-5 15,8 2-4-15,0 0-6 0,-8-5 0 0,8 5 3 16,-5-3-2-16,5 3 5 0,-6-4-4 0,6 4 5 16,-8-5-7-16,8 5-1 0,-8-5-8 0,8 5 3 15,-7-4-5-15,7 4-11 0,-11-5 2 0,11 5-6 16,-8-4 13-16,2 0-8 0,0 2 2 0,6 2-6 16,-9-5 0-16,9 5-4 0,-13-4 1 0,7 1-2 15,-2-1 2-15,2 2-9 0,6 2 4 0,-16-5 1 16,11 2-4-16,-5 1-1 0,0-4-1 0,2 5 11 15,-1-2-12-15,0 2 0 0,-1-1-3 0,1-2 3 16,9 4-4-16,-15-2-2 0,8 1 5 0,7 1-4 16,-11-1 5-16,11 1-5 0,-10-3 6 0,10 3-1 15,0 0-3-15,-11-2 8 0,11 2-10 0,0 0-1 16,0 0 4-16,-9-1-4 0,9 1-1 0,0 0-1 16,0 0-1-16,0 0 2 0,0 0 0 0,0 0 1 15,0 0 0-15,0 0 1 0,0 0-3 0,0 0 7 16,0 0-3-16,16 17 3 0,-10-14-7 0,2 2 6 15,-2-1-1-15,3-1 2 0,0 2-3 0,3-1 0 16,-1 1 7-16,2-1-4 0,-2 1 4 0,2-1-5 16,5 1 5-16,-1-2-3 0,-3 0-3 0,4 0 0 15,-2 0 0-15,3 2 2 0,-1-2-4 0,-4 1 3 16,3-1 2-16,-3-2-1 0,0 2 1 0,4-1-5 16,-5 1 4-16,0-2-4 0,1 1 3 0,3 0-6 15,1 1 6-15,0-1-2 0,-1 1 6 0,2-2-5 16,0 0 3-16,2 1 2 0,-3-2 0 0,3 2 1 15,-1-1-4-15,1-1-1 0,1 0 0 0,-3 0 0 16,8 0 6-16,-5 1 3 0,7-2-11 0,-2 1 4 16,-8 0-2-16,4-1 0 0,-1-1 5 15,0 1-9-15,7 1 6 0,-2-1 3 0,0 0-2 16,-6 0-3-16,9-2 2 0,-9 3-1 0,0-2-1 0,8 2 2 16,-2-3 1-16,-4 3 2 0,6-1-5 0,-2-1-11 15,0 1 15-15,1 0-4 0,2 1-1 0,-10-3 3 16,3 4-7-16,4-3 2 0,-1 2 4 0,-5-1 4 15,1 2-5-15,1-2 1 0,3 1 6 0,2 0-9 16,0 0 2-16,-5 0 0 0,4-1-2 16,3 1-2-16,-8 0 2 0,5-2 1 0,2 2 1 0,-8-1 5 15,3 1-3-15,3 0-1 0,1 0 0 0,-2-2-3 16,3 4-2-16,-9-2 13 0,7-2-10 0,0 2 3 16,1 0-3-16,-1-1 0 0,1 2 4 0,-6-2-5 15,1 0 1-15,4-1-2 0,-4 2 1 0,-1-1-1 16,-1-2 7-16,10 3-2 0,-6-2-2 0,4 4 0 15,-9-4-2-15,7 1-1 0,2-1 7 16,-2 1-2-16,0 0-4 0,-4 2 4 0,-4 0-1 0,11-2-1 16,-10 2-8-16,9 1 14 0,-1-5-2 0,-4 4-6 15,2-2 1-15,2 0 2 0,1 0 5 0,0 2-9 16,-2-1 5-16,0 0-1 0,2 1 2 0,-1-1-4 16,-1 1-1-16,2 1 1 0,-3-2 4 15,3 1-5-15,3 1 3 0,-3-2 1 0,2-2-4 0,0 4-2 16,-1-2 6-16,-1 1-4 0,3 1-3 0,-3-1 5 15,0-1-2-15,-6 2 4 0,6-2-5 0,2 2 1 16,-4-2 2-16,1 3 0 0,1-1-4 16,-7 0 8-16,0-1 1 0,10 2-7 0,-3 0 10 15,1-1-9-15,-1 3 0 0,0-2 2 0,0 0 3 16,1 1-9-16,0 0 9 0,2-3-1 0,-2 4-3 0,1-3 3 16,2-1-3-16,-1 2 3 0,0-2-4 0,1 1-2 15,1 1 9-15,-5-2-5 0,2 2 1 0,-1-1-8 16,0-2 2-16,0 4 7 0,0-1-2 0,1-3 0 15,-2 1-3-15,2 2 6 0,1-5 2 16,-3 4-12-16,2-1 4 0,-3-2 4 0,3 3-3 16,2-2 0-16,-4 1 1 0,-1-1 0 0,5 0-2 0,-5 0 2 15,1 1 2-15,1 1-18 0,0-1 15 0,0-2 2 16,1 1 0-16,1 0 2 0,-1-3-3 16,-1 3-4-16,-2-1 5 0,4 1 2 0,-2-1-4 15,-5 2 0-15,-2 0 6 0,-1-1-2 0,0-1-2 16,5 1 0-16,1 0 3 0,-5 1-7 0,-2 0 6 15,6-1-6-15,1 2 2 0,-10-1-4 0,3 1 8 0,-2-1-10 16,4-1 6-16,6 2-2 0,-8 1 6 16,-2-1-3-16,10-2 2 0,-7 2-5 0,6 2 4 0,0-4-2 15,2 3 1-15,-4-3 0 0,4 0-9 0,-1 0 13 16,-1 2-2-16,-2-2 2 0,3 0 4 16,0 2-14-16,0-2 9 0,-7 0-3 0,7-1-1 15,-1 0-3-15,3-1 8 0,-3 2 0 0,0-1-1 0,0-1 1 16,0 0 0-16,2 0-1 0,-2 2-3 0,-6-2 0 15,7 0-1-15,2 1 0 0,-10-1 0 0,0 1 5 16,0-1-5-16,11 2-4 0,-10-2 6 16,7 2-2-16,0-4 1 0,-1 3 5 0,-6 0-6 15,-1 1 5-15,7-3-3 0,-1 3-5 0,1-2 6 16,-8 0 0-16,1 1-1 0,7-2 3 0,-7 2-6 0,1-1 3 16,-2 0 0-16,0 1 1 0,1 1-5 15,1-2 2-15,-2 2 6 0,1-2-4 0,-1 1-3 16,0 0 5-16,0-2 0 0,-1 2-6 0,-1-2 3 15,-1 1-1-15,3-1 2 0,-6 5 2 0,5-4-4 16,-1 2-5-16,0-1 12 0,-2 0-10 0,2-1 12 16,0 1-10-16,0-2 2 0,-3 3 1 0,1-2-1 15,1 1 1-15,-4 0-3 0,5 1 10 0,-5-2-6 0,5 1-2 16,0 1-4-16,1-2 5 0,0 2-4 16,-1 0-3-16,1-3 9 0,-1 2 0 0,1 0-8 15,-1-1 3-15,-1 1 2 0,3-2 3 0,-3 3-3 16,1-1-4-16,-2-3 14 0,2 4-12 0,-4 0 0 15,5-3 2-15,0 2 3 0,0 0-2 0,0 1 0 0,0-3-1 16,0 1 2-16,1 1-4 0,0-1 5 16,-1 2 0-16,0-1-3 0,-1-2-5 0,0 1 5 15,1 0-1-15,0 0-3 0,0-1 14 0,0 1-14 16,2 0 11-16,-1 2-11 0,-3-1 5 0,3-1-1 16,-2 0-4-16,3 1 6 0,-1 0-2 0,7-2 0 15,-10 1 2-15,0 1 4 0,3 0-3 0,1-2-3 0,0 0-1 16,-2 0 4-16,4 1 2 0,-3 1-1 15,3-2-4-15,-2 2 1 0,2-1 4 0,5-1-3 16,-6 1 7-16,5 0-9 0,-6-1 0 0,6 3 4 16,1-3-3-16,-1 2-1 0,1-1 6 0,-9 0 2 15,12-2-9-15,-8 3 5 0,6-1 1 0,0 2-3 0,-8 0 5 16,9-2-3-16,-10 1-2 0,10 0 3 16,-9 0-2-16,7 1 1 0,0-2-1 0,1 1-1 15,-9-1 7-15,2 2 4 0,-1-3-9 0,11 0-1 16,-4 3 5-16,-1-1-3 0,0-2 1 0,1 2 3 15,1-2-6-15,-1 2 3 0,-8 1 6 0,8-2 0 16,-7 0-1-16,7 1 2 0,0 4-3 0,0-6-1 16,1 1 4-16,-1 2-1 0,-1 0 1 0,4 0 0 15,-2 0-4-15,1-2 3 0,0 1 1 0,-2 1-4 16,3-4 4-16,0 3-3 0,-2 1-4 0,2-1-4 16,-2 2 7-16,-2-2-6 0,1-1 5 0,-1 2 1 15,1-2 4-15,-1 1-2 0,1-1 1 0,-7 4 3 16,-1-4-5-16,8 2 2 0,0 0-1 0,-10-1 1 15,3 2-4-15,0-3 3 0,0 2 1 0,-1 0 5 16,9 0 1-16,-10 0-3 0,-3 0 2 0,-3 0 0 16,7-2-1-16,-3 2-5 0,1 0 7 0,-5 0-8 15,5-1 2-15,-7 2-6 0,2-2 2 0,0 2 1 16,-2-2 0-16,-2 1-1 0,-9 0-5 0,12 0 4 16,-12 0-5-16,10 0 0 0,-10 0 3 0,9 1 6 15,-9-1 3-15,0 0 1 0,7 0 2 0,-7 0 0 16,0 0 3-16,0 0-3 0,0 0 2 0,0 0-6 15,8 2 7-15,-8-2-7 0,0 0 1 0,0 0 2 16,0 0-1-16,0 0-1 0,0 0 2 0,0 0 1 16,0 0 2-16,0 0 0 0,0 0 0 0,0 0 1 15,0 0 2-15,0 0-2 0,0 0 5 0,0 0 0 16,0 0-4-16,0 0 3 0,0 0 0 0,0 0 0 16,0 0-2-16,0 0-1 0,0 0 2 0,0 0-4 15,0 0 3-15,0 0-5 0,0 0 2 0,0 0 1 16,0 0-3-16,0 0-4 0,0 0 0 0,0 0-2 15,0 0 6-15,0 0-4 0,0 0-3 0,0 0-2 16,0 0 2-16,0 0 3 0,0 0-8 0,0 0-2 16,0 0 3-16,0 0-2 0,0 0 0 0,0 0 0 15,0 0-1-15,0 0 2 0,0 0 3 0,0 0 4 16,0 0 3-16,0 0-2 0,0 0 2 0,0 0 2 16,0 0-4-16,0 0-1 0,0 0-5 0,0 0 4 15,0 0-1-15,0 0 0 0,0 0-2 0,0 0-3 16,0 0 1-16,0 0-2 0,0 0 2 0,0 0-1 15,0 0-1-15,0 0 0 0,0 0 1 0,0 0-4 16,0 0-1-16,0 0 1 0,0 0 1 0,0 0-1 16,0 0 4-16,0 0-6 0,0 0 6 0,0 0-6 15,0 0 6-15,0 0-7 0,0 0 7 0,0 0-1 16,0 0-3-16,0 0 1 0,0 0-2 0,0 0-1 16,0 0 3-16,0 0-2 0,0 0-1 0,0 0-1 15,0 0 0-15,0 0 5 0,0 0-3 0,0 0-3 16,0 0 2-16,0 0 1 0,0 0-3 15,0 0 6-15,0 0 0 0,0 0-6 0,0 0 0 0,0 0 7 16,0 0-1-16,0 0-4 0,0 0 1 0,0 0 1 16,0 0 7-16,0 0-6 0,0 0 5 0,0 0 3 15,0 0 1-15,0 0 1 0,0 0-1 0,0 0 3 16,0 0-6-16,0 0 1 0,0 0-2 0,0 0 0 16,0 0 1-16,0 0-2 0,0 0 2 0,0 0 1 15,0 0-8-15,0 0 3 0,0 0 2 0,0 0-2 16,0 0 1-16,0 0-3 0,0 0 3 0,0 0 0 15,0 0 0-15,0 0-3 0,0 0 1 16,0 0 2-16,0 0-4 0,0 0 0 0,0 0 1 0,0 0-2 16,0 0 0-16,0 0 1 0,0 0-2 0,0 0-2 15,0 0 3-15,0 0-1 0,0 0 2 0,0 0-4 16,0 0 1-16,0 0 4 0,0 0 5 0,0 0-7 16,0 0 3-16,0 0-2 0,0 0 0 15,0 0 2-15,0 0-2 0,0 0-3 0,0 0 2 16,0 0 1-16,0 0-2 0,0 0 3 0,0 0 0 0,0 0-3 15,0 0 0-15,0 0 0 0,0 0-1 0,0 0 0 16,0 0-1-16,0 0 6 0,0 0-6 16,0 0-1-16,0 0 8 0,0 0-3 0,0 0-1 15,0 0-2-15,0 0 1 0,0 0 3 0,0 0-2 16,0 0 0-16,0 0-2 0,0 0 3 0,0 0-2 16,0 0 9-16,0 0-7 0,0 0 5 0,0 0-7 0,0 0 0 15,0 0 3-15,0 0-5 0,0 0 0 0,0 0 3 16,0 0-2-16,0 0 0 0,0 0 1 0,0 0 1 15,0 0 10-15,0 0-11 0,0 0-1 0,0 0 5 16,0 0-6-16,0 0 6 0,0 0-6 16,0 0 3-16,0 0-2 0,0 0-2 0,0 0 1 15,0 0 3-15,0 0 0 0,0 0 0 0,0 0 1 16,0 0-2-16,0 0 0 0,0 0 2 0,0 0-1 16,0 0 1-16,0 0 4 0,0 0-10 0,0 0 14 15,0 0-12-15,0 0 2 0,0 0 0 0,0 0 5 16,0 0-3-16,0 0-2 0,0 0-2 0,0 0 0 15,0 0 3-15,0 0 0 0,0 0 11 0,0 0-10 16,0 0-1-16,0 0-2 0,0 0 2 0,0 0 1 0,0 0-2 16,0 0 0-16,0 0 1 0,0 0-1 0,0 0-1 15,0 0 2-15,0 0-2 0,0 0 5 16,0 0-6-16,0 0 2 0,0 0 2 0,0 0-4 16,0 0 5-16,0 0-4 0,0 0 1 0,0 0 7 15,0 0-7-15,0 0 2 0,0 0-4 0,0 0 6 16,0 0-4-16,0 0-4 0,0 0 7 0,0 0-2 15,0 0-1-15,0 0 0 0,0 0 2 0,0 0-4 16,0 0 1-16,0 0-1 0,0 0 5 0,0 0-1 16,0 0-2-16,0 0-2 0,0 0 2 0,0 0 4 15,0 0-2-15,0 0-2 0,0 0 2 0,0 0-3 16,0 0 1-16,0 0 2 0,0 0 0 0,0 0-1 16,0 0-2-16,0 0 3 0,0 0-4 0,0 0 4 0,0 0 0 15,0 0-1-15,0 0-1 0,0 0-1 16,0 0 0-16,0 0-1 0,0 0 5 0,0 0-3 15,0 0-4-15,0 0 3 0,0 0 0 0,0 0 2 16,0 0-1-16,0 0-1 0,0 0-1 0,0 0 9 16,0 0-14-16,0 0-3 0,0 0-9 0,0 0-5 15,0 0-11-15,0 0-11 0,0 0-14 0,0 0-12 0,0 0-19 16,0 0-18-16,0 0-30 0,0 0-26 16,0 0-25-16,0 0-34 0,0 0-178 0,-32-6-434 15,21 4 192-15</inkml:trace>
  <inkml:trace contextRef="#ctx0" brushRef="#br0" timeOffset="15027.49">29834 9506 69 0,'0'0'153'0,"2"-10"-6"15,0 4 1-15,-2 6 3 0,1-12 3 0,-1 5-10 16,0 7-11-16,1-13-10 0,-1 5 6 0,0 8 8 16,-2-14-1-16,3 7-1 0,-1 7-11 0,-3-12-3 15,3 12-8-15,0-12 4 0,0 12-14 0,2-9-6 16,-2 9-4-16,0-6-7 0,0 6-6 0,0 0-1 16,0 0-6-16,0-9-1 0,0 9-9 0,0 0-2 15,0 0 0-15,0 0-4 0,1-7-8 0,-1 7-5 16,0 0-2-16,0 0-6 0,0 0-7 0,0 0 3 15,0 0-8-15,0 0-2 0,0 0-4 0,0 0-4 16,0 0 3-16,6 23 0 0,-4-10 2 0,0 5-5 16,2 7 0-16,-1 3 7 0,2-1-2 0,-4 2-5 15,-1 2 3-15,1 0-3 0,2-2 1 0,-3-3 1 0,1 3 2 16,-1-2 2-16,-1-1-1 0,1-9 1 16,0 2 3-16,-1-4 4 0,1 2-5 0,-2-3 4 15,1 1-2-15,2-3-3 0,-2-2-2 0,0 0-2 0,1-2 2 16,-2 1-4-16,2-9-1 0,0 12-4 0,0-6-2 15,0-6 2-15,0 0 3 0,0 10-4 16,0-10-3-16,0 0 5 0,0 8-6 0,0-8 6 16,0 0-2-16,0 0 3 0,0 0-6 0,0 0-9 0,0 0-17 15,0 0-27-15,0 0-36 0,0 0-18 0,0 0-27 16,0 0-30-16,0 0-39 0,7-22-55 16,-5 16-22-16,1-1-196 0,0 1-509 0,2-4 226 0</inkml:trace>
  <inkml:trace contextRef="#ctx0" brushRef="#br0" timeOffset="16375.82">30592 9463 52 0,'0'0'170'0,"-5"-8"-8"0,5 8-7 0,0 0-5 16,-8-5-3-16,8 5-7 0,0 0-12 0,-10 0-11 16,10 0-10-16,0 0-3 0,-21 11 13 0,14-3-8 0,-7 6 1 15,2 0-10-15,-2 3-6 0,0 5-6 0,0 0-10 16,2 0-4-16,1 1-4 0,7-4-6 16,-2-2-7-16,3 1-2 0,2-1-2 0,2 0-6 15,1-3-5-15,-1-2-2 0,5 3-3 0,-1-4-6 0,4 2 0 16,-1-2-4-16,7 0 1 0,-1-3-1 0,4 2-2 15,4-3-5-15,-3-2 0 0,1-2 1 16,-2-3-6-16,5 2 2 0,-2-4-7 0,-2-1 1 16,0-1 2-16,1-3-2 0,-1 0-4 0,-2 0-1 0,-2-2 4 15,0 0 0-15,-5 0-7 0,1-2 1 0,-4-1 16 16,-1-4 2-16,-1 0-5 0,-1-1 0 0,-2 0-5 16,0-1 0-16,-4-9-3 0,-2 2-3 0,-3 2 1 15,1 5-1-15,-7-5-3 0,4 8 3 16,-2 0-5-16,-2 2 0 0,1 1-3 0,2 3 1 0,-4 0 0 15,2 3 1-15,-1 1-4 0,-3 2-3 0,2 0-9 16,1 3-18-16,-4 0-16 0,5 4-24 0,-1-2-20 16,0 3-25-16,2 1-24 0,2 1-24 0,3 3-25 15,3-1-16-15,2 4-133 0,2-2-368 0,3 1 163 16</inkml:trace>
  <inkml:trace contextRef="#ctx0" brushRef="#br0" timeOffset="16876.52">31291 9571 16 0,'-4'-12'208'16,"1"8"-8"-16,3 4-3 0,-6-10-4 0,2 7-6 15,4 3-13-15,-3-7-14 0,3 7-10 0,0 0-16 16,-4-9-16-16,4 9-17 0,0 0-8 0,-7-3-14 16,7 3-6-16,0 0-5 0,0 0-3 0,-11 18 3 15,4-10-4-15,2 2-11 0,-4 2 0 0,3 0-8 16,-2 2 0-16,-1 2-4 0,3-3-2 0,-1 3-3 16,4-1-1-16,-3-3-4 0,0-2-3 0,4 2 0 15,-2 0-3-15,2-1-1 0,1 1-2 0,1-2-1 16,1 0-4-16,2-1 1 0,1 0-1 0,0-2-1 15,3 0 0-15,0 0-4 0,2-1 4 0,2-1-3 16,2 0 0-16,0-2 0 0,5 1-3 0,-2-4-3 16,0 0 1-16,1-1-3 0,-1-2 3 15,3 2 0-15,-2-5-1 0,-3 3-2 0,0-5 0 0,0 5 2 16,-4-3-5-16,4-6 1 0,0 3 2 0,-5-1-5 16,-1 0 3-16,1-4-2 0,-3-3-1 0,-1 2 1 15,-4-4 2-15,-1 2-4 0,0-2 0 0,-3 1-3 0,-1-2 4 16,-3 3-2-16,0-2-1 0,-2 3-2 15,-3 0 1-15,-2 4-1 0,3-4 0 0,-5 7-3 16,2 1-8-16,-3 2-9 0,1 1-11 0,-2 3-15 16,0 0-19-16,-1 4-15 0,5 1-26 0,1 0-27 0,2 2-26 15,2 0-24-15,0 2-27 0,4 2-115 0,2-3-357 16,3 2 158-16</inkml:trace>
  <inkml:trace contextRef="#ctx0" brushRef="#br0" timeOffset="17210.16">31760 9469 14 0,'0'0'224'0,"1"-9"-4"0,-1 9 1 16,2-9-3-16,-2 9-7 0,2-5-13 0,-2 5-15 0,0 0-23 15,1-9-14-15,-1 9-13 0,0 0 2 16,0 0-3-16,0 0 18 0,7 27 5 0,-6-10 2 16,-1 1-11-16,-3 5-17 0,2 2-13 0,-5 2-13 15,2-1-8-15,0 2-6 0,0-3-14 0,-1 0 3 16,1 2-17-16,0-8-5 0,-3 7-38 0,2-2-40 0,1-4-48 15,-1 5-41-15,0 0-48 0,-1 0-53 16,3-6-43-16,-1 6-211 0,1-6-504 0,-3 0 222 16</inkml:trace>
  <inkml:trace contextRef="#ctx0" brushRef="#br0" timeOffset="18443.66">31713 10626 141 0,'-2'-11'156'0,"2"11"-7"16,-1-11-9-16,1 11-8 0,-6-9 2 0,6 9-1 15,0-5-11-15,0 5 4 0,0 0-18 0,-4-8-5 0,4 8 2 16,0 0 7-16,0 0-2 0,-21 17-7 16,11-8 2-16,0 5-6 0,-2 1-10 0,-2-1-7 15,7 2-8-15,-1 0-7 0,0-2-2 0,5-1-9 16,1 3-5-16,2-2 0 0,2-1-5 0,0-2-2 0,8 3 2 16,-2-4-2-16,2-4 1 0,5 4-6 0,1 0-2 15,4-3 3-15,8-2-12 0,-1-3 1 0,4 2-4 16,-2-3-2-16,2-5-3 0,-2-1-1 15,-8 2 1-15,-1-2-5 0,-1-1-4 0,-2-3 1 0,-4 4 2 16,-3-4 2-16,-1 0-6 0,1-6 3 0,-3 5-3 16,-2-6-3-16,-4 0-1 0,-1-2 2 0,-3 1 4 15,1-2-8-15,-6 0-1 0,-2-3-2 16,-2 0 0-16,2 5 2 0,-2 1-1 0,0 2-5 16,-5 2 0-16,5 2-8 0,-4 1-20 0,1 2-25 0,-3 4-23 15,1 1-26-15,-6 2-27 0,-5 5-22 0,0 0-25 16,0 3-25-16,-3 1-19 0,1 3-125 0,-1-1-377 15,-1 2 167-15</inkml:trace>
  <inkml:trace contextRef="#ctx0" brushRef="#br0" timeOffset="19273.55">31075 10571 99 0,'4'-6'155'0,"-4"6"-16"0,6-8-16 0,-3 2-13 16,2 1-4-16,-5 5-7 0,7-9-7 0,-7 9-8 16,4-5-3-16,-4 5-7 0,3-6-6 0,-3 6-5 15,0 0-4-15,4-7-6 0,-4 7-3 0,0 0-2 16,0 0 3-16,0 0-12 0,2-6 1 0,-2 6-3 16,0 0-1-16,0 0-9 0,0 0 0 0,0 0-8 15,0 0 0-15,0 0 1 0,0 0-4 0,0 0-3 16,0 0-1-16,0 0 0 0,0 0-2 0,0 0-3 15,0 0 1-15,0 0-6 0,0 0 3 0,0 0 0 16,0 0 1-16,0 0 0 0,0 0-6 0,0 0-1 16,0 0 9-16,0 0-4 0,0 0-1 0,0 0 2 15,0 0-2-15,0 0 3 0,0 0-2 0,0 0-2 16,0 0 3-16,0 0 15 0,0 0 0 0,0 0 7 16,0 0 5-16,0 0 4 0,0 0 13 0,0 0-13 15,0 0-3-15,0 0 1 0,0 0 1 0,0 0-4 16,0 0 0-16,0 0-5 0,0 0 0 0,0 0-3 15,0 0-4-15,0 0 2 0,0 0-4 0,0 0-3 16,0 0 1-16,0 0 1 0,0 0 0 0,0 0 1 16,0 0 5-16,0 0 3 0,0 0 4 0,0 0 1 15,0 0-1-15,0 0 0 0,7-4-6 0,-7 4-3 16,0 0 1-16,0 0 0 0,0-9-2 0,0 9 2 16,0 0-3-16,3-8 4 0,-3 8-8 0,0 0 6 15,0-10 6-15,0 10-2 0,2-7 2 0,-2 7-4 16,0 0-1-16,1-10-4 0,-1 10 1 0,0 0 0 15,1-9 5-15,-1 9 7 0,0 0-1 0,0 0 5 16,1-9-1-16,-1 9-3 0,0 0-3 0,0 0-2 16,0 0-10-16,0 0 4 0,0 0-6 0,0 0 0 15,0 0 4-15,0 0-7 0,0 0 21 0,11 28-2 16,-10-15-1-16,2 6 3 0,-1 7 5 0,0 3 13 16,0-1-2-16,-1 1-1 0,-2 2 4 0,0 1 0 15,1-3 7-15,-4 0 8 0,3-4-12 0,1 1 2 16,-2-8-20-16,0-1 17 0,0-2 0 0,2 2-9 15,-1-6-1-15,0 1-6 0,2-3 1 0,-1-2-10 16,0-7-2-16,0 13 6 0,0-13-1 0,-1 10-19 16,1-10 22-16,0 9-13 0,0-9-4 0,0 0-3 15,1 8-13-15,-1-8-27 0,0 0-26 0,0 0-24 16,0 8-32-16,0-8-34 0,0 0-30 0,0 0-33 16,0 0-37-16,0 0-38 0,0 0-257 0,0 0-582 15,0 0 258-15</inkml:trace>
  <inkml:trace contextRef="#ctx0" brushRef="#br0" timeOffset="20414.34">30665 10526 83 0,'0'0'98'0,"0"0"4"0,0 0-5 0,0 0 6 16,0 0-1-16,-2-9 2 0,2 9-6 0,0 0-1 15,0 0-4-15,0 0-5 0,0 0 3 0,0 0-5 16,0 0-5-16,-6-4-5 0,6 4 0 0,0 0-8 15,0 0-7-15,0 0-6 0,-4-6-1 0,4 6-6 16,0 0-2-16,0 0-7 0,-5-6-1 0,5 6 0 16,0 0-4-16,-8-4 4 0,8 4-2 0,-7-3 0 15,7 3 0-15,-8-4-3 0,8 4-1 0,-9-3 2 0,9 3 4 16,-8-2 3-16,8 2-1 0,-10-2-1 16,10 2-5-16,0 0-3 0,-13 5-2 0,7-1 9 15,-3 1 5-15,-2 1 1 0,0 4-3 0,-3 0-5 16,5 2 0-16,-2 2 0 0,-3-1 0 0,5 2 6 15,2-4-5-15,-2 5 1 0,2-2 3 0,2 0-4 16,1-1-1-16,3 0-2 0,1-2 1 0,0 4 1 16,1-5-4-16,0 3 1 0,2-2 4 0,2-2-8 15,0 0-4-15,3-1 0 0,-1 1 3 0,4-1-3 0,-1-4-4 16,1 3 1-16,1-2 0 0,2-2-4 0,0-2-4 16,0 0 1-16,-1 0 0 0,1-1-2 15,2-3-3-15,-2 1 3 0,-2-1 5 0,1-1-6 16,-2-2-1-16,-3-1 3 0,1-2-4 0,2-4-3 0,-2 0 0 15,-1-2-1-15,-2-1 1 0,2 1-5 16,-4-4 2-16,-2 0-3 0,0 3-1 0,-2-3 0 16,-2 0 0-16,1 1 6 0,-3 0-6 0,-1 2-2 15,-1 1-3-15,-1 1-2 0,-2 1-7 0,2 3-17 0,-6 4-14 16,3-1-21-16,-8 3-23 0,-1 2-29 0,-2 3-31 16,-9 3-27-16,1 4-29 0,-1 2-37 0,-1 1-167 15,-1-2-443-15,1 2 196 0</inkml:trace>
  <inkml:trace contextRef="#ctx0" brushRef="#br0" timeOffset="21118.71">30008 10501 169 0,'1'-10'194'0,"-1"10"3"15,0-11-4-15,0 11-1 0,1-9-6 0,-1 9-3 16,0 0-12-16,0-9-14 0,0 9-20 16,0 0-13-16,0 0-11 0,0 0-12 0,0 0 0 0,0 0 16 15,0 0 3-15,0 0-2 0,5 23 5 0,-3-9-5 16,-4 3 2-16,2 0-11 0,2 1-1 0,-1 0-2 16,-1 0-2-16,1 0 0 0,-1 1-16 0,1 7-12 15,-1-7-2-15,0-1-10 0,0 3 3 16,0-4-10-16,2 0-7 0,-2 2-1 0,0-5-5 0,1-3-6 15,-1 0-5-15,0 1-4 0,0 0-1 0,1-1-8 16,1-3-30-16,-2-1-34 0,1-1-30 0,-1-6-33 16,1 12-36-16,-1-12-36 0,0 7-35 0,0-7-31 15,1 7-26-15,-1-7-18 0,0 0-146 0,0 0-471 16,0 0 210-16</inkml:trace>
  <inkml:trace contextRef="#ctx0" brushRef="#br0" timeOffset="21958.9">29006 10729 77 0,'-12'-1'176'0,"12"1"-1"0,-9-3-3 0,9 3-4 15,-9-4-6-15,9 4-11 0,-6-1-10 0,6 1-6 0,0 0-9 16,0 0-9-16,-9-5-12 0,9 5-5 0,0 0-7 16,0 0-5-16,0 0 4 0,0 0 0 0,0 0-1 15,0 0-4-15,0 0-3 0,0 0 2 0,32 4-7 16,-18-5-11-16,4-3-4 0,2 3-4 0,-2-2-8 16,2 2-7-16,-1-1-2 0,0 0-8 0,-3 0 0 15,2 0-11-15,-5 2-9 0,0-2-17 0,-2 3-27 16,1 0-27-16,-3-1-32 0,-9 0-41 0,15 0-35 15,-8 0-24-15,-1 0-25 0,-6 0-149 0,0 0-392 16,0 0 174-16</inkml:trace>
  <inkml:trace contextRef="#ctx0" brushRef="#br0" timeOffset="22162.37">29139 10542 160 0,'-5'-2'166'0,"5"2"-3"0,0 0 9 16,0 0 0-16,0 0-9 0,-7 12 5 0,5-5-3 16,0 1-14-16,0 2-12 0,2 3-12 0,0 4-9 15,-3 2-18-15,1 0-9 0,3 8-7 0,-2 1-13 16,1-1-29-16,-1 0-38 0,-1 0-38 0,1 2-40 16,-2-2-43-16,-1 3-35 0,1-2-162 0,-5-1-339 15,-1-3 151-15</inkml:trace>
  <inkml:trace contextRef="#ctx0" brushRef="#br0" timeOffset="22697.86">29617 11335 172 0,'-12'-5'222'15,"3"3"-8"-15,1 1-12 0,8 1-13 0,-12-1-20 0,12 1-19 16,0 0-17-16,-7-4-6 0,7 4-16 0,0 0-7 16,0 0-4-16,36 5-11 0,-1-2-5 0,16-3-6 15,9 3-4-15,38-3-3 0,10 3-5 0,4-2 0 16,8 2-2-16,7-3-6 0,13-4-2 0,8 8-7 15,12 2 8-15,5 2 10 0,15-3-1 0,6-1-2 16,8 2-6-16,4 1 16 0,2 2-14 0,-8-6 6 16,-6-3-17-16,-4 3-26 0,-12-4-5 15,-11-1-2-15,-19 2 2 0,-9-1 0 0,-11 8 2 0,-15-9 34 16,-12 7-9-16,-35-5 3 0,-6-2-3 0,-18 2-6 16,-2 2-17-16,-32-2 13 0,39 0-4 0,-39 0-5 15,0 0-2-15,0 0-9 0,0 0-11 0,41-3-20 16,-41 3-24-16,0 0-20 0,0 0-30 15,0 0-47-15,0 0-56 0,-82-36-59 0,45 32-235 0,-17-6-529 16,-2-1 234-16</inkml:trace>
  <inkml:trace contextRef="#ctx0" brushRef="#br0" timeOffset="26813.71">29100 6093 11 0,'-4'-11'233'0,"4"-1"-16"0,-2 5-11 0,1-3-10 15,-1 0-11-15,1 4-8 0,1 6-18 0,-4-9-16 16,4 9-14-16,0 0-15 0,-2-7-15 0,2 7-9 16,0 0-9-16,0 0-8 0,0 0-6 0,0 0-5 15,1 35-7-15,0-17-6 0,-1 3-4 0,0 3-4 16,5 3-3-16,-2-1 1 0,3-2-6 0,2 3-6 15,-1-8 1-15,4 4-4 0,-2-5 16 0,1-2-5 16,3-2-4-16,-2 0 1 0,2-3-8 0,0 1 2 16,1-3-5-16,3-2-1 0,-2-1-3 0,3-3 0 15,-5-3-1-15,2 0 1 0,3-2-3 0,-3-3 0 0,-3 1-4 16,0-1-1-16,-1-3 0 0,-2 0 3 16,2-6-3-16,-1 0-1 0,2 1 2 0,-6-3 10 15,-1 0 5-15,2-1 3 0,-5 2 0 0,2-2 5 16,-2 0-7-16,-1 0-3 0,0 0 0 0,0 4 9 15,2 3 6-15,-3 3 2 0,1-1 2 0,-1 8 1 0,0-13-8 16,0 13-4-16,0-9-8 0,0 9-4 16,1-8-2-16,-1 8-3 0,0 0-2 0,0 0 1 15,0 0-6-15,3 26 6 0,-2-10-2 0,-1 1-1 16,1 8 1-16,-1 2-3 0,-1 2 1 0,2-1 0 16,-2 2 2-16,1-2-4 0,0 4 0 0,3-1-4 0,-1-4-1 15,1 1-19-15,1-1-25 0,-3-3-30 16,0 2-39-16,2-1-47 0,1-8-50 0,1 1-37 15,0 1-227-15,-4-4-512 0,2 0 227 0</inkml:trace>
  <inkml:trace contextRef="#ctx0" brushRef="#br0" timeOffset="26994.03">29587 6438 180 0,'4'-4'197'0,"-4"4"-20"0,12-11-19 0,-5 6-15 0,9-4-13 16,-1 2-15-16,3 1-15 0,2-3-30 16,7 1-39-16,0 1-41 0,2 1-34 0,1 0-29 15,1-1-26-15,-2 1-81 0,-1 2-194 0,-1-3 87 16</inkml:trace>
  <inkml:trace contextRef="#ctx0" brushRef="#br0" timeOffset="27343.48">30116 6102 179 0,'0'0'193'0,"2"-11"-16"0,-2 11-19 0,1-6-10 0,-1 6-18 16,0 0-11-16,0 0-21 0,0 0-13 0,0 0 4 15,0 0 28-15,0 0 0 0,0 0 1 0,5 20 0 16,-4-4-11-16,1 1-10 0,0 1-5 16,0-2-8-16,-2 0-6 0,0-2-12 0,0-4-4 15,0 2-6-15,-2-2-7 0,1-1-3 0,1-2-3 0,0-7-4 16,0 13-1-16,0-13-7 0,-1 7 0 15,1-7-1-15,1 9-9 0,-1-9 0 0,0 0-2 16,0 0-1-16,0 7-4 0,0-7-4 0,0 0-5 16,0 0-8-16,0 0-3 0,0 0-15 0,6 3-5 0,-6-3-3 15,12 0 3-15,-6 2 3 0,6-1 1 0,-1 0 3 16,-1 2-1-16,1-2 2 0,0 3-1 16,-3-3 4-16,0 2-1 0,2 0 2 0,-4 2-4 0,-1-3 4 15,-5-2 0-15,9 9 1 0,-6-4 3 0,-2 2-1 16,-1-7-2-16,-1 11-5 0,-4-2 0 0,-1-1-34 15,-1-2-21-15,-5 3-26 0,2-2-30 0,0 0-20 16,-4-1-26-16,4 1-129 0,-1-4-328 0,2-2 145 16</inkml:trace>
  <inkml:trace contextRef="#ctx0" brushRef="#br0" timeOffset="27527.51">30335 6191 118 0,'0'0'192'0,"4"-6"-10"0,-4 6-17 16,0 0-17-16,5-4-14 0,-5 4-9 0,0 0 0 16,0 0-2-16,0 0-9 0,5 15-14 0,-5-6-10 15,4 3-9-15,-4 2-9 0,2 3-11 0,0 2-22 16,-1-2-39-16,1 0-39 0,-2 1-45 0,2-1-58 16,-4 1-126-16,2-2-289 0,-2-4 127 15</inkml:trace>
  <inkml:trace contextRef="#ctx0" brushRef="#br0" timeOffset="27876.7">30573 5914 156 0,'0'0'164'0,"0"0"-17"15,2 7 19-15,-2-7 7 0,-1 11-14 0,-2 2-12 16,3 3-6-16,-2 2-7 0,0 8-16 0,-3-2-12 15,2 4-4-15,3 0-13 0,-4 2-9 0,2 0-6 16,-1 0-9-16,0 0-17 0,2-3-24 0,-2-2-21 16,2 0-42-16,1-5-39 0,0-1-43 0,-3 1-52 15,-5-2-109-15,0-2-304 0,3 0 136 0</inkml:trace>
  <inkml:trace contextRef="#ctx0" brushRef="#br0" timeOffset="28027.64">30386 6234 62 0,'9'-6'146'0,"1"1"-14"0,3 3-11 0,5-4-14 16,2 4-34-16,10-2-35 0,3 0-37 0,1 3-41 16,1-1-67-16,2 2-116 0,1 0 52 0</inkml:trace>
  <inkml:trace contextRef="#ctx0" brushRef="#br0" timeOffset="28378.54">31074 6138 169 0,'0'0'185'0,"-9"-10"-8"0,9 10 1 16,-10-3-12-16,10 3-3 0,0 0-13 0,-20 10-9 16,10-3-9-16,0 0 0 0,-2 1-5 0,-2 8-12 15,-1-6-12-15,1 3-11 0,2 0-10 0,2-1-6 16,0 1-9-16,5-1-7 0,0-1-8 0,1-1-11 15,2 0-16-15,0-1-4 0,2-2-3 0,0-7-12 16,2 13-12-16,1-8-7 0,1 2-16 0,1-6 6 16,-5-1-2-16,13 0 5 0,-13 0-3 0,15-4 2 15,-6-1 6-15,0-2 0 0,-3 0 7 0,2-3 18 16,0-2 3-16,-1-2 14 0,0 0 1 0,-3 2-1 16,0 0-2-16,-2 0 6 0,2 1 25 0,-1-1-8 15,-1 2-2-15,2 3 11 0,-4-3 8 0,0 10 3 16,4-9-6-16,-4 9-6 0,1-10-6 15,-1 10-7-15,0 0-9 0,1-7-3 0,-1 7-4 0,0 0-1 16,0 0-3-16,0 0-6 0,9 26 0 0,-6-14-3 16,-1 4 0-16,1-2-19 0,1 2-28 0,2 0-25 15,-1 0-41-15,0 1-47 0,6-3-50 0,-5 1-47 16,-1-5-160-16,1-1-436 0,1-2 193 0</inkml:trace>
  <inkml:trace contextRef="#ctx0" brushRef="#br0" timeOffset="28776.39">31387 6157 160 0,'0'-10'207'0,"-2"1"5"0,0 2-6 15,1-1 0-15,1 8-13 0,-4-10-17 0,4 10-22 16,-8-7-13-16,2 6-19 0,6 1-8 0,-17 5-4 16,4 3-5-16,3-2-4 0,-2 5-8 0,0-2-7 15,0 3-17-15,-2 0-5 0,5 1-7 0,4-2-7 16,-3 3-4-16,5-3-8 0,-4-1-4 0,5 1-2 15,2-2-5-15,-1-1-10 0,1-8-8 0,2 14-11 16,-1-9-6-16,4 0-7 0,0-1 0 0,-5-4-4 16,12 3 8-16,-12-3-10 0,10-4 3 0,-10 4 3 15,12-10-1-15,-7 2 3 0,-1-2-1 0,0-1 1 0,1-4 6 16,-2-2 9-16,0-2 0 0,-3-1 4 16,4-6 5-16,-4-2 5 0,0 2 5 0,2 2 4 15,-2 0 2-15,3-1 0 0,-3 6 0 0,0 0 9 16,0 2 5-16,0 1-19 0,-4 5 10 0,4 1 3 15,1 0 7-15,-1 10-5 0,-1-12-7 0,1 12-5 0,1-8-5 16,-1 8-4-16,0 0-2 0,0 0-4 16,0 0 7-16,0 0-7 0,-1 30-2 0,1-12-2 15,-3 6 5-15,3 4-10 0,4-1-19 0,-4 0-33 16,2 0-25-16,-2-3-34 0,0-3-42 0,5 2-23 16,0-3-26-16,6 2-31 0,-6-5-136 0,4-5-397 15,8-1 175-15</inkml:trace>
  <inkml:trace contextRef="#ctx0" brushRef="#br0" timeOffset="29345.58">31646 6099 51 0,'-6'-10'216'0,"2"1"-4"0,-1 6-15 0,1-4-3 16,-1 4-14-16,0-1-18 0,-4 1-9 0,9 3-18 15,-13-3-16-15,5 3-13 0,8 0-1 0,-15 10-16 0,6-4-10 16,1 0-9-16,-2 2-3 0,4 4-6 0,1-2-7 15,-1 0-7-15,4 0-8 0,1 1-5 0,-1 0-8 16,4-3-19-16,0 3-10 0,-1-4 2 16,3 1-2-16,0-4 1 0,1 0-16 0,2-4-1 0,-7 0-8 15,14 0 0-15,-4-4 6 0,-1 0-5 0,-1-5 6 16,-1 1 2-16,1-6-1 0,0-2 11 16,-2-1 10-16,-1-2-2 0,-1 2 8 0,-1-9 4 15,-3 1 0-15,2-1 1 0,-1 1-2 0,3-3 1 0,-4 2 4 16,0-1 2-16,2 2-1 0,-2 5 5 0,0 1-3 15,-2 2-1-15,2 0 14 0,0 6 9 0,-1 3 7 16,1-2-1-16,0 10-8 0,-1-11-3 16,1 11-7-16,0 0-7 0,-2-7 0 0,2 7-3 15,0 0-3-15,0 0 0 0,-7 36 5 0,3-10-8 0,1 0-1 16,-2 2 0-16,3 1 1 0,0-3-4 0,2 0 0 16,0-2-1-16,5 4 2 0,-1-9 2 0,3 5-6 15,0 0 3-15,2-10-1 0,1 1 3 0,-1-2-2 16,3 0-1-16,1-3-1 0,-2-3-3 0,3-1-1 15,-2 0-3-15,1-6 2 0,6 0-4 0,-5-3 1 16,-3-1 1-16,1 0 0 0,-2-4-1 0,3-2 4 16,-4 1 0-16,-2-1 7 0,1-4-2 0,-4 1 1 15,2-1 1-15,-3-4 0 0,1 2 4 0,1 1 2 16,-5 2 2-16,0 2 3 0,1 2 9 0,-1 1 12 16,0 8-3-16,0-11 6 0,0 11-8 0,1-10-15 15,-1 10 0-15,0 0-5 0,0 0-2 0,0 0-4 16,0 0 0-16,0 0-2 0,0 0-3 0,-7 26-7 15,4-17-16-15,1 7-22 0,0 1-29 0,2 2-24 16,-1-4-25-16,0 4-21 0,3-2-52 0,2-2-33 16,0-4-188-16,0 6-444 0,1-8 196 0</inkml:trace>
  <inkml:trace contextRef="#ctx0" brushRef="#br0" timeOffset="29501.05">31830 5859 136 0,'0'0'122'15,"-6"-6"-36"-15,6 6-47 0,0 0-40 0,0 0-31 16,0 0-27-16,0 0-63 0,0 0 28 0</inkml:trace>
  <inkml:trace contextRef="#ctx0" brushRef="#br0" timeOffset="29726.61">32058 5799 174 0,'0'0'223'0,"0"0"-7"0,0 0-24 0,0 0-13 16,0 0-20-16,0 0-14 0,0 0-2 0,0 0 5 16,0 0 7-16,0 0-8 0,-3 38-4 0,2-22 6 15,-1 5-6-15,1 2-15 0,-3 4-10 0,4 0-17 16,-6-2-11-16,2 0-5 0,3-1-11 0,-2 4-7 15,1-9-20-15,-1 1-24 0,1-2-32 0,0 0-38 16,0 0-43-16,3-3-46 0,-1-1-62 0,-1-3-27 0,0 0-166 16,-2 1-423-16,0-7 186 0</inkml:trace>
  <inkml:trace contextRef="#ctx0" brushRef="#br0" timeOffset="29993.57">31876 5999 43 0,'0'0'169'0,"4"-10"-15"0,4 4-22 16,3 0-7-16,6-1-19 0,10 0 8 0,1 1-14 0,1-1-11 15,3 0-9-15,1 1-5 0,-2 3-9 16,0 0-8-16,-2-3-7 0,-1 2-1 0,-7 0-7 16,-3 2 4-16,1-1-2 0,-6 3 7 0,0 0 4 15,-4-1-3-15,-2 0 0 0,-7 1 4 0,10 0 1 16,-10 0-2-16,9 1 0 0,-9-1 8 0,5 6 18 15,-2-2 13-15,-3-4 5 0,2 16-8 0,-2-3-8 16,-1 0-8-16,-2 5-2 0,1 0-7 0,1-3-5 0,-1 3-13 16,0-1-37-16,-1 2-26 0,3 2-38 15,-2-5-58-15,-1 0-66 0,2 1-53 0,-5 1-149 0,2-6-409 16,1-1 181-16</inkml:trace>
  <inkml:trace contextRef="#ctx0" brushRef="#br0" timeOffset="30158.25">32183 5756 56 0,'2'-9'103'0,"-2"9"-40"0,7-5-31 0,-7 5-38 15,13 2-36-15,-13-2-45 0,21 5 20 0</inkml:trace>
  <inkml:trace contextRef="#ctx0" brushRef="#br0" timeOffset="30642.51">32518 5919 12 0,'-8'15'194'0,"-3"-2"1"0,3 0-11 15,1-3-22-15,-3 6-4 0,3-1-20 16,2-5-12-16,1 0-11 0,1 3-9 0,2-3-15 0,-1 2-5 15,4-2-6-15,2 1-13 0,0-2-18 0,-1-2-11 16,3-1-19-16,1-1-9 0,-1 0-16 0,1-3-3 16,-7-2-8-16,13-1-10 0,-13 1 5 0,12-6-4 15,-5-3 3-15,-1 0 4 0,-2 0 0 0,1-4 8 16,-1 3 9-16,0-1 0 0,0-5 7 0,0-1-2 16,-3 6 4-16,1-2 3 0,2 0-7 0,0 3 7 15,1-2 2-15,-1 7-1 0,-3-3-11 0,4 4 7 16,-5 4 7-16,8-7 5 0,-3 5 13 0,-5 2 35 15,0 0-5-15,21 9-5 0,-15-2-2 0,2 0 0 16,-1 2 1-16,-2 3-1 0,3-3 2 0,-3 1-3 16,0-1-3-16,3 0-3 0,-6 2 1 0,2-3-7 15,0 1-2-15,-1-5-4 0,-1 2-3 0,-2-6 4 16,4 7 6-16,-4-7 5 0,0 0 11 0,3 8-2 16,-3-8-8-16,0 0-3 0,0 0-9 0,0 0-6 15,0 0 0-15,0 0-6 0,0 0 1 0,0 0-4 16,39-41-3-16,-39 41-5 0,0 0 2 0,27-22-4 15,-27 22-3-15,0 0-5 0,25-10 2 0,-25 10-3 16,0 0-1-16,0 0-2 0,0 0-2 16,0 0-6-16,0 0 5 0,49 23-9 0,-49-23-6 0,0 0-18 15,13 40-31-15,-13-40-29 0,5 40-49 0,-5-40-53 16,-4 39-48-16,4-39-148 0,-14 42-426 0,14-42 188 16</inkml:trace>
  <inkml:trace contextRef="#ctx0" brushRef="#br0" timeOffset="30813.5">32188 6377 2446 0,'-17'2'195'15,"5"-1"-142"-15,1-1-70 0,11 0-48 0,-7 4 15 16,7-4 19-16,0 0 8 0,0 0 6 0,55-2 15 16,-4-5-2-16,4 0-3 0,6 2-5 15,6-3-20-15,28-3-34 0,-31 3-39 0,30 0-31 0,-36 1-24 16,6-1-14-16,-5-2-126 0,-3 3-323 0,-5-1 144 15</inkml:trace>
  <inkml:trace contextRef="#ctx0" brushRef="#br0" timeOffset="30884.62">33152 6246 154 0,'0'0'177'0,"0"0"-30"0,0 0-12 15,0 0-14-15,0 0-20 0,0 0-25 0,0 0-36 16,0 0-44-16,0 0-47 0,0 0-99 0,0 0-162 16,0 0 72-16</inkml:trace>
  <inkml:trace contextRef="#ctx0" brushRef="#br0" timeOffset="53935.87">32125 11692 58 0,'0'0'95'0,"-2"-7"3"15,2 7-11-15,0 0 0 0,0 0 0 0,0 0 3 16,0 0-10-16,0 0 1 0,-1-10-3 0,1 10-2 16,0 0-1-16,-4-6 6 0,4 6-8 0,0 0 0 15,-3-7 12-15,3 7 5 0,0 0 4 0,0 0 2 16,-1-8-5-16,1 8 2 0,0 0-1 0,0 0-2 15,-3-9-2-15,3 9-2 0,0 0-6 0,0 0 3 16,0 0-5-16,0 0-5 0,-2-6-3 0,2 6-11 16,0 0-6-16,0 0-5 0,0 0-4 0,0 0-7 15,0 0-5-15,0 0-5 0,0 0-3 0,0 0-5 16,0 0-1-16,0 0-1 0,0 0-5 0,0 0 1 16,0 0-2-16,-5 24 0 0,6-12-2 0,1 5-19 15,0-2 8-15,-2 5 2 0,0 0 9 0,0 0 8 16,0 4 3-16,0 2 2 0,-4-2 9 0,6-5 1 15,-2-2 1-15,-2 0 1 0,2-2 4 0,0-3-3 16,0 0-4-16,-1 0 1 0,1 0 3 0,0-3-4 16,0 1-2-16,-2-4-2 0,1 4-1 0,1-10-8 15,0 13 1-15,-1-7 0 0,1-6-1 0,0 0-3 0,-1 10 0 16,1-10-3-16,0 0 0 0,0 0-5 16,2 9 5-16,-2-9-8 0,0 0 1 0,0 0-14 15,0 0-39-15,0 0-31 0,0 0-29 0,-2 6-43 16,2-6-47-16,0 0-37 0,0 0-25 0,0 0-154 15,0 0-448-15,0 0 199 0</inkml:trace>
  <inkml:trace contextRef="#ctx0" brushRef="#br0" timeOffset="54757.74">31344 11835 28 0,'0'0'102'0,"0"0"-23"0,3-6 6 16,-3 6 5-16,0 0-13 0,0 0-2 0,0 0 2 16,0 0-3-16,0 0-1 0,-3-10-10 0,3 10 9 15,0 0 6-15,0 0 1 0,0 0-5 0,0 0 7 16,0 0-2-16,0 0-1 0,0 0-1 0,0 0-6 15,0 0-5-15,0 0 4 0,0 0-8 0,0 0 7 0,-1-8-2 16,1 8-2-16,0 0-3 0,0 0 0 16,0 0-2-16,0 0-3 0,0 0-2 0,0 0-4 15,7-4 2-15,-7 4 2 0,0 0-3 0,0 0 0 16,0 0-1-16,0 0 2 0,0 0 16 0,0 0-3 0,0 0-2 16,0 0-5-16,0 0-2 0,1-9-5 15,-1 9-1-15,0 0-7 0,0 0-1 0,0 0 8 16,0 0-3-16,2-8-2 0,-2 8-6 0,0 0-2 0,0 0-4 15,0 0-4-15,0 0-6 0,0 0-6 0,0 0-5 16,0 0-3-16,0 0 5 0,0 0-5 0,0 0 2 16,0 0 0-16,4 28 16 0,-1-15 3 15,0 2-2-15,-3 2-2 0,2-1 5 0,-1 1-5 16,2 2-2-16,-3-1 1 0,2-1 10 0,-2-4-1 16,4 4 4-16,-3-2-5 0,1 1-3 0,-1-6 0 0,0-1-4 15,1 1 2-15,0 0 2 0,1-3-8 0,1 1 5 16,-3-2-4-16,3 0 0 0,-3 2-4 0,-1-8-13 15,4 10 11-15,-3-5-2 0,-1-5 1 0,4 7-11 16,-4-7 2-16,0 0-11 0,1 6-27 0,-1-6-20 16,0 0-26-16,0 0-18 0,1 8-20 0,-1-8-26 15,0 0-20-15,0 0-19 0,3 5-24 0,-3-5-15 16,0 0-20-16,0 0-18 0,0 0-149 0,0 0-439 16,0 0 194-16</inkml:trace>
  <inkml:trace contextRef="#ctx0" brushRef="#br0" timeOffset="55376.87">30576 11903 143 0,'-5'-9'175'0,"5"9"11"0,-1-7-5 0,1 7 3 16,0 0-6-16,0 0-5 0,-3-8-14 0,3 8-9 15,0 0-16-15,-3-6-15 0,3 6-11 0,0 0-11 16,0 0-12-16,0 0-11 0,0 0-4 0,0 0 11 16,0 0 4-16,0 0 0 0,-8 16 1 0,5-11-6 15,0 5 5-15,-1 0-7 0,0 2-5 0,0-1-5 16,-1-1-4-16,0 2-5 0,1 0-7 0,2-2-1 15,-1 1-5-15,0 0 2 0,2 0-8 0,0-3-6 16,-1 0-1-16,4 1-2 0,-1-1-4 0,2-1 8 16,3 1-8-16,-1-2-4 0,7-2-1 15,-1 1-3-15,2-3-3 0,4 2 1 0,5-2 0 0,-2-4-6 16,8-2 3-16,-6 2-3 0,-1-3 4 0,5-3 1 16,-10 2-5-16,2-2-5 0,-2 1 3 0,-1-3-3 15,-5 4 0-15,-1-3 2 0,1 2-2 0,-5-4-4 16,3-3 5-16,-4 3-8 0,-1-7 4 0,-1 2-4 15,-3 1-1-15,-2 3 2 0,1-4 2 0,-3 0-5 16,-2 2-1-16,0 4 0 0,0 1-3 0,-2 3-7 16,0-2-10-16,2 4-19 0,-4-1-24 0,1 3-11 15,-8 4-38-15,2-1-23 0,-1 7-42 0,-3 0-37 16,-2 5-27-16,-5 3-186 0,3-1-467 0,-2-1 207 16</inkml:trace>
  <inkml:trace contextRef="#ctx0" brushRef="#br0" timeOffset="55940.77">30067 9885 34 0,'0'0'62'0,"0"0"-10"0,0 0-9 16,0 0-8-16,-7 11-16 0,7-11-20 0,-1 11-15 15,0-4-22-15,-1 2-42 0,1 1 19 0</inkml:trace>
  <inkml:trace contextRef="#ctx0" brushRef="#br0" timeOffset="56177.59">29959 11047 122 0,'0'0'114'0,"-6"3"-10"0,6-3-7 0,0 0-16 15,0 0-9-15,0 0-30 0,0 0-26 0,0 0-31 16,0 0-22-16,0 0-63 0,0 0-107 0,-5 8 47 15</inkml:trace>
  <inkml:trace contextRef="#ctx0" brushRef="#br0" timeOffset="57277.27">30004 11884 84 0,'1'-9'138'0,"-1"9"2"0,2-7 4 16,-2 7-6-16,0 0-4 0,-3-10 4 16,3 10-7-16,0 0 3 0,-1-9-9 0,1 9-3 0,0 0-7 15,0 0-6-15,-4-6-8 0,4 6-10 0,0 0-12 16,0 0-1-16,0 0-6 0,0 0-8 0,0 0-8 16,0 0-4-16,-4-6-3 0,4 6-6 0,0 0-4 15,0 0-5-15,0 0 0 0,0 0-1 0,-18 11-1 16,14-8 0-16,-1 1 3 0,-3 3-2 0,1-2-2 15,2 0-2-15,0 0-4 0,-1 0 1 0,3 0-3 16,-3 0 0-16,3 1-3 0,-1 1-4 0,-1 1 3 16,1-1 1-16,0-1 1 0,2 0-1 0,-1 1-1 15,0-1-3-15,-1 4 0 0,3-4 1 0,1-6-2 16,-4 12 0-16,4-5 0 0,0-7 1 0,-3 12-2 16,3-12 1-16,0 13-5 0,2-7 0 0,-2-6-1 15,-2 11-4-15,5-6 0 0,-3-5 2 0,2 8 1 16,-2-8-6-16,3 8 4 0,-3-8 5 0,4 7-7 15,-1-2 0-15,-3-5-1 0,5 7 2 0,-1-4-2 16,0 1 4-16,-4-4-4 0,10 7-3 0,-5-5 5 16,-5-2 1-16,10 5-3 0,-3-2-1 0,0-1-1 15,-2 1 2-15,-5-3-2 0,11 4 4 0,-5-4 0 16,-6 0 0-16,14 3-4 0,-7-3-1 0,-7 0 4 16,12 0-1-16,-12 0-2 0,13 0 2 0,-13 0-1 15,13-2-4-15,-8 1 6 0,-5 1-3 0,14-5-1 16,-8 4 3-16,2-1-1 0,0-2-1 0,-8 4 3 15,10-4 3-15,-6 1 0 0,-4 3 4 0,10-5-5 16,-5 3 8-16,-5 2-5 0,9-9-2 0,-5 4 0 16,0 0-4-16,1-2 4 0,-1 1-2 0,-2 1 1 15,-2 5 0-15,9-13-4 0,-6 8 1 0,-1-1-1 0,1-2 3 16,-2 2-3-16,3-5-1 0,-1 3-2 16,-1-3 3-16,-1 2 4 0,1-2 0 0,-2 0-1 15,0 1 2-15,0 1-3 0,0-2 2 0,-2 2-2 16,1 1 2-16,-1-1 3 0,-2-1-1 0,0 1 2 15,0 1 1-15,0-1 0 0,-1 1 1 0,-1 2-7 16,-1 1-1-16,0-2 1 0,-1 3 1 0,-2 0-1 16,-2 0 0-16,3 2-2 0,-3 1-5 0,0-1 2 15,-1 2-11-15,-1 2-3 0,1-1-23 0,-1 2-19 0,0 0-25 16,0-2-34-16,3 4-42 0,-2-3-31 16,1 5-37-16,2-2-203 0,-1 0-464 0,2 0 205 15</inkml:trace>
  <inkml:trace contextRef="#ctx0" brushRef="#br0" timeOffset="58075.56">28944 11871 112 0,'-1'-9'156'0,"1"9"3"0,-1-12 7 0,0 7-9 0,1 5 5 16,-2-10-10-16,2 10-4 0,-2-12-4 0,0 6-3 16,2 6-5-16,-2-9-7 0,2 9 1 0,0-11-7 15,0 11-9-15,-3-9 1 0,3 9-5 0,-1-7 0 16,1 7-4-16,-2-9-6 0,2 9-7 0,0 0-7 16,0 0-8-16,-2-10-14 0,2 10-5 0,0 0-9 15,0 0-3-15,0 0-7 0,0 0-2 0,0 0-4 16,0 0-5-16,0 0 0 0,0 33 5 0,-2-21 5 15,3 7-5-15,-1 0-4 0,0-1 1 0,0 1-5 16,-1 0 5-16,1-1 5 0,-2 0 0 0,1-1 10 16,2-2-5-16,-1-3 2 0,-1 1-10 0,1-2-1 15,-1-2-1-15,1 3-3 0,0-2 16 0,-1-3-17 16,1-7-6-16,0 12 13 0,0-12-14 0,0 11-1 16,0-11 0-16,1 10-8 0,-1-10 0 0,-3 7 3 0,3-7-8 15,2 7-17-15,-2-7-3 0,0 0-21 16,2 8-18-16,-2-8-16 0,0 0-24 0,3 6-27 15,-3-6-28-15,0 0-31 0,0 0-40 0,0 0-33 16,0 0-232-16,0 0-524 0,14-16 232 0</inkml:trace>
  <inkml:trace contextRef="#ctx0" brushRef="#br0" timeOffset="58677.18">29163 11701 71 0,'0'0'142'0,"0"0"2"0,4-4-2 0,-4 4 3 16,0 0-10-16,0 0-10 0,0 0-10 0,5-3-9 16,-5 3-12-16,0 0-9 0,10-2-5 0,-10 2-3 15,10-1-4-15,-10 1-8 0,12 0 2 0,-12 0 4 16,15-1 1-16,-8-1-7 0,0 1 1 0,-7 1-7 15,18 0-3-15,-8 0-8 0,-2 0 1 0,-8 0-2 16,17-1-5-16,-10 0-1 0,5 1 5 0,-2 1-5 16,-1-2 0-16,4 1 0 0,-7 1-6 0,-6-1-4 15,14 0-1-15,-5 0-4 0,-9 0 2 0,9 0-6 16,-9 0-2-16,10 2 1 0,-10-2 1 0,7 2-6 16,-7-2 4-16,0 0-1 0,9 0 3 0,-9 0 4 15,0 0-1-15,0 0 1 0,6 2 5 0,-6-2-3 16,0 0 2-16,0 0 0 0,4 7 9 0,-4-7-1 15,2 10 0-15,-2-5-10 0,0-5 6 0,2 14-6 16,-2-5 1-16,1 3 6 0,-1-1-7 0,3 5 1 16,-2-1 1-16,-1 2 2 0,0-1-3 0,1 0-1 15,-2 0 0-15,1 3-1 0,0-3 1 0,1 2-6 16,-2-2 5-16,1-1-3 0,0 1-4 0,0-4 1 16,-1 0 3-16,-1-1 2 0,2 2 0 0,0-1-4 15,-1-1-3-15,1-1-1 0,-1 0-4 0,-1 0 0 16,1-3 0-16,1-7 1 0,-2 12-3 0,0-5 0 15,2-7-6-15,-1 7 3 0,1-7 0 0,0 10 1 0,0-10-6 16,0 0-5-16,-3 8 9 0,3-8-5 0,0 0-2 16,-2 9 13-16,2-9-6 0,-3 5-8 0,3-5 14 15,-7 4-22-15,7-4-2 0,-10 5-11 16,4-1-11-16,6-4-16 0,-10 5-13 0,3-4-15 0,7-1-6 16,-12 2-13-16,6-1-19 0,-6 1-26 0,3-2-13 15,1 2-10-15,-3-4-6 0,0 0-12 0,-1 1-19 16,-1-1-13-16,3 2-143 0,-5-1-386 15,-2-6 170-15</inkml:trace>
  <inkml:trace contextRef="#ctx0" brushRef="#br0" timeOffset="59126.62">28585 11707 89 0,'0'0'167'16,"-4"-10"-12"-16,4 10-4 0,0 0-6 0,-6-3-11 15,6 3-8-15,0 0-18 0,0 0-7 0,0 0-9 16,0 0 13-16,0 0-1 0,-9 17-5 0,6-9-3 15,1 6-1-15,2 4-5 0,-1 0-4 0,1 9-2 0,-1-1 0 16,-1 0 1-16,1 1-4 0,2-4-1 16,-1 2 0-16,-1-4-9 0,-2 6 0 0,2-8 2 15,-1 0-10-15,0-2-2 0,1 0-1 0,-2-1-5 16,2-4-9-16,0 4-1 0,-2-5-2 0,3 1-4 0,-2-1 8 16,2-2-5-16,0-2-5 0,0 0-3 15,0-7 2-15,0 10-11 0,0-10 0 0,0 8 4 16,0-8-7-16,0 0-3 0,2 9 2 0,-2-9 0 15,7 4-7-15,-7-4 1 0,9 6-2 0,2-5 0 0,2-1-2 16,0 0-1-16,5 0-2 0,1 0-26 0,0 0-23 16,0 0-20-16,-6 2-30 0,7 0-32 0,-3 2-38 15,1-2-23-15,1 1-22 0,-1 0-30 0,-2 3-162 16,0 1-431-16,-6 1 191 0</inkml:trace>
  <inkml:trace contextRef="#ctx0" brushRef="#br0" timeOffset="59580.53">28777 12520 42 0,'-7'-9'157'0,"6"3"10"16,1 6 2-16,-5-9 4 0,5 9-1 0,-2-10-2 16,-3 5-6-16,5 5-7 0,-6-9-6 0,6 9-3 15,-7-7-19-15,3 4-12 0,4 3-8 0,-9-3-12 16,9 3-3-16,0 0-7 0,-15 4 3 0,8 0-1 15,3 1-4-15,-2 4 0 0,-2 1-1 0,1 0-8 16,2 2-5-16,0 2-3 0,-2-2-7 0,6 2-3 16,-2-4-6-16,2 3-4 0,2-2 2 0,0 0-7 15,1-1 4-15,3-1-7 0,-1 1-3 0,1-2-5 16,4 0 0-16,-2-1 11 0,1 1-23 0,1-2 2 16,4-1 3-16,0-1-6 0,4 2-10 0,0-2-19 15,-3-1-28-15,0-1-35 0,0-1-33 0,-1 3-30 16,0-2-33-16,0 1-25 0,0-3-15 0,-2 3-16 15,-2 0-14-15,1-2-126 0,0-1-396 0,1-1 175 16</inkml:trace>
  <inkml:trace contextRef="#ctx0" brushRef="#br0" timeOffset="59959.83">29035 12498 143 0,'0'0'204'0,"0"0"-8"16,-1-11-17-16,1 11-13 0,0 0-9 0,0 0-11 0,0 0 0 15,0 0 6-15,0 0-4 0,0 0 2 0,0 0-7 16,0 0-15-16,0 0-7 0,0 0-13 16,-1 33-12-16,4-23-10 0,3-3 16 0,-1 2-12 15,1 0-8-15,2-1-9 0,0-2-4 0,3 0-12 0,2-2 0 16,-2-2-6-16,1 0-3 0,2 0-2 16,2-1-9-16,-2-1-5 0,-1-1 4 0,0-2-6 15,1 0-5-15,-4-1 2 0,2 0-5 0,-2-4-1 16,1 3 5-16,-4-2 12 0,-2 0 1 0,0-1 0 15,-1-1-2-15,0 1-5 0,-2 0 4 0,2 1 4 0,-1 1 11 16,-1-1-5-16,-2 7 8 0,1-10-4 16,-1 10 8-16,2-9-3 0,-2 9-17 0,0 0-2 0,0 0 0 15,0 0-3-15,0 0 13 0,0 0-4 16,0 0-2-16,0 0 1 0,-7 33-6 0,1-17-2 0,1 2 1 16,0 0-8-16,2 0-7 0,-2-1 7 15,3 2-11-15,-2-2 4 0,0 1 0 0,3-2-11 0,-2 3-30 16,1-2-28-16,2-2-21 0,-2 2-38 0,1-1-39 15,0 0-36-15,-2 1-39 0,-1 0-33 16,2 1-32-16,-5 0-241 0,-1-1-572 0,1 0 254 0</inkml:trace>
  <inkml:trace contextRef="#ctx0" brushRef="#br0" timeOffset="60143.71">28887 13022 53 0,'-13'-1'243'0,"3"2"-20"16,4-2-22-16,6 1-18 0,-11 0-18 0,11 0-15 16,0 0-14-16,0 0-15 0,0 0-10 0,33-13-13 15,1 10-36-15,4-4-51 0,20-1-56 0,6 0-48 16,-1-2-68-16,-3 2-82 0,2 1-264 0,-3-1 117 16</inkml:trace>
  <inkml:trace contextRef="#ctx0" brushRef="#br0" timeOffset="61811.45">29808 12324 39 0,'0'0'105'0,"0"0"-7"15,0 0-10-15,0 0-2 0,0 0-10 0,0 0-1 16,0 0-1-16,0 0-16 0,0 0-8 0,0 0-11 15,0 0-2-15,0 0-1 0,0 0-13 0,0 0-5 16,0 0 11-16,0 0-11 0,0 0 15 0,0 0-7 16,0 0-14-16,0 0-11 0,0 0 19 0,0 0-8 15,0 0 2-15,0 0 5 0,0 0-17 0,0 0 13 16,-10 8-4-16,10-8-13 0,-13 3 16 0,7-1 2 16,-2 0-5-16,-1 0 20 0,0-2-8 0,-1 2-2 15,-2 1 15-15,0 0-2 0,0-3-1 0,1 1 5 16,-1 1 15-16,2-1 0 0,-3 0-2 0,4-1-6 15,2 1 5-15,7-1 0 0,-16 3-3 0,9-2 6 16,7-1-3-16,-8 0-2 0,8 0-2 0,0 0-5 16,-11 3-4-16,11-3-3 0,0 0-5 0,0 0-5 15,-8 0 8-15,8 0-3 0,0 0 0 0,0 0 8 16,25 0 2-16,-8 2-1 0,5-4-2 0,9 4 0 16,3-2 3-16,3 0 0 0,14-2-1 0,-12-3-3 15,17 3 1-15,-1-1 0 0,1 1-4 0,0 1-1 16,2 2-1-16,3-5 2 0,-1 3-4 0,3-1 3 15,1-1-1-15,26-1-5 0,-23 4-3 0,21-3-2 16,-22 2 1-16,28 2-5 0,-30-2 19 0,28 2-4 16,-32 1-4-16,6-2-2 0,25 0-3 0,-25 1-3 0,28-1-2 15,-28 0-1-15,26 0 0 0,-27-1-2 0,36-1-1 16,-34 2 3-16,25-1-4 0,-28 2-1 16,-2-6 0-16,3 7-2 0,1-2 3 0,-6 0-6 15,0 0 3-15,1 2-1 0,0-1-18 0,-1 1 3 16,-2-2-1-16,1 1 0 0,-3-2 1 0,-1 3-1 15,-17 0 5-15,1-2-2 0,-2 1 1 0,-37-1 3 16,64 0 3-16,-64 0 7 0,39-3 22 0,-39 3-6 0,0 0 6 16,41 0 4-16,-41 0 10 0,0 0 2 0,0 0 3 15,0 0 9-15,0 0-5 0,35-4 2 16,-35 4-15-16,0 0-5 0,0 0-4 0,0 0-3 16,0 0-3-16,0 0-15 0,0 0-20 0,0 0-25 15,0 0-37-15,0 0-41 0,0 0-51 0,0 0-44 0,0 0-45 16,0 0-238-16,0 0-530 0,-82-5 235 0</inkml:trace>
  <inkml:trace contextRef="#ctx0" brushRef="#br0" timeOffset="65098.51">32796 11991 26 0,'0'0'109'0,"0"0"-15"16,0 0 17-16,0 0-7 0,0 0-9 0,0 0-1 16,0 0-1-16,0 0 0 0,-25-42-3 0,25 42 4 15,-13-4-11-15,4 3 4 0,3 1-6 0,-5 0 2 16,0 0-12-16,1 1 4 0,-2 0-7 0,1 2-6 16,3 1-7-16,2-1-5 0,-3 0-8 0,2 2-2 15,2 2-3-15,1-2-5 0,2 1 0 0,-3 0-2 16,5-6-3-16,-2 13-2 0,2-3-7 0,0-10 4 15,6 17-4-15,-1-8 1 0,1 1-10 0,0 0 5 16,-6-10 0-16,0 0-3 0,0 0 1 0,34 33-2 16,-34-33-3-16,16 18-2 0,-16-18 2 0,0 0 0 15,23 23-4-15,-23-23 3 0,0 0-1 0,19 18 1 16,-19-18-5-16,0 0-2 0,0 0 3 0,0 0 2 16,13 22 1-16,-13-22 10 0,0 0-1 0,0 0 5 15,0 0-3-15,-24 16-4 0,14-13 1 0,-8 1-2 16,-1 0 0-16,-1-1 0 0,1-4-1 0,5 2-6 15,-5-1-5-15,6 0-10 0,-2 4-17 0,2-2-28 16,0 2-28-16,2-4-37 0,2 2-19 16,2-2-31-16,7 0-115 0,-12 5-308 0,12-5 136 0</inkml:trace>
  <inkml:trace contextRef="#ctx0" brushRef="#br0" timeOffset="65475.75">32790 12098 16 0,'0'0'136'0,"0"0"-15"16,0 0 3-16,0 0 5 0,0 0 8 0,0 0-4 15,0 0-3-15,0 0-1 0,0 0-2 0,0 0-8 16,0 0-10-16,0 0-7 0,0 0-12 0,0 0-9 16,33 50 1-16,-33-50-15 0,0 0-7 0,16 24-4 15,-16-24-8-15,0 0-7 0,20 22 1 0,-20-22-3 16,0 0-3-16,23 10-2 0,-23-10-5 0,0 0-4 15,0 0-1-15,0 0-1 0,37 5-4 0,-37-5 0 16,0 0-1-16,0 0-2 0,0 0-4 0,0 0 1 16,0 0 0-16,36-28-2 0,-36 28 1 15,0 0 4-15,0 0 3 0,10-26-1 0,-10 26-2 0,0 0 1 16,0 0 0-16,0 0 8 0,8-34 4 0,-8 34 5 16,0 0-4-16,0 0-6 0,0 0 2 0,0 0-5 15,0 0-3-15,0 0-2 0,0 0-5 0,0 0 1 16,0 0-2-16,0 0 2 0,0 0-3 0,0 0 0 15,0 0-2-15,0 0-4 0,0 0-14 0,0 0-37 16,0 0-33-16,0 0-47 0,0 0-49 0,0 0-45 16,-23 102-137-16,23-102-390 0,-5 24 173 0</inkml:trace>
  <inkml:trace contextRef="#ctx0" brushRef="#br0" timeOffset="66009.36">33048 12237 8 0,'0'0'169'0,"0"0"-3"0,0 0-1 0,0 0 6 15,0 0-2-15,0 0-12 0,0 0-15 0,0 0-9 16,0 0-8-16,0 0 0 0,0 0-12 0,0 0-3 16,0 0-12-16,0 0-7 0,0 0 2 0,33 39 2 15,-33-39-1-15,0 0 9 0,0 0 3 0,0 0-2 16,0 0 0-16,0 0-12 0,0 0-12 0,0 0-2 15,0 0-12-15,0 0 0 0,0 0-9 0,0 0-6 16,0 0-9-16,0 0-2 0,0 0-5 0,0 0-3 16,0 0-5-16,0 0-3 0,0 0-2 0,0 0-10 15,-10-86 1-15,10 86-1 0,0 0-1 0,14-25-4 16,-14 25 1-16,0 0-2 0,22-16 2 0,-22 16 0 16,0 0-5-16,0 0-4 0,34-8 35 15,-34 8 0-15,0 0-5 0,0 0-4 0,0 0-4 0,51 21-4 16,-51-21 0-16,0 0-2 0,22 22-2 0,-22-22-4 15,0 0-8-15,21 27 11 0,-21-27-4 16,0 0 2-16,0 0 0 0,14 21 3 0,-14-21-2 0,0 0-3 16,0 0 1-16,0 0-1 0,0 0 1 0,0 0-5 15,0 0 3-15,0 0-1 0,0 0-3 0,0 0 2 16,0 0-2-16,0 0-11 0,0 0-1 0,0 0-1 16,0 0-11-16,0 0 1 0,0 0-5 0,0 0-1 15,0 0 1-15,0 0 0 0,0 0 2 0,0 0 0 16,0 0 4-16,42-45 0 0,-42 45-1 15,0 0 1-15,0 0-2 0,0 0 4 0,0 0 2 0,0 0 2 16,0 0-1-16,0 0 0 0,0 0 0 16,0 0-11-16,46 20-19 0,-46-20-14 0,0 0-31 0,6 33-19 15,-6-33-38-15,0 0-32 0,-1 35-35 0,1-35-24 16,0 0-144-16,-13 43-412 0,13-43 182 0</inkml:trace>
  <inkml:trace contextRef="#ctx0" brushRef="#br0" timeOffset="66302.64">33313 12440 109 0,'0'0'189'15,"0"0"-26"-15,0 0-29 0,0 0-45 0,0 0-55 16,0 0-61-16,0 0-89 0,0 0-125 0,0 0 56 15</inkml:trace>
  <inkml:trace contextRef="#ctx0" brushRef="#br0" timeOffset="95893.41">32431 11630 88 0,'5'-3'85'0,"-5"3"1"0,6-7-2 15,-6 7 6-15,7-6 9 0,-7 6 0 0,0 0-4 16,3-7-5-16,-3 7 1 0,0 0 2 16,0 0 4-16,-8-13 2 0,4 9-12 0,0-2-11 15,-2 3-2-15,-1-3-10 0,2 2-4 0,-8-2-4 16,3-3-3-16,-6 2-11 0,1 1-1 0,3 2-3 0,-6-4-7 15,0 3-3-15,1-3 1 0,-3 2 5 16,-1 1-6-16,2-1-6 0,-8 1 3 0,6 2-1 16,1-1-7-16,-1 4 1 0,0-3-4 0,-1 0 1 15,-7-1-2-15,7 3-1 0,-6 1-6 0,-2 0 5 0,-1 0-5 16,-2 3 5-16,-1-2 3 0,-1-2-4 0,-2 2-2 16,0-4 5-16,-12 3-8 0,8-1 7 0,-10 4-7 15,0-5 2-15,-3 1-1 0,3 0-2 16,14 1 1-16,-1 0 3 0,2 1-3 0,3 0-2 15,-1-2-1-15,5 1-1 0,1 4-2 0,6-5 4 0,2 2-3 16,-1-1 2-16,2 0 2 0,0 0-2 0,-2-1-4 16,4 2 5-16,-3 0-1 0,1 1 0 15,1 0-2-15,-1-2 1 0,-2 0 3 0,-6 0-5 16,0 0 2-16,-5 3-2 0,1 2-1 0,-3-4 0 0,-1 3 3 16,-2-1 0-16,0-2-1 0,1 0 2 0,-17 1-5 15,17 1 9-15,-1-3-3 0,-4 4-1 0,5 0-2 16,-1-1 2-16,-1-1-1 0,2 1 0 0,-1-3 1 15,0 3 1-15,1-1-2 0,1 2 2 0,1 1-2 16,-1-2-1-16,1-1 0 0,2-1 5 0,5 6-9 16,0-4 7-16,7 3-4 0,1-3-1 0,2 0 0 15,4 1-2-15,-1-1 1 0,3 3 0 0,-1-5 4 16,2 4 3-16,1-1-5 0,-1 2 1 0,2-3-1 16,0 4-3-16,1-3 5 0,-3 3-1 15,1-2 1-15,1 2-7 0,-1 0 6 0,1 0 2 0,2-1 4 16,-2 2-5-16,-2-2 3 0,1 3-2 0,1-1 2 15,-3 1 2-15,1 2 0 0,-3 1-3 0,0-1 1 16,4-2 2-16,-1 5 2 0,-1-1-3 0,3-2-4 16,0-1 5-16,-2-1 2 0,4 2-2 0,-1 0 0 15,-1 0-1-15,2-1 10 0,-1 2-6 0,0-3 0 16,1 2-4-16,-2-1 8 0,2 1 4 0,-2 3-7 16,2-3 13-16,0-1-11 0,-1 1 5 0,-2 2-4 15,5-1-3-15,0-1 6 0,2-1-1 0,-4 0-5 16,1 1 5-16,0 1-4 0,3-2 7 0,-2 1-10 15,1-2 4-15,1 3 0 0,-1-1 1 0,3 0-3 16,0 2-1-16,0-3 7 0,0 4 2 0,3-3 4 16,-2-1-2-16,3 3-7 0,0-3 0 0,1 2 0 15,2 4-4-15,0-6-1 0,-2 1 3 0,1-1-2 16,6 3-1-16,-2-1 1 0,2 1-1 0,-1-5 1 16,3 3-4-16,1-1 2 0,1-1 3 0,0 1-4 15,1 0-3-15,4-2 5 0,-2 3 0 0,5-2-4 16,3 1 3-16,-5-5-1 0,4 6 3 0,2-4-6 15,-1 0 3-15,4 1-1 0,0-1 9 0,-2-1-11 16,2 1 4-16,-2 0-9 0,-1 1 3 0,0-3 2 16,1 1 6-16,0 0-9 0,-2-1 1 0,-6 0 1 15,6-1-1-15,0 1 0 0,0-1-3 0,-5-1 2 16,-1 0 0-16,7 1-2 0,-1-1 3 0,-7 1 2 16,9-1-4-16,-7 0 1 0,6-1 2 0,1 1-4 15,-8 1 3-15,7 0 1 0,3-4-1 0,-2 3 1 16,0 0 1-16,2-3-3 0,-2 3 3 0,2-1-2 15,1 0 0-15,-1 0-1 0,-2 0 1 0,0 1 2 16,3-3-2-16,-5 0 2 0,4 1-2 0,-2-1-2 16,1-1 3-16,-2 2-2 0,-2-2 4 0,-4 2-2 15,6-1-1-15,1 0 2 0,-1 1-1 0,-7 0-1 16,7-2 2-16,-5 0-2 0,8 0 3 0,-10 0-5 16,7-1 3-16,1 1-3 0,-7 2 1 0,5-1 0 15,1 2 3-15,-9-2-5 0,9 0 4 0,0-2-2 16,-6 4 0-16,6-1-2 0,-7-2 4 0,5-1-5 15,2 1 3-15,-1 1 4 0,0-1-2 0,-5-1-3 16,0 2 2-16,4 0-1 0,-4-2-1 0,0 2-3 16,-2-1 6-16,2 0-3 0,-2-2 1 0,0 3-2 15,-3-3 2-15,2 3 1 0,1-3-2 0,-1 1 3 16,-1 0-3-16,1 2 0 0,-1-4 2 0,1-1-1 16,0 2 0-16,-7 0 2 0,7-3-2 0,0 1 0 15,0 0 0-15,-1-2 0 0,-1 1-2 0,3 0 0 16,0-1 1-16,-1 1 1 0,7-2 0 0,-6 3-3 15,5-3 1-15,2-1 1 0,-7 4 1 0,0-1-3 0,5-2 2 16,-6 1 0-16,-2 0 3 0,1 1 0 0,0 2 1 16,-3-2-1-16,2 0-1 0,-6 1-2 15,1-1 0-15,4-2 1 0,-5 0 1 0,0 3 1 16,1-1-2-16,-3-1 1 0,2 0-1 0,-2-1-1 0,-9 8 5 16,0 0-3-16,0 0-3 0,34-36 4 0,-34 36 1 15,18-25-4-15,-18 25 2 0,17-24-1 16,-17 24 1-16,15-26-2 0,-15 26 0 0,16-29 2 15,-16 29-1-15,17-27-1 0,-17 27 2 0,15-25-4 0,-15 25 2 16,14-25 7-16,-14 25-4 0,0 0 2 0,14-37-6 16,-14 37 5-16,6-23-2 0,-6 23-3 15,0 0 0-15,5-34 1 0,-5 34 0 0,0 0-1 16,0 0 1-16,-2-48-1 0,2 48-3 0,0 0 1 16,-4-36 1-16,4 36 0 0,0 0-2 0,-8-33-2 0,8 33-8 15,0 0 4-15,-9-37-3 0,9 37-7 0,-11-27 3 16,11 27-5-16,-9-30 3 0,9 30 0 0,-12-25-2 15,12 25-3-15,-12-26 4 0,12 26-6 16,-16-31 3-16,10 21 0 0,-1-3-5 0,-5 0 0 0,0-1-4 16,-2 0-2-16,-6-4-1 0,4 4-4 0,-2 1 3 15,-2-2-2-15,-4 2 1 0,5 3 0 0,0-1 4 16,2-1 3-16,-1 4 8 0,0-1-3 0,-1-1 2 16,1 1 0-16,0 1 0 0,-8-2 0 15,10 3 3-15,-2 1 2 0,-1-2-1 0,-2 4 2 0,3 1-2 16,2-3-2-16,-6 3 2 0,4-1 0 0,0 1 2 15,0-1 2-15,2 1-1 0,-3 1-2 0,1 0-3 16,-1 0 6-16,-3 4 1 0,4-2 6 0,-3 0-6 16,-7 2 5-16,7 0 0 0,0-2 0 0,-6 3-1 15,6 0 5-15,0 1-2 0,-7 0-16 0,8-3-37 16,-2 5-35-16,-6-1-41 0,0 1-107 0,-3 0-264 16,3-1 117-16</inkml:trace>
  <inkml:trace contextRef="#ctx0" brushRef="#br0" timeOffset="100162.59">29863 11797 28 0,'0'0'70'0,"0"0"-5"0,0 0-11 16,-4-4-1-16,4 4-2 0,0 0-5 15,0 0-8-15,0 0-1 0,0 0-9 0,0 0-1 16,0 0-4-16,0 0 7 0,0 0-13 0,0 0 1 0,0 0-7 15,0 0 9-15,0 0-6 0,0 0-3 0,0 0-5 16,0 0 9-16,0 0-6 0,0 0 0 0,0 0 6 16,0 0-7-16,0 0 4 0,-6-5-2 0,6 5 2 15,0 0 13-15,0 0-8 0,0 0-1 0,0 0 5 16,0 0 2-16,-13 1-1 0,13-1 0 0,0 0 4 16,0 0-1-16,0 0-5 0,-9-1 5 0,9 1-1 15,0 0-3-15,0 0 1 0,0 0-4 0,0 0-3 16,0 0-8-16,-11 0 4 0,11 0 0 0,0 0-7 15,0 0 4-15,0 0-2 0,0 0-1 0,0 0 3 16,0 0-10-16,0 0 2 0,0 0 3 0,0 0-2 16,0 0 3-16,0 0-1 0,0 0-3 0,-9 2 2 15,9-2 3-15,-7 5-1 0,1 0 4 0,-3 0-1 16,0 1-2-16,-1 2 1 0,-4 2 6 0,0 0 0 16,-4-1 2-16,1 1 2 0,1-1 3 0,2 1 4 15,-3-3 3-15,2 1 2 0,2-2-5 0,-2 0-2 16,-1 1-8-16,2 2 10 0,-1-2 4 0,3-2-9 15,1 2 8-15,1-3-9 0,1-1-1 0,1 0-7 16,1 1 3-16,0-2-6 0,7-2 5 0,-8 3-2 16,8-3-2-16,-7 4-2 0,7-4 1 0,-7 3-5 15,7-3 2-15,0 0-9 0,0 0-11 0,-7 3-17 16,7-3 3-16,-4 5-15 0,4-5-14 0,0 0-18 16,-8 7-9-16,8-7-9 0,-5 3-13 0,5-3-62 15,-8 5-185-15,8-5 82 0</inkml:trace>
  <inkml:trace contextRef="#ctx0" brushRef="#br0" timeOffset="100443.4">29563 11811 17 0,'0'0'81'0,"0"0"-7"16,0 0-8-16,0 0 4 0,0 0-8 0,0 0-6 15,0 0 7-15,0 0-7 0,-14 21-5 0,10-14 4 0,-1 0-12 16,-1 3-7-16,0-1 2 0,0-1-6 0,1 1 12 16,-1-1-4-16,0 0 2 0,3-1-10 0,-3 1-8 15,3 0-1-15,-1-2 4 0,0 0-2 16,4-6-2-16,-4 11-4 0,2-4 2 0,-1-1-4 0,3-6-7 16,-1 12 3-16,0-6-3 0,1 4-6 0,1-3 8 15,0 4 0-15,3 0-7 0,1-1-5 0,5 3-20 16,-2-1-20-16,4-1-22 0,1 1-27 0,2 2-77 15,1-5-179-15,1 1 80 0</inkml:trace>
  <inkml:trace contextRef="#ctx0" brushRef="#br0" timeOffset="101018.82">29472 12101 79 0,'4'-5'126'0,"-4"5"-2"0,0 0-17 0,0 0-18 16,0 0 1-16,0 0-16 0,0 0-9 0,0 0-1 15,0 0-7-15,0 0-33 0,0 0-8 0,0 0-22 16,0 0-19-16,0 0-14 0,0 0-14 0,-15-3-24 16,15 3-43-16,0 0-129 0,-17 7 58 0</inkml:trace>
  <inkml:trace contextRef="#ctx0" brushRef="#br0" timeOffset="101232.97">28698 12200 85 0,'0'0'83'0,"0"0"-7"0,0 0-18 0,0 0-20 16,0 0-16-16,0 0-19 0,0 0-28 0,0 0-32 15,0 0-62-15,0 0 28 0</inkml:trace>
  <inkml:trace contextRef="#ctx0" brushRef="#br0" timeOffset="101434.76">29328 12227 112 0,'-12'1'103'0,"12"-1"-25"16,-14 0-24-16,14 0-34 0,-15 2-30 0,5 3-50 15,-8-1-64-15,6 0 28 0</inkml:trace>
  <inkml:trace contextRef="#ctx0" brushRef="#br0" timeOffset="101616.61">28707 12316 45 0,'0'0'88'0,"0"0"-8"0,0 0-33 15,0 0-12-15,0 0-34 0,0 0-51 0,0 0-53 16,30 6 23-16</inkml:trace>
  <inkml:trace contextRef="#ctx0" brushRef="#br0" timeOffset="102270.94">28666 12354 106 0,'-13'-1'120'0,"13"1"-4"0,-11-1 0 15,11 1-6-15,-13-2-6 0,13 2-5 0,-9 0 0 16,9 0 0-16,-10 0-1 0,10 0 6 0,-12-1-3 16,12 1-3-16,-10-2-4 0,10 2-4 0,0 0-6 0,-9 0-5 15,9 0-7-15,0 0-8 0,0 0-8 16,0 0 0-16,0 0-12 0,-5-4-3 0,5 4-3 16,0 0-4-16,0 0-4 0,32 0-2 0,-13-2-1 15,3 1-4-15,8-2 1 0,4 1-8 0,3 0 4 0,2-1-6 16,11 0 1-16,-9 0 0 0,10-3-3 0,-11 2-1 15,11 1 0-15,-13 1-6 0,-1 0 6 0,0-2-3 16,-5 0-2-16,0 2 2 0,-11 0-4 16,-2 1 2-16,-5 1-5 0,0 0 3 0,-1-3 2 0,-3 2-2 15,-2 1 0-15,-8 0 7 0,11-3 6 16,-11 3 10-16,8 0 8 0,-8 0-1 0,0 0 9 16,10 0 2-16,-10 0 0 0,0 0-2 0,0 0 0 15,0 0-4-15,0 0-2 0,9 0-8 0,-9 0 0 0,0 0-3 16,0 0-5-16,0 0-2 0,0 0 1 0,0 0-8 15,0 0 4-15,0 0-1 0,0 0-6 0,0 0-2 16,0 0 2-16,0 0-1 0,0 0 0 0,0 0-3 16,0 0 2-16,0 0-1 0,0 0-1 0,0 0 1 15,-23-6-1-15,23 6-6 0,0 0 4 0,0 0 1 16,0 0 1-16,0 0-5 0,0 0 2 0,-10-1-2 16,10 1 1-16,0 0 5 0,0 0-7 0,0 0 0 15,0 0 0-15,0 0-2 0,0 0 1 0,0 0-1 16,0 0 4-16,0 0-2 0,0 0 0 0,0 0-5 15,0 0 4-15,0 0 1 0,0 0-5 0,0 0-1 16,0 0 3-16,0 0-5 0,0 0-3 0,0 0-3 16,0 0-4-16,0 0-8 0,0 0-4 0,0 0-2 15,0 0-10-15,0 0-6 0,0 0-15 0,0 0-8 16,0 0-18-16,0 0-16 0,0 0-9 0,0 0-22 16,0 0-19-16,0 0-13 0,0 0-157 0,0 0-352 15,0 0 156-15</inkml:trace>
  <inkml:trace contextRef="#ctx0" brushRef="#br0" timeOffset="104935.88">28892 12359 36 0,'0'0'146'0,"0"0"-2"15,-5-5-11-15,5 5-5 0,0 0-10 0,0 0-16 16,0 0-7-16,-7-4-15 0,7 4 0 0,0 0-13 16,0 0-12-16,0 0-13 0,0 0-15 0,0 0-16 15,0 0-33-15,0 0-21 0,0 0-10 0,0 0-19 16,0 0-18-16,0 0-74 0,0 0-178 0,0 0 78 15</inkml:trace>
  <inkml:trace contextRef="#ctx0" brushRef="#br0" timeOffset="106550.5">28713 13104 22 0,'0'0'118'0,"0"0"-8"0,0 0 2 16,0 0-5-16,0 0-5 0,0 0-1 0,0 0-3 15,0 0-3-15,0 0-2 0,0 0-3 0,0 0-1 16,0 0-7-16,0 0-4 0,0 0-1 0,0 0-7 16,0 0-9-16,0 0-6 0,0 0 4 0,0 0 2 15,0 0-4-15,0 0 2 0,0 0-6 0,0 0-2 16,-15-3-5-16,15 3 1 0,0 0 1 0,-9-3 8 15,9 3 5-15,0 0-3 0,-10-4 1 0,10 4-6 16,0 0-1-16,0 0-8 0,0 0-2 0,-9-2-2 16,9 2-7-16,0 0-1 0,0 0-1 0,0 0-6 15,0 0-5-15,0 0 2 0,0 0-3 0,33-8 0 16,-13 3-4-16,8 1-1 0,2-2 4 0,3 2-7 16,4-4 0-16,-1 2 2 0,4 1-2 0,9-5-3 15,-12 3-4-15,1 0 5 0,-4 0-3 0,-2 0-1 16,0 2 0-16,-3 0-1 0,-7 0 17 0,-2 2 2 15,-3 2-7-15,-2-1-1 0,-3 0 3 0,-1-2-7 16,-2 4 0-16,-2-2 0 0,-7 2-1 0,11-2-4 16,-11 2 1-16,9 0-1 0,-9 0-1 0,0 0 0 15,8-2-1-15,-8 2-1 0,0 0 3 0,0 0-2 16,8-2 2-16,-8 2-5 0,0 0 1 0,0 0-3 16,0 0 0-16,0 0-12 0,0 0-20 0,0 0-20 15,0 0-33-15,0 0-39 0,0 0-28 0,0 0-31 16,0 0-15-16,6 6-165 0,-6-6-395 0,0 0 175 15</inkml:trace>
  <inkml:trace contextRef="#ctx0" brushRef="#br0" timeOffset="108610.36">28452 11716 8 0,'-10'3'64'0,"-3"2"-1"0,3 3-8 0,-5 3-8 15,2 4-11-15,-3 5 3 0,0 5-5 0,2 3 4 16,3 4-7-16,-1 1-10 0,3 1 1 0,-2 12 5 16,1 4-10-16,3 0 2 0,2 4-6 0,1 2 4 15,4 1-13-15,0-1 6 0,0 0 0 0,5 1 6 16,3-2-11-16,-1-1 4 0,0-3 0 16,6-4-1-16,1 2-9 0,-3-16 1 0,5 14-6 0,2-4 0 15,-1-12 0-15,6 13-4 0,-3-15 5 0,5 15 0 16,-2-15 6-16,6 8 1 0,-4-8-6 0,-3 0 0 15,2-5 4-15,0 2-9 0,0-2-2 0,-2 0 3 16,2-5-11-16,2 1-3 0,-2-2-3 0,0-3-9 16,0-1 1-16,-5-6-37 0,2 0-76 0,5-3 35 15</inkml:trace>
  <inkml:trace contextRef="#ctx0" brushRef="#br0" timeOffset="109093.5">28474 11675 63 0,'13'-13'69'0,"0"2"-4"15,5 3-14-15,8-5-4 0,5 3-2 0,2-1-3 0,6 3-1 16,14 1-8-16,0 0-1 0,1 4-4 0,3 1 2 15,2 2-2-15,1 0 0 0,0 4-9 0,-3 1-4 16,2 4 2-16,-3-1 1 0,-2 5-5 16,-2 2 1-16,-2-1 0 0,-14 3-6 0,9 4 1 15,-3 7 2-15,-15-4 0 0,7 11-5 0,-13-5-3 0,4 11 11 16,-4 5 0-16,-3 2-6 0,-7 4-2 16,-3 2 2-16,-6 3 5 0,-7 25 4 0,-2-26 1 15,-5 2-4-15,-8 24-2 0,4-26-3 0,-12 21 4 16,6-23-4-16,-1 1 2 0,-19 18-2 0,10-23-10 0,-5-1 2 15,-20 17-10-15,-3-1-12 0,0-1-29 0,-4-3-14 16,-1-1-69-16,-7-2-142 0,-1 0 63 0</inkml:trace>
  <inkml:trace contextRef="#ctx0" brushRef="#br0" timeOffset="109961.09">28634 12395 261 0,'0'0'233'0,"-7"-8"-43"0,2 4-46 15,5 4-45-15,0 0-45 0,-5-5-22 0,5 5-26 16,0 0-26-16,0 0-49 0,0 0-86 0,0 0-169 16,12 20 75-16</inkml:trace>
  <inkml:trace contextRef="#ctx0" brushRef="#br0" timeOffset="117163.61">31385 8771 36 0,'0'0'87'0,"-1"-13"6"0,-1 6 0 0,0-3-22 0,2 1 17 16,0 9 9-16,-1-16-1 0,-2 9-7 16,3 7-6-16,2-14-18 0,-2 6 0 0,0 8-9 15,1-10 1-15,0 4-16 0,-1 6 4 0,2-10-6 0,-2 10-5 16,0 0 0-16,0 0-8 0,-2-12 1 0,2 12 2 16,0 0-10-16,-2-7-7 0,2 7 16 15,0 0-11-15,0 0-10 0,0 0 8 0,0 0-6 16,0 0 7-16,0-9-17 0,0 9 7 0,0 0 1 0,0 0-6 15,0 0 5-15,0 0 3 0,0 0 0 0,0 0-10 16,0 0 5-16,0 0 2 0,0 0-6 0,0 0 0 16,0 0 0-16,0 0 0 0,0 0-6 0,0 0 8 15,0 0-4-15,0 0 1 0,0 0-2 0,0 0 5 16,0 0-8-16,0 0 6 0,0 0-1 0,0 0 0 16,0 0 2-16,0 0-9 0,0 0 3 0,0 0 2 15,0 0-6-15,0 0 3 0,0 0 1 0,0 0-1 16,0 0 6-16,0 0 1 0,0 0-2 15,0 0 2-15,-4 31-2 0,4-20 10 0,0-1-3 0,0 2 1 16,2 4 1-16,-2-5 1 0,0 4 2 0,2 0 7 16,-1 2-12-16,-2-1 4 0,1 0 3 0,-2-1-5 15,2 0 7-15,-2 2 2 0,2 0-1 0,-1-1-8 16,-1 0 15-16,0-1-2 0,-1-3 0 0,1 1-6 16,1-2 2-16,-1 0-1 0,1-1-8 0,1 0 9 15,0-3-8-15,-1 2 5 0,1-9-1 0,-3 17 7 16,2-13-4-16,1-4-6 0,1 11 1 0,-1-11-2 15,-1 7 4-15,1-7-4 0,-3 6-1 0,3-6 4 16,0 0-6-16,0 0 1 0,-2 8 2 0,2-8-5 16,0 0 1-16,0 0 0 0,0 0 1 0,0 0 7 15,0 0-5-15,0 0-2 0,0 0 1 0,0 0 4 16,0 0-5-16,0 0 0 0,0 0 0 0,0 0-2 0,0 0 1 16,0 0-3-16,0 0-1 0,0 0-31 15,0 0-54-15,5 7-40 0,-5-7-174 0,0 0-323 16,0 0 144-16</inkml:trace>
  <inkml:trace contextRef="#ctx0" brushRef="#br0" timeOffset="118476.61">30690 8809 74 0,'-4'-12'124'0,"4"12"10"0,0-11-8 16,0 11-7-16,-2-10-12 0,2 10-8 0,-1-11 0 15,-2 6-3-15,3 5 3 0,-1-8-6 0,1 8-12 16,-3-10-4-16,3 10-9 0,-2-7-6 0,2 7-7 16,0 0 6-16,-4-10-23 0,4 10 2 0,-2-7-2 15,2 7-5-15,0 0-5 0,-2-7 1 0,2 7-4 16,0 0 0-16,0 0-11 0,-3-8 5 0,3 8-2 15,0 0-6-15,0 0 7 0,0 0-5 0,0 0 0 16,-2-8-4-16,2 8 1 0,0 0-9 0,0 0 3 16,0 0 0-16,0 0 0 0,0 0-4 0,0 0-4 15,0 0 0-15,0 0-4 0,0 0 8 0,0 0-6 16,0 0 4-16,0 0-4 0,-5 20 5 0,4-11-2 16,-1 3 4-16,0 4 3 0,-1 0 6 0,2 3-2 15,1-3 10-15,-2 1 0 0,2 0-4 0,-1 1 5 16,0-1-1-16,1-5 2 0,0 4-3 0,0-2 6 15,0-2 4-15,0 1-6 0,0-2 1 0,0 0-2 16,-1 1-4-16,1-3-1 0,0-1 1 0,0-1 0 16,-2 3 2-16,2-10-4 0,-1 14-5 0,0-9 5 15,1-5-2-15,0 9-1 0,0-9-2 0,-3 8-1 16,3-8 3-16,0 0-4 0,0 9 3 0,0-9 0 16,-1 7-2-16,1-7-4 0,0 0 1 0,0 10 2 15,0-10-6-15,0 0 6 0,-3 5-3 0,3-5 1 16,0 0-4-16,0 0 1 0,0 0 1 0,2 10 2 15,-2-10-2-15,0 0-19 0,0 9-20 0,0-9-36 0,-3 10-38 16,3-10-49-16,-4 10-39 0,1-1-112 16,-3-2-334-16,1 3 148 0</inkml:trace>
  <inkml:trace contextRef="#ctx0" brushRef="#br0" timeOffset="134052.25">14602 18134 47 0,'0'0'115'0,"-44"-15"8"0,44 15-7 0,0 0 3 0,-44-13-5 16,44 13-6-16,-29-4 7 0,29 4-1 15,0 0-4-15,-38-5-13 0,38 5-8 0,0 0-7 16,0 0 5-16,0 0-7 0,0 0-12 0,-46 9-7 16,46-9-2-16,0 0-7 0,0 0-11 0,0 0-3 15,0 0-1-15,0 0-9 0,-21 17 0 0,21-17-5 16,0 0 1-16,0 0-5 0,0 0-5 0,0 0 4 16,0 0-2-16,58 57-6 0,-33-47 4 0,-1 2-2 15,6 1 1-15,0 1-7 0,0-4 0 0,4 0 5 16,3-1-2-16,-2 3-4 0,14-2 4 0,-10 0-4 15,12 2 7-15,1-1-4 0,-1 1-2 0,-2-4 0 16,4 0-1-16,1 2-2 0,8-1 5 16,1-2 1-16,0-1-2 0,2 4-3 0,24 4 1 15,-25-5-2-15,3-4 0 0,24 10 2 0,-28-12-2 16,31 5 5-16,-30-3-1 0,28 4 4 0,-3-2-2 16,-25-3-1-16,28 1 2 0,-1 3-3 0,0-6 2 15,2 2-4-15,-2 3 4 0,-28-3-1 0,31-2-4 16,6 4 0-16,-7-1 3 0,10-1 2 0,-8-1-2 15,1 1 1-15,-6-3 1 0,4 5-1 0,0-4-1 16,1 1 0-16,6 0 2 0,3 2 7 0,0-2-7 16,3 2 22-16,-6-1-3 0,-2 3 2 0,3-1-3 15,-6-1-7-15,7 1-1 0,0-1 5 0,3 5-7 16,-3-4-3-16,3 0 3 0,0 1-4 0,-2 0-1 16,4 0 1-16,-4-5 2 0,5 3-4 0,-1 2 3 15,2 0-4-15,3-1 4 0,0-1-1 0,5-2-1 16,-7 0 0-16,-1 4-1 0,4-3 3 0,1 1-2 15,-3 0 2-15,-1-3-3 0,0 2-3 0,-7-4 6 16,-3 7 1-16,2-3-3 0,-4-1 2 0,-9 4 3 16,-25-2-4-16,24 0-2 0,-29-4-1 15,3 3 0-15,-4 1-2 0,-2-1 3 0,-4-1-6 16,-18-1-3-16,1 0 3 0,-1 3-2 0,-35-5-1 16,64 2-8-16,-64-2-13 0,39 1-17 0,-39-1-33 15,28 4-40-15,-28-4-44 0,0 0-49 0,0 0-201 16,0 0-438-16,0 0 194 0</inkml:trace>
  <inkml:trace contextRef="#ctx0" brushRef="#br0" timeOffset="191307.05">27595 12681 146 0,'0'0'163'0,"0"0"-13"0,0 0-7 0,0 0-13 16,0 0-15-16,-10-12-9 0,10 12-8 0,-10-4-6 15,3 1-12-15,7 3-8 0,-19-2-3 0,9 2 6 16,-5 2-17-16,1-2 2 0,-2 3-1 0,-2-3-2 16,3 1 2-16,3 1-3 0,-6-1-5 0,4-1 2 15,4 2-4-15,1-2-5 0,-5 2-2 0,8 0-3 16,-1-1-1-16,-3 0-3 0,10-1 0 0,-8 0-1 15,8 0 1-15,0 0-6 0,-9 2 2 0,9-2-3 16,0 0-1-16,0 0-3 0,0 0-2 0,0 0-2 16,0 0 0-16,0 0 6 0,0 0-10 0,27-4-2 15,-16 2-2-15,3-2 1 0,5 1-3 0,0-1-3 16,-2 1 0-16,2 1 3 0,1-3-2 0,-2 2-4 16,0 0 4-16,-1 0-5 0,-5 1-9 0,1 0-19 15,-4 0-31-15,3 1-26 0,-5 1-35 0,-7 0-20 16,0 0-11-16,12 1-6 0,-12-1-14 0,0 0-114 15,0 0-305-15,0 0 136 0</inkml:trace>
  <inkml:trace contextRef="#ctx0" brushRef="#br0" timeOffset="191559.6">27384 12701 103 0,'-15'2'127'15,"15"-2"-2"-15,-12 0-4 0,7 1-9 0,5-1-2 16,-10 4 2-16,5 0-2 0,-2 1-1 0,4 1 5 15,-5 2-3-15,3 2 5 0,-1 0 3 0,-1 5-9 16,2 0 1-16,1-1-2 0,-1 2 2 0,1 1-10 0,0-1-3 16,0-2-7-16,3 3-7 0,-4-5-8 15,3 0-9-15,2 3-3 0,-2 1-8 0,0-3-2 16,2-1-6-16,-3 4-6 0,3-4-3 0,0-1-5 0,-2-1-3 16,0 0-3-16,2 1-8 0,0-2-28 15,2 1-37-15,-4-3-47 0,2-7-50 0,0 14-36 0,0-14-30 16,0 11-157-16,-2-6-396 0,2-5 175 15</inkml:trace>
  <inkml:trace contextRef="#ctx0" brushRef="#br0" timeOffset="191859.47">27222 12950 115 0,'9'-4'112'0,"1"1"1"0,-1 1 3 16,4 0-9-16,-2-1 0 0,2 0-4 0,4 0-9 0,-2-1-4 15,4-1-8-15,-4 2-11 0,3-1 0 16,-5 2-3-16,5-2 0 0,-7 3 4 0,3-3 10 0,-3 0-10 16,2 0 1-16,-3 3 0 0,1-4-2 15,-4 2-2-15,-1 0-3 0,3 2-3 0,-9 1 1 0,9-4-5 16,-9 4-3-16,7-3-3 0,-7 3-5 0,0 0-8 16,9-2-5-16,-9 2-4 0,0 0-5 15,0 0-1-15,7 0-4 0,-7 0-2 0,0 0 0 16,4 9 1-16,-4-9-3 0,0 12-2 0,-2-2 1 15,0 0 0-15,2 3-5 0,-4-1-12 0,4-1-16 0,-3-1-21 16,0 2-31-16,1 1-33 0,-2-2-33 16,2 5-28-16,-3-4-32 0,1 0-111 0,0-2-330 15,2 1 147-15</inkml:trace>
  <inkml:trace contextRef="#ctx0" brushRef="#br0" timeOffset="192011.05">27443 12789 89 0,'-1'-10'93'0,"1"10"-39"0,0 0-11 0,0 0-13 16,0 0-21-16,0 0-29 0,0 0-30 0,0 0-54 16,19 22 24-16</inkml:trace>
  <inkml:trace contextRef="#ctx0" brushRef="#br0" timeOffset="192243.33">27571 12957 47 0,'0'0'186'0,"-3"-11"-8"0,3 11-17 0,0-15-12 0,4 5-11 16,-1 0-13-16,2-1-14 0,1 1-10 16,1-5-8-16,4 2-9 0,1 2-7 0,-1 0-7 0,-1 1-1 15,0 2-1-15,-1 1-8 0,2 1-5 0,1 1 2 16,-6 2-12-16,1 2-3 0,2 1-2 15,-9 0-6-15,18 1 0 0,-10 2-1 0,2 1 0 16,-1 1-5-16,-2 3 1 0,-1 1-8 0,2-2-2 0,-2 3-2 16,0 1-12-16,-1 2-25 0,2-4-30 0,0 2-37 15,-2-2-31-15,-1 2-34 0,2-4-145 0,-2 2-322 16,1-5 142-16</inkml:trace>
  <inkml:trace contextRef="#ctx0" brushRef="#br0" timeOffset="192583.6">27975 12808 54 0,'-7'-8'163'0,"3"3"0"0,-2-1-3 16,-2-1-9-16,-1 6-8 0,2-1-10 0,7 2-1 15,-22 2-1-15,9 2-3 0,2 1-11 0,-1 3-9 16,3 1 4-16,0-1-3 0,-2 2-18 0,6-1-4 16,-3 2-11-16,4-1-11 0,-2-2-4 0,4 2-5 15,0-3-4-15,2-7-7 0,4 14-4 0,-1-9-5 16,1 0-2-16,3-1-3 0,-7-4-1 0,9 3-1 15,-5 0-3-15,-4-3-1 0,14-3 5 0,-7 0-11 16,-7 3-1-16,11-8 0 0,-6 3-3 0,1 0-1 16,-2-2 0-16,1-1-3 0,-3-1 2 0,2-1-4 15,-1 3 1-15,-1-1 6 0,0 3 6 0,-2 5 7 16,3-13 1-16,-3 13-1 0,2-6-4 0,-2 6-3 16,0 0-7-16,0 0 1 0,0 0-6 0,0 0 0 15,0 0 1-15,0 0-4 0,0 0-1 0,0 0 0 16,-5 23 1-16,3-13-3 0,2 3 0 0,0-1-14 15,5 4-28-15,-3 0-40 0,0-1-49 0,1-2-50 16,-4-1-56-16,2 4-162 0,-1-4-427 0,4 0 189 16</inkml:trace>
  <inkml:trace contextRef="#ctx0" brushRef="#br0" timeOffset="192777.6">28110 12695 180 0,'-2'-16'250'0,"-1"6"-8"0,3 1-19 16,-3 2-20-16,3 7-29 0,-2-10-16 0,2 10-12 16,0 0-14-16,0 0-8 0,-8 19-12 0,3-2-13 15,-1 8-12-15,2 2-5 0,-4 4-11 0,4-2-6 16,-1 3-31-16,3 2-34 0,0-1-59 0,0 0-63 16,2 13-41-16,4-1-177 0,-2 4-368 0,3-14 163 15</inkml:trace>
  <inkml:trace contextRef="#ctx0" brushRef="#br0" timeOffset="193277.51">27838 13563 19 0,'-4'-10'236'0,"-1"6"-7"0,-4-4-2 15,0 3-4-15,1 0-14 0,-1 1-11 0,-1 1-15 16,1 3-15-16,-5 2-17 0,3 2-10 0,1 1-6 16,-5 4-6-16,0 2-12 0,3 2-8 0,2 1-4 15,1-3-9-15,-1 3-5 0,5 4-8 0,1 0-15 16,0-3-4-16,4 3-10 0,0 0 2 0,5-3-9 15,1 3-4-15,4-1-3 0,-4 0-8 0,5-3-3 16,1 0-9-16,1-2-22 0,0 0-19 0,1-3-34 16,1 0-28-16,-1 0-36 0,-3-2-31 0,5-1-26 15,-2-4-16-15,0 1-15 0,-1-3-7 0,1-3-134 16,3 1-376-16,3-2 167 0</inkml:trace>
  <inkml:trace contextRef="#ctx0" brushRef="#br0" timeOffset="193559.88">28075 13698 104 0,'3'-9'168'0,"-2"0"1"0,-1 4 3 0,0 5 2 0,-1-13 7 16,1 13-7-16,-3-9-5 0,3 9-14 0,-8-6-8 16,8 6-10-16,-7-4-3 0,7 4-5 0,-13 6-4 15,6-1-2-15,0 3-11 0,0 1-8 0,-1 0-7 16,3 1-13-16,-2 1-3 0,5-1-11 0,1 1-10 16,-1 1-4-16,2 1-5 0,2-3-3 0,3-1-6 15,1 2-5-15,2 1-1 0,1-4-2 0,0-1-5 16,2 0 1-16,2-4-5 0,0 0-3 15,-2-3 0-15,1 2-1 0,0-2-3 0,-3-2 6 0,2 1-10 16,0-4 5-16,-2-2 3 0,-2 0 4 0,0-1 0 16,-2-4 9-16,-3 3 3 0,0-2-9 0,-2-1-7 15,-3 1 1-15,2-2-2 0,-4 1-3 0,-2-3-2 16,-4 0-8-16,3 5-1 0,-2 0-5 0,3 0-11 16,-4 2-12-16,4 1-13 0,-5 0-23 0,2 2-26 15,5 2-28-15,-4 1-36 0,9 2-26 0,0 0-28 16,-17 2-24-16,12 2-22 0,5-4-150 0,0 0-431 15,0 0 191-15</inkml:trace>
  <inkml:trace contextRef="#ctx0" brushRef="#br0" timeOffset="194110.3">28305 13643 214 0,'0'0'246'0,"0"0"-4"0,3 6 2 0,-3-6-11 15,0 0-7-15,-5 14-12 0,1-8-18 0,1 4-21 16,-1-2-15-16,2 3-15 0,1-2-18 0,1 1-10 15,0-1-9-15,1 2-13 0,5-1-8 0,0-2-6 16,-1 0-12-16,2 0-2 0,2 0-8 0,3-3-5 16,-2-2-4-16,2 2 4 0,-1-2 2 0,0-1-4 15,2-1 5-15,-2-2-8 0,1-2-1 0,-3 0 0 16,2-2-4-16,-1-1 0 0,-3-1 1 0,-1 0-1 16,1-2-4-16,-2-1-7 0,2-1 10 0,-4 0-15 15,2-5 2-15,-1 2-9 0,-1 1 4 0,0 2-5 16,-1 0-7-16,-1 1 2 0,1 4-2 0,-2 6-5 15,1-10-2-15,-1 10-4 0,1-8 0 0,-1 8 1 16,0 0-1-16,0 0 0 0,0 0-7 0,0 0 4 16,5 21 4-16,-3-11 1 0,-1 1-13 0,1 0 7 15,1-1-4-15,2 2 8 0,0-4 13 0,2 1-8 16,3 1-10-16,0-1 2 0,1-3 1 0,3-2 2 16,-3 0-1-16,3 0 0 0,-3-3 0 0,1-1 2 15,-1-1 3-15,2 0-2 0,-1-4 5 0,-2 0 14 16,-1-2 0-16,0 0-6 0,-4-2 23 0,1-3 4 15,-1 1-13-15,2-5-7 0,-2-1 7 0,-3-2-10 16,0-1-4-16,-1-6 6 0,-1 5-5 16,1-3-2-16,-3-1 11 0,2-1-23 0,1 9 6 15,-1-1 5-15,0 3-9 0,-1 1 22 0,1 6-2 0,0 1-2 16,0 7-6-16,-2-12-2 0,2 12-7 0,0 0 1 16,0 0-1-16,0 0-4 0,0 0 2 0,-11 36 7 15,7-19-3-15,2 4 0 0,-4 4-8 0,4 3 2 16,-1 0 3-16,-2 0-7 0,4 0 3 0,-1-3-2 15,-1 2 3-15,3-2-4 0,0 2-2 0,0-1-27 16,0-7-54-16,3 1-53 0,-6-2-55 0,3 2-51 16,3-4-69-16,-6 3-58 0,-1-2-189 0,0 0-603 15,-1-5 267-15</inkml:trace>
  <inkml:trace contextRef="#ctx0" brushRef="#br0" timeOffset="194250.72">28604 13764 21 0,'-2'-7'212'16,"2"7"-20"-16,0 0-15 0,0 0-26 0,0 0-18 15,9-12-24-15,-5 11-36 0,-4 1-63 0,30-5-63 16,-11 3-119-16,2 2-184 0,7-3 82 0</inkml:trace>
  <inkml:trace contextRef="#ctx0" brushRef="#br0" timeOffset="194426.71">28442 14098 308 0,'-7'1'292'0,"3"2"-22"0,4-3-21 0,0 0-20 16,37-3-26-16,4-6-24 0,19-4-38 0,33-10-53 15,0-1-69-15,-1-1-105 0,5-1-92 0,-7 0-108 16,-3-1-309-16,-30 2 136 0</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27:21.324"/>
    </inkml:context>
    <inkml:brush xml:id="br0">
      <inkml:brushProperty name="width" value="0.05292" units="cm"/>
      <inkml:brushProperty name="height" value="0.05292" units="cm"/>
      <inkml:brushProperty name="color" value="#FF0000"/>
    </inkml:brush>
  </inkml:definitions>
  <inkml:trace contextRef="#ctx0" brushRef="#br0">7183 13197 47 0,'0'0'85'0,"0"0"-4"16,-5-3-8-16,5 3-10 0,0 0-1 0,0 0-11 16,0 0-9-16,0 0-8 0,0 0-19 0,0 0-11 15,0 0-7-15,0 0-7 0,-8 11-16 0,8-11-5 16,-4 12-12-16,3-2-1 0,-1-1-23 0,-2 4-72 16,0 2 31-16</inkml:trace>
  <inkml:trace contextRef="#ctx0" brushRef="#br0" timeOffset="354.7">7094 15091 18 0,'0'0'61'16,"0"0"-21"-16,0 0-20 0,0 0-16 0,0 0-15 15,0 0-11-15,0 0-25 0,0 0 11 0</inkml:trace>
  <inkml:trace contextRef="#ctx0" brushRef="#br0" timeOffset="985.61">7026 16916 32 0,'0'0'66'0,"0"0"9"16,0 0-29-16,0 0 5 0,0 0-14 0,0 0-4 15,4 5 2-15,-4-5-1 0,0 0-1 0,0 0-7 16,0 0-1-16,0 0-1 0,0 0-10 0,0 0 5 16,0 0-11-16,0 0 11 0,0 0 0 0,0 0 2 15,0 0-8-15,0 0 10 0,0 0 3 0,0 0-5 16,0 0 4-16,0 0-8 0,0 0-8 16,0 0 1-16,0 0 3 0,0 0 2 0,0 0-2 15,0 0-5-15,0 0 5 0,0 0-4 0,0 0-7 16,0 0 8-16,0 0-10 0,0 0 2 0,0 0 5 15,0 0-10-15,0 0 2 0,0 0-4 0,0 0 0 0,0 0-9 16,0 0-4-16,0 0-4 0,0 0 3 16,0 0-9-16,0 0-8 0,0 0-6 0,0 0-3 15,0 0-2-15,0 0-9 0,0 0-30 0,0 0-92 16,0 0 41-16</inkml:trace>
  <inkml:trace contextRef="#ctx0" brushRef="#br0" timeOffset="3151.09">6328 17081 55 0,'0'0'88'0,"0"0"-11"15,0 0-9-15,0 0-5 0,0 0-2 0,0 0-21 16,0 0 12-16,0 0-10 0,0 0-2 16,0 0 3-16,0 0-5 0,0 0 1 0,0 0 10 15,0 0-10-15,0 0 0 0,0 0 4 0,0 0-13 16,0 0 6-16,0 0-1 0,0 0-11 0,0 0 10 15,0 0-7-15,0 0 2 0,0 0-4 0,0 0 5 0,0 0 3 16,0 0-13-16,0 0 10 0,0 0-12 16,0 0 3-16,0 0 3 0,0 0 3 0,0 0 11 15,-16 12-6-15,16-12 3 0,0 0-3 0,-9 4 1 16,9-4 1-16,-9 2 0 0,9-2 10 0,-5 4-4 16,5-4 9-16,0 0-6 0,-8 5-7 0,8-5 4 15,0 0-8-15,0 0 3 0,-5 3-6 0,5-3 3 16,0 0-5-16,0 0 1 0,0 0-6 0,0 0 1 15,0 0-7-15,0 0 1 0,0 0 3 0,0 0-4 16,0 0-1-16,0 0-4 0,0 0 2 0,0 0-2 16,0 0-2-16,0 0-3 0,0 0-4 0,0 0 2 15,0 0-3-15,0 0 2 0,0 0 2 0,0 0-1 16,36 1 7-16,-22-4 2 0,6 1-3 0,7-3 4 16,0-1-1-16,-1-2 1 0,5 0 3 0,1 1-7 15,-4 0 0-15,3 1 0 0,-7 0-2 0,4 3 2 16,-6-1-1-16,0 1-6 0,-2-2 7 0,1 2-4 15,-2 0 4-15,-2-1-1 0,0 1-3 0,-2 1-4 16,2 0 2-16,-5 1 1 0,2-1-3 0,-1-2 1 16,-2 2 0-16,1 0-1 0,-12 2 4 0,16-4-3 15,-7 3-3-15,-9 1 3 0,12-3 1 0,-12 3-5 16,0 0 4-16,13-1-3 0,-13 1 2 0,0 0 2 16,0 0-2-16,11-2 0 0,-11 2 7 15,0 0 1-15,0 0 8 0,0 0 1 0,0 0 2 0,0 0 4 16,0 0 0-16,0 0 4 0,0 0-4 15,10-2 1-15,-10 2 1 0,0 0 0 0,0 0 0 16,0 0-1-16,0 0 1 0,0 0-5 0,0 0 2 16,0 0-5-16,0 0 3 0,0 0 0 0,0 0-6 15,0 0-6-15,0 0 3 0,0 0-3 0,0 0 5 16,0 0-8-16,0 0-1 0,0 0-3 0,0 0-2 16,0 0-1-16,0 0-1 0,0 0 1 0,0 0-1 15,0 0-1-15,0 0 2 0,0 0 1 0,0 0-3 16,0 0 3-16,0 0-7 0,0 0 3 0,-32 8-5 15,32-8 0-15,-11 6 1 0,4-2-6 0,-3-1-1 16,10-3-4-16,-16 7 5 0,3-2-8 0,4 2 2 16,-1-4-6-16,-3 4 4 0,3-2-6 0,-1 0 2 15,0-1-2-15,1 4 0 0,-2-5-9 0,2 3-10 16,0-1-1-16,1 0-4 0,-1 0-2 16,-1-1-10-16,2 3-5 0,9-7-17 0,-15 6-4 15,15-6-15-15,-13 4-1 0,13-4 4 0,-14 3 5 0,14-3 10 16,0 0 1-16,-16 1-2 0,16-1 0 0,-12 0 17 15,12 0 8-15,0 0 7 0,-15-3 16 0,15 3 5 16,-13-1 6-16,13 1 3 0,0 0 15 0,0 0-1 16,-18-3 9-16,18 3-3 0,0 0-4 15,0 0 5-15,-14-3-6 0,14 3 15 0,0 0-10 16,0 0 8-16,0 0-21 0,0 0-13 0,0 0-8 16,0 0-9-16,0 0-7 0,0 0-4 0,0 0-1 15,0 0-11-15,0 0-37 0,0 0-117 0,0 0 52 16</inkml:trace>
  <inkml:trace contextRef="#ctx0" brushRef="#br0" timeOffset="8323.59">23746 15247 45 0,'0'0'62'0,"0"0"-5"0,0 0-4 0,-4-7-4 0,4 7-3 16,0 0-1-16,0 0-3 0,0 0-6 0,0 0-1 16,0 0 2-16,-7-6-3 0,7 6-3 0,0 0-4 15,0 0 5-15,0 0-10 0,0 0 1 0,0 0 8 16,0 0-15-16,0 0-5 0,0 0 5 0,-3-6-8 16,3 6 2-16,0 0-1 0,0 0 0 0,0 0 1 15,0 0-5-15,0 0 1 0,0 0 3 0,0 0-6 16,0 0 0-16,0 0-1 0,0 0-1 0,0 0-10 15,0 0-13-15,0 0-17 0,0 0-14 0,0 0-16 16,0 0-37-16,0 0-115 0,0 0 52 0</inkml:trace>
  <inkml:trace contextRef="#ctx0" brushRef="#br0" timeOffset="8967.94">23787 16309 35 0,'0'0'86'0,"0"0"-10"0,0 0 4 16,0 0-11-16,0 0-7 0,0 0-6 0,0 0 0 15,0 0-10-15,0 0-3 0,0 0-9 0,0 0-2 16,0 0 14-16,0 0-20 0,0 0-1 0,0 0 8 15,0 0-20-15,0 0-4 0,0 0-14 0,0 0-4 16,0 0-18-16,0 0-15 0,0 0-7 0,0 0-7 16,0 0-7-16,0 0-33 0,0 0-104 0,0 0 46 15</inkml:trace>
  <inkml:trace contextRef="#ctx0" brushRef="#br0" timeOffset="9460.27">23725 17674 58 0,'0'0'65'0,"0"0"-3"0,0 0-8 16,-5 7-18-16,5-7-7 0,0 0-18 0,0 0-14 0,0 0-49 16,0 0-57-16,0 0 25 0</inkml:trace>
  <inkml:trace contextRef="#ctx0" brushRef="#br0" timeOffset="10638.11">23767 15358 13 0,'0'0'58'0,"0"0"-11"15,0 0 3-15,6-4-5 0,-6 4-3 0,0 0-5 16,0 0-8-16,0 0 4 0,0 0-12 0,0 0 6 16,0 0-10-16,6-4 7 0,-6 4-11 0,0 0-2 15,0 0 3-15,0 0 1 0,0 0-5 0,0 0 2 16,0 0 6-16,0 0-11 0,0 0-1 0,0 0 0 16,0 0-1-16,0 0 3 0,0 0-3 0,0 0 4 15,0 0-7-15,0 0-1 0,0 0 0 0,8-5 4 16,-8 5-8-16,0 0 3 0,0 0 0 0,7-2 0 15,-7 2 4-15,5-4 0 0,-5 4-5 0,0 0 9 16,0 0-9-16,8-5-3 0,-8 5 3 0,0 0 4 16,4-4 1-16,-4 4-3 0,0 0 2 0,0 0-1 15,0 0-3-15,0 0 3 0,0 0-8 0,0 0 8 16,4-4 2-16,-4 4-4 0,0 0-2 0,0 0 1 16,0 0 3-16,0 0-4 0,0 0 5 0,0 0-1 15,0 0-4-15,0 0-1 0,5-5 0 0,-5 5 5 16,0 0 0-16,0 0 0 0,0 0-2 0,0 0-3 15,0 0 3-15,6-5 3 0,-6 5-4 0,0 0 2 16,0 0 9-16,0 0-8 0,0 0-3 0,0 0 0 16,0 0-2-16,0 0-2 0,0 0-1 0,0 0 2 15,0 0 0-15,0 0-2 0,0 0-7 0,0 0-4 16,0 0-8-16,0 0-3 0,0 0-9 0,0 0-3 16,0 0-2-16,0 0-24 0,0 0-70 0,0 0 31 15</inkml:trace>
  <inkml:trace contextRef="#ctx0" brushRef="#br0" timeOffset="12016.66">23847 17948 47 0,'0'0'74'0,"0"0"-4"0,0 0-5 16,0 0-6-16,0 0-14 0,0 0 6 16,0 0-17-16,0 0 0 0,0 0 1 0,0 0 8 15,0 0-15-15,0 0-11 0,0 0 2 0,0 0-15 16,0 0-2-16,0 0-11 0,0 0-4 0,0 0-18 16,0 0-3-16,0 0-10 0,0 0-39 0,0 0-90 15,0 0 41-15</inkml:trace>
  <inkml:trace contextRef="#ctx0" brushRef="#br0" timeOffset="15337.87">23540 18099 38 0,'0'0'105'0,"0"0"-5"0,0 0 8 0,0 0 4 16,0 0-9-16,0 0 9 0,0 0 1 15,0 0-3-15,0 0 0 0,0 0-6 0,0 0 3 0,0 0-6 16,0 0-9-16,0 0-6 0,0 0-13 15,0 0 0-15,0 0 3 0,0 0-10 0,0 0 3 0,0 0-4 16,0 0-10-16,0 0-7 0,0 0-5 0,0 0-5 16,0 0 0-16,0 0-8 0,-31-16 7 15,31 16 2-15,0 0-4 0,0 0 3 0,-7-2 0 16,7 2-7-16,0 0-1 0,0 0 2 0,0 0-7 16,0 0-2-16,0 0-1 0,0 0-4 0,0 0 0 15,0 0-3-15,0 0-7 0,-11-4 1 0,11 4 0 16,0 0-1-16,0 0-3 0,0 0-1 0,0 0-2 15,0 0-3-15,0 0 2 0,0 0 2 0,0 0 2 16,0 0-7-16,0 0 7 0,0 0-5 0,0 0 0 16,0 0 0-16,0 0-1 0,0 0-5 0,0 0-4 15,0 0 14-15,0 0-10 0,0 0 3 0,0 0 2 16,0 0-1-16,0 0-4 0,0 0 4 0,0 0-1 16,0 0 1-16,0 0 1 0,0 0 4 0,0 0-4 15,0 0 3-15,86 7-1 0,-86-7 1 0,0 0 2 16,0 0 1-16,0 0-2 0,0 0 3 15,0 0 1-15,0 0 0 0,0 0-6 0,0 0 1 16,0 0 1-16,0 0 1 0,0 0-3 0,0 0-1 16,0 0 2-16,0 0 1 0,0 0-5 0,0 0 3 15,0 0-1-15,0 0-1 0,0 0 2 0,0 0 1 16,0 0-1-16,0 0 1 0,0 0-5 0,0 0 6 16,0 0-1-16,0 0-3 0,0 0 0 0,0 0 1 15,0 0 0-15,-109 10 3 0,109-10-9 0,0 0 5 16,0 0-5-16,0 0 3 0,0 0 3 0,0 0-1 15,0 0 2-15,0 0-5 0,0 0 1 0,0 0 6 16,0 0-2-16,0 0-5 0,0 0 0 0,0 0 0 16,75-11-2-16,-64 8 5 0,-1 2 0 0,-10 1-1 15,13-4 1-15,-13 4 1 0,10-4-1 0,-10 4 1 16,11-1-3-16,-11 1 3 0,10-3 4 0,-10 3-1 16,0 0-4-16,0 0 4 0,0 0 1 0,9-4 4 15,-9 4-1-15,0 0 7 0,0 0-7 16,0 0 6-16,0 0-4 0,0 0 2 0,0 0-8 15,0 0 1-15,0 0-2 0,0 0-15 0,0 0-20 16,0 0-25-16,0 0-41 0,0 0-42 0,0 0-47 16,0 0-174-16,0 0-391 0,0 0 173 0</inkml:trace>
  <inkml:trace contextRef="#ctx0" brushRef="#br0" timeOffset="17059.93">23570 14552 9 0,'0'19'24'16,"1"-1"-2"-16,0-2 1 0,-1 0-1 0,0-4-4 15,0 0-4-15,0 0 4 0,0-1 1 0,0 0-3 16,-1-3-2-16,1-8-7 0,-1 12 6 15,-1-7-7-15,2-5 1 0,0 10 3 0,0-10-2 0,-1 8-2 16,1-8-1-16,0 0-2 0,1 8 3 0,-1-8-1 16,0 0-1-16,0 0-2 0,0 0 0 0,0 7 4 15,0-7-2-15,0 0 2 0,0 0-6 16,0 0 1-16,0 0 0 0,0 0 6 0,0 0-4 16,0 0 3-16,0 0-3 0,0 0 1 0,0 0-1 0,0 0 0 15,0 0 4-15,0 0-7 0,0 0 4 0,0 0 1 16,-6 7-1-16,6-7-3 0,-7 3-10 0,7-3-10 15,0 0-12-15,0 0-18 0,-20-8-53 0,16 6 24 16</inkml:trace>
  <inkml:trace contextRef="#ctx0" brushRef="#br0" timeOffset="17392.7">23462 14589 3 0,'0'13'14'0,"3"2"-6"0,-3-4 4 16,2 5 3-16,1-4 3 0,1 0-12 0,-2-1 5 16,2 0 3-16,1-1 0 0,-2-1-4 0,-1 0 3 15,2-4 2-15,-3 2-2 0,-1-7 3 16,5 7-7-16,-5-7-1 0,3 8 0 0,-3-8 0 15,3 5-4-15,-3-5 7 0,0 0-5 0,2 4 14 16,-2-4-8-16,0 0-1 0,0 0 1 0,14-1-5 0,-14 1-5 16,12-3 1-16,-6 1 1 0,2-2-1 0,-2 1 3 15,0 1-7-15,-6 2-2 0,13-5 3 16,-5 5-4-16,-8 0 4 0,13 1-10 0,-7 1-13 16,-2 5-24-16,2-2-48 0,-2 1 21 0</inkml:trace>
  <inkml:trace contextRef="#ctx0" brushRef="#br0" timeOffset="17790.58">23605 14993 2 0,'0'0'62'0,"0"0"-7"16,0 0 9-16,8-4 0 0,-8 4 0 0,0 0-5 15,0 0 4-15,2-7-11 0,-2 7-2 0,0 0-9 16,4-9-2-16,-4 9-7 0,0 0 2 0,0 0-2 16,0 0-9-16,5-4 12 0,-5 4-18 0,0 0-14 15,0 0 8-15,0 0-22 0,0 0-27 0,0 0-23 16,0 0-55-16,0 0-124 0,0 0 55 0</inkml:trace>
  <inkml:trace contextRef="#ctx0" brushRef="#br0" timeOffset="18420.72">23587 16438 21 0,'0'-12'135'0,"0"12"0"0,0 0-3 0,0 0-9 0,0 0 1 15,0 0-3-15,0 0-11 0,0 0-3 0,0 0-9 16,2-7-2-16,-2 7-8 0,0 0-4 0,0 0-4 15,0 0-4-15,0 0-4 0,0 0-6 0,0 0 0 16,0 0-4-16,0 0-1 0,0 0-8 0,0 0-9 16,0 0-2-16,0 0-3 0,0 0-5 0,0 0-5 15,0 0-1-15,0 0-6 0,0 0-1 0,0 0 0 16,-4-11-6-16,4 11-1 0,0 0-2 0,0 0 0 16,0 0-3-16,0 0 0 0,0 0-26 0,0 0-14 15,0 0-28-15,0 0-32 0,0 0-37 0,0 0-28 16,0 0-18-16,0 0-94 0,0 0-290 0,0 0 128 15</inkml:trace>
  <inkml:trace contextRef="#ctx0" brushRef="#br0" timeOffset="19064.78">23587 17936 34 0,'0'0'144'0,"0"0"-15"16,0 0-2-16,0 0-17 0,-6 8-9 0,6-8-1 15,0 0 0-15,0 0-8 0,0 0 2 0,0 0-2 16,0 0-10-16,0 0-1 0,0 0-2 0,0 0-4 16,0 0 1-16,0 0 0 0,0 0 1 0,0 0-1 15,0 0-2-15,0 0 1 0,0 0-3 0,0 0-4 16,0 0-2-16,0 0-10 0,0 0-6 0,0 0-4 16,0 0-10-16,0 0 1 0,0 0-9 0,0 0-2 15,0 0-9-15,0 0-15 0,0 0-21 16,0 0-28-16,0 0-32 0,0 0-36 0,0 0-38 15,0 0-28-15,0 0-120 0,0 0-326 0,-8 17 145 16</inkml:trace>
  <inkml:trace contextRef="#ctx0" brushRef="#br0" timeOffset="19653.7">23543 18244 153 0,'0'0'148'0,"0"0"-12"15,0 0-2-15,0 0-13 0,0 0-3 0,0 0-4 16,0 0-12-16,0 0-5 0,0 0-4 0,0 0-6 16,0 0-8-16,0 0 2 0,0 0 0 0,0 0-6 15,0 0-2-15,0 0-2 0,0 0-7 0,0 0-11 16,0 0 0-16,0 0-4 0,0 0 4 0,0 0-1 16,0 0-4-16,0 0 5 0,0 0-6 0,0 0-5 15,0 0-2-15,0 0 0 0,0 0 7 0,0 0-4 16,0 0-5-16,0 0 2 0,0 0-7 0,0 0 5 15,0 0-2-15,0 0-2 0,0 0 6 0,0 0-4 16,0 0 1-16,0 0 10 0,0 0-8 0,0 0-1 16,0 0 4-16,0 0-6 0,0 0-4 0,0 0-2 15,0 0 1-15,0 0-4 0,0 0-3 0,0 0 0 16,0 0-3-16,0 0-2 0,0 0 1 0,0 0-5 16,0 0-5-16,0 0-2 0,0 0 2 0,0 0-4 15,0 0 2-15,0 0-3 0,0 0 7 16,0 0-9-16,0 0 4 0,0 0-3 0,23-69 1 15,-23 69-5-15,0 0 3 0,28-11 1 0,-28 11-5 16,0 0 2-16,0 0 7 0,0 0-5 0,0 0-4 16,28-10 2-16,-28 10 1 0,0 0 1 0,0 0-2 15,0 0 6-15,0 0-7 0,0 0 2 0,0 0 2 16,0 0-2-16,0 0 0 0,0 0-3 0,0 0-19 16,0 0-21-16,0 0-36 0,0 0-35 0,0 0-55 15,0 0-48-15,0 0-237 0,0 0-490 0,0 0 218 16</inkml:trace>
  <inkml:trace contextRef="#ctx0" brushRef="#br0" timeOffset="24646.36">17061 8595 8 0,'-7'-4'17'16,"1"2"8"-16,-3-1-10 0,2-1 4 0,7 4-7 15,-11-8-8-15,3 5 1 0,2-1-4 0,0 2 2 16,-4-5 1-16,3 4-2 0,1-1 1 0,6 4-3 15,-12-5 0-15,8 2 2 0,-1-1-2 0,5 4-2 16,-9-6 2-16,9 6 0 0,-8-5-2 0,8 5-1 16,-7-3 2-16,7 3-3 0,0 0 1 0,-7-6 1 0,7 6 0 15,0 0-1-15,0 0 1 0,0 0-2 0,0 0 4 16,-8 0-2-16,8 0-2 0,0 0 2 16,0 0 4-16,0 0-8 0,0 0 1 0,0 0-3 15,0 0-4-15,0 0-12 0,0 0 6 0</inkml:trace>
  <inkml:trace contextRef="#ctx0" brushRef="#br0" timeOffset="25106.45">16995 8532 5 0,'21'3'4'0,"6"-2"6"16,-6 0-1-16,10-2-1 0,1 1 1 16,0 1 3-16,3-2-5 0,3 0 5 0,1 1-10 0,14-4 18 15,-3 2-6-15,-12 1 1 0,14-2-3 0,-13 2 4 16,13-1-2-16,-1 4-6 0,3-4 8 0,1 2-1 16,-1 2 9-16,2 0-4 0,-4 1 5 0,3 1-1 15,0 1-3-15,1 0 8 0,-1 1-1 0,0-2-5 16,0 4 0-16,0-2 3 0,-1-2-1 0,1 4 1 15,2-4-5-15,3-1 12 0,3-2-7 0,0 2 9 16,3-1-5-16,27-5 2 0,-29 3 1 0,26-5-4 16,-30 4 8-16,2-3 1 0,0 4-2 0,2-6-12 15,-6 3 1-15,1-2 10 0,6 0-10 0,-3 0 7 16,-2 0-6-16,-4 4 4 0,0-5 0 0,-1 2-7 16,-2 3 7-16,-14 1-6 0,14-2-10 0,-15 1 5 15,2 1-3-15,-2-2 7 0,0-2-12 0,-1 7 10 16,-2-3-7-16,-1 3 1 0,-2-1 9 0,3-1-6 15,-3 2-12-15,-3-1 1 0,-1 0-1 0,-7 2 4 16,7 0-1-16,-1 1-14 0,-8 0 15 0,1-1-1 16,-2 0 5-16,4-1 1 0,5 4-1 0,-2-1 2 15,-3 0-2-15,7-2 0 0,2 2 2 0,-3-1 0 16,3-3 5-16,2-1-12 0,-5 1 10 0,3-2-5 16,0-2 4-16,-3 1 1 0,2 1-8 0,0-1 3 15,-2-2-4-15,0 0 0 0,3 0 1 0,-4 0-7 16,1 2 4-16,1-3 0 0,-1 3-3 0,-7 1 1 15,0 0 0-15,1 0-4 0,0 0-7 0,0 1-13 16,-1 2-12-16,2-1-5 0,-2-3-33 0,-1 4-18 16,2-2-15-16,-3 5-28 0,0-2-76 0,-5 0-220 0,0 0 97 15</inkml:trace>
  <inkml:trace contextRef="#ctx0" brushRef="#br0" timeOffset="26069.31">22657 8726 106 0,'-10'-4'138'0,"1"-1"-8"15,2 1-15-15,1 0-9 0,0-1-7 0,6 5-16 16,-8-7 0-16,3 5-14 0,5 2-1 0,0 0-15 0,-7-8-2 16,7 8-6-16,0 0-6 0,-5-5-9 0,5 5 3 15,0 0-9-15,0 0 6 0,0 0-4 16,28-4-2-16,-11 3-4 0,6-1 2 0,9 1 0 15,5-2-2-15,14-1-4 0,2-2 2 0,0 3 4 0,5-1 1 16,1 2-10-16,3-3 8 0,3 1-1 16,27 3 1-16,-29-2 0 0,2-1-1 0,26 4-5 15,-28-2 2-15,29 0 3 0,-32 2 3 0,4-2 5 0,29 2-7 16,-29 0 4-16,3 2-6 0,23-5 2 0,-29 2-2 16,-1 2-4-16,3-1 1 0,-3 0 2 0,3-1 3 15,-5 3-3-15,1-2-2 0,5-2 0 0,-1 2 1 16,-2 0-3-16,-1 1-2 0,3-2 4 0,1-1 0 15,-3 0-4-15,1 2 0 0,-4-3 2 0,3 1-3 16,-4 2-2-16,-1-4 2 0,-2 0-3 16,1 2-2-16,0-3 1 0,-3 1 0 0,4-2 0 0,-7 3-2 15,-8-1-1-15,9 0 6 0,2-1-5 0,-1 1-2 16,-13-1 0-16,2 4 1 0,11-8-3 0,-13 6-1 16,2-1 2-16,0 2-1 0,11 0-2 0,-10 0 5 15,-4 0-4-15,15-3 0 0,-14 3 0 0,3 1 0 16,9-2 1-16,-10 3 1 0,-3-1-5 0,1-2 3 15,4 2-1-15,10-2 1 0,-12 3-2 0,-2-3 5 16,14 0-6-16,-14 0 4 0,2 2-4 0,-1-3 3 16,1 4-1-16,-4-1-2 0,3 2 7 0,1-1-6 15,-5 0 6-15,-1 0-3 0,4-1-2 0,0-1 0 0,1 1 2 16,-1-2-1-16,2 3-1 0,-2-2 4 16,1-2-8-16,-1 4 4 0,0 0-2 0,-1 0 2 0,-1-1-1 15,6 2 1-15,-5 1 3 0,2-2-3 0,-4 0-2 16,4 0 4-16,-5 2-3 0,2-6 1 15,1 4 1-15,-1-1 1 0,-3 2-5 0,-1 1 3 0,1-2 1 16,-3 4 3-16,4-4-5 0,-4 1 2 0,1-4-1 16,0 3 4-16,-5-2-4 0,1 2-2 15,-6-2 5-15,9 1-4 0,-9 1 2 0,0-1 3 0,2-1-3 16,-2 2-3-16,6-3 0 0,-6 1 1 0,1 1-4 16,-1 0-8-16,-3 1-4 0,3 1-12 0,-2-2-15 15,-3 3 2-15,-2 0 1 0,-1 0-12 0,0-1-15 16,-1-1-16-16,-1 3-19 0,-1-2-17 0,2-1-11 15,-7 2-100-15,0 2-250 0,-5-4 110 0</inkml:trace>
  <inkml:trace contextRef="#ctx0" brushRef="#br0" timeOffset="27392.83">13220 9590 6 0,'0'0'10'0,"0"0"-1"0,0 0 5 16,-6-4-6-16,6 4-3 0,0 0-1 0,0 0-1 15,0 0-1-15,0 0-3 0,-13 1 0 0,13-1-2 16,0 0 6-16,-10-2-2 0,10 2-5 16,0 0 1-16,-13 0-7 0,13 0 9 0,-9 1-6 0,9-1-9 15,0 0 4-15</inkml:trace>
  <inkml:trace contextRef="#ctx0" brushRef="#br0" timeOffset="27701.9">13683 9674 27 0,'65'7'32'0,"-6"-1"4"0,-1 0-4 0,-2-2 6 0,-3 2-1 16,-5-2 4-16,-9-1-5 0,1-3-1 0,-2 3-2 15,2-4 4-15,10 1-2 0,-12-2 3 0,3 2-8 16,-5-3 1-16,2-1 3 0,-2 1-9 0,-2-1 0 16,-3 2 2-16,0-2-1 0,-3 4-3 15,-8-4 4-15,-1 1-12 0,-1 1 6 0,-5-1-4 0,0 1 5 16,-2 0 1-16,1 0-10 0,-6 1 3 0,0-1-9 16,-6 2 7-16,12 0-6 0,-12 0-3 0,9-2 1 15,-9 2-5-15,0 0 6 0,9-2-5 0,-9 2-3 16,0 0-2-16,0 0 2 0,0 0 2 0,0 0-7 15,0 0 3-15,0 0-4 0,0 0-8 0,-19 12-22 16,2-3-42-16,-10 2-44 0,-5-1-131 0,-1 2 58 16</inkml:trace>
  <inkml:trace contextRef="#ctx0" brushRef="#br0" timeOffset="38285.66">10178 10717 31 0,'0'0'33'15,"0"0"-5"-15,0 0 0 0,-4-7-11 0,4 7 8 16,0 0-10-16,0 0 3 0,0 0-7 0,-3-7 4 15,3 7-1-15,0 0-5 0,0 0 0 0,0 0-5 16,0 0 0-16,0 0 0 0,0 0 4 0,0 0-6 16,0 0 4-16,0 0-2 0,13-6 0 0,-13 6 4 15,9 0-9-15,-9 0 4 0,13 0-2 0,-5 0 3 0,-8 0 0 16,17 0 3-16,-5 0 1 0,-1 0 1 16,1 0-5-16,2 0 2 0,0-1 3 0,4 4 0 15,1-2-5-15,3-1 10 0,6 0-1 0,2 1 0 16,4-2-2-16,-2-3 6 0,3 0 0 0,0 4-5 15,3 0 8-15,-1-2 3 0,-2 2 4 0,2-1-1 0,1-1-4 16,0 1 2-16,1 1-6 0,14-1 11 16,-15 2 2-16,0-1-1 0,13 0-7 0,-13-1 7 15,13 1 1-15,-13-1 0 0,13-2-6 0,-14 1-1 0,0 1 3 16,4-2 3-16,-2 3 1 0,-3-3-1 16,1-1-1-16,-1 1-1 0,2 0-1 0,1 0 1 0,-2-1-2 15,2 2 0-15,0-3 5 0,13-2-7 16,-15 2-6-16,-1 0 9 0,1 1-5 0,-3-1 2 0,-2 1-4 15,2 0-7-15,-2 0-14 0,-3 1 21 16,-1 0 2-16,0 2-8 0,0-1 5 0,-6 1 1 0,5 0-3 16,-5-1 0-16,1 1-6 0,-3 0 9 15,8-1-7-15,0 2 4 0,-6 0-4 0,1 0 3 0,-1 0-11 16,0 0 18-16,-1 1-3 0,1-2-2 0,0 1 2 16,-1 0-3-16,6-2 5 0,-7 4-4 0,9-4 1 15,-9 1 1-15,3 1-2 0,-1 0 4 0,5-2-5 16,2 1 0-16,-2 0 3 0,0 2-4 0,-4-1 4 15,5 1 3-15,-1-1 0 0,-4-1-1 0,5 0 1 16,1 1-2-16,0 0 0 0,-2-1 2 0,-4 2-4 16,3 0 0-16,3 0-1 0,-2 1 2 0,-4-2-1 15,6 3 1-15,0-2 2 0,-1 1-6 0,-1 1 2 16,2-2-4-16,-2 0 1 0,1 1 2 0,-7-1 5 16,8 2-8-16,0-2 3 0,0-1 2 0,1 0-3 15,1 2-2-15,-6-2 2 0,7 2-3 0,-1-1-1 0,2 0 3 16,-3-3-1-16,-1 3-2 0,0-1-1 15,1 0 0-15,-1 1 0 0,0-1-1 0,-9 0-1 16,9-1-2-16,-2 2 4 0,2 0-3 0,-2-1-1 16,0 2 5-16,0-4 6 0,3 2-5 0,-4 3 1 0,1-2-2 15,-4-1-2-15,4 4 2 0,-5-3-2 16,5 1-4-16,-7-2 3 0,3 1-6 0,4 3 6 16,-8-3-2-16,4 2 2 0,-2 1-2 0,-2-2 3 0,10 0 4 15,-10 0 0-15,1 1-6 0,0 0 3 0,1 1 0 16,1-1 2-16,-3-1-2 0,3 2 2 0,-2-3-6 15,2 2 5-15,5 1 4 0,2-1 0 16,-2 0-2-16,4 0 3 0,-2 0-2 0,1 0-2 0,-1 0 4 16,4-2-3-16,-3 2 6 0,3-3 0 0,-1 0-2 15,2 2-1-15,2-1 1 0,0-1-1 0,0-1-3 16,2 2-1-16,-1-4 4 0,1 3 1 16,2 2-1-16,-3-4 7 0,0 0 0 0,15 2-3 0,-13 0-3 15,-1 2 0-15,2-4-4 0,-2 1 3 0,2 1-3 16,13-1 0-16,-16 0-2 0,3-1 0 15,14 2-2-15,-16 3-2 0,2-6 0 0,-1 2 3 0,12 0 1 16,-11 0 1-16,-2 2-1 0,2-2 1 0,10 0-2 16,-12 1-2-16,3 0-3 0,9 0 6 0,-13-2-4 15,1 3 3-15,-1-4-4 0,3 5-2 0,11-4-2 16,-15 2 2-16,1-2 2 0,0 2 2 0,4 2-5 16,-3-4 1-16,2 2-2 0,12-2 2 0,-16 2-2 15,3 2-1-15,-1-4 3 0,-1 2 0 0,0 0 1 16,1 0 1-16,2 0-3 0,-3-2 0 0,1 1-1 15,-1 0 1-15,-1-1-1 0,1 2 2 0,-2 0-2 16,-1 2 0-16,2-2-1 0,-2 2-2 0,0-2 3 16,0 2 3-16,0-4-3 0,2 1 1 0,-1 1 0 15,-1 1-2-15,-2-2 2 0,3-2-1 0,-1 3 0 16,-2-1 0-16,0 0 1 0,0-1-4 0,2 4 2 0,-5-4-4 16,4 1 0-16,-2 2 4 0,0-4 0 15,-1 0-2-15,1 3 6 0,1-1-5 0,-1-1-4 16,-3 0 9-16,1 2 1 0,0 0-2 0,1 0 1 15,-2-3 4-15,-1 5-7 0,1-4 0 0,-8 2 0 0,3-1 2 16,7 1-3-16,-2 1 4 0,2-1-5 0,-3-1 2 16,3 1-1-16,-4 0-1 0,3 3-1 15,-1-5-2-15,-3 1 3 0,4 0 1 0,-8 0-3 0,1 1 4 16,5 0-1-16,-2 1 1 0,-4-1 0 0,0-1-1 16,0 2-4-16,6-2 3 0,-6 1-1 0,1 2-1 15,8-2 0-15,-4-2-1 0,-5 2 5 0,1 0 0 16,1-2 0-16,-3 5-3 0,2-4 0 0,6 1 0 15,-6-2-2-15,6 2 5 0,-8 2 1 0,7-2-4 16,0 0 2-16,-4 0-2 0,-3 0-2 0,1 1 1 16,6-1-3-16,-6 0 0 0,7-1 5 15,-7 2 3-15,7-2-5 0,0 1 0 0,-1 2 5 0,1-2-4 16,0-1-1-16,-1-2 2 0,0 6 0 0,0-4-2 16,1-1 1-16,-6 2-1 0,6 0 2 0,-5-1 1 15,5 2-2-15,-3-1 0 0,-2 0 0 0,7 0 0 0,-1 0 0 16,1 0 2-16,-1 0-2 0,2 0 1 15,-3 0-4-15,2 0 5 0,-2-3 1 0,2 5-1 16,0-2-1-16,1 0 3 0,0-2-3 0,1 1-1 16,0 1-1-16,-2-1 9 0,1-1-8 0,2 2 2 15,-2-2 1-15,0 2-1 0,-2-1-4 0,2 1 1 16,-3-3-3-16,0 3 6 0,1-2 5 0,-2 3 4 16,1-2-5-16,-6-1 2 0,6 2-5 0,-6-2 3 15,-3 2 2-15,3 2 5 0,1-2-4 0,-4 0 0 0,0 0-1 16,2 0-1-16,-5 3-9 0,3-3 10 15,-4 1 2-15,-2-1-6 0,-1 2 5 0,2-4 4 16,-4 4 1-16,2-1 5 0,-3-1-2 0,1 3 1 16,0-3-6-16,-2 0-3 0,-8 0 3 0,15 0-4 0,-8 2 3 15,-7-2-5-15,11 1 0 0,-11-1 3 0,8 0-4 16,-8 0-3-16,7 1 1 0,-7-1 2 0,0 0-4 16,0 0-15-16,9 3-13 0,-9-3-28 0,0 0-35 15,0 0-55-15,0 0-58 0,0 0-83 0,0 0-242 16,0 0-571-16,-37 4 253 0</inkml:trace>
  <inkml:trace contextRef="#ctx0" brushRef="#br0" timeOffset="43806.69">14413 11843 11 0,'53'3'17'16,"-3"-1"-1"-16,4 1 0 0,-16 1 5 0,17-3-3 16,-3 2-2-16,-2-2 5 0,-10 1-6 0,0-2-1 15,11 0 4-15,-13 3 1 0,13-1 1 0,-13-1-1 0,15 0-3 16,-14 2-1-16,11-6 3 0,-13 6-1 15,2 0-1-15,0-3 2 0,1 3-5 0,-1 1 4 16,11-1-3-16,-11 1-1 0,-2-2 6 0,-1 1 1 16,-1 1-3-16,0-1-2 0,-4 3-3 0,1-4 1 15,-4 2 5-15,0-2 1 0,-5 0 0 0,-2 0-4 16,0-1-3-16,2 0 5 0,-3-1-3 0,2-2 1 16,0 1 4-16,-1 0-5 0,9-2 0 0,-11 0 4 15,11-1-14-15,-10 0 10 0,2 1-2 0,-4-1 1 16,1 0-4-16,-3 1 0 0,-3 0-1 0,-1 1 8 15,0-1-10-15,-5 1 6 0,0 0-11 0,0 0 7 16,-7 2-4-16,13-6-1 0,-8 4 0 0,-5 2-8 16,7-2 3-16,-7 2 11 0,6-3-4 0,-6 3 3 15,0 0-4-15,5-7 0 0,-5 7-1 0,0 0 2 16,0 0-7-16,3-7 2 0,-3 7-4 0,0 0 2 0,0 0 0 16,0 0-3-16,0 0 1 0,0-8 7 15,0 8-5-15,0 0 1 0,0 0 1 0,0 0 2 0,-19 3-4 16,5 0-2-16,-1 1-12 0,-13 5-35 15,4 0-75-15,-6 0-135 0,2-2 60 0</inkml:trace>
  <inkml:trace contextRef="#ctx0" brushRef="#br0" timeOffset="44821.08">13340 11773 32 0,'2'-4'38'0,"-2"4"4"0,0 0-4 15,0 0-1-15,0 0-11 0,0 0-2 0,0 0-2 16,4-7-5-16,-4 7 2 0,0 0-4 0,0 0 3 16,0 0-3-16,0 0 2 0,0 0-6 0,0 0-4 15,0 0 7-15,0 0-4 0,0 0 0 0,0 0-7 16,-17-2 10-16,17 2-16 0,-14 2 13 0,14-2-7 16,-18 0 1-16,6 2-4 0,2-1 0 0,-1 1 0 15,-3-1 5-15,5 0-3 0,-4-1-4 0,3 0 3 16,-1 2-7-16,-1-2 3 0,2 2-1 0,3-2 2 15,7 0-4-15,-20 2 4 0,13 0 2 0,1-1 0 16,6-1-3-16,-14 1 0 0,14-1 1 0,-9 0-6 16,9 0 4-16,-9 2 1 0,9-2 3 0,0 0-5 0,0 0 5 15,-10 2-3-15,10-2 4 0,0 0-5 16,0 0-5-16,0 0-2 0,0 0 6 0,0 0 3 16,21 11 8-16,-3-9-3 0,2 3 10 0,7 1 2 15,2-3-3-15,3 1 2 0,1 0 3 0,3 0 0 16,5 0 8-16,10-1-4 0,5-1 4 0,-1 0 0 15,5-2 4-15,-1 3-2 0,2-2 5 0,1 1 1 0,-1-1-4 16,2 2-1-16,2-3 4 0,0 2-1 16,-4 1 5-16,4 0-4 0,2-1 5 0,23-2-3 15,-27 0-1-15,1 0-3 0,2 0-8 0,0-2 11 0,1 2-1 16,-2-2-2-16,-3 2-5 0,-1-1-4 0,-4-1-2 16,-3 1 2-16,-1-1 9 0,-16 2-9 15,1-2-3-15,20 2 7 0,-20 0-3 0,14-1-6 16,-3 2 5-16,-11-1-1 0,14 2 0 0,-14-2-6 0,0 0 3 15,0 0 7-15,1 2 0 0,-2-2 0 0,2 1 2 16,-2-2-6-16,-2-1 6 0,1 4-2 16,-3-4-3-16,-1 2 7 0,0-3-6 0,-4 4-2 0,-6-1-1 15,1 0-2-15,-4-1-3 0,3 1-1 0,-2-1 4 16,-2-1-4-16,1 1 2 0,-2 1 4 0,2-1 3 16,-1 1-5-16,-5-2-5 0,-1 2 4 0,0 0-2 15,-2 0-1-15,0-1-1 0,-1 1-5 0,-1-1 4 16,-8 1 0-16,14-1 3 0,-5 1-12 0,-9 0 2 15,13 0-1-15,-13 0-2 0,11 0 3 0,-11 0-1 16,14 0 2-16,-7-1 2 0,-7 1-4 0,15 0-1 16,-7 0 1-16,-8 0 0 0,14 0-1 0,-5 0 4 15,2 0-4-15,0 0-1 0,0-2 4 0,2 2-3 16,2 0-1-16,2 0 4 0,0-1-2 0,2 1 0 16,0 0-1-16,0 1-4 0,-1-2 3 0,1 1 0 15,-2 1 1-15,0-1-3 0,-4-1 4 0,1 1-8 16,-4 0 3-16,2 0-18 0,-2 0-8 0,0 0-14 15,-2 0-20-15,-8 0-31 0,15 0-31 0,-15 0-40 16,9 0-86-16,-9 0-270 0,7-2 119 0</inkml:trace>
  <inkml:trace contextRef="#ctx0" brushRef="#br0" timeOffset="60641.58">22349 17387 113 0,'4'-6'125'0,"0"-1"-9"0,-3 2 0 16,1-2 2-16,1 2-5 0,-3 5 14 15,5-9-3-15,-4 4 3 0,-1 5 5 0,2-7 5 16,-2 7-2-16,0 0 3 0,1-10 6 0,-1 10-9 16,0 0-8-16,0 0-9 0,0 0-11 0,-8-5-11 0,8 5-10 15,-14 3-8-15,3 3-5 0,-2 2-6 16,-6 1-5-16,5 2-7 0,-5 2-4 0,-2 4-2 15,-6-2-1-15,8 4-6 0,2-7-3 0,-2 5-8 16,-1 0 2-16,6-4-7 0,0 1 3 0,0 0-10 16,-3 0-2-16,4-2-2 0,2-2-7 0,-2 2-17 15,4 1-9-15,1-7-19 0,0 2-18 0,2 0-28 16,0-1-27-16,1-3-37 0,5-4-11 0,-7 8-36 16,7-8-23-16,0 0-141 0,-11 8-389 0,11-8 172 15</inkml:trace>
  <inkml:trace contextRef="#ctx0" brushRef="#br0" timeOffset="60840.33">22064 17405 215 0,'6'-10'212'15,"-4"3"-16"-15,0 0-14 0,-1 2-13 0,-1 5-11 16,3-9-13-16,-3 9-9 0,0 0-1 0,0 0 0 16,0 0-5-16,0 0-6 0,0 0-14 0,-10 32-3 15,2-16-21-15,3 1-3 0,-3 2-5 0,1-2-11 16,0 0-9-16,4 0-4 0,0-2-8 15,-1 1-12-15,3-4-14 0,1-1-14 0,2-1-22 0,0 7-18 16,3-8-38-16,2-1-46 0,4-1-33 16,1-5-47-16,2 4-152 0,2-1-379 0,0-6 168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29:14.938"/>
    </inkml:context>
    <inkml:brush xml:id="br0">
      <inkml:brushProperty name="width" value="0.05292" units="cm"/>
      <inkml:brushProperty name="height" value="0.05292" units="cm"/>
      <inkml:brushProperty name="color" value="#FF0000"/>
    </inkml:brush>
  </inkml:definitions>
  <inkml:trace contextRef="#ctx0" brushRef="#br0">10213 16505 17 0,'0'0'25'0,"0"0"-3"0,0 0-5 15,5 6-14-15,-5-6-8 0,0 0-9 16,8 1-14-16,-8-1 7 0</inkml:trace>
  <inkml:trace contextRef="#ctx0" brushRef="#br0" timeOffset="17771">20300 9778 70 0,'0'0'77'0,"0"0"-2"0,0 0-5 16,0 0 0-16,0 0-1 0,0 0-5 16,0 0-1-16,0 0 5 0,0 0-10 0,0 0-2 0,0 0 0 15,0 0-8-15,0 0 0 0,0 0 0 0,0 0-5 16,0 0-2-16,-13-17-4 0,13 17 0 0,0 0-1 15,0 0-4-15,0 0-4 0,0 0 8 0,-5-6-1 16,5 6-2-16,0 0-2 0,0 0-3 0,0 0-3 16,-7-5 5-16,7 5-8 0,0 0 5 0,-5-4 6 15,5 4 5-15,0 0-1 0,0 0 6 0,0 0-7 16,-5-7-2-16,5 7-2 0,0 0-1 0,-6-4-1 16,6 4-3-16,-5-6 2 0,5 6-7 15,-9-1 2-15,9 1-3 0,-7-4-2 0,7 4 0 0,-7-2-2 16,7 2-1-16,-7-3 1 0,7 3 4 0,0 0 0 15,-11-4-8-15,11 4 3 0,0 0-2 0,-7-5-2 16,7 5 4-16,-8-1-1 0,8 1-2 0,0 0 6 16,-9-2-3-16,9 2-2 0,0 0 3 0,-7-3-2 15,7 3-2-15,0 0-4 0,0 0 6 0,0 0-2 16,-8-3 4-16,8 3-4 0,0 0-1 0,0 0 3 16,0 0-8-16,0 0 2 0,0 0-1 0,0 0-1 15,0 0-6-15,0 0 4 0,0 0-4 0,0 0 5 0,0 0-3 16,0 0-1-16,0 0 3 0,0 0-3 0,0 0 1 15,29 2-1-15,-16-1 1 0,1 0 0 16,6-1-1-16,1 2-1 0,-1-2 4 0,2 0-4 16,-3 2 0-16,3-2 0 0,6 0 3 0,-6 1-2 0,5-1-2 15,-6-1 3-15,1 2-3 0,6-1 2 0,-7 0 0 16,7 2 2-16,-6-1-4 0,4-1 0 0,-4-1 3 16,-1 2-2-16,7-2 5 0,-5 1-5 15,-2 1-4-15,0-1 4 0,1-1-2 0,-1 2 3 0,-1-2 0 16,1-1 1-16,1 2-3 0,-2 2 3 0,0-2-2 15,1 0-1-15,-3-2 0 0,3 2 1 0,-2 0-2 16,-1 0 2-16,1 0 4 0,-2 0-2 0,-4 2 2 16,4-2 0-16,2 0-2 0,-2 0 0 0,1 0-2 15,-4 0 5-15,2 0-3 0,0 0-2 0,0 0 4 16,2 0-2-16,-5 0 0 0,5-2 1 0,-1 4-2 16,-2-2 2-16,2 1 1 0,-4-1-2 0,0 1-1 15,3-1 5-15,0-1 1 0,2 1 0 0,-5 0 1 16,2 0 1-16,-3-1-2 0,1 1 0 0,1 1 1 15,0-2 1-15,0-1-2 0,-1 2 1 0,1 0 1 16,0-1-7-16,1 1 6 0,2-2-2 0,0 2-5 16,0-2 6-16,-2 2 0 0,2 0-4 0,-3-1 1 15,-2 0-2-15,0-1 0 0,0 1 0 0,-3 1-3 16,2 0 4-16,0-1 1 0,-11 1 0 0,14 0-2 16,-7-2 1-16,-7 2-1 0,12-1 2 0,-12 1-2 0,13 0 3 15,-7-1 1-15,-6 1 3 0,9-1-3 0,-9 1 2 16,0 0-1-16,10-3-2 0,-10 3-1 15,0 0 1-15,10-1-1 0,-10 1 0 0,0 0-1 16,5-3 1-16,-5 3-2 0,0 0 1 0,0 0 0 0,0 0 1 16,0 0-4-16,8-3 1 0,-8 3-6 0,0 0-14 15,0 0-27-15,0 0-26 0,0 0-31 0,0 0-31 16,0 0-12-16,0 0-31 0,0 0-32 0,0 0-107 16,-15-12-340-16,7 9 150 0</inkml:trace>
  <inkml:trace contextRef="#ctx0" brushRef="#br0" timeOffset="25775.72">5829 9426 56 0,'-3'6'114'16,"3"-6"-6"-16,-4 14-4 0,3-9 3 0,-2 2-10 15,3-7 1-15,-4 13-5 0,2-7-6 0,-2-1 4 16,4-5-20-16,-6 9-6 0,3-6 1 0,3-3-6 16,-6 9-6-16,6-9-2 0,-3 4 1 0,3-4 1 15,0 0 2-15,0 0 3 0,-4 6 0 0,4-6 9 16,0 0-1-16,0 0 12 0,0 0 2 0,0 0-7 16,0 0-4-16,0 0-2 0,0 0-1 0,0 0-12 15,3-27 0-15,1 13-9 0,1-2-6 0,1 1-2 16,2-2-4-16,0 0-2 0,3-6-2 0,-1 8-4 15,-3 0 2-15,0-1 1 0,2 1 0 0,0-1-1 0,-2 6-2 16,-1 1-4-16,2 1-1 0,-2 2 6 16,2-1-4-16,-6 1-6 0,2 3 1 0,-4 3-4 15,9-9-2-15,-3 7-3 0,-6 2-2 0,9-1-2 16,-9 1 2-16,0 0-3 0,16 8 2 0,-9-4-2 0,1 5 0 16,-2 1 2-16,1-4-2 0,-1 4 9 15,3-2-3-15,-2 1-3 0,-2 0 5 0,0 0-2 0,1-1 0 16,0 3-2-16,1-3 6 0,-3 1-8 15,1-1 1-15,0-2-1 0,-1 0 1 0,2 1-1 16,-2-2 1-16,0 2-2 0,0-1-1 0,-2-1 1 0,2 0-4 16,-4-5-13-16,4 10-9 0,-4-10-19 0,5 7-17 15,-5-7-28-15,1 9-26 0,-1-9-13 0,3 6-35 16,-3-6-13-16,1 7-20 0,-1-7-150 16,0 0-370-16,0 0 164 0</inkml:trace>
  <inkml:trace contextRef="#ctx0" brushRef="#br0" timeOffset="25923.95">5927 9409 9 0,'0'0'178'0,"-9"-2"-6"0,9 2-6 0,0 0-8 16,-6-2-4-16,6 2-6 0,0 0-18 0,0 0-18 16,0 0-15-16,0 0-19 0,0 0-25 0,0 0-41 15,0 0-42-15,28-6-52 0,-10 3-52 16,-1 0-70-16,5-2-220 0,-3 0 97 0</inkml:trace>
  <inkml:trace contextRef="#ctx0" brushRef="#br0" timeOffset="26104.83">6281 9226 129 0,'0'0'208'15,"0"0"-5"-15,0 0-2 0,0 0-10 0,0 0-12 16,0 0-15-16,0 0-13 0,0 0-19 0,0 0-10 15,0 0-12-15,0 0-10 0,-1 30-9 0,-1-21-9 16,2 3-17-16,-1-1-31 0,0 5-35 0,-1-1-38 16,0-2-45-16,2 4-54 0,-3 1-179 0,0-1-344 15,-1 0 153-15</inkml:trace>
  <inkml:trace contextRef="#ctx0" brushRef="#br0" timeOffset="26704.78">7673 9418 99 0,'0'0'227'0,"0"0"-6"15,-3-6-6-15,3 6-11 0,0 0-7 0,0 0-17 16,-4-5-15-16,4 5-18 0,0 0-15 0,0 0-16 0,0 0-12 15,0 0-14-15,0 0-6 0,0 0-13 0,0 0-5 16,0 0-8-16,0 0 4 0,0 0-12 16,0 0-5-16,-2 22-6 0,2-15-1 0,-2 2-7 15,1 0-2-15,2 1-5 0,-2-3-1 0,1 3-4 0,-1-1 1 16,1 0 0-16,0 0-6 0,0 0 2 16,-2 0 5-16,4 1-11 0,-2-10-12 0,0 15-14 15,0-7-22-15,0 2-32 0,0-2-31 0,0-2-29 16,0-6-19-16,1 14-22 0,-1-8-12 0,3 1-147 0,-3-7-357 15,2 9 159-15</inkml:trace>
  <inkml:trace contextRef="#ctx0" brushRef="#br0" timeOffset="27071.73">7689 9407 38 0,'5'-8'143'16,"0"-1"-6"-16,2 1-5 0,1 0-1 0,0-1-7 15,0 3-6-15,0 1-12 0,1 1-10 0,-2 1-9 16,0-1-6-16,1 3-7 0,-8 1-6 0,15 0-15 16,-5 3 2-16,-1-1-9 0,-1 1-2 0,-2 1 2 15,-2 1 12-15,1 1 1 0,-1 0 0 0,0 0 0 16,-3 0-4-16,0 1 0 0,-1 2-8 0,0-9-2 16,0 14-6-16,-1-5-6 0,1-9-3 0,-1 13 0 15,-1-6-4-15,2-7 0 0,-1 16-11 0,2-7 6 16,1-2-9-16,-1 1-2 0,3-1-5 0,1 0-8 15,-1 0-8-15,2 0-2 0,1 1 1 0,0-3 2 16,3 1-5-16,-2 2 4 0,1-3 6 0,1 0-1 16,-2 2-2-16,0-3-1 0,-2 1 3 0,2-1-2 15,-5 0 1-15,3-1 2 0,-6-3 3 0,6 8 5 16,-6-8 16-16,4 6 1 0,-4-6 7 0,0 0 1 16,-7 12-2-16,2-7-1 0,-4 0 1 0,-3 0-5 15,-4 2 0-15,0-1-4 0,0 1-3 0,0-1-9 16,0-1-16-16,2 0-28 0,1 1-42 0,2-3-44 15,2 2-52-15,-1 1-149 0,1-3-352 0,9-3 156 16</inkml:trace>
  <inkml:trace contextRef="#ctx0" brushRef="#br0" timeOffset="27674.28">10138 9473 77 0,'0'0'263'0,"0"0"-6"0,1-9-13 16,-1 9-10-16,0 0-14 0,0 0-6 16,-6-10-20-16,6 10-10 0,-7-4-12 0,7 4-13 15,-7-2-16-15,7 2-3 0,-10-1-11 0,10 1-11 0,0 0-9 16,-15 3-10-16,15-3-9 0,-11 4-11 0,5 0-9 15,-1-1 4-15,-1 4-16 0,3-2-5 0,-1 3-8 16,2-3-3-16,0 2-8 0,2 3-2 16,-1-4-3-16,1 0 0 0,2-6-5 0,-2 14 1 0,5-6-3 15,-3-8-4-15,1 13-9 0,3-7-10 0,3 1-22 16,1-1-21-16,0 0-28 0,1 0-28 0,-1-1-27 16,3-1-37-16,-1 2-35 0,3-5-32 15,-3-1-42-15,1 3-137 0,3-3-443 0,-3-1 197 0</inkml:trace>
  <inkml:trace contextRef="#ctx0" brushRef="#br0" timeOffset="27854.23">10364 9415 96 0,'0'0'274'16,"5"-6"-16"-16,-5 6-12 0,3-6-5 0,-3 6-9 16,0 0-5-16,2-7-8 0,-2 7-21 0,0 0-12 15,0 0-21-15,0 0-18 0,0 0-16 0,0 0-10 16,0 0-14-16,0 0-13 0,0 0-8 0,-7 30-4 15,0-19-50-15,2 5-53 0,1 0-54 0,0 1-58 16,-1 0-58-16,1 2-82 0,2-2-136 0,-4 2-441 16,1-6 195-16</inkml:trace>
  <inkml:trace contextRef="#ctx0" brushRef="#br0" timeOffset="28887.96">5890 7925 47 0,'0'0'195'0,"0"0"0"16,0 0-7-16,0 0-7 0,0 0-9 0,-10 25-6 15,3-14-13-15,2 1-12 0,-4 4-14 0,3-2-10 0,-2-2-14 16,3 1-13-16,-1-3-3 0,2 2-8 16,-1-1-4-16,0-2-3 0,1 0 2 0,1-2-4 15,0 0-2-15,1-1-7 0,2-6 0 0,-5 10-5 16,5-10-1-16,-4 7-1 0,4-7-1 0,-4 7 0 16,4-7 3-16,-2 6 3 0,2-6 6 0,0 0 4 0,0 0 2 15,0 0 3-15,-3 7 5 0,3-7-2 16,0 0-8-16,0 0-2 0,0 0-10 0,0 0-6 15,0 0-5-15,4-29 0 0,-1 17-9 0,0 0-7 0,1-4 0 16,4-4-8-16,-2 4-2 0,-1-1 2 0,4-2-10 16,0 2-1-16,-1 2-1 0,0-1-6 15,-1 2 4-15,1 5-3 0,-3 0-4 0,-2 3 4 0,0 2 4 16,1-2-12-16,-4 6-3 0,7-6 9 16,-7 6-14-16,10 0 5 0,-10 0-1 0,10 6 6 0,-2 1-7 15,-3 2 17-15,4 3-12 0,-2 2 0 0,0 0 5 16,-1 1 1-16,1 1-5 0,-2-6 6 0,1 7 0 15,-1-3 1-15,-1-2-2 0,4-1-2 0,-6 0 0 16,2-2 3-16,0 1 3 0,0 0-13 0,-2-3-24 16,1 0-32-16,1-1-16 0,-3 0-50 0,-1-6-37 15,4 10-36-15,-3-3-35 0,-1-7-20 0,-1 8-201 16,1-8-495-16,-8 7 220 0</inkml:trace>
  <inkml:trace contextRef="#ctx0" brushRef="#br0" timeOffset="29020.82">5758 8095 216 0,'0'0'211'16,"0"0"-25"-16,0 0-20 0,-5-8-16 0,5 8-17 15,0 0-10-15,22-6-6 0,-7-1-29 0,3 1-26 16,1 1-42-16,3-2-50 0,9-2-50 0,-1 0-44 16,1 0-83-16,0-2-224 0,-3-1 101 0</inkml:trace>
  <inkml:trace contextRef="#ctx0" brushRef="#br0" timeOffset="29187.65">6244 7788 234 0,'2'-8'255'0,"-2"8"-8"0,0 0-13 0,4-6-19 16,-4 6-18-16,0 0-20 0,4-5-20 0,-4 5-12 16,0 0-16-16,0 0-13 0,0 0-9 0,0 21-12 15,-1-11-6-15,1 2-18 0,-2 3-39 0,1 3-53 16,-3 0-63-16,4 6-79 0,-4 2-209 0,2-7-403 15,1-2 178-15</inkml:trace>
  <inkml:trace contextRef="#ctx0" brushRef="#br0" timeOffset="29618.83">7685 8035 9 0,'0'0'246'0,"4"-6"-15"15,-4 6-13-15,0 0-7 0,0 0-11 0,0 0-15 16,0 0-15-16,0 0-7 0,0 0-10 0,0 0-20 16,0 0 5-16,0 0-11 0,0 0-11 0,3 18-7 15,-2-9 1-15,-2 2-22 0,1-1-2 0,-2 2-14 16,5-1-7-16,0 5-2 0,-3 0-8 0,1-6 3 15,0 2-16-15,0-3-19 0,1 2-16 0,-1-3-27 16,0 0-28-16,1 1-31 0,-2-2-32 0,0-7-29 16,2 9-21-16,0-4-21 0,-2-5 2 0,0 0-6 15,2 9 12-15,-2-9-126 0,0 0-324 16,0 0 143-16</inkml:trace>
  <inkml:trace contextRef="#ctx0" brushRef="#br0" timeOffset="29938.24">7742 8028 45 0,'7'-14'149'0,"1"0"-5"15,-4 4-3-15,2-1-9 0,1 2-1 0,-1 2-8 16,2-1-4-16,-5 3-13 0,3 1-9 0,-6 4-9 16,11-5-1-16,-5 3-8 0,-6 2-6 0,16-1-8 15,-16 1 0-15,15 3-6 0,-8-1-2 0,0 2-5 16,-2-1-11-16,3 2 0 0,-4 0-7 0,1 0 0 16,-1 1-1-16,-2 1-4 0,1-1-1 0,1 2-4 15,-2-1-5-15,2-2 0 0,-3 2 11 0,-1-7-1 16,4 12-3-16,-3-6-10 0,2 0-10 0,1-2-8 15,-2 2-4-15,-2-6-9 0,7 9-2 0,-3-7 4 16,1 3 2-16,0-2-1 0,0 0 2 0,0 3 3 16,-5-6 2-16,8 6-3 0,-3-4-1 0,-5-2 3 15,6 5 3-15,-6-5 3 0,4 5 2 0,-4-5 8 16,1 6-2-16,-1-6 6 0,0 0 2 0,0 0 4 16,-2 12-7-16,2-12-4 0,-4 7-2 0,4-7-13 0,-9 7-16 15,5-4-21-15,4-3-30 0,-7 7-25 0,7-7-35 16,-9 5-41-16,5-2-101 0,4-3-297 15,-10 2 132-15</inkml:trace>
  <inkml:trace contextRef="#ctx0" brushRef="#br0" timeOffset="30143.5">8152 7754 36 0,'0'0'189'0,"0"0"-11"0,0 0-19 0,4-4-3 0,-4 4-7 16,0 0-8-16,0 0-4 0,0 0-15 16,10 15-15-16,-9-5-8 0,2-1-11 0,-2 7-8 15,0 0-34-15,1 0-37 0,-2-1-53 0,5 5-53 0,-4-1-163 16,-1-2-281-16,0-1 125 0</inkml:trace>
  <inkml:trace contextRef="#ctx0" brushRef="#br0" timeOffset="30555.01">9722 7967 256 0,'0'0'265'16,"-1"-10"-9"-16,1 10-6 0,0 0-10 0,0 0-11 15,-6-8-11-15,6 8-12 0,0 0-5 0,-6-3-24 16,6 3-17-16,0 0-8 0,-11 0-23 0,11 0-5 15,0 0-11-15,-18 5-9 0,12 0-10 0,0 2-8 16,-3 1-9-16,-1 0-5 0,0 5-11 0,1-3-8 16,-1 2-3-16,1 1 5 0,0 1-17 0,3-4-1 15,0 0 2-15,3-3-9 0,1 4-4 0,0-4-1 16,2-7-5-16,-1 15 0 0,2-7-5 0,-1-8 1 16,5 9-28-16,2-3-8 0,-1-1-17 0,2 1-27 15,1-3-29-15,3 1-43 0,0 0-58 0,2-3-55 16,0-1-267-16,-1-1-557 0,1-2 248 0</inkml:trace>
  <inkml:trace contextRef="#ctx0" brushRef="#br0" timeOffset="38777.76">6073 12269 36 0,'0'0'107'0,"0"0"-11"15,0 0-2-15,0 0-12 0,0 0-4 0,0 0-11 16,0 0-7-16,0 0-4 0,0 0 2 0,0 0-5 15,0 0-15-15,0 0-7 0,0 0 8 0,0 0-2 16,0 0 0-16,0 0-14 0,-2 26 6 0,-2-17-3 16,3 1-1-16,0-1 6 0,0 0-11 0,-1 0 11 15,1 3-4-15,-2-1 7 0,1 0-4 0,-1-1 10 16,1-1-16-16,-1 2 4 0,1-2-7 0,1 1 13 16,-1-3 1-16,0 1-4 0,0-1 7 0,1 0 2 15,1-7-3-15,-2 12-4 0,0-5-1 0,2-7-2 16,-4 12-4-16,3-7 2 0,1-5 1 0,-3 11-4 15,3-11-2-15,-2 5 6 0,2-5-6 0,0 0 1 16,-1 8 3-16,1-8 8 0,0 0 4 0,0 0 3 16,0 0 8-16,0 0 4 0,-3 7 3 0,3-7 5 15,0 0-2-15,0 0 1 0,0 0-8 0,0 0-4 16,0 0-2-16,0 0-5 0,0 0-7 0,6-28-3 0,0 18-3 16,-2-1-4-16,-1-5-2 0,3 2-2 15,-3-1-2-15,4-1-4 0,-4 0 0 0,4 3 0 16,-5 0-1-16,2-3-6 0,-1 4 2 0,-1 0 0 15,2 1-2-15,-1 2-2 0,1 0 2 0,-2 0-2 16,1 2-1-16,-1 2 2 0,-2 5-5 0,4-10 1 16,-4 10 0-16,1-6-3 0,-1 6 0 0,0 0-4 15,0 0-1-15,3-7 1 0,-3 7 0 0,0 0-1 16,0 0-3-16,0 0 2 0,0 0-1 0,18 9 2 16,-12 0 3-16,-1 0-1 0,-2 3 1 0,3-2 0 15,1 2-1-15,-1 2 4 0,-1 2-1 0,3-2 4 16,-4-2 4-16,2 4 2 0,-2-1 3 0,0-4 2 15,0 1-6-15,-1-1 0 0,1 0 4 0,-1-1-2 16,-2 0-1-16,3 1 0 0,0-3-3 0,-2 0-3 16,0-2 2-16,-1 0-1 0,-1-6 1 0,5 11-3 15,-4-7 1-15,-1-4 0 0,3 10-9 0,-3-10-22 16,4 7-23-16,-4-7-31 0,1 6-39 0,-1-6-44 16,0 0-38-16,3 8-23 0,-3-8-124 0,0 0-377 15,0 0 167-15</inkml:trace>
  <inkml:trace contextRef="#ctx0" brushRef="#br0" timeOffset="38939.8">6062 12446 201 0,'-5'-3'194'0,"5"3"-4"0,0 0-15 0,0 0-4 16,0 0-25-16,-2-8-16 0,2 8-11 0,0 0-13 15,11-8-18-15,-2 7-12 0,9-3-25 0,1-1-29 0,9 0-40 16,3 0-51-16,5 1-49 0,-1-1-126 15,1 0-265-15,0 1 117 0</inkml:trace>
  <inkml:trace contextRef="#ctx0" brushRef="#br0" timeOffset="40401.44">7979 12328 76 0,'0'0'160'0,"0"0"-9"0,0 0-6 16,0 0-15-16,0 0-10 0,0 0-9 0,0 0-20 15,0 0-7-15,0 0-9 0,0 0 1 0,0 0-9 16,0 0-7-16,0 0-4 0,0 0-6 0,0 0-14 16,0 0 7-16,0 0-6 0,0 0-3 0,0 0-6 15,0 0-1-15,0 0 1 0,0 0-8 0,0 0-5 16,0 0 2-16,0 0-2 0,0 0-2 0,0 0-6 15,0 0 8-15,0 0-4 0,0 0-2 0,0 0-12 16,0 0 15-16,0 0-12 0,0 0 6 0,0 0-1 16,0 0-4-16,0 0 1 0,0 0 6 0,0 0-7 15,0 0 4-15,0 0-2 0,0 0 1 0,0 0-5 16,0 0 3-16,0 0-5 0,0 0 6 0,0 0-4 16,0 0 1-16,0 0-2 0,0 0-1 0,0 0-1 15,0 0 4-15,0 0-4 0,0 0 3 0,0 0-2 16,0 0 7-16,0 0-15 0,0 0 2 0,0 0-7 15,0 0 1-15,0 0-1 0,0 0-12 0,0 0 9 16,0 0 2-16,0 0-6 0,0 0 6 0,0 0-6 16,0 0 3-16,0 0-3 0,0 0 4 0,0 0-1 15,0 0 3-15,0 0 4 0,0 0-1 0,0 0 2 16,0 0-2-16,0 0 5 0,0 0 0 0,0 0 0 16,0 0 8-16,0 0 0 0,0 0-6 0,0 0 9 0,0 0-6 15,0 0 4-15,0 0-5 0,0 0-2 16,0 0 7-16,0 0-1 0,0 0 2 0,0 0-2 15,0 0-2-15,0 0 3 0,0 0-2 0,0 0-2 16,0 0 8-16,0 0-7 0,0 0 6 0,0 0-9 0,0 0 12 16,0 0 4-16,0 0-11 0,0 0-3 0,0 0 11 15,0 0 2-15,0 0-1 0,0 0 10 16,0 0-7-16,0 0 2 0,0 0-6 0,0 0 3 16,0 0 0-16,0 0 2 0,0 0 4 0,0 0 2 15,0 0 4-15,0 0 1 0,0 0 1 0,0 0 4 0,0 0-1 16,0 0 4-16,0 0 1 0,0 0 0 0,0 0 4 15,0 0 2-15,0 0-2 0,0 0 4 0,0 0 2 16,0 0-1-16,0 0 5 0,0 0 0 16,0 0 2-16,0 0 1 0,0 0-1 0,0 0 3 0,0 0-3 15,0 0 2-15,0 0-1 0,0 0 1 0,0 0-4 16,0 0-1-16,0 0-3 0,0 0-6 0,0 0-2 16,0 0-5-16,0 0-2 0,0 0-3 0,0 0-4 15,0 0-3-15,0 0 0 0,0 0-7 0,0 0-1 16,0 0-4-16,0 0 0 0,0 0 0 0,0 0-3 15,0 0 2-15,0 0 3 0,0 0 0 0,-1 22-1 16,1-14 4-16,-1 2 14 0,0-2-1 0,1 3 5 16,-2-2-5-16,1 2-3 0,0-3-4 0,-1 0 7 15,2 1-10-15,0-9 2 0,0 14-5 0,0-6 4 16,0-8-8-16,-1 11 5 0,1-11-5 0,0 10 2 16,0-10-1-16,0 10 2 0,0-10-3 0,0 10-1 15,0-10-1-15,-1 6 3 0,1-6-2 0,0 0-1 16,0 10 0-16,0-10 3 0,0 0-4 0,-2 7-2 15,2-7 2-15,0 0 1 0,0 0-3 0,0 0 0 16,0 0 2-16,0 0-3 0,0 0 2 0,2 9-3 16,-2-9-3-16,0 0-12 0,0 0-12 0,0 0-16 15,0 0-22-15,0 0-13 0,0 0-19 0,0 0-12 16,0 0-19-16,0 0-11 0,0 0-13 0,0 0-14 16,0 0-15-16,0 0-5 0,0 0-119 0,-3 8-332 15,3-8 147-15</inkml:trace>
  <inkml:trace contextRef="#ctx0" brushRef="#br0" timeOffset="40921.22">7909 12321 33 0,'0'0'178'0,"1"-10"-5"0,-1 10-17 0,2-12-13 16,0 7-16-16,-2 5-14 0,5-11-10 0,-1 6-3 16,1 2-18-16,0-3-6 0,0 1-16 0,2 2-5 15,-7 3-7-15,11-5-6 0,-3 4-7 0,-8 1 0 16,13 0-3-16,-13 0-2 0,13 4-4 0,-6 0-7 16,0-1 3-16,0 3-1 0,0-2-2 0,-1 1 2 15,0 1-1-15,-2-1 0 0,0 0 4 0,0 1 3 16,0-1 2-16,-2 1 8 0,1-1 3 15,-2 3 2-15,-1-8 0 0,-1 16-4 0,-2-7-1 0,1 1-3 16,-2-3-2-16,-1 2-2 0,1-1-4 0,0-3-4 16,0 2 0-16,-1-1-4 0,2 0-5 0,3-6-3 15,-6 8-4-15,4-3-5 0,2-5 4 0,-4 8-16 16,4-8-7-16,1 9 2 0,-1-9 0 0,5 6-1 16,-5-6-7-16,7 7 2 0,0-4 4 0,0 0 0 15,-1 0 3-15,4 0-2 0,0 3 3 0,0-2 0 16,-4-2 4-16,5 3 0 0,-3-3 1 0,-3 1 3 15,3 1 0-15,-3 0 5 0,1-1-7 0,1 0 4 16,-7-3-2-16,6 7 8 0,-6-7 10 0,5 6 13 16,-5-6 8-16,3 7 3 0,-3-7 3 0,0 0-3 15,-5 12-1-15,1-8-2 0,4-4-6 0,-9 9-2 16,1-4-4-16,3 0-1 0,-1-2-11 0,-2 2-12 16,0 0-28-16,0 1-28 0,-1-3-27 0,1-1-32 15,0 1-37-15,2 0-36 0,-2 1-102 0,-1-3-316 16,9-1 140-16</inkml:trace>
  <inkml:trace contextRef="#ctx0" brushRef="#br0" timeOffset="41121.87">8217 12196 140 0,'0'0'207'0,"6"-6"-9"16,-3 2-17-16,-3 4-12 0,0 0-20 0,4-4-15 15,-4 4-14-15,0 0-13 0,0 0-3 0,0 0-15 0,0 0-9 16,10 16-10-16,-9-10-2 0,1 4-8 16,-1 2-5-16,-1-1-23 0,0 1-28 0,-1 4-36 15,-1-3-52-15,2 3-51 0,-2 1-151 0,-3-4-311 16,2-1 138-16</inkml:trace>
  <inkml:trace contextRef="#ctx0" brushRef="#br0" timeOffset="41772.76">9692 12386 129 0,'-3'-13'259'0,"3"13"-8"0,0 0-8 0,0 0-11 15,-1-8-17-15,1 8-16 0,0 0-18 0,-8-3-18 16,8 3-11-16,0 0-18 0,0 0-16 16,0 0-6-16,-18 7-9 0,13-3-11 0,-3 4-6 0,1-1-7 15,-2 1 2-15,1 3-16 0,0-1-6 0,0 0 17 16,1 2-8-16,2-3-9 0,-1 2-3 0,0-1-5 15,2 0-6-15,1 0-6 0,1-3 1 0,0 0-9 16,2 1 0-16,0-8-7 0,-2 12-1 16,2-12-3-16,1 12-3 0,-1-12 1 0,3 9-14 0,-1-4-13 15,1 0-11-15,2-2-21 0,-5-3-27 0,10 7-38 16,-5-3-41-16,0-1-41 0,2-1-42 0,-7-2-41 16,14 2-142-16,-7-2-447 0,-7 0 198 0</inkml:trace>
  <inkml:trace contextRef="#ctx0" brushRef="#br0" timeOffset="41974.73">9748 12232 36 0,'0'-6'298'0,"0"6"-2"16,1-8-10-16,-1 8-14 0,0-9-18 0,0 9-26 15,3-8-23-15,-3 8-25 0,0 0-23 0,0 0-13 16,0 0-17-16,0 0-12 0,0 0-13 0,0 0-19 15,0 0-30-15,-8 31-32 0,5-18-38 0,0-2-40 16,-1 8-43-16,-1-2-55 0,0 2-49 0,-4 3-184 16,3-5-419-16,-2 2 185 0</inkml:trace>
  <inkml:trace contextRef="#ctx0" brushRef="#br0" timeOffset="44088.69">6029 16670 19 0,'0'0'209'0,"0"0"-10"15,0 0-4-15,-5-6-12 0,5 6-9 0,0 0-15 16,0 0-12-16,0 0-11 0,0 0-14 0,0 0-8 16,0 0-15-16,0 0-4 0,0 0-12 0,0 0-7 15,0 0-10-15,-9 17-5 0,5-9-2 0,3 0-9 16,-2-2-7-16,3 3-1 0,-2-2-6 0,2-7-4 15,-3 11-2-15,3-11-1 0,-1 8-2 0,1-8 1 16,0 0-7-16,0 7-2 0,0-7 7 0,0 0 1 16,-3 8 8-16,3-8 7 0,0 0 2 15,0 0 4-15,0 0 6 0,-2 5 1 0,2-5-1 0,0 0 0 16,0 0-7-16,0 0-3 0,0 0-7 16,0 0-1-16,0 0-7 0,0 0-2 0,0 0-6 15,0-34-8-15,2 23-2 0,1 0 1 0,1-7 0 16,-2 7 11-16,5-5-16 0,-3-1-2 0,-2 5-1 15,4 0 1-15,-2 2-2 0,-1-2 0 0,1 3-1 16,0 0 1-16,-2 3-3 0,3 1-2 0,0-2-1 16,-5 7 0-16,5-7 1 0,-1 4 0 0,-4 3-4 15,8-3 6-15,-8 3-7 0,10 2-1 0,-10-2 10 16,16 10-9-16,-7-2 2 0,-3 0 0 0,4 3 5 16,-1 0 2-16,0 3 2 0,2 0-2 0,-3 1 1 15,0 1 0-15,0-4-1 0,2 3 2 0,-5-4-1 16,4 3-6-16,0-1-14 0,-5-2-19 0,1 0-26 15,-1 0-40-15,-3-2-30 0,1 1-40 0,0 0-39 16,-2-10-29-16,-2 21-150 0,-3-12-422 0,0-1 187 16</inkml:trace>
  <inkml:trace contextRef="#ctx0" brushRef="#br0" timeOffset="44255">6023 16695 69 0,'0'0'122'0,"0"0"-5"0,0 0-14 0,23-15-18 16,-9 11-5-16,4 1 0 0,5 0-38 0,6 2-49 15,3-2-29-15,-1 2-74 0,-2 0-118 0,6 0 53 16</inkml:trace>
  <inkml:trace contextRef="#ctx0" brushRef="#br0" timeOffset="45005.89">7698 16644 140 0,'3'-4'236'15,"-3"4"-10"-15,0 0-10 0,0 0-9 0,0 0-19 16,0 0-11-16,0 0-12 0,0 0 3 0,0 0-11 0,0 0-4 15,10 18 0-15,-7-9-15 0,2 4-4 0,-2-1-16 16,0 1-8-16,-2-1-8 0,3 0-11 16,-3 4-11-16,2-3-7 0,-3 2-3 0,3-4-8 15,-2 0-9-15,0-1 3 0,-1-10-9 0,0 16 6 16,0-16 5-16,3 13 13 0,-3-13 8 0,0 0 8 16,0 0 1-16,0 0-4 0,0 0-8 0,0 0-5 15,0 0-4-15,0 0-8 0,0 0-6 0,0 0-5 16,0 0-11-16,-16-36-3 0,14 24-3 0,-1-7-3 15,1 0-1-15,2 1-5 0,2-6-7 0,1 4 1 16,2-4-2-16,-1 6-4 0,-2 1-3 0,2 5 5 16,0 0-7-16,1 1-1 0,-1 3-4 0,-4 8 0 15,8-13-8-15,-3 8 7 0,0 0-2 0,-5 5 1 16,12-5-9-16,-12 5 2 0,15-2-2 0,-15 2 9 16,17 3 1-16,-17-3 0 0,17 6-3 0,-9-1-2 15,-1 0 6-15,1 2 1 0,0-1 1 0,-3 1-6 16,2 2 2-16,-3-2-14 0,-1 4-12 0,-3-11 2 15,4 18 3-15,-4-8-8 0,-1 1-7 16,1-11-11-16,-7 20-2 0,6-10-3 0,-2 0-1 0,3 2 9 16,0-12-11-16,-1 14 9 0,1-14-8 0,0 16-6 15,2-9 2-15,-2-7 0 0,7 14 4 0,-6-7 5 16,-1-7 10-16,7 11 1 0,-7-11 4 0,9 9 3 16,-4-4 6-16,-5-5-3 0,10 5 7 15,-5-1 4-15,-5-4-4 0,9 3 2 0,-9-3 5 16,10 6 1-16,-10-6 3 0,0 0-2 0,7 6 4 15,-7-6 3-15,0 0 3 0,0 0-3 0,2 8 3 16,-2-8 2-16,0 0 1 0,0 0-5 0,-14 17-2 16,5-11-15-16,3-1-14 0,-2 3-25 0,0-2-19 0,8-6-24 15,-12 5-30-15,12-5-35 0,-9 7-34 0,9-7-185 16,-8 6-421-16,8-6 187 0</inkml:trace>
  <inkml:trace contextRef="#ctx0" brushRef="#br0" timeOffset="45654.9">10023 16699 37 0,'7'-2'177'0,"-1"-2"-3"0,-6 4 1 16,10-5-5-16,-5 3 6 0,-5 2-1 0,9-3 3 15,-9 3 4-15,0 0-5 0,6-6 2 0,-6 6-6 16,0 0-10-16,0 0-11 0,0 0-10 15,0 0-20-15,0 0-2 0,-32 2-6 0,21-1-4 16,-1 2-7-16,0 2-3 0,-5 2-9 0,0-2 3 16,1 3-14-16,0 3 0 0,0-3-2 0,2 3-9 15,-2-2-2-15,2 2-3 0,0 0 0 0,1 0 2 16,1 2-10-16,2 2-10 0,-2-1 2 0,3 3 1 16,1-2-16-16,2 2 0 0,1 1-6 0,4-1 3 15,-1-4-5-15,4 3 2 0,-1-3-7 0,1-2-4 16,2-1-1-16,3 0 4 0,0-1-5 0,3-2 6 15,3 0 1-15,-1-6-7 0,2 3 3 0,3-4-4 16,3-2 1-16,-2 0-3 0,-1-1 0 0,2-2-3 16,-8-1-1-16,8 3-8 0,-2-2-8 0,-4 0-2 15,0-1-17-15,-2 1-19 0,-5 3-26 0,-1-2-37 16,1-1-53-16,-6 5-40 0,0 0-52 0,5-9-37 16,-5 9-251-16,0 0-588 0,0 0 262 0</inkml:trace>
  <inkml:trace contextRef="#ctx0" brushRef="#br0" timeOffset="50254.89">27274 9304 85 0,'0'0'149'0,"0"0"-6"15,0 0-14-15,3-7-10 0,-3 7-9 0,0 0-12 0,0 0-9 16,0 0 4-16,0 0 7 0,0 0-4 16,0 0 6-16,0 22 4 0,0-15-1 0,0 5-10 15,-3-3-5-15,-2 2-9 0,3 0-2 0,0-2-11 16,0 3-6-16,0-3-5 0,1 2 2 0,1-4-1 0,-2 0-6 16,2-7-1-16,0 13 4 0,-2-7-5 15,2-6-5-15,0 8-3 0,0-8-2 0,0 0-5 16,-2 12-2-16,2-12 5 0,0 0 3 0,0 0 3 0,2 6-4 15,-2-6 2-15,0 0 1 0,0 0-6 0,18-4 0 16,4-8-4-16,10-2-6 0,19-7-10 0,8-6-13 16,29-6-19-16,-1-4-27 0,-2-1-39 15,-2-1-53-15,7-1-48 0,1 0-240 0,-2-4-455 0,0 0 202 16</inkml:trace>
  <inkml:trace contextRef="#ctx0" brushRef="#br0" timeOffset="52010.2">25242 9079 1691 0,'7'-3'102'0,"1"1"-50"0,-3-1-28 16,-5 3-20-16,9-2-43 0,-9 2-13 0,0 0-7 15,8-4-8-15,-8 4-2 0,0 0-6 0,7-1-11 16,-7 1-35-16,0 0-97 0,0 0-236 16,0 0 105-16</inkml:trace>
  <inkml:trace contextRef="#ctx0" brushRef="#br0" timeOffset="52723.83">21696 9840 6 0,'14'-1'3'0,"5"1"-5"0,-1 0-2 0</inkml:trace>
  <inkml:trace contextRef="#ctx0" brushRef="#br0" timeOffset="53202.72">24225 10007 61 0,'5'3'204'0,"-5"-3"-6"15,0 0-5-15,0 0-5 0,0 0-14 0,9 0-13 0,-9 0-15 16,0 0-11-16,0 0-16 0,0 0-11 0,0 0-13 16,0 0-10-16,0 0-9 0,0 0-9 0,0 0-11 15,0 0-5-15,0 0-9 0,0 0-10 0,0 0-8 16,0 0-10-16,0 0-6 0,0 0-5 0,0 0-8 16,0 0-4-16,7 2-6 0,-7-2-3 0,0 0 1 15,0 0-1-15,0 0-4 0,0 0 5 0,0 0-6 16,0 0 5-16,0 0 2 0,0 0 1 0,0 0-1 15,0 0-1-15,0 0 0 0,0 0 2 0,0 0-6 16,0 0 2-16,0 0 1 0,0 0 1 0,0 0-4 16,0 0 4-16,0 0 6 0,0 0 2 0,0 0-4 15,0 0 1-15,0 0 0 0,0 0 10 0,0 0-4 16,0 0-4-16,0 0 5 0,0 0-1 0,0 0 2 16,0 0-2-16,0 0 5 0,0 0 0 0,0 0-2 15,0 0-3-15,0 0-14 0,0 0-8 0,0 0 0 16,0 0-14-16,0 0-8 0,0 0-10 0,0 0-20 15,0 0-19-15,0 0-12 0,0 0-10 0,0 0-67 16,0 0-203-16,0 0 91 0</inkml:trace>
  <inkml:trace contextRef="#ctx0" brushRef="#br0" timeOffset="129662.32">13223 9251 58 0,'0'0'51'16,"0"0"-8"-16,0 0-5 0,0 0-17 0,0 0-22 15,0 0-20-15,0 0-11 0,0 0-34 0,0 0 15 16</inkml:trace>
  <inkml:trace contextRef="#ctx0" brushRef="#br0" timeOffset="136277.68">13791 7802 58 0,'0'0'124'16,"0"0"-14"-16,-6-7-7 0,6 7-7 0,0 0-15 16,0 0-6-16,-2-9 5 0,2 9-16 0,0 0-15 15,0 0 8-15,-4-7-13 0,4 7-2 0,0 0-8 16,-4-5 4-16,4 5-2 0,0 0-1 0,0 0-8 15,0 0 1-15,-2-9 2 0,2 9-2 0,0 0-17 16,0 0 11-16,2-11 1 0,-2 11-10 0,8-9 0 16,-2 4-5-16,3-6-6 0,7 1 0 0,4-4-18 15,9-5 16-15,2 2-10 0,12-10-7 0,2 1-9 16,3 0-2-16,1-1-37 0,1 3-17 0,2 3-100 16,3-4-197-16,-4 2 88 0</inkml:trace>
  <inkml:trace contextRef="#ctx0" brushRef="#br0" timeOffset="136572.67">13742 8889 118 0,'0'8'180'16,"0"-8"3"-16,-3 7 1 0,3-7-5 0,0 0-12 16,0 0-12-16,0 9-14 0,0-9-15 0,0 0-8 15,0 0-16-15,0 0-10 0,21-5-9 0,-4 0-8 16,4-1-30-16,6-5-33 0,2 0-44 0,7-3-58 0,12-2-70 15,-12 0-120-15,12-1-303 0,-2-7 134 0</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30:43.768"/>
    </inkml:context>
    <inkml:brush xml:id="br0">
      <inkml:brushProperty name="width" value="0.05292" units="cm"/>
      <inkml:brushProperty name="height" value="0.05292" units="cm"/>
      <inkml:brushProperty name="color" value="#FF0000"/>
    </inkml:brush>
  </inkml:definitions>
  <inkml:trace contextRef="#ctx0" brushRef="#br0">21305 10708 19 0,'0'0'62'0,"0"0"-8"0,0 0-8 15,-4-5-3-15,4 5-5 0,0 0 5 0,0 0-3 16,0 0-2-16,-4-7-3 0,4 7-5 0,0 0 3 15,0 0 3-15,-2-9-12 0,2 9 5 0,0 0-5 16,0 0-5-16,0 0-12 0,0 0 9 0,0 0-4 16,-5-4 5-16,5 4-3 0,0 0-1 0,0 0-4 15,0 0-1-15,0 0 1 0,0 0-3 0,-8-4 2 16,8 4 6-16,0 0-5 0,0 0-2 0,-8-2-2 16,8 2 4-16,-8-2-2 0,8 2-7 0,0 0 0 15,-8-3 1-15,8 3 0 0,0 0-1 0,-9-1 3 16,9 1-3-16,0 0 3 0,-8-4 0 0,8 4 2 15,0 0 9-15,0 0-11 0,-10-2 11 0,10 2-6 16,0 0 6-16,0 0 0 0,0 0 4 0,-8-1-9 16,8 1 4-16,0 0 5 0,0 0-2 0,0 0 4 15,0 0 2-15,0 0 1 0,0 0-1 0,-8-2 1 16,8 2-2-16,0 0-2 0,0 0 4 0,0 0-2 16,0 0-2-16,0 0 7 0,0 0-3 0,0 0-2 15,0 0 0-15,0 0 6 0,0 0-2 0,0 0 3 16,0 0-4-16,0 0 1 0,0 0 5 0,0 0-1 15,0 0-5-15,0 0-4 0,0 0 7 0,0 0-19 0,0 0 16 16,0 0-8-16,0 0 4 0,0 0-6 16,0 0-1-16,0 0-4 0,0 0-2 0,0 0 2 15,0 0 8-15,0 0-10 0,0 0-2 0,0 0-1 16,0 0 1-16,0 0 3 0,0 0-9 0,0 0 5 16,0 0-1-16,0 0 8 0,25-6-9 0,-25 6-2 15,12-1 4-15,-12 1-3 0,14 0 1 0,-3 0-6 16,-1-1 7-16,1-2-5 0,2 5-1 0,0-4 3 0,0 2 3 15,0 0 6-15,2 0-10 0,2-1 7 0,0 1-1 16,0 1-3-16,2-1-4 0,0-1 1 16,-1 2 1-16,1-2 1 0,-1 1-6 0,3 0 8 0,-1-1-3 15,-3 2-2-15,2-2 11 0,1 1-6 0,-2 0 2 16,3 0-1-16,-2 0 7 0,-1 1-14 0,0 0 1 16,0-2 3-16,-1 2-8 0,1-1 10 0,0 3-8 15,-2-2 10-15,4-1-2 0,-2 3 0 0,0-3-6 16,0 2 4-16,0 0-3 0,1-2 0 0,1 0 4 15,8 2 0-15,-7-1-6 0,-1 1 4 0,8-2 3 16,-1 0-1-16,-6-2-1 0,2 5 5 0,-2-4-4 16,1 1-6-16,-1 1 5 0,-1-1 0 0,0 0-5 15,1 3 2-15,1-5 7 0,-2 1 0 0,1 2-9 16,0-1 3-16,1 0 1 0,0 0 0 0,-1-1 3 16,6 1 0-16,-5-1-6 0,-1-1 3 0,1 2 3 15,5-1-4-15,-4-1 0 0,-2 2-3 0,0-2 2 16,0 2 4-16,1 0-7 0,-2-1 8 0,2 1-4 15,-2-3 1-15,2 3-4 0,0 0 3 0,-3 0 4 16,3-1-4-16,4 1 4 0,1-2-2 0,-4 2-1 16,-3 0 10-16,1-3-12 0,1 2 2 0,-3 0 3 0,4-1-7 15,5 2-1-15,-7 0 10 0,-2-1-4 16,3-2-6-16,-1 2 6 0,0-1-3 0,2 2 1 16,5-2 3-16,-1 0 1 0,1 0 0 0,1 0-3 15,-1 0 2-15,0 2 0 0,-7-3 0 0,7 3 0 0,0-3-4 16,-1-1 0-16,1 3 2 0,-6 1-5 0,5-3 7 15,-6 2-2-15,7 1 1 0,1-1-1 0,-8 2 1 16,0-2-1-16,8 1 2 0,-2 1-6 0,1-1 10 16,-1-1-3-16,2 2-3 0,-1-2-5 15,0 1 7-15,-7 0 2 0,7-3-9 0,-5 3 3 0,7 0-1 16,-2 0 5-16,0-2-2 0,2 1-4 0,0 1 7 16,0-2 3-16,-1 2-4 0,0-1-7 0,2 0 8 15,-2-2 4-15,2 3-4 0,-1 0-2 0,0-3 8 16,-2 1-4-16,0 1 3 0,0-2-2 0,0 2 2 15,-6 1 1-15,6 0-4 0,0 0 2 0,-6-3-4 16,6 2 5-16,0 1 1 0,-6-1 3 0,10-1-2 16,-3 0-1-16,1 2-4 0,-2-2 3 0,-8 2-7 15,8 0-2-15,-1 2 6 0,0-5-1 0,-3 3 7 16,2-1-9-16,2 0 4 0,0-1-6 0,-2 2 2 16,2-3 0-16,0 3 2 0,1 0 7 0,-2-2-4 15,0 1 3-15,0-2-5 0,-7 2 3 0,2-1-6 16,6 2 0-16,-5 0 7 0,-1 0-1 0,5 0 0 15,1 0-3-15,-7 0 7 0,0-2-6 0,1 4 0 16,5-2 0-16,-5 0 4 0,-1-2 0 0,0 4-3 0,0-5 5 16,6 3-4-16,-4 0-2 0,-4 0 0 15,4-1 5-15,0 1-5 0,-4-1 1 0,4-2-2 16,0 3 0-16,6-2 1 0,-2 1 0 0,-7 2-1 0,1-1 2 16,3-2-3-16,-4 2 0 0,0-1-1 15,3-1 1-15,-5 2-4 0,4 2-1 0,-3-5 5 16,2 3-4-16,2 1 4 0,-3-3-5 0,1 0 1 15,-1 4 7-15,-2-2-3 0,0 0 2 0,2-2-1 0,-2 2 2 16,0-1-7-16,-4-1 4 0,3 2 1 0,-3-1-2 16,1 2-2-16,-2-1 1 0,0 0 0 0,-1-1 2 15,2 1 1-15,-1 0-1 0,-1-2-3 0,-5 1-1 16,4 1 2-16,0 0-1 0,0 0 1 0,0-1-1 16,1-1 5-16,-3 2-4 0,2 0 4 0,1-3 0 15,1 3-2-15,1 0 2 0,-3 0-5 0,0-1 3 16,2 1-1-16,-2-3-1 0,-2 3 1 0,3 0-3 15,1 0 4-15,-1-3-1 0,1 4-1 0,0-2 1 16,-1-1-1-16,-1 2-3 0,5 1 0 16,-3-1 4-16,1 0-4 0,-1 0 4 0,0-1 0 0,5 1-1 15,-5-2-1-15,6 2 4 0,-6 0 1 0,7 2-3 16,-1-2-1-16,-4-2 1 0,3 0 1 0,0 2 2 16,0 0-2-16,1 0 0 0,0-1-2 0,-1-1 1 15,-2 2 0-15,2 0 2 0,-1 0-2 0,-3 0 1 16,0 0 4-16,2 0-1 0,-1-1 0 0,-1 1-3 15,3-2 3-15,-3 1-7 0,-3 0 4 0,5 1 1 16,-7-2-2-16,4 2 1 0,-3-2-5 0,-1 2-1 16,-9 0 5-16,16 2 1 0,-8-2 1 0,-8 0-1 15,13-2-2-15,-13 2 2 0,10 0 4 0,-10 0 0 16,9-1 3-16,-9 1 0 0,0 0-2 0,0 0 2 16,9 0-3-16,-9 0 1 0,0 0 0 0,0 0-4 15,0 0-3-15,8-1 4 0,-8 1-3 0,0 0-2 0,0 0-10 16,0 0-14-16,0 0-13 0,0 0-18 0,0 0-16 15,0 0-20-15,0 0-47 0,0 0-29 0,0 0-158 16,0 0-350-16,0 0 154 0</inkml:trace>
  <inkml:trace contextRef="#ctx0" brushRef="#br0" timeOffset="724.96">24617 12194 25 0,'0'0'25'0,"0"0"-8"15,7-4-4-15,-7 4-3 0,0 0-2 0,0 0-5 16,5-4-10-16,-5 4-9 0,0 0-17 0,0 0 8 15</inkml:trace>
  <inkml:trace contextRef="#ctx0" brushRef="#br0" timeOffset="1340.94">24584 11805 42 0,'-7'-5'119'0,"7"5"-5"0,-7-6-6 0,7 6 4 0,-6-6-4 16,6 6-4-16,-8-6-1 0,8 6 1 0,-6-5-8 15,6 5-4-15,-4-5-12 0,4 5-3 0,0 0-7 16,0 0-7-16,-5-5-7 0,5 5-9 0,0 0-1 16,0 0-8-16,0 0-1 0,0 0 0 0,0 0-6 15,0 0 20-15,-7-5-19 0,7 5 0 0,0 0-12 16,0 0 4-16,0 0-7 0,0 0-1 0,0 0 0 15,0 0-2-15,28 0 3 0,-13 0 2 0,5 0 5 16,9 0-3-16,2-2-3 0,1-1-2 0,1-1 1 16,0 2-9-16,2-2 7 0,-4 0 2 0,1 0-4 15,1 1 6-15,-1 0-6 0,-5 0 4 0,2 0 1 16,-9 3 1-16,-2-1 2 0,1-1 2 0,1 1 2 16,-6 0 2-16,0-2 1 0,-2 3 2 0,1-2-1 15,0 1-2-15,-3-1-4 0,3 2 1 0,-8 0 0 16,-5 0-2-16,14-1 5 0,-14 1 6 0,8-2 6 15,-8 2 4-15,0 0 4 0,12 0 2 0,-12 0 0 16,0 0-6-16,6-2 4 0,-6 2-1 0,0 0-3 0,0 0 1 16,0 0-3-16,0 0-6 0,0 0-4 15,0 0-3-15,0 0-1 0,9 0-6 0,-9 0-7 0,0 0-3 16,0 0-9-16,0 0-11 0,0 0-12 0,0 0-10 16,0 0-21-16,0 0-27 0,0 0-26 0,0 0-25 15,0 0-25-15,0 0-19 0,0 0-17 16,0 0-185-16,0 0-407 0,0 0 180 0</inkml:trace>
  <inkml:trace contextRef="#ctx0" brushRef="#br0" timeOffset="3241.1">24353 15672 16 0,'-14'-2'85'0,"0"2"-8"0,-4 0 1 0,0-2-12 16,-2 4-1-16,0 0-21 0,1-1 9 0,-1 1-16 16,-2 0-4-16,3 1-9 0,-4 1-4 0,1-2-2 15,2 3 1-15,-1 1-5 0,2-2-8 0,1 0-1 16,-1-1-5-16,4 2-4 0,-2 0-1 0,0 2-7 16,3-4-6-16,4 1-7 0,-3-1 5 0,2 2-14 15,-1-1-19-15,1-1-29 0,-1 2-89 0,1 1 41 16</inkml:trace>
  <inkml:trace contextRef="#ctx0" brushRef="#br0" timeOffset="3710.29">23688 15873 22 0,'0'0'123'0,"0"0"-1"0,0 0-10 0,0 0-20 15,0 0 7-15,0 0-8 0,0 0-2 0,0 0-2 16,0 0-11-16,0 0 4 0,0 0-1 0,0 0-4 16,0 0-4-16,0 0-3 0,0 0-3 0,0 0-1 15,0 0-2-15,0 0-8 0,0 0-4 0,0 0-4 16,0 0 3-16,0 0-3 0,0 0-1 0,0 0 2 15,0 0-6-15,0 0 1 0,0 0-5 0,0 0-1 16,0 0 0-16,0 0-3 0,0 0-4 0,0 0 3 16,0 0-8-16,0 0 0 0,0 0 1 0,0 0 2 15,0 0-8-15,0 0 0 0,0 0-5 0,0 0 2 16,0 0-3-16,0 0 0 0,0 0-7 0,0 0 7 16,0 0-2-16,0 0-4 0,0 0 1 0,8 7-3 15,-8-7 0-15,0 0-1 0,8 3-2 0,-8-3 3 16,0 0-2-16,0 0-1 0,6 2 1 0,-6-2-1 15,0 0 1-15,6 4-1 0,-6-4 2 0,7 4-2 16,-7-4 1-16,7 3 0 0,-7-3 2 0,9 2-7 16,-9-2 6-16,11 4-7 0,-5-4-6 0,-6 0-14 15,13 3-18-15,-7 0-8 0,3 0-9 0,-1-1-8 16,-3 0-12-16,3 1-20 0,-1-1-12 0,-7-2-7 16,8 6-6-16,-2-4 0 0,-6-2-7 0,5 7-98 15,-5-7-247-15,4 5 109 0</inkml:trace>
  <inkml:trace contextRef="#ctx0" brushRef="#br0" timeOffset="5158.09">23808 16000 146 0,'-6'-3'192'0,"6"3"-18"16,-5-5-18-16,5 5-6 0,0 0-10 0,0 0-7 15,-9-6-6-15,9 6-8 0,0 0-9 0,-6-3-10 16,6 3-5-16,0 0-2 0,0 0-8 0,0 0-6 16,0 0-5-16,0 0-3 0,-3-7-6 0,3 7-5 15,0 0-5-15,0 0-7 0,0 0-5 0,0 0 3 16,0 0-11-16,0 0-2 0,0 0-4 0,0 0-4 15,-5-6-2-15,5 6 2 0,0 0-5 0,0 0-3 16,0 0-1-16,0 0-4 0,0 0-1 0,0 0 0 16,0 0 2-16,0 0-3 0,0 0 0 0,0 0-1 15,0 0-2-15,0 0 0 0,0 0-2 0,0 0 1 16,0 0-5-16,0 0 3 0,0 0-1 0,0 0 0 16,0 0-1-16,0 0 3 0,0 0-4 0,0 0-1 15,0 0 3-15,0 0 0 0,0 0-2 0,27 1 2 16,-20-2-3-16,4 1 4 0,0 0-2 0,2 0-2 15,1 1 6-15,4-1-4 0,1 1 5 0,-1-1 6 16,2-1 0-16,9 2-1 0,-8-2 3 0,7 1-13 16,0-1-2-16,3-2-2 0,-3 2 5 0,2 1-1 0,0-4-1 15,0 3 5-15,2-3-2 0,0 1-1 0,-2 0-6 16,1 2 8-16,-3 0-3 0,0 0-2 16,2 1-1-16,-2 0 3 0,0-3-2 0,-7 2 0 15,14 2 3-15,-6 1 0 0,-1-2 0 0,-7-2 0 16,1 1-2-16,-1 2 2 0,2 1-4 0,3-4-2 15,-4 1 2-15,-3 0 1 0,0-1 0 0,4 1-1 0,-4 1 0 16,0-1 4-16,-1 0-1 0,3 2-1 16,-4 0 1-16,-1-2-4 0,-3 2 1 0,2-2 0 15,-2 1-1-15,5 1 8 0,-7 0-8 0,0-1 2 16,0 2-2-16,1-1 4 0,-1-1-2 0,3 1-3 0,-2 1 4 16,0-2-2-16,-1 1 0 0,0 0 0 15,3 0 0-15,-1-1 2 0,-1 0 0 0,1 1 2 16,0-1-1-16,-1 0 0 0,3 0-1 0,-3 0 2 0,4 0-3 15,3 2 0-15,-1-1 1 0,-4-1 0 16,-1 0 2-16,1 0-2 0,-1 2 5 0,1-1-9 16,-1 0 4-16,5-1-2 0,-6 1 4 0,1 1-2 15,1-2 1-15,-3 2-1 0,1 0 4 0,2 0 1 0,-3 1-6 16,3-3 0-16,0 0-1 0,-2 1-2 16,1-1 4-16,3 1 1 0,-4-1-3 0,0 4 13 15,1-3-3-15,0-2 1 0,-1 2 4 0,1-1-8 0,0-1-3 16,-2 1 3-16,1 1 0 0,0 1 2 15,-1-2-5-15,0 0 4 0,1 0-4 0,-2 0 2 16,3 1-1-16,-3-1 2 0,-1 1-2 0,3-2-2 16,-4 2 3-16,4-1 2 0,1 0 0 0,-2 3 2 15,1-2-6-15,-1-2 6 0,0 1-3 0,0 2-4 16,1-1 3-16,-4 1-1 0,3-2-3 0,1 1 3 0,-3-1-1 16,0 2 2-16,2-2-3 0,0 2 3 0,-2-2-3 15,-1 3 1-15,2-2 1 0,-1-1-2 16,1 1 2-16,3-2-6 0,-7 1 6 0,8 0-3 15,-5 0 0-15,0 1 1 0,3-1-3 0,-2-1 6 0,-1 1-2 16,-9 0-3-16,19 2-1 0,-9-2 6 0,0 0-7 16,-1 0 5-16,-9 0-3 0,19-2 2 15,-9 2-1-15,-3 2 0 0,1 0 5 0,-8-2 2 16,18-2-10-16,-9 0 6 0,3 2-4 0,-7-1 2 16,8-1-3-16,-13 2 3 0,14 0-2 0,-6-1 2 15,-8 1-2-15,13 0-2 0,-5 1 3 0,-1-1 0 0,1 2-1 16,-8-2 0-16,21 0 6 0,-13 0 5 15,-1 0-2-15,5 0 5 0,-4 1-6 0,1 0 6 16,-2 0-1-16,-7-1-4 0,16 0 3 0,-10-1-7 16,-6 1-1-16,14 1-2 0,-5-1 0 0,-9 0 5 15,17 0-1-15,-7 0 1 0,1 0 0 0,-4 0 1 0,5 0 1 16,-2 0-2-16,1-1-2 0,-1 0 1 16,-2 2 2-16,1 0-2 0,1-1 0 0,-10 0 0 15,17-2-5-15,-10 2 2 0,3-3 2 0,0 2-2 16,-3 0 0-16,-7 1-2 0,16 1 2 0,-7-2 0 15,-3-2 0-15,6 3-1 0,-12 0-3 0,15-3 2 0,-10 2 4 16,-5 1 0-16,16 1-4 0,-10 1 1 16,-6-2-2-16,13-3 4 0,-3 3-4 0,-10 0 0 15,11 1 1-15,-4-1 3 0,-7 0-5 0,11-1 4 16,-11 1 1-16,9-1-2 0,-9 1 1 0,0 0-1 16,11-1-2-16,-11 1 1 0,0 0 5 0,10-1 5 15,-10 1-6-15,8 1 3 0,-8-1 1 0,0 0-1 0,13-3 2 16,-13 3-1-16,8-2-2 0,-8 2-2 0,6-3 1 15,-6 3 4-15,0 0-3 0,11 1-1 16,-11-1 10-16,0 0-11 0,9-2-2 0,-9 2 3 16,0 0-2-16,10 0 1 0,-10 0-3 0,0 0 3 0,0 0 0 15,10-2-1-15,-10 2-6 0,0 0 5 16,7 2 5-16,-7-2 3 0,0 0-3 0,0 0-1 16,0 0 3-16,0 0-1 0,10 1 5 0,-10-1-3 0,0 0-5 15,0 0 3-15,0 0 14 0,0 0-5 0,0 0 3 16,8 1-7-16,-8-1 1 0,0 0 2 0,0 0-5 15,0 0-1-15,0 0-7 0,0 0 5 0,0 0-3 16,0 0-14-16,0 0-23 0,0 0-32 0,0 0-41 16,0 0-51-16,0 0-74 0,0 0-64 15,-35 3-189-15,14-3-520 0,-8 1 231 0</inkml:trace>
  <inkml:trace contextRef="#ctx0" brushRef="#br0" timeOffset="66975.37">25249 14436 14 0,'0'0'96'15,"0"0"-4"-15,0 0 3 0,0 0-12 0,0 0-7 16,0 0-1-16,0 0-6 0,0 0-11 0,0 0 7 0,0 0-8 16,0 0-5-16,6-4-12 0,-6 4 24 15,0 0-9-15,0 0 1 0,0 0-7 0,0 0 3 16,0 0 1-16,9 2-4 0,-9-2-4 0,0 0-2 0,0 0 4 16,0 0-5-16,0 0 0 0,0 0-5 15,0 0 2-15,0 0-4 0,10 2-5 0,-10-2 1 16,0 0-5-16,0 0 4 0,0 0 0 0,0 0-3 15,0 0-5-15,0 0-2 0,0 0 1 0,0 0-4 0,0 0 1 16,8 4 0-16,-8-4 2 0,0 0-6 0,0 0 1 16,0 0-6-16,0 0 4 0,5 3-3 15,-5-3-2-15,0 0 3 0,0 0-4 0,0 0 3 0,0 0-3 16,8 2-7-16,-8-2-7 0,0 0-4 0,12-6-8 16,-6 2-23-16,-1 1-29 0,5-2-23 15,0-1-20-15,-1 0-30 0,-2-4-105 0,5-2-270 0,4-1 120 16</inkml:trace>
  <inkml:trace contextRef="#ctx0" brushRef="#br0" timeOffset="70329.14">24980 16727 101 0,'3'-10'134'16,"-3"10"-4"-16,0 0 1 0,0 0-9 0,0 0-7 16,0 0-6-16,0 0-11 0,0 0 1 0,0 0-15 15,0 0-8-15,0 0 0 0,0 0-5 0,0 0-8 16,0 0-3-16,0 0 0 0,0 0-7 15,0 0-1-15,0 0-6 0,0 0-5 0,0 0 3 0,0 0-7 16,0 0-2-16,0 0 0 0,0 0 2 0,0 0-6 16,0 0-2-16,0 0 0 0,0 0 0 15,0 0-1-15,0 0-3 0,0 0-2 0,0 0 4 16,0 0-9-16,0 0 2 0,0 0-2 0,0 0-3 0,0 0-1 16,0 0-8-16,0 0 5 0,0 0 0 0,0 0 0 15,0 0-1-15,0 0 1 0,0 0-5 0,0 0-4 16,0 0 1-16,0 0 0 0,0 0-9 0,0 0-2 15,0 0-2-15,0 0-1 0,0 0-8 0,0 0-2 16,0 0-7-16,0 0-5 0,0 0-3 0,-8-2-9 16,8 2-3-16,0 0-8 0,-9-2-3 0,9 2 5 15,0 0-13-15,-10-1 0 0,10 1-4 0,-9-1-8 16,9 1-17-16,-11 1-19 0,11-1-1 0,-18 1 6 16,10-1-79-16,-1 2-205 0,-2-2 90 0</inkml:trace>
  <inkml:trace contextRef="#ctx0" brushRef="#br0" timeOffset="70739.94">24630 16726 97 0,'0'0'112'0,"0"0"5"0,-11 0-1 0,11 0-1 15,0 0-2-15,0 0-19 0,0 0-4 0,0 0-6 16,0 0-5-16,0 0-10 0,0 0-7 0,0 0 12 16,0 0-13-16,0 0 13 0,27-4 2 15,-13 3-6-15,-1 1-2 0,5-2-5 0,2 2-3 16,8 0 3-16,-1-6 0 0,2 2 3 0,4 3-3 15,3 0 4-15,1-1-2 0,1 0-4 0,12-1-3 0,1 1 1 16,-13-2-6-16,14 7-3 0,-14-8-6 0,1 3-1 16,0 4-6-16,-1-4-4 0,-2 2-9 15,-4 0-6-15,1-2-2 0,-6 2 1 0,-5 0-8 16,-1 0 0-16,-4 1-8 0,2 0-3 0,-8 2-5 0,-2-2-1 16,2 0-5-16,-2 2-6 0,0-3-9 0,-9 0-5 15,9 1 0-15,-9-1-18 0,0 0-15 0,9 3-15 16,-9-3-23-16,0 0-21 0,0 0-33 0,0 0-19 15,0 0-108-15,0 0-309 0,0 0 137 16</inkml:trace>
  <inkml:trace contextRef="#ctx0" brushRef="#br0" timeOffset="72585.72">24043 15766 82 0,'0'0'93'0,"0"0"-12"16,0 0-6-16,0 0-2 0,-1 11-6 0,1-11-1 16,0 0-10-16,0 0-3 0,0 0-15 0,0 0 8 15,0 0-11-15,0 0-6 0,0 0 10 0,0 0-14 16,1 7-4-16,-1-7-21 0,0 0-1 16,0 0-8-16,0 0-10 0,0 0-6 0,-3 9-11 0,3-9-10 15,0 0-22-15,0 0-45 0,0 0-122 16,-12 1 54-16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32:18.264"/>
    </inkml:context>
    <inkml:brush xml:id="br0">
      <inkml:brushProperty name="width" value="0.05292" units="cm"/>
      <inkml:brushProperty name="height" value="0.05292" units="cm"/>
      <inkml:brushProperty name="color" value="#FF0000"/>
    </inkml:brush>
  </inkml:definitions>
  <inkml:trace contextRef="#ctx0" brushRef="#br0">13262 11200 22 0,'0'0'45'15,"2"-10"-2"-15,-2 10 3 0,0 0 3 0,0 0-9 16,0-9-1-16,0 9-3 0,0 0-1 0,0 0-7 16,2-8 11-16,-2 8-5 0,0 0-8 0,0 0 1 15,0 0-4-15,0 0 0 0,0 0-1 0,0 0 0 16,0 0-4-16,-2-11 6 0,2 11-12 0,0 0 5 15,0 0-3-15,0 0-3 0,0 0 2 0,0 0-7 16,-3-5 2-16,3 5-1 0,0 0-4 0,0 0-1 16,0 0 12-16,0 0-3 0,0 0-7 0,0 0-2 15,-5-6 8-15,5 6-7 0,0 0 6 0,0 0 6 16,0 0-5-16,0 0-12 0,0 0 14 0,0 0-5 0,0 0 7 16,0 0-3-16,0 0 2 0,0 0-18 15,0 0 8-15,0 0 2 0,0 0 6 0,0 0-6 16,0 0 4-16,0 0-4 0,0 0-2 0,0 0-2 0,0 0 9 15,0 0-2-15,0 0-10 0,0 0 4 16,0 0 2-16,0 0-4 0,0 0 4 0,0 0-2 16,0 0 2-16,0 0-9 0,0 0 8 0,0 0-4 15,0 0-10-15,0 0 12 0,0 0 8 0,0 0-3 0,0 0-5 16,0 0 5-16,0 0-10 0,0 0 9 0,0 0 3 16,0 0-9-16,0 0-1 0,0 0 5 0,0 0-1 15,0 0 1-15,0 0-4 0,0 0 7 16,0 0-5-16,0 0 3 0,0 0-5 0,0 0 3 15,0 0-4-15,0 0 2 0,0 0 3 0,0 0-3 0,0 0 5 16,0 0-9-16,0 0 0 0,0 0 1 0,0 0 2 16,0 0 5-16,0 0-7 0,0 0 5 0,0 0-1 15,0 0-5-15,0 0 5 0,0 0 0 0,0 0 4 16,0 0-5-16,0 0 3 0,0 0-3 0,0 0 3 16,0 0 1-16,0 0-7 0,0 0 1 0,0 0-2 15,0 0-1-15,0 0-5 0,0 0-9 0,0 0-2 16,0 0-5-16,0 0-7 0,0 0-6 0,0 0-6 15,0 0-10-15,0 0-7 0,0 0-48 0,0 0-119 16,0 0 53-16</inkml:trace>
  <inkml:trace contextRef="#ctx0" brushRef="#br0" timeOffset="1457.43">13324 13398 6 0,'0'0'43'0,"0"0"-6"0,0 0-5 0,0 0 0 16,0 0-2-16,0 0-8 0,0 0-1 15,0 0 0-15,0 0-2 0,0 0-6 0,0 0-2 16,0 0 0-16,0 0-2 0,0 0 2 0,0 0-1 0,0 0-2 15,0 0 2-15,0 0 0 0,0 0 0 0,0 0-2 16,0 0 0-16,0 0-7 0,0 0 3 16,0 0 0-16,0 0-1 0,0 0 2 0,0 0-4 15,0 0 1-15,0 0-1 0,0 0 1 0,0 0-1 0,0 0-2 16,0 0 1-16,0 0 1 0,0 0-2 0,0 0 6 16,0 0-10-16,0 0 6 0,0 0 1 0,0 0 1 15,0 0 3-15,0 0-6 0,0 0-4 0,0 0 6 16,0 0-4-16,0 0 1 0,0 0 0 0,0 0 1 15,0 0 0-15,0 0 0 0,0 0-3 0,0 0 5 16,0 0 4-16,0 0-4 0,0 0-1 0,0 0-6 16,0 0 3-16,0 0 5 0,0 0-5 0,0 0 1 15,0 0-2-15,0 0 2 0,0 0 1 0,0 0 4 16,0 0-4-16,0 0-1 0,0 0 2 0,0 0-6 16,0 0 11-16,0 0 0 0,0 0 0 0,0 0-5 15,0 0 0-15,0 0-1 0,0 0 0 0,0 0 0 16,0 0-5-16,0 0 5 0,0 0-2 0,0 0 3 15,0 0-1-15,0 0-4 0,0 0 6 0,0 0-2 16,0 0 1-16,0 0 0 0,0 0-2 0,0 0-2 16,0 0 2-16,0 0 3 0,0 0-3 0,0 0-1 15,0 0 2-15,0 0-3 0,0 0 4 0,0 0-4 16,0 0 7-16,0 0-8 0,0 0 1 0,0 0 4 16,0 0-4-16,0 0 4 0,0 0-2 0,7 3-3 15,-7-3 8-15,0 0-2 0,0 0 0 0,0 0-2 16,0 0 0-16,0 0-2 0,0 0 5 0,0 0-4 15,0 0 2-15,0 0 0 0,2 6-3 0,-2-6 0 16,0 0 3-16,0 0 0 0,0 0-5 0,0 0 7 16,0 0 0-16,0 0-6 0,0 0-1 0,0 0 1 15,0 0 4-15,0 0-1 0,0 0-2 0,0 0 2 16,0 0 0-16,0 0-3 0,0 0 0 0,0 0 3 16,0 0 3-16,0 0-1 0,0 0-1 0,0 0-1 15,0 0-1-15,0 0 1 0,0 0 2 0,0 0-2 16,0 0 4-16,0 0-1 0,0 0 0 0,0 0-2 15,0 0 0-15,0 0-4 0,0 0 1 0,0 0 5 16,5 4-4-16,-5-4-1 0,0 0 4 0,0 0-4 16,0 0-3-16,0 0 3 0,0 0-2 0,0 0 4 15,0 0 5-15,0 0-5 0,0 0-1 0,0 0 2 16,0 0-2-16,0 0 2 0,4 6-6 0,-4-6 7 16,0 0-10-16,6 3-4 0,-6-3-7 0,0 0-17 15,4 7-18-15,-4-7-59 0,0 0 26 0</inkml:trace>
  <inkml:trace contextRef="#ctx0" brushRef="#br0" timeOffset="2463.9">13530 13636 21 0,'0'0'71'15,"3"-5"-2"-15,-3 5-3 0,0 0-8 0,0 0-6 16,3-6-2-16,-3 6-6 0,0 0-3 0,0 0 2 16,0 0-3-16,0 0-4 0,0 0 1 0,0 0 1 15,0 0-3-15,0 0-5 0,0 0-1 0,0 0 2 0,0 0-3 16,0 0-6-16,0 0-2 0,0 0-6 15,0 0 12-15,0 0-14 0,0 0 4 0,0 0-6 16,0 0 0-16,0 0 6 0,0 0 2 0,0 0-14 16,0 0 7-16,0 0-5 0,0 0 3 0,0 0 0 0,0 0-1 15,0 0-2-15,0 0 8 0,0 0-13 0,0 0 6 16,0 0 2-16,0 0 3 0,0 0-8 0,0 0 4 16,0 0 1-16,0 0-7 0,0 0-3 0,0 0 6 15,0 0 1-15,0 0-2 0,0 0 3 16,0 0-3-16,0 0 0 0,0 0-1 0,0 0 2 0,0 0 7 15,0 0-3-15,0 0 6 0,0 0-3 16,0 0 5-16,0 0 1 0,0 0-1 0,0 0 2 16,0 0 15-16,0 0-17 0,0 0 3 0,0 0-5 15,0 0 1-15,0 0-3 0,0 0 2 0,0 0 2 0,0 0-3 16,10 0-2-16,-10 0 13 0,0 0-10 16,0 0-2-16,0 0-5 0,0 0 6 0,11 0 1 15,-11 0 5-15,0 0-3 0,12-1-1 0,-12 1-8 0,0 0 2 16,7-1 2-16,-7 1 0 0,0 0-2 0,0 0-3 15,0 0-2-15,0 0 5 0,9 0-6 0,-9 0 7 16,0 0-10-16,0 0 3 0,0 0-3 0,0 0 2 16,0 0-7-16,0 0 8 0,0 0-4 15,0 0-2-15,0 0 3 0,0 0-3 0,0 0 2 0,0 0 6 16,6 3-7-16,-6-3 3 0,0 0 2 0,0 0-3 16,0 0 1-16,4 5 4 0,-4-5-6 0,0 0 8 15,0 0-5-15,0 0 3 0,6 5-1 0,-6-5-2 16,0 0 3-16,0 0 0 0,4 4-4 15,-4-4-1-15,0 0 4 0,0 0 1 0,9 3 2 0,-9-3 9 16,0 0 1-16,10-2 10 0,-10 2 2 0,10-5-3 16,1 0 0-16,-2 0 3 0,3-2-2 0,1-1 1 15,5-2-1-15,-1-2-4 0,4-6-3 0,6 0 1 16,-4 0-4-16,1-3-1 0,1 1-1 0,0-2-2 16,-3 0 3-16,0 0-6 0,1 1 2 0,-3-1 0 15,-4 3-1-15,-2 4 1 0,-2 4-7 0,0-2 5 16,-5 4-3-16,0 2 1 0,1 0-1 0,-3 1-3 15,-2 3 2-15,1-1-2 0,-4 4-2 0,7-5-1 16,-7 5 0-16,2-7 11 0,-2 7-13 0,0 0 0 16,4-8 0-16,-4 8 0 0,0 0-3 0,0 0-4 15,0 0 0-15,0 0 1 0,0 0 3 0,0 0-4 16,0 0-10-16,0 0-12 0,7 15-16 0,-7-6-18 16,0 1-40-16,0 2-17 0,-3 4-17 0,-3 2-9 15,2 0-123-15,-5 7-289 0,-3-2 129 0</inkml:trace>
  <inkml:trace contextRef="#ctx0" brushRef="#br0" timeOffset="3584.69">13906 10994 25 0,'0'0'51'0,"-9"3"5"0,9-3-5 0,0 0 4 0,-9 2-11 16,9-2 10-16,0 0 5 0,-7 2 4 16,7-2 3-16,0 0-5 0,-9 2-2 0,9-2 0 15,0 0-2-15,0 0 2 0,0 0-5 0,0 0-4 0,0 0-1 16,-9 1 1-16,9-1-9 0,0 0 5 16,0 0-2-16,0 0 1 0,0 0 0 0,0 0 4 0,0 0-2 15,0 0-14-15,0 0 2 0,0 0 7 0,0 0 0 16,0 0 1-16,0 0-3 0,0 0-4 0,0 0 1 15,0 0-4-15,0 0 5 0,0 0-2 0,0 0-5 16,0 0-1-16,0 0 2 0,0 0-3 0,0 0 4 16,0 0-2-16,0 0-4 0,0 0 2 0,0 0-1 15,0 0-3-15,0 0-2 0,0 0 0 0,0 0-4 16,0 0 1-16,0 0-1 0,21-21-2 0,-13 13-4 16,3 1 0-16,3-1-4 0,1-3 0 0,2 1-2 15,-2 0 3-15,3-1-6 0,0 0-1 0,0 0 1 16,0 0 4-16,0 0-4 0,6-3-1 0,-9 5-2 15,4-2-1-15,-1 0 5 0,0 1-4 0,5-4 0 16,-3 6 5-16,-4-2-2 0,2 1-3 0,-5 2 3 16,-1-1-6-16,1 3 4 0,-2-2 2 0,0 0-7 15,-2 2 5-15,0-1-3 0,-1 3-11 0,-4 1-2 16,-4 2-13-16,11-5-11 0,-11 5-30 0,6-3-26 16,-6 3-24-16,0 0-24 0,6-2-20 0,-6 2-107 15,0 0-289-15,0 0 129 0</inkml:trace>
  <inkml:trace contextRef="#ctx0" brushRef="#br0" timeOffset="4229.47">13645 9239 60 0,'0'0'156'0,"-6"-11"-3"15,6 11-4-15,-7-6-9 0,7 6-16 0,-5-7-11 0,5 7-17 16,0 0-9-16,-2-11-10 0,2 11-9 15,0 0-4-15,7-11-11 0,-5 5-3 0,3 0-4 16,3-4-4-16,1 2-9 0,5-4-1 0,4 0-3 0,4-3-2 16,1 1-2-16,4 0-4 0,-2 1-7 0,-3 1 4 15,5-1-1-15,-9 5-4 0,1-3-2 16,0 4 2-16,-1-3-2 0,0 4-3 0,-2-3-1 16,-1 2 0-16,-1 4-5 0,-3-2-2 0,-2 1-15 0,1 2-21 15,-4-1-27-15,0 0-32 0,-6 3-22 0,9-2-26 16,-9 2-74-16,0 0-233 0,0 0 103 0</inkml:trace>
  <inkml:trace contextRef="#ctx0" brushRef="#br0" timeOffset="4680.84">13773 8471 11 0,'0'0'67'0,"-11"-6"-12"15,11 6-8-15,-6-2-14 0,6 2-2 0,-8-3-2 16,8 3-4-16,0 0-8 0,-8-2-3 0,8 2-2 15,0 0-5-15,0 0 5 0,0 0-9 0,-9-1 2 0,9 1 0 16,0 0-1-16,0 0 2 0,0 0 3 0,0 0 7 16,0 0 1-16,13-12-2 0,-3 5 1 15,0 1-7-15,6-3-1 0,2 0-3 0,5-6 1 16,4-1-2-16,2 2 0 0,3-2-7 0,-3-2-2 0,4 0-3 16,-1 4-4-16,-1-3 7 0,-4 2-1 15,-1 0-3-15,-3 1-7 0,-7 7 8 0,0-2-1 0,-4 3 2 16,0-1 3-16,-3 3-2 0,1-2-3 15,-1 0-1-15,-3 1 6 0,1 3-1 0,-3-1-2 0,-4 3 5 16,11-5 2-16,-11 5 0 0,7-4-1 16,-7 4-2-16,5-2 1 0,-5 2 0 0,6-2-10 15,-6 2-2-15,0 0 2 0,14 5 0 0,-12-1 3 16,-2-4 6-16,5 10-46 0,-3 0-51 0,-2-4 23 0</inkml:trace>
  <inkml:trace contextRef="#ctx0" brushRef="#br0" timeOffset="8550.86">16607 10161 24 0,'0'0'37'16,"0"0"3"-16,-10 0-5 0,10 0-5 0,0 0 2 15,0 0-5-15,-11-2 6 0,11 2-7 0,0 0 1 16,-11 0 0-16,11 0-1 0,0 0-5 0,-12 0-1 15,12 0 0-15,0 0 0 0,-9 2 0 0,9-2-2 0,0 0-1 16,-10 0-5-16,10 0 1 0,-9 0 0 16,9 0 3-16,0 0-2 0,-9 2 5 0,9-2 4 0,0 0 1 15,0 0-5-15,-11 0-3 0,11 0 3 0,0 0 4 16,0 0-8-16,0 0-3 0,0 0 4 16,-9 0-5-16,9 0 0 0,0 0 3 0,0 0 4 0,0 0-3 15,0 0 5-15,0 0-2 0,0 0 3 16,0 0 4-16,-5 4 0 0,5-4-3 0,0 0 1 15,0 0-1-15,0 0-1 0,0 0-2 0,0 0-5 0,0 0 2 16,0 0 3-16,0 0-5 0,0 0 4 0,0 0 3 16,25-4-5-16,-13 2 9 0,1 0-1 0,5-1 0 15,2-2-1-15,-1 0-4 0,9 1 4 16,-6 1 1-16,5-1-6 0,-4 0 5 0,-4-1-7 16,14 1-2-16,-3 0 0 0,-1 1 1 0,2-2-7 0,-2 4 6 15,-1 1-8-15,0-1 8 0,-1 0-6 0,1 1 0 16,0 1-9-16,-1-1 7 0,3 1 0 0,-2-1 1 15,-1 5-6-15,1-1 6 0,1-2-3 0,2 0 3 16,-2-1-5-16,1 2 6 0,-2-2-5 0,0 3 4 16,1-2-4-16,-1 0-1 0,2-1 2 0,-2-1-2 15,-1 0 2-15,-4 0 1 0,0 3-3 0,3-3 4 16,4 0-3-16,-3 0-2 0,1 0-2 0,-1 1 1 16,3-1 2-16,1 2-1 0,-1-4 3 0,3 2 0 15,-4 0-1-15,3-1 6 0,-1 1-5 0,1 0-1 16,-2 0 2-16,5 0-4 0,-5 1 5 0,2-2-3 0,0 1 4 15,0 1-3-15,3-2-1 0,-3-1 3 0,2 0 4 16,1 0 1-16,-2 1 6 0,0-3-4 16,1 3-4-16,0 0 5 0,-3 1-4 0,-1 0 2 0,2 1-1 15,-2-2 3-15,-1 1-7 0,-1 2 2 0,2-1 0 16,-9-1 0-16,7-1-2 0,-6 2-2 0,0 1 2 16,0-1 0-16,-1 0-2 0,6 1 3 0,-6-1-1 15,7-1 3-15,-5 1 0 0,-4 1-2 0,9-4 8 16,-5 2-3-16,-1 0-9 0,-1 0 1 0,5 2 3 15,-4-2 1-15,-1-2 0 0,-1 4 4 0,1-2-8 16,1 1 8-16,0 1-8 0,-2 0 4 0,7-2-3 16,-8 0 3-16,2 0 0 0,0 0 0 0,0 1-1 15,-4-1 1-15,3 1 5 0,-1-1 0 0,-2 1-4 16,3-2 0-16,-2 1-1 0,0-1 5 0,-1 1-6 16,3 1-1-16,-1-1 0 0,-1 0 5 0,4-1-6 15,-2 2-1-15,-3-1 1 0,2 0 2 0,-1 0-2 16,1 0 2-16,1-1 0 0,-1 2-4 0,0-1 2 15,0 0 3-15,-1 1 1 0,-1-3-2 0,-4 4-3 16,5-5 1-16,-5 3 1 0,6 2 3 0,-7-1-1 16,2-2 1-16,0 2-2 0,-3-1-1 0,3 2 1 15,-1-2-1-15,-1 0 3 0,-2 0-4 0,1-2 0 16,3 1 6-16,-2 1-5 0,2 1 10 0,-2-2-8 0,-1 0 1 16,3 1-1-16,-5 0 0 0,4 0-1 15,-3 1 2-15,2-2-1 0,-1 1-1 0,-3 1-3 16,-1-1 0-16,-7 0 0 0,16 0 4 0,-10 1 3 0,3-4-4 15,-9 3 1-15,15 1-1 0,-15-1 1 0,12 1 2 16,-12-1-2-16,11 0 0 0,-4 1-1 0,-7-1 2 16,7 2 1-16,-7-2-2 0,0 0 3 0,9 0-2 15,-9 0 5-15,0 0 10 0,0 0-6 0,0 0 0 16,8 1 2-16,-8-1 4 0,0 0-2 0,0 0 0 16,0 0 5-16,0 0-1 0,0 0 3 0,0 0 4 15,0 0 1-15,0 0-1 0,0 0-1 0,0 0-1 16,0 0-4-16,0 0-3 0,0 0 1 0,0 0-7 15,0 0 0-15,0 0-4 0,0 0-1 0,0 0-2 16,0 0-5-16,0 0-4 0,0 0 0 0,0 0-14 16,0 0-11-16,0 0-17 0,0 0-13 0,0 0-27 15,0 0-46-15,3 6-48 0,-3-6-42 0,0 0-194 16,0 0-443-16,-16 12 197 0</inkml:trace>
  <inkml:trace contextRef="#ctx0" brushRef="#br0" timeOffset="17197.88">13205 10236 13 0,'0'0'41'0,"0"0"-5"0,0 0-5 16,0 0 2-16,0 0-4 0,0 0-3 0,0 0 1 15,0 0-2-15,0 0 0 0,0 0 0 0,0 0-1 16,0 0-2-16,0 0 1 0,0 0-2 0,0 0 3 15,0 0-2-15,0 0 5 0,0 0-6 0,0 0 2 16,0 0-9-16,0 0 2 0,0 0-7 0,0 0-2 16,0 0 7-16,0 0-2 0,0 0-8 0,0 0-2 15,0 0-3-15,0 0-4 0,0 0-4 0,0 0-9 16,0 0-7-16,0 0-5 0,0 0-11 0,0 0-6 16,0 16-23-16,0-16-77 0,-4 13 34 0</inkml:trace>
  <inkml:trace contextRef="#ctx0" brushRef="#br0" timeOffset="17921.84">13136 11927 41 0,'0'0'53'0,"0"0"-4"0,0 0 1 15,0 0-8-15,0 0-2 0,0 0-8 0,0 0-4 16,2-8-11-16,-2 8 8 0,0 0-3 0,0 0 0 15,0 0-7-15,0 0 1 0,0 0-6 0,0 0-2 16,0 0-8-16,0 0-4 0,0 0-3 0,0 0-4 16,0 0-1-16,0 0-7 0,0 0-18 0,0 0-27 15,0 0-68-15,0 0 30 0</inkml:trace>
  <inkml:trace contextRef="#ctx0" brushRef="#br0" timeOffset="18794.88">13072 12733 38 0,'0'0'55'0,"0"0"-8"0,0 0 1 0,0 0-8 0,0 0-5 16,0 0 0-16,0 0-3 0,0 0-3 15,0 0-3-15,0 0 0 0,0 0-3 0,0 0-1 16,0 0-8-16,0 0 3 0,0 0-3 0,0 0-2 16,0 0-5-16,0 0 4 0,0 0 0 0,0 0 0 0,0 0 4 15,0 0 2-15,0 0-3 0,0 0-4 16,0 0-5-16,0 0 6 0,0 0-3 0,0 0 0 0,0 0-1 15,0 0 2-15,0 0-6 0,0 0-2 16,0 0 2-16,0 0 3 0,0 0-11 0,0 0 10 16,0 0 4-16,0 0-8 0,0 0 0 0,0 0 8 0,0 0-1 15,0 0 0-15,0 0-8 0,0 0 6 0,0 0 1 16,0 0-8-16,0 0 3 0,0 0 0 16,0 0-4-16,0 0 5 0,0 0-3 0,0 0 4 15,0 0-9-15,0 0 1 0,0 0 11 0,0 0-4 0,0 0-7 16,0 0 4-16,0 0 0 0,0 0-3 0,0 0 2 15,0 0 4-15,0 0 1 0,0 0-2 0,0 0-5 16,0 0 6-16,0 0-8 0,0 0 0 0,0 0 4 16,0 0-3-16,0 0-1 0,0 0 4 15,0 0 1-15,0 0-1 0,0 0-2 0,0 0 2 0,0 0 4 16,0 0-1-16,0 0-9 0,0 0 1 0,0 0 6 16,0 0-8-16,0 0-1 0,0 0 9 0,0 0-8 15,0 0 6-15,0 0 2 0,0 0-1 16,0 0-4-16,0 10 4 0,0-10-2 0,0 0 3 0,0 0-3 15,0 0-3-15,0 0 4 0,0 0-1 0,0 0-3 16,0 0-1-16,0 0-5 0,0 0 6 0,5 3-5 16,-5-3 2-16,0 0 6 0,0 0-5 15,0 0-1-15,0 0-2 0,0 0 7 0,0 0-3 0,0 0 2 16,0 0-2-16,5 4 0 0,-5-4 2 0,0 0 2 16,0 0 4-16,0 0-10 0,0 0-1 0,0 0 2 15,0 0 3-15,0 0-4 0,0 0-2 0,0 0 3 16,0 0-2-16,0 0 3 0,0 0 3 0,0 0-5 15,0 0 1-15,0 0 0 0,0 0-3 0,0 0 0 16,0 0-3-16,0 0-3 0,0 0 3 0,0 0-2 16,0 0-5-16,0 0 3 0,0 0-4 0,0 0 1 15,0 0-2-15,6 4 6 0,-6-4-19 0,0 0-39 16,0 0 17-16</inkml:trace>
  <inkml:trace contextRef="#ctx0" brushRef="#br0" timeOffset="24995.91">16454 14369 5 0,'0'0'49'0,"0"0"4"16,-9 1-6-16,9-1-4 0,0 0-3 0,-7 5-7 15,7-5 2-15,-6 4-3 0,6-4-5 0,0 0-3 0,-9 7 0 16,9-7 3-16,-5 5-8 0,5-5-4 0,-7 6 1 16,7-6-3-16,-5 3 2 0,5-3-5 15,0 0 4-15,-5 7-4 0,5-7 6 0,-5 7-3 16,5-7 4-16,0 0-2 0,-4 4 0 0,4-4 7 0,0 0-1 16,-5 4 4-16,5-4 6 0,0 0 2 0,0 0-15 15,-6 5-1-15,6-5-1 0,0 0 0 16,0 0 0-16,0 0 0 0,-6 3-7 0,6-3 10 15,0 0-12-15,0 0 9 0,0 0-5 0,0 0 0 16,0 0-5-16,0 0-3 0,0 0 4 0,0 0 5 0,0 0-2 16,0 0 16-16,0 0-8 0,0 0 14 0,0 0 17 15,0 0-12-15,0 0 1 0,11 11 2 16,-11-11 7-16,9 4 6 0,-2-2-7 0,-7-2 7 16,14 1-2-16,-5 1 0 0,2 0-2 0,-4 0-1 15,4-2 0-15,1 2 5 0,0 0-6 0,-1-1 7 0,2 0-14 16,0 1-3-16,1-2 1 0,0 3 2 0,5-3 0 15,0 0 0-15,0 0-7 0,2 0-1 0,-2 0-2 16,3 0-2-16,-2 1-2 0,1-1-8 16,-1 1-2-16,1-1 1 0,-1 2 0 0,8-2-5 0,-7 0 4 15,8 0-4-15,-1 0-2 0,-7 0 4 0,2 0-4 16,5 0-1-16,-1 0 0 0,2 2-2 16,-7-2 3-16,7 2-4 0,-2-3 1 0,-4 2 0 0,5-1 4 15,0-1-7-15,0 1 3 0,0 1-5 0,-6 2 1 16,0-3 1-16,5 0 1 0,-6 3-2 0,1-1 1 15,-1-1 5-15,-1-1-7 0,2 2 0 0,-3 0-2 16,3 1 2-16,-1-2 0 0,-1 2 0 0,6-3-1 16,-4 0 1-16,5 1-2 0,-8-1 1 15,3 1-1-15,6-5 10 0,-8 6-10 0,10-2-1 0,0 1 2 16,-3-2 1-16,2 1-2 0,0-2-2 0,0 0 2 16,-1-1 0-16,2 2 0 0,-1 1-1 0,2-1-1 15,1-1-1-15,-4-1-1 0,3 3 1 0,-2-3-1 16,-1 2-2-16,1-1 1 0,-1 0 0 0,2-3 1 15,-2 4-1-15,-1-1 1 0,2-1-5 0,-2-3-4 16,1 2-4-16,0 1 5 0,0 0 0 0,-6 0-17 16,7 1 7-16,0-1 1 0,-1 2-3 0,-1 2 0 15,0-3 0-15,-6 0 3 0,7 0 5 0,0-1 1 16,0 2-4-16,2-2 2 0,-2 2 5 0,-1-2-5 16,2 2 1-16,-2 1 3 0,1-1 1 0,-1-1-5 15,1 1 3-15,-6 0 2 0,7 0-1 0,-3-2 5 16,2 1 2-16,0 0-3 0,0 0-2 0,0-1 0 15,-5 2 4-15,4 0-4 0,1 0 2 0,2-1-3 16,-10 2 1-16,8 0-4 0,-7-2-4 0,-2 1-3 16,1 0-2-16,2 0 2 0,-5 2 5 0,3-1 0 15,2 3 1-15,-4-3 0 0,10-1 5 0,-8 1-7 16,1 0 11-16,-2-1-6 0,1 0-1 0,8 2 6 16,-8-2-4-16,3 0 4 0,4-1-1 0,-6-1 2 15,0 2 0-15,-1-1 2 0,3-1 2 0,5-1-1 16,-8 1 3-16,2 0 2 0,0 0 0 0,1 3-5 15,-2-3 4-15,-1 1 5 0,3 0-7 0,-1-1 0 0,-2 1 4 16,2 1 4-16,-3-1-2 0,2 0-1 16,-1 0-2-16,-3 2-1 0,2-3 2 0,-1 3-1 15,0-1-1-15,-6-2-1 0,1 3 2 0,0-1 1 16,0-2 2-16,-2 1-10 0,1 2 6 0,2-3 1 16,-3 2 3-16,2 1-3 0,0-3-4 0,-2 2 3 0,2-2 0 15,-1 2 3-15,-1-1-3 0,1 0-1 0,-3 2 4 16,-2-1-3-16,-7 1 4 0,21-1 1 15,-12 0 6-15,1-1-3 0,-2 1-4 0,-8 1 2 16,11-1 0-16,-11 1-2 0,10-3 1 0,-10 3 0 0,7-1-1 16,-7 1 8-16,0 0-8 0,0 0 2 15,9-2 4-15,-9 2-2 0,0 0 0 0,0 0 2 16,0 0 1-16,7-1-4 0,-7 1 2 0,0 0-6 16,0 0 7-16,0 0 5 0,0 0-7 0,0 0-2 0,0 0-9 15,0 0 3-15,0 0-11 0,0 0-7 0,0 0-13 16,0 0-16-16,0 0-21 0,0 0-23 0,0 0-13 15,0 0-23-15,0 0-94 0,0 0-240 0,0 0 107 16</inkml:trace>
  <inkml:trace contextRef="#ctx0" brushRef="#br0" timeOffset="25329.96">20643 14093 124 0,'0'0'152'0,"0"0"-5"0,0 0 1 15,0 0-10-15,0 0-8 0,0 0-13 0,0 0-13 16,0 0-10-16,2-6-8 0,-2 6-9 0,0 0-10 16,0 0-7-16,0 0-4 0,0 0-8 0,9-1-3 15,-9 1-8-15,8-3 2 0,-8 3-16 0,13-3-12 16,-6 0-12-16,4-1-14 0,0 0-28 0,2-2-11 16,4-2-22-16,0 1-15 0,-1 0-29 0,3-1-98 15,-4 1-235-15,3-1 105 0</inkml:trace>
  <inkml:trace contextRef="#ctx0" brushRef="#br0" timeOffset="32011.86">22679 17339 16 0,'-4'-6'53'0,"4"6"0"16,0 0-4-16,0 0-1 0,0 0-4 0,0 0 0 15,0 0 8-15,0 0-8 0,0 0 6 0,0 0-17 16,0 0 7-16,0 0 9 0,22 1 7 0,-22-1-8 16,10 2-14-16,-3 0 3 0,5-1 1 0,0 1-4 15,8-2 16-15,-5 3-4 0,16-3-3 0,-2 1 8 16,7-1-4-16,-1 0-4 0,17 0 0 0,3-1-9 16,4 1 1-16,0-3 0 0,4 3-5 0,3-3-6 15,0 1 0-15,27 0-20 0,-30 3 2 0,0-2 0 16,3 1-5-16,25 1-16 0,-32-1-13 0,1 1-5 15,1 1-17-15,2-2-16 0,-2 3-9 0,-1 0-23 16,-4 1-66-16,-2-1-177 0,-16-1 79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33:09.227"/>
    </inkml:context>
    <inkml:brush xml:id="br0">
      <inkml:brushProperty name="width" value="0.05292" units="cm"/>
      <inkml:brushProperty name="height" value="0.05292" units="cm"/>
      <inkml:brushProperty name="color" value="#FF0000"/>
    </inkml:brush>
  </inkml:definitions>
  <inkml:trace contextRef="#ctx0" brushRef="#br0">8514 5449 61 0,'-7'-3'61'0,"7"3"7"0,0 0-22 0,-7-4-5 0,7 4-4 16,0 0-5-16,0 0-9 0,0 0-6 16,0 0-4-16,0 0-19 0,0 0-5 0,0 0 0 15,0 0-16-15,5 21-31 0,1-14-62 0,0 3 28 16</inkml:trace>
  <inkml:trace contextRef="#ctx0" brushRef="#br0" timeOffset="751.99">13932 6193 92 0,'0'0'82'0,"0"0"0"0,-11-16-5 0,11 16-1 0,0 0-10 16,0 0-20-16,0 0 9 0,0 0-7 15,0 0-12-15,0 0 4 0,0 0-3 0,0 0-7 16,0 0 0-16,0 0-2 0,0 0-6 0,0 0-6 16,0 0 1-16,0 0 1 0,0 0-10 0,0 0 3 15,0 0 0-15,-6-5 1 0,6 5-10 0,0 0 3 0,0 0-11 16,0 0-11-16,0 0-4 0,0 0 2 16,0 0-4-16,0 0-5 0,0 0-7 0,0 0-7 15,0 0-4-15,0 0-7 0,0 0-57 0,0 0-119 16,0 0 53-16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33:41.931"/>
    </inkml:context>
    <inkml:brush xml:id="br0">
      <inkml:brushProperty name="width" value="0.05292" units="cm"/>
      <inkml:brushProperty name="height" value="0.05292" units="cm"/>
      <inkml:brushProperty name="color" value="#FF0000"/>
    </inkml:brush>
  </inkml:definitions>
  <inkml:trace contextRef="#ctx0" brushRef="#br0">20261 13654 42 0,'0'0'59'0,"-2"-8"-8"0,2 8-9 16,0 0-6-16,0 0-9 0,0 0-8 0,0 0-15 15,0 0-15-15,0 0-35 0,0 0-48 0,13 14 22 16</inkml:trace>
  <inkml:trace contextRef="#ctx0" brushRef="#br0" timeOffset="595.01">25642 15366 31 0,'23'21'30'15,"2"1"0"-15,5-2-4 0,-5-2-3 0,4-1-2 16,-4 2-6-16,4-3-3 0,0 1-9 0,-3 0-14 15,1 1-19-15,1-3-33 0,-4-1 14 0</inkml:trace>
  <inkml:trace contextRef="#ctx0" brushRef="#br0" timeOffset="1006.01">27321 16540 179 0,'-7'-6'206'0,"7"6"-17"15,-8-7-19-15,8 7-16 0,-5-5-16 16,5 5-17-16,0 0-17 0,-5-4-25 0,5 4-20 16,0 0-22-16,-4-5-23 0,4 5-13 0,0 0-21 0,0 0-39 15,0 0-28-15,0 0-40 0,0 0-66 0,0 0-210 16,0 0 93-16</inkml:trace>
  <inkml:trace contextRef="#ctx0" brushRef="#br0" timeOffset="16782.25">17054 16239 11 0,'4'-4'39'0,"-4"4"-2"16,12-1-5-16,-4 1-12 0,-8 0-9 16,15 0-7-16,-8 1-18 0,0 3-10 0,3-2-25 0,-4 2 11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35:16.728"/>
    </inkml:context>
    <inkml:brush xml:id="br0">
      <inkml:brushProperty name="width" value="0.05292" units="cm"/>
      <inkml:brushProperty name="height" value="0.05292" units="cm"/>
      <inkml:brushProperty name="color" value="#FF0000"/>
    </inkml:brush>
  </inkml:definitions>
  <inkml:trace contextRef="#ctx0" brushRef="#br0">8148 11707 1 0,'0'0'122'0,"0"0"-6"0,0 0-6 0,0 0-1 16,0 0-10-16,4-4 0 0,-4 4-4 0,0 0-1 15,0 0-6-15,0 0-5 0,0 0-13 0,0 0 4 16,0 0-4-16,0 0 4 0,0 0 2 0,0 0-9 16,0 0 2-16,0 0-8 0,0 0-1 0,0 0-6 15,0 0-7-15,0 0-2 0,0 0-3 0,0 0-1 16,0 0-10-16,0 0-2 0,0 0 1 0,0 0-9 16,0 0-2-16,0 0 0 0,0 0-4 0,15 4 1 15,-15-4-4-15,0 0 1 0,0 0-1 0,0 0-3 16,0 0-2-16,0 0 6 0,0 0-9 0,0 0 2 15,0 0 0-15,0 0 5 0,0 0-8 0,0 0 3 16,0 0-2-16,0 0-1 0,0 0-1 0,0 0 2 16,0 0 0-16,0 0 1 0,0 0 7 0,0 0 5 15,0 0 0-15,0 0-2 0,4 6 0 0,-4-6-3 16,0 0 3-16,0 0-6 0,0 0 3 0,0 0 0 16,0 0-1-16,0 0-7 0,0 0 12 0,0 0 0 15,0 0 4-15,0 0-3 0,0 0 2 0,0 0-2 16,0 0 1-16,0 0-2 0,0 0 3 0,0 0-4 15,0 0 5-15,0 0-3 0,0 0-3 0,0 0 1 16,0 0 1-16,0 0 0 0,0 0 1 0,0 0-4 16,0 0 5-16,0 0-5 0,0 0 1 0,0 0-1 15,0 0-4-15,0 0-2 0,0 0-1 0,0 0-3 16,0 0 2-16,0 0 2 0,0 0-4 0,0 0 7 16,0 0-5-16,0 0-1 0,0 0-3 0,0 0 4 15,0 0 0-15,0 0-1 0,0 0 4 0,0 0-5 16,0 0 0-16,0 0-3 0,0 0 1 0,0 0 2 0,0 0-1 15,0 0 1-15,0 0 1 0,0 0 2 0,0 0-3 16,0 0 2-16,0 0 3 0,0 0 0 0,0 0 5 16,0 0-4-16,0 0 2 0,0 0-2 15,0 0 5-15,0 0-4 0,0 0 1 0,0 0-4 0,0 0 0 16,0 0 3-16,0 0-2 0,0 0-4 16,0 0 2-16,0 0-3 0,0 0 2 0,0 0-3 15,0 0 3-15,0 0-1 0,0 0-1 0,0 0 0 16,0 0 1-16,0 0-4 0,0 0 0 0,0 0 1 0,0 0 0 15,0 0-1-15,0 0 1 0,0 0 1 0,0 0 0 16,0 0-3-16,0 0 1 0,0 0-1 0,0 0 0 16,0 0 2-16,0 0 3 0,0 0-1 0,0 0-2 15,0 0 0-15,0 0 2 0,0 0-3 16,0 0 4-16,0 0-3 0,0 0 2 0,0 0-3 0,0 0 1 16,0 0 1-16,0 0 4 0,0 0-3 0,0 0-3 15,0 0 1-15,0 0 0 0,0 0-1 0,0 0 1 16,0 0 0-16,0 0 0 0,0 0 2 15,0 0 5-15,0 0-5 0,0 0 3 0,0 0-4 0,0 0 4 16,0 0-3-16,0 0 3 0,0 0-5 0,0 0 6 16,0 0-6-16,-18 6 2 0,18-6 3 0,-9 7 4 15,9-7 4-15,-5 6-2 0,0-3-2 0,5-3-1 16,-9 10-1-16,4-4 9 0,-3 1-14 0,5-1 5 16,-3-1-5-16,2 2 2 0,-2 2-1 0,2-1 7 15,-2 0-9-15,2-1 2 0,0 4-4 0,2-1 0 16,-1 0 4-16,1 0-6 0,-1 0-1 0,0 0 4 15,1 0-3-15,-1 1 4 0,1 0-3 0,-2-1-1 16,3 1-4-16,-2-1 6 0,3 1 0 0,0-3-1 16,0-8 1-16,1 17-1 0,-1-7-1 0,2-1 2 15,-1 1 1-15,3-2-1 0,-3 0 0 0,0-2-2 16,2 2 3-16,-1-2-1 0,2 4-2 0,0-1 1 16,-1-2 1-16,2-1 8 0,0 0-7 0,0-1-3 15,3 4 2-15,-3-5 1 0,0 2 1 0,0-1-2 16,1-1 0-16,1-1 1 0,-1 0 1 0,2-1 2 15,-2 1 0-15,3 0-2 0,-2-2 1 0,0 1 0 0,1 0-2 16,2-1 2-16,-2-1 4 0,-8 0-1 16,20-2 0-16,-13-1 0 0,3-1 6 0,-4 1-8 15,4-2 0-15,-1 1 1 0,0-4-2 0,1 2 2 16,0-1-1-16,-4 0 1 0,2-2-2 0,-3 0 2 0,0-1-1 16,0-1-1-16,-1-1 4 0,0 1-3 0,-2-3 5 15,-2-3-9-15,3 3 10 0,-3-4-5 0,0-2-5 16,-3 5 1-16,2-3 1 0,0 2-2 15,-3 0-2-15,1 0 1 0,1 6-1 0,-2-3 5 16,0 4-3-16,-2-3-3 0,1 1 2 0,-3 0-1 0,0 4-2 16,2-2 2-16,-2 1-6 0,0 2-4 0,-1 0-9 15,-2 2-2-15,2 0-10 0,-3 1-1 16,0 3-19-16,0 3-14 0,-2-1-17 0,3 0-21 16,0 5-10-16,0-2-11 0,-1 2-15 0,5 3-16 0,-3 0-24 15,1 3-16-15,0 0-127 0,0 2-351 0,0-1 155 16</inkml:trace>
  <inkml:trace contextRef="#ctx0" brushRef="#br0" timeOffset="498.95">8097 12669 105 0,'2'-7'198'0,"-2"7"-2"0,0 0-2 0,0 0-2 16,4-7 7-16,-4 7-12 0,0 0-17 0,0 0-14 16,4-5-16-16,-4 5-15 0,0 0-8 0,0 0-15 15,0 0-9-15,0 0-11 0,0 0-7 0,0 0-7 16,0 0-9-16,0 0-7 0,0 0-1 0,0 0 2 16,0 0 2-16,10 15-5 0,-8-5 1 0,-1 2 0 15,-1-1 5-15,1 4-8 0,-1 2 12 0,1 2-4 16,-1 0 3-16,-1 2 0 0,0 4-3 0,-2 0-10 15,0-6-3-15,0 2-3 0,1-3-2 0,-1-1-5 16,2 0-1-16,-2 1-5 0,-1-1 1 0,4-4-3 16,-2-1-2-16,2 0-3 0,-2-3 0 0,1 1-5 15,0-1-3-15,-1-1-3 0,2-8-5 0,-1 10-2 16,1-10-19-16,-1 9-23 0,1-9-27 0,0 0-40 16,-5 8-56-16,5-8-51 0,0 0-64 0,-10-1-180 15,10 1-496-15,-13-3 219 0</inkml:trace>
  <inkml:trace contextRef="#ctx0" brushRef="#br0" timeOffset="1399.82">7232 11751 166 0,'0'0'227'0,"-2"-8"-2"0,2 8-9 15,0 0-6-15,-1-10-10 0,1 10-14 0,0 0-16 16,0 0-17-16,-2-6-17 0,2 6-16 0,0 0-12 15,0 0-12-15,0 0-9 0,0 0-11 0,0 0-10 16,0 0-8-16,0 0-8 0,0 0-4 0,0 0-6 16,0 0 3-16,0 0-10 0,0 0 0 0,7 25-10 15,-4-17 2-15,-2 1 14 0,0 1-1 0,2 1-6 16,0 0 0-16,-3 1-4 0,2-1-4 0,-1-2-5 16,1 3 0-16,0-2-4 0,1 0-1 0,-3 4-6 15,0-2-27-15,0 4-18 0,0 2-26 0,-4 1-33 16,0 0-39-16,0 0-32 0,-2 6-48 0,-3-2-174 15,-5 2-420-15,4-2 186 0</inkml:trace>
  <inkml:trace contextRef="#ctx0" brushRef="#br0" timeOffset="4369.92">7096 12833 93 0,'0'0'199'0,"0"0"-7"16,0 0-1-16,0 0-5 0,0 0-13 0,0 0-8 15,0 0-7-15,0 0-7 0,0 0-9 0,0 0-15 16,0 0-10-16,0 0-12 0,-16-5-4 0,16 5-15 16,0 0-11-16,0 0-7 0,0 0-7 0,-11 12 2 15,8-6-11-15,0 1-2 0,3-7-5 0,-4 13-7 16,2-6-2-16,0 2-4 0,0 1-3 0,2-1-4 15,0 1-3-15,0 0 0 0,0-10-4 0,2 15 1 16,0-8-4-16,-1 0 1 0,2-2-1 0,-1 2-3 16,2-1-2-16,1-1 3 0,1 1-1 0,2 0 7 15,-3-3-3-15,2 0 2 0,-7-3-5 0,12 4 5 16,-7-1 4-16,-5-3-1 0,12 0 0 0,-4 0-1 16,-8 0-1-16,11-4 2 0,-6-1-3 0,2 1 9 15,0-2 0-15,-3 0-3 0,2-1-4 0,-2-2 2 16,0-2-5-16,0 1 5 0,-3 0 4 0,1-2 6 15,-2 2-8-15,-2-2-2 0,1-1-2 0,-1-3 3 0,-2 2 0 16,-3-1 3-16,3 3-3 0,-2 1-6 16,-3-2-3-16,3 2 1 0,-1 1-1 0,0 0-3 15,-1 3-2-15,2 0-2 0,-2 0-6 0,3 4-12 16,-2 0-9-16,7 3-9 0,-15-4-21 0,9 2-20 16,6 2-28-16,-22 9-39 0,12-6-50 0,-2 5-54 15,3 1-224-15,-5 1-502 0,1 1 223 0</inkml:trace>
  <inkml:trace contextRef="#ctx0" brushRef="#br0" timeOffset="6115.98">7275 11598 67 0,'0'0'129'0,"0"0"-13"0,0 0 5 15,-4-7-25-15,4 7-9 0,0 0-5 0,0 0-8 0,0 0-2 16,-5-7-7-16,5 7 8 0,0 0 1 0,-2-7 10 16,2 7-9-16,-3-8-4 0,3 8-6 15,-1-9-12-15,1 9-3 0,0-14-7 0,1 5-5 16,0-2-5-16,3 3-5 0,-2 0 0 0,0-2-1 0,2-2-10 16,0 1 7-16,1 1-10 0,2-2-2 15,1-2 7-15,2 1-5 0,6-1-2 0,-3-1-6 16,4 3 4-16,4-6-4 0,2 2 0 0,2 2 5 15,0 0-13-15,3 0 1 0,0 4 4 0,0-2-8 0,-1 1 5 16,2 2-5-16,1 2-3 0,-3 1-7 0,1 0-2 16,-7 2-2-16,2 4-1 0,3-3 0 15,-4 3 3-15,-1 0-5 0,1 0 1 0,0 2 7 16,0-1-3-16,-1 2-3 0,-1-1 0 0,0 1 6 0,-1 1 2 16,-2 0-4-16,-3 1 13 0,4 3-13 0,-2-1 2 15,-3 3-1-15,2-1 8 0,-2 3-6 16,-1 2 6-16,0-1 0 0,-1 2 0 0,-1 2-2 0,0-1 1 15,-2 3 4-15,2 4 4 0,0-1-5 0,-3-3 1 16,2 4 2-16,-6-4-2 0,4-1 3 0,-3-1 0 16,-2-1 0-16,1-1-12 0,-1-3 13 0,1-2 4 15,-2 0-10-15,-1 0 0 0,1-3-25 0,-1-7-9 16,0 12-16-16,0-12-9 0,-2 13-21 0,1-8-19 16,-3 0-60-16,-1 1-179 0,-2 0 79 0</inkml:trace>
  <inkml:trace contextRef="#ctx0" brushRef="#br0" timeOffset="6450.42">7932 11441 34 0,'0'0'85'0,"0"0"-4"0,0 0-6 0,0 0-8 15,0 0 2-15,0 0 1 0,15 21-7 0,-9-10-14 16,-1-2-1-16,1 3-3 0,0 1 7 0,0-3-2 16,-1 2 8-16,1-2-15 0,-2-3 2 0,2 1-7 15,-2 0-5-15,0-2 0 0,0 1-2 0,0-1-8 0,0-3 2 16,-1 2 6-16,4-2 2 0,-7-3 4 15,11 4-8-15,-4-4-1 0,0 1-5 0,6-2-15 16,-3-3-8-16,3 2-3 0,-3-2-11 0,2-1-24 16,0-3-17-16,4 0-35 0,0-1-95 0,-3-1-199 15,4-3 88-15</inkml:trace>
  <inkml:trace contextRef="#ctx0" brushRef="#br0" timeOffset="6851.36">7234 11892 112 0,'0'0'140'0,"0"0"-25"0,0 0-18 0,0 0-39 0,0 0-20 16,-2-14-29-16,2 14-24 0,0 0-38 0,6-11-31 16,-2 6-90-16,1-4 39 0</inkml:trace>
  <inkml:trace contextRef="#ctx0" brushRef="#br0" timeOffset="7177.56">8276 11855 93 0,'0'0'168'0,"0"0"-1"15,6 4-2-15,-6-4-11 0,0 0-6 0,7 1-12 16,-7-1-6-16,0 0-7 0,0 0-7 0,7 2-9 0,-7-2-13 16,0 0-3-16,0 0-8 0,0 0-6 0,0 0-10 15,0 0-6-15,0 0-3 0,0 0-9 0,0 0-2 16,0 0-8-16,0 0-8 0,8 1-13 15,-8-1-12-15,0 0-21 0,0 0-28 0,0 0-26 0,0 0-37 16,0 0-24-16,0 0-38 0,0 0-116 0,0 0-305 16,-22 6 135-16</inkml:trace>
  <inkml:trace contextRef="#ctx0" brushRef="#br0" timeOffset="8015.86">5632 12617 29 0,'0'0'212'0,"0"0"-23"15,0 0-19-15,0 0-22 0,-7-3-22 0,7 3-13 16,0 0-16-16,0 0-4 0,0 0-21 0,0 0-14 16,0 0-15-16,32-3-31 0,-11 3-43 0,7 0-42 15,1-2-46-15,5 2-72 0,0-2-204 0,-2-1 90 16</inkml:trace>
  <inkml:trace contextRef="#ctx0" brushRef="#br0" timeOffset="8764.7">6632 13662 101 0,'0'0'129'0,"0"0"-14"16,0 0-10-16,20-13-9 0,1 8-14 15,10 1-9-15,6-4 5 0,18 0-29 0,5 1-13 16,5-2-43-16,27 1-34 0,-25 4-95 0,-2-1-148 0,33 0 66 15</inkml:trace>
  <inkml:trace contextRef="#ctx0" brushRef="#br0" timeOffset="85848.88">11706 5402 5 0,'0'0'28'0,"0"0"0"0,0 0-9 0,0 0 5 16,0 0-4-16,-10 1-5 0,10-1 0 0,0 0-1 15,0 0-4-15,0 0 0 0,0 0 4 0,0 0-6 16,0 0 0-16,-14 4-3 0,14-4 3 0,-8 3 0 16,3 1-1-16,5-4-6 0,-9 6 2 0,4-3-1 15,5-3-2-15,-9 4 4 0,9-4 1 0,-5 2-1 16,5-2-1-16,0 0 3 0,-8 3-2 0,8-3-1 16,0 0 0-16,-9 2 4 0,9-2-7 0,0 0 1 15,-7 3 2-15,7-3-3 0,0 0 4 0,0 0 0 16,0 0-4-16,0 0 3 0,0 0-5 0,0 0 3 15,0 0 1-15,-9 0 1 0,9 0 2 0,0 0 2 16,0 0 2-16,0 0 1 0,0 0-3 0,0 0 5 16,0 0-6-16,0 0 0 0,0 0-6 0,0 0 5 15,0 0-5-15,0 0 8 0,0 0-8 0,0 0 5 16,0 0-1-16,0 0-1 0,0 0 5 0,0 0-7 16,0 0 2-16,0 0 1 0,0 0-1 0,0 0-6 15,0 0 3-15,0 0 6 0,0 0-6 0,0 0 0 16,0 0 4-16,0 0-5 0,27 1 6 0,-27-1-2 15,13 1-2-15,-7 1 2 0,4-1-1 0,-1 0 2 16,0-2 1-16,2 2-4 0,-2-1 3 0,3 1 7 16,-1-1-7-16,2 1-2 0,-4-1 4 0,-9 0-13 15,14-1 12-15,-4 2 6 0,2-2-5 0,-2 0-4 16,0 1 5-16,2-1-1 0,-1 0 0 0,-2-1 0 16,4 0-1-16,-3-1 4 0,-2 3-4 0,1 0 8 15,-9 0-9-15,16 0 7 0,-9-2 5 0,-7 2-4 16,14-3-5-16,-6 3 1 0,-8 0 5 0,11-2-4 15,-11 2 3-15,8-2-4 0,-8 2 0 0,0 0 6 16,10 0-1-16,-10 0-3 0,0 0 9 0,0 0-6 16,9-1 3-16,-9 1 0 0,0 0 4 0,0 0 7 15,0 0 3-15,0 0-5 0,0 0-1 0,0 0 1 16,0 0-7-16,0 0-10 0,0 0 10 0,0 0-7 16,0 0 6-16,0 0 3 0,0 0-4 0,0 0 0 15,0 0-4-15,0 0-1 0,0 0 5 0,0 0-5 16,0 0 3-16,0 0 3 0,0 0-3 0,0 0 0 15,0 0-4-15,0 0-8 0,0 0 10 0,0 0-6 16,0 0 3-16,0 0-14 0,0 0 7 0,0 0 0 16,0 0 5-16,0 0-12 0,0 0 4 0,0 0 10 15,0 0-1-15,0 0-8 0,0 0 4 0,0 0-8 16,-22-6 7-16,22 6-2 0,0 0-3 0,-11-1 9 16,11 1-14-16,0 0 12 0,-11 1-12 0,11-1-2 15,0 0 5-15,-9 0 7 0,9 0-12 0,0 0 6 16,0 0 2-16,0 0-5 0,0 0 6 0,-12 0-3 15,12 0 4-15,0 0-7 0,0 0 6 0,0 0 1 16,0 0-2-16,0 0-2 0,0 0-2 0,-9-1-2 16,9 1 6-16,0 0-2 0,0 0-8 0,0 0 14 0,0 0-9 15,0 0 3-15,0 0 3 0,0 0-4 0,0 0 0 16,0 0-13-16,0 0 17 0,0 0 2 16,0 0-3-16,0 0-1 0,0 0 0 0,0 0-2 15,0 0-1-15,0 0-4 0,0 0 0 0,0 0 4 16,0 0-4-16,0 0-9 0,0 0-8 0,0 0 2 0,0 0 6 15,0 0-4-15,0 0 2 0,0 0-4 0,0 0 6 16,0 0-3-16,0 0-3 0,0 0 1 0,0 0-1 16,0 0-6-16,0 0-3 0,0 0-4 15,0 0 3-15,0 0-5 0,0 0 5 0,2 11-9 16,-2-11-4-16,0 0-1 0,0 0-27 0,-1 9-80 0,1-9 35 16</inkml:trace>
  <inkml:trace contextRef="#ctx0" brushRef="#br0" timeOffset="88793.96">8163 12191 25 0,'0'0'90'0,"0"0"-4"0,0 0 3 16,-6-4-5-16,6 4-4 0,0 0-3 15,0 0-12-15,-6-2-4 0,6 2-7 0,0 0-12 16,0 0-22-16,0 0 6 0,0 0-26 0,0 0-24 15,0 0-11-15,0 0-27 0,0 0-5 0,0 0-36 16,0 0-109-16,-3 15 49 0</inkml:trace>
  <inkml:trace contextRef="#ctx0" brushRef="#br0" timeOffset="89066.89">8036 13157 12 0,'0'0'95'0,"0"0"-9"0,0 0-14 16,0 0-2-16,0 0 0 0,0 0-14 0,0 0-8 15,0 0-7-15,0 0-6 0,0 0-5 0,-2 7-8 16,2-7-13-16,0 0-3 0,0 0-16 0,0 0-11 16,0 0-13-16,0 0-18 0,0 0-38 0,0 0-96 15,0 0 42-15</inkml:trace>
  <inkml:trace contextRef="#ctx0" brushRef="#br0" timeOffset="89403">8194 12227 30 0,'0'0'80'0,"0"0"-20"0,-4-5-12 16,4 5-19-16,0 0-16 0,0 0-12 0,0 0-23 15,0 0-19-15,-8 22-42 0,5-12 19 0</inkml:trace>
  <inkml:trace contextRef="#ctx0" brushRef="#br0" timeOffset="90281.47">7976 13511 20 0,'0'0'120'0,"0"0"9"16,-10 0-6-16,10 0-1 0,0 0-11 0,-10 1-12 16,10-1-1-16,0 0-6 0,-7 2-2 0,7-2-3 15,0 0-6-15,-9 0 0 0,9 0-3 0,0 0-4 16,0 0-11-16,0 0-3 0,0 0-2 0,-12 0-8 16,12 0-8-16,0 0-6 0,0 0-6 0,0 0 0 15,0 0-3-15,0 0-4 0,0 0-5 0,0 0 0 16,0 0-7-16,0 0-2 0,0 0-3 0,0 0 5 15,0 0-3-15,0 0 5 0,0 0 6 0,0 0 2 16,0 0-3-16,28 0 19 0,-14-2-2 0,3 1 2 16,2-1 0-16,2 1 3 0,0-3-6 0,6 0-2 15,-5 1-1-15,0 3-2 0,-2-4-4 0,7 0-4 16,-5 0-2-16,-1 0 1 0,-1 0 0 0,-1 2-4 16,-4-1-2-16,3-1-3 0,-6 0 4 0,5 1-3 15,-5 1-2-15,-1 0-3 0,0 0 2 0,-1 0 0 16,2-1-3-16,-1 0 0 0,-5 3 0 0,-6 0 2 15,15-2-2-15,-7 2 0 0,-8 0 1 0,12-2 1 16,-12 2 0-16,10-2-4 0,-4 1 1 0,-6 1-3 16,0 0 0-16,9-1 4 0,-9 1-3 0,0 0 0 15,0 0-1-15,9 0 7 0,-9 0-7 0,0 0-1 16,0 0-1-16,0 0-2 0,0 0 0 0,0 0-11 16,0 0-7-16,0 0-26 0,0 0-11 0,0 0-20 15,0 0-21-15,0 0-15 0,0 0-23 0,0 0-10 16,9 5-9-16,-9-5-19 0,1 9-86 0,-1-9-281 15,0 0 125-15</inkml:trace>
  <inkml:trace contextRef="#ctx0" brushRef="#br0" timeOffset="91536.79">8217 13773 70 0,'-4'-9'81'0,"4"9"-3"0,0 0-3 0,0 0-2 0,0 0-8 16,-1-11 11-16,1 11-2 0,0 0 2 0,0 0-10 16,-4-9 5-16,4 9-1 0,0 0-3 0,0 0-1 15,0 0 1-15,-6-7-7 0,6 7-2 0,0 0-1 16,0 0-6-16,0 0-5 0,0 0-2 0,-1-5 1 16,1 5-2-16,0 0-3 0,0 0 0 0,0 0 1 15,0 0-1-15,0 0-4 0,0 0 5 0,0 0-2 16,0 0 0-16,0 0 0 0,0 0 5 0,0 0-7 15,0 0 0-15,2 24-2 0,-1-14-1 0,-2 3-3 16,2-1 0-16,1 5-3 0,-2-2-2 0,0 2-3 16,2-2-1-16,-4 1 5 0,2 3 5 0,2 2-1 15,-2-2 5-15,-2-2-2 0,4-1-4 0,-1-2-2 16,-2-4-6-16,1 2 3 0,0 0-5 0,-2-2-1 16,0 0 1-16,4-2-4 0,-4 1 1 0,1-2-3 15,1-7 3-15,0 11-5 0,0-11-3 0,3 10 4 16,-3-10-3-16,-3 7 0 0,3-7-2 0,0 0 1 15,0 10-3-15,0-10 2 0,0 0-2 0,0 0 1 16,-1 8-1-16,1-8 1 0,0 0-2 0,0 0 3 16,0 0-2-16,0 0-1 0,0 0-3 0,0 0 1 15,0 0 2-15,0 0 0 0,1 8 0 0,-1-8-2 16,0 0 1-16,0 0 1 0,0 0-3 0,0 0-1 16,0 0 0-16,0 0-3 0,0 0-3 0,0 0-6 15,0 0-7-15,0 0-11 0,0 0-12 0,0 0-12 16,0 0-18-16,0 0-24 0,0 0-13 0,0 0-30 15,0 0-14-15,0 0-16 0,0 0-141 0,0 0-334 16,-14-18 148-16</inkml:trace>
  <inkml:trace contextRef="#ctx0" brushRef="#br0" timeOffset="92974.89">9314 13619 122 0,'0'0'171'0,"0"0"-4"0,0 0-18 16,0 0-12-16,0 0-4 0,0 0-6 0,0 0-7 16,0 0-4-16,0 0-6 0,11 24 1 0,-8-16-1 15,-1 6-8-15,1-3-6 0,2 4-12 0,-1-3-8 16,-2 5 0-16,3-1 3 0,-1-5-9 0,0-1-5 16,-1 4-5-16,2 2-4 0,0 1-6 15,0-2 3-15,-1-3-6 0,0 0-4 0,-3 0-3 0,3 2-6 16,-3 3-1-16,2-5-4 0,-2 2-6 0,-1-3 5 15,1 0-6-15,0-2-2 0,-1 1 0 0,0-1-6 16,2-4-1-16,-2-5-5 0,1 10-8 0,-1-10-14 16,-1 8-18-16,-1-1-18 0,2-7-19 0,-3 10-20 15,3-10-19-15,0 0-10 0,-4 13-14 0,4-13-2 16,-4 3-9-16,4-3-5 0,0 0-19 0,0 0-102 16,0 0-290-16,-17-13 128 0</inkml:trace>
  <inkml:trace contextRef="#ctx0" brushRef="#br0" timeOffset="93347.98">9324 13666 56 0,'0'0'115'0,"0"0"-9"0,2-11 4 0,-2 11-5 16,0 0 0-16,0 0 1 0,0 0-12 0,5-7-4 16,-5 7-3-16,0 0 11 0,7-1 6 0,-7 1-10 15,0 0-9-15,0 0-7 0,0 0-6 0,16 11-5 16,-12-7-9-16,0 0-4 0,1 3-4 0,-5-7-2 15,7 16-6-15,-5-8-3 0,3 0 1 0,-1 1-9 16,-4-9 0-16,4 20-7 0,-1-13 0 0,0 3-5 16,0 1 1-16,1 0-5 0,-2-2-4 0,5 2-9 15,-4-3-2-15,3 2-4 0,-1-5-3 0,-3 1-3 16,5 2-3-16,0-2-5 0,-2-1 5 0,1 1-2 16,0-3 6-16,-2 1-5 0,1 1 3 0,3-1-3 15,-5-1 7-15,-3-3-1 0,8 7 3 0,-8-7 2 16,7 6-1-16,-5-2 2 0,-2-4 4 0,5 7 1 15,-5-7 6-15,4 10-1 0,-3-5-2 0,-1-5 4 16,1 12-1-16,-2-5-6 0,1-7 0 0,-1 13-7 16,0-6-4-16,-3 2-14 0,3 0-8 0,-3-2-16 15,1 0-14-15,1-1-27 0,2-6-20 0,-5 8-23 16,3-2-117-16,2-6-269 0,-6 8 119 0</inkml:trace>
  <inkml:trace contextRef="#ctx0" brushRef="#br0" timeOffset="93534.67">9617 13731 85 0,'6'-6'109'0,"4"-2"-14"0,0-5-21 0,-1 6-29 15,7-6-27-15,-4 4-42 0,0 0-43 0,-3 0-74 16,2-2 33-16</inkml:trace>
  <inkml:trace contextRef="#ctx0" brushRef="#br0" timeOffset="93702.78">9817 13385 121 0,'0'0'222'0,"0"0"-24"0,0 0-21 16,0 0-12-16,0 0-11 0,0 26-15 0,4 0-15 16,5 8-17-16,-1 14-50 0,7 6-71 0,4 26-102 15,-4 4-107-15,-3-24-241 0,-7 0 107 0</inkml:trace>
  <inkml:trace contextRef="#ctx0" brushRef="#br0" timeOffset="101465.84">11899 7535 41 0,'0'0'90'16,"0"0"-10"-16,0 0 1 0,0 0-11 0,0 0-7 15,0 0-4-15,0 0 0 0,0 0-5 0,0 0-4 0,0 0-11 16,0 0 13-16,0 0-12 0,0 0 0 16,0 0-2-16,0 0-3 0,0 0-3 0,-8 1 0 15,8-1-10-15,0 0 3 0,0 0 0 0,0 0 0 16,0 0-19-16,0 0 17 0,0 0 2 0,0 0 1 0,0 0-4 16,0 0-13-16,0 0 9 0,0 0-8 0,0 0 4 15,0 0 2-15,0 0-6 0,0 0-18 0,0 0 19 16,0 0-5-16,0 0-9 0,0 0 16 0,0 0-8 15,0 0 4-15,0 0-3 0,0 0 1 0,0 0 2 16,0 0 1-16,0 0 3 0,0 0-1 0,0 0 5 16,0 0-3-16,0 0-6 0,22-18-4 15,2 3-6-15,7-6-29 0,15-9-56 0,5-3-121 0,26-19-224 16,-4-9 99-16</inkml:trace>
  <inkml:trace contextRef="#ctx0" brushRef="#br0" timeOffset="115766.22">7427 3502 76 0,'0'0'73'0,"-10"-4"-5"16,10 4-7-16,-11-3 1 0,11 3 6 16,-8-3-6-16,8 3 5 0,-7-3-16 0,7 3 0 15,0 0-3-15,0 0-12 0,-7-2 0 0,7 2-2 0,0 0-4 16,0 0-6-16,0 0-1 0,-9-2-7 0,9 2-4 15,0 0 1-15,0 0-6 0,0 0 6 0,0 0-1 16,0 0-9-16,0 0 3 0,0 0-8 0,23-3 6 16,-12 3-1-16,7-1 4 0,5-2-2 15,4 1 8-15,8-1-9 0,-1-4 5 0,6 3-5 16,11-3 16-16,1-1-11 0,-1 1 1 0,2-1 1 16,-2 0 2-16,-13 5-12 0,2-2 10 0,11-1-12 15,-14-1 8-15,14 2 1 0,-14 1-4 0,3-2-3 0,12-3 1 16,1 2 5-16,-5 0 0 0,7 1-5 15,-16 0 2-15,15 2 11 0,0-4-16 0,1 1-3 16,-2 3 1-16,-13 1 5 0,13-4-9 0,-3 1 7 16,-12 2-1-16,0 2-5 0,2 0 4 0,-3-2-3 15,-1 3-1-15,0-2 4 0,-2 0 4 0,6-1-7 16,-6 1 8-16,4 2-5 0,1-3 0 0,-1 0-4 16,13 0 7-16,-11 1-4 0,-2-2 7 0,12 0-10 15,-14-2 6-15,1 1-7 0,-1 0 2 0,-2 2 2 16,1-1-2-16,-2-1 2 0,2 1 0 0,-2-1 1 15,0 3 5-15,0-4-3 0,0 4-5 0,-1-3-5 16,1 3 2-16,-3-3 7 0,1 2-4 0,0 1 3 16,-1 3-5-16,2-4-3 0,1 0 4 0,-4 0-4 15,0 2 4-15,-1-1-5 0,-8 0-1 0,2 3 7 16,-2-2 2-16,0 2-1 0,0 0-7 0,-2 2 4 16,-4-2-3-16,3 4 2 0,-5-2-1 0,0 1-10 15,-1-1 1-15,0 0-4 0,-5 1 6 0,3 0 0 16,-1 1 2-16,1 0-1 0,-3 0 4 0,-1 0-1 15,1 0 11-15,1 1-10 0,-1 1 3 0,1-1 3 16,-1 3-1-16,0 0 0 0,1-2 2 0,0 3-2 16,-1-2 0-16,0 3 8 0,0-1-5 0,1 0 9 15,-1 2-9-15,1 0-2 0,-1-1 3 16,1 0-1-16,0 2 7 0,-1-2-7 0,-2 3 1 16,3-3 3-16,1 5 1 0,-2-4-2 0,1 2 2 15,-2-2-5-15,4 4 3 0,-4-3-2 0,3 1 3 0,-4 0 3 16,6 2-10-16,0-1 4 0,-2 1 6 0,1 1 1 15,2-1-3-15,-3 1-5 0,1-2 6 0,1 3-9 16,1-1 9-16,-2 3 0 0,1-3 0 16,0 1-6-16,2 0 3 0,1 5 8 0,-5-6-9 15,4 7 4-15,-2 2-3 0,1-3 1 0,-2 2 4 16,3 0-6-16,-4-7 5 0,2 7-2 0,0-1 7 16,0 2-10-16,-1-1 6 0,1-7-4 0,-2 8 3 15,1-2-1-15,-3 2-6 0,5 0 3 0,-4-1 4 0,0-6-5 16,2 7 1-16,-1-6 0 0,-2 4 4 15,0-3 4-15,2 4-3 0,-1 1-8 0,4-2 5 16,-6-5 4-16,0 6-2 0,6 1-4 0,-6-6 4 16,2-1-6-16,-3 1 11 0,3 4-8 0,0-3 11 15,-2-1-13-15,0 6 3 0,0 0-4 0,2-1 6 16,-1 1 4-16,1 0-10 0,-1-6 2 0,-3 4-1 16,3 2 7-16,-3-6 3 0,0 0-5 0,0 0 5 15,0 6-7-15,-1-6-1 0,0 0 2 0,-1 1 4 16,2 0 3-16,1 4-12 0,-3-5 5 0,2 0 2 15,-1 0-3-15,1 1 0 0,-1 6 6 0,0-7-5 16,0 0-3-16,-3 0 4 0,1 2-1 0,4-2-6 16,-7 2 7-16,2-1 5 0,0-1-5 0,2 1 7 15,0 4-4-15,-1 0-3 0,4-4 4 0,-5-2-3 16,1 0 11-16,1 1 12 0,0 0-24 0,1 0 2 16,-2 7 2-16,-3-3 5 0,2-4-3 15,1 7 1-15,-3 2 0 0,1-2 1 0,-1 2-2 0,1 2 12 16,-2 0-22-16,0-3 11 0,-1 1-9 0,2-2 7 15,-1 1-12-15,-2-3 6 0,5-3-1 0,-1 5 6 16,-1-1-8-16,0 0 0 0,0 0-2 0,-1 1 0 16,-2-2 3-16,2 3 4 0,-3-3-15 0,2 1 9 15,-3-1-5-15,2 1 9 0,-3-1-3 16,2 4 1-16,1-5-5 0,-1 5 7 0,2 2-8 16,-2-2 2-16,2-2 2 0,-1 0-2 0,1-2 2 0,-1 0-2 15,1-5 0-15,0 1 7 0,4-1-5 0,-6 0 4 16,3 0-5-16,-1 6 35 0,-1 3-33 15,-2 3 3-15,3-1-6 0,-3 2 1 0,2-5 3 16,-3 5 3-16,0-1 1 0,0-3-1 0,-1-1-3 16,4 0 3-16,-1-1-3 0,1 2 2 0,-1 1-2 15,1-4 8-15,-2 3-9 0,2-5 3 0,1 1-2 16,1-3 8-16,0-2-11 0,-1 6 6 0,1-5-2 0,2 5 17 16,-2-6-14-16,0 7 2 0,1 0-5 15,1 0 9-15,-2-6-4 0,1-1 1 0,0-1-5 0,1 0 3 16,2 7 2-16,-2-7-2 0,-2 3 10 15,0 4 1-15,1 2-3 0,-2 4 3 0,1-2-1 16,1-2-7-16,-4-1 1 0,2-6-2 0,0-1 14 16,-1 5-12-16,-1-1 6 0,1-6-6 0,2 2 2 15,-2-4-2-15,-1 2-1 0,1-1 8 0,-3 3 3 16,0-2-3-16,1-1-3 0,1 0 0 0,-2-1-6 16,-1 0 5-16,2 0-6 0,-4 1 2 0,5-2-1 15,-4 1 3-15,1-3-5 0,1 1 4 0,-1-1-4 16,-1 1-3-16,0-1 1 0,0 1 3 0,1-5 0 15,-2 5 1-15,1-2-2 0,-3 1 7 0,-1-1-11 16,3 1 0-16,-1-1-4 0,3-4 4 0,-3 1 3 16,13-8 1-16,-23 14 0 0,9-6-1 0,4-2 0 15,-7 2 1-15,3 1-1 0,-3-3-3 0,1 3-8 16,-1-1 11-16,-2-1-5 0,2 1 3 0,0-1 2 16,-2-1-4-16,-7 1 3 0,5 0 0 0,2-1-1 15,-9 1 1-15,6-4 0 0,-6 3-1 0,9-1-4 16,-10 0 1-16,2-1 4 0,-1-1-2 0,-1 0-4 15,1-1 4-15,-1 0 7 0,-3 1-14 0,0-1 2 16,-1 1 0-16,-2 0-6 0,-2-1 5 0,0 0 0 16,-1 1-5-16,-12-2-2 0,10 1 0 0,1-1 0 15,-12 2 5-15,12-1-7 0,-12 1 9 0,13-1-13 16,-1 0 9-16,1 1-5 0,1 0-5 0,-2-2 1 16,0 2-5-16,-2 1 4 0,3 0-7 0,0-2-6 15,-1 3 14-15,-2-2 0 0,4 1-2 0,-2-2-1 16,0 0 0-16,-1-1-1 0,-9 4 1 15,9-4 5-15,-10 1 1 0,10-1 3 0,-10-1 2 0,-3 0-5 16,14 0 30-16,-1-1-17 0,-10 1-1 0,12-3 0 16,-3 2 1-16,1-3 4 0,2 3 13 0,-13-6 0 15,13 5-5-15,0-5 2 0,4 4-2 0,-4 0-2 16,2-4-2-16,1 5 1 0,1-3 6 0,2 0-11 16,-1-2 3-16,1 3-4 0,0-5 2 15,2 0-3-15,-2-1 0 0,3-1 1 0,0-1 9 16,2-1-1-16,1-1 5 0,0 0-5 0,0-1 4 0,0-2-5 15,2 3-2-15,0-4-2 0,0 3 1 0,-5-3-2 16,1 1 7-16,-1 2-8 0,1-5 0 0,-3 2-2 16,-1-1-2-16,-1 1 1 0,-2 1 6 0,-7-7-3 15,8 6 5-15,0-1 8 0,-9-7-3 0,10 6-1 16,0 1 4-16,1-2 1 0,-9-8-1 0,10 8-5 16,3-1 3-16,0-3-2 0,-8-8-4 0,13 7-2 15,-1-1 1-15,3-3-1 0,-3-13-4 0,1-3 2 16,3-3-12-16,0-4-3 0,-3-28 0 0,11 25 2 15,-5-25 0-15,7 24 12 0,-4-26-13 0,2 24 4 16,-7-22-4-16,5 24-8 0,-5-24 2 16,5 29-1-16,-3 0 12 0,-2-1-8 0,-1 4 1 15,-1 0-6-15,1 4 4 0,-3 3 1 0,-3 3-1 16,6 9-2-16,2 0 8 0,-3 1-4 0,3-2 1 0,-1 0-2 16,1-1 3-16,-4-8-3 0,7 9-7 15,2-2-11-15,-6-12 5 0,6 13-7 0,1-4 7 16,0 3-4-16,-2-9 6 0,4 7 1 0,2 1 0 15,-3-10 4-15,2 11 2 0,4-1 3 0,0 1-8 16,2 1-1-16,-1 1-8 0,3 0 3 0,-2 5 0 16,5 1-1-16,-1 6 5 0,0-2-4 0,0 2-8 15,3 0 9-15,0 0 3 0,3-6 1 0,-1 1-10 16,3-1 5-16,-1 1 1 0,-2 0 16 0,2 1-20 16,2-4-6-16,0 0 1 0,0 1 2 0,0-4 3 15,-1-2-6-15,2-2-6 0,0 2-34 0,-2-4-84 16,1 2 38-16</inkml:trace>
  <inkml:trace contextRef="#ctx0" brushRef="#br0" timeOffset="119367.88">10514 4263 19 0,'0'0'127'0,"0"0"1"0,0 0-14 15,0 0-10-15,0 0-12 0,0 0-6 0,0 0-11 16,0 0-9-16,0 0-2 0,0 0-16 0,0 0-4 16,0 0 2-16,0 0-1 0,0 0-11 0,0 0-4 15,0 0 2-15,0 0-10 0,0 0 7 0,0 0-12 16,0 0 7-16,0 0-12 0,0 0 0 0,0 0-1 16,0 0-3-16,0 0 2 0,0 0-3 0,0 0-3 15,0 0-1-15,0 0-13 0,0 0 1 0,0 0-10 16,0 0-14-16,0 0 0 0,0 0-2 0,0 0-2 15,0 0-3-15,0 0 2 0,0 0-2 0,0 0 6 16,0 0 0-16,0 0 4 0,0 0 7 0,0 0-3 16,0 0 4-16,0 0-1 0,8 0 1 0,-8 0 5 15,0 0 2-15,0 0 0 0,0 0 7 0,0 0-2 16,0 0-4-16,0 0 1 0,0 0-3 0,0 0 5 16,0 0 3-16,0 0 2 0,0 0-2 0,0 0 4 15,0 0 4-15,0 0 9 0,0 0 4 0,0 0 4 16,0 0 0-16,0 0 6 0,0 0-2 0,0 0 3 15,0 0-3-15,0 0 0 0,0 0 8 0,0 0-2 16,0 0-3-16,0 0 0 0,0 0-3 0,0 0 0 16,0 0 5-16,0 0-10 0,0 0 6 0,0 0 2 15,0 0 2-15,0 0-2 0,0 0-5 16,0 0 6-16,0 0 4 0,0 0-6 0,0 0-16 0,0 0 8 16,0 0-2-16,0 0-1 0,0 0 7 15,0 0-14-15,0 0 1 0,0 0-2 0,0 0-4 16,0 0 1-16,0 0-4 0,0 0-1 0,0 0 7 0,0 0-6 15,0 0 9-15,0 0-5 0,0 0-2 0,0 0-3 16,0 0 7-16,0 0 0 0,0 0 2 0,0 0-3 16,2 9 2-16,-2-9-9 0,2 6 3 15,-2-6 1-15,0 0 3 0,7 4 2 0,-7-4-2 0,0 0 5 16,5 3-8-16,-5-3 4 0,0 0 8 16,4 6-8-16,-4-6-1 0,0 0-1 0,5 4-1 15,-5-4-1-15,0 0 3 0,0 0-11 0,6 3 14 0,-6-3-2 16,0 0-13-16,0 0-2 0,0 0 17 0,0 0-2 15,0 0 2-15,0 0-3 0,0 0-4 0,0 0 6 16,7 3-2-16,-7-3-1 0,0 0 1 16,0 0 3-16,0 0-7 0,0 0 3 0,0 0-2 15,0 0 4-15,0 0-1 0,0 0-3 0,0 0 1 16,0 0 2-16,0 0-3 0,0 0 4 0,0 0 0 0,0 0-6 16,0 0 3-16,0 0 8 0,0 0-8 0,0 0 3 15,0 0 3-15,0 0-13 0,0 0 12 0,0 0-6 16,0 0 9-16,0 0-6 0,0 0 8 15,0 0-1-15,0 0 8 0,0 0-4 0,0 0 15 16,0 0 0-16,0 0-2 0,10-8-3 0,-2 2 1 16,2-3-2-16,6-3-11 0,5-5-2 0,4-2 3 15,2-4-6-15,5 0-1 0,-4 1-5 0,0-3-9 16,-3 3 7-16,3 0-5 0,-1 2 3 0,1 0-6 16,-1 1 0-16,-4 2 2 0,-3 2 5 0,-4 4-3 15,-1 2 2-15,0 0-3 0,-5 2-1 0,2 1-2 16,-3-1 6-16,-2 1-8 0,0 5 0 0,-7 1 6 15,9-7-2-15,-9 7 4 0,0 0-7 0,6-6 4 16,-6 6 1-16,0 0-3 0,0 0-8 0,0 0 4 0,8-6 5 16,-8 6 0-16,0 0-1 0,0 0-8 15,0 0 7-15,0 0-4 0,0 0-4 0,0 0-5 16,0 0-9-16,0 0-15 0,0 0 0 0,0 0-16 16,6 12-15-16,-6-12-95 0,-5 16-186 0,-3-5 83 15</inkml:trace>
  <inkml:trace contextRef="#ctx0" brushRef="#br0" timeOffset="120175.06">8861 5263 2 0,'0'0'79'0,"0"0"-14"0,0 0-4 0,0 0-6 15,0 0-3-15,0 0-19 0,0 0-16 0,0 0-18 16,0 0-14-16,0 0-15 0,-15 14-23 0,10-10-58 16,-4 1 25-16</inkml:trace>
  <inkml:trace contextRef="#ctx0" brushRef="#br0" timeOffset="121500.29">10299 5147 55 0,'0'0'110'0,"0"0"-8"0,0 0 2 16,0 0-14-16,0 0-3 0,0 0-8 0,0 0-9 16,0 0-11-16,0 0 1 0,0 0-13 0,-5 3-9 15,5-3 2-15,0 0-6 0,0 0 10 0,0 0-7 16,0 0-15-16,0 0-8 0,0 0 3 16,0 0-5-16,0 0-6 0,0 0 5 0,0 0-8 0,0 0 10 15,0 0-13-15,0 0 7 0,0 0-4 0,0 0 3 16,0 0 0-16,0 0 4 0,0 0-7 0,0 0 4 15,0 0 1-15,0 0-1 0,0 0-2 0,0 0-5 16,0 0 3-16,0 0 13 0,0 0-21 0,0 0 6 16,0 0-2-16,0 0 1 0,0 0 2 15,0 0 5-15,0 0-11 0,0 0 5 0,0 0 0 16,0 0 1-16,0 0-4 0,0 0 6 0,0 0-5 16,0 0 2-16,0 0-20 0,5 13-10 0,-5-13-28 0,5 3-28 15,-5-3-14-15,6 7-60 0,-6-7-172 0,6 6 76 16</inkml:trace>
  <inkml:trace contextRef="#ctx0" brushRef="#br0" timeOffset="121865.95">10598 5128 84 0,'0'0'92'0,"0"0"-17"0,0 0-8 0,0 0-12 0,0 0-6 16,0 0 2-16,1 9-4 0,-1-9-10 0,0 0 5 16,3 8-8-16,-3-8-6 0,4 5-4 15,-4-5-3-15,1 6 5 0,-1-6 2 0,0 0-9 16,4 7-1-16,-4-7-4 0,0 0 3 0,0 0-4 15,0 0 0-15,4 5-5 0,-4-5 4 0,0 0 1 16,0 0-5-16,0 0-5 0,3 4 2 0,-3-4 9 0,0 0-5 16,0 0 12-16,0 0 0 0,16-4-1 15,-5-1 2-15,6-5-16 0,7-2 6 0,6-5-4 16,2-4-32-16,12-5 0 0,0-1-27 0,-3-2-29 16,-11 6-64-16,1 1-154 0,0-2 69 0</inkml:trace>
  <inkml:trace contextRef="#ctx0" brushRef="#br0" timeOffset="134257.76">21840 12818 18 0,'0'0'78'0,"0"0"-4"0,0 0-5 15,0 0-5-15,0 0-6 0,0 0-4 0,0 0-5 16,0 0-5-16,0 0-7 0,0 0-2 0,0 0-9 16,-6-3-2-16,6 3-5 0,0 0 4 0,0 0-5 15,0 0-6-15,0 0 1 0,0 0 2 0,0 0-6 16,0 0 5-16,0 0-13 0,0 0 1 0,0 0-1 16,0 0-4-16,0 0 2 0,0 0-2 0,0 0 4 15,0 0-4-15,0 0 2 0,0 0-1 0,20 10 0 16,-20-10 6-16,9 3-7 0,-2-1 0 0,-1-2 3 15,4 2-1-15,-2-1-2 0,1 2 4 0,4-2-2 16,-1-1 4-16,6 2-2 0,2-1 4 0,0 0-15 16,0 1 10-16,1-4-2 0,-1 4 0 0,2-2-1 15,-3-2 3-15,2 1 0 0,7 2-7 0,-9-2 5 16,3 1 2-16,1-1-8 0,5-1 5 0,1-1 0 16,-1 1 1-16,0 0-1 0,2-1-4 0,-3 2 1 15,2-2-1-15,2 1 7 0,-2-1-4 16,1 0 5-16,-2 1 1 0,2-2 0 0,0 2-4 0,-1-2-4 15,-1 1 4-15,3 1 0 0,-2 2-8 0,1 0 1 16,-4-2 2-16,5 0 0 0,-2 0 4 0,1 0-1 16,-1 1 4-16,1-2-5 0,-10 1 6 0,7 0-11 15,-4 2 6-15,-1-1 3 0,3-1 4 0,-3 2 4 16,0-2-1-16,-3 1 0 0,9 0-3 0,-1-2-1 16,-5 2 4-16,-1 1-1 0,-1-3-1 0,3 3 0 15,-2-2 8-15,0 1-3 0,0-1-2 0,-1 1 0 16,0 1-5-16,1-2 4 0,-2 1-3 0,-1 1 6 15,1-1 5-15,-5-1-10 0,5 1 5 0,-2 0-7 16,-3 0 2-16,-3-1-5 0,3 1 1 0,-1 0-3 16,0 0 2-16,-4 1 6 0,1-2-3 0,-1 2 0 15,-9 0 1-15,15 0-1 0,-15 0-5 0,11 0 0 16,-11 0-2-16,11 0-1 0,-11 0-2 0,0 0-9 0,8 0 2 16,-8 0-9-16,0 0-4 0,0 0-17 15,7 0-8-15,-7 0-39 0,0 0-99 0,0 0 45 16</inkml:trace>
  <inkml:trace contextRef="#ctx0" brushRef="#br0" timeOffset="134683.85">23867 12737 80 0,'0'0'74'0,"13"2"-14"0,-13-2 3 15,11-2-8-15,-11 2-7 0,11-1-5 0,-11 1-2 16,10-2-1-16,-2 1-4 0,-8 1-1 0,12-1-2 0,-12 1-5 15,16 0-8-15,-10-1 2 0,-6 1 0 0,17-1-10 16,-8 1-1-16,-2 0 4 0,4-3-2 0,-1 5 0 16,0-4-4-16,0 4 5 0,3-1-9 15,-3-1-4-15,2 1 8 0,-1-1-1 0,1 0-8 0,2 0 3 16,-1-1 2-16,-1 1 6 0,8-1-10 0,-6 1 1 16,0-2 2-16,2 2-4 0,-2-2 0 0,-1 2 3 15,1 0-1-15,-2-1-4 0,-2 0 6 0,1 0-3 16,-2 0 3-16,-9 1 6 0,16 0-7 15,-10-2 0-15,-6 2-3 0,10 0-2 0,-10 0-3 0,0 0-2 16,9-1-16-16,-9 1-9 0,0 0-12 0,0 0-15 16,0 0-57-16,0 0-124 0,0 0 55 0</inkml:trace>
  <inkml:trace contextRef="#ctx0" brushRef="#br0" timeOffset="212514.67">8614 7806 11 0,'0'0'15'0,"0"0"0"0,0 0-3 15,0 0-6-15,0 0 4 0,0 0-4 0,0 0 3 16,0 0-2-16,0 0 3 0,0 0-7 0,0 0 2 16,0 0 3-16,0 0-2 0,0 0-3 0,0 0 4 15,0 0-7-15,0 0 2 0,0 0 0 0,0 0 2 16,0 0-5-16,0 0 3 0,0 0-4 0,0 0 8 16,0 0-7-16,0 0-1 0,0 0-1 0,0 0 0 15,0 0-4-15,0 0-2 0,0 0-12 0,0 0-21 16,0 0 9-16</inkml:trace>
  <inkml:trace contextRef="#ctx0" brushRef="#br0" timeOffset="213401.71">8163 7846 26 0,'-7'-1'59'0,"7"1"0"0,0 0-5 0,-12-3 7 16,12 3-3-16,-7-2-7 0,7 2-12 0,0 0 12 15,-12-4-19-15,12 4 10 0,-8-1-11 0,8 1-6 16,0 0-1-16,-15-2 0 0,15 2-4 0,-10 0-3 15,10 0 3-15,-12-1 2 0,12 1-9 0,-11 0 6 0,11 0-6 16,-12 0 3-16,12 0-5 0,-11 1-2 16,11-1-4-16,-9 0 3 0,9 0 4 0,0 0-1 15,-10 0-2-15,10 0-5 0,0 0 2 0,0 0 5 16,-10 0-3-16,10 0-2 0,0 0 4 0,0 0-10 16,0 0 3-16,0 0 0 0,0 0-3 0,0 0-1 15,0 0 1-15,0 0-7 0,0 0 12 0,0 0-1 16,0 0-6-16,0 0 6 0,29 3 4 0,-18-3-5 15,1 1-3-15,7-1 3 0,0 0 5 0,8-4-4 16,-4 3 5-16,9 0-3 0,4-5 9 0,0 3 1 0,15-7 5 16,1 1 1-16,-1 1-4 0,2-3-3 15,0 2 3-15,1 1-8 0,0-1 10 0,-1 1-10 16,0 2 4-16,-15 0-3 0,13-1-2 0,-14 3-6 16,2 1 2-16,10-8 0 0,-9 9-2 0,11-3 3 15,-1-1 3-15,1-1-3 0,-1 0-2 0,2 2 6 0,-1 1-11 16,-1-1 13-16,1-3-2 0,0 1 2 15,-12 4-4-15,13-4 3 0,-12 2 4 0,10-1-1 16,-12 5-4-16,2-5-4 0,-2-1 3 0,-1 5 0 16,-1 0-1-16,-2-3 9 0,0 3 1 0,-2-2-17 15,1 2 12-15,0-3 11 0,-2 2-9 0,-3 2-3 0,1 1 3 16,-7-1-9-16,-2-1 9 0,1 0 4 0,0 1 3 16,-2-1-9-16,0 1 2 0,0-3-8 15,-6 4 5-15,1-1-3 0,0 0-2 0,-4 1-1 0,3-3-1 16,-3 3 6-16,-2-1-3 0,-8 1-2 15,12 0 5-15,-12 0 1 0,9 0 6 0,-9 0 6 16,0 0 6-16,9-3 5 0,-9 3 10 0,0 0 0 16,8 0-9-16,-8 0 4 0,0 0 1 0,0 0-4 0,0 0-8 15,0 0 0-15,0 0 0 0,0 0-1 0,0 0-8 16,0 0-1-16,0 0-4 0,0 0-1 0,10 2-4 16,-10-2-2-16,0 0-3 0,0 0-9 15,0 0-5-15,0 0-17 0,0 0-9 0,0 0-16 0,0 0-14 16,0 0-24-16,0 0-15 0,0 0-26 0,0 0-27 15,0 0-93-15,0 0-269 0,-25 6 119 0</inkml:trace>
  <inkml:trace contextRef="#ctx0" brushRef="#br0" timeOffset="-212598.1">11763 7919 13 0,'0'0'127'0,"0"0"-11"0,0 0-3 16,0 0-13-16,0 0-1 0,0 0-3 0,-11-4 5 0,11 4-15 16,0 0-2-16,0 0-10 0,0 0-3 0,-5-4-8 15,5 4-4-15,0 0-8 0,0 0-5 0,0 0-7 16,-9-3 4-16,9 3-5 0,0 0 2 0,0 0-8 15,-10-2-3-15,10 2-6 0,0 0-3 0,0 0-10 16,-9-1 10-16,9 1 5 0,0 0-6 0,-12-2-9 16,12 2 6-16,-9-1-3 0,9 1-3 0,0 0-1 15,0 0 4-15,-14 1-7 0,14-1-9 0,0 0 7 16,-10 0 5-16,10 0 1 0,0 0-15 0,-8 2 15 16,8-2-6-16,0 0 3 0,0 0 0 0,-6 1-5 15,6-1-1-15,0 0 3 0,0 0-2 0,0 0 3 16,0 0-2-16,0 0-1 0,0 0 3 15,0 0-1-15,-11 0 0 0,11 0-10 0,0 0 8 0,0 0 4 16,0 0-1-16,0 0-7 0,0 0 0 0,0 0 0 16,0 0 2-16,0 0-1 0,0 0-4 15,0 0-10-15,0 0 2 0,0 0-6 0,0 0 5 0,0 0 3 16,0 0 0-16,0 0 1 0,0 0-1 0,26-1 0 16,-14-1 11-16,2 1-8 0,-1-2 1 0,-1 1 2 15,1 1 5-15,2 0-2 0,-2-1 7 0,1-1-5 16,-3 0 2-16,0 2-7 0,-1 1 10 0,-3-3-4 15,-7 3-5-15,11-3 8 0,-3 1-4 0,-8 2-4 16,11 0 4-16,-11 0 4 0,0 0-5 0,8-1 4 16,-8 1 2-16,0 0-2 0,0 0 9 0,0 0-1 15,8-3 12-15,-8 3-4 0,0 0 13 0,0 0-9 16,0 0-2-16,0 0-3 0,0 0 0 0,0 0-2 0,-27 5-3 16,18-2-3-16,-4-1 2 0,-1 0-2 15,-1 2-3-15,1-2 1 0,1-1 2 0,2 1-4 16,-1 2-4-16,0-3 12 0,1 2-8 0,3-1-4 15,1-1 1-15,7-1 1 0,-13 3-2 0,13-3 5 16,-10 3-10-16,10-3 6 0,0 0 2 0,-9 1-8 16,9-1 2-16,0 0-4 0,0 0 3 0,0 0-7 15,0 0 4-15,0 0-3 0,0 0-4 0,0 0 5 16,0 0-2-16,0 0 0 0,26-8-5 0,-14 3 6 0,2 2 4 16,2-2-4-16,-2-1-9 0,2 0-10 15,-1 3-7-15,-3 0-10 0,1-2-20 0,1 1-14 0,-3-1-13 16,2 1-16-16,-4 2-23 0,-1 0-85 15,-3 1-230-15,-5 1 101 0</inkml:trace>
  <inkml:trace contextRef="#ctx0" brushRef="#br0" timeOffset="-182959.81">22872 16541 90 0,'0'0'84'15,"-14"-1"-9"-15,8 0-6 0,6 1 6 0,0 0-8 16,-14-5-5-16,14 5-4 0,0 0-3 0,-14-3-11 16,14 3 6-16,-7-1 4 0,7 1-1 0,-9-1 0 15,9 1-8-15,-12-2-7 0,12 2 0 0,-10 0 1 16,10 0-7-16,-10-1-4 0,10 1-3 0,-16 1 1 15,9-1-4-15,-1 2 0 0,8-2 1 0,-15 0 0 16,8 1 2-16,7-1 3 0,-16 1-3 0,8 2-5 16,0-3 1-16,8 0 3 0,-15 3-10 0,7-3 5 15,3 3 2-15,5-3 0 0,-14 3 0 16,14-3 1-16,-10 1 5 0,5 2 3 0,5-3-5 0,0 0-3 16,-9 2-7-16,9-2-1 0,0 0-2 0,0 0 10 15,0 0-2-15,0 0 6 0,0 0 1 0,0 0 5 16,0 0 7-16,24 7 0 0,-5-6 5 15,3-2 2-15,9 1 2 0,2-2 0 0,7-1 2 16,-2 1-4-16,18-6 0 0,0 1-3 0,1-3-5 0,3 4-2 16,-3-4-5-16,5 4 0 0,-1-1-5 15,0 1 0-15,1-2-1 0,-4 3-6 0,0-1 0 0,1-2-2 16,5 3 1-16,-4 1 1 0,2-2-4 0,5 2 2 16,-6-1-4-16,3 3 0 0,-3 0-1 15,-3-3-3-15,1 2 1 0,-6 4-4 0,-14-1 3 16,16 0 1-16,-19-2-6 0,-1 2 3 0,2-1 3 15,-4 2 1-15,-1-1-3 0,-2 0 4 0,-9-1-4 16,0-1-2-16,-3 2-1 0,-4 0 4 0,0 0-4 16,-2 0 7-16,-1 2-7 0,-11-2-3 0,17-2 3 0,-17 2-2 15,11 0 1-15,-11 0 3 0,0 0 6 0,0 0 0 16,15 0 2-16,-15 0-1 0,0 0-2 0,0 0 0 16,0 0 0-16,0 0-6 0,0 0 3 15,0 0-4-15,0 0-4 0,0 0-2 0,0 0-16 16,0 0-15-16,0 0-30 0,-47 3-21 0,38-1-32 15,-7 1-23-15,4 0-49 0,-6 2-189 0,-1-2-406 16,-3-1 180-16</inkml:trace>
  <inkml:trace contextRef="#ctx0" brushRef="#br0" timeOffset="-173980.91">7726 4728 11 0,'-5'-7'89'0,"5"7"5"0,0 0-12 16,0 0 10-16,0 0-13 0,0 0 2 15,-4-7 0-15,4 7-6 0,0 0-6 0,0 0-2 16,-5-7 8-16,5 7-4 0,0 0-8 0,-6-7-8 16,6 7-4-16,-3-5-4 0,3 5-4 0,0 0 1 0,-7-3-7 15,7 3-3-15,0 0-6 0,-8-4-3 0,8 4-3 16,0 0-4-16,-11-1 5 0,11 1-10 0,-11-2-1 16,11 2 0-16,-10 0-5 0,10 0 4 15,-13 4-6-15,7-1-6 0,-1 0 8 0,-3 2-1 16,1 0-4-16,-1 2 1 0,-5 2 1 0,5 1-4 15,-3 0 3-15,1-3-5 0,1 5 1 0,2-3-1 0,-4 3 4 16,1-1-1-16,0 0 7 0,4-1-11 0,0 0 2 16,-1 3 1-16,3-3-2 0,0-1-2 0,-2 0 1 15,1 4 7-15,1-3-4 0,1 0 5 16,0 2-10-16,0 0 8 0,1 0-2 0,-1 4-11 16,1-4 7-16,-1 3 2 0,0 1 1 0,2-1-2 15,2 1 3-15,-3-1-1 0,3 0 12 0,1 2-17 0,1-1 7 16,-1 1-5-16,-2 1 0 0,4-1 7 15,-1 4 8-15,2-3-23 0,1 1 10 0,0-2 3 16,-2 1-5-16,5-2 11 0,-1 3-5 0,-1-2-6 16,3-1 2-16,-2-1 5 0,4 0-3 0,1-1 2 15,-1 0 3-15,3-1-6 0,-3-1 6 0,4-3-4 16,0 2 1-16,-1-5 3 0,3 1 1 0,3-1-5 16,1-2 6-16,1-1-5 0,1 1-2 0,5-4 0 15,0-3-3-15,2-1 8 0,-3-3 8 0,1-2-13 16,-6 2 7-16,5-3-6 0,1 2-2 0,-2-3 0 15,0 1 5-15,-6 0-3 0,5-2 7 0,-6 2-3 16,2 0-9-16,-2 1 10 0,0-1-6 0,1 0 3 16,-3-3-6-16,-1 4 6 0,-5 0-2 0,3 0 2 15,1-2-3-15,-6 2 1 0,0 0 4 0,-1 1 1 16,-1-1 7-16,-2 0-4 0,0-1 3 0,-1 1 2 16,-1-1 3-16,-2-2 4 0,2 1-2 0,-2 0-3 15,-2-5 1-15,-3-1-3 0,1 2 10 0,-1-1-1 16,-4-3-2-16,3 2-1 0,-2 0-4 0,-1 0 3 15,-3-6-9-15,1 6 10 0,-4-4-11 0,2-3 5 16,-3 4-4-16,0-1-1 0,-2 0 5 0,3-1-12 16,-5 2 6-16,0 2-2 0,6 4 8 0,-4-4-1 15,-1 7-2-15,-2-5-1 0,4 7-3 0,-1-2-1 16,0 3-4-16,-1 3 1 0,-1-1-3 0,-1 3-4 16,1 0-6-16,-2 3-13 0,-6 4-18 0,1 1-9 15,3 6-20-15,-2 1-25 0,-2 4-12 0,2 4-16 16,2 2-14-16,-1 1-115 0,-1 3-272 0,2-1 121 15</inkml:trace>
  <inkml:trace contextRef="#ctx0" brushRef="#br0" timeOffset="-173361.94">7381 5127 87 0,'0'0'159'0,"0"0"-3"0,0 0-7 15,0 0-9-15,-7-9-11 0,7 9-9 0,-5-5-9 16,5 5-1-16,0 0-10 0,-8-6-7 16,8 6-9-16,-7-5-3 0,7 5-6 0,-10-2-4 0,4 0-9 15,6 2-6-15,-17-2-1 0,4 2-10 0,2 0 0 16,-4 0 0-16,-3 2 0 0,0-1-4 0,0 0-3 15,-1 1 7-15,2 1-2 0,3-2 4 0,1 1-7 16,-1-1-2-16,3-1-5 0,-2 2-2 0,1-2-3 16,2 0-3-16,-1 2-6 0,0-1 1 15,1 0-3-15,-1 1 0 0,4-1-3 0,7-1 3 0,-13 1-13 16,13-1 6-16,-8 1-14 0,8-1-17 16,0 0-30-16,-9 3-36 0,9-3-39 0,0 0-34 15,0 0-7-15,-4 4-11 0,4-4-115 0,0 10-315 16,0-10 140-16</inkml:trace>
  <inkml:trace contextRef="#ctx0" brushRef="#br0" timeOffset="-172981.01">7050 5023 39 0,'0'0'139'15,"0"0"-16"-15,-2-9-8 0,2 9-14 0,0 0 4 16,0 0-35-16,0 0-2 0,0 0 1 0,0 0-14 16,0 0 4-16,-13 19-11 0,9-11 2 0,0 1-12 15,0 0 6-15,-2 1-7 0,3-1-4 0,-2 1 0 16,0-2-4-16,0 2-7 0,1-2 1 0,2 2-4 15,-2-3-6-15,1 0 6 0,-1-1-2 0,4-6-4 0,-3 12-5 16,-1-8 3-16,4-4 0 0,-3 6 1 16,3-6-5-16,-1 8 7 0,1-8-10 0,0 0 3 15,0 0-2-15,0 0-4 0,0 0 1 0,0 0 2 16,4 11 1-16,-4-11-4 0,9 4 5 0,-4-2-4 16,-5-2-2-16,11 1-7 0,1 0-9 15,-2 1-17-15,3-1-13 0,0-1-13 0,3 0-18 0,-3 0-11 16,4-1-13-16,-3 1-75 0,-3-2-191 0,1 2 85 15</inkml:trace>
  <inkml:trace contextRef="#ctx0" brushRef="#br0" timeOffset="-172664.45">6597 4843 30 0,'0'0'178'0,"-7"-4"-16"15,7 4-22-15,-6-2-16 0,6 2-10 0,0 0-16 16,0 0-14-16,0 0-7 0,-10 7-3 0,7 2-6 15,1 2-15-15,0 7-3 0,1 1-2 0,1 8-6 16,0 2-8-16,3 5 6 0,-2 0 2 16,5 11-15-16,-3-9-34 0,0 11-33 0,4 2-26 15,-2 3-25-15,1 1-12 0,-2 3-94 0,0-1-212 0,2-1 94 16</inkml:trace>
  <inkml:trace contextRef="#ctx0" brushRef="#br0" timeOffset="-171907.52">6620 5202 45 0,'0'0'84'0,"0"0"-17"15,0 0-22-15,-7-3-23 0,7 3-31 0,0 0-9 16,0 0-22-16,0 0-42 0,0 0 18 0</inkml:trace>
  <inkml:trace contextRef="#ctx0" brushRef="#br0" timeOffset="-170776.2">11910 5220 108 0,'0'0'184'0,"0"0"-12"0,0 0-10 0,0 0-10 16,0 0-14-16,0 0-18 0,0 0-11 0,0 0-16 15,0 0-2-15,0 0-13 0,0 0-9 0,0 0-1 16,0 0-11-16,0 0-6 0,0 0-8 0,0 0-5 15,0 0-1-15,0 0-4 0,0 0-5 0,0 0-5 16,0 0-6-16,0 0-7 0,0 0-5 0,0 0-8 16,0 0-10-16,0 0-8 0,0 0-4 0,0 0-14 15,0 0-10-15,0 0-16 0,0 0-21 0,0 0-11 16,0 0-8-16,0 0-4 0,0 0-104 0,0 0-230 16,0 0 102-16</inkml:trace>
  <inkml:trace contextRef="#ctx0" brushRef="#br0" timeOffset="-170308.85">12033 5011 53 0,'0'0'202'0,"0"0"-7"0,0 0-10 0,0 0-12 0,0 0-15 15,0-9-17-15,0 9-10 0,0 0-14 0,0 0-11 16,0 0-13-16,0 0-12 0,0 0-10 0,0 0-9 15,0 0 0-15,0 0-17 0,0 0-6 0,0 0-9 16,0 0 0-16,0 0-2 0,0 0-3 0,0 0 0 16,0 0-4-16,0 0-2 0,0 0-5 0,0 0 1 15,0 0 0-15,4 25-3 0,-4-25 1 0,0 0 0 16,0 6-4-16,0-6 0 0,0 0 2 0,0 0-2 16,0 0 2-16,0 0-4 0,0 0 6 0,4 5-4 15,-4-5 9-15,0 0-5 0,0 0-1 0,0 0 2 16,14-9-3-16,-3 1-3 0,7-2-2 0,5-6-1 15,0 0-7-15,3 0-13 0,-4-1-14 0,1 1-16 16,-5 4-19-16,-4-1-40 0,6-4-29 0,-7 3-30 16,3 3-135-16,-3 1-322 0,-3 0 143 0</inkml:trace>
  <inkml:trace contextRef="#ctx0" brushRef="#br0" timeOffset="-166730.83">7596 6231 3 0,'0'0'157'0,"0"0"-2"16,0 0-3-16,0 0-1 0,0 0 0 0,0 0-5 0,0 0-3 16,0 0-8-16,0 0-2 0,0 0-4 0,0 0-9 15,0 0-8-15,0 0-14 0,0 0-11 0,0 0-10 16,0 0-6-16,0 0-8 0,-27-6-7 15,27 6-6-15,-14 0-7 0,4 0 0 0,0-1-7 16,-2 0-2-16,1 1-5 0,0 0 0 0,0 0-7 0,-1 0-3 16,0 0-3-16,-1 1-6 0,0-2-8 0,0 2-1 15,-1 0-13-15,2 2-2 0,0 0-7 16,-2 0-12-16,4-1-22 0,-6 4 2 0,4-3-11 0,-1 2-5 16,0-2-18-16,3 1-14 0,-1 0-11 0,1 0-13 15,3 1-15-15,-1-1-11 0,3 1-89 0,-3 0-259 16,3-1 115-16</inkml:trace>
  <inkml:trace contextRef="#ctx0" brushRef="#br0" timeOffset="-166397.84">7275 6164 56 0,'0'0'114'0,"2"-7"-2"0,-2 7-9 15,0 0-6-15,0 0-11 0,0 0-11 16,0 0-12-16,0 0-5 0,0 0 0 0,0 0-11 0,0 0-8 16,0 0 4-16,0 0-11 0,0 0 1 0,0 0-8 15,0 0 6-15,0 0-9 0,-16 17-3 0,11-12-1 16,0 2 2-16,0 0 3 0,0 4 5 16,1-5-14-16,-1 2 6 0,0 1-6 0,-2-2-4 0,3 0 3 15,1 0-1-15,-1-1-7 0,1 0 3 0,1 1-2 16,2-7 2-16,-4 10-7 0,2-5 0 0,2-5 2 15,-3 7-8-15,3-7 7 0,1 12-2 16,-1-12 3-16,4 10-2 0,-2-6-2 0,-2-4 1 16,7 9 6-16,-2-5-6 0,0 0-2 0,3 1-6 15,1-1-10-15,1-2-10 0,2 0-23 0,0 0-14 0,0 0-16 16,2-1-20-16,-3-1-61 0,2 3-175 0,-4-5 78 16</inkml:trace>
  <inkml:trace contextRef="#ctx0" brushRef="#br0" timeOffset="-165914.78">6777 6091 93 0,'0'0'91'0,"-9"8"-14"0,5-3-2 0,-1 4-7 16,0 1-8-16,0 5-1 0,0 4 0 0,1 0-7 16,0 0 0-16,0 0-12 0,0 5-6 0,2-5 3 15,2 1 3-15,0-1-10 0,1-1 12 0,0 0-7 0,3-5-11 16,-2-1-21-16,2 1 25 0,2-3-15 15,-3-1 22-15,4 1-20 0,0-3 4 0,1 1-5 16,1-1 1-16,1-4 3 0,2 1 3 0,-1-4-8 16,3 0-3-16,-2-1 20 0,1-3-5 0,3-1 9 15,-2-4 5-15,0-1 3 0,0-2 0 0,0-1 1 0,-1-2-6 16,-1-2 5-16,1-6-13 0,-4 0 12 16,-3 5-6-16,0-7 9 0,-3 6-2 0,-5-6-2 15,0 7 5-15,-3-7-6 0,0 6-6 0,-2 1 0 16,-2 0-8-16,2 2-1 0,-5 0-6 0,-1 0-1 15,-2 3-1-15,2 0-4 0,-1 1-1 0,0 4-3 0,-2 0-13 16,3 5 2-16,-1 2-21 0,-4-1-26 16,-1 5-15-16,2 6-7 0,-2 0-16 0,2 3-19 15,-3 7-14-15,7 4-21 0,0 1-82 0,6 2-242 16,0 0 107-16</inkml:trace>
  <inkml:trace contextRef="#ctx0" brushRef="#br0" timeOffset="-165373.02">7555 7299 36 0,'1'-8'163'0,"-1"8"7"16,0 0 4-16,0 0 3 0,0 0-4 0,0 0 1 16,-5-10-10-16,5 10-11 0,0 0-13 0,-5-4-7 15,5 4-9-15,-8-3-14 0,8 3-9 0,-14-4-10 16,7 2-12-16,-5 1-7 0,-6-2-9 0,3 0-4 15,1 3-3-15,-5-1-5 0,0 1-4 16,-2-2-5-16,3 2-3 0,-1 0-2 0,0 0-5 16,1 0-1-16,4 0-2 0,-4 0-6 0,5 0-1 0,1 0-1 15,0 0-3-15,-1 0-7 0,2 0-3 0,-1 2-17 16,3-2-12-16,9 0-13 0,-14-2-17 0,14 2-23 16,-11 2-26-16,11-2-23 0,-8 1-33 15,8-1-15-15,0 0-20 0,-9 0-125 0,9 0-342 0,0 0 151 16</inkml:trace>
  <inkml:trace contextRef="#ctx0" brushRef="#br0" timeOffset="-165026.83">7204 7109 22 0,'0'0'161'15,"-2"-7"-5"-15,2 7-4 0,0 0-8 0,0 0-2 16,0 0-11-16,0 0-9 0,0 0-12 0,-4-6-15 15,4 6-7-15,0 0-12 0,0 0-8 0,0 0-7 16,0 0-7-16,0 0-4 0,-17 9-5 0,17-9-4 16,-4 5-9-16,4-5-3 0,-5 5-1 0,5-5-3 15,-4 7-5-15,4-7 0 0,-5 9-8 0,3-2 6 16,-1 0-6-16,1 4 3 0,0 0-4 0,1 1-1 16,-1-2-1-16,1 1 1 0,0 1-3 0,-1-2-5 15,4 0 5-15,-2-3-5 0,0-7 0 0,1 15-1 16,0-11-1-16,2 3 3 0,-2-1-3 0,2 0-1 15,-3-6-5-15,6 10-2 0,-2-6 0 0,0 2-2 16,-1-1 0-16,3-1-3 0,-1 1-4 0,2-1-9 16,-2 0-7-16,2-1-12 0,-2 2-5 0,3 0-7 15,-1-2-22-15,0 0-11 0,-1 0-6 0,1-1-15 16,-1 1-12-16,1-2-79 0,-7-1-218 0,10 3 96 16</inkml:trace>
  <inkml:trace contextRef="#ctx0" brushRef="#br0" timeOffset="-164564.92">6805 7049 117 0,'-9'1'112'0,"9"-1"-12"16,0 0-19-16,-10 7-2 0,6 0-7 0,0 0-8 16,1 5-10-16,0 4 2 0,0 3-3 0,-1 6-5 15,2 3-6-15,0 1 3 0,0-2-13 0,2 2 6 16,2-2-10-16,-4-1 1 0,7 0 0 0,-3-9-4 16,2 1 3-16,1-1-4 0,1-2 1 0,-2-3-8 15,-1-3-8-15,5 3 11 0,-2-3-11 0,-1-3 9 16,1 4 2-16,1-5-6 0,2 0-5 0,-2-1 3 15,-1-1-3-15,0-1 2 0,3 0 0 0,-9-2 2 16,14 0 13-16,-3-4 5 0,-3 0 5 16,1-2 9-16,-1 0-11 0,2-5 3 0,-3-2-3 0,0-4-1 15,-1 0-1-15,-3-1 6 0,4-6-2 0,-6 0 0 16,-1-2-4-16,-1 8-3 0,-6-10-3 0,2 4-2 16,-1 0-9-16,-2-1 3 0,3 7-5 0,-4 1-1 15,0 0 0-15,1 4-1 0,-3-2-2 0,2 2-1 16,0 6-4-16,1 1-4 0,0-2-5 0,-1 4-9 15,0 0-6-15,-4 2-15 0,1 2-28 0,2 1-18 16,-3 1-12-16,2 5-19 0,-4 3-17 0,3 4-110 16,-2-1-259-16,2 3 115 0</inkml:trace>
  <inkml:trace contextRef="#ctx0" brushRef="#br0" timeOffset="-162310.03">7669 4587 5 0,'0'0'47'16,"0"0"-16"-16,0 0 7 0,0 0-6 0,0 0 1 0,-11-7-4 15,11 7-7-15,0 0-4 0,0 0-1 0,0 0-1 16,0 0-3-16,0 0-7 0,-19 12 5 0,16-7 0 15,-1 0 1-15,0 6-5 0,-4-3-2 16,1 8 2-16,1 0-3 0,0 2 3 0,-4 6-3 16,4-5 6-16,-1 5 1 0,-2 5-14 0,3 0 9 15,-2 0-3-15,0 2 3 0,2 1-3 0,0 1-1 16,-3 3 7-16,2-1-3 0,-2 9 0 0,3-10-1 16,0 1 1-16,2-1-1 0,0 2-2 0,1 10 0 15,1-13-3-15,2 4 4 0,-2 8 3 0,1-11-6 16,-1 13 3-16,2-11 0 0,-2 8-3 0,2-9 4 15,-2 11-6-15,2-10 4 0,-2 9 5 0,2-11-7 16,0 2 2-16,2-1-7 0,-4 0 8 0,1-1-2 16,1 1 2-16,1-1 11 0,-1-2-9 0,3 3-5 15,-2-1 4-15,1 0 0 0,-1-1-2 0,0 2 5 16,-1-2-7-16,-1 1 5 0,0-4-12 0,1 2 5 16,-3 1-1-16,3-1 5 0,-3-2-2 0,1 0 4 15,1 2 9-15,1-4-12 0,-4 2 6 0,3-1-7 16,2-2-3-16,-1-1 0 0,-3 0 5 0,6-1 5 15,-3-5-3-15,2 3 2 0,1 6-1 0,-1-11-1 16,1 1 3-16,1-1-3 0,1 8 5 0,0-2 1 16,-3 2-5-16,3-1 3 0,1 0 10 0,-1-1-1 15,3 3-8-15,-3-1 2 0,0 0 5 0,4-1 1 16,-1-2-13-16,-2 2 3 0,2-2 3 0,0-6-1 16,0 6 0-16,-1-5 3 0,-1 0-5 0,2-1-1 15,-2 2 1-15,0 0-3 0,0-2-2 0,-1 0 3 16,1 2 0-16,-1-2-1 0,2-1 2 0,-4 3-6 15,0-6-2-15,1 4 6 0,0 0 1 0,1-6 2 16,1 4 0-16,-3-4-5 0,1 2-3 0,-4-13 0 16,9 18-3-16,-6-10-2 0,4 1 3 0,-7-9-2 15,7 11 3-15,-7-11-4 0,7 9 5 16,-7-9-1-16,8 6 5 0,-8-6-1 0,0 0 5 0,10 7-10 16,-10-7 5-16,0 0-1 0,12 2-2 0,-12-2 9 15,0 0-6-15,0 0 2 0,23-8-9 0,-23 8 11 16,12-7-5-16,-4 0 2 0,0-1-7 0,0 1 8 15,0-1-7-15,2-3 3 0,-1 0-7 0,3-4 5 16,-1 1 18-16,1 0-17 0,-1-4 1 0,3 2 1 16,-1-4-7-16,2-3-2 0,-3-2 5 0,-1 3-7 15,3-2 4-15,-1-4-4 0,0 4-9 0,-2-4 5 16,0 0 8-16,0 3-12 0,-1-3 4 0,1-2-1 16,-1 2 3-16,-1-1-5 0,0 0-3 0,1 0 2 15,0-1-5-15,-3-3 1 0,1 1-4 0,-1 1 4 16,0-16 8-16,-3 14-8 0,3-2 0 0,-5-13 12 15,5 2-5-15,-4 10 4 0,0-9 6 0,0 0 8 16,-1 10-5-16,-1-14-4 0,-1 14 5 16,0-13 0-16,2 14 0 0,-4-11-3 0,4-2 4 15,-4 13 0-15,1-2 2 0,-1-11 3 0,0-2 2 16,0 2-1-16,3-2 7 0,-5 3-13 0,0-2 8 0,3 2-4 16,-3-1 10-16,1 13 3 0,0 0 0 0,-2-12-10 15,2 11-1-15,-1 0-1 0,0 0 3 16,2 2 3-16,-1-1-5 0,0 0-2 0,0 2 4 15,-1 2 2-15,0 2-6 0,1 3 2 0,-1 0 9 16,-2 1-6-16,3 6 0 0,-4 0 8 0,2 0-2 16,1 3-1-16,-2 0 3 0,3 2-8 0,-2 2 6 0,-3-3-6 15,-2 0 16-15,4 2-10 0,-2 3 8 0,1-2 1 16,-1 2-8-16,2 0 17 0,-2 2-2 16,-1-1 9-16,1 1-18 0,2 0 1 0,0 0-6 15,-3 0 1-15,0 2-1 0,0-1-2 0,-3 0-8 16,3-1-8-16,-1 2 12 0,-1-2-1 0,0 4-3 15,2-2-2-15,-3 1 0 0,3 1 2 0,0 1 1 0,-3-1-9 16,3 1 4-16,-2 2-3 0,-2 0 3 0,4-2-8 16,-1 2 2-16,-3 0 9 0,13 0-6 15,-14 0-5-15,6 0 16 0,8 0-3 0,-14 0-6 16,14 0-3-16,-14 0 2 0,14 0-6 0,-14 2 10 16,14-2-10-16,-11-2-2 0,11 2 8 0,-12 2 0 15,12-2 0-15,-9 0-2 0,9 0-4 0,-10 0 4 0,10 0-1 16,-9 5 6-16,3-1-12 0,1-1 5 15,-2 4-1-15,1 2-7 0,1-1-7 0,-3 4-20 16,3 2-22-16,0 3-17 0,1 0-20 0,0 2-75 16,0 7-183-16,2-9 81 0</inkml:trace>
  <inkml:trace contextRef="#ctx0" brushRef="#br0" timeOffset="-161750.4">7806 3774 10 0,'0'0'55'0,"0"0"-13"0,0 0-2 0,0 0-13 16,0 0-7-16,0 0-15 0,0 0-6 0,0 0-8 15,0 0-23-15,0 0-34 0,-5 9 15 0</inkml:trace>
  <inkml:trace contextRef="#ctx0" brushRef="#br0" timeOffset="-160758.89">12163 4017 2 0,'0'0'124'0,"0"0"-14"0,0 0-6 15,0 0-18-15,0 0-3 0,0 0-18 0,0 0-16 16,0 0-13-16,0 0-23 0,0 0-14 0,0 0-20 16,0 0-19-16,0 0-62 0,0 0-110 0,0 0 49 15</inkml:trace>
  <inkml:trace contextRef="#ctx0" brushRef="#br0" timeOffset="-159607.37">8915 4985 30 0,'0'0'47'0,"0"0"-2"0,0 0-2 0,0 0-3 15,0 0-20-15,0 0-1 0,0 0-21 0,7 3-4 16,-7-3-5-16,0 0-27 0,0 0-41 0,0 8 19 15</inkml:trace>
  <inkml:trace contextRef="#ctx0" brushRef="#br0" timeOffset="-159165.72">11701 5160 137 0,'0'0'160'0,"0"0"-20"0,0 0-12 16,0 0-12-16,0 0-9 0,0 0-13 0,0 0-9 0,0 0-8 16,0 0-15-16,0 0-28 0,0 0-30 15,0 0-48-15,0 0-43 0,0 0-83 0,0 0-182 16,0 0 81-16</inkml:trace>
  <inkml:trace contextRef="#ctx0" brushRef="#br0" timeOffset="-158537.72">6778 6296 15 0,'0'0'-3'0,"0"0"-2"16,23 0 0-16</inkml:trace>
  <inkml:trace contextRef="#ctx0" brushRef="#br0" timeOffset="-158205.77">8935 6086 51 0,'0'0'151'0,"0"0"-16"16,0 0-12-16,0 0-5 0,0 0-14 0,0 0-11 15,0 0-13-15,0 0-3 0,9 0-10 0,-9 0-13 16,0 0-23-16,0 0-23 0,0 0-19 0,0 0-13 15,0 0-21-15,0 0-19 0,0 0-12 0,0 0-70 16,7 6-157-16,-7-6 69 0</inkml:trace>
  <inkml:trace contextRef="#ctx0" brushRef="#br0" timeOffset="-157700.03">12093 6116 90 0,'0'0'148'0,"0"0"-22"0,0 0-3 16,0 0-19-16,0 0-6 0,0 0-10 0,0 0-19 15,0 0-6-15,0 0-32 0,0 0-25 0,0 0-40 16,0 0-44-16,0 0-61 0,0 0-152 0,0 0 68 16</inkml:trace>
  <inkml:trace contextRef="#ctx0" brushRef="#br0" timeOffset="-156631.75">8974 7271 44 0,'0'0'166'0,"0"0"-13"0,0 0-21 0,0 0-9 15,0 0-18-15,0 0-10 0,0 0-10 0,0 0-8 16,0 0-7-16,0 0-28 0,0 0-34 0,0 0-18 16,0 0-40-16,0 0-36 0,0 0-73 0,-5 9-173 15,5-9 76-15</inkml:trace>
  <inkml:trace contextRef="#ctx0" brushRef="#br0" timeOffset="-155798.77">11739 7024 50 0,'0'0'134'0,"0"0"-9"15,0 0 1-15,0 0-11 0,0 0-6 0,0 0-15 16,0 0-3-16,0 0-13 0,0 0-5 0,0 0-6 16,0 0-6-16,0 0-10 0,0 0-3 0,8 1-7 15,-8-1-1-15,0 0-4 0,0 0-1 0,0 0-12 16,0 0-1-16,0 0-8 0,0 0 2 0,0 0-11 16,0 0 2-16,0 0-1 0,0 0-1 0,0 0-3 15,0 0-2-15,0 0 1 0,0 0 1 0,0 0-2 16,0 0-1-16,0 0-8 0,0 0 0 0,0 0-1 15,0 0 1-15,0 0-1 0,0 0 2 0,0 0-8 16,0 0 0-16,0 0-5 0,0 0 12 0,0 0-5 16,0 0 3-16,0 0 6 0,0 0 0 0,0 0-2 15,0 0 5-15,0 0-4 0,0 0 0 0,0 0 3 16,0 0-2-16,0 0 2 0,0 0 3 0,0 0-4 16,0 0-1-16,0 0-3 0,0 0 2 0,0 0 4 15,0 0-1-15,0 0 0 0,0 0-4 0,0 0 1 0,0 0 5 16,0 0-3-16,0 0-1 0,0 0-11 15,0 0-5-15,0 0-1 0,0 0-3 0,0 0-5 0,0 0 0 16,0 0-1-16,0 0-1 0,0 0-12 0,0 0-19 16,0 0-3-16,0 0-77 0,0 0-156 0,-13 13 70 15</inkml:trace>
  <inkml:trace contextRef="#ctx0" brushRef="#br0" timeOffset="-155568.08">11815 7079 87 0,'0'0'67'0,"0"0"-19"0,0 0-26 0,0 0-21 0,0 0-39 16,0 0-41-16,0 0 19 0</inkml:trace>
  <inkml:trace contextRef="#ctx0" brushRef="#br0" timeOffset="-154692.92">9188 7044 50 0,'-29'5'42'0,"29"-5"-22"0,-6 2-39 0,6-2-20 16,-12 5 8-16</inkml:trace>
  <inkml:trace contextRef="#ctx0" brushRef="#br0" timeOffset="-153904.97">7044 7005 16 0,'0'0'-3'0,"0"0"-3"0,0 0 1 16</inkml:trace>
  <inkml:trace contextRef="#ctx0" brushRef="#br0" timeOffset="-150079.93">7151 3943 49 0,'0'0'47'16,"-9"-2"-2"-16,9 2-5 0,0 0 14 0,-10 6-22 15,4-2-17-15,6-4 3 0,-12 6 5 0,6 0-4 16,-1-3 5-16,1 1-9 0,0 0 6 0,0 0-12 16,0 0 0-16,6-4 13 0,-10 3-17 0,5 1 5 15,5-4 0-15,-9 7-3 0,5-5-7 0,4-2 0 16,-7 4 6-16,7-4-1 0,-6 4-2 0,6-4 4 16,0 0 8-16,-6 3-2 0,6-3-3 0,0 0-3 15,0 0-3-15,0 0 6 0,0 0-7 0,0 0-2 16,0 0 9-16,0 0 4 0,0 0 2 0,-7 5-3 15,7-5 1-15,0 0 5 0,0 0-14 0,0 0 13 16,0 0-7-16,0 0-2 0,17-21-3 0,-11 13 2 16,1 0-11-16,1-1 4 0,-2 1-4 15,3-1 23-15,-3 2-26 0,-2 2 1 0,1-1 1 0,-1 0-4 16,1-1 1-16,-1 1-4 0,0 0 10 0,0 1-2 16,-4 5 13-16,5-8-14 0,-5 8-2 0,4-7 6 15,-4 7 1-15,3-7-1 0,-3 7-2 0,0 0-1 16,3-6 0-16,-3 6 9 0,0 0-8 15,0 0 1-15,0 0 6 0,5-5-7 0,-5 5 4 16,0 0-8-16,0 0 7 0,0 0-10 0,0 0-8 0,0 0-1 16,0 0-1-16,0 0 7 0,0 0-6 0,0 0-4 15,0 0 3-15,0 0 10 0,1 28 3 0,2-15-6 16,-2 3 13-16,-1 0-7 0,0 0 6 0,0 3-1 16,-1-1 14-16,2 0 4 0,-1 1 4 15,0-1-7-15,0 1 5 0,3-1 1 0,-3-1-1 16,0-1-4-16,0 0 9 0,0 0-1 0,0-3-6 15,1-2 1-15,-1 1 8 0,1 0-7 0,-1-3-2 16,3 4 0-16,-4-5-3 0,2 3 4 0,-2-3 1 0,1-8-7 16,0 13-2-16,0-5 8 0,0-8-4 15,-2 11 1-15,2-11 0 0,-1 10 8 0,1-10-8 16,-1 9 5-16,1-9-2 0,0 0 1 0,-2 8 5 16,2-8 2-16,0 0 2 0,0 0 8 0,-2 6-2 15,2-6-4-15,0 0 2 0,0 0-8 0,-12 1-3 16,12-1-2-16,0 0-7 0,-15-1 1 0,15 1-18 15,-13-2 3-15,13 2 0 0,-10-2 6 0,10 2-3 0,0 0-5 16,-10-1 9-16,10 1-7 0,0 0 2 16,-9-1 4-16,9 1-7 0,0 0-2 0,0 0 0 15,0 0 5-15,-8-3-3 0,8 3 2 0,0 0-1 16,0 0 2-16,0 0-16 0,0 0-6 0,0 0 1 16,0 0-1-16,0 0 10 0,0 0-3 0,0 0 6 15,0 0 4-15,19-9 1 0,-7 4-2 0,4-2 2 16,2 4 4-16,4-4-8 0,0 0-10 0,-3 0-30 15,7-1-25-15,0-1-29 0,-5 3-53 0,-2-1-165 16,0-1 73-16</inkml:trace>
  <inkml:trace contextRef="#ctx0" brushRef="#br0" timeOffset="-149364.52">7775 3762 106 0,'-4'-6'102'0,"4"6"-9"0,-4-5-3 16,4 5-6-16,-4-6-7 0,4 6-16 16,0 0 1-16,-6-5-1 0,6 5-8 0,0 0 1 15,0 0-13-15,0 0 0 0,-17 2-9 0,17-2-3 16,-10 4-4-16,10-4 0 0,-14 9-8 0,3-4-1 15,2 4-5-15,-2 3 1 0,-1-1-5 0,0 1 2 16,2 1-4-16,4-2 8 0,-5 1-8 0,4 3 3 16,-4 0-4-16,5 0 2 0,-2 2-6 0,2 1 5 15,-3-2-5-15,3 1 0 0,1 0 1 0,1 1-1 16,0 0 0-16,1 1 3 0,2 1 2 0,0-2 9 16,1 1-5-16,2 0 4 0,-1-1-2 0,5 0 3 15,0 1 6-15,2-1 3 0,1-1-1 0,1 0-6 16,4 3 15-16,1-4-14 0,-1-3-5 0,3 1 4 15,0-3-1-15,0 2 5 0,3-3-10 0,-2 0 11 16,-1-2-13-16,1 0 3 0,0-1 3 0,3-3 9 16,-5 0 2-16,2 0 4 0,0-4 2 0,1 0-3 15,2-1 1-15,-3-1 3 0,1-3 2 0,1 1-1 16,-1-4-3-16,0-1 0 0,0-1 2 0,3-5 0 16,-4 1 5-16,3-5-5 0,-2-3-1 0,-2-2 7 15,-2-1-12-15,-1-1-2 0,-3 0-7 0,-2-3 1 16,-3-1-12-16,-3 0-9 0,0 0-1 15,1 1 0-15,-7-3-8 0,2 0-8 0,-2 2-7 0,-3 2-1 16,0 0-3-16,-3 1-6 0,-3 3-2 0,1 1-4 16,-1 6 2-16,-5-4 0 0,5 7 6 15,-5 2 26-15,3 3-6 0,-5 1-16 0,-3 3-10 0,-7 5 1 16,-1 2 1-16,-2 5 15 0,-3 6-9 0,-10 8 16 16,-2 9-19-16,0 6-20 0,4 0-33 15,-2 3-15-15,2 0-96 0,2 2-217 0,-2-5 97 16</inkml:trace>
  <inkml:trace contextRef="#ctx0" brushRef="#br0" timeOffset="-136513.43">16580 11697 47 0,'-1'-10'96'0,"0"-1"-13"0,1 3 0 0,-2-2-16 16,2 10 8-16,0-14-14 0,0 14 4 0,0-11-6 15,0 11-11-15,0-10-15 0,0 10-10 0,2-6-28 16,-2 6-9-16,0 0-11 0,0 0 1 0,0 0-20 16,0 0-15-16,0 0-37 0,10 22-102 0,-9-11 46 15</inkml:trace>
  <inkml:trace contextRef="#ctx0" brushRef="#br0" timeOffset="-135287.2">17427 15194 77 0,'0'0'116'15,"0"0"-8"-15,0 0-7 0,0 0-22 0,0 0-2 16,0 0-13-16,0 0 1 0,0 0-14 0,0 0-4 15,0 0 3-15,0 0-6 0,0 0-3 0,0 0-3 16,0 0-13-16,0 0 3 0,0 0-1 0,0 0-3 16,0 0-9-16,0 0 0 0,0 0-2 0,0 0 2 15,0 0 2-15,0 0-6 0,0 0 0 0,0 0-7 16,0 0 0-16,0 0-6 0,0 0-1 0,0 0-6 16,0 0 5-16,0 0-8 0,0 0-8 0,0 0 3 15,0 0 0-15,0 0-6 0,0 0 2 0,0 0-3 16,0 0 0-16,0 0-5 0,0 0-4 0,0 0 7 15,0 0-5-15,0 0 1 0,0 0-6 0,0 0 6 16,0 0 1-16,0 0 4 0,0 0-5 0,3 6 6 16,-3-6 2-16,0 0-8 0,0 0-4 0,0 0-9 15,0 0-5-15,0 0-35 0,0 0 75 0,0 0-59 16,0 0-72-16,0 0 31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0:57.641"/>
    </inkml:context>
    <inkml:brush xml:id="br0">
      <inkml:brushProperty name="width" value="0.05292" units="cm"/>
      <inkml:brushProperty name="height" value="0.05292" units="cm"/>
      <inkml:brushProperty name="color" value="#FF0000"/>
    </inkml:brush>
  </inkml:definitions>
  <inkml:trace contextRef="#ctx0" brushRef="#br0">32658 10730 118 0,'0'0'112'0,"2"-7"-15"16,-2 7-11-16,3-5 11 0,-3 5-19 0,2-10 1 16,-2 10 0-16,1-9-3 0,-1 9 0 0,2-7-17 15,-2 7 6-15,0 0-3 0,2-7-8 0,-2 7-7 16,0 0-8-16,0 0-2 0,0 0-9 0,0 0 0 16,0 0-5-16,0 0-4 0,1-7 1 0,-1 7-6 15,0 0 0-15,0 0-1 0,0 0 2 0,0 0 0 16,9 25-2-16,-9-25-7 0,0 0 6 0,0 0-2 15,19 61 4-15,-19-61-2 0,7 45 17 0,-5-17 10 16,-2-28 17-16,-1 57-6 0,0-25-10 0,-1 1 2 16,-2-1 1-16,-1 3-5 0,0 0 0 0,-1-2-4 15,-3 1 1-15,1 0 0 0,-8 12 0 0,4-1 10 16,1-13 0-16,0 1-1 0,2 2-3 0,-3 9 0 16,1 2-5-16,1 0-4 0,-1-12 2 0,-1 10-5 15,4-10 0-15,0 1-3 0,-1-2-2 0,5 3-1 16,-6 9-6-16,6-10 2 0,-3-3 0 0,5 0-3 15,-1 1-2-15,5-6 2 0,-4 1-4 0,4 0 0 16,-2-3-2-16,-3-1 0 0,2-5 1 0,-1-3-4 16,2 0 1-16,0-4-2 0,0 0 0 15,0-5 0-15,0 2 1 0,-1-2-1 0,1-7-1 16,0 11 0-16,0-11 1 0,0 8 1 0,0-8 2 16,0 0-2-16,0 9 3 0,0-9-1 0,0 0 0 15,0 0-1-15,0 0-4 0,0 0 2 0,0 0-1 0,0 0-7 16,0 0-8-16,0 0-22 0,0 0-35 0,0 0-42 15,0 0-16-15,0 0-41 0,0 0-29 0,0 0-150 16,0 0-373-16,0 0 165 0</inkml:trace>
  <inkml:trace contextRef="#ctx0" brushRef="#br0" timeOffset="1557.43">32409 9945 44 0,'4'-12'124'0,"4"-3"6"16,-1-2-9-16,-2 7-1 0,1-1-7 0,-1-1-5 16,0 2 13-16,-4 4 9 0,3-1 0 15,-2 2-13-15,-2 5-16 0,3-7-10 0,-3 7-10 0,0 0-9 16,0 0-3-16,0 0-10 0,0 0-5 0,0 0-5 16,1 31 2-16,-3-13 5 0,0 9-1 0,-2-1-4 15,2 6-3-15,-2-4-6 0,0 1-2 16,-1-3-4-16,1 1-3 0,4-8-5 0,-3 8-2 0,0-8-3 15,0 0 0-15,1-2-4 0,-1 1-17 0,-1-3 4 16,2 0-2-16,-2-1-1 0,2-3-1 0,-1 0-9 16,0 1-18-16,-2-4-17 0,3 0-17 15,-1-3-11-15,1 0-10 0,2-5 5 0,-7 7-15 0,7-7-14 16,-6 5-9-16,6-5-4 0,0 0-3 0,-12-9 0 16,6 0-3-16,2-2 8 0,0-5 9 0,-1-2 9 15,4-2 7-15,-2-8 9 0,2 0 8 0,-1-3 17 16,4 2 3-16,-1-1 13 0,3-2-4 15,1 1 18-15,0 1 7 0,4 1 12 0,-2 3 9 16,4 2 11-16,2 1 3 0,-1 8 5 0,2 0 7 0,5-4 11 16,-3 7-2-16,1 3-1 0,1 0 1 0,1 4 5 15,0 2 3-15,2 2-4 0,-1 4 3 0,-2 1 7 16,0 0 5-16,-18-4-12 0,0 0 4 0,49 28-6 16,-36-13 12-16,-13-15-4 0,20 33 5 0,-13-9-2 15,-7-24 3-15,2 44-5 0,-9-20 0 0,-2 2 1 16,-4-2-9-16,-3-2-1 0,-3 0-3 0,-3-1-9 15,-2-1 0-15,0-3-4 0,-1-1-2 0,0 0-2 16,-5-4 0-16,-1 3-1 0,5-2-19 0,-1-1-32 16,-3-4-5-16,10 0-25 0,3-3-20 15,-2 0-20-15,6-1-2 0,8 0-11 0,-3-2-3 0,1-1 1 16,7-1-59-16,-9 2-189 0,9-2 83 0</inkml:trace>
  <inkml:trace contextRef="#ctx0" brushRef="#br0" timeOffset="1802.97">32367 10188 88 0,'25'-10'5'16,"0"-1"9"-16,-6 5 7 0,1 0 26 0,-3 0-3 15,1 1-6-15,-5 3 6 0,1 0 2 0,0 2-5 16,0 2 18-16,3 0 9 0,0 1-1 0,1 1 1 16,-18-4 3-16,0 0 5 0,69 16 1 0,-41-10 1 15,0 1-6-15,-28-7-15 0,67 6 5 16,-35-2-8-16,2-2 3 0,-34-2-7 0,69-2 1 0,-34-3-1 16,-3 1-3-16,-32 4-3 0,55-14-1 0,-35 5-3 15,-20 9-5-15,33-19 6 0,-33 19-7 0,26-28-3 16,-26 28 8-16,8-32-8 0,-8 32-4 0,-5-33-4 15,5 33-1-15,-30-39-4 0,6 20-4 0,-5 3-6 16,-6 3-11-16,-13 0-12 0,-6 4-20 0,-1 7-14 16,-4 4-12-16,-2 8-8 0,-1 3-15 0,1 9-12 15,1 1-12-15,-23 14-22 0,28-11-79 0,1 0-227 16,6 5 101-16</inkml:trace>
  <inkml:trace contextRef="#ctx0" brushRef="#br0" timeOffset="3237.2">32234 10711 66 0,'-54'36'74'0,"2"2"0"16,1-2 1-16,1 5-10 0,2 0 7 0,-15 18-11 16,22-17-2-16,4 1-1 0,1 1 3 15,5 2 3-15,6 2-18 0,1 0-17 0,3 0 6 16,8-1 4-16,-2 3-10 0,6 5-2 0,4-1 1 16,0 2-5-16,5-1 5 0,5 0 8 0,0-1-2 15,9-1-4-15,1-2 0 0,6-3-1 0,-1-2-1 16,6-2-3-16,1 1 9 0,3-4-10 0,2 0-3 15,-1-2 1-15,4-4-2 0,-9-8 0 0,15 7 1 16,1-1-1-16,-2-2-3 0,-7-12 0 0,17 3-5 0,-1 2 4 16,2-5-2-16,0 0-4 0,0-4 8 0,4-4-6 15,-3-5-7-15,2-2 1 0,0-4 0 0,-3-4 7 16,0-2-7-16,-1-4-2 0,-11 1-8 0,10-7 5 16,3-1 10-16,-16 1 1 0,13-7-4 15,-5-8 0-15,-4 0-6 0,3-2 4 0,-4-3 0 0,-2 0 8 16,-2-3-8-16,-3-3 25 0,-2-4 0 0,-4-2-7 15,-1-4 7-15,-1-5-14 0,1-24-3 0,-10 24 0 16,5-27-2-16,-5 3-3 0,-8-1 5 16,3 2-9-16,-7 22 5 0,2-26-3 0,-4 0 12 15,-1 3-17-15,-1 21 3 0,-5-27-1 0,-3 6-1 16,0 26-3-16,0 1-1 0,-3 2 0 0,-4 0 1 0,-5 6 8 16,-4 2-13-16,-7 7 4 0,4 12-4 0,-18 0-6 15,-9 8-14-15,-9 6 0 0,-33 12-33 16,-4 12-25-16,-12 11-27 0,-5 16-31 0,-10 10-98 15,-9 11-256-15,-5 7 113 0</inkml:trace>
  <inkml:trace contextRef="#ctx0" brushRef="#br0" timeOffset="4809.92">32366 12795 122 0,'-9'-3'135'0,"-3"1"-10"16,1-3-4-16,-6 2-3 0,0 0 0 0,-2-1-7 0,4-2 12 15,1 3-11-15,-4-1-1 0,5 2 11 0,2 0-5 16,3 0-10-16,8 2-12 0,-11-2-6 15,11 2-10-15,0 0-6 0,0 0-8 0,0 0-5 16,30 0-7-16,6 1-4 0,27 0-6 0,36-1-6 16,5-1 2-16,1 0 12 0,2 1-9 0,-7 0-16 15,-2-4-16-15,-8 3-15 0,-29 1-43 0,-4-1-34 0,0 1-70 16,-18 2-193-16,-8 2-373 0,-31-4 165 16</inkml:trace>
  <inkml:trace contextRef="#ctx0" brushRef="#br0" timeOffset="9419.07">31329 12014 34 0,'0'0'109'0,"0"0"4"0,13-1-6 16,-13 1-3-16,0 0-3 0,0 0-11 0,0 0 8 15,0 0-20-15,0 0-1 0,0 0 3 0,0 0-4 16,0 0-9-16,0 0-5 0,0 0 3 0,0 0-6 15,0 0-11-15,0 0 0 0,0 0-7 0,0 0-1 16,0 0-7-16,0 0-2 0,-30-10-7 0,20 8-2 16,-1 0 7-16,-3 1-10 0,0 0-1 0,-4 1-5 15,0-3-1-15,-2 1 1 0,0 1-3 0,-3 0 0 16,2 1-2-16,-9-3 4 0,1 1 1 0,1 0-7 0,1 1 0 16,-1 0-4-16,0 1 2 0,6 0 1 15,2 0-2-15,1 0 3 0,0 1-5 0,8-2 6 16,-3 1-1-16,4 0 0 0,2-1 0 0,8 1-4 15,-14 0 0-15,14 0-1 0,-10 0-8 0,10 0-4 16,-8 1-12-16,8-1-9 0,-8 4-7 0,8-4-21 16,-5 5-21-16,5-5-16 0,-5 9-17 0,3-3-15 15,-4 3-77-15,1-2-223 0,-2 0 98 0</inkml:trace>
  <inkml:trace contextRef="#ctx0" brushRef="#br0" timeOffset="9703.18">30146 12126 15 0,'-13'-5'141'0,"0"1"-1"16,2 0-3-16,-7-1 1 0,-1 1-13 0,1 3-12 15,0-4-7-15,0 3-8 0,0-1-12 0,1-1-8 16,0 2-6-16,-3 1-9 0,6 0-5 0,0 1-9 16,2 0-6-16,0 0-12 0,-1 0 0 0,3 2-12 15,0-1-19-15,-3 1-23 0,1 3-13 0,-4 3-27 16,0-3-8-16,1 4-15 0,5-4-19 0,-2 2-89 16,-3 0-209-16,-4 0 93 0</inkml:trace>
  <inkml:trace contextRef="#ctx0" brushRef="#br0" timeOffset="9889.32">29624 12117 3 0,'-9'-4'145'0,"-2"-1"-20"16,-1 2-2-16,-4-2-15 0,-1 3-13 0,2 0-10 15,-2 0-6-15,-3-1-6 0,-1 3-14 0,1 2-6 16,-7 1 3-16,-2 4-13 0,1-2-26 0,-2 4-54 15,-1 0-4-15,0 1-28 0,-3 4-85 0,-15 1-165 16,2 5 74-16</inkml:trace>
  <inkml:trace contextRef="#ctx0" brushRef="#br0" timeOffset="10054.54">28585 12126 71 0,'-6'-12'130'0,"-1"3"-7"0,-2 2-11 16,5 2-8-16,-3 1-16 0,1 2-13 0,-3-2-25 15,1 3-29-15,8 1-18 0,-17 1-14 0,5 2-19 16,-1 4-25-16,-3 0-59 0,0 1-123 0,-2 1 55 16</inkml:trace>
  <inkml:trace contextRef="#ctx0" brushRef="#br0" timeOffset="10319.2">28125 12287 42 0,'-50'2'80'0,"12"-1"-5"0,1 0-15 0,0 2-20 16,0 0-20-16,1 0-30 0,4 4-42 0,-2-3-55 16,3-1 25-16</inkml:trace>
  <inkml:trace contextRef="#ctx0" brushRef="#br0" timeOffset="18173.18">5575 3946 42 0,'0'0'62'0,"0"0"2"0,-5-5-3 0,5 5-5 16,0 0-2-16,0 0-6 0,0 0-4 0,0 0-2 16,0 0-8-16,0 0-2 0,0 0-11 15,0 0 10-15,0 0-12 0,0 0-4 0,0 0 0 16,0 0 4-16,0 0-3 0,0 0-6 0,0 0-4 15,0 0 4-15,0 0-2 0,0 0-2 0,0 0 3 16,0 0-4-16,0 0 4 0,0 0-1 0,0 0 6 0,0 0 3 16,0 0 2-16,0 0-9 0,13 15 1 15,-13-15-1-15,5 7-1 0,0-4 5 0,0 0-5 16,1 1 0-16,-1 1-2 0,0-1 4 0,5-1-2 16,0 3-2-16,1-1 4 0,1 0-1 0,1-1 0 15,5 1-3-15,-3 1 12 0,4-1-10 0,-1-1 3 16,5 1-2-16,-1-2 2 0,6 1-3 0,-7-2 2 15,7 2 2-15,0-2-18 0,0-1 26 0,0 2-2 16,-1-1 0-16,4-1-2 0,-3-2 0 0,2 5-6 16,0-4 1-16,0 0 7 0,4 0 1 0,-1 1-1 15,0-1-7-15,4 1 16 0,0-1 2 0,1 0-4 16,1 0-5-16,-1-1 6 0,13 4-1 0,-12-3-1 16,16 0-3-16,-17 0 1 0,17 1 2 0,-3-1-5 15,-12 3-5-15,14 0 3 0,-2-3 2 0,2 4-6 16,1-4 5-16,0 1-4 0,1 2-1 0,-1-4-2 15,1 1 0-15,2 0 1 0,-4-3 0 0,4 3 5 16,5-2-1-16,-2-4 3 0,4 6 3 0,-1-3 2 16,28 3-6-16,-31-2 3 0,3 2 3 0,0 0-4 15,0-4 1-15,1 4 1 0,-6-1-7 0,0 4 6 16,2-6-8-16,-5 4 1 0,1-1 3 0,-4-1-2 16,0 2 4-16,-1 1 1 0,-2 2-2 0,2-3 1 15,1 2-2-15,-1 0-7 0,2-3 7 0,2 0-13 0,2 3 9 16,-4-3 1-16,2 0-3 0,1 0-1 15,-1 0 0-15,-1-1 6 0,-1-1-4 0,1 2 2 16,1-2-7-16,-1 2 2 0,-3 0 1 0,2-4-1 16,-4 4-5-16,2-1 2 0,-12-1 4 0,-2 0-2 15,2 0-4-15,-2-1 4 0,-3 0-2 0,-2 2-1 0,0 0-1 16,1-2 4-16,-5 2 0 0,2 1 3 16,-12 0-4-16,-1-1 2 0,-1 1-1 0,3 0-1 15,-4 1-2-15,0 0 3 0,-5 0 0 0,3-1 8 16,0 2-4-16,-3-4 0 0,0 5-1 0,-5-3 3 15,-6 0-4-15,13 1-2 0,-13-1 0 0,13 0 1 16,-13 0-2-16,10 0 1 0,-10 0 2 0,7 0 0 0,-7 0-1 16,0 0 13-16,0 0-2 0,0 0 5 15,0 0 3-15,0 0 1 0,11-1 3 0,-11 1 7 16,0 0-1-16,0 0 5 0,0 0-3 0,0 0 6 16,0 0 2-16,0 0 1 0,0 0-7 0,0 0 7 15,0 0-2-15,0 0 3 0,0 0-8 0,6-3-1 16,-6 3 15-16,0 0-18 0,0 0-2 0,0 0-1 15,0 0 0-15,0 0-8 0,0 0 2 0,0 0-1 16,0 0-10-16,0 0 6 0,0 0-4 0,0 0-4 16,-1-9-4-16,1 9 13 0,0 0-14 0,0 0-2 15,-1-11 0-15,1 11 1 0,0 0 0 0,0 0-6 16,-2-10 0-16,2 10 1 0,0 0 0 0,0 0 3 16,0-11-5-16,0 11 3 0,0 0 7 0,0 0-5 15,2-9 0-15,-2 9-2 0,0 0-2 0,0 0 2 16,2-6-1-16,-2 6 2 0,0 0 7 0,0 0-4 15,0 0 3-15,0 0-8 0,0 0-3 0,0 0 4 16,0 0-5-16,0 0-3 0,0 0 6 0,0 0-4 16,0 0 3-16,0 0 0 0,0 0-3 0,0 0 0 15,0 0-2-15,3-5 7 0,-3 5-5 0,0 0 1 16,0 0 2-16,0 0-3 0,0 0-4 0,0 0 3 16,0 0-1-16,0 0 3 0,0 0-2 0,0 0-2 15,0 0 4-15,0 0 0 0,0 0-4 0,0 0 2 16,0 0-4-16,0 0 4 0,0 0 1 0,0 0 2 15,0 0-1-15,0 0 0 0,0 0-5 0,0 0 0 16,0 0 4-16,0 0 0 0,0 0 0 0,0 0-2 16,0 0 3-16,0 0 1 0,0 0 0 0,0 0-3 15,0 0 1-15,0 0-3 0,0 0 6 0,0 0-3 16,0 0-2-16,0 0 1 0,0 0 1 0,0 0-2 16,0 0 1-16,0 0-4 0,0 0 0 0,0 0 8 15,0 0-9-15,0 0 4 0,0 0-3 0,0 0-1 16,0 0 1-16,0 0 5 0,0 0 0 0,0 0-6 15,0 0-5-15,0 0-4 0,0 0-5 0,0 0-3 16,0 0-8-16,0 0-3 0,0 0-12 0,0 0-22 16,0 0-25-16,0 0-21 0,0 0-21 0,0 0-30 15,12 11-45-15,-12-11-13 0,0 0-25 0,5 6-179 16,-5-6-460-16,0 0 203 0</inkml:trace>
  <inkml:trace contextRef="#ctx0" brushRef="#br0" timeOffset="27757.15">27105 5296 36 0,'0'0'93'0,"0"0"-6"0,0 0-6 0,0 0-6 16,0 0-3-16,0 0 1 0,0 0-10 0,0 0 4 15,0 0-3-15,0 0 4 0,0 0 2 0,0 0-4 16,0 0-7-16,0 0-1 0,0 0-3 0,0 0-1 16,0 0-6-16,0 0 4 0,0 0-4 15,0 0-3-15,0 0-4 0,0 0 4 0,0 0-5 0,0 0 3 16,0 0-4-16,0 0 1 0,0 0-3 0,0 0 2 16,0 0-3-16,0 0-3 0,0 0-3 15,0 0 3-15,0 0-8 0,0 0-3 0,0 0-2 0,0 0-2 16,0 0-4-16,0 0 2 0,0 0-4 0,0 0-3 15,0 0 3-15,13-1 1 0,-3 1-5 0,6 1 4 16,13-1 7-16,0 2 1 0,10 0-3 0,12 0-2 16,5 0 6-16,7 0 3 0,2 1-5 0,27-3-2 15,-29 3 5-15,4-4-2 0,0 5 2 0,-2-2 9 16,-1 0-2-16,-5 0-1 0,4-2 3 0,-1 2-1 16,-1-1-4-16,0 0-1 0,2 2-2 0,-3-2-1 15,-1 1-1-15,-4-2-3 0,-5 0-3 0,-10 0-1 16,-6 0 0-16,-1 0 0 0,-2 1-3 0,-3-2 3 15,2-2-2-15,-10 2-2 0,-1 1 5 0,-2-3 13 16,-3 2 4-16,-4-1 6 0,2 2 5 0,-1 0 5 16,-2 0 2-16,-1-2 4 0,-8 2 2 0,12-1 1 15,-12 1-7-15,7-4-3 0,-7 4-1 0,0 0-5 16,11 0-1-16,-11 0-5 0,0 0-5 0,10-2-5 16,-10 2-4-16,0 0-4 0,0 0 1 0,0 0-6 15,6-1-1-15,-6 1-13 0,0 0-24 0,0 0-26 16,0 0-32-16,0 0-29 0,0 0-25 0,9 6-19 15,-9-6-31-15,2 8-40 0,-2-2-173 0,0-6-433 16,-9 15 192-16</inkml:trace>
  <inkml:trace contextRef="#ctx0" brushRef="#br0" timeOffset="30186.99">5780 6331 5 0,'0'0'42'0,"0"0"-8"0,0 0-2 0,0 0-2 16,-1-10 0-16,1 10-3 0,0 0 3 0,0 0-1 16,0 0-4-16,-4-6 0 0,4 6 1 0,0 0-5 15,0 0 2-15,0 0 1 0,0 0-2 0,0 0-2 16,0 0-6-16,0 0 2 0,0 0-4 16,-8-4 0-16,8 4 1 0,0 0-5 0,0 0 6 0,0 0 1 15,0 0 0-15,0 0 1 0,-8-1-8 16,8 1 4-16,0 0 0 0,0 0-2 0,0 0 1 0,0 0-3 15,0 0 1-15,-12 0-2 0,12 0-4 0,0 0 4 16,-12 0-6-16,12 0 3 0,0 0 0 0,-10 1 3 16,10-1-5-16,0 0 5 0,-9 0-1 15,9 0-5-15,0 0 5 0,-10 0 11 0,10 0-12 16,0 0 0-16,0 0 3 0,-12 0 3 0,12 0 0 0,0 0-1 16,-10 0-3-16,10 0 3 0,-9 0-2 0,9 0 0 15,-9 0-4-15,9 0 12 0,0 0-9 0,-10 0 9 16,10 0-9-16,0 0-1 0,-10 0-3 0,10 0 4 15,0 0-3-15,0 0 6 0,-12 0 3 0,12 0 9 16,0 0-3-16,0 0 2 0,-8-1-8 0,8 1 4 16,0 0-2-16,0 0-1 0,0 0 0 0,0 0-3 15,0 0-2-15,0 0 6 0,0 0 6 0,-8 1-1 16,8-1-8-16,0 0 0 0,0 0 1 16,0 0-2-16,0 0 2 0,0 0 2 0,0 0-6 0,0 0 4 15,0 0-1-15,0 0 2 0,0 0 1 0,0 0 12 16,0 0-1-16,0 0 6 0,0 0-4 0,0 0 4 15,0 0-6-15,0 0-1 0,0 0-2 0,0 0-1 16,0 0 0-16,0 0-1 0,0 0 0 0,0 0-2 16,0 0 2-16,0 0-3 0,0 0-4 0,0 0-4 15,0 0 5-15,0 0-4 0,0 0 3 0,0 0-4 16,0 0-6-16,0 0 15 0,0 0-14 0,0 0 1 16,0 0 0-16,0 0 2 0,0 0-8 0,0 0 4 15,0 0 4-15,0 0-8 0,0 0 0 0,-11 0 1 16,11 0-2-16,0 0 3 0,0 0 1 0,0 0-2 15,-10-3-7-15,10 3 5 0,0 0-6 0,-9-2 4 16,9 2 1-16,0 0 2 0,-10 0-4 0,10 0-2 16,0 0 2-16,-14 0 0 0,14 0 0 0,-10 2 0 15,10-2 4-15,-11 2-1 0,11-2-5 0,-9 1 2 16,9-1-1-16,0 0 9 0,-12 0-3 0,12 0 1 16,-5 2-3-16,5-2 4 0,0 0-6 0,0 0-1 15,0 0 4-15,0 0-2 0,-11-2-2 0,11 2 4 16,0 0-1-16,0 0 1 0,0 0 1 0,0 0-1 0,0 0 2 15,0 0-3-15,0 0 4 0,0 0 1 16,0 0-11-16,0 0 7 0,0 0 2 0,0 0-1 16,0 0 0-16,0 0 0 0,0 0-1 0,0 0-1 15,0 0 2-15,0 0-1 0,0 0 3 0,0 0 3 0,0 0-1 16,0 0 0-16,0 0 1 0,0 0 1 0,30-6-2 16,-24 3 3-16,5 1-5 0,1-2 2 15,0 0-4-15,2 1 8 0,4 0-3 0,-2-1 9 16,2-1-9-16,1 1 2 0,3 1-5 0,-4-2 5 0,5 1-2 15,4 0-3-15,-7 0-1 0,7-1 1 0,0 2 0 16,1-4 3-16,0 5-3 0,-5 0-1 16,4 2 0-16,-1-3-1 0,3 0-3 0,-2 2 5 15,-4 1-3-15,-2-3 2 0,9 2 2 0,-3 0-2 16,-5 1 1-16,6-1 2 0,-7 2-2 0,1-5-1 0,-1 5 1 16,7 1 0-16,-7-2 6 0,0 0-7 15,1 1 2-15,-1-1 1 0,1 0 1 0,6 1 3 0,-1 0 9 16,-5-1-5-16,-2 0-5 0,1 0 6 15,-1 0-5-15,2-1 2 0,-3 1 0 0,-1-1 3 0,0 1 10 16,-3-1-11-16,0-1-5 0,-4 2 8 0,0-1-4 16,3 0-3-16,-4 1 5 0,-2 0 3 15,-8 0-4-15,14 0 2 0,-14 0 2 0,9-2-4 16,-9 2-1-16,0 0-1 0,10 0 2 0,-10 0-2 0,0 0 2 16,9-1 8-16,-9 1-13 0,0 0 2 0,0 0-1 15,0 0-1-15,0 0-2 0,0 0 7 0,0 0-9 16,0 0 4-16,10 0-2 0,-10 0-1 0,0 0-1 15,0 0-2-15,0 0 1 0,0 0 1 0,0 0-1 16,0 0-4-16,0 0 2 0,0 0 0 0,0 0-2 16,0 0 4-16,0 0-6 0,0 0-3 0,0 0 4 15,4 7-4-15,-4-7-33 0,5 6-18 0,-2-1-28 16,2 4-32-16,-3 0-35 0,1 4-23 0,1 2-109 16,-1 3-307-16,0-1 137 0</inkml:trace>
  <inkml:trace contextRef="#ctx0" brushRef="#br0" timeOffset="32403.05">12230 6351 17 0,'-13'-2'65'0,"-1"-1"1"0,1 2-7 16,-3-2-12-16,3 1 0 0,-1-1-8 0,1 2 3 15,0-1-11-15,1-1 3 0,-1 1-6 0,1 0 4 16,1 0-7-16,3 1 9 0,-1-2 2 0,9 3 13 16,-10-1-14-16,10 1 2 0,-9 0-3 0,9 0-5 15,0 0 0-15,-10-2-9 0,10 2-4 0,0 0 0 16,0 0-8-16,0 0 3 0,0 0-2 0,0 0 10 15,0 0 10-15,0 0-7 0,38 6 2 16,-17-5 9-16,11 2 7 0,2-3 1 0,4 1 4 0,16 1-1 16,1-2-2-16,4-3-4 0,-2 3 0 0,3-3-2 15,7 0 3-15,-2-1-8 0,30-1 1 0,-29 3 3 16,26-3 6-16,-4 5 3 0,-22 0-9 0,0-3-1 16,32 5 4-16,-8-1-4 0,-25-1-10 15,29 2 5-15,-2 1-1 0,-26-1-9 0,28 0 1 0,-2 1 2 16,-29-1-5-16,27-2 3 0,-32 4-2 0,3-3 1 15,-2-1-1-15,-1 3-2 0,1 1 4 0,-7-1-5 16,0-4-2-16,-13 3 2 0,-4 0-2 0,0 0-2 16,-1 0 1-16,-3 0-2 0,-2-1 0 0,-8 1 6 15,0 0-7-15,0-1 5 0,-3-1 7 0,-4 1 3 16,-4-1-7-16,-1-1 5 0,1 2 0 0,-10-1 3 16,13 0 4-16,-13 0 2 0,10 0-1 0,-10 0 2 15,8 0-5-15,-8 0 1 0,0 0-3 0,0 0-2 16,9 0 1-16,-9 0-5 0,0 0-1 0,0 0-4 15,0 0-3-15,9 0 0 0,-9 0-11 0,0 0-28 16,0 0-30-16,0 0-31 0,6 3-10 0,-6-3-36 16,10 6-19-16,-4-3-23 0,3 4-128 0,-2-3-331 15,2 4 146-15</inkml:trace>
  <inkml:trace contextRef="#ctx0" brushRef="#br0" timeOffset="33188.01">16470 6392 104 0,'0'0'128'0,"-8"-5"-3"0,8 5-5 15,-6-3-11-15,6 3-11 0,0 0-5 16,-6-4-8-16,6 4-4 0,0 0-13 0,0 0-4 0,0 0-12 16,0 0 2-16,0 0-8 0,0 0-8 0,0 0 1 15,0 0 5-15,0 0 1 0,0 0-7 0,28 5 3 16,-13-3 0-16,6 2-4 0,7 1 3 15,6-2 0-15,6 0-1 0,12 0 11 0,3-2-3 0,7 2 8 16,-2-3-4-16,1 1-9 0,3-1-2 0,2 0-5 16,1 0-3-16,-3-2-5 0,-2 3 6 0,0-1-5 15,-4 0 0-15,6-3 0 0,-1 2-6 0,-2-2-3 16,2 0-1-16,5 3 2 0,-7-3-4 0,1 2-1 16,-3-3 4-16,-4 2-4 0,-1-1-2 0,1 0 2 15,-3-2-2-15,0 0-1 0,1 2-4 0,-1 1 7 16,1-2 0-16,-1 3 0 0,3-2 3 0,-2-2 1 15,-3 1 4-15,-15 4 0 0,6-4-4 0,-5 4-1 16,0-1 0-16,0 0-1 0,-3 1-4 0,-2-1 5 16,-3-1-6-16,-2 2 2 0,1 0 2 0,-5 0-3 15,6 0 1-15,-1-1 0 0,2 2-4 0,-8-1 1 16,0 0-1-16,0 0 1 0,1 2-2 0,-2-2 4 16,-2 1-3-16,4 0 2 0,-3-2 2 0,-2 0-2 15,-2 1-1-15,2 0 1 0,2 1-4 0,0-1 8 16,-1 0-4-16,1 0-1 0,-2 0 0 0,3 1 6 15,-1-1-8-15,0 0 3 0,-1 0-4 0,3-1 2 16,-1 1-4-16,2-1 5 0,-4 1-2 0,2 0-4 16,-2 0 5-16,0-1-3 0,1 1-4 0,-6 0 3 15,5 0-1-15,-2-1-2 0,2 1-3 0,1 0 3 16,-2-1-3-16,1 0 5 0,-5-1 0 0,1 2-2 0,-3-1-2 16,0 0 1-16,1 0-4 0,1 1 4 15,-3-1-4-15,-2-1 3 0,-8 2 7 0,13-1-8 16,-13 1 0-16,10-2-1 0,-10 2 2 0,10 0-1 15,-10 0 0-15,0 0 2 0,8-1-4 0,-8 1 3 16,0 0-3-16,0 0 2 0,0 0-8 0,0 0-12 0,0 0-13 16,9-1-16-16,-9 1-22 0,0 0-24 15,0 0-27-15,0 0-25 0,0 0-31 0,0 0-27 16,-37 0-145-16,15 0-378 0,-7-2 168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1:52.664"/>
    </inkml:context>
    <inkml:brush xml:id="br0">
      <inkml:brushProperty name="width" value="0.05292" units="cm"/>
      <inkml:brushProperty name="height" value="0.05292" units="cm"/>
      <inkml:brushProperty name="color" value="#FF0000"/>
    </inkml:brush>
  </inkml:definitions>
  <inkml:trace contextRef="#ctx0" brushRef="#br0">9602 8299 87 0,'0'0'100'0,"0"0"-9"0,0 0-5 16,0 0-8-16,0 0-8 0,0 0-8 0,0 0-11 15,0 0-4-15,2 7-9 0,-2-7-8 0,0 0-16 16,0 0-14-16,0 0-10 0,0 0-22 0,0 0-11 16,0 0-21-16,0 0-38 0,0 0-109 0,0 0 50 15</inkml:trace>
  <inkml:trace contextRef="#ctx0" brushRef="#br0" timeOffset="2095.61">9031 9090 24 0,'0'0'109'0,"0"0"4"15,0 0-8-15,0 0-9 0,0 0-9 0,0 0-7 16,0 0-4-16,0 0 2 0,0 0-9 0,0 0-3 16,0 0-7-16,0 0-1 0,0 0 3 0,0 0-6 15,0 0-8-15,0 0-7 0,0 0 2 0,0 0-5 16,0 0-1-16,0 0 0 0,0 0 0 0,0 0-3 15,0 0 0-15,0 0 3 0,0 0-7 0,0 0 6 16,0 0-2-16,0 0 4 0,0 0-8 0,0 0 2 16,0 0-3-16,-11 6-5 0,11-6 1 0,-7 4-1 15,7-4-5-15,0 0 2 0,-10 5 2 0,10-5-1 16,-8 2 2-16,8-2-3 0,0 0-1 0,-11 2-1 16,11-2-1-16,-5 1 2 0,5-1 0 0,0 0-1 15,-13 2-1-15,13-2 7 0,0 0-6 0,-8 1 1 16,8-1 4-16,0 0 7 0,-6 4-9 0,6-4 2 15,0 0-4-15,0 0 1 0,0 0-6 0,-9 1 0 16,9-1 3-16,0 0-3 0,0 0-1 0,0 0 5 16,0 0-1-16,0 0 0 0,0 0 2 0,0 0-1 15,0 0 2-15,0 0 3 0,0 0-2 0,0 0 5 0,0 0-4 16,0 0 3-16,-9 1 1 0,9-1-1 16,0 0 1-16,0 0-1 0,0 0 2 0,0 0-4 15,0 0-1-15,0 0 3 0,0 0-7 0,0 0-2 0,0 0 1 16,0 0-1-16,0 0-3 0,0 0 1 0,0 0-2 15,-6 3-1-15,6-3-2 0,0 0-1 0,0 0 0 16,0 0-2-16,0 0 2 0,0 0-3 0,0 0 2 16,-9 2-4-16,9-2 1 0,0 0 0 0,0 0-1 15,0 0-1-15,0 0 1 0,-8 2 0 0,8-2 0 16,0 0-3-16,0 0 3 0,0 0-3 0,0 0 3 16,0 0-2-16,0 0 0 0,-5 6-1 15,5-6 2-15,0 0-2 0,0 0-1 0,0 0 2 0,-6 4-3 16,6-4 2-16,0 0 0 0,0 0-3 0,0 0 3 15,0 0-2-15,0 0 2 0,-6 3-2 0,6-3 1 16,0 0 1-16,0 0-2 0,0 0 3 0,0 0-3 16,0 0-1-16,0 0 4 0,0 0-1 0,0 0 2 15,0 0-5-15,0 0 3 0,0 0-2 0,-4 6 5 16,4-6-1-16,0 0-3 0,0 0 2 0,0 0-3 16,0 0 1-16,0 0 1 0,0 0-1 0,0 0 0 15,0 0 3-15,0 0-2 0,0 0 2 0,0 0 1 16,0 0-1-16,0 0 0 0,0 0-1 0,0 0-2 15,0 0 6-15,0 0-5 0,0 0 3 0,0 0 3 16,0 0-2-16,0 0-4 0,0 0 1 0,0 0 1 0,0 0 2 16,0 0-1-16,0 0 5 0,0 0-2 15,0 0 0-15,0 0 2 0,0 0 2 0,0 0 1 16,0 0 0-16,0 0 4 0,-6 4-3 0,6-4 2 16,0 0 1-16,0 0 0 0,0 0 6 0,0 0-8 0,0 0-1 15,0 0 2-15,0 0 2 0,0 0-3 0,0 0-3 16,0 0 5-16,0 0-1 0,0 0-1 0,0 0-3 15,0 0 3-15,0 0-4 0,0 0 1 16,0 0-3-16,0 0 2 0,0 0-4 0,0 0-2 0,0 0 1 16,0 0 0-16,0 0-1 0,0 0-3 0,0 0 2 15,0 0 2-15,23-6-6 0,-13 5 7 16,1 0-6-16,3-1 2 0,4-2-1 0,-2 2-6 16,5-2-11-16,-4 4-12 0,3 0-21 0,-1-1-18 0,-1-1-21 15,0 2-23-15,-1-2-24 0,0 4-25 0,1-4-15 16,-4 2-18-16,4 0-17 0,-6-1-136 0,-1 1-377 15,-11 0 167-15</inkml:trace>
  <inkml:trace contextRef="#ctx0" brushRef="#br0" timeOffset="89295.82">7988 14041 30 0,'0'0'48'0,"0"0"-5"0,0 0-4 0,0 0-10 15,0 0-5-15,0 0-4 0,0 0 6 0,0 0-5 16,0 16 8-16,0-16 11 0,0 0-12 0,0 0-5 16,0 0-1-16,0 0-5 0,-3 7-3 0,3-7 2 15,0 0 0-15,0 0-5 0,0 0-2 0,0 0 9 16,0 0-7-16,0 0-3 0,0 0-1 0,0 0-5 15,-6 4 4-15,6-4 1 0,0 0 0 0,0 0 3 16,0 0-5-16,0 0-1 0,0 0-1 0,0 0 6 16,0 0-8-16,0 0 4 0,0 0-2 0,0 0 2 15,-7 4 1-15,7-4-2 0,0 0 3 0,0 0-1 16,0 0 11-16,0 0-13 0,-8 3 6 0,8-3 4 16,0 0-6-16,0 0 0 0,0 0 5 0,0 0 3 15,-10 1 1-15,10-1 2 0,0 0-5 0,0 0-7 16,0 0 10-16,0 0 5 0,0 0-2 0,0 0-3 15,0 0 1-15,0 0 0 0,0 0-1 0,-10-1-10 16,10 1-2-16,0 0 12 0,0 0 2 0,0 0-6 16,0 0 3-16,0 0-6 0,0 0 3 0,0 0-9 15,0 0 12-15,-7 2-7 0,7-2 0 0,0 0-4 16,0 0 0-16,0 0-7 0,0 0 8 0,0 0 0 16,0 0-1-16,0 0-10 0,0 0 12 0,0 0-10 15,0 0 8-15,0 0-13 0,0 0 6 16,0 0 2-16,0 0-4 0,0 0-5 0,0 0 12 0,0 0-5 15,0 0 3-15,0 0-1 0,0 0 1 0,0 0 12 16,0 0-7-16,0 0-1 0,32-4 1 0,-23 0 2 16,1 1 2-16,3 0-5 0,0-2 4 0,1 1-3 15,-1 0-5-15,3 0 3 0,-3-1 0 0,4 1 5 16,-5 1-1-16,0-1-6 0,1 0 2 0,-2 0-4 16,-2 0 9-16,0 3-15 0,-1-1 5 0,0 0 4 15,-2 0 2-15,-6 2 1 0,13-4-10 0,-13 4 8 16,10-2 0-16,-10 2-1 0,10-1 3 0,-10 1-3 15,6-2 3-15,-6 2 3 0,8-1-2 0,-8 1-1 16,0 0-9-16,9 0 1 0,-9 0 9 0,0 0 1 16,0 0-11-16,10-2 4 0,-10 2-1 0,0 0 5 15,0 0-5-15,11 2 3 0,-11-2-13 0,0 0-13 16,0 0-8-16,0 0-20 0,11-2-14 0,-11 2-20 16,9 2-78-16,-9-2-175 0,6 3 78 0</inkml:trace>
  <inkml:trace contextRef="#ctx0" brushRef="#br0" timeOffset="95281.51">7978 14214 5 0,'0'0'47'0,"-6"3"-6"0,6-3 1 16,0 0-7-16,-7 2 3 0,7-2-9 15,-7 3 1-15,7-3 3 0,0 0 3 0,-9 2-3 0,9-2 0 16,0 0-3-16,-8 1-4 0,8-1 6 0,0 0 4 16,-6 2-6-16,6-2 0 0,0 0-1 0,0 0 9 15,0 0-4-15,0 0 10 0,-11 2-8 0,11-2 10 16,0 0-1-16,0 0 8 0,0 0-10 15,-5 3-1-15,5-3 1 0,0 0-11 0,0 0 13 16,0 0-7-16,0 0-4 0,0 0-7 0,0 0 2 0,0 0-5 16,0 0 1-16,0 0-5 0,0 0 6 0,0 0-17 15,0 0 3-15,0 0-8 0,0 0 6 0,0 0-2 16,0 0 0-16,0 0 0 0,0 0 1 16,0 0-2-16,27-2 12 0,-19 2-8 0,3-3 1 15,0 2-10-15,1-1 10 0,6 0-6 0,0-1 3 0,0-1 6 16,1 0-1-16,0-2 4 0,3 2 14 0,0 1-7 15,-2-3-4-15,2 0 10 0,-2 2 0 16,0 1-10-16,0-4 3 0,0 4 7 0,-4-2 0 16,3 0-3-16,-7 3-4 0,1-2-2 0,-1 3 3 15,-3-1 0-15,0 1 0 0,-1 0-5 0,-1 0 2 0,-7 1 0 16,12-3 4-16,-12 3-1 0,7-3-5 0,-7 3 6 16,0 0 0-16,9-1-1 0,-9 1 3 0,0 0 2 15,0 0 3-15,0 0 1 0,0 0-5 16,0 0-3-16,8-1 3 0,-8 1-2 0,0 0 0 15,0 0-5-15,0 0 0 0,0 0-1 0,0 0-7 16,0 0 4-16,0 0-3 0,0 0-8 0,0 0-9 0,0 0-15 16,0 0-16-16,0 0-13 0,0 0-5 0,0 0-25 15,0 0-18-15,0 0-24 0,0 0-22 0,0 0-22 16,0 0-136-16,0 0-321 0,0 0 142 16</inkml:trace>
  <inkml:trace contextRef="#ctx0" brushRef="#br0" timeOffset="96534.28">23323 17036 86 0,'-4'-9'192'15,"4"9"0"-15,-3-6 2 0,3 6-11 0,-5-4-6 16,5 4-12-16,0 0-8 0,0 0-16 0,-5-6-12 15,5 6-16-15,0 0-12 0,0 0-9 0,0 0-9 16,0 0-5-16,0 0-1 0,0 0 1 0,0 0-8 16,0 0-6-16,0 0-4 0,8 27-8 0,-4-18-2 15,1 2-11-15,-3 0 3 0,6-1-5 0,-4 0-6 16,2 0-4-16,2 4-2 0,-3-5-1 0,0 1-2 16,0-1-5-16,-1-3 1 0,-1-2-4 0,-1 1 0 15,-2-5-3-15,5 7 1 0,-1-4-2 0,-4-3 0 16,5 4-4-16,-5-4 5 0,13-2-3 0,-13 2 0 15,15-10-6-15,-3 3-1 0,1-9-10 0,7-4-11 16,-2-5-12-16,2-4-24 0,12-10-11 0,-1-3-14 16,1-3-27-16,6 0-27 0,19-20-22 0,-23 24-17 15,6-2 11-15,-2 1-7 0,3 5-5 0,-4 2-88 16,-10 10-285-16,1 2 127 0</inkml:trace>
  <inkml:trace contextRef="#ctx0" brushRef="#br0" timeOffset="97329.85">24435 17701 30 0,'6'-10'98'0,"-6"10"5"15,0 0 3-15,0 0-1 0,0 0 7 0,3-3-2 16,-3 3 7-16,0 0-4 0,0 0 6 0,0 0 2 15,0 0-3-15,0 0 6 0,-9-14-5 0,9 14 2 16,0 0-11-16,-4-5-9 0,4 5-10 0,0 0 0 16,-3-6-5-16,3 6-2 0,0 0-9 0,-7-3-6 15,7 3-8-15,0 0-10 0,0 0-7 0,0 0-4 16,0 0-14-16,0 0-3 0,0 0-2 0,0 0-3 16,0 0-13-16,10-11-9 0,1 3-2 15,3-2-6-15,13-1-29 0,0-2-23 0,0 0-28 16,3-2-48-16,5 1-31 0,-4 0-176 0,-2 0-377 0,-1 3 167 15</inkml:trace>
  <inkml:trace contextRef="#ctx0" brushRef="#br0" timeOffset="101779.65">24557 17060 54 0,'-3'-3'224'0,"3"3"-21"0,-7-9-16 0,7 9-19 15,-4-7-13-15,4 7-23 0,0 0 0 0,-5-6-19 16,5 6-12-16,0 0-12 0,0 0-6 0,0 0 10 16,0 0 17-16,0 0-3 0,0 0-11 0,9 27-9 15,-6-15-6-15,3 4-8 0,2 0-8 0,2 8-8 16,-4-7-6-16,2 1-4 0,1-2-2 0,-3 1-3 15,1-2-8-15,-2 1 1 0,1-4-35 0,-1 4 0 16,0-6-4-16,-1-1-13 0,0-1-13 0,-1-2-18 16,-1 1-13-16,-2-7-22 0,0 0-4 0,4 12-12 15,-4-12-12-15,4 7 8 0,-4-7-8 0,0 0-13 16,0 0-1-16,0 0-4 0,0 0 8 0,5-29 16 16,-6 13 7-16,-4 4 13 0,2-7 13 0,-3-4 4 15,-1-4 10-15,0 2 15 0,-2-3 16 0,-2 0 16 16,2 0 22-16,1 1 5 0,0 0 13 0,0 2 15 15,3-2 11-15,1 6 14 0,4 4 8 0,0-2-15 16,0 2 12-16,4 1-1 0,0-1-3 0,0 5 0 16,2 1-2-16,1 0-5 0,3 3-2 0,-3-3-8 15,1 5-2-15,1 0-4 0,-1 4 4 0,-8 2-1 16,23 0-3-16,-23 0-5 0,17 10 1 16,-9-1-5-16,4 5-4 0,1 10-1 0,-1-1-6 0,-3 5 1 15,-2 2-5-15,-2 2-3 0,-4 4-10 0,3-2 3 16,-3 2-6-16,-2-4-2 0,-2 0-3 0,2-3-7 15,0-4-3-15,1-7 0 0,-3 8-7 0,3-11-10 16,0 2-13-16,0-5-6 0,2-2 3 0,-1-3-9 16,3 0 9-16,5-1 5 0,-3-2-4 15,3 1 4-15,4-5-1 0,-3 2 8 0,3-2 5 0,-1-2 8 16,1-1 12-16,1 1 7 0,-3 2 6 0,-2-2 0 16,2-1 2-16,-11 3-9 0,10-1 12 0,-3-1 2 15,-7 2 5-15,0 0 6 0,0 0 5 0,11 4-2 16,-11-4-1-16,-4 9-4 0,4-9 0 15,-6 14-3-15,1-6 1 0,-1 2-1 0,-4-1-4 16,2 2-7-16,-3-2-5 0,2 1-4 0,-1-2-18 0,0 4-14 16,0-6-22-16,1 2-24 0,1-1-22 0,3 0-24 15,0-4-20-15,1 2-131 0,0-2-295 0,4-3 131 16</inkml:trace>
  <inkml:trace contextRef="#ctx0" brushRef="#br0" timeOffset="102078.55">24952 17226 118 0,'4'-4'199'0,"0"-2"-21"0,-4 6-6 0,6-7-14 16,-6 7 0-16,4-3-7 0,-4 3-3 0,0 0-19 15,4-4-4-15,-4 4-3 0,0 0 7 16,11 1-10-16,-11-1-12 0,0 0-11 0,14 3-6 16,-7-1-16-16,-7-2-3 0,10 0-7 0,-10 0-8 15,14-2-5-15,-9 0-1 0,3 1-6 0,-1-1-5 0,1-4-3 16,0 0-6-16,1 0 3 0,-3-1-5 0,2-1-6 15,-4 2 2-15,-2-2-9 0,0 3 6 16,-1-3-6-16,-1-2 4 0,-3 0-7 0,-1 2 3 16,2-3-8-16,-7 0 5 0,2 3-9 0,0-2 4 15,0 0-6-15,-2 2-6 0,-1 2-7 0,0 1-11 16,-1 2-5-16,-1 3-12 0,-1 0-21 0,2 2-7 16,-2 2-22-16,-1 0-11 0,3 0-13 0,2 2-37 15,0-1-2-15,4 0-16 0,-2 1-10 0,6 1-114 0,-3 0-316 16,4-7 140-16</inkml:trace>
  <inkml:trace contextRef="#ctx0" brushRef="#br0" timeOffset="102645.09">25186 16993 155 0,'6'-1'225'16,"-6"1"-13"-16,0 0 2 0,6-4-6 0,-6 4-2 15,0 0-5-15,0 0-9 0,0 0-18 0,9 10-10 16,-9-10-14-16,5 10-13 0,-4-2-8 0,3-2-15 15,0 2-12-15,-2 0-8 0,3-3-15 0,0 3-6 16,-1-1-8-16,1-3-2 0,3 3-14 0,1-2-15 16,0-2-13-16,-3 1-8 0,2 1-9 0,-4-3-8 15,5-1 0-15,-2 0-4 0,-7-1 2 0,13-2-2 16,-13 2 5-16,11-8 3 0,-5 2-4 0,-2 1 1 16,-4 5 2-16,6-16-5 0,-6 16 10 0,0-17-7 15,-1 7 0-15,1 10 9 0,-3-18-3 0,1 9 6 16,0 0 4-16,2 9 11 0,0 0 7 0,-5-15 4 15,5 15-3-15,0 0-3 0,-5-6-2 0,5 6-8 16,0 0 4-16,0 0-6 0,0 0-1 0,0 0-1 16,0 0-2-16,0 0 2 0,0 0-1 0,0 0-3 15,0 0 6-15,17 28-11 0,-11-23 2 0,-6-5 1 16,13 10-4-16,-4-6 7 0,1-1-6 0,2-3-1 16,2 0-1-16,-14 0-3 0,24-6-1 0,-11 2 6 15,7-3-3-15,-5-1 2 0,-1-2-2 0,-5 3 2 16,-1 0-3-16,6-5 3 0,-7 2-1 0,0-4 7 15,1-1-14-15,-8 2 5 0,5-3-1 0,-4 5 2 16,1-8-4-16,0 3 4 0,-6-2-3 0,-1 0 2 16,2 0-1-16,-3 1 1 0,1 1-1 0,1 0-2 15,-1 4 4-15,1 2 9 0,2 0 23 0,-3 3-6 16,5 7 8-16,0 0-8 0,-5-16 2 0,5 16-6 16,0 0 11-16,0 0-1 0,0 0 25 0,0 0 8 15,0 0-1-15,0 0 1 0,12 36-9 0,-9-18-3 16,3 7-4-16,1 3-8 0,3-1-4 0,0 1-10 15,1 1-8-15,0 0 6 0,3-4-5 0,-4 0-3 16,4-1-3-16,-1-2-36 0,-3-7-29 0,1-1-34 16,-2 2-43-16,-2 0-45 0,4-2-43 0,-4 2-53 15,-1-7-31-15,1 2-239 0,-3 0-581 0,-1-5 258 16</inkml:trace>
  <inkml:trace contextRef="#ctx0" brushRef="#br0" timeOffset="102795.24">25590 16937 14 0,'0'0'245'16,"-5"-12"-30"-16,5 12-22 0,-4-10-16 0,4 10-19 0,0 0-17 15,0-14-13-15,4 3-18 0,1 6-12 0,3-4-20 16,4 3-29-16,4-4-51 0,8-5-54 0,1 2-55 16,-1 2-129-16,-7 1-259 0,5 1 114 0</inkml:trace>
  <inkml:trace contextRef="#ctx0" brushRef="#br0" timeOffset="102950.43">26036 16738 233 0,'14'0'273'0,"-14"0"-26"0,0 0-29 16,0 0-16-16,0 0-20 0,5-3-9 0,-5 3-15 16,0 0-18-16,8-4-15 0,-8 4-21 0,10-9-25 15,-4 4-37-15,3-1-48 0,0-3-56 0,5-1-75 16,3-1-192-16,-7 3-356 0,-1-1 158 0</inkml:trace>
  <inkml:trace contextRef="#ctx0" brushRef="#br0" timeOffset="103214.35">25257 17480 2613 0,'-15'23'35'0,"0"-10"-17"15,9-3-9-15,2 1 3 0,4-4-13 0,5 1-7 16,5-3-7-16,11 0 4 0,12-4 0 0,17-7 2 16,-14-3 1-16,13-11-2 0,7-6 2 15,1-5-28-15,23-11-14 0,-3-1-18 0,-23 11-16 0,22-11-38 16,-22 13-39-16,0 3-41 0,-10 3-113 0,2 0-339 15,-15 8 150-15</inkml:trace>
  <inkml:trace contextRef="#ctx0" brushRef="#br0" timeOffset="105695.72">5914 2337 35 0,'0'0'43'0,"-4"9"19"0,2-6-3 0,-2 3-1 16,1 1 5-16,-3 1-9 0,2 1 2 0,-1 1 1 15,1 1 0-15,-1-1-2 0,2-3-3 0,2 3-5 16,-1 1-9-16,-1-2-3 0,-2 1-4 0,4-1-3 15,0-2-5-15,1-7 10 0,1 12-2 0,-1-12-7 16,1 9-3-16,0-4 0 0,-1-5-12 0,7 7 4 16,-7-7 6-16,5 5 2 0,-5-5 1 0,10 3-8 15,-2-3 3-15,-8 0 8 0,16-4-9 0,-7 1 8 16,3 0 6-16,-2 0-1 0,0-2 10 0,2-2 6 16,-2 2 2-16,0-4 0 0,0 0-4 15,-1 0 7-15,0 1 0 0,-1-2 4 0,-2 0-7 16,2 0 1-16,-3-1 1 0,-2 3 5 0,-2-4 3 0,2-1-12 15,-2 3 1-15,-1-3-14 0,0 13-3 16,-3-22 2-16,1 9-3 0,-1 3 1 0,1 0-4 16,-2 0 0-16,0 1-3 0,0 0-1 0,-4 0-4 15,2 4-1-15,6 5 1 0,-10-13-8 0,3 10 3 16,7 3-11-16,-14-6-6 0,14 6-13 0,-13-5-10 16,2 4-12-16,11 1-14 0,-21 1-17 0,21-1-20 15,-20 12-18-15,10-6-29 0,-4 5-11 0,5-2-110 16,-3 6-282-16,2 1 125 0</inkml:trace>
  <inkml:trace contextRef="#ctx0" brushRef="#br0" timeOffset="107136.9">26465 16196 51 0,'0'0'146'0,"0"0"-14"0,0 0-19 0,0 0-11 0,0 0-27 16,0 0-43-16,23-30-18 0,0 9-36 15,6 0-33-15,15-8-43 0,-2-3-107 0,4-3 48 0</inkml:trace>
  <inkml:trace contextRef="#ctx0" brushRef="#br0" timeOffset="150796.57">8002 13987 100 0,'5'7'82'0,"1"-3"-9"0,-2-1-6 0,3 1-3 0,-7-4 2 16,12 6-8-16,-7-2 3 0,1-1-13 0,2-3-4 16,-8 0 5-16,10 2-5 0,-10-2 7 0,12 0 6 15,-12 0-9-15,8 0 12 0,-8 0-9 0,0 0 8 16,11-2 3-16,-11 2 2 0,3-5 2 0,-3 5 11 15,3-6 7-15,-3 6 5 0,0 0 5 0,4-6 0 16,-4 6 2-16,0 0-1 0,0 0 3 0,0 0 0 16,0 0-1-16,0 0-5 0,0 0-3 0,0 0-2 15,4 16-2-15,-4-8-8 0,0 1 3 0,2 1-10 16,-3 0-3-16,2-1-5 0,-1 3 5 0,2-2-13 16,1 3-6-16,0-3-3 0,1 0-4 0,-2 0-6 15,1-4-6-15,2 1-1 0,-2 0-3 0,0-2-4 16,1 0-1-16,-4-5-4 0,8 6-4 0,-2-4-5 15,-6-2-4-15,11 1-5 0,-11-1 2 0,7 0-2 16,-7 0 0-16,10-5-6 0,-10 5 5 0,6-7-3 16,-6 7-2-16,5-5 3 0,-5 5 4 0,0 0-1 15,1-6 5-15,-1 6 7 0,0 0-3 0,0 0 2 16,0 0-2-16,0 0 2 0,0 0 5 0,0 0-3 16,0 0 5-16,0 0 3 0,-19 11 2 0,16-3 2 15,3-8 0-15,-4 12-4 0,3-5-2 0,1-7 0 16,1 12-4-16,1-5 7 0,-2-7-10 0,2 13 0 15,3-9-3-15,-2 0 1 0,-3-4-4 0,5 4-3 0,-5-4-1 16,8 3 0-16,-8-3-6 0,0 0-5 16,15-5-3-16,-15 5 0 0,8-5 4 0,-5 0-4 0,-3 5 1 15,4-10-2-15,-1 4 3 0,-3 6 3 16,1-12 0-16,-1 12-2 0,-4-14 4 0,2 8-1 0,0-1 0 16,2 7 3-16,-7-10 10 0,4 6-1 15,3 4 9-15,-5-8-4 0,5 8 5 0,-9-2-2 0,9 2 2 16,0 0-3-16,0 0 2 0,-18 8-6 15,13-4-1-15,5-4 1 0,-7 5 4 0,7-5-3 0,-6 5-3 16,6-5-2-16,-6 5-1 0,6-5 3 0,0 0-3 16,-4 4 2-16,4-4-7 0,0 0 1 0,0 0 7 15,0 0-12-15,0 0-6 0,0 0 0 0,0 0 2 16,0 0-1-16,0 0 3 0,16-16 2 0,-16 16 0 16,2-9 1-16,-2 9 2 0,3-6 0 15,-3 6 4-15,0 0-1 0,0 0-2 0,0 0 4 0,0 0-1 16,0 0 2-16,0 0-3 0,0 0 1 0,-23 12 1 15,16-9-4-15,1 2 2 0,1 0 3 0,0 1-2 16,-1-2 0-16,6-4 2 0,-8 7-2 0,4-3-4 16,4-4-3-16,-5 5-7 0,5-5-4 0,0 0-7 15,-7 3-7-15,7-3 0 0,0 0-5 0,0 0 3 16,0 0-3-16,0 0 3 0,0 0-3 0,0 0 10 16,0 0 1-16,0 0 1 0,0 0 1 0,0 0 4 15,0 0-1-15,0 0 4 0,0 0 0 0,0 0 2 16,18-12 0-16,-18 12 9 0,6-4-6 0,0 1 3 15,-6 3 1-15,12-4-5 0,-3-2-6 0,-1 1-4 16,1 0-10-16,0-1-4 0,2-2-2 0,-2 0 4 0,2 1-2 16,0-2 9-16,-2 1 6 0,-4 3 3 15,4-2 2-15,-5 1 15 0,1 2 13 0,-5 4 11 16,4-6 9-16,-4 6 11 0,2-5 6 0,-2 5 6 16,0 0 5-16,0 0 4 0,0 0-3 0,0 0 2 0,-24 12-1 15,18-4-6-15,-1-1 3 0,0-1 1 0,-3 1-10 16,4-2-4-16,0 0-7 0,3 0-2 15,-2-1-6-15,5-4 3 0,-7 6-7 0,7-6-4 16,-4 5-2-16,4-5-2 0,0 0-9 0,0 0-3 0,0 0-5 16,0 0-7-16,0 0 3 0,0 0 1 0,0 0-3 15,0 0-2-15,0 0-3 0,0 0 1 0,18-14-1 16,-18 14 1-16,0 0-4 0,4-5 5 16,-4 5 1-16,0 0 4 0,0 0-4 0,0 0 1 0,0 0 2 15,0 0 3-15,0 0-2 0,0 0-3 0,-11 25 13 16,9-20-10-16,-2 1 0 0,1 0 2 0,3-6-3 15,-2 9-4-15,2-9-4 0,-4 8-5 16,4-8-14-16,-3 5-6 0,3-5-12 0,0 0-3 0,0 0-5 16,0 0-1-16,0 0-5 0,0 0 5 0,0 0-1 15,0 0-6-15,0 0 7 0,0 0 2 0,19-13-2 16,-19 13 13-16,7-7 4 0,-7 7 3 0,3-7 6 16,-3 7 8-16,3-5-1 0,-3 5 5 0,0 0 3 15,6-4 6-15,-6 4-3 0,0 0 4 0,0 0-7 16,0 0 7-16,0 0 1 0,0 0 1 0,10 0 2 15,-10 0-3-15,0 0-2 0,0 0-3 0,0 0-9 16,0 0-11-16,0 0-9 0,0 0-14 0,0 0-14 16,11 0-13-16,-11 0 0 0,7-3-9 0,-6-4-8 15,-1 7 1-15,11-10-9 0,-7 5 5 0,4-3-6 16,-2-1-1-16,1 1-6 0,-1 0 1 0,0 1-63 16,1-1-194-16,-3-3 87 0</inkml:trace>
  <inkml:trace contextRef="#ctx0" brushRef="#br0" timeOffset="152171.17">7109 11392 118 0,'0'0'144'0,"0"0"5"0,0 0-9 15,0 0 1-15,-5-5-12 0,5 5-7 16,0 0-15-16,0 0-9 0,0 0-9 0,0 0-9 15,0 0-9-15,-6-5-4 0,6 5-10 0,0 0-7 16,0 0-5-16,0 0-8 0,0 0-12 0,-5-4-9 0,5 4-9 16,0 0-6-16,0 0-13 0,0 0-3 15,0 0-17-15,0 0-6 0,0 0-4 0,0 0-19 16,0 0-11-16,0 0-13 0,0 0-11 0,0 0-19 0,0 0-73 16,0 0-203-16,-11-3 90 0</inkml:trace>
  <inkml:trace contextRef="#ctx0" brushRef="#br0" timeOffset="152629.35">7242 11321 67 0,'0'0'142'0,"0"0"-4"15,0 0-5-15,0 0 11 0,-24 9 3 0,20-4-1 16,-3-3-4-16,7-2-5 0,-14 5-4 0,7-3-4 16,-1 1-3-16,2 1-5 0,6-4-10 0,-11 3 0 15,11-3-8-15,-11 2-7 0,6 0-7 0,5-2-4 16,0 0-6-16,-8 3-3 0,8-3-9 0,0 0-5 16,0 0-11-16,0 0 8 0,0 0-8 0,29-12-5 15,-13 6 0-15,3-2-7 0,0 1-1 0,11 0-4 16,-5-3-7-16,-4 3 0 0,-1 0-3 0,1 1-4 15,-1-3 0-15,-2 5-4 0,0-1-1 0,0 0-4 16,-6 2 1-16,-1 0-1 0,1 3-3 0,-3-3 5 16,-1 2-6-16,1-2-1 0,-9 3-1 0,11-1-1 15,-11 1 0-15,0 0 1 0,12 1 2 0,-12-1-5 0,6 4 2 16,-6-4 0-16,0 0 0 0,0 10 2 16,0-10 2-16,-6 15-1 0,0-7-5 0,2 1 6 15,-3 0-3-15,3 0 0 0,-1-1 2 0,-2 4-1 16,3-4-5-16,-1 3-4 0,-2-2-15 0,1 0-17 0,0-2-26 15,1 2-30-15,-1-1-26 0,0-1-47 0,3-3-19 16,3-4-17-16,-6 8-14 0,2-3-149 16,4-5-392-16,0 0 174 0</inkml:trace>
  <inkml:trace contextRef="#ctx0" brushRef="#br0" timeOffset="152796.2">7472 11262 79 0,'-5'-12'220'0,"1"1"-19"0,-1-4-13 0,0 3-12 16,-2 1-5-16,1-1-9 0,-4 4-9 0,3-2-7 15,0-1-5-15,-5 4-11 0,2 0-11 0,1 0-4 16,-2 1-9-16,2 1-12 0,-3 0-9 0,6 3-6 16,-6-2-9-16,3 1-9 0,-1 0-11 0,2 1-18 15,8 2-25-15,-12-2-28 0,4-1-42 0,0 2-39 16,8 1-54-16,-11-3-36 0,11 3-151 0,-17-1-369 16,10 1 164-16</inkml:trace>
  <inkml:trace contextRef="#ctx0" brushRef="#br0" timeOffset="153699.16">5934 11627 130 0,'-8'0'233'0,"8"0"-28"16,0 0-22-16,0 0-20 0,-8-6-10 0,8 6-15 15,0-10-14-15,0 10 3 0,4-17-11 0,0 7-8 16,1-1-9-16,-2 2-6 0,4-6-9 0,1 1-3 15,-3 2-9-15,1-3-9 0,2 1-1 0,-1-2-6 16,-3 6-13-16,1-1-3 0,-1 0-3 0,1 1 5 16,-2 4 3-16,-2-1 2 0,2 1 2 0,-3 6 1 15,4-8-2-15,-4 8-3 0,1-6 4 0,-1 6-8 16,0 0-3-16,0 0-2 0,4-8-2 0,-4 8-12 0,0 0 9 16,0 0-11-16,0 0-3 0,0 0-4 15,0 0 1-15,0 0-1 0,-3 26-1 0,3-14-4 16,1 6 3-16,1 0-4 0,-1-1 3 0,0 0-5 0,2-1 0 15,-1-4-1-15,2 3 1 0,1-2-2 0,-1-1 3 16,1-1-1-16,-1-1 1 0,1-1-7 0,-1-3 6 16,4 0-3-16,-5-4 1 0,4 1-4 15,1 0 2-15,-2-2 0 0,-6-1-3 0,15-1-3 0,-7-3-1 16,0 1-1-16,2-2 6 0,-4 3-6 0,1-7 4 16,-1 2 0-16,2-2 3 0,-5 0-5 0,3 0 2 15,-3-1 3-15,0 2-2 0,0-3 2 0,-3 0 4 16,1 1-2-16,0 1 0 0,-3-1 2 0,2 1-1 15,0 9 2-15,1-14 1 0,-1 14 1 0,-3-8 3 16,3 8-6-16,0 0-1 0,-1-9 0 0,1 9-3 16,0 0 2-16,0 0-1 0,0 0 1 0,0 0-1 15,0 0 0-15,0 0-1 0,0 0 1 0,0 0-3 16,0 0 2-16,0 0-1 0,0 0-1 0,0 0 3 16,18 14-2-16,-18-14 4 0,6 6-3 0,-6-6 2 15,5 2 0-15,-5-2-2 0,0 0 0 0,12 1 10 16,-12-1-10-16,9 1-2 0,-9-1 2 0,10-2 2 15,-3 0-2-15,-7 2-2 0,11-4 1 0,-6 1-1 16,1 0-1-16,-6 3 1 0,10-3-1 0,-5-1 3 16,-5 4-1-16,10 0 3 0,-10 0-4 0,9 2-1 15,-9-2 3-15,10 8-4 0,-4-4 4 0,-1 1 2 16,-1 0-3-16,1 3 0 0,-1 2-2 0,1-2-12 16,-3-1-19-16,0 1-27 0,2 1-33 0,-2 2-41 15,0-1-33-15,-2-3-31 0,0 0-211 0,0-7-445 0,-4 15 197 16</inkml:trace>
  <inkml:trace contextRef="#ctx0" brushRef="#br0" timeOffset="153868.69">6156 11375 146 0,'-6'-4'180'0,"-1"0"-17"0,3 0-16 16,4 4-12-16,-6-7-18 0,6 7-12 0,-7-3-18 15,7 3-21-15,0 0-33 0,0 0-15 0,0 0-26 16,0 0-27-16,0 0-20 0,0 0-33 0,0 0-81 16,32 5-183-16,-21-5 82 0</inkml:trace>
  <inkml:trace contextRef="#ctx0" brushRef="#br0" timeOffset="154078.79">6344 11265 127 0,'6'-7'146'0,"-3"-1"-12"0,0 4-1 0,0-2 6 16,-3 6 7-16,5-11 9 0,-4 6 1 0,-1 5-6 15,1-9 2-15,-1 9-5 0,3-7-6 0,-3 7-12 16,0 0-14-16,4-4-12 0,-4 4-9 0,0 0 5 16,0 0-4-16,6 20-7 0,-4-8-5 0,-1 3-6 15,0 2-6-15,3 1-9 0,0 1-3 0,0 1-8 16,-1-3-6-16,1 0-6 0,0 0 2 0,0-1-11 16,-1 1-8-16,2-2-28 0,1 0-26 0,-1-3-40 15,-1 5-42-15,-1-7-52 0,0-1-46 0,-1 1-193 16,-1 0-438-16,-1-4 193 0</inkml:trace>
  <inkml:trace contextRef="#ctx0" brushRef="#br0" timeOffset="154599.4">6498 11462 59 0,'8'-9'130'15,"-6"5"-6"-15,1-6-6 0,2 4 1 0,-2-4-7 0,-1 3-8 16,-1-2-1-16,1-1-17 0,-2 1 1 0,0-1-1 15,-2 1-9-15,1-2 2 0,0 4 2 0,1 7 1 16,-4-14-3-16,4 7-6 0,0 7 0 0,-6-12 7 16,6 12 3-16,-3-8-4 0,3 8-6 0,-2-6-1 15,2 6-7-15,0 0-9 0,0 0-5 0,0 0-5 16,0 0-7-16,-12 17 0 0,11-5-5 16,-1-2-4-16,1 2-6 0,0 0 3 0,1-1-8 15,0 1 1-15,1-2-4 0,0 0 0 0,3-2-5 0,0 1 2 16,3-3-4-16,-4 1-7 0,6-2-5 0,-1-1-6 15,-2-2 1-15,-6-2-3 0,16 1-3 0,-9 0 6 16,-7-1-4-16,15-2 1 0,-10 0 2 0,2-2 3 16,-2 0-2-16,-5 4 0 0,7-8 2 0,-7 8 6 15,6-5-2-15,-6 5 6 0,4-9 0 0,-4 9 0 16,4-5-2-16,-4 5 3 0,0 0-1 0,2-7-3 16,-2 7 1-16,0 0-1 0,3-7-3 0,-3 7 4 15,0 0-6-15,0 0-5 0,0 0-5 0,0 0-11 16,0 0-29-16,10 14-23 0,-10-14-37 0,7 9-36 15,-6-2-37-15,1-2-122 0,-2-5-335 0,0 0 148 16</inkml:trace>
  <inkml:trace contextRef="#ctx0" brushRef="#br0" timeOffset="155263.54">6699 11323 155 0,'0'0'178'0,"0"0"-24"0,0 0-10 15,0 0-14-15,0 0-2 0,0 0-7 0,0 0-8 16,0 0-14-16,-8 23-7 0,8-15-6 16,-1 1-9-16,0 0-9 0,1-9 0 0,2 11-6 0,-2-11-9 15,-1 11-2-15,1-11-9 0,0 7-2 0,0-7-7 16,0 9 1-16,0-9 11 0,0 0-2 16,0 0-1-16,0 0 2 0,0 0-3 0,0 0-2 15,0 0-6-15,0 0-4 0,0 0-1 0,0 0 2 0,-8-28-4 16,9 18-1-16,-1-1-2 0,-1 1-4 0,1-2 2 15,-1 1-1-15,2 0-1 0,-1-1-1 16,1 1-3-16,3 2 5 0,-4 2-8 0,0 7-1 0,4-13-3 16,-4 13 0-16,1-9-2 0,1 4 2 0,-2 5-3 15,7-5-1-15,-7 5-1 0,7-3 0 0,-7 3 1 16,5-3-3-16,-5 3 2 0,0 0-3 0,9 0 2 16,-9 0 2-16,0 0-1 0,0 0-2 0,10 5-2 15,-10-5 4-15,5 4-3 0,-5-4 1 0,4 4-2 16,-4-4 5-16,0 0-6 0,0 0 0 0,6 5-7 15,-6-5 2-15,0 0-3 0,0 0 2 0,0 0-4 16,0 0 0-16,0 0-1 0,0 0-4 0,0 0 1 16,0 0 3-16,0 0-2 0,0 0 7 0,0 0-2 15,0 0-1-15,0 0 2 0,11-2-2 0,-11 2 4 16,0 0-2-16,11 0-2 0,-11 0 5 0,12-1 3 16,-12 1 0-16,14 0-1 0,-8 1-2 0,2-1 3 15,-8 0 0-15,19-2 2 0,-9 2 0 0,-2-1-6 16,2-2 4-16,0-1 1 0,1 3 0 0,-3-1-5 15,0-5-7-15,0 1 3 0,-1 0-1 0,2 1-2 16,-4-2 2-16,1 2 5 0,-4-1 1 0,-2 6 0 0,5-11-5 16,-3 4 9-16,-2 7 5 0,0-11-2 15,0 11 5-15,-4-12 5 0,4 12 3 0,-4-9 1 16,4 9 6-16,-7-8-8 0,4 5 2 0,3 3 4 16,-9-3-5-16,9 3 1 0,0 0-3 0,-13 3-2 0,13-3 0 15,-7 9-3-15,5-4 6 0,-4 3-3 16,3 1 0-16,1-3-6 0,2 5 2 0,-2-3-7 15,2 3-7-15,0-11-10 0,3 12-8 0,-1-5-16 0,3-1-20 16,0-2-21-16,1 1-15 0,4-3-19 0,-1-2-17 16,1 0 1-16,2-3-12 0,0-1-8 0,2-3-90 15,2 0-261-15,-2-3 116 0</inkml:trace>
  <inkml:trace contextRef="#ctx0" brushRef="#br0" timeOffset="155813.57">7042 11175 567 0,'12'-11'-30'0,"-4"0"23"16,-1 1 20-16,1 0 15 0,-3 1 7 0,0-1 12 15,-1 1 10-15,-2 1 7 0,-1-1 22 0,0 2 13 16,-1 7 0-16,0-10 8 0,0 10 6 0,-4-12-5 15,4 12 4-15,-4-5 6 0,4 5-6 0,-6-4-3 16,6 4-9-16,0 0-10 0,0 0-3 0,-18 9-11 16,13 0-2-16,-1 0-4 0,0 1 0 0,0 0-5 15,1 2-3-15,1 0-7 0,0 0-8 0,3 0-4 16,1-2-5-16,3 2-4 0,-2-2-3 0,1 0-4 16,1-3-2-16,3-1-2 0,-1 1-11 0,4-2-1 15,-2-3-6-15,4 1-5 0,-1-2-5 0,-2-2-1 16,-8 1-8-16,19-7 3 0,-7 1 2 0,-1-2 0 15,-2 0 0-15,0-2 2 0,-1 0 0 0,-1-1 0 16,-1-3 3-16,-1-3 0 0,-3 5-3 0,1 1 3 16,-2-5 4-16,-1 1 5 0,-1-1 1 0,1 0 3 15,-3-1-1-15,-2 1 3 0,1 1 0 0,-1-2 5 16,-1 4-3-16,1-3 6 0,-2 1-2 0,4 3 1 16,-4 1 1-16,2 0 3 0,0 1 1 0,2 4 1 15,0 0 0-15,3 6-1 0,-4-8-1 0,4 8-3 16,-4-7-8-16,4 7 3 0,0 0-2 0,0 0 2 15,0 0-3-15,5 31-2 0,0-15 0 0,-1 3-1 16,2 0-3-16,-1-2 2 0,1 0 0 0,1 0-1 0,-2-2-3 16,4 1 1-16,-1-3 2 0,-2-2-2 15,2-4-4-15,1 0-4 0,0 1-6 0,0-3-1 16,1-2-12-16,-4-2 1 0,5 0-5 0,-11-1 0 16,14-3 6-16,-7 0-1 0,1-2 0 0,-3 0 5 15,0-1 0-15,2-1 3 0,-2-3 1 0,-3 1 1 16,1-1 1-16,-2 0 2 0,-1-1 9 0,0 1-1 15,-1 2 2-15,-2-3 10 0,2 4-1 0,0 1 6 16,1 6 6-16,-2-11 4 0,2 11-2 0,-2-6-2 0,2 6-1 16,0 0-5-16,0 0 0 0,0 0-2 0,0 0-6 15,0 0 2-15,0 0-1 0,0 0-16 16,0 0-17-16,8 22-21 0,-7-14-34 0,1-1-41 16,1 0-26-16,1-2-48 0,0 2-30 0,-2-1-163 0,2 0-420 15,-4-6 186-15</inkml:trace>
  <inkml:trace contextRef="#ctx0" brushRef="#br0" timeOffset="155975.19">7302 10865 52 0,'-8'-3'206'16,"2"-1"-21"-16,-2 1-15 0,8 3-18 0,-11-2-14 15,11 2-17-15,-9-2-19 0,9 2-14 0,0 0-21 16,0 0-22-16,0 0-11 0,0 0-43 0,0 0-33 15,0 0-30-15,0 0-19 0,33 6-100 0,-16-8-208 16,-1 0 93-16</inkml:trace>
  <inkml:trace contextRef="#ctx0" brushRef="#br0" timeOffset="156662.92">7519 10807 35 0,'0'0'193'0,"12"0"-10"0,-12 0-6 16,5 6-2-16,-5-6-6 0,-1 10-9 0,1-10-8 15,-9 19-7-15,4-8-10 0,-1 4-4 0,0 0-8 16,0 1-7-16,1-5-13 0,0 1-10 0,2-1-9 15,2-1-8-15,-1 1-6 0,1-3-8 0,4-1-12 16,-1-1-2-16,1 0-7 0,3-2-10 0,-1 1-10 16,2-4-12-16,-7-1-10 0,14-1-10 0,-14 1-9 0,19-6 1 15,-10 3-1-15,1-1-3 0,-1-2 4 16,-3-3 2-16,2 3 2 0,0-2-1 0,-5 3 3 16,3-5 3-16,-4 4 5 0,-1-2 1 0,2 2 14 15,-3 6 4-15,3-9 8 0,-3 9 1 0,-2-10-1 16,2 10 5-16,0 0 2 0,-1-9-4 0,1 9-1 0,0 0-3 15,0 0-3-15,0 0 8 0,0 0-6 16,0 0 4-16,0 0-5 0,0 0 2 0,5 25-8 16,-1-20 5-16,0 0-7 0,1 1 3 0,0 1-5 0,1-3-1 15,2 2 3-15,0-3-2 0,-2-3-1 0,2 0-2 16,-8 0 1-16,18-1-4 0,-11-1 3 16,1-6-3-16,0 2-1 0,1-3 1 0,-3 1-2 15,-1-1 2-15,0-4 2 0,-2 0 0 0,-1 1 0 0,-2 0 7 16,3-5 5-16,-4 2 9 0,1-2 3 15,-2 0 6-15,0 1 0 0,1-2 3 0,-2 0 3 0,-1 0-3 16,-2-8 14-16,1 8-14 0,0-1 2 0,-3-6 0 16,5 9 9-16,-1-1-5 0,2 7 7 0,-1-1 4 15,1 4 2-15,-1-1-3 0,2 2-2 0,1 6-6 16,-3-8 2-16,3 8-9 0,0 0-7 0,0 0 1 16,0 0-5-16,0 0-1 0,3 30-2 0,1-13-2 15,-2 0-4-15,2 2 3 0,4 10-8 0,-2-5 3 16,2-6-1-16,-2 1-4 0,3-2 2 0,0 0-8 15,1-6 3-15,2 3-2 0,1-4-1 0,-3-1-3 16,2-5-1-16,0 2-4 0,-2-3-10 0,-1-2-5 16,3 2-6-16,-1-4 2 0,1 1-7 0,-1-6-2 15,-2 2 0-15,-1-2 2 0,1 1 8 0,-3-2 0 16,1-1-1-16,-3 2-2 0,-1-6 2 0,0 2 8 16,-3 0 3-16,0 1 3 0,0 9 9 0,-4-13 0 15,3 6 11-15,1 7 8 0,-4-9 4 0,4 9 1 16,-1-5 1-16,1 5-10 0,0 0-1 0,0 0 0 15,0 0-3-15,-4-6-2 0,4 6-1 0,0 0-3 16,0 0-5-16,0 0-1 0,2 24-14 0,-2-24-23 16,8 8-24-16,-5-2-29 0,2-1-35 0,0-1-46 15,-5-4-41-15,9 3-32 0,-9-3-45 0,9 2-176 16,-9-2-503-16,9 0 222 0</inkml:trace>
  <inkml:trace contextRef="#ctx0" brushRef="#br0" timeOffset="156802.35">7813 10681 115 0,'-12'2'228'0,"12"-2"-32"0,-10 0-13 0,10 0-24 15,0 0-10-15,0 0-12 0,-9-2-17 0,9 2-13 16,0 0-23-16,0 0-26 0,12-16-31 0,-3 7-36 16,5-1-39-16,3-4-48 0,3-1-139 15,-2 5-256-15,-3-4 114 0</inkml:trace>
  <inkml:trace contextRef="#ctx0" brushRef="#br0" timeOffset="156936.16">8088 10543 76 0,'-5'10'119'0,"2"-6"-18"16,3-4-17-16,-3 5-30 0,3-5-33 0,-3 7-34 15,3-7-61-15,-6 5-80 0,6-5 35 0</inkml:trace>
  <inkml:trace contextRef="#ctx0" brushRef="#br0" timeOffset="159495.29">25131 17419 17 0,'0'0'154'0,"0"0"-13"16,-4-6-17-16,4 6-11 0,0 0-14 15,-6-4-7-15,6 4-6 0,0 0-9 0,0 0-3 16,-5-4-7-16,5 4-18 0,0 0-7 0,0 0-9 16,0 0-6-16,0 0-15 0,0 0-17 0,0 0 1 0,0 0 5 15,0 0-11-15,0 0 12 0,0 0-9 0,0 0-3 16,0 0 0-16,22 0-11 0,-11-2-21 15,2 2-6-15,1-1-13 0,5-3-11 0,1 2 11 16,9-3-24-16,0 0-44 0,0-4-140 0,1 3 62 16</inkml:trace>
  <inkml:trace contextRef="#ctx0" brushRef="#br0" timeOffset="162366.95">8554 12922 35 0,'0'0'37'0,"0"0"-14"16,0 0-14-16,0 0-13 0,0 0-13 0,0 0-19 16,0 0 9-16</inkml:trace>
  <inkml:trace contextRef="#ctx0" brushRef="#br0" timeOffset="168584.32">8640 5686 33 0,'0'0'71'15,"0"0"-7"-15,0 0-14 0,6-4-11 0,-6 4-10 0,0 0-13 16,0 0-16-16,0 0-12 0,0 0-37 0,0 0-52 15,0 0 24-15</inkml:trace>
  <inkml:trace contextRef="#ctx0" brushRef="#br0" timeOffset="174499.24">8717 4820 1 0,'0'52'12'0,"1"-1"-4"0,2-5-6 15,-1-11 8-15,1-1-4 0,-1 0 0 0,2 0-1 16,0-1-1-16,0 0 2 0,-2 1-5 0,3 13 4 16,-2-12 2-16,0 11 1 0,-1-11 0 0,1 10-5 15,-1 2 6-15,2 0-3 0,-4-12-1 0,3 10-1 16,-1 1 3-16,-2-10-3 0,3 0-5 0,-3-1 6 15,0 10-1-15,0-12-2 0,2 1 1 0,0 0-2 16,-1 2 4-16,-1-5-5 0,1 1 6 0,2 3-2 16,-1 0 1-16,1-2-6 0,1 1-1 15,2 0 4-15,-2 0 4 0,0-2-2 0,1 2 0 0,0-2-5 16,1 3 6-16,1 0 0 0,-2 1 0 16,0-2 0-16,1 1 1 0,-2 1-3 0,1-1-3 15,0-1 0-15,-1-1 6 0,0-1 0 0,-1-2-1 16,0 5-3-16,0-2-2 0,1 0 2 0,0 3 2 0,-2 0-1 15,2 8 2-15,0 0-4 0,-2-8 1 0,1-2 0 16,-2-1 0-16,1 3 0 0,0-3 2 16,-1 1-2-16,1 0 2 0,0 0-4 0,-2-5 3 15,2 3 3-15,-2-3-4 0,0 2-3 0,-2-2 4 16,2-2-4-16,-1 2 6 0,0 1-1 0,-2-4-2 16,2 3-1-16,-2 0 12 0,1 2-14 0,0-2 4 15,1 3-1-15,0-1-3 0,-1-4 5 0,1 1-1 16,-1-1-2-16,-1-2 3 0,2-5-4 0,-2 4-4 15,1-5 17-15,-1 1-13 0,1-1 0 0,-1 1-3 16,1-1 2-16,-1-1 0 0,-1 1 5 0,0 1-6 16,3 0 2-16,-3-1 3 0,2-1 5 15,-1 2-11-15,3 0 4 0,-4-1 3 0,4 1-6 0,-1-2 0 16,-3 0 5-16,2 1-1 0,-1-2 1 0,-1 2-4 16,2-3 2-16,-3 1 2 0,0 0-2 0,1 0 2 15,-3-1-4-15,2 0 0 0,-1-1 2 0,-1 3-3 16,1-2 3-16,0-2 1 0,-2 1 2 0,0 5 2 15,1-5-2-15,0 0 1 0,-1 1-3 0,2-1 3 16,-3 2-1-16,1-3-1 0,-1 1 0 16,-2 0 2-16,3 4 1 0,-1-4-1 0,-2 4-2 15,2-5 0-15,-1 1 0 0,0 2-1 0,-5 4-3 16,-2-1 0-16,1 5 2 0,-2-5 4 0,3-1-4 16,-5 2 6-16,3 0-4 0,-1-1-3 0,0-1-1 0,5-2 5 15,-3 2-5-15,2-4 7 0,-3 5-9 0,2-4 9 16,1-2-6-16,-4 6 2 0,4-6-2 15,-4 6 4-15,5-4-2 0,-1-2-8 0,-3 6 9 16,2-6-1-16,1 3-3 0,-1-3 10 0,1-1-5 16,0 3-6-16,-1-2 7 0,0 1-1 0,-3 2 1 15,3-2 1-15,-2 4-1 0,2-5-2 0,1 0 5 16,-5 6-1-16,5-5-3 0,-5 2-1 0,2-3-1 16,3-1 2-16,-4 1 3 0,3-3-5 0,-6 5 13 15,4-5-10-15,1 0 3 0,-1 0-2 0,-4 3-9 16,-4 0 5-16,6-3-7 0,1 0 9 0,-9-1-4 15,7-2 2-15,-6 1 1 0,-1-1-1 0,-1-1 7 16,-1-2 5-16,6-1 9 0,-5-1-10 0,-3-2 1 16,2-1 8-16,-2-1-1 0,2-3 7 0,1 0 5 15,1-1 5-15,8-1-3 0,-2 0-1 0,0-1-3 16,-3-6-3-16,-1 0-4 0,1 0-8 0,-1 0-1 16,4-1 0-16,-2-1-3 0,-2-4-4 0,2 2-1 15,2-2-1-15,-1-3-3 0,2 0 1 16,0 1 1-16,-1-1-5 0,-1 0 1 0,3 0 13 15,0-1-15-15,-1-1 9 0,1-1-5 0,1-2 1 0,2 2-7 16,-3-1-2-16,2 0 3 0,2 1 6 0,-2-5-10 16,3 5 6-16,1-5 2 0,-2 5 0 0,2 1 7 15,-1 3-3-15,1-1 3 0,3 3-8 0,-2 2-1 16,2 3-3-16,0-1 10 0,0 0-8 0,-1 1 3 16,0 2 11-16,2-2-9 0,0-1 1 15,-1 2-1-15,2 3 2 0,8 10-2 0,-19-20 3 16,11 9-3-16,1 2 3 0,7 9-10 0,-18-19 10 15,12 10-5-15,6 9-7 0,-17-16 8 0,9 9-4 16,8 7 4-16,-14-17 8 0,14 17-13 0,-9-11 7 16,9 11-12-16,-14-14 11 0,14 14 1 0,-11-13-10 0,11 13 5 15,-9-9 0-15,9 9 0 0,-10-9-5 16,10 9 4-16,0 0-1 0,-11-9 1 0,11 9-7 16,0 0-6-16,-11-10-8 0,11 10 22 0,0 0-9 15,0 0 0-15,-13-7-2 0,13 7 2 0,0 0 1 16,0 0 5-16,0 0-8 0,-13-7-7 0,13 7-3 15,0 0 5-15,0 0 2 0,0 0-10 0,0 0-5 16,0 0-5-16,0 0-1 0,0 0-10 0,0 0-14 16,0 0-12-16,-11-7-38 0,11 7-116 0,0 0 52 15</inkml:trace>
  <inkml:trace contextRef="#ctx0" brushRef="#br0" timeOffset="175379.18">6565 8622 16 0,'0'0'62'0,"-16"6"-10"0,16-6-1 0,0 0-4 16,-14 7-7-16,14-7-4 0,0 0-3 0,-18 7 10 15,18-7-5-15,-14 5-3 0,14-5 1 0,-14 5-2 16,14-5-3-16,-18 6-5 0,9-3 5 0,9-3-6 16,-21 8-5-16,9-3 4 0,-1-1-3 0,1 0-2 15,-1 0 0-15,-1 0-1 0,-4-1 7 0,5 1 1 16,-6-4-14-16,1 3 12 0,1-2 4 0,-1-1-11 15,-1-1 6-15,3 1-8 0,-5-1 1 0,1 1-3 16,2-2 3-16,-3 0-6 0,1 0 1 0,2-1 1 16,-1-1-6-16,1 0 3 0,-1 1 7 0,2-3 1 15,3 0-6-15,-2-3-2 0,3-2 4 0,0 1 4 16,-1-2 0-16,2 1-1 0,1-4-8 0,1 0 2 16,2-2 7-16,-3-1-11 0,2 1-1 15,0-6 3-15,-3 0-4 0,3-2 0 0,-1 2 0 0,2-1 1 16,2-2-4-16,-2-1 0 0,3 2 0 15,-3-2-1-15,1-4 3 0,2 2-5 0,2-5 2 16,-1 0-1-16,3-12-2 0,-1-2-7 0,2 0 2 0,2 0 7 16,-2 0 0-16,4 4 10 0,-3 9-12 0,3-13-5 15,-3 12 2-15,1 3-1 0,-1-1 14 0,1 2-11 16,0-2-6-16,0 3 5 0,-1 0-7 0,1 0 5 16,-2-1-2-16,2 1 3 0,0 1 2 15,0 0-5-15,-1-1-1 0,-1 1 1 0,0-1 1 16,2 1 2-16,0 0-4 0,-2 2 7 0,2-2 0 15,-1-2-2-15,3 2 0 0,-2-1 10 0,2-1-9 16,1-1-5-16,-2 1-4 0,1-3 3 0,1 3 6 16,-1 5-2-16,-2-1 2 0,1 2-3 0,-2 0 1 15,0 7 4-15,2 3 13 0,-2-4-17 0,-1 3-1 16,0 0 3-16,-1-1-2 0,1-1 1 0,0-1 16 16,-4 1-8-16,5-1-9 0,-1-5 3 0,0 5-2 15,0-5 4-15,0 6-3 0,0 0 6 0,0-7-2 16,-1 1-8-16,2 1-3 0,-1-1 0 0,3-1-4 15,-6 2 8-15,3 5-12 0,3-1 3 0,-3-5-4 16,2 0 6-16,0 6 1 0,-1 1-2 0,0-6 3 16,3 5-2-16,-3 1-5 0,1-2-4 0,0 2 0 15,1 2 7-15,-1-1-2 0,1-2-1 16,1 0 13-16,-1 0-5 0,0 2-1 0,-1-2-7 0,0-1-1 16,-1 1 8-16,2 0-7 0,-2 0 2 0,0 0 3 15,2-6-1-15,-2-3-7 0,2 2 0 0,-1-3-9 16,0 3 1-16,-4-2 4 0,5 1-3 0,-3 2 1 15,2-1 9-15,2 1-4 0,0 0 1 0,-2 1-1 16,0 5 1-16,2-5 0 0,-2-1-15 0,-1-3 34 16,3 4-27-16,-2-4-32 0,1 3 15 15</inkml:trace>
  <inkml:trace contextRef="#ctx0" brushRef="#br0" timeOffset="176995.86">8814 4134 30 0,'1'50'37'0,"1"-6"-6"16,-1-9 0-16,1 1 3 0,2-2-5 0,-3 14-3 16,2-15 0-16,-2 1-2 0,2-1 4 0,-1 0 0 15,1 2-1-15,-1-2 3 0,0 0-11 0,2-2 7 16,-1-2-10-16,4 0 0 0,-5 0-1 0,3-3-1 15,1 1 0-15,-3 1 2 0,1-3-4 0,1 0 2 16,-1 2 0-16,0-2 2 0,-3-4 2 0,0 2-1 16,-1 2-6-16,0 0 5 0,-1-6 0 0,-4 5 5 15,3-4 8-15,-2-2-6 0,1 1-12 0,1-2 6 16,-3 0 8-16,2 2 0 0,-2-3 3 16,2 2-9-16,-2-1 6 0,1 0-13 0,1-1 1 0,-1 0 9 15,1 0-12-15,3-16 5 0,-2 26 1 16,-1-16-4-16,3 7 1 0,0-17 0 0,-4 24-10 15,3-11-25-15,1-13-3 0,0 24-9 0,0-8-2 16,0-16-23-16,0 34 2 0,-1-17-8 0,-1 0-53 16,-1 2-128-16,-1 3 58 0</inkml:trace>
  <inkml:trace contextRef="#ctx0" brushRef="#br0" timeOffset="187846.27">9618 3382 2 0,'0'0'12'0,"0"0"2"0,0 0-5 0,0 0-5 16,0 0 4-16,0 0-4 0,0 0-1 0,0 0 2 15,0 0 4-15,0 0-7 0,0 0 0 0,0 0 0 16,0 0 3-16,0 0-5 0,0 0-1 0,0 0 0 16,0 0 0-16,0 0 2 0,0 0 4 0,0 0 1 15,0 0-5-15,0 0 0 0,0 0 1 0,0 0-1 16,0 0 1-16,0 0-2 0,0 0-2 0,0 0 4 16,0 0-1-16,0 0-1 0,0 0 3 15,0 0-4-15,0 0 2 0,0 0-1 0,0 0-4 16,0 0 4-16,0 0 1 0,0 0 3 0,-5-12-2 15,5 12 1-15,0 0-5 0,0 0 8 0,0 0-6 0,0 0 4 16,0 0-1-16,0 0 0 0,0 0 5 0,0 0-8 16,0 0 0-16,0 0 2 0,0 0 5 0,0 0-5 15,0 0 4-15,0 0-5 0,0 0 3 0,0 0-1 16,0 0 0-16,-5-4 2 0,5 4-8 0,0 0 1 16,0 0 5-16,0 0-4 0,0 0 4 15,0 0-5-15,0 0 0 0,0 0 1 0,0 0 3 16,0 0-3-16,0 0-5 0,0 0 0 0,0 0-7 15,0 0 0-15,0 0-7 0,0 0-22 0,0 0 9 0</inkml:trace>
  <inkml:trace contextRef="#ctx0" brushRef="#br0" timeOffset="189391.91">9730 4170 11 0,'0'0'28'0,"0"0"-6"0,0 0 5 0,0 0-3 0,0 0-4 16,0 0-3-16,0 0 2 0,0 0 0 0,0 0-5 15,0 0 6-15,0 0-8 0,0 0 1 0,0 0-4 16,0 0-2-16,0 0 3 0,0 0-4 0,0 0 1 16,0 0-1-16,0 0-3 0,0 0-4 0,0 0-10 15,0 0-8-15,0 0-26 0,0 0-47 0,0 0 22 16</inkml:trace>
  <inkml:trace contextRef="#ctx0" brushRef="#br0" timeOffset="191135.16">9572 5033 4 0,'0'0'16'0,"0"0"9"0,0 0-7 15,0 0 3-15,0 0-6 0,0 0-2 0,0 0-2 16,0 0 6-16,0 0-3 0,0 0 1 0,0 0 1 16,0 0-2-16,0 0 1 0,0 0-3 0,0 0-2 15,0 0-2-15,0 0 0 0,0 0 0 0,0 0-1 16,0 0-1-16,0 0 2 0,0 0 11 0,0 0-15 16,0 0 1-16,0 0 0 0,0 0-4 0,0 0-3 15,0 0 8-15,0 0-7 0,0 0 7 0,0 0-4 16,0 0-2-16,0 0 2 0,0 0-3 0,0 0 4 15,0 0 4-15,0 0-5 0,0 0 5 0,0 0 2 16,0 0-9-16,0 0-1 0,0 0 1 0,0 0 2 16,0 0-6-16,0 0 1 0,0 0 3 0,0 0 2 15,0 0-1-15,0 0 8 0,0 0-10 0,0 0-1 16,0 0-2-16,0 0 0 0,0 0 1 0,0 0 2 16,0 0 1-16,0 0-2 0,0 0-1 0,0 0 3 15,0 0 0-15,0 0 2 0,0 0-1 16,0 0 4-16,0 0-6 0,0 0-1 0,0 0 1 15,0 0-1-15,0 0-1 0,0 0 3 0,0 0-3 0,0 0 1 16,0 0 6-16,0 0-3 0,0 0 2 0,0 0-3 16,0 0-3-16,0 0-4 0,0 0 5 0,0 0-1 15,0 0 1-15,0 0 1 0,0 0-2 0,0 0 4 16,0 0-3-16,0 0 3 0,0 0-2 16,0 0 1-16,0 0-3 0,0 0 4 0,0 0 9 15,0 0-16-15,0 0 5 0,0 0-4 0,0 0 6 16,0 0-1-16,0 0-1 0,0 0-4 0,0 0 0 0,0 0-2 15,0 0-4-15,0 0 6 0,0 0-5 16,0 0 1-16,0 0-5 0,0 0 0 0,0 0 0 0,0 0-3 16,0 0 0-16,0 0-15 0,0 0-34 15,0 0 15-15</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5:50.298"/>
    </inkml:context>
    <inkml:brush xml:id="br0">
      <inkml:brushProperty name="width" value="0.05292" units="cm"/>
      <inkml:brushProperty name="height" value="0.05292" units="cm"/>
      <inkml:brushProperty name="color" value="#FF0000"/>
    </inkml:brush>
  </inkml:definitions>
  <inkml:trace contextRef="#ctx0" brushRef="#br0">17181 961 32 0,'0'0'104'0,"0"0"-20"0,0 0 0 0,0 0-9 16,0 0-6-16,0 0-14 0,0 0-7 0,0 0 6 15,0 0-13-15,0 0-6 0,0 0-11 0,0 0-1 16,0 0 2-16,0 0 18 0,0 0-26 0,0 0 2 15,0 0-7-15,0 0-9 0,-49-22 0 16,49 22-9-16,0 0 1 0,0 0 1 0,-50 6-2 16,30-2-3-16,3-1 10 0,1 0-8 0,-2 0 11 15,4-3-9-15,1 4 4 0,-4-1-4 0,3-1 4 16,1 0-7-16,-3 0 8 0,2 2-3 0,14-4 10 16,-24 3 2-16,13-1-1 0,11-2 5 0,-21 3 3 15,21-3-9-15,-16 2 16 0,16-2 2 0,-15 2 2 16,15-2-5-16,-16 1 11 0,16-1 4 0,-15 2 8 15,15-2 6-15,0 0 4 0,-17 0 5 0,17 0 7 16,-11 0-2-16,11 0 4 0,0 0-3 0,0 0-4 16,0 0 3-16,-11 0 1 0,11 0 0 0,0 0 2 15,0 0-6-15,0 0 3 0,0 0-9 0,0 0-3 16,0 0-2-16,-11-5-9 0,11 5-4 0,0 0-4 16,0 0-7-16,-10-5 4 0,10 5 3 15,0 0-2-15,0 0 1 0,0 0-2 0,-10-3-6 16,10 3 0-16,0 0-8 0,-10-5-5 0,10 5 4 15,-14-1-5-15,14 1 1 0,-23-1-5 0,11 1 0 16,1-1 1-16,-3 0-2 0,1 0 5 0,-1 0-7 16,14 1-1-16,-23-1 1 0,11-1 3 0,12 2-5 15,-14-4 3-15,14 4 2 0,0 0 0 0,-14 0-4 16,14 0 3-16,0 0-7 0,0 0 3 0,-13-1 3 16,13 1-4-16,0 0 2 0,0 0 1 0,0 0-4 15,0 0 0-15,0 0-8 0,0 0 6 0,0 0 0 16,0 0-3-16,0 0 2 0,0 0 1 0,0 0-1 15,0 0 3-15,48 5 0 0,-19-2-1 0,7 0-1 16,1-2 0-16,18 3 2 0,2 0 6 0,3-5 0 16,7 1 1-16,-3 0 1 0,2 0-3 0,24 1 3 15,-28 1-1-15,-2-4 0 0,2 5 0 0,0-1 2 16,0-1-1-16,-2-1 1 0,2 0-1 0,-4-4-5 16,2 3 5-16,0 2 3 0,0-2-4 0,0-3 4 15,-1 3-3-15,-2-1-3 0,-2 2 6 16,-2-3-2-16,-16 1-4 0,0 0 4 0,-1 0-1 0,-7 1-1 15,-1-2 1-15,-6 2 6 0,-3 1-2 16,-19 0-2-16,31-2-4 0,-17 1 7 0,-14 1-4 16,0 0-6-16,24-2 5 0,-19 2-1 0,-5 0-4 15,0 0 7-15,14 0-2 0,-14 0 0 0,0 0 2 16,0 0-6-16,10-2 0 0,-10 2-1 0,0 0 2 16,0 0 2-16,0 0 0 0,0 0-13 0,0 0 12 15,0 0-5-15,0 0-4 0,0 0-3 0,0 0-13 16,0 0-18-16,0 0-22 0,0 0-20 0,0 0-9 15,0 0-16-15,-46-3-1 0,46 3-15 0,0 0-28 16,-79-2-9-16,46 4-3 0,-3-1-1 0,-1 1-10 16,-1 0-87-16,-15 3-279 0,1-2 124 0</inkml:trace>
  <inkml:trace contextRef="#ctx0" brushRef="#br0" timeOffset="330.5">16896 949 53 0,'0'0'100'15,"0"0"-2"-15,-22-1-14 0,22 1 4 0,0 0 6 16,0 0 3-16,64 4 7 0,-11-3 10 0,10 2-19 16,34-3 4-16,6 0-6 0,0-3-10 0,-1-1-6 15,1 3-8-15,-5-4-5 0,4-1 2 0,-6 4 3 16,1 1-7-16,-4-4-2 0,-26 3-1 0,-2 1-5 15,26-1-12-15,-34 2 9 0,2-3-5 0,0 2-7 16,-4-3 4-16,-18 1-7 0,15 0-3 16,-16-1-5-16,0 4-2 0,-36 0 4 0,63-8-5 15,-33 6-3-15,-30 2-1 0,37-2-4 0,-37 2 0 16,0 0 0-16,32-5 1 0,-32 5 0 0,0 0-6 0,0 0-4 16,0 0-37-16,0 0-32 0,0 0-18 15,0 0-22-15,0 0-34 0,0 0-23 0,-137-20-8 16,76 21-101-16,-5 3-290 0,-29 3 128 0</inkml:trace>
  <inkml:trace contextRef="#ctx0" brushRef="#br0" timeOffset="562.62">16974 1030 46 0,'0'0'122'0,"0"0"-15"15,0 0 0-15,0 0-5 0,0 0 6 0,74-7-3 16,-13 0-4-16,32-3-4 0,2-2-14 0,-2 3-13 16,6 2 5-16,-35-2-7 0,1 2-4 15,28-2-8-15,-30 5-14 0,-2 0 3 0,0-2-7 16,-3 4-2-16,-2-3-9 0,-2 2 8 0,-15-1-10 16,0 2-13-16,13 2-14 0,-19-2-18 0,-33 2-18 15,50 2-9-15,-50-2-41 0,35-2-30 0,-35 2-92 16,0 0-227-16,0 0 100 0</inkml:trace>
  <inkml:trace contextRef="#ctx0" brushRef="#br0" timeOffset="832.53">16782 968 1 0,'0'0'158'0,"45"-3"-12"0,-45 3 0 0,99-16-25 0,0 5-4 16,3-2-12-16,8 1-4 0,1 4-13 15,0-3 0-15,-6 1-13 0,0 4-2 0,-8 2 3 16,-4-3-17-16,-3 2-2 0,-29 6-4 0,3-1-8 16,-3-2-11-16,-2 1-4 0,-5-1-4 0,-15 2-17 15,-1 2-1-15,-3-1-11 0,-35-1-19 0,63 1-21 16,-63-1-6-16,37 1-43 0,-37-1-20 0,0 0-11 15,0 0-73-15,0 0-211 0,0 0 93 0</inkml:trace>
  <inkml:trace contextRef="#ctx0" brushRef="#br0" timeOffset="1082.73">16873 920 148 0,'0'0'163'0,"0"0"-9"16,0 0-16-16,106 9-1 0,-42-11-11 0,37-4-6 16,2 1-3-16,1 1-8 0,0-3-7 15,0-2-6-15,-3 0-6 0,1 6-10 0,-5 0-5 16,0-4-13-16,-3 0-1 0,-4-2-14 0,-24 6-6 16,0-4-1-16,25 0-17 0,-32-1-12 0,1 4-15 15,-9 1-22-15,-17-2-21 0,1 3-13 0,-35 2-20 16,57-6-27-16,-57 6 3 0,34-6-9 0,-34 6-14 15,0 0-85-15,0 0-230 0,0 0 101 0</inkml:trace>
  <inkml:trace contextRef="#ctx0" brushRef="#br0" timeOffset="1307.86">17466 857 19 0,'0'0'99'0,"0"0"-10"0,0 0-10 15,0 0 15-15,0 0 10 0,0 0 14 0,0 0-2 16,162 20 1-16,-60-23-4 0,7-2-8 0,6-3-9 16,4 2-7-16,-11-1-12 0,-4-4-3 0,-2 5-5 15,-35-1-8-15,-3-4-7 0,-2 8-8 0,2-8 1 0,-4 5-8 16,-6 1-11-16,-16 0-16 0,0 2-23 16,-7 1-16-16,-31 2-15 0,45-7-19 0,-45 7-26 15,0 0-4-15,0 0-24 0,0 0-104 0,0 0-236 16,0 0 104-16</inkml:trace>
  <inkml:trace contextRef="#ctx0" brushRef="#br0" timeOffset="1496.32">17462 889 108 0,'0'0'125'0,"0"0"-1"0,0 0-10 0,0 0 3 15,91 12-3-15,4-15 1 0,5-2-7 0,10-5-11 0,8 1-2 16,-6-5-18-16,2 6 4 0,-9-5-8 15,-5 0-22-15,-6 4 5 0,-34 3-12 0,2 4-17 16,-3-5-23-16,-6 4-38 0,-14 1-32 0,-4-1-41 16,-35 3-114-16,45 1-239 0,-45-1 106 0</inkml:trace>
  <inkml:trace contextRef="#ctx0" brushRef="#br0" timeOffset="1646.09">18255 921 52 0,'0'0'181'0,"0"0"-17"16,0 0-17-16,0 0-19 0,0 0-6 0,121-1-21 16,-82-2-25-16,15-1-19 0,-14 1-30 0,14-2-52 15,-1 2-48-15,-1 2-87 0,-15 0-173 0,16-3 77 16</inkml:trace>
  <inkml:trace contextRef="#ctx0" brushRef="#br0" timeOffset="4630.28">19600 18029 64 0,'0'0'177'0,"-9"-5"-4"0,9 5-5 15,-10-2 4-15,10 2-2 0,0 0-12 0,-14-5-4 16,14 5-12-16,0 0-6 0,-8-5-9 0,8 5-8 16,0 0-9-16,0 0-12 0,0 0-5 15,0 0-12-15,-10-4-10 0,10 4-8 0,0 0 0 16,0 0-9-16,0 0-2 0,0 0 0 0,0 0-15 15,0 0 11-15,0 0-3 0,0 0-2 0,0 0-2 16,0 0-2-16,0 0-8 0,0 0-5 0,0 0 5 16,29-10 2-16,-10 6-4 0,12-5-8 0,9 0 3 15,10-5-1-15,4 1-6 0,0 0 3 0,2-4-6 16,-2 3 0-16,2 1 2 0,-1 2-5 0,-5 4 1 16,-12-1-2-16,14 1 1 0,-14 3-4 0,14-3 1 15,-11 4 0-15,-1 3-1 0,-3 0 0 0,-1 0-10 16,1 2-9-16,-4-2-16 0,-4 4-9 0,3-1-9 15,-11 0-20-15,0 1-5 0,1 0-17 0,-3 0-16 16,-1 1-3-16,0 0-13 0,-5-1-22 0,5-3-12 16,-8 2-13-16,0-1-16 0,-3 1-118 0,-7-3-325 15,0 0 144-15</inkml:trace>
  <inkml:trace contextRef="#ctx0" brushRef="#br0" timeOffset="5480.27">9414 18967 85 0,'0'0'133'0,"0"0"-10"16,0 0-12-16,0 0-11 0,0 0-8 0,0 0-10 16,0 0-2-16,0 0 40 0,100-16-9 0,-45 7-8 15,5-2-2-15,30-5-9 0,-3-3-7 0,2 0 0 16,11 4-8-16,-6 0-4 0,3-2-12 15,1 3 1-15,0-1-15 0,-2 1 0 0,-1-2-2 16,-32 7 0-16,27-2-6 0,-31 2 0 0,-1 2-3 0,-1 0-5 16,3 2 2-16,-9 1-2 0,0-4-1 15,-19 4-4-15,-1 1-4 0,-31 3 0 0,51-6 5 0,-51 6 9 16,41-4 1-16,-41 4 1 0,33-2 2 0,-33 2-4 16,0 0-2-16,36-5-3 0,-36 5 0 15,0 0-6-15,0 0-2 0,0 0-4 0,0 0 0 16,37-4 1-16,-37 4-9 0,0 0-8 0,0 0-23 15,0 0-24-15,0 0-21 0,0 0-30 0,0 0-41 16,0 0-39-16,34-4-186 0,-34 4-391 0,0 0 173 16</inkml:trace>
  <inkml:trace contextRef="#ctx0" brushRef="#br0" timeOffset="6800.51">27792 14028 67 0,'0'-10'104'0,"0"10"-5"15,0 0-1-15,0 0 12 0,0 0-8 0,0 0 4 16,0 0-9-16,0 0 4 0,0 0-8 0,0 0-3 15,0 0-6-15,0 0-3 0,0 0-7 0,0 0-8 16,0 0-2-16,0 0-10 0,0 0-3 0,0 0-2 16,0 0-4-16,0 0 3 0,11-3-1 0,-1-1-4 15,11 1-3-15,12-7-9 0,16-6 0 0,12-1-14 16,36-12-26-16,1-5-46 0,14-8-55 0,4 5-50 16,0-9-100-16,7 3-282 0,-3-6 126 15</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6:15.559"/>
    </inkml:context>
    <inkml:brush xml:id="br0">
      <inkml:brushProperty name="width" value="0.05292" units="cm"/>
      <inkml:brushProperty name="height" value="0.05292" units="cm"/>
      <inkml:brushProperty name="color" value="#FF0000"/>
    </inkml:brush>
  </inkml:definitions>
  <inkml:trace contextRef="#ctx0" brushRef="#br0">8393 12198 35 0,'-2'-11'122'0,"2"11"-3"0,0 0-4 15,0 0-6-15,0 0 15 0,0 0-10 0,0 0-5 0,0 0-10 16,2-6-9-16,-2 6-7 0,0 0-11 0,0 0-5 16,0 0-7-16,0 0-13 0,0 0 0 0,0 0-6 15,0 0-6-15,0 0 0 0,0 0-1 0,0 0-11 16,0 0 4-16,0 0 11 0,0 0 6 0,9 22-4 15,-7-17-9-15,-2-5-2 0,3 12 0 0,0-6-4 16,-2 0 4-16,2-1 2 0,0 2-4 0,-3-7 0 16,3 9-2-16,-1-5-5 0,-2-4-1 0,3 6 2 15,-3-6 3-15,0 0 1 0,5 6-2 0,-5-6 0 16,0 0-5-16,0 0-4 0,3 6 2 0,-3-6-1 16,0 0-2-16,0 0 4 0,0 0 0 0,6 1-1 15,-6-1 1-15,0 0 0 0,0 0 0 0,0 0-6 16,0 0 6-16,0 0-4 0,0 0 0 0,17-10 1 15,-4 1-3-15,10-12 1 0,13-14-40 0,5-3-1 16,4-4-16-16,23-21-28 0,1-1-2 0,-1-3-27 16,0-2-16-16,-2 1-32 0,1-1-16 0,-10 6-105 15,-6-4-291-15,7 5 129 0</inkml:trace>
  <inkml:trace contextRef="#ctx0" brushRef="#br0" timeOffset="795.04">8625 13365 2 0,'0'0'32'0,"0"0"-9"0,0 0-11 15,5 3-20-15,-5-3-3 0,0 0-11 0,10 1 6 16</inkml:trace>
  <inkml:trace contextRef="#ctx0" brushRef="#br0" timeOffset="1028.67">9338 13382 50 0,'0'0'45'16,"0"0"-12"-16,0 0-6 0,8-7-8 0,-8 7-16 16,12 6-3-16,-4-3-30 0,2 2-32 0,2 1 15 15</inkml:trace>
  <inkml:trace contextRef="#ctx0" brushRef="#br0" timeOffset="3140.2">7004 15576 15 0,'0'0'87'0,"-6"-1"-11"0,6 1 0 0,0 0-7 16,0 0-3-16,0 0-2 0,0 0-7 0,0 0-6 15,0 0 9-15,0 0-11 0,-7-5-5 0,7 5-7 16,0 0-3-16,0 0 3 0,0 0 0 0,0 0-7 16,0 0-2-16,0 0 1 0,0 0 0 0,0 0-11 15,0 0 8-15,0 0-3 0,0 0-4 0,0 0-5 16,0 0 4-16,0 0-1 0,0 0 7 0,0 0-7 15,0 0 2-15,0 0 2 0,0 0 6 0,0 0 1 16,0 0 9-16,0 0-1 0,22-3 5 16,-9-1 3-16,5 1-1 0,7-6-2 0,4-2-3 0,6 1 12 15,13-8-4-15,1 0-8 0,3-6 1 0,4 1-10 16,3-2 7-16,1-1-5 0,23-9 1 0,-27 13-7 16,3 5 2-16,-8 2-6 0,-1 1-1 15,-16 6-1-15,-2 2-7 0,-2 0-1 0,-4 3-3 16,-6 0 1-16,-3 2-3 0,-4 2 5 0,0-2-8 15,-4 0 1-15,1 1 0 0,-2 1 1 0,-8-1-4 0,11-1-1 16,-11 1-9-16,9-2 1 0,-9 2-5 0,9 2-6 16,-9-2-8-16,0 0-16 0,9 6-10 0,-9-6-18 15,0 0-21-15,5 10-15 0,-3-7-14 0,-2-3-15 16,2 12-83-16,-2-12-238 0,0 0 105 16</inkml:trace>
  <inkml:trace contextRef="#ctx0" brushRef="#br0" timeOffset="3718.75">9064 15415 171 0,'0'0'211'0,"-6"3"-27"0,6-3-16 0,0 0-18 0,-6 4-16 16,6-4-13-16,0 0-7 0,0 0-12 0,0 0-14 15,-6 4 1-15,6-4-15 0,0 0-7 0,0 0-12 16,0 0-7-16,0 0-3 0,0 0-8 0,0 0-3 15,0 0-11-15,0 0-1 0,0 0 0 0,0 0-5 16,0 0 0-16,18 8-2 0,-4-7-2 0,-2 1 1 16,8 0-8-16,8 0 7 0,3-2 2 0,1 2 0 15,5-2-4-15,2 0 1 0,13-2-4 0,0 0 2 16,3 0-3-16,2-2 3 0,3-1-1 0,1-1 4 16,-1-1-5-16,1 1-2 0,1-1 1 15,0 4 6-15,4-5-5 0,-4 2-4 0,-3 0 7 0,-2 3-11 16,-2-1 4-16,-2 4 2 0,-15-2 0 0,0-2 2 15,1 3 9-15,-1-1 2 0,-2 4 0 0,-3 0 1 16,0-1-1-16,-1 1-1 0,-1-2-7 0,-9 0 14 16,-2 0 2-16,8 0-3 0,-9 2-1 15,1-2-1-15,-6 0-4 0,0 1 4 0,0-1 5 16,2 2 7-16,-5-2-8 0,-4 0-2 0,1 0-5 0,-8 0 1 16,13 0-5-16,-7 1-1 0,-6-1-1 0,0 0 0 15,13 0-3-15,-13 0-1 0,8 1-1 0,-8-1-10 16,0 0-9-16,7 2-17 0,-7-2-15 15,0 0-27-15,0 0-33 0,0 0-19 0,0 0-16 16,7 7-23-16,-5-2-19 0,1 0-138 0,-2 4-343 16,-1-9 152-16</inkml:trace>
  <inkml:trace contextRef="#ctx0" brushRef="#br0" timeOffset="8633.48">11701 15894 12 0,'-12'2'109'16,"1"0"-4"-16,-3 2-1 0,-1 0 3 0,-1 3 13 15,2-2-21-15,-1 1-4 0,0-1-2 0,3 3 4 16,-6 2-10-16,3-1-3 0,-2 5-8 0,3 1-4 15,-8 2-6-15,7 2-7 0,-3 0-4 16,0 3-10-16,2 2 4 0,-1-2 5 0,3 5-7 0,0-3-4 16,2 3-4-16,1-2 6 0,-2-1-6 0,4 5-2 15,1-3 0-15,3 4-3 0,-4-3 25 0,6-1 2 16,-1 3-4-16,2 0 2 0,2-1-4 0,2-1-6 16,0 2-6-16,1-3-4 0,3 0-1 15,2 1 1-15,0 1 3 0,-1-2 0 0,5-1-2 16,1 1 0-16,-3-3-3 0,2 0 2 0,1 3-2 0,3-1 0 15,-1-5-4-15,1 5-1 0,2-4 3 0,2 2 7 16,1-4-9-16,0-1 9 0,2 1 0 0,5-2 6 16,-4 1-8-16,10 0 3 0,10 4-7 0,-12-4-1 15,15 1-3-15,-11-5 6 0,0-4-8 16,0 0 3-16,12 4 1 0,-11-7 5 0,13 1-4 16,-11 1-4-16,13-3-1 0,-14 0-4 0,-1-5-6 0,1-1 0 15,1-3 2-15,1 1-3 0,-4-4 0 0,-2 0-2 16,1-3 6-16,-3-4-9 0,-1 0-14 0,1-3 18 15,-3-2-15-15,2-4 17 0,-4 1-2 16,-1 4 0-16,1-2 0 0,-3-7-1 0,-2 1 4 16,-2 2-5-16,-3-1 2 0,2 0 2 0,-5 0 3 15,0 2 4-15,-8 3 0 0,6-5-10 0,-4 6-3 16,1-5 3-16,-1-1-2 0,0 0-3 0,-1-2 5 0,-1-1-4 16,-1 0-4-16,0 2 2 0,-1 0-20 15,-1-2 14-15,-3 2-3 0,0 6 2 0,-2-6-3 16,1 5 5-16,-3 1-1 0,-1-5-9 0,-4 1 10 15,0-1-7-15,-5-4-9 0,1 6 5 0,-3-2 1 16,1-1-18-16,-6-2 7 0,2-1 2 0,-6 0 2 16,2 2 3-16,0-1-11 0,-10-9-4 15,4 9-13-15,-5-6 0 0,5 10-3 0,0-1-5 0,-12-4 3 16,1 0-7-16,6 9-2 0,-11-6-2 0,0 4 4 16,12 5 7-16,-6 3 6 0,1 3-3 0,1-1 5 15,1 3 5-15,-4 4 1 0,1 0-5 0,-12 5-5 16,13 2-5-16,-12 2-13 0,-2 7-2 0,13-5-5 15,-10 8 5-15,0 2-4 0,3 4-2 0,-1-2 3 16,-3 3-4-16,14-5 6 0,-11 7 4 0,2 4-11 16,-1-1-9-16,2 3-15 0,2 1-13 0,2 2-8 15,4 5-3-15,0 0-21 0,6 1-16 0,2 2-2 16,9-11-124-16,0 18-298 0,0-4 132 0</inkml:trace>
  <inkml:trace contextRef="#ctx0" brushRef="#br0" timeOffset="22483.15">12668 16601 73 0,'-7'1'97'16,"7"-1"-9"-16,0 0 7 0,0 0-25 0,0 0 2 15,0 0-21-15,0 0-17 0,0 0-10 0,0 0-21 16,0 0-20-16,0 0-17 0,0 0-11 0,0 0 1 16,0 0 4-16,0 0-32 0,0 0-77 0,0 0 35 15</inkml:trace>
  <inkml:trace contextRef="#ctx0" brushRef="#br0" timeOffset="31622.45">14883 15943 9 0,'0'0'38'0,"0"0"-5"0,0 0-18 0,0 0-15 15,0 0-7-15,0 0-8 0,0 0-16 0,0 0 7 16</inkml:trace>
  <inkml:trace contextRef="#ctx0" brushRef="#br0" timeOffset="31819.35">14887 15963 27 0,'0'0'28'0,"0"0"-7"0,0 0-7 16,0 0-3-16,0 0-3 0,0 0-11 0,0 0-3 15,0 0-11-15,0 0-19 0,0 0 9 0</inkml:trace>
  <inkml:trace contextRef="#ctx0" brushRef="#br0" timeOffset="33247.39">13750 16554 13 0,'0'0'74'0,"0"0"-13"0,12-1 1 16,-12 1-6-16,0 0-11 0,0 0-3 0,0 0-3 16,0 0-18-16,0 0-23 0,0 0-10 15,9 4-7-15,-9-4-18 0,0 0-21 0,8 6-61 16,-8-6 27-16</inkml:trace>
  <inkml:trace contextRef="#ctx0" brushRef="#br0" timeOffset="33885.19">14445 15265 33 0,'0'0'45'15,"0"0"-5"-15,0 0-7 0,0 0-3 0,0 0-12 16,0 0-18-16,0 0-34 0,11 18-35 0,-6-8 16 0</inkml:trace>
  <inkml:trace contextRef="#ctx0" brushRef="#br0" timeOffset="34615.42">14526 16481 1 0,'0'0'82'0,"0"0"-12"16,0 0-7-16,0 0-8 0,0 0-11 0,0 0-10 16,0 0-24-16,7 7-16 0,-7-7-22 0,0 0-27 15,0 0-58-15,0 0 26 0</inkml:trace>
  <inkml:trace contextRef="#ctx0" brushRef="#br0" timeOffset="34833.69">14465 15695 27 0,'0'0'56'0,"-4"27"-27"0,4-14-20 15,0 5-16-15,0 6-12 0,0 1-22 0,0 0 10 16</inkml:trace>
  <inkml:trace contextRef="#ctx0" brushRef="#br0" timeOffset="35051.05">14514 16544 22 0,'0'0'76'0,"0"0"-14"0,0 0-11 0,0 0-10 0,0 0-18 16,5-24-9-16,0 9-12 0,-3-1-22 0,5-2-26 15,-5-1-48-15,5-8 21 0</inkml:trace>
  <inkml:trace contextRef="#ctx0" brushRef="#br0" timeOffset="35218.14">14589 15597 20 0,'0'0'47'0,"-14"32"-6"0,12-21-29 16,2 5-17-16,-2 4-15 0,-3 6-21 0,1-1 10 16</inkml:trace>
  <inkml:trace contextRef="#ctx0" brushRef="#br0" timeOffset="35416.58">14612 16539 74 0,'0'0'92'0,"0"0"-7"0,0 0-10 0,0 0-11 16,0 0-19-16,0 0-19 0,0 0-30 15,0 0-33-15,0 0-33 0,0 0-77 0,0 0 34 16</inkml:trace>
  <inkml:trace contextRef="#ctx0" brushRef="#br0" timeOffset="35836.05">14553 16466 14 0,'0'0'92'0,"0"0"-2"0,0 0-9 0,0 0-15 16,0 0-6-16,0 0-7 0,0 0-25 0,0 0-6 15,0 0-17-15,19-23-28 0,-14 13-12 16,3-8-41-16,-4 1-82 0,2-2 36 0</inkml:trace>
  <inkml:trace contextRef="#ctx0" brushRef="#br0" timeOffset="36001.41">14533 15668 52 0,'0'0'75'16,"0"0"1"-16,0 0-9 0,0 0-9 0,0 0-17 15,0 0-9-15,-7 40-20 0,7-22-27 0,0 8-52 16,0 3-72-16,-4 3 33 0</inkml:trace>
  <inkml:trace contextRef="#ctx0" brushRef="#br0" timeOffset="36197.46">14570 16512 61 0,'0'0'110'0,"-4"7"-6"0,4-7 0 15,0 0-11-15,0 0-6 0,0 0-15 0,0 0-15 16,0 0-23-16,0 0-18 0,0 0-18 0,0 0-36 15,0 0-79-15,0 0-126 0,0 0 56 0</inkml:trace>
  <inkml:trace contextRef="#ctx0" brushRef="#br0" timeOffset="37022.22">16834 16219 3 0,'0'0'16'0,"0"0"-14"16,0 0-6-16,0 0-4 0,0 0 2 0</inkml:trace>
  <inkml:trace contextRef="#ctx0" brushRef="#br0" timeOffset="38246.41">16799 16215 20 0,'0'0'20'0,"0"0"-27"0,0 0-7 0,0 0 2 16</inkml:trace>
  <inkml:trace contextRef="#ctx0" brushRef="#br0" timeOffset="39100.81">16783 15786 52 0,'-2'-5'167'0,"2"5"-6"16,0 0-4-16,0 0-10 0,-6-6-5 0,6 6-8 16,0 0-12-16,0 0-8 0,-7-4-9 0,7 4-7 15,0 0-2-15,0 0-13 0,0 0-5 0,0 0 2 16,0 0-6-16,0 0-1 0,-6-4-3 0,6 4 1 15,0 0-10-15,0 0-4 0,0 0 1 0,0 0-15 16,0 0-3-16,-12 9 1 0,8-4-5 0,4-5-1 16,-10 9-3-16,5-4 1 0,1 2 1 0,-1-4 1 15,-2 4-5-15,1 0 0 0,0 1-4 0,-1 1-1 16,4 0 0-16,-3 0-4 0,0 2 3 0,0 0 0 16,3-2-2-16,-1 2 1 0,-1-2 4 0,3 1-1 15,-4-1 1-15,4 1 5 0,1-4 0 0,-2 1-2 16,3-7-5-16,-4 10-2 0,2-5-3 0,2-5 2 15,-2 13-8-15,2-13 2 0,0 10-3 0,0-10 0 16,3 8-6-16,-3-8 0 0,4 11 1 0,-3-6 0 16,-1-5-1-16,6 6-1 0,-3 0 0 0,2-3 2 15,0 1-2-15,-5-4-1 0,12 3 0 0,-7 0 1 16,1 0-5-16,3-3 2 0,-9 0 3 0,18-3 3 16,-10 2-3-16,-1-2 0 0,5 1 0 0,-4-4 2 15,2 4-4-15,-3-3 1 0,0 2 3 0,-2-1 2 0,3-2 0 16,-1-2 2-16,2 0-1 0,-4-1-2 15,0 2 1-15,-1-2-2 0,-1 1-2 0,1-1 4 16,-3 0 0-16,0 0-8 0,-3-2 9 0,1-1 1 16,1 0-5-16,-2 0 3 0,1 2-8 0,-2-1 5 15,-1-2 1-15,3 2-3 0,-4-5 1 0,0 5-5 16,-1 2 4-16,2-1 6 0,-1 3 1 0,1 1-1 16,0 0-1-16,4 6-3 0,-9-8 1 0,3 5-2 15,6 3-1-15,-12-5-2 0,4 6 0 0,8-1-3 16,-19 5 0-16,8 0-19 0,-2 1-23 0,3 4-26 15,-2 0-33-15,0 3-38 0,-1 0-48 0,1 1-48 16,2-1-215-16,-3-2-487 0,2 1 216 0</inkml:trace>
  <inkml:trace contextRef="#ctx0" brushRef="#br0" timeOffset="40050.64">12794 16284 2 0,'-3'-9'107'0,"3"9"3"0,0-7 0 15,0 7-6-15,-4-7-6 0,4 7-13 0,0-8-16 16,0 8 3-16,0 0-13 0,-2-10 1 0,2 10-13 15,0 0 1-15,-2-8-10 0,2 8-2 0,0 0-3 16,0 0-1-16,0-8-11 0,0 8 9 0,0 0-13 16,0 0 1-16,0 0 1 0,0 0-7 0,0 0 2 15,0 0 0-15,0 0-2 0,6-11-1 0,-6 11-17 16,8-4-4-16,-4-1-15 0,1 1-11 0,5-2-8 16,-3-1-12-16,5 0-12 0,-2 1-8 0,-1 0 0 15,3-2-9-15,-3 3-48 0,-1 0-144 0,2 0 64 16</inkml:trace>
  <inkml:trace contextRef="#ctx0" brushRef="#br0" timeOffset="40435.22">12925 16127 368 0,'0'0'-21'0,"8"-5"13"0,-8 5 7 0,2-5 11 16,-2 5 8-16,3-6-2 0,-3 6 3 0,0 0 13 16,0 0-1-16,0 0-4 0,-3-11 20 0,3 11 6 15,0 0 0-15,0 0 0 0,0 0 7 0,-6-8 3 16,6 8 3-16,0 0 0 0,0 0 0 0,0 0 2 16,-6-3-15-16,6 3 0 0,0 0 1 0,0 0 3 15,-8 13-12-15,3-8 6 0,5-5-6 0,-4 11 8 16,4-4-3-16,-4 1-4 0,4-2-4 15,0 5 1-15,0-2-4 0,0 1-2 0,2 0-1 0,-2 0-1 16,2 0-9-16,-2-2 1 0,3 0 0 16,1 2-7-16,0-1-4 0,1-2 0 0,0 1-5 0,-1-3 29 15,3 0-7-15,-3 0-1 0,2-2-4 16,4 0-1-16,-1-2 2 0,0 1-3 0,0-2 0 0,-2 2-3 16,1-2 1-16,-8 0-4 0,17-4-3 15,-9 3 4-15,-1-3-3 0,-1 0-1 0,0 0 1 16,0 0-3-16,-3-1 2 0,-3 5-1 0,6-12 0 15,-2 2-3-15,-4 2 1 0,0 1-3 0,0-3 3 0,-4-2-6 16,2 3-2-16,-5 0 1 0,1-1 1 0,-2 2-2 16,2 1-2-16,-3-2 0 0,-3 2 3 0,1 2-4 15,0 1 0-15,-2-2-2 0,4 2-2 0,-4 3 1 16,1-1-5-16,1 4-4 0,-1-2-8 16,1 2-8-16,11-2-6 0,-18 9-8 0,9-5-17 15,3 3-24-15,-1-1-29 0,7-6-40 0,-6 12-35 16,5-5-123-16,1-7-330 0,0 0 146 0</inkml:trace>
  <inkml:trace contextRef="#ctx0" brushRef="#br0" timeOffset="42069.86">14587 11343 19 0,'0'0'18'0,"0"0"-11"0,0 0-4 0,0 0-7 15,0 0-4-15,0 0-8 0,0 0 4 0</inkml:trace>
  <inkml:trace contextRef="#ctx0" brushRef="#br0" timeOffset="43203.01">14721 14940 57 0,'0'0'103'0,"0"0"0"0,0 0-3 15,0 0-12-15,0 0-1 0,0 0-10 0,-6-4-14 16,6 4 6-16,0 0-8 0,0 0-11 0,0 0 4 16,0 0-3-16,0 0-4 0,0 0 3 0,0 0-14 15,0 0 13-15,0 0-15 0,-10 14 11 0,6-9-5 16,4-5 7-16,-7 11-4 0,5-4-7 0,-3 3 4 15,1-2-6-15,-1 0-3 0,0 0 3 0,3 0-6 16,-2-1-7-16,2 0 3 0,0 1-7 0,-1-1 9 16,1 3-6-16,0-2-9 0,0-1 11 0,0 1-8 15,1 0 0-15,0-2 3 0,1-6-1 0,-2 12-4 16,0-6-8-16,2-6 4 0,0 12-6 0,0-12 12 16,2 13 1-16,-2-6 1 0,1 0-1 0,-1-7-5 15,5 11 3-15,-1-5-3 0,-2-1 0 0,-2-5-1 16,5 10 0-16,-3-5-4 0,3 0 2 0,-5-5 0 15,7 9 8-15,-3-6 7 0,2 0 1 0,-6-3-4 16,9 6 7-16,-4-4 7 0,-5-2-1 0,12 8-1 16,-6-8 1-16,-6 0-3 0,16 0 1 0,-16 0-1 15,13-4-2-15,-8 2 0 0,-5 2-3 0,13-3 2 16,-8-1-4-16,1 1 0 0,1 1-3 0,-7 2-1 16,9-4-1-16,-2-1-1 0,-3 0 0 0,3-3-1 15,-4-3-4-15,3 2 3 0,-4 0-4 0,6-2 0 16,-7 0-4-16,0 2 3 0,1-4-2 0,0 2 1 15,-2-1 3-15,0 0-4 0,0-1 3 0,-2 1-7 16,0 0-1-16,2-1 2 0,-1 3-3 0,-2-2 3 16,-3 0-2-16,6 0 0 0,-2 1 0 0,-1 2 2 15,-1-1-3-15,0 0 7 0,0 3 3 0,2 2 2 16,2 5-1-16,-8-10-2 0,4 4 1 0,4 6-5 16,-7-7 0-16,7 7-4 0,-7-6-7 0,7 6-3 15,-6-3-15-15,6 3-11 0,-11 0-22 0,11 0-26 16,-12 5-24-16,5-1-36 0,1 3-20 0,-1 2-37 15,-4 4-116-15,0-1-340 0,-3 0 151 0</inkml:trace>
  <inkml:trace contextRef="#ctx0" brushRef="#br0" timeOffset="43994.74">14730 15202 159 0,'0'0'156'0,"-9"-4"-28"0,9 4-22 0,0 0-19 0,0 0-19 16,0 0-9-16,0 0-3 0,0 0-16 0,0 0-19 16,0 0-24-16,0 0-27 0,0 0-13 15,0 0-29-15,0 0-50 0,0 19-133 0,-4-14 59 0</inkml:trace>
  <inkml:trace contextRef="#ctx0" brushRef="#br0" timeOffset="44543.96">12716 16294 11 0,'0'0'114'0,"0"0"-11"15,0 0-9-15,0 0-15 0,0 0-3 0,0 0-11 16,-7-1-14-16,7 1-10 0,0 0-14 0,0 0 4 16,0 0-10-16,0 0-22 0,0 0-14 0,0 0-29 15,0 0-16-15,13 15-40 0,-9-11-106 0,-4-4 47 16</inkml:trace>
  <inkml:trace contextRef="#ctx0" brushRef="#br0" timeOffset="44952.31">14696 15284 94 0,'0'0'85'0,"0"0"-8"0,0 0-1 15,0 0-13-15,0 0-2 0,0 0-17 0,0 0-12 0,0 0 1 16,0 0-36-16,3-7 5 0,-3 7-11 0,0 0-9 15,0 0-25-15,0 0-40 0,-14 21-89 0,7-14 39 16</inkml:trace>
  <inkml:trace contextRef="#ctx0" brushRef="#br0" timeOffset="45180.79">13036 16402 1929 0,'-19'7'30'0,"0"-1"-35"0,6-2-4 0,-1-1-38 15,4 1-85-15,1 1-20 0,3 2-12 0,2-2 9 16,4-5-62-16,0 10-233 0,0-10 104 0</inkml:trace>
  <inkml:trace contextRef="#ctx0" brushRef="#br0" timeOffset="46189.52">16774 15673 132 0,'0'0'131'0,"0"0"-6"0,0 0-1 0,0 0-6 16,0 0-6-16,0 0-6 0,0 0 1 0,0 0-9 15,0 0 7-15,0 0-9 0,0 0-2 0,0 0-4 16,0 0-9-16,0 0-5 0,0 0 0 0,0 0-5 16,0 0-4-16,0 0-4 0,0 0-4 0,0 0-4 15,0 0-5-15,0 0-3 0,0 0-5 0,0 0-3 16,0 0 0-16,0 0-4 0,0 0-5 0,0 0-1 15,0 0-1-15,0 0-3 0,0 0 0 0,0 0-8 16,0 0 1-16,0 0-2 0,0 0 3 0,0 0-2 16,0 0-2-16,0 0-1 0,0 0 0 0,0 0 1 15,0 0-1-15,0 0-5 0,0 0 3 0,0 0-1 16,0 0-4-16,0 0 1 0,0 0 4 0,0 0-5 16,0 0 0-16,0 0 0 0,0 0 1 15,0 0 2-15,0 0-1 0,0 0-7 0,0 0 6 0,0 0-9 16,0 0 6-16,0 0-2 0,0 0-1 0,0 0 1 15,0 0 0-15,0 0 0 0,0 0-2 0,0 0 2 16,0 0-3-16,0 0 1 0,0 0 2 0,0 0-2 16,0 0 1-16,0 0-3 0,0 0 0 15,0 0 4-15,0 0-7 0,0 0 4 0,0 0 3 0,0 0-3 16,0 0 2-16,0 0-2 0,0 0 1 0,0 0 0 16,0 0 1-16,0 0-2 0,0 0-3 0,0 0 6 15,0 0-1-15,0 0-1 0,0 0-2 0,0 0 0 16,0 0 2-16,0 0 0 0,0 0 0 0,0 0-2 15,0 0 1-15,0 0 2 0,0 0-2 0,0 0 0 16,0 0 3-16,0 0-5 0,0 0 1 0,0 0 6 16,0 0-4-16,0 0 1 0,0 0-1 0,0 0-3 15,0 0 4-15,0 0-6 0,0 0 5 0,0 0-1 16,0 0-5-16,0 0 2 0,0 0-6 16,0 0-8-16,0 0-7 0,0 0-5 0,0 0-8 0,0 0-12 15,0 0-16-15,0 0-18 0,0 0-23 0,0 0-28 16,0 0-29-16,0 0-25 0,0 0-110 0,0 0-323 15,0 0 144-15</inkml:trace>
  <inkml:trace contextRef="#ctx0" brushRef="#br0" timeOffset="48618.99">20428 16138 79 0,'-8'0'196'0,"8"0"-3"0,0 0-11 0,0 0-5 0,0 0-11 15,0 0-12-15,-11 0-7 0,11 0-15 0,-10 3-3 16,5 0-3-16,5-3-9 0,-11 9-1 0,9-4-11 16,-1-1-8-16,1 3-4 0,-6 1 2 15,3 4-8-15,-1 2-9 0,-1-2-7 0,3-2-1 0,-1 0-31 16,3-1-4-16,-2 1-1 0,3 2 0 0,-2-1 3 15,2 2-4-15,-2-2-3 0,1-3 3 16,0 1-10-16,1 1 0 0,1-1-3 0,3 1 2 16,-3-4-2-16,0-6 3 0,1 11-5 0,-1-11 2 15,1 9-11-15,3-5 3 0,-4-4-5 0,0 0 4 0,8 6-7 16,-2-5-2-16,-6-1 5 0,0 0-3 0,19-5 0 16,-10-1-4-16,-1 0 3 0,-2 0 5 0,1-4-4 15,-1 0-1-15,3-4-2 0,-5 3 1 16,0-1-1-16,1-2 5 0,-3-3-7 0,-2-2 5 15,-2 3-3-15,-1-1 3 0,-1 1-5 0,-2-3-3 0,-3 4-15 16,-1 2-15-16,-4-1-23 0,1 8-22 16,-4-6-29-16,-3 5-41 0,0 0-48 0,-12 4-220 0,-4 6-452 15,-4 1 200-15</inkml:trace>
  <inkml:trace contextRef="#ctx0" brushRef="#br0" timeOffset="52067.39">14698 15073 64 0,'0'0'109'16,"0"0"-5"-16,0 0 0 0,0 0-1 0,0 0-7 15,0 0 4-15,0 0-9 0,0 0 1 0,0 0-16 16,0 0-5-16,0 0 1 0,0 0-8 0,0 0-5 16,0 0-7-16,-8-9-6 0,8 9 3 0,0 0-11 15,0 0 1-15,0 0-2 0,0 0-7 0,0 0 1 16,0 0-7-16,0 0 4 0,0 0-1 0,0 0-5 16,0 0-6-16,0 0 1 0,0 0-3 0,0 0 0 15,0 0 3-15,0 0-1 0,0 0-4 0,0 0 0 16,0 0-4-16,0 0-2 0,0 0 3 0,0 0 1 15,0 0-2-15,0 0 1 0,0 0-6 0,0 0 0 16,0 0 0-16,0 0-1 0,0 0 3 0,0 0-4 16,0 0 2-16,0 0-4 0,0 0 2 0,-18 6 4 15,18-6 7-15,0 0-22 0,0 0 11 0,0 0 3 16,-7 6-5-16,7-6 1 0,0 0 1 0,0 0 1 16,-5 4 1-16,5-4-3 0,0 0 2 0,-6 3 4 15,6-3 0-15,0 0-1 0,0 0 3 0,0 0-2 16,0 0-3-16,0 0 3 0,-5 3-2 0,5-3 3 15,0 0-7-15,0 0 8 0,0 0-8 0,0 0 6 16,0 0-3-16,0 0 5 0,0 0 4 0,0 0 10 16,0 0 0-16,0 0 2 0,0 0-4 0,0 0-3 15,0 0-4-15,0 0-1 0,5-22 2 0,-5 22-2 16,4-13-1-16,-3 3-1 0,2 1 2 0,-1-2-6 16,-1 1 3-16,1 0 0 0,2-2-10 0,-3 2 8 15,4-7-1-15,-3 5-4 0,2-3 2 0,-1 2-1 16,0 2 1-16,-2 1-7 0,3 0 6 0,-2 4 2 15,1-2-1-15,-1 1-2 0,-2 7-1 0,2-9-1 16,-2 9 0-16,2-8 1 0,-2 8 1 0,0 0-5 16,3-8 4-16,-3 8 0 0,0 0-3 0,0 0 2 15,0 0 1-15,0 0-2 0,0 0 1 0,0-9 0 16,0 9-2-16,0 0-7 0,0 0 9 0,0 0 2 16,0 0-3-16,0 0 3 0,0 0 6 0,0 0-2 15,0 0 8-15,0 0 0 0,9 27 0 0,-7-17 5 16,0 7-1-16,3 0 2 0,-4 1-4 0,4 7-5 15,-3-5 1-15,2 5 1 0,0 1-1 0,-3 0 14 16,2-6-6-16,-3 4-1 0,3-3-2 0,-3-3-1 16,2 2-1-16,-1 0-1 0,1-2-2 0,-1-1-2 15,1 0-1-15,0-2 1 0,1-2-3 0,-2 3 1 16,1-6-2-16,-2-3 1 0,3 4-3 0,-3-3 2 16,0-1-1-16,1 2 1 0,-1-9-3 0,0 10-1 15,0-10 2-15,2 6 1 0,-2-6-2 0,0 0 0 16,0 10-1-16,0-10 1 0,0 0 0 0,0 6 0 15,0-6 0-15,0 0 2 0,0 0-2 0,0 0 1 16,0 0-2-16,-2 11-4 0,2-11 7 0,0 0-1 16,-1 6 1-16,1-6 0 0,0 0-2 15,-6 5-1-15,6-5 1 0,-8 1 1 0,8-1 1 0,-8 6 3 16,4-2-10-16,4-4 1 0,-10 2 1 0,4 0-3 16,-1 1 3-16,7-3-1 0,-11 2 0 0,11-2 3 15,-10 2-4-15,4-1 0 0,6-1 3 0,-9 1 0 16,9-1-4-16,0 0 5 0,-11 0-1 0,11 0 1 15,0 0-3-15,0 0 2 0,-10 0 2 0,10 0-3 16,0 0 0-16,0 0-2 0,0 0-1 0,0 0 2 16,0 0 0-16,0 0 2 0,-10 0-5 0,10 0 2 15,0 0-3-15,0 0 4 0,0 0-2 0,0 0-1 16,0 0-6-16,21-11 3 0,-13 6-3 0,0 0-5 16,-1 0-2-16,2 1-17 0,1-1-13 15,-1-2-21-15,-1 2-16 0,3 0-32 0,-2-2-23 16,1 0-25-16,-3 2-18 0,1-2-106 0,-3-2-312 0,-1 2 138 15</inkml:trace>
  <inkml:trace contextRef="#ctx0" brushRef="#br0" timeOffset="53316.95">14572 14982 109 0,'-12'0'105'0,"12"0"2"0,0 0 0 16,-4-3-9-16,4 3-5 0,0 0-10 15,0 0-14-15,0 0-4 0,0 0-15 0,0 0 6 16,0 0-16-16,0 0 5 0,0 0-8 0,10-15-1 16,-10 15-1-16,7-4-10 0,-7 4 2 0,6-3-5 0,-6 3 0 15,7-6 7-15,-7 6-8 0,0 0 7 0,5-3-3 16,-5 3 5-16,0 0-4 0,0 0 3 0,0 0-3 15,0 0 1-15,0 0-5 0,6-5-5 0,-6 5 6 16,0 0-2-16,0 0 1 0,0 0-4 16,0 0-3-16,0 0 4 0,0 0-1 0,0 0-19 15,0 0 14-15,0 0-3 0,0 0-1 0,0 0-3 16,0 0-3-16,0 0 0 0,0 0 3 0,0 0-4 16,0 0-5-16,3-5 6 0,-3 5 5 0,0 0-14 15,0 0 4-15,0 0 3 0,0 0-3 0,0 0 2 16,0 0 0-16,0 0 6 0,0 0-8 0,0 0 1 15,0 0 1-15,0 0 1 0,0 0 1 0,9 9-2 16,-9-9 1-16,0 0 1 0,0 0-2 0,0 0-2 16,0 0 1-16,0 0 4 0,0 0 1 0,0 0 0 15,0 0-2-15,0 0-1 0,0 0 4 0,9-7-7 16,-9 7 12-16,5-8-7 0,-5 8 1 0,4-9-3 16,0 6 3-16,-4 3 2 0,4-9-6 0,-4 9 5 15,3-8-11-15,-3 8 9 0,2-5-1 0,-2 5-3 16,2-8 7-16,-2 8-6 0,0 0 8 0,3-7-4 15,-3 7-6-15,0 0 8 0,0 0-6 0,4-6 0 16,-4 6-1-16,0 0 0 0,0 0-1 0,0 0 0 16,0 0 3-16,0 0-1 0,0 0 1 0,0 0-4 15,0 0 3-15,0 0-2 0,0 0 2 0,3-5 7 16,-3 5 0-16,0 0-9 0,0 0-3 0,0 0 0 16,0 0 5-16,0 0-1 0,0 0-5 0,0 0 3 15,0 0 7-15,0 0-8 0,0 0 1 0,0 0 4 16,0 0-4-16,0 0 3 0,0 0 0 0,0 0 1 15,0 0-5-15,0 0 1 0,0 0 7 0,0 0-13 16,0 0 8-16,0 0-4 0,0 0 4 0,0 0-4 16,0 0-9-16,0 0 16 0,0 0-7 0,0 0 3 15,0 0-4-15,0 0 2 0,2-8 5 0,-2 8-1 16,5-5 2-16,-5 5-9 0,4-9 9 0,-4 9 1 16,0 0-7-16,4-6 1 0,-4 6 2 0,0 0-1 15,2-7 4-15,-2 7-5 0,0 0 1 0,0 0 1 16,0 0 1-16,0 0-2 0,0 0 1 0,0 0 3 15,0 0 1-15,0 0 4 0,2-7-7 0,-2 7-4 16,0 0-3-16,0 0 5 0,0 0-2 0,0 0 3 16,0 0 7-16,0 0-12 0,0 0 5 0,0 0-1 15,0 0 9-15,0 0 7 0,5 19-3 0,-4-7 4 16,1 3-1-16,-2 0 2 0,2 3-4 0,0 0 3 16,1 2 0-16,1 5-6 0,-2-6-4 0,0 1 8 15,0-2-8-15,3 0 8 0,-3 1 4 16,-2-1 0-16,2-1 2 0,1-5-7 0,-3 4 2 0,0-4-1 15,2 4 5-15,0-4-1 0,-1 0 1 0,0-2-9 16,0 2 0-16,1-2 1 0,-2 1 0 0,0-1-2 16,0-3 2-16,0 2-3 0,4-2-4 0,-4 1 1 15,0-8 0-15,0 11 1 0,3-3-1 0,-1-3-1 16,-2-5-2-16,4 10 3 0,-4-4 2 0,2-2-6 16,-2-4 3-16,5 11 0 0,-5-11 0 0,1 7 0 15,-1-7 2-15,3 4-10 0,-3-4 7 0,0 0 3 16,0 0-3-16,2 8 1 0,-2-8-2 0,0 0 3 15,0 0-3-15,0 0 1 0,0 0-2 0,1 9 1 16,-1-9 0-16,0 0 5 0,0 0-3 0,0 0-1 16,0 0 1-16,0 0 2 0,0 0-1 0,0 0-5 15,0 0 4-15,0 0-3 0,0 0 0 0,0 0-5 16,0 0 6-16,-7 4-1 0,7-4-3 0,0 0-2 16,-13 4 0-16,13-4-3 0,-7 2 1 0,7-2 3 15,-9 4-2-15,9-4 5 0,-10 3-10 0,10-3 6 16,-9 3-3-16,9-3 1 0,-10 2-1 0,10-2 4 15,-6 2-1-15,6-2 2 0,0 0-3 0,-8 4 3 16,8-4 1-16,0 0 2 0,-7 4-2 0,7-4 0 16,0 0 3-16,0 0 0 0,0 0-5 0,0 0-1 15,0 0 0-15,-7 3-3 0,7-3-1 0,0 0 1 16,0 0 3-16,0 0-2 0,0 0 1 0,0 0 0 16,0 0-3-16,34-4 0 0,-21 0-5 15,1-1-15-15,4 0-15 0,2-3-30 0,1 4-20 0,-1-2-23 16,8-2-33-16,-9 3-89 0,-2 0-258 0,2 4 115 15</inkml:trace>
  <inkml:trace contextRef="#ctx0" brushRef="#br0" timeOffset="54968.14">16690 15911 127 0,'0'0'132'0,"0"0"-14"16,-9-2-8-16,9 2 1 0,0 0-8 0,-11-1-1 16,11 1-7-16,-11-2-8 0,11 2-10 0,-6-1-2 15,6 1-5-15,-9-5-5 0,9 5-8 0,-8-5-4 16,8 5-9-16,-7-4-6 0,3-1-2 0,4 5-2 15,-7-5-8-15,7 5-2 0,-8-8 1 0,5 5-7 16,3 3-10-16,-5-9-2 0,5 9 4 0,-4-9-6 16,4 9-4-16,0-8 0 0,0 8 3 0,-3-6-1 15,3 6-10-15,-1-9 9 0,1 9-2 0,-3-7-8 16,3 7 0-16,0 0-3 0,-1-10 10 0,1 10-11 16,0 0 5-16,0 0 2 0,-1-9 1 0,1 9 1 15,0 0-2-15,0 0 2 0,0 0 2 0,0 0-2 16,0 0 1-16,0 0 0 0,0 0 0 0,-3-5 8 15,3 5 3-15,0 0-7 0,0 0 0 0,0 0 6 16,0 0 5-16,0 0 6 0,0 0 0 0,0 0 3 16,0 0 0-16,0 0 3 0,0 0-5 0,0 0-2 15,0 0 0-15,0 0 0 0,0 0 3 0,0 0-3 16,0 0 2-16,0 0-8 0,0 0 5 0,0 0 0 16,0 0 1-16,0 0 9 0,11-3-2 0,-5 0 7 15,1-1-6-15,3-3-1 0,0 2-2 0,1-2-4 16,2 1 4-16,0-5-3 0,1 2 2 0,-4 0-6 15,1 2-1-15,-3-2 4 0,1 2-2 0,-1 1-5 16,0-1 2-16,-1 0 0 0,0 2-3 0,-5-1 3 16,3 1-3-16,1 0-2 0,-4-2 4 0,-2 7 0 15,6-9 0-15,-6 3-2 0,0 6-2 0,3-9 8 16,-3 9 5-16,2-7-4 0,-2 7 3 0,0 0-2 16,2-10-3-16,-2 10-5 0,0 0 3 0,0 0 3 15,-4-9 7-15,4 9-1 0,0 0 7 0,0 0 0 16,0 0 1-16,0 0-2 0,-3-6-2 0,3 6-1 15,0 0-5-15,0 0 1 0,0 0-5 0,0 0-3 16,0 0 4-16,0 0-7 0,0 0 2 0,0 0-1 16,-5 27 4-16,5-14-3 0,-1-2 2 0,2 8-4 15,2-1 14-15,-3 0 1 0,2 1 1 0,1 1-3 16,-2 5 2-16,0 0-7 0,1-5 5 0,-2 3-1 16,2-5 4-16,1 3-6 0,-3-3-3 0,1 1-1 15,1-1 2-15,-2-3-2 0,1-1-1 0,0-1-2 16,2-1 0-16,-3-1 0 0,1 0-6 0,-1 1 5 15,1-2-6-15,1-2 4 0,-2-1-3 0,0-7-1 16,0 0 1-16,0 11 5 0,0-11-6 0,0 0 0 16,0 7 2-16,0-7-4 0,0 0 0 0,0 0 3 15,0 0 0-15,0 0 0 0,-3 9-5 0,3-9 3 16,0 0-4-16,0 0 4 0,-13-3-4 0,13 3 3 16,0 0 0-16,-15-6-4 0,15 6 3 0,-12-3-3 15,6 2-3-15,6 1 0 0,-14-2 15 0,6 0-14 16,0 1-1-16,8 1 0 0,-16-2 1 0,10 2-3 15,-5-1 4-15,11 1-3 0,-16 0 0 0,9-1 2 16,7 1 1-16,-11 2 1 0,11-2 1 0,-9 2-6 16,9-2 4-16,0 0 0 0,-10 1-3 0,10-1 1 15,0 0 0-15,0 0 3 0,0 0-3 0,0 0 0 16,0 0 0-16,0 0 3 0,0 0 3 0,30-5-5 16,-18 0 1-16,6-2-3 0,1 2-5 0,-3-4-1 15,2 2-1-15,0 1-4 0,1-1-7 0,-2 0-7 16,2 0-11-16,-1 0-16 0,-4 0-12 0,-1 3-19 15,-2-2-20-15,0 3-25 0,0-1-27 0,-5 0-9 16,0 1-24-16,0 1-6 0,-6 2-132 0,5-4-357 16,-5 4 158-16</inkml:trace>
  <inkml:trace contextRef="#ctx0" brushRef="#br0" timeOffset="55534.3">16736 15786 127 0,'0'0'137'16,"-9"-5"-7"-16,9 5 2 0,-10-2-18 0,6-2-6 15,4 4 9-15,0 0-10 0,-10-5-3 0,10 5-7 16,0 0-9-16,-5-4-6 0,5 4-11 0,0 0-3 16,-3-8-8-16,3 8-9 0,0 0-2 0,1-11-5 15,-1 11-3-15,4-7-3 0,-4 7-8 0,3-10-1 16,-3 10-2-16,5-7-3 0,-5 7 1 0,4-7 0 15,-4 7-8-15,3-8 8 0,-3 8-6 16,2-5 4-16,-2 5 3 0,0 0 5 0,6-6-3 0,-6 6 4 16,0 0 2-16,0 0 0 0,0 0-1 0,3-6-4 15,-3 6-2-15,0 0-3 0,0 0 4 0,0 0-10 16,0 0 2-16,0 0 3 0,0 0 14 0,0 0-1 16,0 0 12-16,9 24 7 0,-7-8 0 15,2 4 1-15,0 5 0 0,0 1-8 0,0 2-1 0,-2 2-10 16,2-1 1-16,-1 0-5 0,2-2 1 0,2-1-6 15,-3-7-4-15,-1 0-2 0,1-2 0 0,-1 2 3 16,1-2-6-16,1-2-7 0,-3-6 4 0,1 3 2 16,-3-5-5-16,2 3-4 0,0-4 2 0,-2-6 0 15,1 9-1-15,-1-9-1 0,2 9 1 0,-2-9-4 16,0 0 5-16,-5 8-3 0,5-8-2 0,0 0-4 16,-13 0-2-16,13 0-5 0,0 0-3 0,-18-7-1 15,8 3-2-15,0-2-5 0,1-2 4 0,-2 2 1 16,1-1 1-16,1 0 1 0,0 1 0 15,3-2 0-15,1 3 3 0,1 1 1 0,4 4 0 0,-9-7-2 16,4 4 2-16,5 3-1 0,0 0-1 0,-6-7 3 16,6 7-4-16,0 0-1 0,-4-5-3 0,4 5-6 15,0 0 0-15,0 0-7 0,0 0-15 0,20-6-23 16,-8 3-30-16,5-1-34 0,4 1-32 16,7-3-30-16,0 2-19 0,-6 1-150 0,6-4-388 0,3-1 173 15</inkml:trace>
  <inkml:trace contextRef="#ctx0" brushRef="#br0" timeOffset="56821.33">20174 16241 129 0,'0'0'203'0,"0"0"-12"15,0 0-7-15,0 0-12 0,0 0-7 0,0 0-10 16,0 0-8-16,0 0-7 0,0 0-13 0,0 0-12 15,0 0-7-15,0 0-12 0,0 0-4 16,0 0-15-16,0 0-9 0,0 0-6 0,10-21-4 0,-2 13-9 16,-2 1-3-16,6 0 0 0,-7-1-10 0,2-1-2 15,0 1-4-15,-2 0-1 0,0 0 5 0,-1-2-9 16,-2 1 6-16,1 0-5 0,1-1-1 0,-4 2-2 16,2 0 2-16,1-1-1 0,1 1 2 0,-3 1 3 15,-1 7 4-15,1-10-4 0,1 4 1 0,-2 6-5 16,2-10-2-16,-2 10 0 0,1-9-1 0,-1 9-3 15,2-6-4-15,-2 6 5 0,0 0 5 0,0 0 0 16,1-9 4-16,-1 9-5 0,0 0-3 0,0 0-1 16,0 0 1-16,0 0 0 0,0 0-7 0,0 0-5 15,0 0-1-15,0 0-1 0,0 0 7 0,0 0 2 16,0 0 2-16,0 0 0 0,0 28 4 0,-1-12-1 16,-1 9 1-16,5 2 23 0,-3 1-12 0,1 2-5 15,-2 2 1-15,1 4-5 0,1-3 0 16,-3 2-4-16,2 0 1 0,0-1-3 0,1-3-4 15,0 1 5-15,-1-3-10 0,0-4 2 0,4 1 0 0,-3-1 0 16,1-8-2-16,1 0-3 0,-1-5 3 0,-1-1-4 16,0-1-2-16,-1 0 2 0,0-2 1 15,0-8-3-15,0 10-3 0,0-10 2 0,1 8 1 16,-1-8 3-16,0 0-5 0,2 8 4 0,-2-8-3 0,0 0-1 16,0 0-3-16,0 0-3 0,0 0-14 0,0 0-2 15,0 0-9-15,0 0 3 0,-24-13-3 0,13 6-11 16,2 0 3-16,-1 0 2 0,-4-4 3 0,-1 1 2 15,3 4 5-15,0-1-4 0,0 1 6 0,2 0 5 16,-3 3 3-16,4-2-2 0,0 2 3 16,-1 0 8-16,2 1-7 0,0 1 2 0,8 1 2 15,-12-2-1-15,12 2-1 0,-9-2 2 0,9 2 0 16,0 0-10-16,-8-1 1 0,8 1-7 0,0 0-10 0,0 0-23 16,0 0-10-16,32 0-20 0,-14-4-26 0,10 0-27 15,0-2-26-15,3-5-20 0,0 3-17 0,3 1-149 16,-7 0-383-16,2-3 170 0</inkml:trace>
  <inkml:trace contextRef="#ctx0" brushRef="#br0" timeOffset="64797.23">19057 17303 39 0,'0'0'62'0,"0"0"-7"16,0 0-6-16,0 0-4 0,0 0-19 0,-4-5-18 15,4 5-7-15,0 0-20 0,0 0-26 0,0 0-48 16,0 0 22-16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7:32.111"/>
    </inkml:context>
    <inkml:brush xml:id="br0">
      <inkml:brushProperty name="width" value="0.05292" units="cm"/>
      <inkml:brushProperty name="height" value="0.05292" units="cm"/>
      <inkml:brushProperty name="color" value="#FF0000"/>
    </inkml:brush>
  </inkml:definitions>
  <inkml:trace contextRef="#ctx0" brushRef="#br0">4752 13493 96 0,'0'0'133'0,"-6"-11"-11"15,3 5-14-15,3 6-8 0,-6-8-20 16,2 3-15-16,4 5-10 0,-7-7-6 0,7 7-18 15,-7-5-12-15,7 5-13 0,-9-1-3 0,9 1 17 0,0 0-29 16,-10-1 5-16,10 1 0 0,0 0-4 16,-14 1-7-16,14-1-7 0,-8 4 1 0,8-4-12 0,-7 2-1 15,7-2 4-15,-8 3 5 0,8-3-3 16,-4 7-1-16,4-7 0 0,0 0 4 0,1 10 0 16,-1-10 4-16,7 10-6 0,-3-3 16 0,1-2 2 15,2 1 1-15,1 1-2 0,1-1 4 0,-3-2 3 16,1-1 4-16,-2 1 5 0,1-1-1 0,2 0-1 15,-8-3 2-15,10 5-3 0,-5-3-4 0,-5-2 10 16,8 4-6-16,-8-4 3 0,8 2 2 0,-8-2-3 16,0 0-2-16,0 0 5 0,6 3 12 0,-6-3-18 15,0 0 2-15,0 0 0 0,1 7 2 0,-1-7 3 16,0 0 1-16,-10 12 3 0,4-4-7 0,1 1-1 16,-2-1-2-16,1 0 3 0,1 2-4 0,-4 0-5 15,1 4 18-15,3-6-15 0,-3 3 0 0,2 2 0 16,-2 1 0-16,3-4-2 0,-1 6 4 0,2-4-3 15,0-2 1-15,0 1-1 0,3 1-11 0,0-2 11 16,-1 0 1-16,4 1-5 0,-2-4 7 0,1 0-4 16,4-1 0-16,0 1 4 0,2 0 1 0,-1 0 3 15,0-4 5-15,6 0-3 0,-1 2-2 0,0-4-2 16,0 2-6-16,-1-2 6 0,-10-1 4 0,21 0-8 16,-11-1-3-16,-10 1-14 0,22-3-6 0,-15 3-10 15,4-1-9-15,-11 1-47 0,19-6-95 0,-10 1 43 16</inkml:trace>
  <inkml:trace contextRef="#ctx0" brushRef="#br0" timeOffset="165.4">4958 13624 2 0,'0'0'126'0,"-4"-9"-12"15,4 9-12-15,0 0-5 0,0 0-19 0,0 0-4 16,0 0 2-16,0 0-16 0,9-14-15 0,-4 11 3 15,6-2-25-15,-1-2-24 0,1 0-24 0,2 1-26 16,3-1-24-16,-3 3-41 0,-1-1-125 0,2 0 56 16</inkml:trace>
  <inkml:trace contextRef="#ctx0" brushRef="#br0" timeOffset="345.07">5132 13668 27 0,'0'0'67'16,"0"0"-11"-16,0 0-1 0,0 0-7 0,0 0-8 15,0 0 1-15,19-2-3 0,-10 2-3 0,1-4-7 0,2 2-35 16,2-3-10-16,1-1-11 0,4 0 2 0,-2-3-34 16,1 0-64-16,-3-1 28 0</inkml:trace>
  <inkml:trace contextRef="#ctx0" brushRef="#br0" timeOffset="635.32">5390 13477 8 0,'1'-4'53'16,"-1"4"3"-16,2-9-7 0,-2 9 3 0,0 0-3 16,0 0-6-16,0 0 4 0,-3-10-12 0,3 10 0 15,0 0 8-15,0 0-17 0,0 0-5 0,0 0-6 16,0 0-4-16,0 0 1 0,0 0 3 0,-5 22 3 16,5-22 5-16,5 14 2 0,-1-6 0 0,2 1 11 15,1-2-3-15,0 0-6 0,2 0-2 0,-1-1 0 16,3-1 9-16,-2-1-3 0,2 0 12 0,0-6 1 15,1 2-4-15,-2-2 8 0,0 2-8 0,-2-3 7 16,0 2 2-16,-8 1-1 0,11-5 2 0,-6 2-5 16,-5 3 0-16,8-5-4 0,-6 0-3 0,-2 5-8 15,0-10-10-15,0 10-6 0,-4-14-6 0,-1 9-1 16,-2-1-10-16,-5-1 2 0,1 3-8 0,-3 2-9 16,-2 0-11-16,-1 2-21 0,0 2-4 0,-1 2-9 15,0 5-8-15,0 3-18 0,-6 6-8 0,3 3-78 16,-3 4-188-16,1 2 83 0</inkml:trace>
  <inkml:trace contextRef="#ctx0" brushRef="#br0" timeOffset="1134.06">5206 14327 115 0,'0'0'161'0,"-14"-1"-3"0,5 0-14 0,1-1-15 0,8 2-15 15,-12 0-9-15,12 0-12 0,-14 3-12 0,14-3-7 16,-11 1-12-16,11-1-4 0,-7 5-10 0,3-1-8 15,4-4-1-15,-4 8-8 0,4-8-1 0,0 10-7 16,0-10-2-16,8 10-1 0,-5-4-5 0,4 1 4 16,-1 1-8-16,2-1-3 0,1-2-19 15,-3-2 5-15,2 1-2 0,-2-1 7 0,2-1-4 16,-3 1-6-16,-5-3-1 0,10 3 6 0,-10-3-1 0,7 3-4 16,-7-3 2-16,7 4 2 0,-7-4 14 15,0 0-7-15,0 0-3 0,5 3 2 0,-5-3-1 0,0 0 2 16,0 0-4-16,0 0 0 0,0 0 3 0,0 0 3 15,0 0 4-15,0 0-8 0,0 0 1 0,-22 3-3 16,22-3 1-16,-10 2 1 0,10-2 2 0,-10 6-4 16,7-2 0-16,-3 3-3 0,4-4 4 15,2-3-6-15,-5 12 1 0,3-5 0 0,1-1 5 0,1-6 2 16,1 15-7-16,3-6 19 0,1 0-22 0,2 0 3 16,-1 0-18-16,7-1-8 0,-1-2-26 15,1-2-26-15,6 0-24 0,0-4-76 0,-4-1-201 16,5-5 89-16</inkml:trace>
  <inkml:trace contextRef="#ctx0" brushRef="#br0" timeOffset="1283.83">5474 14258 124 0,'0'0'134'16,"2"-10"-15"-16,-2 10-19 0,2-4-7 0,-2 4-27 0,8-7-15 15,1 0-39-15,1 1-18 0,2-1-30 16,0 1-74-16,4-1-119 0,-7 1 53 0</inkml:trace>
  <inkml:trace contextRef="#ctx0" brushRef="#br0" timeOffset="1448.69">5630 14299 24 0,'-5'5'119'0,"5"-5"-3"15,0 0-30-15,0 0-2 0,0 0-16 0,0 0-6 16,0 0 1-16,0 0-6 0,0 0-10 0,14 0-9 16,-14 0-12-16,22-6-23 0,-5-1-21 0,1-4-24 15,8 0-20-15,1-3-51 0,0-1-120 0,-3-1 54 16</inkml:trace>
  <inkml:trace contextRef="#ctx0" brushRef="#br0" timeOffset="1619.9">5937 13811 84 0,'0'0'112'0,"0"0"-1"0,0 0-13 0,-8 34-8 15,8-7-8-15,0 3-1 0,3 5-7 0,2 13-15 16,1 1 3-16,4 2-9 0,2-1-11 0,4-2-36 16,5 1-43-16,2 1-53 0,-2 4-49 0,0-1-148 15,4-3 66-15</inkml:trace>
  <inkml:trace contextRef="#ctx0" brushRef="#br0" timeOffset="1816.52">5809 15044 2402 0,'-12'3'77'0,"1"0"23"0,5 0-33 16,-2-2-40-16,8-1-40 0,-7 0-11 0,7 0-1 15,17-16-1-15,5-3-11 0,22-10-24 16,7-6-13-16,24-19-31 0,4 2-10 0,1-2-7 0,1 4-32 16,-6 1-23-16,1 5-113 0,-26 9-315 0,25-17 140 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3-16T09:47:47.621"/>
    </inkml:context>
    <inkml:brush xml:id="br0">
      <inkml:brushProperty name="width" value="0.05292" units="cm"/>
      <inkml:brushProperty name="height" value="0.05292" units="cm"/>
      <inkml:brushProperty name="color" value="#FF0000"/>
    </inkml:brush>
  </inkml:definitions>
  <inkml:trace contextRef="#ctx0" brushRef="#br0">28184 6577 145 0,'0'0'143'0,"0"0"3"16,0 0-3-16,0 0-4 0,0 0-8 0,0 0-5 0,0 0-4 15,0 0-4-15,0 0-5 0,-13-8-2 0,13 8-9 16,0 0-3-16,0 0-8 0,-8-5-10 0,8 5-8 15,0 0-7-15,0 0-6 0,-7-4-6 16,7 4-5-16,-8-1-2 0,8 1-4 0,-9-4-8 0,9 4-1 16,-12-2-3-16,12 2 1 0,-12-1-6 0,4 0-3 15,-1 0-4-15,9 1 0 0,-15 0-1 0,15 0-4 16,-14 0 2-16,14 0-2 0,-9 0-2 16,9 0 1-16,0 0-1 0,-10 0-2 0,10 0-1 15,0 0-1-15,0 0-4 0,-8-2 4 0,8 2 1 0,0 0-3 16,0 0 2-16,0 0 5 0,45 2 1 15,-13-5 0-15,5 2-3 0,18-3 1 0,1 0-3 0,-1 1 1 16,-4-3-1-16,-16 5-2 0,4-2 1 16,-6 2-1-16,-3-2-1 0,-11 3-3 0,2-2 1 15,-8 1 2-15,1 0-4 0,-3-2 3 0,-2 3 0 0,-2 0-1 16,-7 0-3-16,13 0 6 0,-13 0-3 0,8 0 1 16,-8 0 0-16,10 0-3 0,-10 0-3 15,0 0 1-15,0 0-23 0,0 0-28 0,0 0-42 16,0 0-53-16,7-1-33 0,-7 1-39 0,0 0-123 0,0 0-370 15,0 0 165-15</inkml:trace>
  <inkml:trace contextRef="#ctx0" brushRef="#br0">28642 6310 2527 0,'0'1'44'0,"2"-2"-120"0,-1-1 65 0,1 2 18 0,-2 0-30 0,1 0 27 0,4-2 4 0,4 2-12 16,-1-1-6-16,1-2 21 0,2 2-19 15,7-1-116-15,0-1 7 0,-1 3-117 0,3 0-59 0,-1 0-135 16,-2-4-132-16,2 4 69 0</inkml:trace>
  <inkml:trace contextRef="#ctx0" brushRef="#br0" timeOffset="1388.04">29404 6073 684 0,'9'-16'252'0,"-2"1"-196"0,-1-2 431 16,-1 6-402-16,-5 0 6 0,2 0 95 16,-4 2 8-16,2 0-37 0,0 9-112 0,-1-13 99 15,1 13-107-15,-4-10 80 0,4 10-182 0,-2-6 157 16,2 6-155-16,-3-7 84 0,3 7-79 0,0 0 49 15,-9-4-24-15,9 4 52 0,0 0-80 0,0 0 120 16,-19 11-134-16,14-6 62 0,1 2 13 0,0 1 10 16,0 0-32-16,0 3 5 0,3 0-56 0,1 0 13 15,0 2 15-15,0-3 10 0,4 2-67 16,-1-2 56-16,1 5-7 0,-2-3 47 0,2-1-47 16,-1-1-38-16,3 0-81 0,-2-1 16 0,-2-2 68 0,2 0 53 15,-3-1 38-15,2 0-184 0,-1 0-12 0,-2-6 59 16,6 9 0-16,-5-4 32 0,-1-5-38 0,1 8 38 15,-1-8-97-15</inkml:trace>
  <inkml:trace contextRef="#ctx0" brushRef="#br0" timeOffset="1438.17">29182 6175 7177 0</inkml:trace>
  <inkml:trace contextRef="#ctx0" brushRef="#br0" timeOffset="2191.57">29567 6009 68 0,'0'0'171'0,"0"0"-5"0,0-10 0 0,0 10-8 16,-3-10-12-16,3 10 8 0,-1-10-4 0,1 10-6 15,-1-9-9-15,1 9 4 0,-2-11-2 0,2 11-5 16,2-8-8-16,-2 8-12 0,0 0-10 0,0 0-6 16,-5-8-12-16,5 8-13 0,0 0-5 0,-11-3-11 15,6 0-6-15,5 3-4 0,-18 0-8 0,6 3-2 16,-1 0-4-16,-5 2-4 0,-1 2-2 0,0 2-6 16,-4 4-1-16,1 2-3 0,0-1-1 0,6-1-2 15,1 0-2-15,0 2-5 0,5 1 6 0,1-2-3 16,1-4-1-16,2 5-1 0,0 1 1 0,2-5 0 15,2 0-5-15,2 1 3 0,3-1-3 0,1 0 1 16,1 3-2-16,4-3 2 0,-3 0-2 0,3-2-1 16,3 3 0-16,3-2 0 0,0-1 1 0,1 1-1 15,0-1-1-15,1 0 0 0,-2-1 2 0,1-1-2 16,-4-1 1-16,-2 0-7 0,0 0-2 0,-1-2-5 16,1 0 0-16,-5 1 2 0,1-2-5 0,-3 2 0 15,1 0 1-15,0 0-1 0,-4-5 3 0,0 11 4 16,0-11 2-16,-4 11-2 0,-2-5 3 0,-1 1 0 15,-6 0 2-15,-1 1-7 0,-3-1 4 0,-1 0-15 16,1-1-6-16,-3-3-18 0,0 1-9 0,-2-2-26 16,6 4-24-16,2-5-30 0,3 0-35 0,4-1-30 15,-5 2-121-15,12-2-347 0,-13-3 154 0</inkml:trace>
  <inkml:trace contextRef="#ctx0" brushRef="#br0" timeOffset="2926.33">29605 6157 58 0,'0'0'264'16,"5"-5"-25"-16,-5 5-29 0,0 0-22 0,9-3-18 15,-9 3-21-15,0 0-17 0,0 0-10 0,0 0-6 16,5 10-8-16,-2-1-15 0,-2-2-7 0,2 5-6 16,2-2-8-16,-1 2-8 0,3 2-5 0,1 1 0 15,-3-3-11-15,5 2-7 0,-2-4-3 0,4 2 3 16,-1-1-9-16,3-2-4 0,-4-1 5 0,3-2-10 15,-3-1-1-15,1-1-1 0,0-1-2 0,-1-1-1 16,1-2-2-16,0-2 1 0,-1-1 2 0,-3-1-5 16,3-1 2-16,-3-4 1 0,0 1-1 0,-3-2 6 15,1-1 4-15,0-4-2 0,-3-2 12 0,1 5-8 16,0-3 0-16,-3-1-1 0,2 5 4 0,-2 2 11 16,0-1 5-16,1 1 0 0,2 4 3 0,-3 5-7 15,0-11-4-15,0 11-7 0,0 0-8 0,0-8-4 16,0 8-6-16,0 0-3 0,0 0-2 0,0 0-2 15,0 0 0-15,0 0-2 0,0 0-3 0,3 24 1 16,-1-15 3-16,2 2-7 0,1 0-8 0,1-3 2 16,1 2-1-16,2-2-14 0,0-2-4 0,5 5-8 15,-3-5-9-15,6-1-9 0,1-3-7 0,1 0-1 16,0-2 0-16,0-4 3 0,-1-2 5 0,-1 0 3 16,1-4 7-16,-8 2 10 0,1 2 10 0,1-6 13 15,-4-2 0-15,-1-2 9 0,0 0 28 0,-2 1 9 16,0-4 0-16,-3 0 1 0,2-5-3 0,-4-1-7 15,2 6 3-15,-2 0-3 0,-2 0 0 0,5 1-6 16,-3 3 14-16,1 2 4 0,-1 1 0 0,0 1-4 0,-1 5-7 16,1 6-7-16,0-11-5 0,0 11-4 15,0 0-8-15,0 0 3 0,0 0-2 0,0 0 1 16,0 0-1-16,5 24-4 0,-1-7 3 0,-3 1-4 16,0 0 7-16,2 8-1 0,-2-7 0 0,-1 1 0 15,1-2 1-15,1 0-4 0,0-1 2 0,-2-5 0 16,0 1 2-16,2-2-6 0,-2 0 4 0,1-1-7 15,0-3 0-15,-1-7-5 0,1 12-1 0,-1-12-4 16,3 7 0-16,-3-7 0 0,4 4-4 0,-4-4 0 16,7 6-9-16,-7-6-6 0,12 2 6 0,-4-2-1 15,4-2-3-15,1 2-1 0,0-1 4 0,5-1-3 16,-5 0 2-16,1 1-3 0,-1 2 1 0,-2 3 2 16,-1-3 4-16,-2 1 0 0,-3-1 0 0,-5-1-2 0,10 7 4 15,-6-2-4-15,-3 1 1 0,-1-6-1 16,-1 15 2-16,-2-5-4 0,-3 1 7 0,-1-1-6 15,-4 3-10-15,0-2-10 0,-2 2-25 0,0-1-33 16,-1-2-25-16,5-2-29 0,-1-1-44 0,0-1-128 16,3-2-354-16,1-1 157 0</inkml:trace>
  <inkml:trace contextRef="#ctx0" brushRef="#br0" timeOffset="3154.68">30491 5878 163 0,'0'-7'241'16,"-3"2"-23"-16,3 5-24 0,0-10-24 0,0 10-17 15,0 0-23-15,0 0-12 0,0 0-12 0,0 0-11 0,0 0-8 16,0 0-11-16,8 33-4 0,-5-13-7 0,-2 5-6 16,8-2-5-16,-8 4-6 0,-1-2-6 15,0 2-3-15,1-2-5 0,0-6-2 0,1 1-1 16,2 4-4-16,-3 3-7 0,-2-8-33 0,2 0-38 15,-1-1-46-15,1-6-29 0,-1 3-48 0,0-1-129 0,-5-3-327 16,1-1 146-16</inkml:trace>
  <inkml:trace contextRef="#ctx0" brushRef="#br0" timeOffset="3689.1">30533 6087 157 0,'15'-8'163'0,"-3"1"-6"0,1 3-4 15,-1-1-15-15,1 2-14 0,-1 3-12 16,-2-1-13-16,3 2-7 0,-1 2-9 0,0 1-10 16,1 1-8-16,-3 1-9 0,-2 2-4 0,2-1-2 15,-2 0-7-15,-3 2 1 0,-3-2-2 0,2 1 2 0,0 2-1 16,-4 1-6-16,-4-2-3 0,0 0-3 16,-3 0 1-16,0 0 0 0,-4-3-6 0,2 0-2 15,1 2-4-15,2-5 2 0,-2 0-4 0,3 0 0 16,5-3-2-16,-7 3-2 0,7-3-5 0,0 0-8 15,0 0-19-15,-5-17 1 0,5 17-11 0,11-17 4 16,1 4 5-16,2-2-2 0,0 1 3 0,6-5 4 0,-5 3-8 16,-1 3 12-16,1-1 0 0,-1 2 4 15,-5 3-2-15,2-1 12 0,-4 5 6 0,-2 0 4 16,-1 0 1-16,1 1 4 0,-5 4-7 0,7-6-7 16,-7 6 3-16,5-2-5 0,-5 2 7 0,0 0-1 15,0 15 4-15,-3-4 6 0,1 0 0 0,-5-1-3 0,2 8 7 16,0-1-7-16,0-2-3 0,1 3 0 15,2-3-4-15,-1-3 5 0,2-1 0 0,-1-2-3 16,4 1-2-16,-1-2-3 0,-1-8-9 0,0 12-2 16,1-8-1-16,-1-4 0 0,7 4 4 0,-7-4-5 0,11-3 4 15,-11 3 1-15,17-10 0 0,-7 1 1 0,-1 1 12 16,1-2 6-16,2-4 14 0,-5 5 0 0,6-5 8 16,-8 3 1-16,2 0 6 0,-2-5 5 15,1 6-5-15,-2-2-4 0,0 2 5 0,-3 4 0 16,2-1 1-16,-2 1-6 0,-1 6-6 0,3-8-4 0,-3 8-10 15,0 0-4-15,0 0-2 0,2-6-7 0,-2 6 2 16,0 0 0-16,0 0-6 0,0 22-13 0,1-13-11 16,1 2-33-16,-1 5-29 0,-1-5-51 0,3 1-54 15,-2 2-49-15,-1 1-126 0,2-3-389 16,3 1 172-16</inkml:trace>
  <inkml:trace contextRef="#ctx0" brushRef="#br0" timeOffset="3905.6">31207 6027 135 0,'-3'-6'216'15,"0"0"-12"-15,-2 1-17 0,5 5-15 0,-9-5-21 0,3 2-16 16,6 3-8-16,-13 3-5 0,5 0-9 16,-2 4-6-16,-1 5-4 0,0 2-12 0,-2-4-12 15,4 6-3-15,0-1-10 0,1 3-5 0,3 1-6 16,1 0-4-16,3-3-8 0,-1 0-12 0,5 1-34 15,0-5-26-15,3 2-32 0,2-3-40 0,1-3-40 16,7 1-52-16,-3-4-107 0,5-4-324 0,-3 0 143 0</inkml:trace>
  <inkml:trace contextRef="#ctx0" brushRef="#br0" timeOffset="4126.35">31328 5957 109 0,'1'-20'204'0,"-2"1"-5"0,0 0-16 15,-1 1 0-15,1 1 6 0,0 6 5 0,1 1-3 0,0 0-8 16,0 10-22-16,-1-12-12 0,1 12-26 16,1-8-10-16,-1 8-17 0,0 0-7 0,0 0-12 15,0 0-6-15,-3 32-1 0,6-13 1 0,-4 9 0 16,-1-1 2-16,0 4-8 0,2-4-1 0,-3 2-3 0,2 2-4 16,2-2-10-16,-1 0-15 0,0-3-7 15,1-1-24-15,1 1-40 0,-4-10-41 0,1 1-44 16,1 0-54-16,0-5-57 0,0 0-182 0,1-3-450 15,-1-9 200-15</inkml:trace>
  <inkml:trace contextRef="#ctx0" brushRef="#br0" timeOffset="4304.82">31252 6073 32 0,'3'-7'193'0,"-3"7"-16"15,6-9-22-15,4 2-14 0,0 3-17 0,2 0-14 16,7-2-31-16,-2 1-30 0,10-1-52 0,1 1-43 16,0 2-48-16,-7-1-60 0,7-1-165 0,-8 2 74 15</inkml:trace>
  <inkml:trace contextRef="#ctx0" brushRef="#br0" timeOffset="4523.8">31641 5997 98 0,'0'0'215'16,"0"0"5"-16,0 0-2 0,0 0-8 0,-13-16-8 16,13 16-10-16,0 0-18 0,0 0-13 0,0 0-17 15,0 0-19-15,0 0-16 0,-1-9-12 0,1 9-13 16,0 0-8-16,0 0-11 0,0 0 12 0,0 0-8 16,-3 31 5-16,3-19-10 0,0 1 0 0,-2 4-6 15,-1 1-3-15,3 1-6 0,0-2-4 0,0 2 3 0,1-3-18 16,1 1-25-16,-2-1-25 0,1-1-40 15,-1-4-61-15,1 1-48 0,2-3-68 0,-2 2-167 0,1 0-437 16,-1-1 194-16</inkml:trace>
  <inkml:trace contextRef="#ctx0" brushRef="#br0" timeOffset="4687.17">31543 5899 185 0,'0'0'172'0,"-2"-8"-19"16,2 8-36-16,-2-6-37 0,2 6-45 0,0 0-39 15,0 0-42-15,0 0-70 0,14 0-124 16,-14 0 55-16</inkml:trace>
  <inkml:trace contextRef="#ctx0" brushRef="#br0" timeOffset="5266.28">31920 6014 120 0,'0'0'146'0,"0"0"-3"16,0 0 5-16,0 0-1 0,0 0-10 15,0 0 0-15,-11-19-3 0,11 19-9 0,0 0-10 16,0 0-5-16,0 0-12 0,-7-3-10 0,7 3-5 0,0 0-8 16,0 0-7-16,0 0-8 0,0 0-4 0,0 0-8 15,0 0-3-15,0 0-7 0,0 0-3 16,0 0-3-16,0 0-4 0,0 0-1 0,0 0-5 15,0 0-4-15,0 0-2 0,0 0 2 0,0 0-5 0,0 0-4 16,0 0 0-16,0 0-1 0,0 0 2 0,0 0-1 16,0 0-4-16,0 0 2 0,0 0-1 0,0 0 0 15,0 0 3-15,0 0-6 0,0 0 1 0,0 0-1 16,0 0-5-16,0 0 7 0,0 0 1 16,0 0-2-16,0 0-1 0,0 0 2 0,0 0-1 0,0 0-1 15,0 0 3-15,0 0 1 0,0 0-3 0,0 0-1 16,0 0-3-16,0 0 3 0,0 0-3 15,0 0 4-15,0 0 4 0,0 0 4 0,0 0-1 16,0 0 7-16,0 0-1 0,0 0 6 0,0 0 2 0,0 0-2 16,0 0 2-16,0 0 0 0,-5-4-2 0,5 4 0 15,0 0-8-15,0 0 3 0,0 0-4 0,0 0-1 16,0 0 0-16,0 0 4 0,0 0-11 0,0 0-1 16,0 0 2-16,0 0-5 0,0 0-7 0,0 0-11 15,0 0-14-15,0 0-21 0,0 0-26 0,0 0-26 16,0 0-23-16,0 0-30 0,0 0 4 0,0 0-8 15,0 0-16-15,0 0-118 0,-10 17-319 0,10-17 141 16</inkml:trace>
  <inkml:trace contextRef="#ctx0" brushRef="#br0" timeOffset="6173.31">31599 6077 73 0,'0'0'174'0,"0"0"-3"0,0 0-13 0,0 0-17 0,0 0-17 16,0 0-10-16,0 0-8 0,0 0-14 16,0 0-17-16,0 0-5 0,0 0 1 0,0 0-13 0,0 0-1 15,0 0 0-15,0 0-8 0,0 0 5 0,0 0-16 16,0 0-3-16,1 31-5 0,-1-31-3 0,3 7-5 16,-1-4 3-16,-2-3-5 0,5 6 0 0,-5-6 0 15,8 4-1-15,-8-4 7 0,6 3-2 0,-6-3-1 16,7 1 10-16,-7-1 3 0,0 0 3 0,0 0 5 15,16-7-4-15,-13 3 11 0,-3 4 11 0,4-6 2 16,-4 6 2-16,4-9-3 0,-4 2-3 0,0 7 1 16,1-10 3-16,-1 10-12 0,0 0-4 0,-4-14-4 15,4 14-9-15,-1-7 0 0,1 7-5 0,0 0-8 16,-3-8-2-16,3 8-3 0,0 0-3 0,-9-1-5 16,9 1-4-16,0 0 3 0,-19 14-5 0,11-5 0 15,1 1 7-15,-1 6-6 0,2-6-1 0,1 1-1 16,2-2-1-16,-1 2-2 0,2-3 3 0,1 3-1 15,2-4-1-15,1-1 2 0,2 1-1 0,1-3 5 16,3-1-2-16,-2 1-4 0,7-2 2 0,-3-4-2 16,2-1 1-16,2 0 1 0,3-1 0 0,-4 1 1 15,-2-5-1-15,-1 3 3 0,1-2-1 0,-3-2-1 16,1 2 4-16,-3-2 7 0,-1 1-1 0,-1-1 1 16,0 0 0-16,-4-1 0 0,3 1-4 0,-5-1 0 15,2 10 4-15,0-12 0 0,0 12 0 0,-3-11-10 16,3 11-1-16,-3-8-4 0,3 8 0 0,-9-4-4 15,9 4 3-15,-16 3-2 0,5 2-1 0,0-1-1 16,1 1 2-16,-2 0-2 0,3 2 2 0,1-1-2 16,2 1 1-16,2-1-2 0,2-1 2 0,2-5 0 15,-3 10-2-15,3-10 0 0,-1 5 1 0,1-5-1 16,0 0 0-16,0 0-1 0,0 0 3 0,0 0 1 16,0 0-1-16,0 0 3 0,20-9 3 0,-18 3-2 15,2 1 0-15,-2-5 2 0,2 3-2 0,-3-1 1 16,-1 8 0-16,3-13-1 0,-3 7-4 0,0 6-12 15,0 0-21-15,0-11-28 0,0 11-41 0,0 0-47 16,0 0-29-16,-18-3-22 0,18 3-15 0,-30 14-128 16,4 1-376-16,1-3 167 0</inkml:trace>
  <inkml:trace contextRef="#ctx0" brushRef="#br0" timeOffset="6788.31">28363 6972 63 0,'-13'0'181'0,"0"1"2"0,4-1 2 0,2 1-3 15,7-1-16-15,-13 3-16 0,13-3-15 0,-10-2-15 16,10 2-12-16,0 0-13 0,-8 0-12 0,8 0-6 16,0 0-7-16,0 0-2 0,0 0-4 0,0 0 2 15,47-3 1-15,-11 0-7 0,23-3 1 0,29-4-7 16,7-5-6-16,6-1-7 0,14 1-1 0,5 0-2 15,9-1-4-15,5 0-8 0,4 1-2 0,5-1-1 16,2 2 2-16,12-2-9 0,1 3 17 0,2-3-4 16,-5 2-6-16,-1 0 0 0,-7 4-3 0,-12-3-3 15,-8 3-18-15,-12 0 0 0,-16 0 3 0,-33 6-2 16,-6-1-1-16,-1-1 1 0,-19 2 0 0,-1-1 7 16,-3 3 9-16,-3-6-1 0,-2 3 10 0,-9 2 5 15,-3 1 7-15,-4-2-3 0,-2 1 8 0,0 2 2 16,-3-1 9-16,-4 1 7 0,1-1 3 0,-7 2-2 15,10-4-8-15,-10 4 3 0,8-3-30 0,-8 3-40 16,0 0-62-16,0 0-74 0,0 0-92 0,-35-6-232 16,13 6-512-16,-12 1 228 0</inkml:trace>
  <inkml:trace contextRef="#ctx0" brushRef="#br0" timeOffset="36555.07">29479 6589 83 0,'0'0'90'0,"-13"2"-5"0,4-1 1 16,-1 0-6-16,2-1 0 0,8 0-1 0,-16 3-6 15,10-3-5-15,6 0-2 0,-14 1-8 0,14-1 0 16,-11 2 1-16,11-2-3 0,-10 0-7 0,10 0 2 15,-7 1 1-15,7-1 1 0,0 0-7 0,0 0-2 16,-9 2-6-16,9-2 1 0,0 0 0 0,0 0-10 16,0 0-4-16,0 0-1 0,0 0-8 0,0 0 1 15,0 0-4-15,0 0 27 0,0 0-20 0,16 8 2 16,-4-7 6-16,9 3-2 0,9-2-7 0,5-1 2 16,19-1 0-16,2-3-2 0,6 5 0 0,30-9-3 15,0 3-1-15,-1 1 1 0,-1 0-3 0,2-8-6 16,1 5-1-16,-4-3 2 0,2 0-8 15,-26 3-1-15,31-2-1 0,-31 3 1 0,26 0-5 0,-26 0-10 16,-1 3-3-16,-4-4 1 0,-5 3-7 0,-2-1 0 16,-14-2 10-16,12 4 4 0,-15 1-2 0,-1-1 6 15,-2 1-6-15,-5-3 1 0,-7 4 2 16,-1-1 7-16,-1-1-4 0,-6 2 5 0,-2-2-9 0,-2 2 8 16,0 0 10-16,-9 0 13 0,12 0-2 0,-12 0 5 15,9 2 2-15,-9-2 3 0,0 0 3 0,10-2 3 16,-10 2-3-16,0 0-2 0,0 0-5 0,0 0-1 15,8-3-3-15,-8 3-6 0,0 0 5 0,0 0-13 16,0 0-14-16,0 0-27 0,0 0-51 0,0 0-39 16,0 0-48-16,-31 3-91 0,12-4-284 0,-9-1 127 15</inkml:trace>
  <inkml:trace contextRef="#ctx0" brushRef="#br0" timeOffset="84065.57">25307 7982 66 0,'0'0'66'0,"0"0"-9"0,0 0 1 15,0 0-7-15,0 0 0 0,0 0-2 0,0 0 0 0,0 0-3 16,0 0-10-16,0 0 14 0,0 0-9 0,0 0-3 16,0 0 0-16,0 0 3 0,0 0-16 15,0 0 7-15,0 0-1 0,0 0 8 0,0 0-7 16,6 4 2-16,-6-4 2 0,0 0-3 0,0 0 1 0,0 0 2 15,0 0-6-15,0 0 6 0,0 0-3 0,0 0 6 16,0 0-2-16,0 0 0 0,0 0-6 16,0 0 7-16,0 0-13 0,0 0 0 0,0 0-2 0,0 0-6 15,0 0 1-15,0 0 0 0,0 0 1 0,0 0 3 16,0 0-5-16,0 0 1 0,0 0-2 0,0 0 1 16,0 0 2-16,0 0 8 0,0 0-11 0,0 0-5 15,0 0 7-15,0 0-2 0,0 0 1 0,0 0-1 16,0 0-2-16,0 0 1 0,0 0-1 0,0 0 0 15,0 0-9-15,0 0 7 0,0 0-1 0,0 0-6 16,0 0 6-16,0 0 4 0,0 0-1 0,0 0-3 16,0 0 4-16,0 0-1 0,0 0 2 0,0 0-4 15,0 0 5-15,0 0-1 0,0 0-2 0,0 0-3 16,0 0 2-16,-16-15 0 0,16 15-3 0,0 0-5 16,0 0 2-16,0 0-1 0,0 0 1 0,0 0-2 15,0 0 3-15,0 0-13 0,0 0 13 0,0 0-3 16,0 0-4-16,0 0 4 0,0 0 1 0,0 0 2 15,0 0 0-15,0 0 1 0,0 0 4 0,0 0 2 16,0 0-5-16,0 0 2 0,0 0-1 0,0 0-1 16,0 0 3-16,0 0 0 0,0 0 0 0,0 0 0 15,0 0 2-15,0 0-3 0,0 0 3 0,0 0 3 16,0 0-2-16,0 0 7 0,0 0 0 0,0 0 0 16,0 0 5-16,0 0-1 0,0 0 4 0,0 0 0 15,0 0 5-15,0 0 1 0,0 0 0 0,0 0-6 0,0 0-2 16,0 0 1-16,0 0-3 0,0 0 0 15,0 0 1-15,0 0-4 0,0 0 0 0,0 0 3 16,0 0-5-16,0 0-3 0,0 0 3 0,0 0-8 16,0 0 4-16,0 0-4 0,0 0 2 0,0 0-2 0,0 0-1 15,0 0-1-15,0 0 6 0,0 0-7 0,0 0-2 16,0 0 2-16,0 0 0 0,0 0 0 0,0 0 0 16,0 0-5-16,0 0-3 0,0 0 0 15,0 0 3-15,0 0-3 0,0 0 1 0,0 0-3 0,0 0-1 16,0 0-3-16,0 0 3 0,0 0-4 0,0 0-3 15,0 0 4-15,0 0 0 0,0 0 5 0,0 25-2 16,2-15-2-16,-2 3 5 0,0-1-1 16,2 3 1-16,-1 2 2 0,-1-1 0 0,3 0 0 0,-1-2 1 15,-2-3 0-15,2 2-1 0,0-1-1 16,-2 0-1-16,4-1 4 0,-4-2-3 0,1 1-2 0,1-5 3 16,0 4-1-16,-2-1 0 0,0-8-2 15,2 11 2-15,0-6-2 0,-2-5-1 0,0 7 2 0,0-7 2 16,0 0-2-16,2 7 3 0,-2-7-2 0,0 0 0 15,1 7 0-15,-1-7 3 0,0 0-1 0,0 0 0 16,0 0-3-16,0 0 6 0,0 0 1 0,0 0-4 16,0 0 1-16,0 0 0 0,0 0-13 0,0 0-28 15,0 0-55-15,0 0-98 0,0 0-97 0,0 0-161 16,0 0-481-16,0 0 213 0</inkml:trace>
  <inkml:trace contextRef="#ctx0" brushRef="#br0" timeOffset="93500.08">25334 8131 61 0,'0'0'99'0,"-2"-8"-9"0,2 8 0 15,0 0-20-15,0 0 21 0,0 0-12 0,0 0 2 16,-8-4-9-16,8 4 3 0,0 0 1 0,0 0-8 15,0 0 0-15,0 0-4 0,0 0-8 0,0 0 5 16,0 0-4-16,0 0-2 0,0 0 6 16,0 0-10-16,0 0-3 0,0 0-1 0,0 0-1 15,0 0 1-15,-6-4 1 0,6 4 5 0,0 0-5 0,0 0 9 16,0 0 1-16,0 0-4 0,0 0-4 0,0 0-3 16,0 0-3-16,0 0 1 0,2-11 6 0,-2 11 8 15,0 0-1-15,-5-8-4 0,5 8-5 0,0 0 1 16,-2-9-7-16,2 9-2 0,0 0 2 0,0 0-4 15,-2-6-7-15,2 6 0 0,0 0-6 0,0 0-1 16,0 0-4-16,-4-7-4 0,4 7-2 0,0 0-3 16,0 0-1-16,0 0-5 0,0 0-2 0,0 0 0 15,0 0-3-15,0 0 3 0,0 0-3 0,0 0 5 16,4 26-3-16,-1-15-2 0,-2-2-1 0,4 3 2 16,-5-1-3-16,6 1 4 0,-5 1 0 0,4 1-3 15,-3-3 0-15,0 1 5 0,0 0-6 16,1 3 0-16,-2-5 1 0,2 3 1 0,-1-1 0 0,0-1-2 15,0 1 3-15,1 1 1 0,-1 1-3 0,0-3 5 16,0 2-8-16,1-3 3 0,-2 0-1 0,0 2 8 16,0 0-9-16,2-1 0 0,-2-1 2 0,3 0 2 15,-1-1 0-15,-2 2-4 0,0-4 4 0,0 0 2 16,1 0 0-16,-1-1-9 0,-1-6-12 0,4 11-15 16,-4-11-9-16,0 8-17 0,0-8-12 0,2 8-24 15,-2-8-19-15,0 5-13 0,0-5-13 0,0 0-17 0,4 6-8 16,-4-6-14-16,0 0-100 0,0 0-300 15,0 0 133-15</inkml:trace>
  <inkml:trace contextRef="#ctx0" brushRef="#br0" timeOffset="94073.19">25347 8119 98 0,'0'-8'155'0,"0"8"-11"0,-4-10-7 0,4 10-6 15,-1-10-14-15,1 10-10 0,0-9-10 16,0 9-5-16,-1-9-13 0,1 9-3 0,4-10-6 0,-2 4-9 16,-2 6-6-16,7-9-8 0,-3 5-11 0,1-1 4 15,-1 1-5-15,3 1-5 0,-2-1-5 0,3 3-1 16,-1-2-7-16,-7 3 2 0,16-2-8 0,-10 3 3 15,-6-1-5-15,14 4 0 0,-7-2-2 0,-1 4 4 16,3 1 5-16,-3-1-11 0,2 3 2 0,-4 1 2 16,1-1-3-16,-1 4-2 0,-3 3 3 0,-1-3 2 15,-1 4-1-15,1-1 3 0,-7 1 0 16,4-2-4-16,-4 1 1 0,2-5 1 0,0 1 5 0,-1 1-6 16,1-2-3-16,-1-2 4 0,4-1-6 0,-1 0 5 15,-1-2-10-15,-1-1 8 0,5-5-10 0,-5 8 0 16,5-8-2-16,-2 9-1 0,2-9 0 0,0 0 3 15,-2 7 4-15,2-7-5 0,8 5 3 0,0-2 3 16,-1-2-6-16,1 0 3 0,1 2 1 0,3-3-2 16,-1 0 6-16,3 0 2 0,-1 0-4 0,-2 1-4 15,-1 1 0-15,3-1-3 0,-1 1 6 0,-1 0 3 0,-1 0-6 16,0 4 0-16,-4-5-11 0,3 4 18 16,-5-1-6-16,3-2 4 0,-2 2-5 0,-5-4 0 15,7 7-4-15,-5-2 14 0,-2 1 1 0,0-6 18 16,0 0 4-16,-9 17-3 0,2-10-3 0,0 3 4 0,-3 0 0 15,-4-1-2-15,3-2 1 0,0 0-2 16,1-1-1-16,1-2-8 0,-4 4 1 0,3-4-3 16,0 1-1-16,3 0-6 0,-1-2-14 0,4-1-14 15,4-2-19-15,-11 2-25 0,5 1-24 0,6-3-23 16,0 0-51-16,-10 0-120 0,10 0-305 0,0 0 135 16</inkml:trace>
  <inkml:trace contextRef="#ctx0" brushRef="#br0" timeOffset="94422.84">25691 8263 98 0,'0'0'215'0,"6"-5"-12"0,-6 5-11 16,0 0-16-16,0 0-16 0,0 0-19 0,0 0-17 15,0 0-14-15,0 0-7 0,0 0-12 0,0 0-1 16,0 17-8-16,0-6-6 0,0-11-12 0,0 17-7 15,0-11-6-15,0 4-1 0,2-1-5 0,3 1-4 16,0-2-6-16,1-1-1 0,3 1-9 16,-1-1 4-16,1-1-5 0,1 0 4 0,2-1-7 15,-1-3 1-15,2 1-5 0,-3-3 0 0,2 0-1 16,-2-2 2-16,3 1 7 0,-4-4 6 0,0 2 4 0,-1-3-1 16,-2 0-1-16,0-3 1 0,-1-2 9 0,-3 2 3 15,0-1-4-15,-2-2-3 0,-4 0-4 0,-1-4-4 16,-3 2-1-16,1-1-6 0,-3 3 1 15,-1-2-5-15,-4 3-8 0,1 1-16 0,-2 1-13 0,-1 2-14 16,-1 2-17-16,0 4-25 0,-3-1-34 0,3 5-31 16,-1 2-40-16,0 4-55 0,-6 3-129 0,10-1-390 15,-2-3 173-15</inkml:trace>
  <inkml:trace contextRef="#ctx0" brushRef="#br0" timeOffset="102622.41">25605 8690 101 0,'0'0'115'0,"0"0"-2"0,0 0-5 16,0 0-8-16,-9-19-1 0,9 19-12 0,0 0-4 15,0 0-8-15,0 0-13 0,0 0-4 0,0 0-11 16,0 0-4-16,0 0-25 0,0 0-12 0,0 0-16 16,0 0-19-16,0 0-12 0,0 0-12 0,0 0-18 15,0 0-20-15,-9-2-46 0,9 2-149 0,0 0 67 16</inkml:trace>
  <inkml:trace contextRef="#ctx0" brushRef="#br0" timeOffset="103091.2">23582 7180 40 0,'0'0'36'0,"-1"7"-18"0,1-7-5 16,0 0-23-16,0 16-7 0,0-16-17 0,1 10 8 15</inkml:trace>
  <inkml:trace contextRef="#ctx0" brushRef="#br0" timeOffset="103675.77">25803 8590 8 0,'0'0'-2'0,"0"0"-1"0</inkml:trace>
  <inkml:trace contextRef="#ctx0" brushRef="#br0" timeOffset="106006.62">23773 8608 3 0,'0'0'94'0,"9"-4"-10"15,-9 4-10-15,11-4-8 0,-5 4-10 0,-6 0-14 16,12-1-8-16,-4-1-12 0,4 1-21 0,0 1-47 0,-2 1-26 15,2 1-78-15,1-1 35 0</inkml:trace>
  <inkml:trace contextRef="#ctx0" brushRef="#br0" timeOffset="107499.27">24336 13819 67 0,'0'0'94'0,"0"0"-10"0,0 0-9 0,0 0-6 15,0 0-9-15,0 0-7 0,-4 8 3 0,4-8-7 16,0 0-10-16,0 0-2 0,0 0-8 0,0 0 2 16,0 0-7-16,0 0 1 0,0 0-7 0,-3 4 3 15,3-4-5-15,0 0 1 0,0 0-3 0,0 0-1 16,0 0-6-16,-3 6 2 0,3-6 1 0,0 0-4 15,0 0 0-15,0 0 5 0,0 0-7 0,1 10 6 16,-1-10-1-16,0 0-2 0,0 0-3 0,0 0 3 16,0 0-2-16,0 10-3 0,0-10 1 0,0 0-2 15,0 0 7-15,0 0-6 0,0 0 2 0,-2 8-8 16,2-8 5-16,0 0-5 0,0 0 1 0,0 0-2 16,0 0 11-16,0 0-1 0,0 0-8 0,0 0 5 15,0 0 2-15,0 7-6 0,0-7 8 0,0 0-5 16,0 0 5-16,0 0-6 0,0 0 2 0,0 0 3 0,0 0-7 15,0 0 3-15,0 0-1 0,0 0 8 16,0 0-3-16,0 0-14 0,0 0 12 0,-2 7-2 16,2-7 0-16,0 0-7 0,0 0 9 0,0 0-4 15,0 0 5-15,0 0-4 0,0 0-2 0,0 0-3 0,0 0-1 16,0 0-2-16,0 0 10 0,0 0-15 0,0 0 3 16,0 0-2-16,0 0-5 0,0 0 0 0,0 0-9 15,0 0 0-15,0 0-8 0,0 0-6 0,0 0-6 16,0 0-5-16,0 0-11 0,0 0-48 0,0 0-119 15,0 0 52-15</inkml:trace>
  <inkml:trace contextRef="#ctx0" brushRef="#br0" timeOffset="108383.12">27225 6247 25 0,'0'0'74'0,"0"0"-15"0,0 0 5 15,0 0-11-15,0 0-7 0,0 0-9 0,0 0-6 16,0 0 0-16,0 0-12 0,0 0-5 0,0 0-6 16,0 0 0-16,0 0-4 0,0 0 7 0,0 0-14 15,6 10 4-15,-6-10-7 0,0 8-17 0,0-8 6 16,-4 16-6-16,2-6-12 0,0 4-28 0,-1 1-69 15,-3 2 30-15</inkml:trace>
  <inkml:trace contextRef="#ctx0" brushRef="#br0" timeOffset="108971.18">25642 10487 38 0,'0'0'43'0,"0"0"2"15,0 0-6-15,0 0 2 0,0 0-6 16,0 0-3-16,0 0-7 0,0 0-5 0,0 0-4 0,0 0-12 16,-19-5-10-16,19 5-14 0,0 0-32 0,0 0-57 15,-9-4 25-15</inkml:trace>
  <inkml:trace contextRef="#ctx0" brushRef="#br0" timeOffset="111698.42">26157 10555 8 0,'0'0'93'0,"0"0"-17"0,0 0-6 16,0 0-5-16,0 0-11 0,0 0-15 0,0 0-1 15,0 0-17-15,0 0-12 0,0 0-14 0,0 0-11 16,0 0-22-16,0 0-31 0,0 0-75 0,0 0 33 16</inkml:trace>
  <inkml:trace contextRef="#ctx0" brushRef="#br0" timeOffset="113149.02">26183 10356 20 0,'0'0'123'0,"0"0"-5"0,0 0-5 0,0 0 4 15,0 0-9-15,0 0 8 0,0 0-7 0,0 0-4 16,0 0-7-16,0 0-6 0,0 0-12 0,0 0-4 16,0 0-8-16,0 0-9 0,0 0-6 0,0 0-6 15,0 0-5-15,0 0 1 0,0 0-11 0,0 0-1 16,0 0-3-16,0 0 0 0,0 0-8 0,0 0 2 16,0 0-1-16,0 0-10 0,0 0 1 0,0 0-1 15,0 0-8-15,0 0-7 0,0 0-9 0,0 0-11 16,0 0-5-16,0 0-17 0,0 0-11 0,-9 5-13 15,9-5-14-15,0 0-9 0,0 0-8 0,-5 4-27 16,5-4-66-16,-12 3-208 0,12-3 93 0</inkml:trace>
  <inkml:trace contextRef="#ctx0" brushRef="#br0" timeOffset="114294.06">26587 10943 47 0,'0'0'106'0,"-3"-8"-6"15,3 8-10-15,0 0 6 0,0-9 0 0,0 9 8 16,0 0 3-16,-6-8-3 0,6 8-6 0,-4-8 9 16,4 8 1-16,-5-7 12 0,1 3-3 0,4 4-2 0,-8-6 14 15,8 6 4-15,-10-6-8 0,10 6-15 0,-9-4-4 16,9 4-12-16,-14-1-3 0,14 1-7 15,-13 0-11-15,4 1-8 0,-3 1-6 0,3 3-3 0,-4-1 1 16,4 2-4-16,-6 2 4 0,3 3-4 0,-1 3 1 16,-3-1-4-16,0 6-2 0,2-2 3 15,1 4 0-15,-3 1 0 0,3 2-2 0,6-8-4 0,1 2-5 16,-2-1-2-16,2 0-5 0,4-5-1 0,-3 2-2 16,5-2-2-16,0 1-7 0,2-2 3 15,-2 1-6-15,5-2-2 0,-5-1-2 0,6 0-8 16,-1 1-2-16,4-2-17 0,-2 0-16 0,2-3-14 0,2-1-12 15,0 1-28-15,2-2-18 0,1-3-13 0,2 0-25 16,-2-2-33-16,5-3-9 0,-1-1 0 0,-1 0-17 16,2-4-178-16,-3 3-407 0,0-1 180 0</inkml:trace>
  <inkml:trace contextRef="#ctx0" brushRef="#br0" timeOffset="114455.22">26693 11087 81 0,'0'0'175'0,"2"-5"-19"0,-2 5-12 0,0 0-14 16,0 0-10-16,0 0-11 0,0 0-12 0,0 0-2 0,4-5-15 16,-4 5-9-16,0 0-6 0,0 0-26 15,0 0-18-15,9-5-19 0,-9 5-20 0,10-3-29 16,-10 3-25-16,8-4-8 0,-1 3-14 0,-1-2-85 0,1 0-195 16,-7 3 87-16</inkml:trace>
  <inkml:trace contextRef="#ctx0" brushRef="#br0" timeOffset="114605.19">26785 11107 87 0,'-4'6'170'0,"4"-6"-6"0,-4 8-11 0,0-3-7 16,4-5-11-16,-4 9-13 0,4-9-8 0,-5 8-10 15,5-8-16-15,-2 6-8 0,2-6-15 0,0 0-11 16,0 0-19-16,4 9-22 0,-4-9-20 0,9 1-32 16,-9-1-32-16,14-2-14 0,-3-3-28 0,1 0-90 15,-1 1-219-15,-3-3 97 0</inkml:trace>
  <inkml:trace contextRef="#ctx0" brushRef="#br0" timeOffset="114872.41">26953 11043 110 0,'0'0'203'16,"-13"20"-4"-16,8-11-10 0,-2 2-1 0,3 0-8 16,1 2-10-16,-1-4-10 0,2 1-15 0,0 0-11 15,0 1-15-15,2-4-10 0,0-7-13 0,4 17-7 0,0-13-11 16,1 2-10-16,1-2-11 0,-6-4-14 15,14 2-6-15,-3-3-11 0,1-2-16 0,-1-1-10 16,0-3-6-16,2 0-2 0,-4-1-2 0,0-2-1 0,1 0 3 16,-6-1 0-16,2 2 2 0,-3-3-3 0,-3 1 2 15,0-1 5-15,-5 2 0 0,1-3 6 0,-2 1-2 16,-2 4-3-16,-3-5 0 0,3 5 2 0,-7-6-6 16,5 9 1-16,-1 0-6 0,-8-2-9 0,6 5-14 15,-3 2-27-15,-2 0-25 0,5 1-32 0,0 0-30 16,-4 2-163-16,2-2-335 0,1 2 147 0</inkml:trace>
  <inkml:trace contextRef="#ctx0" brushRef="#br0" timeOffset="115611.43">23521 8728 9 0,'-8'3'92'0,"8"-3"-3"16,0 0-10-16,0 0-17 0,0 0-11 0,0 0-11 16,0 0-6-16,0 0-3 0,0 0-4 0,0 0-27 15,26 4-27-15,-19-3-55 0,-7-1-87 0,13 2 39 16</inkml:trace>
  <inkml:trace contextRef="#ctx0" brushRef="#br0" timeOffset="116275.89">25567 8681 80 0,'0'0'88'0,"0"0"-4"15,0 0 1-15,0 0-9 0,0 0-5 0,0 0 1 16,0 0-8-16,0 0-5 0,0 0-2 0,0 0 2 16,0 0-10-16,0 0 8 0,0 0-4 0,0 0-8 15,0 0 3-15,0 0 2 0,0 0 4 0,0 0-4 16,0 0-10-16,0 0-5 0,0 0 1 0,0 0-8 15,0 0-3-15,0 0 5 0,0 0-11 0,0 0 1 16,0 0-6-16,0 0 5 0,0 0-1 0,0 0-6 16,0 0 0-16,0 0-4 0,0 0 8 0,0 0-8 15,0 0 3-15,0 0-5 0,0 0-3 0,0 0 4 16,0 0-1-16,0 0 2 0,0 0 1 0,0 0-8 16,0 0-3-16,0 0 11 0,0 0-5 0,0 0 0 15,0 0 2-15,0 0-6 0,0 0-3 0,0 0-4 0,0 0-3 16,0 0-11-16,0 0-17 0,0 0-1 0,0 0-13 15,0 0-15-15,0 0-8 0,0 0-4 16,0 0-14-16,0 0-96 0,0 0-203 0,0 0 90 0</inkml:trace>
  <inkml:trace contextRef="#ctx0" brushRef="#br0" timeOffset="116693.41">23590 8873 19 0,'0'0'107'16,"0"0"-13"-16,0 0-15 0,0 0-10 0,0 0-7 16,0 0-11-16,0 0 0 0,0 0-17 0,0 0-11 15,0 0-21-15,0 0-5 0,0 0-21 0,22-6-70 16,-22 6-103-16,11-2 46 0</inkml:trace>
  <inkml:trace contextRef="#ctx0" brushRef="#br0" timeOffset="117014.74">25448 8577 9 0,'0'0'131'0,"0"0"-4"0,0 0-14 0,0 0-1 16,0 0-5-16,0 0-3 0,0 0-13 0,0 0-3 16,0 0-22-16,0 0 10 0,2-7-9 0,-2 7-8 15,0 0-3-15,0 0-14 0,0 0-12 0,0 0-20 16,0 0-12-16,0 0-18 0,0 0-13 0,0 0-17 15,0 0-16-15,0 0-24 0,0 0-82 0,0 0-185 16,-24 9 82-16</inkml:trace>
  <inkml:trace contextRef="#ctx0" brushRef="#br0" timeOffset="118480.25">24669 13426 39 0,'0'0'127'0,"-6"4"-24"0,6-4-11 0,0 0-18 16,0 0-19-16,0 0-18 0,0 0-11 0,0 0-14 16,0 0 3-16,0 0-27 0,0 0-9 0,0 0-10 15,0 0-17-15,10-29-30 0,-9 20-85 0,1-2 37 16</inkml:trace>
  <inkml:trace contextRef="#ctx0" brushRef="#br0" timeOffset="120088.78">28366 7695 90 0,'0'0'242'0,"2"-7"-8"15,-2 7-20-15,0-10-11 0,0 10-5 0,0-10-3 0,0 10 0 16,0 0-9-16,0-11-9 0,0 11-9 0,0 0-9 15,-2-8-13-15,2 8-17 0,0 0-10 0,-6-5-14 16,6 5-13-16,-12-2-10 0,12 2-6 16,-14 2-7-16,14-2-13 0,-12 3-7 0,12-3-3 0,-13 6-3 15,7-3-5-15,2 0-7 0,4-3-1 0,-9 14-18 16,5-6 0-16,2 1-2 0,1 0 2 0,-1-2-4 16,2 2-2-16,2 1 0 0,-2 0 0 0,2 1 0 15,3 0-7-15,-1-3-7 0,-2 2-9 0,4-1-12 16,-1-1 7-16,0 0-5 0,2-2-10 15,0 4 2-15,-1-3 5 0,-1 1-4 0,1-4-10 0,-1-2 6 16,1 2 4-16,-1 0 4 0,-5-4-2 0,7 5 7 16,-7-5 2-16,4 4 3 0,-4-4 3 0,6 2 1 15,-6-2-1-15,0 0 6 0,0 0-2 0,1 7 6 16,-1-7 2-16,0 0-4 0,0 0 5 0,-17 8 0 16,11-5 11-16,-3 2 8 0,0 0 3 0,1 1 6 15,-1 0-6-15,1 1 3 0,0 3-1 0,-1-2 8 16,1 2-2-16,2 1-5 0,1-2-1 0,0 3 0 15,-2-4 0-15,5 5-2 0,-2-2-2 0,-2 0-4 16,4 1-2-16,1-2 0 0,0 1-1 0,1-2-3 16,1 1 2-16,0-1-3 0,3-3-7 0,1 0-22 15,0 1-19-15,5-2-27 0,2 1-28 0,2-2-26 16,3-1-46-16,10-2-33 0,-6-3-8 0,6-2-167 16,1-2-410-16,-2-1 181 0</inkml:trace>
  <inkml:trace contextRef="#ctx0" brushRef="#br0" timeOffset="120245.14">28648 7971 53 0,'0'0'206'0,"3"-6"-18"0,-3 6-11 16,0 0-5-16,0 0-3 0,0 0-3 0,0 0-14 16,0 0-19-16,0 0-15 0,0 0-14 0,0 0-22 0,8-2-25 15,-8 2-44-15,0 0-47 0,16-3-39 0,-7 1-48 16,1 0-140-16,0 0-282 0,0-2 125 0</inkml:trace>
  <inkml:trace contextRef="#ctx0" brushRef="#br0" timeOffset="120424.19">28843 8003 225 0,'-8'7'255'0,"8"-7"-30"0,-6 5-20 15,6-5-22-15,-3 5 1 0,3-5-15 0,0 0-15 0,-6 5-15 16,6-5-12-16,0 0-11 0,0 0-12 0,0 0-20 15,-3 6-19-15,3-6-19 0,0 0-25 0,7 10-42 16,-3-6-45-16,3 1-12 0,3-3-24 0,0 2-13 16,3 0-29-16,1-3-8 0,0-1-119 0,4-1-293 15,1-2 129-15</inkml:trace>
  <inkml:trace contextRef="#ctx0" brushRef="#br0" timeOffset="120706.25">29094 7965 65 0,'5'-10'120'0,"-1"4"17"0,-2 2 7 0,-2 4-2 16,4-8-2-16,-4 8-10 0,3-8-14 0,-3 8 2 15,0 0 3-15,0 0-4 0,4-4 2 0,-4 4 6 16,0 0 3-16,0 0 3 0,0 0 3 0,0 0-7 16,0 27-9-16,0-15-11 0,0-2-10 0,2 7-8 15,-2-4-13-15,5-2 2 0,-2 1-18 0,1-2-3 16,0-2-4-16,2 1-11 0,-2-3 2 0,1-2-1 16,3-1-9-16,2 0-3 0,0-3 0 0,1-2-3 15,0-1-2-15,-1-4-1 0,1 1-1 0,0-2 2 16,-4-1 3-16,4-4-3 0,-2-3-4 0,-4 1-2 15,-1 1 3-15,-2-2-1 0,1 4 7 16,-5-1-6-16,0 2 4 0,-1-2-11 0,-3-3-16 0,-6 6-24 16,-2-2-17-16,-1 3-27 0,-7 2-24 0,-8 3-37 15,-2 4-21-15,-4 2-33 0,-4 5-23 0,2 1-23 16,3 7-158-16,-12 2-419 0,9-2 187 0</inkml:trace>
  <inkml:trace contextRef="#ctx0" brushRef="#br0" timeOffset="121514.12">23899 10891 14 0,'-1'8'92'0,"1"-8"-8"0,2 18-18 0,2-3-13 16,-2 2-16-16,1 1-12 0,4 6-2 0,-3-5-13 0,1 8-15 15,0-1-31-15,0 5-25 0,-1-4-66 16,-3 4 30-16</inkml:trace>
  <inkml:trace contextRef="#ctx0" brushRef="#br0" timeOffset="121753.19">24136 13003 25 0,'0'0'149'0,"0"0"-21"0,0 0-33 0,0 0-21 16,0 0-29-16,0 0-40 0,0 0-39 0,0 0-48 0,0 0-87 15,-14-17 39-15</inkml:trace>
  <inkml:trace contextRef="#ctx0" brushRef="#br0" timeOffset="123959.51">21475 10094 13 0,'-12'-3'37'0,"-3"1"-16"0,-2-1-20 0,-9 0-13 16,-6 2-13-16,1 0 5 0</inkml:trace>
  <inkml:trace contextRef="#ctx0" brushRef="#br0" timeOffset="124859.24">19192 10497 8 0,'0'0'12'0,"0"0"2"15,0 0-3-15,0 0-3 0,0 0 0 0,0 0-3 16,0 0 4-16,0 0 0 0,0 0-3 0,0 0-3 0,0 0 3 15,0 0 2-15,0 0-4 0,0 0-2 16,0 0 0-16,0 0 1 0,0 0-4 0,0 0 5 16,0 0 0-16,0 0 0 0,0 0 5 0,0 0-1 15,0 0 5-15,0 0-6 0,0 0 2 0,0 0-3 0,0 0-2 16,0 0-1-16,0 0 1 0,0 0 3 0,0 0-4 16,0 0 1-16,0 0-4 0,0 0-1 15,0 0-9-15,0 0-8 0,0 0-12 0,0 0-32 16,0 0 15-16</inkml:trace>
  <inkml:trace contextRef="#ctx0" brushRef="#br0" timeOffset="130206.81">20208 8090 157 0,'0'0'173'0,"0"0"-3"0,0 0-6 0,0 0-11 0,-2-7-12 15,2 7-12-15,0 0-15 0,0 0-12 0,0 0-13 16,0 0-10-16,0 0-7 0,0 0-3 0,0 0 6 16,0 0-8-16,11 20 12 0,-7-10 0 0,-1-1-5 15,-1 1 6-15,1 0-4 0,1 2-5 0,-3-2-6 16,1 3-6-16,0-2-6 0,0 1-2 15,0-2-9-15,-1 2-5 0,-1-2-1 0,1-1-5 0,0 0-1 16,1-3-3-16,-2-6-1 0,1 12-3 0,-1-6-5 16,0-6-3-16,2 10 1 0,-2-10-2 0,3 7 0 15,-3-7 1-15,1 8 3 0,-1-8-6 0,0 0-1 16,1 5 2-16,-1-5-5 0,0 0 4 0,0 0 3 16,0 0 1-16,0 0-1 0,0 0-2 0,0 0-2 15,0 0 2-15,0 0-2 0,0 0-3 0,0 0 3 16,0 0-2-16,0 0-4 0,-7-31-1 0,7 19-2 15,-1 0-3-15,1-4-6 0,-2 0-1 0,2-1-1 0,2-1-2 16,-1-1 1-16,1 3-1 0,1 1 1 0,-1-1 0 16,1 4 3-16,0 1 2 0,-1 3-3 15,1 0-2-15,-1 1 0 0,2 2 1 0,0 1 1 16,4-1 2-16,-3 1-4 0,-5 4 3 0,13-5 0 0,-8 4 0 16,-5 1-3-16,11 1 2 0,-11-1 3 0,12 3 0 15,-6 1 1-15,2-1 1 0,-3 3-3 0,0-2-1 16,1 3 4-16,-2-2 1 0,-1 3 0 15,1 2-2-15,-2-3-2 0,-1-1-5 0,2 1 0 0,-1 0 5 16,-2-7-1-16,-1 12 0 0,1-12 1 0,0 12-4 16,-1-5-16-16,1-7-7 0,1 12-10 0,-1-12-5 15,-1 9 2-15,1-9-2 0,2 7 2 0,-2-7 0 16,3 9 0-16,-2-4 2 0,-1-5 7 0,5 6 0 16,-2 0 6-16,-3-6 1 0,9 4-1 0,-4 0 4 15,0-1-1-15,-1 2 2 0,-4-5 4 0,8 6-1 16,-3-2 8-16,0 0-1 0,1-1 3 0,-1 3 0 15,-1-3 6-15,1 1-7 0,1 0 1 0,-6-4 4 16,6 9-2-16,-1-4 1 0,-3 0 6 0,-2-5-4 16,-1 10 5-16,1-10-4 0,-2 9-5 0,2-9-2 15,-7 9-1-15,4-4-8 0,3-5-16 0,-7 11-17 16,3-8-20-16,-2 1-32 0,1 2-22 0,-3-3-98 16,3 3-246-16,-1-5 109 0</inkml:trace>
  <inkml:trace contextRef="#ctx0" brushRef="#br0" timeOffset="130388.37">20584 8303 79 0,'-2'17'106'16,"0"1"-23"-16,2-1-16 0,-1 1-30 0,1-1-40 15,-1 2-59-15,2-3-67 0,-2 1 30 0</inkml:trace>
  <inkml:trace contextRef="#ctx0" brushRef="#br0" timeOffset="139508.63">16528 10919 59 0,'0'0'57'0,"0"0"-5"16,0 0 3-16,-12 1-1 0,12-1-2 0,0 0 4 15,0 0 3-15,0 0-6 0,-9 0-4 0,9 0-1 16,0 0-3-16,0 0-20 0,0 0 0 0,0 0 6 15,0 0-2-15,0 0-6 0,0 0-2 0,0 0-6 16,0 0-1-16,0 0-9 0,0 0 9 0,0 0-6 16,0 0 0-16,0 0 3 0,0 0 0 0,0 0-9 15,-5 6 3-15,5-6-2 0,0 0 6 0,0 0-9 16,0 0 6-16,-3 7-5 0,3-7-10 0,0 0 4 16,0 0 2-16,0 0-6 0,-2 8 0 0,2-8 1 15,0 0 1-15,0 0-7 0,0 0-4 0,-3 9-6 16,3-9-11-16,0 0-11 0,-1 6-74 0,1-6-130 15,0 0 58-15</inkml:trace>
  <inkml:trace contextRef="#ctx0" brushRef="#br0" timeOffset="148990.09">28694 9000 56 0,'0'0'188'0,"0"0"-22"0,-5-10-10 16,5 10 1-16,-14-2 2 0,5 2-5 0,-4 0-4 16,2 4 5-16,-6 0-1 0,-1 1-16 0,-1 3-14 15,-6 1-9-15,1 4 2 0,0-1-4 16,0 5-10-16,1-3-9 0,2 3-7 0,7-3-12 0,5-1-7 16,0 0-2-16,2 3-11 0,5-5-2 0,1 6-8 15,4 0-3-15,0-5-3 0,4 3-3 0,2-2-3 16,1-1-6-16,5 0-2 0,1-1-4 0,1-5-6 15,4-1-4-15,0 0-1 0,-1-2-5 0,2-1-1 16,-3-2-1-16,1 2-5 0,-1-6 3 0,-6 3-1 16,0-2 2-16,-2-1-1 0,-1 4 2 0,-4-3 0 15,-1-1-4-15,1 1 3 0,-6 3-1 0,0 0-1 16,5-10 0-16,-5 10 0 0,-2-8 0 0,2 8 0 16,-9-6-4-16,9 6 3 0,-13-3-1 0,3 1 0 15,0 2 7-15,0 0 1 0,-1 2 4 0,-3-1 2 16,-2 6 1-16,0 0 9 0,0 1-8 0,0 3 6 15,0 0 0-15,0 0-2 0,-3 7-6 0,4-5 0 16,2 2 2-16,-1 1 3 0,6-3-2 0,-1 1 3 16,4-4-4-16,2 1-3 0,1 0-1 0,2 0 1 15,2-1-2-15,3 1 2 0,0-1 0 0,4-1-4 16,0 0 1-16,6-1-1 0,0-2-6 0,2-2-19 16,1 3-27-16,1-7-34 0,1 3-34 0,1-5-39 15,10-1-34-15,-3-1-35 0,-1-1-202 0,-9 0-458 0,11 1 204 16</inkml:trace>
  <inkml:trace contextRef="#ctx0" brushRef="#br0" timeOffset="149155.6">29025 9187 152 0,'4'-5'148'0,"-4"5"-19"16,6-5-12-16,-6 5-7 0,12-6-12 0,-6 7-17 0,7-1-9 15,-2 2-32-15,2-2-25 0,0 0-31 0,-1 1-38 16,0 2-25-16,-3 0-57 0,-2-1-147 0,3 1 65 16</inkml:trace>
  <inkml:trace contextRef="#ctx0" brushRef="#br0" timeOffset="149305.1">29066 9331 71 0,'-4'4'162'0,"4"-4"-17"15,-7 6-7-15,7-6-15 0,0 0-3 0,-2 8-15 16,2-8-11-16,0 0-5 0,19 5-5 0,-6-2-30 16,6-5-27-16,8 2-48 0,1-1-27 0,1-3-38 15,1 0-91-15,-1-2-190 0,2 1 84 0</inkml:trace>
  <inkml:trace contextRef="#ctx0" brushRef="#br0" timeOffset="149477.69">29620 9038 250 0,'2'-9'240'0,"-1"2"-16"0,0 1-26 0,-1 6-16 16,3-9-23-16,-3 9-6 0,0 0 19 0,0 0 4 15,8 29-12-15,-8-5-15 0,1 2-14 0,-2 5-11 16,2 3-15-16,-2 1-7 0,-2 11-47 0,2 0-58 16,-1-13-64-16,2 1-81 0,-3 11-88 0,0-11-121 15,0-2-386-15,0-3 171 0</inkml:trace>
  <inkml:trace contextRef="#ctx0" brushRef="#br0" timeOffset="157259.68">25394 7878 3 0,'0'0'67'0,"0"0"-7"0,0 0-2 16,0 0 4-16,0 0-2 0,0 0 4 0,0 0 2 0,0 0 4 15,0 0-17-15,0 0 6 0,0 0-12 0,0 0 2 16,0 0-2-16,0 0-8 0,0 0-4 16,0 0-1-16,0 0-1 0,-5 6 5 0,5-6 9 0,0 0-8 15,0 0-7-15,0 0 10 0,0 0-5 0,0 0 3 16,0 0-5-16,0 0 5 0,-7 6 2 0,7-6 3 16,0 0-6-16,0 0-2 0,0 0-4 0,-10-3 2 15,10 3 4-15,-9 3-7 0,9-3 1 0,-12 0 0 16,4 2 2-16,8-2 3 0,-11 0 4 0,3 1-9 15,8-1-1-15,-13 4 5 0,4-2-2 0,9-2-11 16,-11 3 2-16,6-2 6 0,5-1 4 0,-9 3-4 16,9-3 3-16,0 0 2 0,-9 2-4 0,9-2 1 15,0 0 2-15,0 0-1 0,0 0-4 0,0 0-2 16,0 0 1-16,0 0-4 0,0 0-2 0,0 0-2 16,0 0 1-16,45-8-6 0,-13 3 0 0,2-4 1 0,17-1 2 15,-15 3-1-15,14-6 0 0,-12 3-2 16,0 1 4-16,12-4-4 0,-15 3 4 0,-1 1 1 15,-2-1-5-15,-3 5 0 0,-10 1 5 0,-1-4-4 16,-7 5-2-16,2-1 3 0,-3 2-1 0,-1 1 1 0,-3 0 2 16,-6 1 2-16,12-3 6 0,-12 3 4 15,5-1 4-15,-5 1 1 0,0 0-4 0,0 0 5 16,6-4-3-16,-6 4-6 0,0 0 2 0,0 0-6 16,0 0-1-16,0 0-2 0,0 0-4 0,0 0-1 0,0 0-4 15,0 0-9-15,0 0-16 0,0 0-33 0,0 0-33 16,0 0-46-16,0 0-54 0,0 0-44 0,-17 16-30 15,10-9-142-15,-3 1-424 0,2-1 187 16</inkml:trace>
  <inkml:trace contextRef="#ctx0" brushRef="#br0" timeOffset="159502.16">25668 8460 25 0,'0'0'23'0,"0"0"-2"0,0 0-4 15,0 0-5-15,0 0-1 0,0 0-3 0,0 0-1 16,0 0-5-16,0 0 1 0,0 0-1 0,0 0 4 16,0 0-5-16,0 0 2 0,0 0-1 15,0 0-3-15,0 0 5 0,0 0-5 0,0 0 1 0,0 0-8 16,0 0 7-16,0 0 3 0,0 0 1 0,0 0-2 16,0 0 0-16,0 0-1 0,0 0-4 0,0 0 8 15,0 0-8-15,0 0 5 0,0 0-6 0,0 0 1 16,0 0 0-16,0 0-4 0,0 0-13 0,0 0-21 15,0 0 11-15</inkml:trace>
  <inkml:trace contextRef="#ctx0" brushRef="#br0" timeOffset="162231.01">25185 6318 67 0,'0'0'101'0,"7"1"-10"0,-7-1 12 0,0 0-12 16,0 0-1-16,0 0-4 0,0 0-6 0,0 0-5 15,0 0-7-15,0 0-9 0,0 0-2 0,0 0 2 16,0 0-11-16,0 0-9 0,0 0-12 0,0 0-8 16,0 0-25-16,0 0-5 0,0 0-32 0,0 0-21 15,0 0-26-15,0 0-68 0,0 0-171 0,0 0 75 16</inkml:trace>
  <inkml:trace contextRef="#ctx0" brushRef="#br0" timeOffset="163443.32">25559 6441 78 0,'0'0'169'15,"0"0"0"-15,0 0-9 0,0 0-1 0,-3-6-4 16,3 6-7-16,0 0-7 0,0 0-6 0,0 0-8 16,0 0-7-16,0 0-2 0,0 0-5 0,0 0-5 15,0 0-6-15,0 0-4 0,-2-8-5 0,2 8-9 16,0 0-1-16,0 0-7 0,0 0-5 0,0 0-1 16,0 0-7-16,0 0 0 0,0 0-2 0,0 0-10 15,0 0 0-15,0 0-3 0,0 0-1 0,0 0 3 16,0 0-5-16,0 0 2 0,0 0-4 0,0 0 4 15,0 0 0-15,0 0-4 0,0 0-4 0,0 0-5 16,0 0 2-16,0 0-7 0,0 0 1 0,0 0-1 16,0 0-7-16,0 0 11 0,0 0-14 0,0 0 0 15,0 0-1-15,0 0-3 0,0 0-2 0,0 0-1 16,0 0 2-16,0 0-7 0,0 0 5 0,0 0-2 16,0 0-4-16,-4-9-1 0,4 9 0 0,0 0-1 15,0 0-2-15,0 0 2 0,0 0 1 0,0 0-7 16,0 0 6-16,0 0 0 0,0 0-3 0,0 0 1 15,0 0 0-15,0 0 2 0,0 0-2 0,0 0-1 16,0 0 7-16,0 0-6 0,0 0 0 0,0 0-3 16,0 0 5-16,0 0-6 0,0-9 1 0,0 9 2 15,0 0 1-15,-1-9 1 0,1 9 2 0,0 0-2 16,0 0 1-16,-4-9 3 0,4 9 5 0,0 0-10 16,0 0 5-16,0 0-2 0,-1-8 2 0,1 8-1 15,0 0-4-15,0 0 1 0,0 0 3 0,0-8-5 16,0 8 3-16,0 0 1 0,0 0-3 0,0 0 3 15,0 0-5-15,0 0 8 0,0 0-8 0,0 0-7 16,0 0 3-16,0 0 3 0,0 0-10 0,0 0 0 0,0 0-1 16,0 0 10-16,0 0-13 0,0 0 4 0,0 0-6 15,0 0 6-15,0 0 0 0,0 0 0 0,0 0 3 16,4 27 8-16,-2-21-8 0,0 1 3 16,0-1-1-16,-2 1-1 0,2 0 1 0,-2-7 26 15,2 14-3-15,-2-9 0 0,1 1-3 0,-1-6 11 0,3 11-11 16,0-6-5-16,-3-5-2 0,2 10 3 0,-2-10 0 15,2 7-3-15,-2-7 4 0,2 11-6 0,-2-11 6 16,1 8-3-16,-1-8-5 0,1 7-1 0,-1-7-9 16,0 9-11-16,0-9-21 0,0 10-32 0,0-10-36 15,0 8-44-15,0-8-60 0,0 11-49 0,-2-5-240 16,2-6-541-16,-4 10 240 0</inkml:trace>
  <inkml:trace contextRef="#ctx0" brushRef="#br0" timeOffset="164988.1">25394 5034 107 0,'0'0'183'0,"0"0"-3"0,3-6-9 0,-3 6 0 16,0 0-10-16,0 0-5 0,0 0-7 0,0 0-12 16,0 0-10-16,0 0-13 0,0 0-11 15,0 0-14-15,0 0-4 0,2-7-14 0,-2 7-12 0,0 0-7 16,0 0-4-16,0 0-7 0,0 0-5 16,0 0-4-16,0 0-4 0,0 0-1 0,0 0 8 15,0 29 2-15,0-20-5 0,2-1 0 0,0 3 5 16,0 0 10-16,0-1-5 0,-1-1-4 0,1 0-5 15,0-2 1-15,0 3-3 0,-1-2-3 0,0-1 0 16,-1 0-1-16,3 0-3 0,-1-1 6 0,-2-6 2 16,5 13-2-16,-5-13-4 0,2 9 0 0,-2-9-1 15,1 10 0-15,-1-10-3 0,0 5-2 0,0-5-3 16,1 9-2-16,-1-9 1 0,0 0-9 0,1 12-33 16,-1-12-30-16,2 8-42 0,-2-8-50 0,2 11-49 0,-2-6-60 15,0-5-134-15,0 0-422 0,-2 17 187 0</inkml:trace>
  <inkml:trace contextRef="#ctx0" brushRef="#br0" timeOffset="165757.07">25662 6521 8 0,'0'0'76'0,"0"0"-15"16,0 0-12-16,0 0-28 0,0 0-26 0,-8-3-30 15,8 3-39-15,0 0 18 0</inkml:trace>
  <inkml:trace contextRef="#ctx0" brushRef="#br0" timeOffset="166552.85">24323 8663 14 0,'0'0'104'0,"0"0"-10"0,0 0-16 0,0 0-11 16,0 0-20-16,0 0-2 0,0 0-39 0,0 0-42 0,6-2-35 15,-6 2-74-15,0 0 32 0</inkml:trace>
  <inkml:trace contextRef="#ctx0" brushRef="#br0" timeOffset="167570.7">25446 5142 109 0,'0'0'116'0,"0"0"-12"0,0 0-12 16,0 0-7-16,0 0-11 0,0 0-2 0,0 0-10 16,0 0-8-16,0 0-9 0,0 0-1 0,0 0-24 15,0 0-22-15,0 0-18 0,0 0-19 0,0 0-29 16,0 0-57-16,0 0-136 0,0 0 61 0</inkml:trace>
  <inkml:trace contextRef="#ctx0" brushRef="#br0" timeOffset="167819.32">25535 5170 53 0,'0'0'42'0,"0"0"-23"0,0 0-27 0,0 0-10 16,0 0-19-16,0 0 8 0</inkml:trace>
  <inkml:trace contextRef="#ctx0" brushRef="#br0" timeOffset="171006.11">25456 5010 75 0,'0'0'71'0,"0"0"8"0,0 0-4 16,0 0-7-16,0 0 13 0,0 0-7 0,0 0 0 15,0 0-2-15,0 0-14 0,0 0-12 16,0 0-3-16,0 0 8 0,0 0-9 0,0 0-8 0,0 0 5 16,0 0-13-16,0 0-4 0,0 0-4 0,0 0 1 15,0 0-8-15,0 0 0 0,0 0-2 0,0 0-2 16,0 0 1-16,0 0 8 0,0 0-15 0,0 0 10 15,0 0-4-15,0 0 5 0,-10 24-13 16,8-17 2-16,0-1 7 0,2-6 1 0,-3 13-5 0,3-6 6 16,0 3-10-16,0-1 3 0,-2-2 5 0,2-7-7 15,2 15-1-15,-2-5 2 0,2-3 6 0,-2 2-8 16,1 1 14-16,0-1-3 0,0-1 8 0,1-1-15 16,0 0 5-16,-2 0-1 0,0-7-3 0,2 14-2 15,0-8 4-15,-2-6-2 0,4 11-1 0,-4-11 7 16,2 8-5-16,2-5 18 0,-4-3-17 0,4 9 6 15,-4-9-9-15,5 5 10 0,-1-2-5 0,-4-3 3 16,0 0 2-16,5 5-3 0,-5-5 0 0,6 4 9 16,-6-4 3-16,7 2 9 0,-7-2 0 0,9 1-2 15,-9-1 5-15,11-1-1 0,-11 1-1 0,0 0 4 16,14-2-2-16,-14 2 8 0,8-3 0 0,-3-1-5 16,-1 1-5-16,-4 3 1 0,10-5 5 0,-6 1-1 15,0-2 0-15,1 1-1 0,-1 0 5 0,-4 5 1 16,2-11 1-16,0 4-1 0,-1 1-2 0,-1 6-4 15,3-16-3-15,-1 5-2 0,-2 3 3 0,0-2 1 16,0 1 1-16,-2-1 6 0,2 10 2 0,-4-17-6 16,2 8-5-16,1 0-3 0,0 3-2 0,-3-1-1 15,4 7 2-15,-2-9 2 0,2 9-2 0,-3-9-1 16,3 9-3-16,-1-8-5 0,1 8-1 0,-5-5-8 16,5 5-7-16,-6-5-25 0,6 5-18 0,-10-1-24 15,10 1-40-15,-15 3-39 0,6 2-50 0,-3 1-47 16,-6 5-125-16,1 1-394 0,0-2 174 0</inkml:trace>
  <inkml:trace contextRef="#ctx0" brushRef="#br0" timeOffset="174513.54">25510 5065 51 0,'0'0'78'0,"0"0"-8"0,0 0-16 0,0 0-13 0,0 0-9 16,0 0-4-16,0 0-14 0,0 0-13 0,0 0-16 15,12 17-18-15,-9-8-21 0,-1 1-58 0,0 0 26 16</inkml:trace>
  <inkml:trace contextRef="#ctx0" brushRef="#br0" timeOffset="174877.63">25575 6429 92 0,'0'0'152'15,"0"0"-3"-15,0 0-16 0,0 0-14 0,0 0-8 16,0 0-15-16,0 0-10 0,0 0-9 0,0 0-6 16,0 0-11-16,0 0-1 0,0 0-19 15,0 0-7-15,0 0-15 0,0 0-14 0,0 0-14 0,0 0-27 16,0 0-32-16,0 0-29 0,0 0-83 0,0 0-197 15,0 0 87-15</inkml:trace>
  <inkml:trace contextRef="#ctx0" brushRef="#br0" timeOffset="177179.24">24447 8635 14 0,'0'0'123'16,"0"0"-7"-16,0 0-9 0,0 0 0 0,0 0-23 15,0 0-2-15,0 0-9 0,0 0-8 0,0 0-6 16,0 0-3-16,0 0-12 0,0 0-2 0,0 0-8 15,0 0 3-15,0 0-13 0,0 0-2 0,0 0-15 16,0 0-7-16,0 0-12 0,0 0-14 0,0 0-5 16,4 6-14-16,-4-6-7 0,0 0-11 0,0 0-19 15,0 0-50-15,0 0-141 0,0 0 64 0</inkml:trace>
  <inkml:trace contextRef="#ctx0" brushRef="#br0" timeOffset="180355.06">25521 8683 3 0,'0'0'124'0,"0"0"-7"0,0 0-8 15,0 0 5-15,0 0-2 0,0 0-4 0,4-4-6 16,-4 4-2-16,0 0-1 0,0 0-1 0,0 0 1 16,0 0-3-16,0 0-3 0,0 0-2 0,0 0-4 15,0 0-2-15,0 0-8 0,0 0-1 0,0 0-1 16,0 0-5-16,0 0 0 0,0 0-6 0,0 0 1 15,0 0-7-15,0 0 6 0,0 0-20 0,0 0-1 16,0 0-4-16,0 0-3 0,0 0-5 0,0 0-5 16,0 0-3-16,0 0-1 0,0 0-6 0,0 0 1 15,0 0-3-15,6-6-3 0,-6 6 0 0,17-4-2 16,-3 0-9-16,5 0-16 0,0-3-21 0,9-1-22 16,3 1-41-16,-2-5-42 0,1 3-41 0,-3 1-161 15,0 1-372-15,0-5 165 0</inkml:trace>
  <inkml:trace contextRef="#ctx0" brushRef="#br0" timeOffset="191969.19">26187 7477 28 0,'0'0'33'0,"0"0"0"16,0 0-6-16,0 0-3 0,0 0-6 0,0 0 2 15,0 0-5-15,0 0 0 0,0 0-12 0,0 0-3 16,0 0 0-16,0 0-2 0,0 0 2 0,0 0-3 16,0 0-6-16,0 0-8 0,0 0-15 0,0 0-32 15,0 0 14-15</inkml:trace>
  <inkml:trace contextRef="#ctx0" brushRef="#br0" timeOffset="194706.98">25624 8051 14 0,'-5'-7'62'16,"5"7"-9"-16,0 0-24 0,0 0-33 0,0 0-22 16,0 0-28-16,0 0 12 0</inkml:trace>
  <inkml:trace contextRef="#ctx0" brushRef="#br0" timeOffset="195741.26">27330 6188 8 0,'0'0'0'0,"0"0"0"16,0 0-2-16,0 0-1 0</inkml:trace>
  <inkml:trace contextRef="#ctx0" brushRef="#br0" timeOffset="197341.13">26187 10433 45 0,'0'0'36'0,"0"0"4"0,0 0-5 0,0 0-3 0,0 0-8 16,0 0-2-16,0 0 3 0,0 0-6 0,0 0 4 15,-7 3-8-15,7-3-2 0,0 0-1 0,0 0-7 16,0 0-6-16,0 0-7 0,0 0-4 0,-10 3-9 16,10-3-5-16,0 0-21 0,0 0-50 0,0 0 22 15</inkml:trace>
  <inkml:trace contextRef="#ctx0" brushRef="#br0" timeOffset="197862.89">25624 8327 23 0,'0'0'16'0,"0"0"-11"0,0 0-2 0,0 0-12 16,0 0-8-16,0 0 5 0</inkml:trace>
  <inkml:trace contextRef="#ctx0" brushRef="#br0" timeOffset="-203839.79">19737 15373 18 0,'-7'-12'214'0,"5"4"7"0,-1 3-8 0,3 5-7 0,-5-8-12 15,5 8-17-15,-4-6-23 0,4 6-17 0,0 0-14 16,-6-4-15-16,6 4-4 0,0 0-6 0,-7 17 1 16,6-6-6-16,0 6-4 0,1 9-6 0,-3 1-7 15,2 2 0-15,1 0-11 0,1 2-3 0,-1 0-8 16,-1 0-3-16,5-1-7 0,-3-2-3 16,4 1-3-16,-3-2-2 0,1-2-9 0,-3-6 0 0,4 1-4 15,-1-4-1-15,-1 3-3 0,1-2-2 0,2 0-9 16,-4-3-18-16,2 2-15 0,-1-3-23 15,1-1-34-15,-2 0-42 0,-1 0-36 0,2-2-43 16,-1 2-192-16,-4 0-427 0,1-1 190 0</inkml:trace>
  <inkml:trace contextRef="#ctx0" brushRef="#br0" timeOffset="-203213.18">18606 16309 182 0,'-8'0'195'16,"8"0"-4"-16,-15 0-3 0,7 2-5 0,8-2-7 15,-9 1-13-15,9-1-12 0,0 0-9 0,-10 3-9 16,10-3-5-16,0 0-6 0,0 0-7 0,0 0-5 16,0 0-9-16,-10-2 1 0,10 2-10 0,0 0-7 15,0 0-3-15,0 0-5 0,0 0-4 0,0 0-4 16,0 0 1-16,0 0-8 0,0 0 2 0,0 0-8 16,-7-4-7-16,7 4-7 0,0 0-4 15,0 0-13-15,19-19 12 0,-5 9-7 0,-1-3-6 0,12-3-2 16,-1-1-9-16,1 1 7 0,5-4-3 0,0-1-1 15,4 1-1-15,10-6-2 0,0 0-3 0,-2 2 2 16,4 1 5-16,-15 6-7 0,-1 3 0 0,-4 0-6 16,2 3-3-16,-2-1 7 0,-2-1 3 15,-5 6-6-15,-4-1 3 0,-3 2-2 0,-1 0-4 16,-2 3-3-16,0-3 9 0,-2 2-1 0,-2 1 0 16,-5 3-3-16,9-3 3 0,-9 3 5 0,5-3-7 15,-5 3-3-15,0 0 0 0,10-2 7 0,-10 2-10 16,0 0-2-16,6-2 1 0,-6 2 1 0,0 0-4 0,0 0-4 15,12 1-26-15,-12-1-43 0,6 2-43 16,-6-2-43-16,7 5-48 0,-4-2-49 0,3 3-198 16,-5 1-495-16,-1-7 219 0</inkml:trace>
  <inkml:trace contextRef="#ctx0" brushRef="#br0" timeOffset="-202838.58">18829 16663 112 0,'-12'6'197'15,"1"-4"-12"-15,4 2-14 0,2-3-20 0,5-1-13 16,-7 3-3-16,7-3-11 0,0 0 6 0,0 0-14 16,51-8-3-16,-14-2-11 0,23-6-9 0,25-16-12 15,3 3-9-15,0-4-3 0,0-7-6 0,4 2-4 16,-1 3-6-16,2-5-4 0,1 1-2 0,-5 5-7 16,-6-5-4-16,-27 19-4 0,-1-6-6 0,-1 5 7 15,-4 3-8-15,-14 5-1 0,-2 0-2 0,-3 0-1 16,-11 8-2-16,-3-4-4 0,-3 2-5 0,-4 4-3 15,-10 3-14-15,17-4-23 0,-17 4-27 0,10-5-34 16,-10 5-26-16,0 0-54 0,0 0-179 0,0 0-379 16,0 0 168-16</inkml:trace>
  <inkml:trace contextRef="#ctx0" brushRef="#br0" timeOffset="-187889.55">21086 15677 106 0,'-9'-1'158'0,"9"1"3"0,0 0-6 0,0 0-2 16,-7-3-6-16,7 3-10 0,0 0-6 0,0 0-5 15,0 0-12-15,0 0-11 0,0 0-6 0,0 0-16 16,0 0-5-16,0 0-11 0,0 0-4 0,0 0-4 16,0 0-15-16,15-15-15 0,-10 13-17 0,-5 2-18 15,10-5-29-15,-10 5-25 0,13-2-28 0,-13 2-27 16,18-2-22-16,-8 4-13 0,0 2-82 16,-3 0-253-16,1 2 112 0</inkml:trace>
  <inkml:trace contextRef="#ctx0" brushRef="#br0" timeOffset="-187735.8">21117 15884 103 0,'0'0'153'0,"-8"2"-3"0,8-2-3 0,0 0-10 16,0 0 0-16,0 0-16 0,0 0-7 0,0 0-12 15,0 0-15-15,0 0-17 0,21-10-15 0,-10 5-21 0,3 0-20 16,2-2-41-16,4 2-38 0,0 2-28 0,1-3-28 15,-2 2-66-15,0 1-202 0,-1 1 90 0</inkml:trace>
  <inkml:trace contextRef="#ctx0" brushRef="#br0" timeOffset="-187241.14">21776 15444 27 0,'-9'-5'199'0,"6"-1"-19"16,-1 1 1-16,4 5-8 0,-9-10-12 0,6 7-10 15,3 3-15-15,-2-10-17 0,2 10-13 0,0 0-9 16,5-13-11-16,0 10-13 0,-5 3-5 0,11-6-7 15,0 6-9-15,-1 0-3 0,0 4-3 0,0 1-7 16,1-1-12-16,0 4 5 0,-2-3-3 0,1 6-4 16,-2-1 0-16,-2 1 1 0,-1 1 0 0,-1-2 0 15,-1 3 2-15,-2 2-4 0,-2 1-2 0,-3 1 0 16,-1-1-1-16,-2 2 1 0,-4-1 0 0,1-1-8 16,-2-2 0-16,0 1 0 0,-1-4-1 0,4-2-3 15,-5 2 3-15,3-4-2 0,1-1 25 0,1 0-6 16,3-3-1-16,-2-1 0 0,3-1-5 0,-2 2-1 15,7-3-6-15,-11 1 4 0,11-1 3 0,0 0 7 16,-10 0-3-16,10 0 2 0,0 0-2 0,-9 3-1 16,9-3-5-16,0 0-3 0,0 0 0 0,0 0-2 15,0 0-5-15,0 0-1 0,0 0 2 0,0 0-4 16,0 0 3-16,0 0-6 0,27 0-3 0,-16 0 5 16,1 1-1-16,1-1 0 0,1 1-3 0,2-1-19 15,-2 1-20-15,1 1-28 0,2-2-35 0,0 3-38 16,1-3-53-16,1 1-34 0,-9 0-154 0,1-1-407 15,2 0 181-15</inkml:trace>
  <inkml:trace contextRef="#ctx0" brushRef="#br0" timeOffset="-187040.71">21930 15138 97 0,'-5'-6'251'0,"2"1"-19"0,3 5-25 0,-4-10-20 16,4 10-23-16,-4-8-18 0,4 8-15 0,0 0-12 16,0 0-11-16,0 0-13 0,0 0-8 0,0 0-21 15,0 0-31-15,16 38-54 0,-10-19-49 16,2-1-45-16,-1 13-53 0,-4 4-95 0,1-4-281 16,0 3 126-16</inkml:trace>
  <inkml:trace contextRef="#ctx0" brushRef="#br0" timeOffset="-186640.81">22160 15683 197 0,'4'-11'202'0,"-1"-2"-6"16,3 2-3-16,-1-3-14 0,1-4-6 0,0 3-21 15,-1-3-10-15,1 1-13 0,0-2-14 0,-2 2-10 0,0-1-13 16,-2 1-6-16,3-2-8 0,-2 2-5 15,-3 2-6-15,0-1 6 0,-1 3-2 0,1 2-2 16,0 1-6-16,-3 1 4 0,-1 4-4 0,4 5-2 16,-2-10-11-16,2 10-2 0,-7-4-5 0,7 4-8 15,0 0-3-15,-14 4-6 0,7 1-6 0,-1 3 3 16,2 0-5-16,-1 2-3 0,3-2-3 0,-1 3 1 16,2-1-4-16,1 0-2 0,0-1-1 0,3 1 1 15,0 1-2-15,2-1-2 0,3 0 0 0,0-1 0 16,-2 1-3-16,3-1 1 0,-1 0-3 0,3 0 3 15,-3-1-5-15,2 2 2 0,1-3-1 0,0 2-2 16,-4 0-7-16,0-5-1 0,-1 5-2 0,-1-3-2 16,-1 1-2-16,0 0 3 0,0-1-2 0,-2-6-4 15,-2 16-4-15,-1-10-7 0,0 3-13 0,-1-2-10 16,1 0-10-16,-4 2-19 0,0-1-17 0,-1-2-30 16,3 0-28-16,-2 0-33 0,1 1-138 0,-2-3-356 15,8-4 158-15</inkml:trace>
  <inkml:trace contextRef="#ctx0" brushRef="#br0" timeOffset="-185607.47">22675 15263 54 0,'0'0'236'15,"0"-9"-10"-15,0 9-14 0,0 0-9 0,0 0-13 16,-12-2-10-16,12 2-9 0,0 0-8 15,-19 11-14-15,11-1-13 0,-3 4-4 0,1 1-14 16,1 4-11-16,1-3-14 0,-1 0-5 0,3 1-10 16,1-2-7-16,3-4-6 0,2 5-9 0,0-4-6 0,4 1-6 15,0-3-5-15,1 0-3 0,3 0-17 0,0 0-15 16,1-1-23-16,3-2-23 0,-2-1-32 0,7 2-13 16,-2-2-28-16,-2-2-16 0,6-3-10 15,3-1-14-15,-3 0-2 0,0-3 2 0,-1-3 13 16,0 2 8-16,-1-3 15 0,-2 2 10 0,-2-2 11 15,-3 0 24-15,-2-2 15 0,1 0 17 0,-5-3 24 0,-1 2 19 16,-3 10 16-16,0-24 6 0,0 24 30 0,-5-26 6 16,3 14 4-16,-2 3 7 0,-1 0 8 0,1 0 9 15,4 9-1-15,-9-13 1 0,9 13-1 0,-6-8-4 16,6 8-9-16,-5-5-5 0,5 5-3 16,0 0 4-16,0 0 5 0,0 0-3 0,0 0-6 15,-9 21-9-15,7-12-4 0,2-9-2 0,3 18-10 0,0-7-2 16,0-2-9-16,1 1-1 0,1 0-2 15,2 0-1-15,2 1-2 0,-3-3 1 0,2-1-5 16,3-1 6-16,-1-1-3 0,3 2 3 0,-1-6-5 16,-2 2 4-16,4-3-4 0,-2 0-2 0,-1-2 0 15,0 0 0-15,-3-2 0 0,1 1 2 0,-3 1-4 16,-6 2 2-16,9-8-6 0,-5 3 2 0,0 0-1 16,-4 5-1-16,1-14-3 0,-1 14 1 0,-3-20-1 15,-1 9 0-15,-1 2-2 0,-1-3 0 0,3 5 1 16,-4-6-2-16,1 4 0 0,1-1-1 0,2 1-2 15,-2-1 0-15,5 10 2 0,-6-13-2 0,3 6-5 16,3 7 0-16,1-15 0 0,3 10-2 0,4-1 3 16,-2-2 1-16,7 1-3 0,-3 3-2 0,3 1-3 15,5-3 5-15,1 5-1 0,-2 2-3 0,2-1 2 16,-1 3 1-16,1 0 1 0,-4 2 2 0,-1-3-1 16,3 5-1-16,1-2-1 0,-8 1-1 0,2-2 2 15,-3 0 3-15,-2 3 0 0,0-4 3 0,0 1 12 16,-3 0 8-16,0 0 9 0,-4-4 5 0,4 6 2 15,-4-6 0-15,0 7-7 0,0-7-2 0,-9 6-15 16,9-6 23-16,-12 5-13 0,5-4-3 0,0 1-1 16,7-2-2-16,-10 4 0 0,10-4-5 0,-11 1 3 15,11-1-3-15,-11-3-1 0,11 3 5 0,-6-5-18 16,6 5-3-16,-3-10 3 0,3 1-9 0,2-2-4 16,1-1-7-16,4-2 2 0,1-3 0 0,2-1-1 15,3 4 3-15,2-7 2 0,0 7-2 0,-1 4-1 16,2-1 3-16,-2 3-2 0,2 1-1 0,-4 4 7 15,0-1-2-15,1 2 4 0,1 2-3 0,-2 4 1 16,0-1 1-16,0 2 0 0,4 2 3 0,-6 0-1 16,1 2 2-16,-2-3 3 0,0 3-3 0,-3 0 3 15,1 0-2-15,-3 0 6 0,1 0 3 0,-4-2 5 16,1 0 1-16,-2-7 5 0,0 9-6 0,0-9 8 16,0 0-8-16,-4 13 2 0,4-13-1 0,-4 8-2 15,4-8-1-15,-5 4 0 0,5-4 3 0,-4 2-3 16,4-2 1-16,0 0-10 0,0 0-4 0,0 0-11 15,0 0 0-15,0 0 1 0,0 0-6 0,-3-20-3 16,3 20-6-16,9-17 7 0,-4 8 1 0,1-1 0 16,2 0 3-16,0 1 2 0,-2 0 2 0,3 2-4 15,0 2 8-15,-4 0-2 0,-1 1 2 0,3 2-1 16,-7 2 1-16,14-3 2 0,-8 3-1 0,-6 0-2 16,13 6 3-16,-8 1 0 0,1-3 2 0,2 5 0 15,-2 0 3-15,1-2 0 0,-1 2-1 0,1 0-6 16,-2 1-38-16,-3-2-35 0,-2-8-50 0,8 18-48 15,-7-10-55-15,-1-8-148 0,2 14-415 0,-2-14 184 16</inkml:trace>
  <inkml:trace contextRef="#ctx0" brushRef="#br0" timeOffset="-185357.14">23710 14935 76 0,'-3'-10'264'0,"0"2"-9"15,3 8-22-15,0-12-22 0,0 12-25 0,-4-7-23 16,4 7-12-16,0 0 0 0,0 0-8 16,0 0-5-16,7 32-6 0,-4-13-12 0,1 5-8 15,-2 7-9-15,4-3-12 0,-4 3-10 0,2 0-8 0,0-2-8 16,1 0-9-16,1 1 2 0,-1-4-9 0,1 0-9 16,1-1 2-16,-4 2-6 0,0-8-6 0,1 1-29 15,0-2-19-15,-1 0-29 0,-2-3-42 0,2 3-33 16,-2-3-38-16,-1-2-33 0,1-1-25 15,-2-2-152-15,1-10-399 0,-3 15 177 0</inkml:trace>
  <inkml:trace contextRef="#ctx0" brushRef="#br0" timeOffset="-185156.59">23773 15097 134 0,'5'-11'167'0,"1"2"-10"16,-1-1-8-16,2 6-16 0,-7 4-10 0,10-9-7 15,-4 8-1-15,-1-1-4 0,-5 2 0 0,14 3-7 16,-8 2-4-16,1 2 0 0,2 2-7 0,-4 1-8 16,0-1-12-16,-1 6-4 0,1 2-6 0,-2-6-7 15,0 2-5-15,-3-3-7 0,-2 1-28 0,2 2-10 16,-4 0-27-16,2-3-41 0,0 1-41 0,-1-2-47 16,3-9-157-16,-7 14-332 0,7-14 146 0</inkml:trace>
  <inkml:trace contextRef="#ctx0" brushRef="#br0" timeOffset="-184774.73">23934 14824 107 0,'0'0'202'16,"0"-6"-2"-16,0 6 1 0,0 0-5 0,0 0-4 15,0 0-7-15,4 39-7 0,-4-14-17 0,0 0-13 16,2 4-18-16,-2-2-9 0,3 0-18 0,3-2-5 15,-4 1-11-15,2-8-10 0,2-1-8 0,0-3-7 16,2 3-8-16,0-5-2 0,-1-1-7 0,-1-1 1 16,2-2-6-16,1 0-2 0,0-3-3 15,-1 3 7-15,2-4 2 0,0-2-4 0,0 0-6 0,2-2 0 16,-1 2-3-16,1-5-2 0,-1-1 1 0,1-1-2 16,-2-1-9-16,0 1 0 0,-1-4 0 15,-2 2 2-15,0-3-3 0,-3 2-2 0,1-2-2 0,-2-1-6 16,-2-1 3-16,0 2 3 0,0 0 2 0,1 4 26 15,-2 6-6-15,-2-13 3 0,2 13-4 0,0 0 4 16,-3-12-8-16,3 12 0 0,-8-2-8 0,8 2 2 16,0 0-3-16,-15 11-4 0,8-1-2 0,2-1-3 15,1 1-13-15,-1 2-34 0,4 1-38 16,1-2-39-16,0 5-38 0,4-3-48 0,2 2-36 16,2-1-33-16,1-1-171 0,-2-1-474 0,1-3 209 0</inkml:trace>
  <inkml:trace contextRef="#ctx0" brushRef="#br0" timeOffset="-184091.02">24351 15147 174 0,'2'-4'194'0,"-2"4"8"0,2-6-3 0,-2 6-4 16,0 0-18-16,3-7-16 0,-3 7-16 0,0 0-18 0,0 0-9 16,0 0-9-16,0 0-7 0,0 0-1 15,0 0-8-15,0 0-8 0,8 13-3 0,-8-13-12 16,4 7-9-16,-4-7-1 0,0 8-5 0,0-8 0 15,0 0 5-15,0 0 4 0,2 5 6 0,-2-5 9 16,0 0 6-16,0 0 8 0,0 0 2 0,0 0-5 16,0 0-3-16,0 0-11 0,0 0-10 0,0 0-5 15,0 0-10-15,0 0-17 0,-11-18 25 0,9 10-17 16,2 8-1-16,0-19 2 0,2 9-20 16,0-3-1-16,1 2-1 0,-1-6-20 0,5 4 13 0,-2 0 3 15,0 2-10-15,1-1 4 0,6 1-9 0,-5 2-10 16,-2 1 17-16,1 3-4 0,-1 0-5 0,2 4-3 15,-7 1 4-15,14 0-5 0,-14 0 2 0,15 9 0 16,-7-4 4-16,-1 4-5 0,-2 1 1 0,4 0-1 16,-4 0 5-16,1-1-2 0,-1 1 7 0,1-2-4 15,-4-1-4-15,3 0 2 0,-5-7-12 0,4 9 17 16,-4-9 2-16,4 6 0 0,-4-6 4 0,0 0 3 16,0 0 5-16,4 10-4 0,-4-10-4 0,0 0-1 15,0 0 2-15,0 0-6 0,0 0 1 0,0 0-5 16,0 0 0-16,0 0-5 0,0 0 0 0,-9-25-2 15,9 25-5-15,1-11 1 0,-1 11-6 0,4-22 5 16,0 11-8-16,3-5 2 0,0 0-1 0,-2 4 2 16,0 0 1-16,-1 3 4 0,6 0-3 0,-5 2-1 15,3-1 4-15,-5 4-4 0,2 2 3 0,-5 2-5 16,12-3 8-16,-12 3-3 0,16 4 0 0,-9-1 4 16,4 2-2-16,0 1 5 0,1-1 0 0,-1 0-1 15,-1 0 0-15,2 0 0 0,1-1 3 0,-2 0 1 16,2-1 1-16,-3-1 0 0,3-1 2 0,-1-4-1 15,0 2-1-15,-4-1-2 0,-1-2 5 0,4 0-1 16,-5 1 3-16,0-2-1 0,-2-1 0 0,3-1-5 16,-3-1 11-16,1-1-1 0,-3-1 7 0,-2 1-4 15,3-2-2-15,-3 0 6 0,-3 0-1 16,2 0 0-16,-2 2-2 0,1 0 1 0,-1 3 4 0,3 6 1 16,-6-11-1-16,5 5 1 0,1 6-7 0,-8-5 9 15,8 5-13-15,-10 2 1 0,10-2-2 0,-16 11-2 16,9-1-26-16,-5 4-37 0,5 0-31 0,-1 3-38 15,-1 1-49-15,4-1-72 0,4 1-45 0,-2 0-219 16,3-2-551-16,3-3 244 0</inkml:trace>
  <inkml:trace contextRef="#ctx0" brushRef="#br0" timeOffset="-183874.47">24948 15003 43 0,'3'-12'234'0,"-2"6"-7"16,1-4-3-16,-2 4-7 0,2-4-10 0,2-1-9 15,-4 0-11-15,5-5-10 0,-3 4-13 0,3-3-18 16,1 0-10-16,1 0-16 0,1 0-4 0,0 7-12 16,-3 0-12-16,1-1-10 0,-2 3-5 0,1 2-14 15,0 1-5-15,-5 3-8 0,11-4-4 16,-11 4-4-16,0 0-6 0,14 9 0 0,-9-3-7 0,-2-1 2 16,2 7-25-16,-3-2-28 0,-2 7-38 15,1-3-40-15,-2 0-49 0,1 1-78 0,-4 2-205 16,0-5-468-16,2-1 207 0</inkml:trace>
  <inkml:trace contextRef="#ctx0" brushRef="#br0" timeOffset="-183641.14">25108 14586 294 0,'-1'-9'310'16,"1"9"-6"-16,-1-16-13 0,1 16-18 0,-2-11-24 15,2 11-27-15,0-10-26 0,0 10-21 0,0 0-3 0,0 0-11 16,0 0-6-16,0 0-15 0,9 27-6 16,-4-10-13-16,-1 3-24 0,3 3-4 0,-2 4-9 15,-3-2-12-15,2-2-3 0,0 3-14 0,0-7-21 16,2-3-38-16,-6 10-36 0,2-10-43 0,-1 4-51 16,-2-1-52-16,2-2-53 0,-1 1-53 0,-3-2-163 15,-2 0-490-15,4-6 216 0</inkml:trace>
  <inkml:trace contextRef="#ctx0" brushRef="#br0" timeOffset="-183499.76">25111 14731 47 0,'-1'-13'223'16,"1"13"-22"-16,0-13-21 0,3 6-21 0,-3 7-16 15,12-13-32-15,-3 5-42 0,1 0-45 0,7 0-67 16,3 1-60-16,-2 0-66 0,9-3-183 0,0 3 82 15</inkml:trace>
  <inkml:trace contextRef="#ctx0" brushRef="#br0" timeOffset="-183240.09">25728 14334 2 0,'-6'-11'233'0,"0"4"4"0,1-4-6 0,-1 4-2 16,-2 3-7-16,6-1-5 0,2 5-19 0,-9-7-25 15,9 7-14-15,0 0-14 0,0 0-9 0,-11 12 13 16,9-1-17-16,-3 14 12 0,-2 5-10 0,3 1-11 16,-3 14-13-16,5-10-8 0,0 2-9 0,-2 9-6 15,2-10-10-15,2-3-9 0,0 0-7 0,1-2-6 16,2 0-10-16,1 0-15 0,-2-3 12 0,2 0-9 16,-1-2-1-16,-1-7-22 0,0-1-20 0,-1 0-32 15,1-2-33-15,-2 0-45 0,-1-5-52 0,0 0-55 16,-4-1-52-16,-1 1-185 0,-1-2-503 15,-5 4 222-15</inkml:trace>
  <inkml:trace contextRef="#ctx0" brushRef="#br0" timeOffset="-182891.7">25489 14775 107 0,'8'-8'125'0,"5"-6"-6"0,4 5-17 16,0-4-5-16,8 2-3 0,-5 2-13 0,4-3-10 15,-5 4-1-15,0 2-8 0,3-2-10 16,-5 3-8-16,0-1 1 0,0-2-5 0,-7 4-4 16,-1 3-3-16,-1-2-3 0,-8 3 19 0,12-5 2 0,-12 5 11 15,0 0 7-15,15 0 12 0,-15 0 12 16,0 0 10-16,9 5 0 0,-7-1-3 0,-2-4-3 16,0 12-12-16,2-5-6 0,-2-7-8 0,5 16-7 15,-4-9-6-15,1 2-8 0,2-2-4 0,0 1-1 16,1-1-8-16,-1-1-1 0,1 0-2 0,2-2 3 15,-1 0 2-15,1-2-5 0,0-1 7 0,-7-1-6 0,14 0 6 16,-14 0-5-16,13-5-1 0,-7 1 3 16,2 0 1-16,-6-2 5 0,2 1-6 0,-2-4-6 15,0 0 7-15,1-1-14 0,-3 10 1 0,-3-18-8 16,3 18-10-16,-4-18-18 0,0 9-14 0,-3-1-30 16,2 1-32-16,5 9-36 0,-9-8-44 0,5 4-39 15,4 4-26-15,-14-1-157 0,14 1-421 0,-13 9 186 16</inkml:trace>
  <inkml:trace contextRef="#ctx0" brushRef="#br0" timeOffset="-182557.6">25935 14798 136 0,'5'-4'218'16,"1"1"1"-16,-2-2-4 0,2-2-10 0,-2 3-12 15,-2-2-8-15,3 0-12 0,-1-4-14 0,-2 2-14 16,-2 0-16-16,2 1-5 0,2-1-7 0,-4 8-13 15,2-22-6-15,-7 13-6 0,2-3-9 0,1 1-7 16,-5-4-5-16,5 2-12 0,-2 4 0 0,0-1-5 16,2-2-6-16,-1 5-4 0,3 7-12 15,-3-15 4-15,3 15-2 0,-2-11-4 0,2 11-4 16,5-14-7-16,-5 14-9 0,9-10 6 0,-5 3 1 16,-4 7-6-16,13-5-5 0,-3 1 0 0,-10 4 3 0,15 0-7 15,-15 0 4-15,14 5-3 0,-7 4 3 0,-1-1-4 16,-1 1 4-16,1 1-6 0,0 6 5 0,-4-4 1 15,2 5-2-15,-1-2 0 0,-1 2-1 0,-2-2 2 16,0-3-4-16,-1 1-16 0,1-2-14 0,-1 1-23 16,0-1-25-16,-1 0-38 0,0-1-38 0,2-10-37 15,-2 15-43-15,0-7-176 0,2-8-441 0,0 0 196 16</inkml:trace>
  <inkml:trace contextRef="#ctx0" brushRef="#br0" timeOffset="-182040.28">26104 14624 164 0,'0'0'182'0,"2"-9"-4"0,-2 9-12 16,0-10-12-16,0 10-27 0,0 0 2 0,0 0 4 15,0 0 5-15,0 0-8 0,0 0-10 0,0 0-4 0,9 26-1 16,-7-16 2-16,-1-1-6 0,0 2-10 0,0 0-10 16,3-2-3-16,-2 1 7 0,0-3-6 0,-2-1-4 15,0-6-6-15,4 8 6 0,-4-8 5 0,0 0 5 16,0 0 9-16,2 14 8 0,-2-14-5 15,0 0-8-15,0 0 0 0,0 0-23 0,0 0-8 16,0 0-4-16,0 0-7 0,0 0-3 0,-19-28-12 0,15 17 1 16,4 1-10-16,0 10-1 0,-2-20-2 15,4 4-10-15,0 0-3 0,3-1-6 0,1 0 0 16,0 2-8-16,2-1 4 0,-4 6-5 0,1 1 1 16,3 0 1-16,-3 5-3 0,-5 4-4 0,9-6-3 15,-9 6 4-15,0 0 1 0,0 0-4 0,22 12 9 16,-16-3-5-16,0 4 1 0,-2-2-3 0,1 7 5 15,-3-3 0-15,2 0-4 0,-2 3 4 0,-1-6-1 0,1-1-2 16,1 0 6-16,-3-1-5 0,0-10-1 16,4 12 1-16,-4-12 2 0,0 9 6 0,0-9-3 15,0 0 4-15,0 11-2 0,0-11 3 0,0 0-3 16,0 0-5-16,0 0-5 0,0 0-7 0,0 0-3 16,0 0 6-16,0 0-6 0,11-27-5 0,-9 20-4 15,2-5-4-15,3 2 0 0,0-3 2 0,2-1-3 16,0 1 2-16,-2 4-5 0,2 0 10 0,-5 3 1 15,1-1 2-15,-5 7-1 0,8-7 0 0,-8 7 3 16,10-6 5-16,-10 6-1 0,0 0 4 0,15 10-6 16,-15-10 8-16,7 12-3 0,-2-4-3 0,-2 1-34 15,-1 1-35-15,0 3-39 0,-4 3-45 0,2 0-58 16,-3 1-63-16,-4 8-180 0,-4-2-503 0,2-1 222 16</inkml:trace>
  <inkml:trace contextRef="#ctx0" brushRef="#br0" timeOffset="-181890.87">26119 14973 185 0,'-4'-20'180'16,"4"20"-15"-16,11-12-17 0,-1 3-22 0,3-2-41 16,3-2-65-16,-1 1-90 0,-1-1-71 0,10-3-151 15,1-1 68-15</inkml:trace>
  <inkml:trace contextRef="#ctx0" brushRef="#br0" timeOffset="-181755.03">26679 14495 11 0,'2'-6'309'0,"2"2"-19"16,-4 4-2-16,6-10-14 0,-4 6-22 0,-2 4-17 0,0 0-16 16,0 0-31-16,6-9-33 0,-6 9-27 0,0 0-43 15,0 0-59-15,0 0-85 0,0 0-120 0,0 0-192 16,0 0-401-16,0 0 177 0</inkml:trace>
  <inkml:trace contextRef="#ctx0" brushRef="#br0" timeOffset="-178090.14">21815 16740 71 0,'0'0'114'0,"0"0"2"0,0 0-10 16,0 0-2-16,0 0-4 0,0 0-1 0,1 9-4 15,-1-9 1-15,0 0-3 0,0 0-1 0,0 0 3 16,0 0 6-16,0 0 1 0,0 0 1 0,0 0 3 16,0 0 9-16,0 0 0 0,0 0 2 0,0 0 0 15,0 0 3-15,0 0-13 0,0 0-7 0,0 0-9 16,0 0-10-16,0 0-7 0,-14-20-5 0,14 20-5 15,-4-12 1-15,3 4-6 0,-2-1-1 0,2 1-8 16,-2-1-2-16,1-1 2 0,-2-1 1 0,3 3 13 16,-2-2 3-16,1 1 0 0,-1 3-13 0,3 6 2 15,-4-11-7-15,3 5 1 0,1 6-9 0,-1-8-4 16,1 8-3-16,0 0-7 0,-4-9-5 0,4 9-4 16,0 0 4-16,0 0-4 0,0 0-5 0,4 25-4 15,-4-10 4-15,0 6 1 0,0-4-3 16,1 10 3-16,0 2-2 0,-1-1 3 0,2 1 4 15,-2 0 2-15,2 1 4 0,-2-2 5 0,3 1 7 16,-2-3-5-16,-1 0 2 0,3 0-7 0,-2-8 7 16,1 0-6-16,0-1 2 0,1-2 8 0,-3-2-10 0,3 2-1 15,-3-3-3-15,1-2 2 0,-2 0-7 0,2 0 1 16,-1-3 1-16,0-7 0 0,0 12-7 16,1-8 0-16,-1-4-1 0,0 0 5 0,0 11-10 15,0-11 3-15,0 0-4 0,0 8-4 0,0-8-1 16,0 0 2-16,0 0-14 0,0 0-29 0,0 0-22 15,0 0-47-15,0 0-56 0,0 0-53 0,0 0-55 16,0 0-44-16,0 0-238 0,0 0-599 0,8-35 266 16</inkml:trace>
  <inkml:trace contextRef="#ctx0" brushRef="#br0" timeOffset="-177641.18">22226 16719 14 0,'0'0'241'0,"4"-7"-6"0,-4 7-9 0,0 0-10 15,1-6-15-15,-1 6-14 0,0 0-12 0,0 0-15 16,0 0-12-16,0 0-14 0,0 0-13 0,0 0-8 16,0 0-8-16,0 0-7 0,0 0-6 0,-19 21-2 15,14-8 3-15,0-2-5 0,1 0-1 0,-1 4-12 16,-1-3-5-16,2 5 8 0,-1 1-20 0,3-1-1 15,1-4-7-15,2 3-5 0,-1-5-5 0,2 1-1 16,0-1-1-16,2 0-9 0,2-1 2 0,1-1-2 16,1 0-5-16,-1-4 1 0,3 1-4 15,1-1 0-15,-1-1-3 0,4-2 1 0,-1-1-4 0,-2-2-3 16,3 0 3-16,-1 0-2 0,1-3-5 16,2-1 3-16,-4 0-2 0,2-5-3 0,2 0 3 0,-4 0-4 15,0-3 5-15,-2-3 0 0,-3 1-5 0,-2 1 1 16,0-3 2-16,-1 2-3 0,-4-2-1 15,2 0 1-15,-4-1-7 0,-1 1 10 0,1 0-5 16,-4 1 0-16,-1 2-4 0,0 3 4 0,-3-3 0 16,2 5-5-16,-1 1 3 0,2 1 10 0,-5 2-14 15,1 0 0-15,-2 3 3 0,0 1-7 0,-5 2-2 0,4 1-10 16,-2 6-12-16,0-3-19 0,0 4-25 16,2 1-27-16,3-2-33 0,-4 1-40 0,7 1-40 15,3 1-26-15,-1 1-211 0,0 3-489 0,4-5 217 16</inkml:trace>
  <inkml:trace contextRef="#ctx0" brushRef="#br0" timeOffset="-175005.77">23305 16628 2 0,'-1'-9'225'0,"1"9"-5"0,-7-8-14 16,7 8-6-16,-5-5-17 0,5 5-10 0,0 0-6 15,-13 3-14-15,13-3-2 0,-10 4-17 0,3 4-6 16,-1 0-8-16,1 3 1 0,0 0 4 0,-3 3-6 15,3 1-3-15,-1 0-6 0,2 1-7 0,0 0-2 16,2 0-8-16,1-1-5 0,2-1-10 0,1-3-7 16,0 1-3-16,1-1-11 0,2 4-3 15,1-4-4-15,-2-2-8 0,5 1-2 0,0-1 1 16,1-2-2-16,-2-3-8 0,7 0-2 0,-1 0-3 0,0-3-1 16,2-1-1-16,-1 0 8 0,1-3-13 0,3-1-2 15,0-2-4-15,-6 0 13 0,4-4-7 0,-7 3 11 16,7-3 6-16,-3-2 1 0,-1-1-6 0,-2 2 4 15,-2-3 0-15,0-3 5 0,-3 7 3 16,0-6-8-16,-3 2-1 0,-2 0 3 0,-1-2 1 16,-1 3-5-16,-2-2-6 0,-2 2 2 0,-2-2-4 15,2 5 0-15,-3 1-8 0,-2 3 6 0,-2-1-11 16,-3 4-4-16,-3 3 15 0,-3 0-37 0,-4 6-22 0,0 4-29 16,2-1-40-16,-2 4-44 0,0 2-49 15,1 5-66-15,5-2-58 0,1 2-235 0,5 1-603 16,8-6 267-16</inkml:trace>
  <inkml:trace contextRef="#ctx0" brushRef="#br0" timeOffset="-173896.37">22686 16618 38 0,'-5'-7'184'16,"1"2"-14"-16,1-2 1 0,0 1 0 0,-1-2-10 15,-1 2-3-15,-1-3-7 0,-1 5-1 0,4-1-15 16,3 5 11-16,-8-7 2 0,8 7-11 0,-5-7-7 16,5 7-12-16,-6-4-20 0,6 4-4 0,0 0-13 15,-3-6-2-15,3 6-16 0,0 0 0 16,0 0 2-16,-2 17 7 0,4-5 11 0,-1 6-1 0,1 6-2 16,0-4 3-16,0 6-3 0,1 3-3 0,-1 3 2 15,1-4-4-15,0 2-2 0,-1 0-8 0,0 1-4 16,0-3-4-16,2-1-6 0,-4-8-2 15,2 1-5-15,1-3-6 0,-3 2-6 0,2-2 3 0,0-1-7 16,-2-5-5-16,1 3 0 0,-1-3-6 16,1-3 4-16,1 3-9 0,-2-5 4 0,0-6-6 15,1 11-14-15,-1-11-14 0,0 8-19 0,0-8-14 0,2 6-22 16,-2-6-20-16,4 5-13 0,-4-5-30 16,0 0-43-16,0 0-39 0,0 0-32 0,0 0-25 0,0 0-165 15,0 0-476-15,0 0 211 0</inkml:trace>
  <inkml:trace contextRef="#ctx0" brushRef="#br0" timeOffset="-172691.18">18823 17487 208 0,'0'0'208'0,"-3"-10"-3"0,3 10-8 0,-2-7 21 16,2 7-22-16,0 0-12 0,-1-8-19 0,1 8-20 0,0 0-9 16,0 0-18-16,0 0-6 0,0 0-12 15,0 0 11-15,0 0-1 0,0 0-1 0,0 0-10 16,0 0-18-16,0 0 21 0,2 39-3 0,-1-27-7 16,1 4-7-16,-2-4-13 0,0 1-2 0,1 3-3 15,0-5-15-15,1 1 2 0,-2 0-24 0,1 0 13 16,-1-12-3-16,0 21-1 0,1-11-9 0,-1 0-2 15,0-1-8-15,0 1 4 0,0 0-9 0,0-3 10 16,1 0-9-16,-1-7-39 0,2 12-5 0,-2-12-42 16,-2 16-35-16,2-16-48 0,0 0-45 0,-1 18-53 15,1-18-229-15,-4 11-519 0,4-11 229 0</inkml:trace>
  <inkml:trace contextRef="#ctx0" brushRef="#br0" timeOffset="-172457.57">18983 17223 146 0,'0'-10'260'0,"1"1"-14"16,-1 9-18-16,0-12-23 0,0 12-18 0,0 0-20 16,0 0-18-16,-2-15-11 0,2 15-17 0,0 0-14 0,0 0-8 15,0 0-10-15,0 0-14 0,0 0-2 0,0 0-12 16,0 44-5-16,0-27-13 0,-2-1-25 0,2 3-28 15,-1-2-28-15,-2 0-38 0,2 2-38 16,0-1-39-16,-1 0-34 0,1 0-128 0,1-2-342 16,0-16 151-16</inkml:trace>
  <inkml:trace contextRef="#ctx0" brushRef="#br0" timeOffset="-172140.98">19201 17322 89 0,'4'-3'227'15,"-4"3"-6"-15,5-10-7 0,-5 10-17 0,0 0-16 16,0 0-14-16,0 0-13 0,0 0-5 0,0 0-7 16,0 0-10-16,0 0-10 0,-18 30-15 0,9-14-9 15,2 0-10-15,0 0-8 0,1-1-7 0,-1 0-11 16,4 1-4-16,3-4-10 0,0 0-5 0,1-1-1 16,3 0-3-16,1-3-3 0,4 3-4 0,-2-3-5 15,1-1 0-15,0 1-4 0,2-3-2 0,-2 2 0 16,1-1-5-16,-3-4-1 0,-6-2-2 0,13 6-4 15,-8-2 4-15,-5-4-6 0,9 3 1 16,-9-3 1-16,0 0-4 0,0 0 5 0,4 9-3 16,-4-9 8-16,0 0-4 0,-14 17 5 0,6-10-9 15,-5 4 1-15,3-3 1 0,1-1-5 0,0 0-9 16,-1 2-23-16,1 0-18 0,0-3-27 0,9-6-32 0,-13 14-27 16,9-9-46-16,4-5-40 0,-5 11-169 0,5-11-418 15,0 0 186-15</inkml:trace>
  <inkml:trace contextRef="#ctx0" brushRef="#br0" timeOffset="-167294.85">20101 17817 54 0,'-9'3'219'0,"9"-3"-24"0,0 0-12 0,0 0-15 16,0 0-10-16,0 0-16 0,0 0-17 0,0 0 3 15,0 0 0-15,0 0-9 0,0 0-11 0,0 0-12 16,0 0-12-16,40-7-5 0,-30 7-10 0,-10 0-7 16,25-1-4-16,-13-2-9 0,1 3-14 15,-3 0-30-15,-10 0-31 0,23 0-41 0,-13 3-43 16,-10-3-48-16,12 5-160 0,-12-5-343 0,6 11 152 16</inkml:trace>
  <inkml:trace contextRef="#ctx0" brushRef="#br0" timeOffset="-167108.1">20097 18022 40 0,'0'0'210'15,"0"0"-3"-15,-7 7-14 0,7-7-13 0,0 0-13 16,0 0-17-16,0 0-11 0,0 0-7 0,0 0-16 16,0 0-9-16,0 0-7 0,0 0-20 0,42-9-23 15,-26 4-29-15,3-1-36 0,-2 2-42 16,3-3-56-16,1 3-36 0,-3-3-125 0,0 1-289 15,0-1 128-15</inkml:trace>
  <inkml:trace contextRef="#ctx0" brushRef="#br0" timeOffset="-165506.45">21764 17602 146 0,'0'0'166'0,"-2"-12"-1"0,2 12-8 15,0 0 1-15,0 0-10 0,-5-6-2 0,5 6-4 0,0 0-10 16,0 0-2-16,0 0-10 0,0 0-7 15,0 0-6-15,-6-3-6 0,6 3-14 0,0 0-3 16,0 0-9-16,0 0-8 0,-13 9-3 0,8-2-9 16,-4-1-4-16,3 4-2 0,-2 3 28 0,-2 0-4 15,1 3-5-15,1-6-1 0,0 5-1 0,3-2-3 16,-1 1-8-16,2 1-6 0,-1 0-10 0,4-1-2 16,-2 1 6-16,2 0-8 0,-2 2-8 0,3 0 5 15,3-6-8-15,-2 2-2 0,2-1 3 0,1 0-7 16,-1 0 4-16,5-1-5 0,-2-2-6 0,0 1 5 15,1 0-4-15,3-3-2 0,-1-1 0 0,0 0-11 16,3-2 12-16,-1-1-4 0,1-1 7 0,3-1 6 16,-3-1 0-16,8-3 5 0,-7 0-2 15,1-1-1-15,1 0 1 0,-2-1 4 0,-3-1-4 16,1-2-2-16,4-2-1 0,-4-1-1 0,2 0-2 0,-4 2 0 16,-1-5 1-16,-2 2-18 0,-1 1 16 15,0-6-3-15,-1 5-1 0,-3-2-1 0,1-1-2 16,-4-2-1-16,0 0 3 0,-2 1-5 0,-2-1 2 15,2-1-15-15,0 2 17 0,-2 0-3 0,-2-1-2 16,0 9 1-16,2-3-2 0,0 0-12 0,-1 2 12 0,-1 1 1 16,-2 2-1-16,10 6-4 0,-15-11-2 0,6 9 4 15,9 2 0-15,-13-5-2 0,13 5-1 16,-14 0-12-16,14 0-12 0,-18 6-15 0,18-6-25 16,-18 10-21-16,11-4-18 0,7-6-21 0,-11 14-28 15,6-5-47-15,5-9-41 0,-2 16-223 0,2-16-501 16,0 16 221-16</inkml:trace>
  <inkml:trace contextRef="#ctx0" brushRef="#br0" timeOffset="-165096.41">22299 17487 43 0,'0'0'261'0,"-1"-14"0"0,1 14 1 0,-1-11-19 0,1 11-6 16,0 0-9-16,-2-13-23 0,2 13-18 0,0 0-16 15,0 0-20-15,-1-11-13 0,1 11-12 0,0 0-20 16,0 0-3-16,0 0 14 0,0 0-11 0,0 0-10 15,0 0-6-15,5 38-12 0,-2-21-4 0,-3 1-4 16,0 0 2-16,0 1-8 0,1 7 1 0,-1 0-7 16,0-1-5-16,-1 1-10 0,1-8-1 0,-2-1-6 15,4-2-2-15,-2 0-3 0,0-1-5 0,0-3-6 16,1 0 5-16,-1 2-4 0,1-5-6 16,-1-8 5-16,2 17-4 0,-2-17-15 0,0 11 11 15,0-11-14-15,0 0 9 0,0 11 3 0,0-11-5 16,0 0 3-16,2 9-15 0,-2-9-22 0,0 0-26 15,6 5-30-15,-6-5-49 0,0 0-40 0,0 0-54 16,0 0-56-16,0 0-223 0,0 0-548 0,0 0 242 0</inkml:trace>
  <inkml:trace contextRef="#ctx0" brushRef="#br0" timeOffset="-161756.27">23328 17376 30 0,'2'-5'169'0,"-2"5"2"0,2-11-5 0,-2 11-5 16,0-12 1-16,0 12-2 0,1-12-15 16,-1 12-1-16,-1-8-5 0,1 8-2 0,-2-9-3 15,2 9 7-15,0 0-7 0,-3-12-10 0,3 12 2 16,0 0-10-16,3-8-11 0,-3 8-5 0,0 0-15 16,0 0-12-16,0 0-5 0,-6-6-11 0,6 6-3 15,0 0 9-15,0 0 0 0,0 0 9 0,6 29-5 16,-3-12-1-16,-3 1-4 0,0-1-7 0,0 3-3 15,1 3-1-15,0-5 3 0,-1 1-1 0,0 1-8 16,0-1-3-16,0-1-3 0,2 0-1 0,-1 0-19 16,0-3 4-16,1-3-10 0,-1-2 12 0,2 3 3 15,-2-4-7-15,-1-9-2 0,4 16 4 0,-3-9-13 16,-1-7-3-16,3 12 4 0,-3-12-22 0,1 11-25 16,-1-11-26-16,0 0-35 0,1 10-33 0,-1-10-36 15,0 0-25-15,0 0-41 0,0 0-48 0,-4 15-174 16,4-15-490-16,-9 2 217 0</inkml:trace>
  <inkml:trace contextRef="#ctx0" brushRef="#br0" timeOffset="-158570.71">22731 17498 62 0,'0'0'81'0,"0"0"-1"0,0 0-4 15,8-8 4-15,-8 8 5 0,0 0-5 0,0 0 1 16,0 0 2-16,0 0 5 0,0 0-9 0,0 0 4 16,1-14 1-16,-1 14-5 0,0 0 0 0,0 0 0 15,0 0-5-15,0 0-4 0,0 0-6 16,0 0-6-16,0 0-1 0,0 0-2 0,0 0-6 16,0 0-1-16,0 0-9 0,0 0 1 0,0 0 2 15,0 0-8-15,0 0-3 0,0 0-2 0,0 0-8 16,0 0 8-16,0 0-4 0,0 0-2 0,0 0-4 0,0 0 0 15,0 0-1-15,0 0 1 0,0 0-10 16,0 0 1-16,0 0 7 0,0 0-6 0,0 0 0 16,0 0 2-16,0 0 1 0,0 0 3 0,0 0 9 15,0 0-4-15,0 0 2 0,0 0 0 0,0 0-4 16,0 0 1-16,-24 21-1 0,24-21-2 0,-5 12-2 16,5-12 1-16,-9 11 3 0,9-11-6 0,-8 13-3 15,4-6 5-15,4-7 1 0,-10 14-4 0,10-14 2 16,-8 17 0-16,6-9-4 0,2-8 6 0,-5 19 7 15,2-10-4-15,0 0-4 0,1 3 1 16,1-2 1-16,1-10-6 0,0 20 13 0,0-11-8 16,1 1-2-16,0 1 1 0,-1-11-3 0,5 15-3 15,-1-9 8-15,-4-6-10 0,7 15 3 0,-1-8-3 16,0-3-5-16,1 2 5 0,2 1 0 0,-2-4-6 16,-7-3 5-16,16 3-1 0,-6-1 0 0,3-1 1 15,-13-1 0-15,22-1-2 0,-9 1 1 0,-13 0-3 16,25-5-1-16,-15 1 7 0,0 0-3 0,-10 4 0 15,21-11 2-15,-11 4 2 0,-10 7 2 0,15-12 8 16,-7 5-9-16,-3-3-5 0,1 2 8 0,-6 8-3 16,7-21-2-16,-3 11-1 0,-4 10 3 0,1-21-3 15,0 10 1-15,-1 11-2 0,0-25-2 0,-2 14 0 16,2 11 5-16,-4-22-9 0,-3 12 3 0,7 10 4 16,-7-19-7-16,2 10-2 0,-2 0 4 0,7 9-1 15,-15-12-2-15,6 6-3 0,0-1 3 0,9 7 0 16,-19-5-2-16,8 2-1 0,-1 5 0 0,12-2-8 15,-22 3-12-15,11 0-12 0,11-3-13 0,-21 11-21 16,10-5-22-16,3 4-23 0,-2 2-27 16,3-1-39-16,2 3-17 0,3-2-170 0,-2 4-399 15,3-5 177-15</inkml:trace>
  <inkml:trace contextRef="#ctx0" brushRef="#br0" timeOffset="-157955.73">23494 18047 48 0,'0'0'202'0,"-4"-13"-2"0,4 13 6 0,-2-12-1 0,0 5-11 15,2 7-10-15,-2-9-5 0,2 9-11 0,-4-8-7 16,4 8-8-16,0 0-9 0,0 0-7 0,0 0-10 16,0 0-14-16,-2-13-8 0,2 13-16 0,0 0-8 15,0 0-8-15,0 0-11 0,-2-6-7 0,2 6 4 16,0 0-16-16,0 0 4 0,0 0 1 15,0 0-5-15,0 29 5 0,0-29-12 0,0 0-3 0,0 0 9 16,5 62-15-16,-5-62-1 0,4 34 9 16,-4-34-10-16,0 34 0 0,0-34 1 0,1 35-1 15,-1-35-5-15,0 0 0 0,2 44 0 0,-2-44-1 16,0 0 2-16,1 34-3 0,-1-34-4 0,0 0-2 16,0 0 1-16,2 33-2 0,-2-33-6 0,0 0 5 15,0 0-2-15,0 0-1 0,0 0 6 0,0 0 0 16,0 0-6-16,0 0-2 0,0 0 2 0,2 33-3 15,-2-33-9-15,0 0-9 0,0 0-19 0,0 0-31 16,0 0-33-16,0 0-52 0,0 0-67 0,0 0-54 16,0 0-210-16,0 0-518 0,0 0 230 0</inkml:trace>
  <inkml:trace contextRef="#ctx0" brushRef="#br0" timeOffset="-157531.53">22514 18297 152 0,'0'0'247'0,"0"0"-18"15,0 0-6-15,0 0-16 0,0 0-16 0,0 0-17 16,0 0-12-16,0 0-10 0,0 0-10 0,0 0-7 16,0 0-7-16,0 0-9 0,0 0 4 15,0 0-14-15,0 0-14 0,0 0-6 0,0 0 3 0,0 0-16 16,0 0-4-16,0 0-1 0,84-20-5 15,-84 20-3-15,38-3-11 0,-38 3-6 0,39-7 3 16,-39 7-7-16,36-5-7 0,-36 5-3 0,37-4 4 16,-37 4-11-16,0 0 3 0,38-3-5 0,-38 3-11 15,0 0-26-15,0 0-20 0,40-6-34 0,-40 6-31 16,0 0-35-16,0 0-47 0,0 0-10 0,0 0-31 16,0 0-21-16,0 0-143 0,0 0-417 0,0 0 185 15</inkml:trace>
  <inkml:trace contextRef="#ctx0" brushRef="#br0" timeOffset="-157305.8">22694 18135 145 0,'0'0'230'0,"0"0"-12"0,0 0-5 0,0 0-22 16,0 0-17-16,0 0-16 0,0 0-2 0,0 0 7 15,0 0-9-15,0 0-13 0,0 0-12 0,0 0-11 16,0 0-13-16,0 0-10 0,-19 66-11 0,19-66-5 15,0 0-8-15,10 54-9 0,-10-54-3 0,9 35-16 16,-9-35-27-16,5 36-20 0,-5-36-36 0,7 36-31 16,-7-36-34-16,3 32-39 0,-3-32-38 0,0 0-37 15,7 41-122-15,-7-41-367 0,0 0 163 0</inkml:trace>
  <inkml:trace contextRef="#ctx0" brushRef="#br0" timeOffset="-156775">21815 18756 163 0,'0'0'236'0,"0"0"-2"0,-51 3-9 16,51-3-14-16,0 0-14 0,0 0-17 0,0 0-17 16,0 0-21-16,-36 4-14 0,36-4-16 0,0 0-6 15,0 0 10-15,0 0-3 0,0 0-5 0,0 0-6 16,0 0-1-16,0 0-4 0,0 0-4 0,0 0-4 15,124 17-10-15,-89-17 3 0,17-3-3 0,4 1 5 16,1-3-6-16,5-1-4 0,30-3-11 0,-26 2-7 16,26-3 0-16,-1 0-8 0,-27 5 3 0,31-6-13 15,-7 3 0-15,5-2-3 0,-2 4 0 0,1-5-12 16,1 3-4-16,0-1 1 0,3 1-3 16,-4-1 0-16,-29 0 0 0,3 2 0 0,29-5-8 0,-38 5 6 15,-2 0 0-15,2-1 2 0,-20 3-9 16,1-2 9-16,0 3-3 0,-2-1 3 0,-4-1-8 15,-32 6 6-15,51-8 2 0,-51 8 2 0,37-5-2 16,-37 5 0-16,0 0-7 0,35-8 4 0,-35 8 3 16,0 0-6-16,0 0-5 0,0 0 8 0,0 0-1 15,33-4-2-15,-33 4-5 0,0 0-12 0,0 0-15 16,0 0-39-16,0 0-37 0,0 0-42 0,0 0-47 16,0 0-54-16,0 0-71 0,0 0-221 0,0 0-576 15,-115 16 255-15</inkml:trace>
  <inkml:trace contextRef="#ctx0" brushRef="#br0" timeOffset="-155657.92">23724 18805 123 0,'0'0'206'0,"0"0"-5"16,0 0-9-16,0 0-16 0,0 0-17 0,0 0-9 15,0 0-7-15,0 0 13 0,0 0-11 0,0 0-19 16,0 0-9-16,0 0-8 0,0 0-4 0,0 0-6 16,0 0-8-16,0 0-6 0,0 0-10 0,0 0-12 15,0 0 6-15,0 0-1 0,0 0 4 0,-47 53-15 16,47-53-6-16,0 0-2 0,0 0-4 0,0 0-4 15,4 38-6-15,-4-38-2 0,0 0-3 0,0 0-4 16,0 0-4-16,0 0 1 0,0 0-3 16,20 42-4-16,-20-42 2 0,0 0-3 0,0 0 4 15,27 10-6-15,-27-10 10 0,0 0-2 0,0 0 7 16,42-3-1-16,-42 3-5 0,0 0 4 0,0 0-1 16,47-16-2-16,-47 16-1 0,0 0 2 0,30-19-1 15,-30 19-8-15,0 0-2 0,20-23 2 0,-20 23 0 16,0 0-2-16,8-23-3 0,-8 23 0 0,0 0 3 15,0 0 1-15,0 0-3 0,0 0-4 0,0 0 7 16,-29-53-5-16,29 53 2 0,0 0-5 0,-30-13 4 16,30 13-9-16,0 0 1 0,0 0-4 0,-37-4-10 15,37 4-15-15,0 0-27 0,0 0-32 0,0 0-40 16,-52 18-47-16,52-18-60 0,0 0-265 0,-22 14-538 16,22-14 238-16</inkml:trace>
  <inkml:trace contextRef="#ctx0" brushRef="#br0" timeOffset="-153765.03">23215 18855 42 0,'0'0'107'0,"0"0"-11"0,0 0-1 0,0 0-9 15,0 0 0-15,0 0-3 0,0 0 1 16,0 0-12-16,0 0 13 0,0 0-1 0,0 0 4 16,0 0-4-16,0 0 3 0,0 0 0 0,0 0 6 15,0 0 1-15,0 0 0 0,0 0 4 0,0 0-4 16,0 0-11-16,0 0-8 0,0 0-2 0,0 0-10 15,0 0 11-15,0 0 4 0,0 0-1 0,0 0-1 16,0 0-4-16,0 0-9 0,0 0-13 0,0 0 10 16,0 0-1-16,0 0 4 0,0 0-2 0,0 0-1 15,0 0-22-15,0 0 9 0,0 0-4 0,0 0-9 16,0 0-4-16,0 0-3 0,0 0-3 16,0 0 12-16,0 0 4 0,0 0 2 0,0 0-7 15,0 0 5-15,0 0-4 0,0 0-1 0,0 0-11 16,0 0 10-16,0 0-4 0,0 0-2 0,0 0-3 15,16 77-5-15,-16-77-3 0,0 0 4 0,7 31-4 16,-7-31 1-16,0 0-9 0,0 0-1 0,9 27 3 16,-9-27 0-16,0 0-7 0,0 0 2 15,0 0-1-15,0 0 3 0,0 0-4 0,0 0 6 0,0 0-7 16,12 26-4-16,-12-26-15 0,0 0-18 0,0 0-31 16,0 0-22-16,0 0-29 0,0 0-55 0,0 0-36 15,0 0-54-15,0 0-187 0,0 0-486 0,0 0 215 16</inkml:trace>
  <inkml:trace contextRef="#ctx0" brushRef="#br0" timeOffset="-153252.83">22767 18887 32 0,'0'0'210'0,"0"0"-10"0,0 0-11 16,0 0-4-16,0 0-15 0,0 0-8 0,0 0-7 15,0 0-16-15,0 0-13 0,0 0-14 16,0 0-14-16,0 0 2 0,0 0 15 0,0 0-6 15,0 0-1-15,0 0-3 0,0 0-5 0,0 0-10 16,0 0-9-16,0 0-8 0,0 0-4 0,0 0-9 16,0 0-5-16,0 0-5 0,0 0-10 0,0 0 4 15,0 0-14-15,13 88-3 0,-13-88 4 0,0 0-1 16,0 0-16-16,0 0-18 0,1 32-18 0,-1-32-17 16,0 0-31-16,0 0-30 0,0 0-29 0,0 0-32 15,0 0-44-15,-11 32-192 0,11-32-430 0,0 0 191 16</inkml:trace>
  <inkml:trace contextRef="#ctx0" brushRef="#br0" timeOffset="-152670.56">22001 18951 106 0,'0'0'254'0,"0"0"-16"15,0 0-21-15,0 0-16 0,0 0-21 0,0 0-18 16,0 0-15-16,0 0-18 0,0 0-12 0,0 0-10 15,0 0-14-15,0 0-6 0,0 0-8 0,0 0-9 16,0 0-16-16,0 0 3 0,0 0-5 16,0 0-2-16,0 0-9 0,0 0-4 0,0 0-3 15,30 48-3-15,-30-48-4 0,0 0 1 0,28 11-4 16,-28-11 0-16,0 0-9 0,0 0 5 0,39 6 4 0,-39-6 1 16,0 0 4-16,0 0-1 0,0 0 2 0,0 0-8 15,0 0-5-15,53-17 0 0,-53 17-2 0,0 0 0 16,0 0-1-16,14-22-1 0,-14 22 1 0,0 0-10 15,0 0 7-15,0 0-5 0,0 0-7 16,0 0-4-16,0 0-3 0,0 0-5 0,-65-42-6 16,65 42-11-16,-31-1-8 0,31 1-15 0,0 0-20 15,0 0-19-15,-66 15-30 0,66-15-25 0,-27 11-44 16,27-11-172-16,-26 14-392 0,26-14 174 0</inkml:trace>
  <inkml:trace contextRef="#ctx0" brushRef="#br0" timeOffset="-145581.59">23332 7251 19 0,'0'0'23'0,"1"9"-1"0,-1-9-2 0,6 8-23 16,-2-2-11-16,0-1-15 0,0 2 7 0</inkml:trace>
  <inkml:trace contextRef="#ctx0" brushRef="#br0" timeOffset="-139809.71">25644 8805 31 0,'0'0'14'0,"0"0"-22"0,0 0-8 16,0 0 4-16</inkml:trace>
  <inkml:trace contextRef="#ctx0" brushRef="#br0" timeOffset="-138669.7">25554 8724 19 0,'0'0'71'0,"0"0"13"0,-12 0-22 0,12 0-3 15,0 0-7-15,0 0-6 0,-8-2-10 0,8 2 5 16,0 0-10-16,0 0 3 0,-13 0 2 0,13 0-5 16,0 0 6-16,-14 0-2 0,14 0-7 0,-7-1-7 15,7 1 8-15,0 0-2 0,-11-2 10 0,11 2-3 16,-10-1-10-16,10 1 12 0,0 0 1 15,-11 0-4-15,11 0 0 0,0 0-1 0,-11 0-8 0,11 0 4 16,0 0 1-16,-9-2-5 0,9 2-4 0,0 0 1 16,0 0 1-16,0 0-7 0,-9-1 10 15,9 1 0-15,0 0-11 0,-6-2-2 0,6 2-8 0,0 0 5 16,0 0-2-16,0 0 0 0,0 0 1 0,0 0 0 16,0 0-5-16,0 0 7 0,0 0-6 0,0 0 2 15,-13 1 2-15,13-1 1 0,0 0-6 0,0 0 0 16,0 0-6-16,0 0 1 0,0 0 5 0,0 0-2 15,0 0 4-15,0 0-1 0,0 0-3 0,0 0-2 0,0 0 4 16,0 0-2-16,0 0-4 0,0 0-3 16,0 0 6-16,0 0 0 0,0 0 2 0,0 0-1 15,0 0-7-15,0 0 11 0,0 0-7 0,0 0-1 16,26-7 5-16,-26 7 2 0,16-6-5 0,-3 4 11 0,-2-2-6 16,5-1 2-16,3 0 5 0,0-1-2 15,8-2-12-15,-8 2 7 0,9-1-3 0,0-2 3 16,-2 1 2-16,1 0 0 0,-7 0 4 0,3 3 0 15,-5-1-6-15,4 0 5 0,-6 1-6 0,2-2 3 0,-6 3 0 16,1-1 8-16,-2 2-6 0,1 0-2 16,-2-1-1-16,-5 2 1 0,1 0-4 0,-6 2 4 15,10-2-3-15,-10 2-3 0,7-3 3 0,-7 3 0 0,0 0 2 16,8-1-3-16,-8 1-1 0,0 0 7 0,0 0-10 16,0 0 4-16,6-4 4 0,-6 4-6 0,0 0-2 15,0 0 8-15,0 0-2 0,0 0-9 16,0 0 1-16,0 0-4 0,0 0 7 0,0 0-6 0,-28 2 1 15,16 0-2-15,1-2 16 0,-5 4-13 0,-1 2 2 16,-2-2-3-16,1-1-1 0,1 0 3 0,-2 2-4 16,2-1 5-16,-1 0-2 0,4-1-9 0,3 0 10 15,-2 0-4-15,4-2 13 0,-3 2-12 0,4-3-2 16,8 0 3-16,-13 2 3 0,7 1 2 0,6-3 1 16,-8 2-7-16,8-2 2 0,0 0 1 0,-9 2 4 15,9-2-3-15,0 0-5 0,0 0 2 0,0 0-4 0,0 0 3 16,0 0-6-16,0 0 13 0,0 0-3 15,0 0 8-15,0 0-7 0,0 0 1 0,0 0 10 16,29-9-6-16,-20 6-5 0,1-1 9 0,0 1 10 16,1 0-17-16,-2-1 9 0,0 1-4 0,0 0 5 15,-4 0 0-15,3 2-12 0,-8 1 9 0,12-3-1 16,-12 3-1-16,9-2 1 0,-9 2 3 0,6-4-5 16,-6 4 0-16,0 0-4 0,7-3 0 0,-7 3 8 15,0 0-10-15,0 0 2 0,0 0 3 0,7-3-1 16,-7 3-3-16,0 0-2 0,0 0 0 0,0 0 4 15,0 0-2-15,0 0-1 0,0 0 4 0,0 0-6 16,0 0 0-16,0 0-6 0,0 0 7 0,0 0-11 16,0 0 5-16,0 0 0 0,0 0-8 0,0 0 3 0,0 0-9 15,0 0-21-15,2 11-15 0,-2-11-30 16,-4 13-115-16,-1-5-220 0,1 2 98 0</inkml:trace>
  <inkml:trace contextRef="#ctx0" brushRef="#br0" timeOffset="-137055.75">26169 10432 1 0,'0'0'58'0,"-9"-3"-10"0,9 3-6 0,0 0-17 15,-9-2-14-15,9 2-21 0,-4-4-20 16,4 4-31-16,-7-4 14 0</inkml:trace>
  <inkml:trace contextRef="#ctx0" brushRef="#br0" timeOffset="-136402.59">25636 8358 5 0,'0'-9'53'0,"0"9"-2"0,0 0-2 15,0 0-10-15,0 0-3 0,0 0-2 0,0 0-7 16,0 0 2-16,0 0-10 0,0 0 2 0,0 0-4 15,0 0 0-15,0 0-9 0,0 0 7 0,0 0-11 16,0 0 4-16,0 0 1 0,0 0-11 0,0 0-2 16,0 0 2-16,0 0-1 0,0 0-1 0,0 0 2 15,0 0 2-15,0 0-8 0,0 0-5 0,0 0 6 16,0 0-6-16,0 0 0 0,0 0-3 0,0 0-1 16,0 0-9-16,0 0-27 0,0 0-55 0,0 0 25 15</inkml:trace>
  <inkml:trace contextRef="#ctx0" brushRef="#br0" timeOffset="-134524.06">29439 11627 118 0,'0'0'194'0,"-3"-13"-2"0,1 3 2 0,1 3-7 15,1 7-3-15,-4-10 1 0,4 10-15 0,-3-6-9 16,3 6-15-16,0 0-14 0,-2-9-16 0,2 9-12 16,0 0-12-16,0 0-9 0,0 0-6 0,0 0-2 15,-8 20 0-15,5-3-8 0,0 0-4 0,-1 8-5 16,-3 2 16-16,0 2-5 0,3 0-8 0,-1-3-7 16,1 1-3-16,1-1-1 0,-1-8-11 0,-1 2 1 15,4-5-10-15,-3 1 1 0,2-4-2 0,2 0-1 16,0-2-1-16,-1-1-2 0,1-1-1 0,0-8-6 15,-2 14 0-15,2-14-2 0,-1 9 3 0,1-9-3 16,1 7-2-16,-1-7 22 0,0 0 8 0,0 0 20 16,0 0-2-16,0 0-3 0,0 0-11 0,0 0-7 15,0 0 2-15,0 0-12 0,7-35 5 0,-4 19-10 16,2-4-2-16,3-5 1 0,-1 1-3 0,-2-3-5 16,2-1 2-16,1 0-2 0,0-1 3 0,-3-3-5 15,4 3-4-15,-3-1 3 0,1-1-8 0,-1 2 2 16,3-3-1-16,-3 4-2 0,-1 1-2 0,2 8 4 15,-5 2-4-15,4 5 0 0,-4 4 10 0,2 2-3 16,-3-1 3-16,-1 7 13 0,4-12-26 0,-3 5 4 16,-1 7-3-16,0 0 2 0,7-3-6 0,-7 3 2 15,10 9-2-15,-4-3 2 0,2 7-4 0,1 0 1 16,1 11 4-16,2-2 11 0,-3 4-3 0,0-2-7 0,1 0 8 16,-1 3-4-16,2 0 1 0,-2-2 5 15,-1-2 3-15,-2 1-2 0,1-8 10 0,-2 4-4 16,1-4-4-16,-1 0 1 0,3 1-2 0,-3-2-12 15,3-1 9-15,-5-2 0 0,2-3-2 0,-1 2 3 16,0-2 12-16,-1 0-2 0,-1-2-11 0,2-2-18 16,-1 1 11-16,-3-6-14 0,7 9-23 0,-5-6-16 15,-2-3-24-15,0 0-19 0,1 9-25 0,-1-9-24 16,2 6-30-16,-2-6-20 0,0 0-40 0,0 0-38 16,0 0-23-16,0 0-164 0,-16 1-496 0,16-1 220 15</inkml:trace>
  <inkml:trace contextRef="#ctx0" brushRef="#br0" timeOffset="-134375.68">29425 11776 76 0,'0'0'140'0,"0"0"-17"0,0 0-12 0,0 0-10 0,14-7-15 15,-5 5-25-15,7-3-26 0,4-2-46 16,5-2-35-16,-3 3-67 0,4-2-123 0,2-1 55 15</inkml:trace>
  <inkml:trace contextRef="#ctx0" brushRef="#br0" timeOffset="-134205.65">29963 11658 92 0,'8'-2'177'15,"-8"2"-2"-15,11-2-9 0,-3 2-16 0,2-5-12 0,3 1-11 16,0 1-17-16,3-2-8 0,5 0-16 0,7-2-9 15,1-1-31-15,1 0-45 0,2 0-47 0,0-2-46 16,1 1-127-16,-5 2-236 0,-3-3 105 16</inkml:trace>
  <inkml:trace contextRef="#ctx0" brushRef="#br0" timeOffset="-133956.64">30492 11314 155 0,'-1'-7'234'16,"1"7"-4"-16,0 0-4 0,-1-10-9 0,1 10-16 16,0 0-15-16,0 0-20 0,0 0-15 0,0 0-13 15,0 0 6-15,0 0 2 0,0 0-3 16,-7 23-2-16,7-6-12 0,-1 1-14 0,-2 0-9 16,2 3-9-16,0 3-8 0,2 4-11 0,-1 1-6 0,0-4-1 15,-1 1-12-15,1-6-6 0,1-1-7 0,-1 0-3 16,0 0-5-16,1 0-4 0,-1-2-6 0,0 0-15 15,2-1-39-15,-2-1-40 0,1-3-35 16,-1 0-34-16,0 0-40 0,0 0-44 0,0-1-29 0,-1 0-183 16,-1-4-464-16,0-2 205 0</inkml:trace>
  <inkml:trace contextRef="#ctx0" brushRef="#br0" timeOffset="-133570.48">30532 11300 140 0,'6'-11'196'0,"-1"3"-6"16,2 2-9-16,-2-1-13 0,0 4-12 0,2-2-15 15,-1 3-12-15,-6 2-11 0,12-2-11 16,-12 2-7-16,17 4-9 0,-8 1-9 0,-3-2-3 0,1 4-6 16,4 0-6-16,-4 2-7 0,-4-3-5 0,3 4-6 15,-2 0-5-15,-3-1-3 0,1 2-5 0,1-1 2 16,-6 2-9-16,2 0-3 0,-3-1 2 15,-2 4-9-15,1-3 1 0,2-2-7 0,-2 1-11 0,1-1-11 16,3 1-5-16,-2-4-1 0,3 4-7 0,0-11-6 16,0 14-5-16,3-8-1 0,1 2 5 0,-1 0-8 15,1-3 1-15,0 0 1 0,1 2 5 0,4-2 0 16,-1 4 1-16,0-4 4 0,-1 0 2 0,2 3 6 16,-3-3-1-16,0 3 0 0,-2-2 1 0,1 0 6 15,-3 0 7-15,2 1 5 0,-3-1 2 0,2 1 9 16,-3 3 3-16,-3 0-1 0,1-2-7 0,-2 1 4 15,0-1 0-15,-1 0-17 0,-2 2-8 0,4 0-14 16,-5-1-31-16,3 1-37 0,-3-2-39 0,1 3-149 16,-6 1-306-16,4-3 135 0</inkml:trace>
  <inkml:trace contextRef="#ctx0" brushRef="#br0" timeOffset="-133386.5">29900 12112 47 0,'0'0'188'0,"0"0"-9"15,40-4-13-15,-7-6-12 0,18-3-17 0,11-4-10 16,26-10-19-16,0-1-12 0,-1-3-31 0,5 0-34 16,-2 1-37-16,-1-4-50 0,-2 3-55 0,-28 12-77 15,1-3-203-15,-3 2 90 0</inkml:trace>
  <inkml:trace contextRef="#ctx0" brushRef="#br0" timeOffset="-106157.52">1104 2430 123 0,'0'0'167'0,"0"0"-5"16,0 0-8-16,-9-11-17 0,9 11-10 0,-7-6-10 15,7 6-8-15,-7-3-4 0,7 3-9 0,0 0-5 16,-5-4-9-16,5 4-4 0,0 0-10 0,-10 0-10 15,10 0-6-15,0 0 0 0,-12 9-6 0,7-4-4 16,-3 0-8-16,3 0 0 0,-4 4 1 0,4-1-3 16,-1 2-4-16,2-2-1 0,-1-2-2 0,1 1-4 15,1 0-2-15,1 4 0 0,-1-4-5 0,3-7 0 16,3 16 0-16,-2-7 0 0,5 0-7 0,-1-1 3 16,1-1-1-16,5 0 0 0,0 0 0 0,5 2-2 15,2 1-3-15,-2 0 3 0,10 0-3 16,-1-1 3-16,-6 0-4 0,0 1 2 0,0 0 0 15,-4 0 4-15,3 1-13 0,-4-3 6 0,0 1-1 16,-1 5 1-16,-2-7 1 0,-4 4 1 0,0-1 0 16,-3 0 1-16,0 3-2 0,-2-3-1 0,-2 0 2 15,0 2 7-15,-4-3-11 0,0 3-8 0,-5-2 6 16,0 4 1-16,-5-5-5 0,3-1 4 0,0-2-2 16,-1 1-1-16,0-1 6 0,-1-3-2 0,1-3-2 15,0 2 4-15,12-2 0 0,-20-2-3 0,10-3 2 16,1-1-1-16,3-3-7 0,0 1 1 0,2-3-4 15,-2-1 4-15,8-3 3 0,-2-2-5 0,6 0 0 16,-2-1 0-16,4 1 1 0,1-9-3 0,-1 8 5 16,5-3 0-16,-2-3-2 0,3 0 0 0,-1 2-2 15,0 0 2-15,-2 4 3 0,2-4-2 0,-2 5-4 16,-3 1 4-16,-1-2 0 0,0 1 2 16,0 2 3-16,-5 4 2 0,2-1 0 0,-2-1 2 0,-1 4 1 15,-1 9-3-15,-1-21-5 0,-1 12 6 16,-2-1-4-16,-3 1 4 0,0 2 2 0,7 7-1 15,-13-12 1-15,4 7 1 0,-3 5 1 0,2-2 1 16,-1-1-5-16,11 3 4 0,-25 5-1 0,9 0-3 16,4-1 2-16,-4 6-3 0,3 1-2 0,-1 0-1 15,1 3 0-15,3 2-6 0,0-1-19 0,1 0-37 16,6 2-21-16,1 1-41 0,2-2-37 0,2 4-115 16,1-5-302-16,6-1 134 0</inkml:trace>
  <inkml:trace contextRef="#ctx0" brushRef="#br0" timeOffset="-105987.27">1591 2605 78 0,'16'-3'116'16,"-16"3"-32"-16,8-4-28 0,-8 4-36 0,12-5-48 15,-2 1-27-15,-3 0-59 0,5-2 27 0</inkml:trace>
  <inkml:trace contextRef="#ctx0" brushRef="#br0" timeOffset="-105589.27">1885 2319 18 0,'0'0'142'0,"0"0"-2"0,0 0-2 16,-13 32-5-16,10-13-13 0,1 0-9 0,0 6-7 16,-1 0-11-16,1-7-7 0,0 7-2 0,2-5 3 15,0-1-12-15,0-3-10 0,2-1 0 0,-2-3-7 16,0-2-8-16,4-1-3 0,-4-9-3 0,0 15-6 16,0-15-2-16,1 12 1 0,-1-12-2 0,0 0 14 15,0 10 13-15,0-10 8 0,0 0 5 0,0 0 12 16,0 0-8-16,0 0-4 0,0 0-8 0,0 0-5 15,0 0-8-15,0 0-6 0,20-22-4 0,-9 16-4 16,-2-2-9-16,0-1-5 0,-1 4-1 0,3-1-5 16,-1 1-4-16,2 1-2 0,-5 1-3 0,-7 3 1 15,18 0-3-15,-18 0 0 0,14 1-1 0,-14-1 1 16,12 9-5-16,-8-3 2 0,1 4 2 0,-5 0-2 16,4 2 0-16,-4-12 2 0,-8 23-4 15,4-12 3-15,-2 1 0 0,-1-3-2 0,1 1-8 16,-2-1-13-16,1 0-21 0,0-1-19 0,1-1-34 15,-4 1-41-15,5-4-26 0,5-4-37 0,-12 7-171 16,12-7-394-16,0 0 175 0</inkml:trace>
  <inkml:trace contextRef="#ctx0" brushRef="#br0" timeOffset="-105407.67">2121 2452 133 0,'0'0'182'0,"0"0"-24"0,5-6-16 15,-5 6-5-15,0 0 5 0,0 0-3 0,0 0-7 16,0 0-11-16,8 20-10 0,-4-12-12 16,-3 3-4-16,3 1-12 0,-2 0-6 0,-1 3-4 0,2 3-9 15,-2-7-10-15,-1 2-28 0,2 2-38 0,-1-1-44 16,-1-4-55-16,1 1-65 0,-3 1-94 0,2-12-291 16,-2 17 130-16</inkml:trace>
  <inkml:trace contextRef="#ctx0" brushRef="#br0" timeOffset="-105054.95">2329 2285 23 0,'0'0'188'0,"0"0"-16"0,0 0-8 0,0 0-4 15,0 0-12-15,0 0-7 0,8 21 8 0,-8-21-5 16,1 28-13-16,-1-10-12 0,0 8-13 0,-1-8-9 15,2 10-8-15,-3-3-8 0,-1-6-10 0,3 1-10 16,0 5-21-16,-1-6-25 0,-1-4-34 16,5 2-31-16,-4-2-35 0,-1-2-46 0,1-3-39 15,-1 2-104-15,2-12-298 0,-9 16 132 0</inkml:trace>
  <inkml:trace contextRef="#ctx0" brushRef="#br0" timeOffset="-104936.02">2248 2484 53 0,'12'-5'42'0,"0"0"-59"0,1 2-16 0,-13 3 8 16</inkml:trace>
  <inkml:trace contextRef="#ctx0" brushRef="#br0" timeOffset="-104524.65">2757 2427 122 0,'0'0'202'16,"0"0"-17"-16,0 0-20 0,0 0-15 0,0 0-4 16,4 7-8-16,-4-7-13 0,0 0-3 0,-2 17-2 15,2-17-10-15,0 17-9 0,0-17-9 0,-4 16-11 16,4-6-3-16,0-10-8 0,-3 11-6 15,3-11-1-15,0 12-4 0,0-12-5 0,-3 10 2 16,3-10-11-16,0 0-1 0,-3 12 0 0,3-12 9 16,0 0 9-16,0 0 20 0,0 0-1 0,0 0 6 0,0 0-3 15,0 0-7-15,0 0-9 0,0 0-7 0,0 0-1 16,0 0-6-16,0 0-3 0,13-37-8 0,-7 20-2 16,3 0-4-16,0 0-2 0,1 2-4 15,0-2 8-15,-1 1-8 0,0 7-6 0,3-4-2 16,-3 3-3-16,0 3-3 0,-2 0-5 0,-7 7-2 15,12-6-1-15,-12 6-4 0,13-3-6 0,-13 3 11 16,0 0-8-16,21 9 0 0,-12-1 3 0,-2-1-1 16,0 2 1-16,1-1 2 0,0 0-7 0,-2 1 3 15,1 0-5-15,-2 3-6 0,1-2-11 0,-2-1-28 16,1 0-45-16,-1 2-49 0,-4-11-59 0,7 19-40 16,-4-12-247-16,-3-7-529 0,4 12 234 0</inkml:trace>
  <inkml:trace contextRef="#ctx0" brushRef="#br0" timeOffset="-104252.62">3082 2417 45 0,'0'0'159'0,"0"0"-17"0,0 0 2 16,0 0-12-16,0 0 3 0,9 29-15 0,-9-29-8 15,10 13-5-15,-3-9 7 0,-7-4 5 0,14 11 3 16,-14-11-2-16,12 5 5 0,-12-5 5 0,15 1-7 15,-15-1 0-15,0 0 1 0,23-2-1 0,-23 2-1 16,15-8-7-16,-15 8-1 0,15-9 0 0,-15 9 0 16,10-15-5-16,-10 15-14 0,8-16-4 15,-8 16-4-15,4-19-10 0,-4 19-8 0,-5-19-2 0,5 19-15 16,-12-17-4-16,12 17-6 0,-10-13-11 0,4 6-24 16,6 7-23-16,-14-6-35 0,14 6-39 0,-21-1-42 15,21 1-74-15,-20 5-56 0,8-1-224 16,12-4-527-16,-22 15 233 0</inkml:trace>
  <inkml:trace contextRef="#ctx0" brushRef="#br0" timeOffset="-104078.6">3362 2351 250 0,'14'-5'262'15,"-14"5"1"-15,0 0-3 0,0 0-20 0,0 0-17 16,0 0-26-16,0 0-18 0,0 0-20 0,0 0-16 15,0 0-16-15,0 0-22 0,0 0-30 0,17 7-40 16,-17-7-54-16,0 0-79 0,0 0-57 0,0 0-220 16,0 0-406-16,-18 32 181 0</inkml:trace>
  <inkml:trace contextRef="#ctx0" brushRef="#br0" timeOffset="-103724.31">3326 2560 176 0,'9'-9'218'0,"4"-4"-9"15,0-1-13-15,1-1-15 0,-2 0-13 0,8-5-10 16,-1-2-14-16,-4 8-9 0,-2-1-6 16,6-6-2-16,-6 7-12 0,-2-3-11 0,-2 1-15 0,0 2-2 15,-2 3-5-15,-1-5 3 0,-1 6 6 16,-2-1-2-16,-3 11 0 0,4-18-11 0,-4 18-7 15,0 0-10-15,-4-16-6 0,4 16-5 0,0 0-11 16,-9-10 0-16,9 10-9 0,0 0 3 0,0 0-13 0,0 0 0 16,0 0-5-16,-26 24-4 0,26-24-4 0,-5 14 1 15,3-4 0-15,2-10-4 0,2 17 1 16,-2-17 0-16,3 22-1 0,-2-12 0 0,-1-10-1 16,5 21-2-16,-4-11 2 0,2 1-1 0,-3-11-1 15,2 13-1-15,-2-13 3 0,3 18-5 0,-3-18-7 16,3 14-9-16,-3-14-10 0,0 0-22 0,-3 19-24 15,3-19-23-15,-6 13-59 0,6-13-52 0,-11 13-227 16,4-6-472-16,7-7 209 0</inkml:trace>
  <inkml:trace contextRef="#ctx0" brushRef="#br0" timeOffset="-103569.6">3697 2406 211 0,'0'0'298'0,"0"0"6"15,0 0-3-15,11-5-15 0,-11 5-26 0,0 0-18 16,0 0-39-16,0 0-19 0,0 0-32 0,10-7-45 16,-10 7-78-16,0 0-95 0,0 0-126 0,0 0-195 15,0 0-418-15,0 0 184 0</inkml:trace>
  <inkml:trace contextRef="#ctx0" brushRef="#br0" timeOffset="-102507.6">5031 3106 208 0,'3'-8'281'16,"-1"-1"-19"-16,-1 2-8 0,1-2-4 0,-2 9-11 0,0-12-7 16,0 12 2-16,0-9-11 0,0 9-16 0,0-8-27 15,0 8-8-15,0 0-14 0,0-8-23 16,0 8-11-16,0 0-23 0,0 0-9 0,0 0-12 15,0 0-10-15,0 0 6 0,0 0-14 0,0 0-10 16,2 30-5-16,-2-11-3 0,0-1-6 0,-1 9 0 16,0-2-7-16,-2-6-3 0,1 5 0 0,2 1-2 0,2-6 32 15,-2 1 6-15,-2-3-28 0,2 2 12 16,0 0-13-16,2-3-8 0,-4 0-29 0,2-2-38 16,-3 1-45-16,3-4-40 0,-1 1-39 0,-2-2-42 15,2 0-45-15,1 1-47 0,-3-4-214 0,-1-1-554 16,2-2 245-16</inkml:trace>
  <inkml:trace contextRef="#ctx0" brushRef="#br0" timeOffset="-102234.7">5029 3119 88 0,'7'-9'211'0,"1"2"-12"0,-1 0-11 0,2 2-16 16,4-1-13-16,-1 3-17 0,2 1-10 0,2 4-19 15,2 0-11-15,2 2-6 0,-1 2-14 0,0 4-7 16,-4 0-4-16,2 3-9 0,-2-1-2 0,0 2-5 16,-3 1-2-16,-2 2-1 0,0-2-2 0,-3 2 3 15,-3 0 4-15,-2 1 1 0,-2-4 1 0,-2 4 5 16,-2-2 5-16,-1-2-5 0,-7 2-1 0,2 0-1 16,-5-3-5-16,0 0-4 0,-6 2-8 0,5-3-7 15,-1-1-12-15,0-1-20 0,0-3-21 0,3 1-20 16,3-4-36-16,1 0-24 0,2-2-46 15,-1 0-41-15,9-2-218 0,0 0-433 0,0 0 192 16</inkml:trace>
  <inkml:trace contextRef="#ctx0" brushRef="#br0" timeOffset="-101938.72">5495 3324 64 0,'1'6'177'0,"2"1"-16"0,-2 0-8 16,1 0-10-16,1 1-16 0,0-2 20 0,1-2 11 16,-1 2 1-16,3 1 12 0,0-4 4 0,4 0 2 0,0 0 5 15,4-3-6-15,0 0-4 0,4-6-3 16,0 3-10-16,0-4-8 0,-1 0-8 0,1-4-6 16,-3 1-14-16,-1 0-2 0,-4 1-3 0,4-2 8 15,-7 2 0-15,-1-1-18 0,-2-1-27 0,-1-2 7 16,-2 3-11-16,-4-2-5 0,-2-4-5 0,-3 3-8 15,-2 4-15-15,-3-4-9 0,-3 3-9 0,-2 0-20 16,-6-1-17-16,-4 5-23 0,-3 1-32 0,-1 5-40 16,-1 1-56-16,-2 3-59 0,-3 3-86 0,-17 7-272 15,5 1-626-15,0-1 276 0</inkml:trace>
  <inkml:trace contextRef="#ctx0" brushRef="#br0" timeOffset="-101206.56">713 3264 56 0,'0'0'267'0,"0"0"-16"0,0 0 17 15,0 0-16-15,0 0-20 0,-26-30-17 0,26 30-22 16,0 0-27-16,0 0-17 0,0 0-17 0,0 0-18 16,0 0-8-16,0 0-1 0,0 0-3 0,0 0-1 15,0 0-7-15,-10 93-7 0,10-67-12 0,0-26-2 16,-1 60-10-16,-1-34-5 0,2-26-7 16,-2 52-5-16,2-52-5 0,-4 37-2 0,4-37-1 0,0 34-7 15,0-34-10-15,-8 27 5 0,8-27-1 0,0 0-3 16,0 0-14-16,-6 38-19 0,6-38-22 0,0 0-26 15,0 0-36-15,0 0-24 0,0 0-28 16,-9 26-32-16,9-26-56 0,0 0-204 0,0 0-474 16,0 0 210-16</inkml:trace>
  <inkml:trace contextRef="#ctx0" brushRef="#br0" timeOffset="-100924.65">580 3332 153 0,'0'0'190'0,"0"0"-24"0,0 0-7 16,16-43-9-16,-16 43-7 0,0 0-10 0,31-17-8 16,-31 17-9-16,36-6-11 0,-36 6-7 0,41 3-9 15,-20-1-3-15,0 2 0 0,-1 4-5 0,1 0-10 16,1 6 2-16,-4-2-5 0,3 5 3 0,-8-2-2 16,0 1-7-16,-1 1-5 0,-3-1-4 0,-1 1 2 15,-5 1 3-15,2 0 5 0,-5 0-3 16,0-2 0-16,-3 1-1 0,-2 2-7 0,-1-2 1 0,-1 1-17 15,-4-1 12-15,11-17-3 0,-35 38-6 16,16-19-5-16,-1-3-2 0,20-16-8 0,-40 26-13 16,21-14-31-16,19-12-14 0,-31 15-26 0,31-15-39 15,-25 10-51-15,25-10-55 0,0 0-223 0,-32 6-463 16,32-6 205-16</inkml:trace>
  <inkml:trace contextRef="#ctx0" brushRef="#br0" timeOffset="-100524.95">1087 3356 175 0,'0'0'261'0,"0"0"-16"0,0 0-9 15,0 0-25-15,0 0-16 0,0 0-17 0,10 0-19 16,-10 0-15-16,0 0-12 0,9-4-15 0,-9 4-8 15,11-3-7-15,1 1-18 0,-2 1 2 0,1-2-12 16,1 2-5-16,-1-2-8 0,3 2-7 16,-3-1-5-16,0 3-4 0,-1-2-9 0,0 1-4 15,-10 0-1-15,14 2-5 0,-9-1-2 0,-5-1-3 16,13 3-1-16,-7 1-3 0,-2-1 2 0,-4-3 10 16,8 12 10-16,-3-3 4 0,-1 0 6 0,-4 1-2 15,0 3 6-15,0 0 0 0,-2 5 0 0,1-2-8 16,0 4-1-16,1-1-2 0,-5 0 5 0,5 7-1 15,-5-3-2-15,2-4-3 0,-1-1-6 0,2 2-7 16,0-3 5-16,0 0-10 0,1-1 0 0,-1 0-3 16,1-3 5-16,0-1-8 0,-1 1 4 0,0 3-8 15,2-16-8-15,-2 23-20 0,0-13-32 0,2 0-43 16,-4-1-42-16,4-9-43 0,-4 13-47 0,2-6-67 16,2-7-205-16,0 0-534 0,0 0 236 0</inkml:trace>
  <inkml:trace contextRef="#ctx0" brushRef="#br0" timeOffset="-100369.09">1135 3637 70 0,'4'-10'210'0,"-4"10"-17"0,12-6-24 16,-3 4-16-16,9-3-18 0,2-1-7 0,7-1-28 15,0-2-36-15,2 1-53 0,3-1-99 0,-6 0-104 16,11-1-206-16,-8 0 92 0</inkml:trace>
  <inkml:trace contextRef="#ctx0" brushRef="#br0" timeOffset="-97790.95">4901 1907 178 0,'0'0'171'16,"0"0"-14"-16,0 0-7 0,0 0-5 0,0 0-17 16,-12 16-3-16,8-6-3 0,-2 6-6 0,2 0-15 15,-2 0-5-15,2 3-13 0,0-2-10 0,3 2-5 0,-2 0-6 16,1-2-4-16,0-5-8 0,4 5-5 15,0-1-4-15,-2 0-9 0,0 0 4 0,4-2-5 16,-1-2-3-16,0 0-3 0,1-1 2 0,1 5-15 16,-1-7-30-16,2 0-39 0,-2-1-44 0,2 1-53 15,-1-1-151-15,-1 0-331 0,-4-8 146 0</inkml:trace>
  <inkml:trace contextRef="#ctx0" brushRef="#br0" timeOffset="-97490.74">5137 1921 39 0,'0'0'189'0,"-11"-1"-12"0,11 1-11 0,0 0-11 16,-16 10-8-16,8-1-11 0,1-2-13 15,-1 2-11-15,2 0-11 0,-1 2-14 0,2-1-6 16,0 2-8-16,3 3-12 0,2-4-2 0,1 4-11 15,0-2-2-15,6 1-2 0,0 0-5 0,0-2-2 16,3 0-6-16,-3 2-1 0,1-2-7 0,1-4-4 16,4 3-5-16,-3-2 4 0,-3 0-3 0,0-1-4 15,1 0 3-15,-3-1-3 0,-5-7-3 0,6 14-2 16,-4-8 2-16,-2-6 0 0,-2 15 1 0,2-15-6 16,-9 16-10-16,-1-10-17 0,1 3-9 0,-1-4-21 15,-4 1-24-15,3 1-20 0,-7-2-40 0,6-2-31 16,-1 0-90-16,13-3-278 0,-21 3 123 0</inkml:trace>
  <inkml:trace contextRef="#ctx0" brushRef="#br0" timeOffset="-97307.14">5335 2046 118 0,'3'11'171'0,"-3"-11"-13"0,2 17-11 0,-2-6-13 0,0 1-7 16,2 2-17-16,-4-1-11 0,4 5-9 0,-2-7-6 16,2 5-5-16,-4 0-15 0,4-3-21 15,-1 3-34-15,-1-16-46 0,2 25-52 0,-2-15-130 16,-5 6-235-16,2-3 104 0</inkml:trace>
  <inkml:trace contextRef="#ctx0" brushRef="#br0" timeOffset="-96890.16">5579 2094 64 0,'0'0'173'16,"0"0"-4"-16,0 0-2 0,0 0-18 0,0 0-17 15,-41 0-11-15,41 0-19 0,0 0-11 0,-11 2-8 16,11-2-12-16,-8 5-10 0,8-5-3 0,-5 7-11 15,5-7 6-15,-4 12-6 0,3-3-6 0,1-9-1 16,0 17-12-16,0-7 1 0,0-10-4 0,1 23-5 16,-1-10 2-16,2-1 3 0,-2 0-10 0,3 4 0 15,-3-3 0-15,6 2 2 0,-6 1-4 0,-2 0 3 16,1-4-5-16,0 3-1 0,-2-1-4 0,1 1-21 16,-1-1-28-16,-2-2-45 0,0 1-38 0,-4 1-152 15,1-1-300-15,-2 0 133 0</inkml:trace>
  <inkml:trace contextRef="#ctx0" brushRef="#br0" timeOffset="-96458.33">5648 2197 53 0,'0'0'150'0,"0"0"-17"0,8-9-8 15,-8 9-18-15,0 0-8 0,0 0-9 0,0 0-6 16,17 0-8-16,-17 0-12 0,0 0-9 0,17 6-3 16,-17-6-6-16,12 7-7 0,-12-7-1 0,15 8-3 15,-15-8 1-15,11 8-10 0,-11-8 0 0,10 9-6 16,-3-5-3-16,-7-4 7 0,14 7 4 0,-14-7 13 16,16 3 9-16,-16-3 0 0,11 2 11 0,-11-2-4 15,0 0 1-15,24-5-9 0,-16 1 3 0,0-1 0 16,1 0 5-16,1-3 0 0,-4 0 2 0,4 2-2 15,-5-3-8-15,0 2 5 0,-2 0-1 0,0-3-3 16,-3 10 3-16,3-20-4 0,-2 9-2 0,-1 1 0 16,0 10 1-16,-3-17-2 0,1 5 0 0,2 12-2 15,-4-11 10-15,4 11-2 0,-4-10 5 0,4 10-1 16,-6-7-8-16,6 7-5 0,-7-6-7 0,7 6-5 16,0 0-4-16,0 0-2 0,0 0-7 0,-21 11 1 15,17-2-3-15,-1-1-9 0,1 1-15 0,1 3-18 16,2-2-21-16,1 1-27 0,3 6-20 15,-1-3-26-15,3-4-29 0,2 0-25 0,3-1-35 16,1-2-18-16,3-3-118 0,3 0-374 0,3 1 165 16</inkml:trace>
  <inkml:trace contextRef="#ctx0" brushRef="#br0" timeOffset="-96075.28">6180 2138 39 0,'-1'-11'169'0,"1"11"-5"0,0 0-4 16,-12-14-6-16,12 14-10 0,-10-6-1 0,3 4-6 15,0-1-7-15,7 3-4 0,-19 0-11 0,7 5-12 16,2-1-5-16,-3 0-1 0,-2 5-1 0,6-1-12 16,-1-1-6-16,1 0-4 0,1 3-13 0,3 0 0 15,0 1-9-15,1-3-8 0,3 3-3 0,-2-2-1 16,3-9-6-16,3 18-3 0,-1-11-3 0,-2-7-3 16,9 9-5-16,-2-6-6 0,2 2-2 15,-9-5-2-15,20 2-4 0,-10-2-4 0,-10 0-1 16,23-7-1-16,-10 4 0 0,-3-3 0 0,1-1 0 0,-3-2 3 15,0 2-3-15,-3-2 5 0,2-1-2 0,-3 0 6 16,1-2 3-16,0-2 4 0,-4 2 0 0,0-4-4 16,0-1 2-16,1 1 0 0,-4 0 0 0,1 0 6 15,1-1-2-15,-1 5 14 0,0 0 5 0,1 3 5 16,-2-2-2-16,2 11 6 0,-1-13-5 16,1 13-4-16,0-10-4 0,0 10-6 0,-2-5-6 15,2 5-4-15,0 0-4 0,0 0-1 0,0 0 0 0,0 0-4 16,-7 21 3-16,5-5 1 0,-1 2-3 0,0 0 0 15,2 7-17-15,-3-2-30 0,0 4-33 0,3-7-41 16,2 7-59-16,1 1-67 0,-2-3-191 0,2-6-464 16,2 0 206-16</inkml:trace>
  <inkml:trace contextRef="#ctx0" brushRef="#br0" timeOffset="-95574.8">6420 2096 155 0,'0'0'145'0,"14"12"1"16,-14-12 5-16,7 13-4 0,-5-4-7 0,3-1-2 16,-2 0-4-16,1 1-12 0,-1 1-5 0,-3-10 0 15,2 13-10-15,-2-13-9 0,4 10 8 16,-4-10-3-16,0 0 5 0,2 10 9 0,-2-10-3 16,0 0 6-16,3 7 3 0,-3-7-1 0,0 0 4 15,0 0 15-15,0 0 6 0,0 0 9 0,0 0-18 16,0 0-11-16,0 0-16 0,0 0-10 0,0 0-9 15,0 0-11-15,-2-35-10 0,4 25-17 0,-1-4 1 16,2-2-14-16,1-1-8 0,-1-2-4 0,5 3-13 16,1 0 0-16,-1 1-6 0,-1 5-7 0,1 2 0 15,-3 0-6-15,1 0-2 0,0 4 4 0,-6 4-6 16,16-8 0-16,-8 7 1 0,-8 1-4 0,20 3 4 16,-10 3-5-16,1 2 8 0,-2 1-4 0,1 3 3 15,-1 2 2-15,1-1 1 0,-2 3 4 0,-2-3-8 16,1 3 8-16,-1 1-6 0,-1-6-5 0,-1 0-19 15,0 2-25-15,-3-2-45 0,-1-11-36 16,2 24-44-16,-3-12-31 0,2 0-51 0,-1-12-34 16,3 18-183-16,-4-6-514 0,1-12 227 0</inkml:trace>
  <inkml:trace contextRef="#ctx0" brushRef="#br0" timeOffset="-95206.72">6801 2108 147 0,'0'0'198'16,"0"0"-14"-16,0 0-18 0,0 0-11 0,0 0-18 16,0 0-8-16,0 0-7 0,0 0-5 0,0 0-16 15,0 0-7-15,0 0-9 0,0 0-7 0,0 0-3 16,4 30-8-16,-4-30-8 0,4 14-3 0,0-7-11 16,-1 0 0-16,-3-7-6 0,7 11-4 0,-7-11-3 15,9 7 11-15,-4-4 0 0,-5-3 5 0,10 5 0 16,-10-5 4-16,15 0 10 0,-15 0-10 0,12 2 5 15,-12-2 6-15,0 0-3 0,18-6 1 0,-13 2 2 16,-5 4 1-16,9-9-4 0,-4 3-9 0,-5 6 0 16,8-13-4-16,-5 3-9 0,1 3 2 0,-2-3-6 15,-1-2-2-15,-1 12 6 0,1-12 3 0,-1 12-5 16,1-13 4-16,-1 13-1 0,0 0-2 0,3-11-9 16,-3 11-5-16,0 0-6 0,0 0-6 0,0 0-3 15,0 0 0-15,0 0-2 0,0 0 4 0,0 0-4 16,0 0-1-16,0 0-2 0,5 36-8 15,-5-23-12-15,-2-2-28 0,3-1-28 0,-1 2-36 0,0-12-39 16,1 24-41-16,0-10-29 0,3-2-42 0,1-1-162 16,-4 5-456-16,3-5 202 0</inkml:trace>
  <inkml:trace contextRef="#ctx0" brushRef="#br0" timeOffset="-94773.58">7049 2271 70 0,'0'0'212'0,"-4"-16"11"16,4 16-10-16,-4-18-2 0,3 7-17 0,-3-1 3 16,0 0-19-16,4-1-6 0,0 2-9 0,-1-2-11 15,2 0-7-15,1 2-11 0,-1-1-15 0,4 0-15 16,-3 2-12-16,2 1-10 0,-4 9-9 0,7-9-10 16,-3 5-8-16,-4 4-4 0,0 0-8 0,20 2-6 15,-20-2-3-15,16 7-3 0,-8 4-3 0,0-5-7 16,0 3 4-16,-1 1-4 0,4 2-3 0,-6-3 1 15,1 1-6-15,-1 0 5 0,-2-2-7 0,2-2 0 16,-1 3 5-16,-4-9-5 0,3 10-1 0,-3-10 0 16,0 0-2-16,4 11 6 0,-4-11 0 0,0 0 2 15,0 0-3-15,4 6 2 0,-4-6-6 0,0 0 3 16,0 0-4-16,0 0 0 0,0 0-1 0,0 0-2 16,0 0-3-16,1-36-3 0,1 26-2 15,0 0 3-15,4-6-3 0,-1 0-4 0,0 6 0 16,0 0-2-16,0 0 4 0,1 1-1 0,-2 4-3 15,-4 5 1-15,5-10-5 0,-5 10 5 0,8-6-6 0,-8 6 3 16,0 0 1-16,0 0 3 0,0 0 0 16,17 15-1-16,-14-7 6 0,1 4 0 0,1-3-3 15,-2 6 2-15,-1-3-13 0,1 0-7 0,0 3-20 16,-2 2-36-16,0-1-39 0,-1-4-35 0,0-12-41 16,3 26-50-16,-5-16-156 0,2-10-431 0,0 17 191 15</inkml:trace>
  <inkml:trace contextRef="#ctx0" brushRef="#br0" timeOffset="-93787.77">7389 1992 67 0,'0'-14'246'0,"0"14"-20"16,1-8-33-16,-1 8-13 0,0 0-23 0,0 0-18 15,0 0-6-15,0 0-7 0,0 0 2 0,0 0-7 16,7 39-16-16,-3-24-6 0,-4 6 4 0,2-6-7 15,-1 6-1-15,1-4-10 0,1-1-6 0,-3 2-5 16,-1-2-11-16,1-16 1 0,1 23-6 16,-1-13 1-16,0-10-10 0,-1 15-6 0,1-15 0 15,0 0-3-15,-4 17-3 0,4-17-3 0,0 0-2 16,0 0 1-16,-1 13 3 0,1-13 13 0,0 0 1 16,0 0-11-16,0 0-1 0,0 0-11 0,0 0-4 15,0 0-2-15,0 0-7 0,24-32-8 0,-16 23-3 16,3 2-1-16,-2-1 5 0,0 3-7 0,1 1-3 15,-3 0-1-15,-7 4-1 0,12-2 0 0,-12 2 0 16,0 0 1-16,0 0-1 0,20 10 2 0,-20-10 0 16,2 13-4-16,-2-13-9 0,-3 20-12 0,-5-4-5 15,0-6-13-15,-2 6-11 0,2-3-9 0,1-2 0 16,-2-1-3-16,2-5 4 0,7-5 4 0,-9 12 9 16,9-12 2-16,-7 7 8 0,7-7 6 0,0 0 4 15,0 0-5-15,0 0 11 0,0 0 6 0,0 0 5 16,0 0 5-16,0 0 3 0,0 0 4 0,38-20-1 15,-28 13 1-15,7 0 1 0,-3-2-3 0,-4 3 10 16,7-1-8-16,-7 2 2 0,1-2-3 0,0 1 3 16,-2 1-4-16,2-1 4 0,-1 0 0 0,-2 2-1 15,4-3 6-15,-12 7 5 0,7-8-2 0,-7 8 11 16,7-9-7-16,-7 9 0 0,4-11-5 0,-4 11 8 16,0 0-7-16,-3-17 5 0,3 17-3 0,0 0-1 15,-6-13 1-15,6 13-6 0,-8-8 4 0,8 8 0 16,-9-9 2-16,9 9 1 0,-8-4-5 15,8 4 0-15,-10-6-2 0,10 6 2 0,0 0-3 0,-15 2 1 16,15-2-5-16,-9 7 2 0,9-7 0 0,-14 16 2 16,9-8 0-16,0 0-4 0,5-8 3 0,-7 18-4 15,5-6 5-15,2-12 1 0,-3 17-3 0,3-17 0 16,1 20 1-16,-1-20 2 0,4 13-2 0,-4-13 0 16,5 10 2-16,-5-10-4 0,7 9 7 0,-7-9-2 15,0 0 4-15,0 0-1 0,16 5 3 16,-16-5-2-16,0 0 3 0,17-7 0 0,-17 7 4 15,14-6-4-15,-8 3 0 0,2-4-1 0,2 1-2 16,-2 0-1-16,0 0-2 0,-1-3 0 0,2 2 5 16,-2-1-5-16,-1 1 1 0,-6 7-3 0,9-11 0 15,-3 6-3-15,-6 5-4 0,9-6 5 0,-9 6-4 16,5-5-2-16,-5 5-1 0,0 0 3 0,0 0-1 16,0 0 4-16,14 11-4 0,-14-11 10 0,4 11-1 15,-1-2-1-15,-3-9 0 0,2 14 3 0,-2-14-2 16,3 15 2-16,-1-5-4 0,2-4 1 0,-4-6-1 15,5 12 0-15,-5-12 0 0,8 8 4 0,-8-8 8 16,6 6 10-16,-6-6 8 0,12 3 1 0,-12-3 1 16,0 0-5-16,20-6 7 0,-20 6-10 0,13-10 0 15,-6 6-2-15,-7 4-5 0,11-12 1 0,-6 5 6 16,0-1-15-16,-1-1 3 0,-1 0-3 0,-3 9-2 16,2-18-2-16,1 12 2 0,-3 6 2 0,2-13-5 15,-2 13-1-15,0-12-4 0,0 12 0 0,0 0 0 16,2-11-5-16,-2 11 0 0,0 0-3 0,0 0 3 15,0 0 0-15,0 0 2 0,0 0 3 0,0 0 2 16,0 0 3-16,-12 37-2 0,8-26-2 0,0 1 1 16,2 0 1-16,-1 2-1 0,2 2 7 0,1-4-21 15,-3 1-22-15,2-1-39 0,1-12-31 0,-2 18-38 16,2-18-40-16,-2 15-37 0,2-15-206 16,0 0-458-16,-3 10 204 0</inkml:trace>
  <inkml:trace contextRef="#ctx0" brushRef="#br0" timeOffset="-93554.3">7965 1984 102 0,'20'10'234'0,"-14"-2"-7"15,-1 1 6-15,0 3-15 0,3 3-5 0,-2 2-4 16,1 9-15-16,-2-9-19 0,-2 2-13 0,3 8-11 15,-4-3-21-15,2-4-6 0,-4 7-10 0,1-2-14 16,-2-8-9-16,0 9-23 0,-3-7-29 0,-3-1-29 16,-5 7-27-16,0-8-43 0,-7 4-42 0,0-2-67 15,-5-2-67-15,-8 1-133 0,-2 1-399 0,-12 3 177 16</inkml:trace>
  <inkml:trace contextRef="#ctx0" brushRef="#br0" timeOffset="-92206.64">5508 3966 52 0,'0'0'284'16,"4"-3"-9"-16,-4 3-6 0,0 0-12 0,3-6-12 16,-3 6-11-16,0 0-6 0,0 0-31 0,0 0-14 15,0 0-24-15,0 0-11 0,0 0-10 0,0 0-19 16,0 0-9-16,0 0-12 0,0 0-7 0,0 0-11 15,0 0 3-15,0 0-15 0,0 0-6 0,0 0-5 16,-14 25-7-16,4-19-7 0,1 8-4 0,0-1-7 16,-1-1-1-16,4-1-8 0,0-2 6 0,1 3-11 15,1-2 2-15,1 2-4 0,1-1 2 0,-1-1-10 16,1 2 3-16,2-2-8 0,0 0 22 0,0 1-18 16,0-3 1-16,3 1-2 0,-1-4 2 0,0 2 0 15,0 0-3-15,2-1-1 0,1-4 13 0,0 4-10 16,2-3-1-16,0 0-3 0,2-2 0 0,-1 0-1 15,0 1 2-15,3-2 1 0,-11 0 2 0,16-2 0 16,-6 1 0-16,0-1-1 0,-4 0 1 0,3-4-1 16,3 1 6-16,-5-1-3 0,1-2-1 0,1 0 1 15,-1 0-1-15,-2 1 2 0,-1-2 1 16,-2-1-4-16,-1-2 7 0,1 2-3 0,-2-3 6 0,2 2 5 16,-3-6-12-16,0 4-6 0,-3 0 2 0,1 1-2 15,-1-1 1-15,1 1 2 0,-1 2-4 0,0 0-3 16,-2 2 3-16,0-1-3 0,1 1 2 0,-3 1-12 15,2 1-18-15,-2 5-28 0,-3-4-32 0,-4 5-30 16,-3 1-43-16,-2 3-46 0,-1 1-56 0,-6 7-54 16,-3 3-162-16,2-1-518 0,-1-2 229 0</inkml:trace>
  <inkml:trace contextRef="#ctx0" brushRef="#br0" timeOffset="-91540.9">4747 4088 241 0,'3'-5'246'0,"-3"5"-9"0,0 0-17 0,0 0-18 16,0 0-21-16,0 0-13 0,0 0-21 0,0 0-12 15,0 0-12-15,0 0-10 0,-1 21 20 0,-5-11-10 16,1 3-10-16,-1 2 0 0,0 0-21 0,-2 1-5 15,4-1-11-15,0-3-8 0,2-1-6 0,-1 3-5 16,3-3-7-16,0 2-5 0,1-2-4 0,1 0-2 16,0-2 1-16,1-1-8 0,-1 0-3 0,4-2-2 15,-3-1-9-15,4 1 14 0,-1-4-14 16,-1 0 5-16,0 2 3 0,3-4 3 0,1 2 3 0,-9-2 4 16,15-2 6-16,-7 1-5 0,-1-3 0 0,1-2-2 15,-4 1 0-15,5-4-8 0,-3 0 18 0,-1 1 4 16,-2-3 2-16,1 0 4 0,-2 0-3 0,-2-1-6 15,0 1-10-15,-1-5 6 0,-1-2-8 16,-2 1-10-16,-1 0-5 0,-3 2 4 0,4 2 0 16,-2-2-6-16,1 4-2 0,-3 1-12 0,2 0-17 0,1 4-23 15,-2 0-36-15,1 1-39 0,-3 1-41 0,-4 4-35 16,-1 3-39-16,-1 2-47 0,-3 5-247 0,-7 1-564 16,2 4 250-16</inkml:trace>
  <inkml:trace contextRef="#ctx0" brushRef="#br0" timeOffset="-90990.36">4110 4146 164 0,'0'0'236'0,"5"-4"-3"15,-5 4-2-15,0 0-11 0,0 0-6 0,5-5-15 16,-5 5-16-16,0 0-15 0,0 0-15 0,0 0-12 16,0 0-11-16,0 0-12 0,0 0-9 0,-5 23-11 15,0-12-7-15,-2 2-13 0,2-1-6 0,-1 3-6 16,-1 1-4-16,2-1-9 0,1-4-7 0,3 1-7 16,-1-2-1-16,2 0-4 0,0 0-4 0,0-1-1 15,2 0-4-15,-1-2-2 0,2-2-3 0,3 3 0 16,1-3-1-16,-1-2 4 0,-1 1-4 0,-5-4 4 15,14 4 5-15,-6-4 10 0,2 0 4 0,-10 0-3 16,21-6 2-16,-12 4-1 0,1-2 2 0,-1-1 11 16,0-3 1-16,-3 2 2 0,2-2-7 0,-5 0-2 15,3-3-3-15,-1 2-5 0,-4-2-4 16,0 0-1-16,-1-2-4 0,-2 0 2 0,-2 0-11 0,1 1 1 16,-1 1-8-16,-1 1-15 0,-1-1-18 0,-3-2-17 15,1 4-31-15,-2 2-33 0,0 2-31 0,0 3-39 16,-8-1-43-16,5 3-53 0,-7 5-50 0,-6 2-166 15,7-1-521-15,0 2 230 0</inkml:trace>
  <inkml:trace contextRef="#ctx0" brushRef="#br0" timeOffset="-90454.59">3550 4249 230 0,'0'0'225'0,"0"0"-22"0,-3 8-12 16,3-8-14-16,-4 9-7 0,2-3-15 0,2-6-14 16,-1 13-11-16,-1-3-10 0,2-1-8 0,0 2-12 15,0-5-9-15,3 5-11 0,-2-4-8 0,0 0-6 16,2 0-8-16,0-1 0 0,-1 1 4 0,2-3 2 15,1 1 6-15,1-2 13 0,1 1-7 0,1-1 20 16,3-3-4-16,-2 0-11 0,1-2 18 0,2 2-3 16,-3-2 0-16,1-1-9 0,1 1 2 0,-3-1 6 15,-2-2 9-15,3 0-26 0,-1-2 12 0,0 0-1 16,-2-1-10-16,-1 0-4 0,-1-4 8 0,-3 5-6 16,3-3-1-16,-3-1-11 0,-1 1-20 0,0 10 12 15,-5-17-8-15,2 8-23 0,1 2 14 0,-2 0-4 16,0 2-14-16,-1-1-9 0,0 1-14 0,-1 1-33 15,-3 0-45-15,-1 2-43 0,-4 2-54 0,-4 4-62 16,1 3-75-16,-7 6-305 0,-1-1-669 0,1 0 296 16</inkml:trace>
  <inkml:trace contextRef="#ctx0" brushRef="#br0" timeOffset="-89837.71">2430 4261 152 0,'0'0'230'0,"0"0"-20"0,11 0-11 16,-11 0-8-16,0 0-12 0,0 19-9 0,-2-8-9 16,1-1-15-16,0 0-12 0,-2 0-12 0,2 7-9 15,-1-6-9-15,2-1-10 0,0 2-7 0,3-1-11 16,-2-5-6-16,2 4-8 0,1-1-7 0,1-1-5 15,1 1-1-15,-1-4 8 0,6-1 5 0,-2-1 6 16,1-2-8-16,0-1 3 0,0-1 13 0,2 1-3 16,-3-3 1-16,2 1-6 0,1-4 5 15,-2 0-14-15,-2 1 25 0,0 0-2 0,0-4 7 16,-3 2-1-16,0-1-26 0,-1-2 19 0,0 1-16 16,-3-1 1-16,1 0-9 0,-4-2-8 0,1 1 1 15,-3 1-5-15,0-1-5 0,-1 0-10 0,-1 0-8 0,-2 2-7 16,-1-1-20-16,-1 2-12 0,1 1-16 0,-4-1-29 15,3 4-31-15,-1 1-43 0,-3 2-43 0,-1 2-53 16,-4 4-53-16,-1 5-260 0,-4-3-591 0,-2 6 261 16</inkml:trace>
  <inkml:trace contextRef="#ctx0" brushRef="#br0" timeOffset="-89356.83">1872 4352 141 0,'0'0'211'0,"0"0"-13"0,0 0-9 15,0 0-19-15,0 0-7 0,0 22-18 16,0-17-9-16,0-5-16 0,-2 16-12 0,2-6-7 16,2-3-7-16,0 2-6 0,1 1-10 0,-1-1-7 15,1-1-8-15,0-1-5 0,2 2-5 0,0-3-5 16,-1-2 3-16,1 0 5 0,0 0 9 0,-5-4 6 15,10 6 6-15,-6-5 0 0,6-1-3 0,-10 0-5 0,13-1 2 16,-5-2-5-16,2 0-2 0,-1-4 1 16,-3 5 8-16,-6 2-13 0,15-13 8 0,-8 6-10 15,-2 0 3-15,-1-3 0 0,-2 5-15 0,1-3 3 16,1 2 5-16,-4-4-1 0,0 1-19 0,0 9-2 16,-5-19-11-16,2 11-13 0,-2 0-10 0,1 1-20 15,-2 0-23-15,1-2-32 0,-3 6-37 0,2 0-34 16,6 3-44-16,-18-1-39 0,5 5-40 0,-3 2-166 15,0 2-472-15,-1 1 209 0</inkml:trace>
  <inkml:trace contextRef="#ctx0" brushRef="#br0" timeOffset="-88790.66">1571 4311 77 0,'0'0'235'0,"0"0"-20"15,0 0-22-15,0 0-19 0,0 0-12 0,0 0-15 16,0 0-3-16,0 0-13 0,0 0-9 0,0 0-9 15,-9 29-9-15,9-18-10 0,0-1-10 0,-2 4-5 0,2-4-7 16,0 0-7-16,2 1-10 0,0-2-5 16,-2-9 0-16,4 19-9 0,-3-13-3 0,1 0-3 15,0-2-3-15,-2-4-5 0,7 10 1 0,0-6 1 16,-3-1 7-16,-4-3 4 0,11 3 6 0,-6-1 1 16,1-1 1-16,-6-1-1 0,16-3 1 0,-10 2 0 15,5-4 6-15,-3-2 0 0,0 3-1 0,-1-1-3 16,0-2-5-16,0-1-6 0,-2-2 6 0,-1 1-1 15,-1 1-2-15,-1 0-6 0,-1-2 3 0,-1-1-12 16,-3 2-6-16,0 0 2 0,-1 0-4 0,0 0-12 16,-1 2-14-16,-4 0-22 0,4 3-27 0,-6 1-38 15,1 3-45-15,10 0-44 0,-29 7-45 0,14 1-242 16,-12 6-509-16,11-4 225 0</inkml:trace>
  <inkml:trace contextRef="#ctx0" brushRef="#br0" timeOffset="-87638.51">702 4037 89 0,'0'0'192'0,"0"0"2"0,0 0-5 0,0 0-5 15,0 0-8-15,0 0-4 0,0 0-8 0,0 0-5 16,0 0-6-16,0 0-3 0,0 0-14 0,0 0-5 15,0 0-2-15,0 0-12 0,0 0-7 0,0 0-7 16,0 0-10-16,0 0-3 0,0 0-12 0,0 0-3 16,0 0-9-16,0 0-4 0,0 0 1 0,0 0-1 15,48-3-8-15,-16-1 0 0,17-8-8 0,4 1-16 16,5 1-10-16,-1 1-9 0,0 0-24 0,-3-4-29 16,4 3-28-16,-5 0-41 0,-14 5-32 0,12-3-49 15,-16 3-46-15,-1 4-187 0,-2-1-458 0,-2 4 203 16</inkml:trace>
  <inkml:trace contextRef="#ctx0" brushRef="#br0" timeOffset="-65533.01">572 3266 146 0,'0'0'205'15,"0"0"2"-15,0 0 3 0,0 0 1 0,0 0-2 16,0 0 2-16,0 0-18 0,0 0-13 0,0 0-19 15,0 0-16-15,0 0-9 0,0 0-13 0,0 0-4 16,0 0-17-16,0 0-2 0,-27-75-4 0,27 75-9 16,-12-27-4-16,12 27-11 0,-11-30-2 0,11 30-6 15,-11-31-9-15,11 31-2 0,-18-35-12 0,18 35-1 16,-12-34-7-16,12 34 1 0,-15-34-4 16,6 16-6-16,9 18-4 0,-19-35 0 0,19 35-6 15,-13-30-9-15,13 30 11 0,0 0 5 0,-11-30 1 16,11 30-10-16,0 0 5 0,0 0-6 0,-12-25 5 15,12 25-3-15,0 0-5 0,0 0-10 0,0 0 9 16,0 0-4-16,0 0 2 0,0 0-2 0,0 0-4 16,-12-24-6-16,12 24-11 0,0 0-13 0,0 0-21 15,0 0-19-15,0 0-28 0,0 0-36 0,0 0-19 16,0 0-15-16,0 0-28 0,0 0-22 0,0 0-28 16,0 0-129-16,0 0-406 0,0 0 180 0</inkml:trace>
  <inkml:trace contextRef="#ctx0" brushRef="#br0" timeOffset="-65308.05">432 2785 108 0,'0'0'118'0,"0"0"-1"15,0 0-7-15,0 0-6 0,0 0-10 16,0 0 1-16,0 0-9 0,-59 62-10 0,59-62-2 15,-20 22-10-15,20-22-9 0,-15 16-6 0,15-16 0 16,0 0-10-16,-25 25-16 0,25-25-27 0,0 0-28 16,-21 17-21-16,21-17-24 0,0 0-2 0,0 0-12 15,0 0-64-15,-24 12-167 0,24-12 75 0</inkml:trace>
  <inkml:trace contextRef="#ctx0" brushRef="#br0" timeOffset="-63418.08">895 4404 90 0,'0'0'144'0,"0"0"2"0,-2 10 0 0,2-10-5 16,0 0-1-16,0 0-4 0,0 0-7 0,-5 4-5 16,5-4-3-16,0 0 0 0,0 0-7 0,0 0 0 15,0 0-6-15,0 0-4 0,0 0-6 16,0 0-4-16,0 0-5 0,0 0-5 0,-5 3-7 0,5-3 1 15,0 0-9-15,0 0 1 0,0 0-6 0,0 0-3 16,0 0-6-16,0 0-4 0,0 0-7 0,0 0-1 16,0 0-4-16,0 0 6 0,0 0 0 0,0 0 6 15,0 0-4-15,0 0 2 0,0 0-6 16,0 0-1-16,0 0-1 0,0 0-1 0,0 0-9 16,0 0-3-16,0 0-3 0,0 0-7 0,12-19-1 15,-6 12 0-15,1-1-1 0,0-1-3 0,0 0-3 16,-3 0 1-16,5 1-5 0,-2-1 28 0,0 1-3 15,-3 1-1-15,2-1 0 0,-1 3-2 0,2-3-10 16,-2 2 3-16,-1 2 3 0,1-1-10 0,-5 5 5 16,6-9-8-16,-6 9-1 0,5-4-2 0,-5 4 2 15,4-4-4-15,-4 4 1 0,0 0-10 0,5-4 10 16,-5 4-3-16,0 0 2 0,0 0-3 0,0 0-2 16,0 0 0-16,0 0-4 0,5-6 2 0,-5 6 7 15,0 0-4-15,0 0-3 0,0 0-1 0,0 0-2 16,0 0 3-16,0 0 0 0,0 0-2 0,0 0 2 15,0 0-4-15,0 0-4 0,0 0 4 16,0 0 0-16,0 0 1 0,0 0-12 0,0 0 17 16,2 17-4-16,-1-10 3 0,-1 3 2 0,0 2-8 15,0 4 5-15,0-4 5 0,0 1 0 0,-1 1-3 16,1 5-3-16,0-3 8 0,-3 1-5 0,3-1 2 0,-2 3 2 16,2-3 1-16,-2-3-1 0,2 3-4 15,0-4 1-15,-2 5-11 0,-1-7 14 0,2 2 0 16,1 0-7-16,-3-1 8 0,3-1 0 0,0-10-2 0,-1 16 0 15,1-6-4-15,0-10 5 0,-2 10-7 16,2-10 7-16,-4 12-2 0,4-12 0 0,0 0-5 16,0 11 3-16,0-11 0 0,0 0 4 0,0 0-5 15,0 12 4-15,0-12 0 0,0 0-2 0,0 0 3 16,0 0-2-16,0 13-4 0,0-13 0 0,0 0 2 16,0 0-1-16,0 0-14 0,0 0 17 0,0 0 1 15,0 0-2-15,0 0-10 0,0 0 11 0,0 0 6 16,0 0-14-16,-3 9 9 0,3-9 1 0,0 0 1 15,0 0-1-15,0 0-5 0,0 0-1 0,0 0-4 16,0 0 0-16,0 0 0 0,0 0 3 0,0 0 2 16,0 0 0-16,0 0-1 0,0 0 1 0,0 0 1 15,0 0-7-15,0 0 8 0,0 0-4 0,0 0-2 16,0 0-3-16,0 0-7 0,0 0 14 0,0 0-5 16,0 0 9-16,0 0-2 0,0 0-12 0,0 0 12 15,0 0-2-15,0 0 6 0,0 0-7 16,0 0 0-16,0 0 3 0,0 0-5 0,0 0 0 15,0 0 1-15,0 0 1 0,0 0-3 0,-24-7-1 16,24 7 3-16,0 0 2 0,-13-2-3 0,13 2 0 16,0 0 0-16,0 0 0 0,-19-2-1 0,19 2 3 15,-10-1 0-15,10 1-1 0,-14 1-1 0,14-1 4 16,-13 2-2-16,13-2 2 0,-12 2-2 0,12-2 0 0,0 0 1 16,-16 1-10-16,16-1 9 0,0 0 4 0,-7 2-4 15,7-2 3-15,0 0-1 0,0 0 0 16,0 0 0-16,0 0-7 0,0 0 1 0,0 0 3 15,0 0 0-15,0 0-4 0,0 0 1 0,0 0 4 16,0 0-1-16,0 0 6 0,0 0-2 0,0 0-1 16,0 0-1-16,0 0-1 0,39 0 4 0,-28 2 0 15,3-2 4-15,4-2 2 0,0 1-5 16,0 1 5-16,-1-2-1 0,3 0 0 0,-2-3 3 0,0 3-2 16,-3 0-1-16,-2 2 2 0,-2-1-3 0,2 0-12 15,-4-1 12-15,-9 2-5 0,17-2 8 16,-17 2-4-16,10-2-9 0,-10 2 14 0,0 0 3 15,13-3 0-15,-13 3-1 0,0 0-3 0,0 0 0 0,8-4-1 16,-8 4 0-16,0 0-1 0,0 0-8 0,0 0 6 16,0 0-3-16,0 0-18 0,0 0-35 0,0 0-48 15,0 0-64-15,0 0-71 0,0 0-63 0,10 9-221 16,-10-9-560-16,0 0 249 0</inkml:trace>
  <inkml:trace contextRef="#ctx0" brushRef="#br0" timeOffset="-62528.57">893 4957 163 0,'0'0'293'0,"0"0"-15"16,-9-5-5-16,9 5-16 0,0 0-19 0,0 0-24 16,0 0-19-16,0 0-25 0,-5-3-17 0,5 3-18 15,0 0-16-15,0 0-17 0,0 0-9 0,0 0-7 16,2 19-11-16,0-8-5 0,-1 6-8 0,-1 2-6 16,2 0-4-16,0 6-7 0,0 0-4 0,0 0-6 15,-1-7-3-15,0 0 0 0,-1 0-4 0,1-1-6 16,1-1 3-16,0-3-5 0,-4-2-1 0,2 0-5 15,2 0 4-15,-2-11-4 0,0 17-3 0,0-7 2 16,0-10 1-16,2 12-1 0,-2-12 4 16,-2 14-6-16,2-14-4 0,0 0 0 0,2 11-2 15,-2-11-1-15,0 0-13 0,0 8-16 0,0-8-35 16,0 0-21-16,0 0-26 0,0 0-40 0,0 0-41 16,0 0-40-16,-13 1-28 0,13-1-149 0,0 0-439 15,0 0 194-15</inkml:trace>
  <inkml:trace contextRef="#ctx0" brushRef="#br0" timeOffset="-62238.52">752 5105 104 0,'0'0'136'0,"0"0"-5"0,0 0-17 16,0 0 4-16,0 0-18 0,0 0 7 0,0 0 2 16,0 0 3-16,0 0 5 0,30 42 0 0,-22-26-8 15,-2-1-8-15,1-2-3 0,1 4-7 0,-4-5-3 16,0 0-4-16,0-1-4 0,0 0-10 0,0-2-2 15,-1-1-5-15,1 2-1 0,0-4-6 0,-2 2-6 16,-1-4-5-16,-1-4-2 0,5 6-5 0,-5-6 14 16,2 5 10-16,-2-5 6 0,0 0 4 0,0 0 7 15,0 0 4-15,11 5 7 0,-11-5-20 0,0 0 0 16,18-10-10-16,-9 5-1 0,0-4-9 16,0 0-5-16,4-2-22 0,-4 1-21 0,5-2-29 0,-1 1-31 15,-2-2-36-15,1 2-48 0,-5 1-52 16,2 3-62-16,0 2-166 0,0-1-455 0,-3 2 202 15</inkml:trace>
  <inkml:trace contextRef="#ctx0" brushRef="#br0" timeOffset="-61808.47">555 5919 135 0,'0'0'233'0,"0"0"-3"0,0 0-6 16,0 0 1-16,0 0-12 0,0 0-10 0,0 0-16 0,0 0-16 15,0 0-12-15,0 0-13 0,0 0-13 16,0 0-11-16,0 0-9 0,0 0-9 0,0 0-12 15,0 0-2-15,0 0-5 0,0 0-14 0,0 0-16 16,0 0-18-16,0 0-34 0,0 0-31 0,82-14-38 16,-82 14-42-16,0 0-47 0,46-3-53 0,-46 3-203 15,0 0-446-15,40-2 197 0</inkml:trace>
  <inkml:trace contextRef="#ctx0" brushRef="#br0" timeOffset="-61437.93">865 5756 224 0,'-6'-7'292'0,"6"7"-9"0,-2-6-9 16,2 6-18-16,0 0-21 0,-3-7-24 0,3 7-21 16,0 0-22-16,0 0-21 0,0 0-15 15,0 0-17-15,0 0-5 0,0 0-15 0,0 0-12 16,7 25-7-16,-3-14-6 0,1 0-5 0,-1 7-7 15,3-3-7-15,-4 2-7 0,1-3 0 0,0-2-3 16,-2-2-8-16,1-1 0 0,-1 1-6 0,2-1 1 0,-1-1 5 16,-3-8-13-16,5 10 5 0,-3-4-5 15,-2-6-3-15,0 0 5 0,4 11 6 0,-4-11 13 16,0 0 10-16,0 0 5 0,0 0 2 0,4 6 6 16,-4-6 9-16,0 0-12 0,0 0-1 0,0 0-11 15,0 0-7-15,12-25 3 0,-10 16-4 0,5-3-8 16,0-6-8-16,1 1-15 0,-3-2-12 0,9-4-10 15,-8 4-23-15,3 2-16 0,0 1-23 0,0-1-29 16,0 5-39-16,-2 2-40 0,-1 0-40 0,3 2-38 16,0 2-13-16,0 2-6 0,-1 3-159 0,-8 1-474 15,19 4 210-15</inkml:trace>
  <inkml:trace contextRef="#ctx0" brushRef="#br0" timeOffset="-61154.73">1191 5834 121 0,'0'0'144'0,"0"0"14"0,5 3 13 0,-5-3 3 0,0 0 4 16,0 0-6-16,0 0-3 0,11-8-4 0,-11 8 1 16,6-8-8-16,-2 5-6 0,-4 3-6 15,8-14-13-15,-6 6-4 0,2-3-7 0,-1 0-9 0,1 0-1 16,-4-1 2-16,2 0-15 0,-2 0-2 16,0 12-12-16,0-24-2 0,-2 13 1 0,0 1 7 15,0 0-12-15,2 10-4 0,-4-15-7 0,4 15-3 0,-5-11-6 16,5 11-6-16,-4-10-7 0,4 10-8 0,-10-2-7 15,10 2-1-15,0 0-2 0,-18 16-9 16,7-2-2-16,2 0-8 0,1 4 4 0,-1-1-6 16,1 1 7-16,2-2-7 0,1 3-9 0,5-3-23 15,0 1-9-15,2-1-30 0,3 0-21 0,2 0-25 16,2-3-34-16,1 2-44 0,-1-7-42 0,5 4-36 16,-2-5-209-16,3 1-514 0,-4-3 228 0</inkml:trace>
  <inkml:trace contextRef="#ctx0" brushRef="#br0" timeOffset="-60757.59">1447 5828 59 0,'0'0'232'0,"0"0"-16"16,0 0-18-16,0 0-12 0,0 0-19 0,0 0-16 15,8-4-14-15,-8 4 1 0,0 0-1 0,0 0-13 16,0 0-11-16,0 0-9 0,3 18-12 0,-3-18-10 15,0 0-5-15,4 10-9 0,-4-10-2 16,0 0-7-16,0 0 1 0,5 8 3 0,-5-8 11 16,0 0 2-16,0 0 11 0,0 0 1 0,0 0 8 15,0 0 0-15,0 0 4 0,0 0 6 0,0 0-3 0,0 0-9 16,0 0 6-16,0 0-25 0,0 0 3 0,0 0-24 16,0 0-2-16,0 0-6 0,-5-41-1 15,8 30-7-15,-1-5-14 0,1 6-4 0,1-6-1 0,3 5-12 16,0 0 9-16,2 1 2 0,-2 0-6 15,-1 4-3-15,2-2-6 0,-3 4-5 0,-5 4-1 16,14-5-3-16,-14 5 13 0,17 2-17 0,-17-2 8 16,17 6-4-16,-6 0 0 0,-4 1 6 0,2 2-3 15,-1-1-2-15,-1 2-1 0,1 1 5 0,-2-1-1 16,0 2-3-16,-1-5-15 0,1 5-28 0,-1-3-28 16,-2 2-36-16,-1-1-50 0,-2-10-60 0,6 15-62 15,-6-7-232-15,0-8-558 0,0 0 248 0</inkml:trace>
  <inkml:trace contextRef="#ctx0" brushRef="#br0" timeOffset="-60455.66">1798 5746 73 0,'0'0'202'0,"0"0"-5"16,0 0-12-16,0 0-22 0,-3 28-2 0,3-28-13 0,4 9-12 15,-4-9-1-15,5 10 3 0,-5-10 3 0,5 9-7 16,-5-9-5-16,10 8-4 0,-4-4-5 0,-6-4-6 16,15 4-11-16,-8-4-5 0,-7 0-8 0,15 0 1 15,-15 0 2-15,17-3-7 0,-9-1-5 16,2-2-2-16,-10 6 1 0,12-6 5 0,-7 0-5 16,-5 6 3-16,8-11-7 0,-7 4-2 0,-1 7-5 15,0-14-8-15,0 14-5 0,-8-18-8 0,4 9-11 16,-1 0-8-16,-2 3-5 0,0-3-16 0,7 9-17 15,-11-9-27-15,2 6-28 0,9 3-42 0,-17-3-43 16,7 3-34-16,10 0-35 0,-18 5-59 0,8 1-188 16,10-6-504-16,-14 7 223 0</inkml:trace>
  <inkml:trace contextRef="#ctx0" brushRef="#br0" timeOffset="-60303.59">2056 5706 45 0,'0'0'278'0,"0"0"-6"15,0 0 0-15,11 1-6 0,-11-1-2 0,0 0-12 16,0 0-22-16,0 0-13 0,0 0-27 0,11 1-32 16,-11-1-24-16,0 0-35 0,0 0-43 15,0 0-57-15,0 0-62 0,0 0-70 0,0 0-70 16,0 0-187-16,0 0-421 0,-32 17 188 0</inkml:trace>
  <inkml:trace contextRef="#ctx0" brushRef="#br0" timeOffset="-60056.62">1399 6089 253 0,'0'0'281'0,"0"0"-4"0,0 0-7 16,0 0-15-16,57-10-11 0,-22 1-33 0,3 2-18 15,10-11-24-15,-10 7-16 0,12-1-15 0,-14 3-17 16,-1 1-8-16,-1 0-30 0,-1 0-32 0,-5 3-40 16,-1 0-55-16,-6-1-63 0,-1 2-68 0,-2 2-70 15,-6 0-131-15,0 0-406 0,-12 2 179 0</inkml:trace>
  <inkml:trace contextRef="#ctx0" brushRef="#br0" timeOffset="-57351.73">841 4049 33 0,'0'0'56'0,"0"0"-13"0,0 0 8 0,0 0-8 0,0 0 4 15,-45 40-8-15,45-40 1 0,-17 25 2 0,17-25-15 16,-19 29 8-16,19-29-3 0,-20 31-1 16,20-31 7-16,-17 35-1 0,4-12-6 0,13-23 13 15,-15 41-7-15,5-18 4 0,10-23-15 0,-15 37 13 16,8-14-10-16,7-23-3 0,-11 42 2 0,9-16-5 16,2-26 8-16,-5 45-6 0,5-45 3 0,0 50 6 15,0-50 0-15,5 40-1 0,-5-40-2 16,8 49-3-16,-2-32 6 0,-6-17 3 0,17 35 6 0,-17-35-4 15,23 31-1-15,-10-15 7 0,-13-16-1 0,27 26-4 16,-11-13 1-16,2-4 3 0,-2 0 1 0,1-1 1 16,3-2-8-16,-1-2 9 0,1-2 1 0,0 0-8 15,3-2-2-15,4-3 4 0,-5-1-4 0,0 0-4 16,4-1 2-16,-7-1-7 0,3-2-2 0,-3 2-2 16,-1-3-2-16,2-1-2 0,-5-2 3 0,3 2-6 15,1-1 0-15,-6-2-4 0,6 2 3 0,-6-3-6 16,1 0 4-16,1-7-5 0,-5 4 1 0,3-6-1 15,-5 6-4-15,-2-2 1 0,-1 0-4 16,3-8 4-16,-4-1-1 0,-4 3-3 0,2-6-1 0,-4 0 1 16,0 0-2-16,-1-2 1 0,-4 2-6 0,0 3 13 15,-1-1-7-15,1 1 4 0,-4 2-1 16,-1 0-1-16,-2 4 2 0,-1-1-2 0,5 8-1 0,-5 2 0 16,-2 4-7-16,0 1-2 0,-9 1-20 15,4 4-14-15,-5 2 4 0,-4 6-12 0,1 5-11 16,-1 5-17-16,-3 4-25 0,0 1-31 0,-5 8-21 15,8-6-129-15,-5 10-305 0,7-8 136 0</inkml:trace>
  <inkml:trace contextRef="#ctx0" brushRef="#br0" timeOffset="-55518.77">1559 4755 57 0,'0'0'171'0,"0"0"-10"15,0 0-3-15,0 0-13 0,0 0 2 0,0 0-12 16,0 0-9-16,0 0-4 0,0 0-6 0,-9 2-4 15,9-2-11-15,0 0-8 0,0 0-10 0,0 0-11 16,0 0-5-16,0 0-10 0,0 0-6 0,0 0-1 16,0 0-3-16,0 0-1 0,0 0-4 0,0 0-2 15,0 0-7-15,0 0-7 0,0 0 2 0,0 0-3 16,0 0-3-16,0 0 1 0,0 0-6 0,0 0-5 16,14 4 4-16,-14-4-7 0,11 2 2 0,-3-1-1 15,5 0 1-15,-2 0 2 0,3 2-3 0,3-2 2 16,2 2-3-16,-1-2-2 0,2 0-1 0,-1 1-2 15,1-2 0-15,0 1-3 0,-1-1 5 0,1 1-1 16,3-1-1-16,-3 0 1 0,1 0-2 0,0 2 0 16,0-1-1-16,6 2 1 0,-6-3 0 0,7 0 1 15,-6 0-2-15,-4 1-1 0,5 1-2 16,-1-2 3-16,4 1 5 0,-7-1-3 0,2 0-3 0,1 0 4 16,-2 0-3-16,1 0-3 0,-1-1 2 0,-1-1 0 15,-1 2 2-15,-2 0 1 0,4 0-1 0,-1-1 3 16,2 1 2-16,-1 0-6 0,-2-1 5 0,0-2-2 15,2 3 0-15,-2 0 0 0,0-2 9 16,1 2-7-16,-1-4-1 0,4 3 1 0,0 0-2 0,7 0 3 16,-2-1-3-16,1-1 2 0,0-1 2 0,3 2-6 15,-3-2 2-15,4 2-4 0,-1-2 4 0,-2 1-2 16,3-3-1-16,-1 2 1 0,2-1 1 0,-3 3-5 16,1-1 4-16,0-4-6 0,2 3 5 15,-1 1 2-15,0-1-1 0,-1 1-3 0,2 0 4 16,0-1-1-16,-6 0 2 0,7 3-1 0,-4-5 5 15,-2 2-2-15,0 0 0 0,1-1 1 0,-2 2 0 16,1-4 4-16,-6 7-5 0,1-5-2 0,3 3 0 0,-3 0-4 16,-3 1 6-16,2-3 2 0,0 1 2 15,-2 1-1-15,2-3-3 0,-3 2 0 0,0 1 1 16,-1 0-2-16,2-1 0 0,-1 1 0 0,-3-3 6 16,3 3-8-16,-4-3 5 0,3 2 1 0,-1 1 1 15,3 0 6-15,3 0-2 0,-1-2-2 0,4 3-3 16,3-4 0-16,-1 2 5 0,3 0-9 0,0-1 2 15,-3 0-1-15,2-2-4 0,0 0 3 0,3 2 0 16,0-1-4-16,0 2 4 0,1-1-2 0,0 0 0 16,-1 1 2-16,0 0-1 0,2 0-2 0,0-2 6 15,-1 2 2-15,2-3-1 0,-4 3 3 0,2 0 0 16,0-2-1-16,0 1 1 0,-1 2-1 0,0-2 12 16,-1 0-8-16,-4-1 0 0,1 3-4 0,-1-3-1 15,0 3 0-15,-6-1 1 0,4-2-3 0,3 0 2 16,-3 2-3-16,-3 0 3 0,-2 1-1 15,1 2-1-15,-1-3 0 0,-3 0-1 0,3-1-1 0,-1 1-1 16,-1-1 3-16,3 4-2 0,-5-3-1 16,2 3-2-16,0 0 1 0,-6-2-1 0,5-1-1 0,-7 3 4 15,1 0 3-15,0-2 1 0,-12 2 4 0,23-1-5 16,-11 1 2-16,-12 0-5 0,19-1 6 0,-11 0-2 16,-8 1-4-16,19-2 3 0,-8 2 7 0,-11 0-12 15,20 0 1-15,-12-2 3 0,-8 2-4 0,17 0 1 16,-17 0 2-16,19 0-9 0,-8 0 7 15,0-2-2-15,-11 2 0 0,22 0 6 0,-10-1-1 16,1-1 6-16,-1 4-3 0,2-4 5 0,0 2 1 0,3-2 1 16,2 4 1-16,-1-4-1 0,-18 2-2 0,30-1 1 15,-14 1 6-15,-4-1-4 0,9-1 2 0,-6 2-2 16,3-2 3-16,-1 0 4 0,1-1-5 0,1 2 2 16,1-2-7-16,-1 0 2 0,1 1-1 15,-1-1-1-15,0-1 4 0,-1 3-8 0,-2-2 8 16,-1 3 3-16,0-2-17 0,-15 2 11 0,25-3-5 15,-14 2 5-15,-11 1-3 0,24-4-2 0,-15 3 2 16,-9 1 1-16,19-2-1 0,-19 2-2 0,13-3 5 16,-13 3-5-16,0 0-3 0,15-3 2 0,-15 3-3 15,0 0-6-15,0 0 6 0,14-1-5 0,-14 1 1 0,0 0-26 16,0 0-16-16,0 0-33 0,0 0-35 16,7-2-40-16,-7 2-56 0,0 0-68 0,0 0-62 15,0 0-191-15,-45-1-565 0,15 1 250 0</inkml:trace>
  <inkml:trace contextRef="#ctx0" brushRef="#br0" timeOffset="-54931.15">3561 4755 10 0,'0'-9'303'0,"0"9"-17"0,0 0-10 0,1-8-12 15,-1 8-16-15,0 0-16 0,0 0-22 0,0 0-16 16,0 0-24-16,0 0-22 0,0 0-14 0,4-5-20 16,-4 5-8-16,0 0-12 0,0 0-14 0,6 20 1 15,-4-1 3-15,2 7 0 0,-3 3-11 0,2-1-10 16,-2 2-3-16,0-1-2 0,-1-2-4 0,2 0-8 15,-2 0-5-15,1-3-2 0,-2-6-3 0,1-2-9 16,1 3 5-16,-1-2-11 0,0-5 4 0,-1 1 7 16,2-3-15-16,-1-2 0 0,0-1-1 0,0-7-4 15,0 11-4-15,0-11 3 0,2 7-2 0,-2-7 4 16,2 6 0-16,-2-6-2 0,0 0-2 0,0 0 5 16,0 9 10-16,0-9 14 0,0 0-7 0,0 0 9 15,0 0-6-15,0 0-1 0,18-16-6 0,-9 7-8 16,6-4 1-16,-1-2-4 0,5-5 2 0,3-1-2 15,-3 2 0-15,1 0-5 0,2 0 0 0,-4 3-1 16,-3 3-6-16,0 2-10 0,-2 1-22 0,-5 2-20 16,4 2-25-16,-5-1-33 0,0 3-40 0,-2 0-48 15,-5 4-47-15,8-3-35 0,-8 3-10 0,0 0-188 16,0 0-512-16,0 0 226 0</inkml:trace>
  <inkml:trace contextRef="#ctx0" brushRef="#br0" timeOffset="-54740.94">3508 5141 97 0,'-8'-2'254'0,"-3"2"-3"15,0-2-18-15,0-1-12 0,-3-2-12 0,1 3-7 16,-4-4-8-16,6 3-5 0,-2-2-12 0,0 0-16 16,4 0-13-16,-1 2-17 0,1-2-17 0,-1-1-14 15,0 5-18-15,2-3-29 0,2 2-40 0,6 2-49 16,-14-3-60-16,14 3-56 0,-11-2-61 0,11 2-176 15,0 0-422-15,-16 11 188 0</inkml:trace>
  <inkml:trace contextRef="#ctx0" brushRef="#br0" timeOffset="-54186.47">3265 5510 149 0,'0'0'257'0,"0"0"0"16,-1 6 4-16,1-6 2 0,0 0-4 15,0 0-7-15,0 0-3 0,0 0-9 0,0 0-20 0,0 0-20 16,0 0-7-16,0 0-8 0,0 0-20 16,0 0-4-16,0 0-3 0,-23-15-4 0,23 15-3 0,-8-10-12 15,8 10-13-15,-1-14-15 0,-1 3-13 0,2 11-11 16,0-21-13-16,2 10-14 0,0 0-7 15,-1-2-11-15,2 2-3 0,6-2-13 0,0 1-5 0,-1 4-4 16,1-1-5-16,2 5-3 0,2-1 0 16,-2 2-8-16,3 1 0 0,3 1 5 0,-3 4-3 0,1 2 3 15,2 4-5-15,-5-3 3 0,1 6-7 0,-4-3 6 16,2 0-8-16,-2 1 7 0,-2-2-2 16,1 2 0-16,-4-1 5 0,2 0-4 0,-1-1-2 15,-1 0-6-15,-4-8 1 0,3 9 0 0,-3-9-4 16,0 0 4-16,4 12-3 0,-4-12 4 0,0 0 1 15,3 7 10-15,-3-7-4 0,0 0 1 0,0 0 5 0,0 0-7 16,0 0 2-16,0 0-1 0,0 0 0 0,0 0-6 16,0 0-8-16,-14-25 7 0,14 25-18 15,3-21 0-15,1 9 10 0,1-4-8 0,3 3-1 16,0-3 5-16,1 1-7 0,0 1 6 0,3 7 6 16,-3-3-2-16,0 3-7 0,0 1 5 0,1 1 1 15,0 2-4-15,-10 3 4 0,19-1 0 0,-19 1 7 0,20 7 2 16,-12-1-2-16,0 1 2 0,1 4-8 15,-3-3 9-15,2 4-10 0,0 2-9 0,-4-2-28 0,-1 0-20 16,3 4-34-16,-4-6-34 0,1 3-35 0,-2-2-39 16,3-3-43-16,-3 1-34 0,0 1-209 15,-1-10-539-15,1 12 238 0</inkml:trace>
  <inkml:trace contextRef="#ctx0" brushRef="#br0" timeOffset="-53590.34">3878 5325 52 0,'-6'-8'251'0,"6"8"-10"16,-8-7-8-16,4 4-11 0,4 3-12 0,0 0-6 15,-12-1-18-15,12 1-15 0,-18 6-16 0,10 1-10 16,0 1-17-16,1 1-14 0,-1 1-9 0,2-1-14 16,2 1-9-16,0 1-6 0,1-1-6 0,2-1-8 15,0-2-5-15,1 2-10 0,1-1-7 0,3-3-6 16,-1 0-12-16,3 2-3 0,0-5-3 0,2 2-4 15,2-3-5-15,2-1-2 0,2-1-2 0,-3-4 6 16,3 2-11-16,-2-2 3 0,-2-1-4 0,3 0 5 16,-3-3 2-16,-1 3 3 0,0 2 1 0,-3-6 2 15,-1 0 2-15,-2 1 4 0,1-1 2 0,-4 10 7 16,5-12 15-16,-5 12 14 0,4-13-2 0,-4 13 8 16,1-7 1-16,-1 7-7 0,0 0 1 0,0 0-5 15,0 0-11-15,1-12 0 0,-1 12-14 0,0 0 1 16,0 0-5-16,0 0 3 0,0 0-7 0,0 0-6 15,0 0 3-15,0 0-6 0,0 0 8 0,7 32-7 16,-7-32 4-16,5 8-1 0,1-2 6 0,2-2-18 16,2 0 0-16,-10-4-3 0,21 1 3 0,-4-1-7 15,1-1 8-15,0-3 3 0,3-1-3 0,-5 0 7 16,2 0-9-16,-6 0 1 0,0 0 3 0,-1-1-3 16,-4 3 3-16,5 0 1 0,-3-2-3 15,-9 5 5-15,8-9 0 0,-8 9 12 0,5-10 6 0,-5 10 2 16,3-8-1-16,-3 8 1 0,0 0 10 0,0 0-2 15,0 0-1-15,-7-18-3 0,7 18-4 0,0 0-6 16,-10-2-1-16,10 2-11 0,0 0 4 0,0 0-6 16,0 0 6-16,-23 10-4 0,23-10 0 0,-11 9 1 15,11-9-4-15,-5 11 9 0,5-11-14 0,-6 19 8 16,6-7-1-16,-4 4 1 0,4 1 6 0,0-3-20 16,0 3 9-16,0 2-5 0,-1-2 8 0,2 2-13 15,-1-1-1-15,-1 0-6 0,-1 0-12 0,1-3-6 16,0 2-6-16,-2-2-11 0,2-2-27 0,-3 2-31 15,2-2-30-15,-4-2-41 0,4 1-62 0,-1-4-42 16,-3 1-244-16,6-9-569 0,-11 13 251 0</inkml:trace>
  <inkml:trace contextRef="#ctx0" brushRef="#br0" timeOffset="-53104.03">4225 5393 166 0,'0'0'202'0,"6"-5"-6"16,-6 5-3-16,0 0-7 0,0 0-12 0,0 0-10 15,0 0-4-15,0 0-1 0,0 0 0 0,0 0-1 16,9-4 3-16,-9 4-4 0,0 0 1 0,0 0-7 16,0 0-1-16,0 0-3 0,0 0-12 0,8-5-14 15,-8 5-6-15,5-7-19 0,-5 7-5 16,10-13-9-16,-1 7-7 0,-1 0-10 0,-1-1-8 0,1 1-7 15,1 3-2-15,-2-4-6 0,-7 7-6 0,12-7-8 16,-6 4-6-16,-6 3 2 0,12-4 7 0,-12 4-17 16,11-1 5-16,-11 1-8 0,16 5 0 15,-16-5 0-15,15 7-2 0,-6-3 4 0,0 2 1 16,0-3-10-16,1 3 8 0,0-1-14 0,-1 0 1 16,3-5-13-16,-2 1 0 0,-10-1 2 0,25-4-10 15,-13 0-6-15,1 1 2 0,2-5 7 0,-4 3 3 16,1-3 0-16,-3 3 1 0,0-2 1 0,0-2 3 0,-3 3 3 15,0-3 0-15,-5 2 3 0,1 0 1 16,1 1 19-16,-3 6-9 0,0-14-3 0,0 7 0 16,0 7 8-16,-3-10 1 0,3 10 4 0,0 0 2 15,-3-11-2-15,3 11 11 0,0 0-14 0,0 0-2 0,0 0-7 16,0 0 0-16,0 0-2 0,0 0 5 0,0 0-2 16,-21 21 2-16,15-11-1 0,1 2-6 0,-2 0 2 15,5-1-8-15,-3 6-24 0,1-6-33 16,1 2-39-16,1-3-47 0,0 2-62 0,2-12-59 15,0 17-264-15,0-17-577 0,0 0 255 0</inkml:trace>
  <inkml:trace contextRef="#ctx0" brushRef="#br0" timeOffset="-52945.41">4584 5070 153 0,'0'0'169'0,"-2"-6"-41"0,2 6-37 16,0 0-36-16,0 0-32 0,0 0-54 0,0 0-67 15,0 0-107-15,0 0 48 0</inkml:trace>
  <inkml:trace contextRef="#ctx0" brushRef="#br0" timeOffset="-52683.75">4711 5085 123 0,'0'0'282'0,"2"-7"-17"0,-2 7-18 16,0 0-6-16,0 0 0 0,0 0 0 0,2-8-16 15,-2 8-15-15,0 0-21 0,0 0-24 0,0 0-20 16,0 0-16-16,0 0-18 0,0 0-8 0,0 0-3 16,8 18-4-16,-2-6 1 0,-3 5-13 0,-2-2 0 15,0 3-10-15,1 0-11 0,0 3 1 0,0-4-9 16,-2 1-4-16,-2 0-4 0,2 0-9 0,-1-2 1 15,1 0-5-15,-1-3 1 0,1-3-42 0,0-10-38 16,0 16-41-16,2-9-39 0,-2-7-35 0,0 0-49 16,0 18-28-16,0-18-41 0,0 9-178 0,0-9-493 15,0 0 219-15</inkml:trace>
  <inkml:trace contextRef="#ctx0" brushRef="#br0" timeOffset="-52337.73">4763 5195 104 0,'0'0'121'0,"11"-6"2"0,-11 6 7 0,12-3-7 16,-12 3-9-16,12 0 8 0,-12 0 3 0,15 7 0 15,-9-3-2-15,-6-4-10 0,11 12-2 0,-6-7-8 16,2 2-7-16,-2 1 3 0,1 1-2 0,-1-2-11 16,1 1-8-16,-6-8-10 0,6 11-3 0,-2-6-6 15,-4-5 4-15,12 8 5 0,-12-8 0 16,10 4 3-16,-10-4-2 0,14 1 0 0,-14-1-4 15,14-3-3-15,-14 3-1 0,15-5-4 0,-6-1 4 0,-3 2-4 16,-6 4 0-16,13-12 0 0,-9 6 1 0,-4 6-7 16,10-13 7-16,-7 5-10 0,1 3-4 0,-4 5 1 15,2-15-1-15,-2 15-8 0,4-10 6 0,-4 10 4 16,1-12 4-16,-1 12-1 0,5-8-4 0,-5 8-3 16,0 0-8-16,0 0-8 0,0 0-6 15,4-7-3-15,-4 7-5 0,0 0 0 0,0 0-1 16,0 0 0-16,0 0 6 0,0 0-2 0,5 28-18 0,-5-28-22 15,3 15-44-15,-2-6-50 0,-1-9-60 16,5 15-55-16,-2-8-47 0,1 0-219 0,-4-7-539 16,12 8 238-16</inkml:trace>
  <inkml:trace contextRef="#ctx0" brushRef="#br0" timeOffset="-51757.6">5284 5164 67 0,'-1'-11'242'0,"1"11"2"0,-8-9-2 15,3 4 10-15,-1 3 7 0,-1-4-19 16,7 6-7-16,-18-4-19 0,8 4-16 0,10 0-12 16,-22 2-12-16,11 3-21 0,-6 0-16 0,3 3-14 15,-1 1-6-15,2 4-14 0,-1-2-9 0,4 2-11 0,1-4-9 16,1 0-7-16,4 1-9 0,1 1-3 0,-1-2 4 16,4-9-14-16,1 15-8 0,3-7-11 0,-4-8-4 15,10 13-11-15,-2-9 3 0,3 0-4 16,2-3-5-16,0-1-8 0,-13 0-8 0,32-9 4 15,-15 6 0-15,-1-3-3 0,-1-2-1 0,-5 2 3 16,1-2-1-16,-1-3 9 0,-1-1-4 0,-3 2-4 0,-1-4 1 16,-1-2 1-16,0 3 4 0,-4-4 0 15,4 1-1-15,-3-3-2 0,0 1 3 0,1-7 8 16,-2 6-6-16,-2 1 8 0,1 1 12 0,1 1 0 16,-1 0 5-16,1 1 0 0,-1 4-6 0,-1 2 7 15,2 0 3-15,0 9-4 0,-2-10 7 0,2 10-17 16,0-7-5-16,0 7-3 0,0 0 2 0,0 0-3 0,0 0-1 15,-5 24 2-15,3-6-3 0,0 1-4 16,-2 6 11-16,1-5-10 0,3 5 1 0,-1-1 5 16,1 2 5-16,1-8-8 0,2-1-2 0,0-1 4 15,2-1 1-15,2-1-2 0,0-2 3 0,2-4-1 16,0 1 7-16,2-4 1 0,2 0 11 0,3-1-15 16,0-1 15-16,3-3-14 0,-2-1 1 0,1-5-5 15,-1 1 4-15,-1-3-4 0,0 2 1 0,-4-1-5 16,-2-2 5-16,7-2 3 0,-10 1-6 0,2 1 1 15,-1-3-7-15,-3 3 5 0,-2-4 6 0,-1 3 1 16,-1 0 3-16,-1 10 8 0,0-17-1 0,0 17 2 16,-3-11-1-16,3 11 2 0,-11-6-4 0,11 6-6 15,-17 2 6-15,1 5-9 0,6 0-3 0,-4 2-3 16,4 0-2-16,3 0 0 0,0 1 5 0,1 1-18 16,5 0-33-16,1-11-37 0,3 16-53 0,1-4-73 15,-4-12-72-15,20 11-83 0,-8-7-217 0,7-2-624 16,-1-4 277-16</inkml:trace>
  <inkml:trace contextRef="#ctx0" brushRef="#br0" timeOffset="-51170.23">5963 5136 143 0,'0'0'408'0,"-2"-9"-43"0,2 9-20 0,0 0-16 16,0 0-28-16,0 0-27 0,0 0-23 0,-11-6-26 16,11 6-25-16,0 0-26 0,0 0-14 0,-18 10-18 15,12-5-13-15,2 0-12 0,0 0-17 0,0 2-10 16,2 0-8-16,2-7-5 0,-4 12-11 0,2-5-10 16,2 3-5-16,0-10-11 0,3 10-2 0,1-5-1 15,0-1-8-15,1 1-8 0,0-2 2 0,2 1-15 16,0-3 8-16,1-1-10 0,-8 0-7 0,16-3-2 15,-7 0 0-15,0-1 4 0,-1-1-3 0,-3 1-12 16,0-2 1-16,-1-1-2 0,0 0-1 0,-3-1-1 16,0-2 7-16,-2 1-1 0,0-2-2 0,-1-1 2 15,-1 1-3-15,0 0-2 0,-1 2 4 0,2-1 2 16,-5 2 0-16,5 2 2 0,-1-1 4 0,3 7-1 16,-4-7-3-16,4 7 3 0,-2-7 1 0,2 7-4 15,0 0 0-15,-3-6 4 0,3 6-12 0,0 0-9 0,0 0 5 16,0 0 2-16,13-7-10 0,-13 7-13 15,18-3-7-15,-5-1-6 0,-2-1 0 0,8-2 5 16,0 1 0-16,-6-2 4 0,1 2 7 0,-3-2 3 16,2-1 6-16,-6 1 8 0,1 0-7 0,-3-2 5 15,-1 3 3-15,1-2 6 0,-4-2 0 0,0 2 8 16,-1-1 10-16,0 10 2 0,0-14 7 0,-2 8 14 16,2 6 4-16,-4-13 9 0,1 8 7 0,3 5 1 15,0 0-9-15,-2-11-8 0,2 11-7 0,0 0 2 16,0 0-4-16,0 0 10 0,-4 33 2 0,0-12 9 15,-1 5-9-15,0 3-5 0,-3 1-3 0,2-1-2 16,3 2 4-16,-1-3-8 0,-1 2 0 0,3-3 0 16,-2 0 0-16,1-2-8 0,3-6-25 0,-1 0-35 15,1 0-40-15,1-2-37 0,-1 0-56 0,0-1-63 16,0-7-48-16,0 4-224 0,0-13-558 0,0 0 246 16</inkml:trace>
  <inkml:trace contextRef="#ctx0" brushRef="#br0" timeOffset="-51005.58">6056 5150 225 0,'5'-4'200'16,"4"-3"-19"-16,0 0-23 0,2 0-31 0,2-3-41 16,4 2-39-16,1-4-43 0,6 1-45 0,2-3-33 15,-1 0-79-15,-1 4-164 0,-6 0 72 16</inkml:trace>
  <inkml:trace contextRef="#ctx0" brushRef="#br0" timeOffset="-50803.51">6467 4856 8 0,'4'-10'254'0,"-1"0"-1"15,-2 2 0-15,-1 1-1 0,0 7-3 0,3-11-17 16,-3 11-18-16,2-5-23 0,-2 5-21 0,0 0-13 16,0 0 3-16,0 0 6 0,0 0 5 0,0 0-15 15,-5 45 14-15,3-26-33 0,-2 5-8 0,0 1-11 16,-1 2-14-16,-2-2-5 0,2 1-14 15,-1-1-4-15,0-6-11 0,0-2-19 0,4 1-25 0,-2 0-17 16,-1-2-33-16,2-4-44 0,0 5-43 16,0-8-42-16,-1 1-47 0,4-10-39 0,-2 13-27 0,2-13-218 15,-7 8-525-15,7-8 232 0</inkml:trace>
  <inkml:trace contextRef="#ctx0" brushRef="#br0" timeOffset="-50108.56">6425 5042 57 0,'7'-11'138'0,"2"-5"-11"15,3 1-2-15,2-6 8 0,3 2 4 16,-5 5-1-16,2-1-1 0,0-1 3 0,-3 2 5 16,2 0-2-16,-2 0 2 0,-1 1-5 0,-2 3 7 15,0-1-5-15,-3 2-9 0,3-4-8 0,-4 4-3 0,-2 2 5 16,3-2 1-16,-5 9-2 0,5-10 1 0,-5 10-17 16,4-9-19-16,-4 9-5 0,0 0-4 15,3-8-9-15,-3 8-10 0,0 0-10 0,0 0-5 16,0 0 0-16,0 0 5 0,0 0-5 0,0 0-6 15,-5 41 0-15,1-23-9 0,0-1 0 0,-1 1 1 16,0-2-5-16,1 0-10 0,4-3 4 0,-3 3-4 16,2-5 1-16,-1 0-2 0,-1-1-4 0,3-10 3 15,-1 16-16-15,-2-9 6 0,3-7-4 0,-1 10-1 16,1-10-9-16,0 0 1 0,0 0-2 0,-1 14-2 16,1-14-3-16,0 0 3 0,0 0 2 0,0 0-6 15,0 0 9-15,0 0-3 0,0 0 3 0,0 0-1 16,11 3 0-16,-11-3-4 0,0 0 7 0,0 0-4 0,21-3 5 15,-21 3 0-15,11 3 2 0,-11-3 7 16,14 4-5-16,-4 1 3 0,-3-2-5 0,2 2 4 16,1 0 3-16,0 2-3 0,-2-4 10 0,3 4-9 15,1-3 1-15,-2-2-1 0,3-1 4 0,0-1 1 16,4-2-4-16,2-3 2 0,0 0-3 0,0 0-5 16,-3-2 6-16,2 1 3 0,-4-1 0 0,3 0-2 0,-8 1 16 15,0-1 9-15,0-1-3 0,-3 0-6 16,-1-1-3-16,-1 0-1 0,0 1 0 0,-4-2 9 15,1 1-11-15,-2 0 3 0,1 9 3 0,-4-13 4 16,-1 7 9-16,5 6-14 0,-13-6-7 0,4 3 5 16,9 3-6-16,-24 6-1 0,11-1 0 0,-2 4-1 15,0 1-1-15,2 1-5 0,3-2 3 0,-1 4 4 16,4-3-3-16,0-1 0 0,4-1 6 0,0 1-16 16,3-9 3-16,-1 12 2 0,1-12-12 0,0 0-5 15,7 14-9-15,-7-14-13 0,16 3-9 0,-9-3-8 16,2-3 2-16,3 2-2 0,-3-2 10 0,1-1-8 15,-1-1-3-15,-2 2 12 0,0 0 2 0,-7 3 5 16,13-6 1-16,-8 2 7 0,1 3-1 0,-6 1 4 16,8-5 0-16,-8 5 0 0,5-2 2 0,-5 2 11 15,0 0-8-15,0 0 7 0,15 2 9 0,-15-2 1 16,5 6 3-16,-5-6-1 0,7 6 3 0,-3-1-2 16,-4-5 1-16,7 6-2 0,-3-2-2 0,-4-4-15 15,7 4-37-15,-7-4-40 0,0 0-41 0,0 0-54 16,12 3-34-16,-12-3-44 0,13-7-153 0,-13 7-455 15,13-11 201-15</inkml:trace>
  <inkml:trace contextRef="#ctx0" brushRef="#br0" timeOffset="-49924.82">7104 4737 125 0,'2'-10'234'0,"-2"0"15"0,2 0 5 15,0 4 3-15,-2 6-13 0,2-9-19 0,-2 9-25 16,2-7-17-16,-2 7-15 0,0 0 7 0,0 0 22 15,0 0-7-15,1 34-13 0,-3-16-9 0,1-2-25 16,-2 9-13-16,-1 0-13 0,2 0-14 0,-1-6 3 16,-1 0-18-16,2 0-18 0,1 1-48 0,-1-2-49 15,0-1-60-15,-1-1-64 0,2-4-69 0,-1-3-71 16,2-9-218-16,-5 14-550 0,5-14 244 0</inkml:trace>
  <inkml:trace contextRef="#ctx0" brushRef="#br0" timeOffset="-49776.13">7025 4820 184 0,'5'-2'214'0,"0"-3"-25"0,5 0-14 0,-1 2-23 16,1-1-13-16,3 2-14 0,-1-1-31 0,0 0-39 16,0 3-58-16,-1-4-61 0,1 4-146 0,-12 0-228 15,0 0 101-15</inkml:trace>
  <inkml:trace contextRef="#ctx0" brushRef="#br0" timeOffset="-49285.61">4722 5857 283 0,'0'0'340'0,"0"0"-34"16,0 0-28-16,0 0-34 0,0 0-24 0,-1 6-27 16,1-6-17-16,0 0-17 0,0 0-16 0,0 10-12 15,0-10-7-15,-2 9-8 0,2-9-8 0,0 9-15 16,0-9-6-16,2 8-5 0,-2-8-1 0,0 7 6 15,0-7 9-15,0 0 3 0,0 0-4 0,0 0 4 16,0 0 5-16,0 0 6 0,0 9-5 0,0-9 7 16,0 0 0-16,0 0-6 0,0 0-6 0,0 0-9 15,0 0-12-15,0 0-15 0,10-22-8 0,-5 12-11 16,4-4-1-16,2-1-8 0,3 1-9 0,2-1 3 0,0 3-9 16,-2 0 0-16,4 0 7 0,-4 3-7 15,-2 4-13-15,1 0 4 0,-2 3-10 0,1 0 4 16,-2 3-13-16,1-1 11 0,-1 3 5 0,1 0-4 15,-1 1-1-15,-1 1-4 0,0 0 4 0,1 1-1 16,-2 2-9-16,-1-1 13 0,0-1-15 0,-1 1-19 0,2-1-40 16,-2 0-21-16,-1-1-33 0,-1 0-24 0,0 2-35 15,2-3-31-15,-2 1-39 0,1-1-24 16,2 1-26-16,-2 0-19 0,1-2-184 0,-6-3-544 16,16 2 241-16</inkml:trace>
  <inkml:trace contextRef="#ctx0" brushRef="#br0" timeOffset="-49056.56">5207 5806 100 0,'0'0'233'0,"0"0"-22"0,0 0-25 16,0 0-17-16,0 0-21 0,8-1-13 0,-8 1-5 15,0 0-9-15,0 0-14 0,0 0-12 0,6 11-9 16,-6-11-3-16,8 5 3 0,-2-5-5 0,-6 0-1 0,13 3-1 16,-4-2-5-16,-9-1 5 0,18-2-6 15,-8-2 8-15,-1 3-6 0,0-4 9 0,-2 2 11 16,0-1 2-16,-2-1 3 0,-1 0 2 0,-4 5-6 15,1-13-4-15,-1 13-2 0,-1-13 3 0,1 13-7 0,-5-15-14 16,0 9-4-16,-1 1-9 0,-2-3-6 0,0 0-26 16,-1 2-17-16,0 1-27 0,0-1-39 0,0 2-50 15,1-1-84-15,1 3-103 0,-2-3-220 16,4-1-555-16,0 3 246 0</inkml:trace>
  <inkml:trace contextRef="#ctx0" brushRef="#br0" timeOffset="-48919.5">5616 5699 311 0,'8'2'463'0,"-3"0"-53"16,0 1-32-16,-5-3-43 0,7 3-37 0,-7-3-21 15,6 4-28-15,-6-4-37 0,0 0-57 0,0 0-77 0,0 0-99 16,0 0-141-16,0 0-336 0,0 0-538 0,-29-18 238 16</inkml:trace>
  <inkml:trace contextRef="#ctx0" brushRef="#br0" timeOffset="-38057.87">819 6953 109 0,'0'0'144'0,"0"0"-13"0,0 0 0 0,0 0-25 16,0 0-3-16,0 0 3 0,0 0 0 0,0 0 0 16,0 0-1-16,0 0 1 0,0 0-8 0,0 0-11 15,0 0-3-15,0 0-3 0,0 0-3 0,0 0-5 16,0 0-3-16,0 0-5 0,0 0-2 0,0 0-3 15,0 0-6-15,0 0-2 0,0 0-5 0,0 0-7 16,0 0 0-16,0 0-8 0,0 0 1 16,0 0-1-16,0 0-2 0,0 0-3 0,0 0 1 15,0 0-2-15,0 0 0 0,0 0-2 0,0 0 2 0,0 0-7 16,0 0 2-16,0 0 0 0,0 0-3 0,0 0 6 16,0 0-9-16,0 0 5 0,0 0-3 0,0 0 30 15,0 0-4-15,0 0 0 0,0 0-8 16,0 0-1-16,0 0-6 0,-35 57-4 0,35-57 1 15,0 0-5-15,-11 25 0 0,11-25-1 0,0 0-5 0,-13 25 1 16,13-25-2-16,0 0-2 0,0 0-3 16,-10 33-1-16,10-33 3 0,0 0-2 0,0 0-2 0,-10 38 3 15,10-38-1-15,0 0-1 0,0 0-2 16,-2 38-2-16,2-38 5 0,0 0-5 0,0 0-1 16,1 36 2-16,-1-36 0 0,0 0 0 0,0 0 0 15,0 0-1-15,9 40-1 0,-9-40 1 0,0 0 1 16,14 20 1-16,-14-20-3 0,0 0 2 0,0 0-1 15,20 22 2-15,-13-18-2 0,0 0 2 0,-1 0 2 0,1-1-5 16,-1-1 10-16,-6-2-1 0,14 2 1 16,-9 0 3-16,3-1 0 0,-8-1 1 0,16 0 2 15,-9 0-1-15,-7 0-3 0,14-3 2 0,-7 1 3 16,1 0-1-16,-1-1-2 0,-7 3 3 0,12-4-1 16,-4 2-3-16,-3-2 0 0,2 1-1 0,0-4-1 15,2 2 2-15,-3-4-3 0,1 0-2 0,-3 0 1 16,3 1-2-16,-2-2 6 0,2 3-11 0,-3-3 2 0,0 1 0 15,1-1-3-15,0 0 2 0,-3 0 1 0,2 0 1 16,-1-2-1-16,1 2 2 0,-2-2 2 16,0 1 2-16,0-1-2 0,-1 3-1 0,-1-1 5 15,2 0-3-15,-1-2 3 0,-1 2-11 0,-1-1 14 16,-1 4 1-16,2 7-2 0,-1-19 2 0,-3 11 5 16,2-1-1-16,0 1 3 0,0-2-3 0,-3 2 8 15,1 2-7-15,-3-4-3 0,2 5 8 0,0 0-6 16,-1-5 1-16,-1 3-21 0,0 2 25 0,0 0-11 15,1 1-6-15,-2 2 5 0,-2 0 0 0,1-2-14 16,-2 4 1-16,-1 2-8 0,2 0-17 0,10-2-17 16,0 0-30-16,0 0-35 0,-55 23-50 0,55-23-48 15,-29 19-64-15,29-19-275 0,-36 29-586 0,21-17 259 16</inkml:trace>
  <inkml:trace contextRef="#ctx0" brushRef="#br0" timeOffset="-36756.99">585 6311 90 0,'0'0'235'0,"0"0"-17"16,0 0-9-16,0 0-11 0,0 0-17 0,0 0-17 15,0 0-18-15,0 0-14 0,0 0-18 0,0 0-11 16,0 0-14-16,0 0-12 0,0 0-5 0,0 0 1 15,0 0 5-15,0 0-4 0,0 0-3 0,0 0-6 16,0 0-6-16,0 0-3 0,0 0-1 0,0 0-4 16,-1 88-4-16,1-88-1 0,0 0-7 0,-2 36-2 15,2-36-9-15,0 0 1 0,-4 32-2 0,4-32 1 16,0 0-3-16,0 0-6 0,-6 37-17 0,6-37-25 16,0 0-19-16,0 0-34 0,0 0-33 0,-10 30-25 15,10-30-37-15,0 0-35 0,0 0-157 0,0 0-393 16,-15 23 174-16</inkml:trace>
  <inkml:trace contextRef="#ctx0" brushRef="#br0" timeOffset="-36490.42">549 6335 92 0,'0'0'128'0,"31"-27"-5"0,-31 27-13 0,0 0-7 16,34-7-8-16,-34 7-12 0,0 0 0 0,0 0-11 15,54 9 6-15,-54-9-3 0,27 12-1 0,-27-12-4 16,24 16 2-16,-24-16 4 0,25 23-7 0,-25-23 3 16,16 19 8-16,-16-19 6 0,13 25 2 0,-13-25 2 0,0 0 2 15,4 41-5-15,-4-41-10 0,0 0 2 16,-13 42-7-16,13-42-1 0,-14 30-9 0,14-30-4 16,-27 28-4-16,27-28-8 0,-22 21-5 0,22-21-18 15,-25 19-25-15,25-19-34 0,-26 16-41 0,26-16-54 16,0 0-48-16,-29 16-181 0,29-16-389 0,0 0 172 15</inkml:trace>
  <inkml:trace contextRef="#ctx0" brushRef="#br0" timeOffset="-36187.63">858 6416 39 0,'0'0'165'0,"0"0"-6"0,7-3-8 0,-7 3-13 16,0 0-16-16,0 0-7 0,0 0-16 0,9 0-2 16,-9 0-14-16,0 0-10 0,0 0-4 15,10 2-5-15,-10-2-5 0,9 4 1 0,-5 0 0 16,0 1 12-16,3 2-3 0,0-1 9 0,1 3-1 16,-3-2 4-16,2 4 6 0,-5-3-3 0,3 3 4 0,1 1-1 15,-5 0-4-15,3-2 0 0,-4 4-7 0,4-1 0 16,-4-2-4-16,0 3-5 0,-4-5-5 0,4 4-6 15,0-2-4-15,-4 2-8 0,3-3-18 16,-2 0-19-16,0 0-28 0,1-2-24 0,-1-1-31 16,3-7-40-16,-7 14-47 0,7-14-47 0,-7 11-182 15,1-7-424-15,6-4 188 0</inkml:trace>
  <inkml:trace contextRef="#ctx0" brushRef="#br0" timeOffset="-36040.33">834 6583 205 0,'0'-9'200'0,"0"9"-15"0,0 0-18 16,0 0-18-16,7-5-14 0,-7 5-12 0,11-6-15 15,-2 2-9-15,4 2-19 0,5-1-27 0,-2 1-53 16,4 1-68-16,1 1-70 0,-8 1-79 0,7 0-234 16,-2 0 104-16</inkml:trace>
  <inkml:trace contextRef="#ctx0" brushRef="#br0" timeOffset="-34438.78">1587 6938 2 0,'0'0'185'15,"0"0"-16"-15,4-7-13 0,-4 7-10 0,0 0-15 16,0 0-5-16,0 0-8 0,0 0-17 0,0 0-5 15,0 0-10-15,0 0-4 0,-14 22-12 0,10-14-10 16,-1 1 5-16,-1 4-7 0,-2 1 0 0,0 2-5 16,-1-2 2-16,4 1-7 0,-4 0-3 0,4 2-5 15,1-4-3-15,0-1-5 0,0-1-1 0,0 1-3 16,1 0-2-16,1-3-6 0,2 2 1 0,0-1-2 16,2-4-1-16,-2 2-2 0,0-8-3 0,3 12 3 15,1-6-1-15,2 1 8 0,0-2 9 0,-1-1 7 16,6-2 1-16,-4 1 11 0,0-1-7 0,5-3-4 15,-1 1-1-15,0-1-2 0,0-1 0 0,-2 1 0 16,0-7 3-16,4 2 4 0,-5-1-6 0,0 0 3 16,1 2 0-16,-1-2 4 0,-3 0 4 0,2-1-2 15,-4 0-2-15,0-1-2 0,1-2-7 0,-2 2 1 16,1-1-6-16,-3-2 0 0,0 1 0 0,-1 0-4 16,-3-2-4-16,1 3-3 0,-1-3-2 0,2 5-1 15,-3-1 0-15,0-2-4 0,1 3 2 0,-3-1-2 16,2 2-4-16,1 0 3 0,1 2-7 0,-1 0 3 15,-2 1-7-15,6 4-9 0,-7-8-7 0,2 4-8 16,5 4-11-16,-8-3-11 0,8 3-14 0,-7-4-20 16,7 4-37-16,-7-3-29 0,7 3-33 0,0 0-30 15,-10 10-19-15,7-4-161 0,0 0-418 0,3-6 185 16</inkml:trace>
  <inkml:trace contextRef="#ctx0" brushRef="#br0" timeOffset="-33974.74">2085 6959 137 0,'4'-5'261'0,"-4"5"-3"0,0 0-18 16,0 0-7-16,3-8-13 0,-3 8-7 0,0 0-10 15,0 0-15-15,0 0-14 0,0 0-19 0,0 0-10 16,0 0-12-16,0 0-14 0,0 0-16 15,0 0 5-15,0 0-22 0,0 0-13 0,-22 15-2 0,15-3-13 16,0-2-3-16,0 4-7 0,0-2-7 0,0-3-2 16,4 4 5-16,-3 0-12 0,2 0-6 15,2-2-1-15,1-1-1 0,-3 1-6 0,4 0-1 0,0-1-1 16,5-1 0-16,-3-1 0 0,4-1-4 16,0 0-4-16,2-1-9 0,4-2-4 0,0-1 2 0,7 2-4 15,-2-5-2-15,0 1-3 0,2-2 4 0,0-2-3 16,0 0 3-16,-1-3-1 0,-1 1 2 0,-1-5-2 15,-1 5 3-15,0-5 4 0,-5 2-2 16,2-2 4-16,-1 0-2 0,-4-1 9 0,0 3-2 0,-3-3 1 16,-1 1-4-16,0-4 2 0,-3-2-4 15,-1 6 5-15,-2-3 2 0,1 0 6 0,-5-3-4 0,2 4-1 16,-1 1-2-16,-1 2-4 0,1 1 7 0,-2-1-1 16,-3 5-4-16,2-5 2 0,2 5-4 0,-3-1-9 15,0 1-14-15,4 3-17 0,-5 1-20 16,11 0-25-16,-16 4-29 0,5-2-39 0,3 3-28 0,1 0-39 15,1 4-32-15,-1 0-167 0,5 3-451 0,0-4 200 16</inkml:trace>
  <inkml:trace contextRef="#ctx0" brushRef="#br0" timeOffset="-33574.62">2665 6918 156 0,'0'0'263'0,"0"0"-8"0,4-8-9 0,-4 8-9 0,0 0-8 16,0 0-3-16,0 0-16 0,0 0-22 0,0 0-15 15,0 0-22-15,0 0-14 0,0 0-13 16,0 0-12-16,0 0-8 0,0 0-7 0,-16 29-9 16,11-18-10-16,-1 0-14 0,1-2 2 0,-1 4-13 0,1-1 0 15,1-1-8-15,0 5-3 0,2-3-5 0,-1-3-4 16,3 1-2-16,0 0-5 0,1-1 2 15,1-1-7-15,1-2-3 0,0 0-2 0,2-1 3 16,4-1-5-16,-1-2 2 0,2 2-7 0,1-2-3 16,1-2 2-16,0 1 0 0,0-2-4 0,1-2 2 15,1 0-4-15,-1-1 7 0,-3-2-1 0,3 1-1 16,-3-2 0-16,0 2 8 0,0-5-1 0,-2 2 3 16,-1-3-4-16,-2 1 3 0,1-2 3 0,-2-2 0 15,-3-3-5-15,-1 5 2 0,-1-6-4 0,-2 2 5 16,1 3 0-16,-2-7 0 0,-2 8-4 0,0-1-7 15,-1 3 5-15,-3 0-11 0,2 1-11 0,0 2-7 0,0-1-22 16,-2 4-35-16,-1-3-47 0,1 5-45 0,10 1-54 16,-26 8-50-16,10-2-237 0,1 3-548 0,4-3 243 15</inkml:trace>
  <inkml:trace contextRef="#ctx0" brushRef="#br0" timeOffset="-33074.75">3860 6892 220 0,'3'-7'280'0,"-3"7"-3"0,0-11-7 0,0 11-5 15,1-9 2-15,-1 9-19 0,0 0-6 0,-2-9-17 16,2 9-12-16,0 0-23 0,-3-8-13 0,3 8-20 16,0 0-7-16,0 0-27 0,-11 2-11 0,11-2-10 15,-17 9-4-15,4 2-3 0,2 2-17 0,-5 0-5 16,5 1-8-16,-2 3-8 0,2-2-5 0,0 0-7 16,4 2-7-16,-1-2-3 0,2 2 0 0,2-4-4 15,4 2 31-15,-3-4-3 0,3 1-11 0,3 0-2 16,1-2-2-16,-1 1-10 0,4-2 1 0,2 1-14 15,1-5-1-15,4 3-3 0,-3-3-17 0,1-1-3 16,2-3-1-16,-1-1 3 0,5 0-2 0,-5-1-7 16,-1-3 3-16,2-1 1 0,2-3-2 0,-5 3 8 15,1-1-1-15,-2-1-12 0,3-6 13 0,-7 4-4 16,2-1-4-16,-3-7 0 0,4 2 2 0,-7 1 4 16,1-2 0-16,-3-3 4 0,0 1 0 0,-1 3 3 15,-3-1 12-15,0 4-25 0,-1 0 7 0,0 1-6 16,0-1-2-16,0 4 0 0,-2-1 6 0,0 3-11 15,-1-1-13-15,1 0-18 0,0 2-12 0,-2 4-21 16,3-1-29-16,6 2-28 0,-21 2-40 0,10 4-51 16,3-2-38-16,0 5-43 0,2 1-206 0,-1-1-555 15,4 0 246-15</inkml:trace>
  <inkml:trace contextRef="#ctx0" brushRef="#br0" timeOffset="-32674.81">4249 6879 163 0,'0'0'226'15,"0"0"-6"-15,0 0-9 0,0 0-9 0,0 0-10 16,0 0-8-16,0 0-3 0,-24 10-17 0,17-3-4 16,1 3-13-16,-3 0-16 0,3-1-16 0,-2 8-4 0,0 0-15 15,3-2-6-15,-4 1-12 0,7-4-7 16,-1 0-6-16,2 5-8 0,1-7-5 0,-2 2-6 15,4-1-1-15,0-1-3 0,5 0-8 0,0-2 0 16,1 0-4-16,1-2-1 0,7-1-1 0,1-2-3 16,4-2-3-16,0-2-4 0,0-1 4 0,6-4-2 15,-6 0-1-15,1-1-2 0,-3 1 3 0,-1-2-3 16,-4-1 14-16,1 2 3 0,-6-1-1 0,3-3-1 16,-1-2-5-16,-5 3 24 0,-1 0-3 0,-1-2-4 0,-3-1 16 15,0 0-10-15,-2 1-8 0,-2 1 2 16,-2-1-2-16,0 1 2 0,-1 2 0 0,-5-6-3 15,2 8-5-15,-1-2 4 0,-5 0-20 0,-1 3-7 16,0 1-15-16,-2-1-14 0,-1 5-11 0,1 0-15 16,0 3-25-16,2 4-29 0,3-3-36 0,-1 3-40 0,1 3-47 15,3-3-47-15,1 3-255 0,-2 3-563 16,5-4 250-16</inkml:trace>
  <inkml:trace contextRef="#ctx0" brushRef="#br0" timeOffset="-32306.58">4674 6882 22 0,'7'-5'293'0,"-7"5"-16"0,0 0-8 16,1-7-10-16,-1 7-8 0,0 0-12 0,0 0-20 0,0 0-17 16,0 0-13-16,0 0-11 0,-29 13-15 0,21-7-10 15,0 2-13-15,0 1-21 0,1-1-9 0,1 0-15 16,0 1-8-16,-1 2 1 0,2 0-17 0,2-3-11 15,2 3-2-15,1-1-10 0,1-1-5 0,2-3-4 16,1 3 2-16,1-2 2 0,2-2-1 0,4 1 2 16,-2-2-3-16,2 0 1 0,2-2-7 0,0-1 8 15,-2-2-6-15,1-2 0 0,-1 3 6 0,-1-4-7 16,1-1 2-16,-1 2 5 0,-3-3 6 0,0 2-2 16,-2-4 6-16,3-3-2 0,-5 2 2 0,0 0-2 15,-2-3 0-15,-1 2-6 0,0-2-7 0,-2 1-6 16,-1 2-3-16,1-3-3 0,-5 2-4 0,1-1 0 15,-1 0-25-15,-3 2-14 0,3 1-8 0,-2 1-24 16,-3 2-18-16,-1 0-23 0,3 2-34 0,-1 3-33 16,-1 1-53-16,1-1-41 0,4 5-51 0,-3-1-284 15,1 2-633-15,4 2 280 0</inkml:trace>
  <inkml:trace contextRef="#ctx0" brushRef="#br0" timeOffset="-31957.33">5072 6853 101 0,'9'0'297'0,"-9"0"-16"16,0 0 0-16,8-2-13 0,-8 2-13 0,0 0-12 15,0 0-17-15,0 0-21 0,0 0-15 0,0 0-7 16,-13 17-30-16,9-12-12 0,-1 4-12 0,-2-2-12 16,5 4-18-16,-1-1-8 0,-1 0-4 0,3 1-12 15,0-1-12-15,1-1-1 0,2 0 0 0,0 1-12 16,3-2 1-16,4 1-4 0,0-2 9 0,0-1-15 15,2 1 2-15,6-2 1 0,-7-1 1 0,5-3-5 16,2 1-3-16,1-4 0 0,2 2-4 0,-4-3 9 16,-2 1-21-16,-3-3 6 0,0 0-4 0,0-1 14 15,-3-1 0-15,-1 0-9 0,-2-4 19 0,3 1-2 16,-7-1-11-16,2 0-2 0,-3-2-2 0,-3 3-6 16,-3-6 4-16,2 5-7 0,-5-5-7 0,0 1 1 15,-2 3 1-15,-1-1-25 0,1 3 5 0,-5 3-14 16,3 1-7-16,1 1-15 0,-1 2-16 0,-6-1-26 15,2 3-28-15,-2 4-42 0,-1 0-50 0,-6 5-71 16,6-1-72-16,-1-2-212 0,-4 4-602 0,-2-2 266 16</inkml:trace>
  <inkml:trace contextRef="#ctx0" brushRef="#br0" timeOffset="-31341.29">5724 6918 139 0,'0'0'257'0,"0"0"-9"16,0 0-8-16,0 0-9 0,0 0-3 15,0 0-12-15,0 0 1 0,0 0-24 0,0 0-7 16,0 0-14-16,0 0-15 0,0 0-17 0,0 0-3 16,0 0-10-16,0 0-9 0,0 0-11 0,0 0-5 0,0 0-10 15,0 0-13-15,0 0-8 0,0 0-12 16,11-3-8-16,-4 3-6 0,4-1-11 0,-2-1-23 15,4 0-31-15,0 2-36 0,-3 0-49 0,5-1-60 16,-2 2-55-16,1-2-52 0,-1 1-199 0,0 1-508 0,-1-2 225 16</inkml:trace>
  <inkml:trace contextRef="#ctx0" brushRef="#br0" timeOffset="-30774.67">6299 6783 85 0,'-3'-10'269'0,"3"10"12"0,0 0-11 0,-6-9-11 16,6 9-14-16,-5-3-2 0,5 3-24 0,-5-4-12 15,5 4-19-15,-7-3-16 0,7 3-13 0,0 0-25 16,-14 0-9-16,14 0-18 0,-9 3-8 0,9-3 0 16,-10 7-14-16,2-1-11 0,1 2-5 0,-1 0-15 15,2-1 3-15,-1 2-6 0,0 3-9 0,1-1-4 16,3-1-3-16,-1 1-2 0,0 2-4 16,0-2 4-16,2 6-10 0,-1-4-2 0,3-1 2 0,-1 0-5 15,3-2-1-15,3 1 4 0,-3-1-7 0,1 0-2 16,3-2 5-16,-3 2-2 0,4-3-2 0,-1 2 3 15,4-3-3-15,-2 0 0 0,0-3-10 0,2 1 3 16,0-3 1-16,1 1-2 0,0-1-1 0,-1 1-3 16,0-4 3-16,2-1 1 0,-4 2 1 0,-1-2 2 15,1-1 0-15,2-2 0 0,-1 0 0 0,-1-1-1 16,1 0 4-16,-4-1 1 0,1-4 3 0,1-2-5 16,-2 4 0-16,0-2 5 0,0 1 2 0,-1-4 0 15,-2 0 3-15,1-3-5 0,-2 5-3 0,-1-2-6 16,0 1 1-16,-1 1-7 0,0 3 9 15,-2-2 3-15,2 2-2 0,-2 1 3 0,2 2-6 0,1 7 0 16,-3-11 7-16,2 5-5 0,1 6 3 0,-6-8-2 16,6 8-5-16,-5-9-3 0,5 9 0 0,-6-5-14 15,6 5-10-15,-7-3-15 0,7 3-7 0,-12 0-30 16,12 0-33-16,-11 6-30 0,2-2-32 0,1 3-33 16,2-2-44-16,2 0-28 0,0 0-232 0,0 2-547 15,4-7 242-15</inkml:trace>
  <inkml:trace contextRef="#ctx0" brushRef="#br0" timeOffset="-30357.64">6669 6763 36 0,'7'-6'289'0,"-7"6"-15"15,0 0-3-15,0 0-12 0,2-3-5 0,-2 3-4 16,0 0-22-16,0 0-25 0,0 0-19 0,0 0-17 15,0 0-19-15,-24 13-3 0,15-6-15 0,-4 5-4 16,6-2-17-16,-2 4-8 0,-3 0-15 0,6-3-10 16,1-1-8-16,1-1-4 0,1 4-4 0,1-2-14 15,2-1 3-15,-2 1-4 0,4 0-5 0,0-3-1 16,2 1-6-16,1 1-6 0,4-2-6 0,-4-2 1 16,6-1-3-16,-1 0-4 0,2 1-1 0,1-3-1 15,1 0-4-15,3-2 6 0,-4-2-3 0,-2 0 0 16,0 1-1-16,0-2-2 0,-1-1 7 0,1-1-4 15,-6 0 1-15,5-4-4 0,-3 1 1 0,0 0 1 16,-2-3 14-16,1 1-10 0,-1-3 12 0,-2 1 0 16,0-1-1-16,-2-4 1 0,-1 5-2 0,-1-2 16 15,-2 1-21-15,0 0 4 0,-2 2 7 0,2-2-11 16,-1 4 1-16,-1 0 11 0,2 1-17 0,-3 3-6 16,-1-3-13-16,0 3-14 0,7 4-14 0,-13-7-21 15,6 6-21-15,0 1-27 0,-5 0-30 0,3 3-34 16,-2 2-50-16,-1 0-49 0,6-1-47 0,-4 2-201 15,0 1-554-15,6-1 246 0</inkml:trace>
  <inkml:trace contextRef="#ctx0" brushRef="#br0" timeOffset="-30055.84">6947 6742 69 0,'0'0'297'0,"0"0"2"15,2-7-4-15,-2 7 0 0,0 0-9 16,3-7-9-16,-3 7-25 0,0 0-19 0,0 0-15 0,0 0-20 16,0 0-20-16,0 0-20 0,5-3-21 0,-5 3-21 15,0 0-3-15,0 0-10 0,0 0-18 0,6 13 7 16,-6-13-4-16,3 16 7 0,-2-6-9 0,-1 2-3 16,-1-2-14-16,1 6 8 0,1-1 1 0,-1-1-2 15,2-3-14-15,-2 1-5 0,1 1-5 0,-1-3 1 16,1 2-9-16,-1 0-5 0,0-1-3 0,1-1-6 15,1-1 2-15,-2-2-2 0,1 0-20 0,1 1 15 16,-2-8-22-16,0 10-36 0,0-10-40 0,2 11-30 16,-2-11-40-16,-2 9-36 0,2-9-43 0,0 0-50 15,-2 7-38-15,2-7-39 0,0 0-175 0,-4 9-568 16,4-9 252-16</inkml:trace>
  <inkml:trace contextRef="#ctx0" brushRef="#br0" timeOffset="-29740.65">6943 6897 149 0,'0'0'222'0,"0"0"-8"0,0 0-8 0,0 0-11 16,0 0-8-16,0 0-14 0,1-8-10 0,-1 8-16 15,0 0-10-15,0 0-13 0,0 0-11 0,0 0-12 16,0 0-5-16,0 0-12 0,0 0-7 0,0 0-5 15,0 0-7-15,0 0-4 0,0 0-7 0,0 0-6 16,0 0-2-16,0 0-5 0,0 0-6 0,0 0 0 16,0 0-6-16,0 0-3 0,0 0-6 0,5-6 2 15,-5 6-5-15,0 0 2 0,0 0-5 0,0 0-4 16,0 0 1-16,0 0 2 0,0 0-5 0,0 0-1 16,0 0-2-16,0 0 2 0,0 0-8 0,0 0-8 15,0 0-13-15,0 0-18 0,0 0-19 0,0 0-41 16,0 0-42-16,0 0-46 0,0 0-42 0,0 0-147 15,0 0-409-15,0 0 180 0</inkml:trace>
  <inkml:trace contextRef="#ctx0" brushRef="#br0" timeOffset="-29035.75">6962 6835 14 0,'0'0'146'0,"0"0"3"16,0 0 2-16,0 0 0 0,0 0-2 0,0 0-3 0,0 0-11 15,0 0-10-15,0 0-10 0,0 0-10 0,0 0-11 16,0 0-8-16,0 0-2 0,0 0-3 0,0 0 2 16,0 0 4-16,0 0 1 0,0 0 2 15,0 0 5-15,0 0 8 0,0 0 0 0,0 0 0 0,0 0 3 16,0 0 0-16,0 0-13 0,0 0 4 0,0 0 4 15,0 0 4-15,0 0-1 0,0 0-8 0,0 0-11 16,3-13-6-16,-3 13-11 0,0-11-5 0,0 11-8 16,1-10-2-16,-1 10-3 0,0-12-7 0,0 12-8 15,-1-8-3-15,1 8 3 0,-2-8-11 0,2 8 7 16,0 0-9-16,-1-9-8 0,1 9-2 16,0 0-6-16,0 0 1 0,0 0-4 0,0 0 3 0,0 0-2 15,0 0-4-15,0 0 5 0,-6 21-7 0,3-14 1 16,2 3 5-16,2 1-2 0,-1-2 1 0,1-3-1 15,1 1-1-15,0 0-2 0,0-1 1 0,-2-6 3 16,6 11 0-16,-2-5 3 0,1-3-11 0,1 1 4 16,1-2-3-16,-7-2 5 0,10 2 10 0,-10-2-13 15,13-2 2-15,-13 2 3 0,7-2-3 0,-7 2 0 16,9-7-2-16,-6 3 5 0,-3 4-1 0,4-10-2 16,-4 10 2-16,1-11 3 0,-1 6-7 0,0 5 6 15,-1-13-3-15,1 13 3 0,0 0 9 0,-2-12-8 16,2 12 2-16,0 0-7 0,-1-6-1 0,1 6-1 15,0 0-3-15,0 0 5 0,0 0-2 0,-18 11 2 16,13-4-7-16,0 2 3 0,1-2-3 0,0 1 3 16,0-3 1-16,3 3-9 0,1-8-9 0,-1 13-13 15,0-6-19-15,1-7-9 0,0 12-30 0,0-12-33 16,0 10-49-16,1-4-57 0,-1-6-47 0,2 9-218 16,-2-9-536-16,2 6 237 0</inkml:trace>
  <inkml:trace contextRef="#ctx0" brushRef="#br0" timeOffset="-23996.64">744 8969 41 0,'0'0'77'0,"0"0"-7"15,0 0-11-15,0 0-8 0,0 0-3 0,0 0 7 16,0 0 2-16,0 0 18 0,0 0-8 0,0 0-2 16,0 0 0-16,0 0 6 0,0 0-9 0,0 0-12 15,0 0-3-15,0 0 6 0,0 0-10 0,0 0-20 16,0 0 7-16,0 0 7 0,0 0 2 0,0 0-10 15,0 0-1-15,0 0 8 0,0 0-9 0,0 0 1 16,0 0 4-16,0 0 10 0,0 0-11 0,0 0-3 16,0 0 1-16,0 0 9 0,0 0-5 0,0 0-3 15,0 0 3-15,0 0-1 0,0 0-6 0,0 0 1 16,0 0-1-16,0 0 0 0,0 0-2 0,0 0-1 16,0 0-3-16,0 0 3 0,0 0-1 0,0 0 3 15,0 0-1-15,0 0 4 0,0 0 2 0,0 0-1 16,0 0 2-16,0 0-1 0,0 0-2 0,0 0-1 15,0 0-1-15,0 0-1 0,0 0 2 0,0 0-1 16,0 0 1-16,0 0-1 0,0 0 1 0,0 0-2 16,0 0 1-16,0 0 0 0,0 0 7 0,0 0-10 15,0 0 5-15,0 0-2 0,0 0-3 0,0 0 5 16,0 0 4-16,0 0-9 0,0 0 5 0,0 0-2 16,0 0-1-16,0 0-5 0,0 0-1 0,0 0-5 15,0 0 1-15,0 0 1 0,0 0 0 0,0 0-6 16,0 0 1-16,0 0-6 0,0 0 3 0,0 0-1 15,0 0-2-15,0 0-2 0,0 0 4 0,0 0-4 16,0 0-1-16,0 0 0 0,0 0 1 0,0 0-1 16,0 0 0-16,0 0 0 0,0 0-1 0,0 0 0 15,0 0 2-15,0 0-3 0,0 0 2 0,0 0-6 16,0 0 5-16,0 0-4 0,0 0 2 0,0 0-2 16,0 0 3-16,0 0-3 0,0 0 3 0,0 0-1 15,0 0 0-15,0 0-1 0,0 0-3 0,0 0 3 16,0 0-1-16,0 0 0 0,0 0 3 0,0 0 0 15,0 0 0-15,0 0-1 0,0 0 0 0,0 0 0 16,0 0 1-16,0 0-2 0,0 0 4 0,0 0-3 16,0 0-1-16,0 0 5 0,0 0-3 0,0 0-5 15,0 0 0-15,0 0-5 0,0 0-1 0,0 0-3 16,0 0-3-16,0 0-8 0,0 0 0 0,0 0-4 16,0 0-6-16,0 0-4 0,0 0-9 0,0 0-10 15,0 0-14-15,0 0-19 0,0 0-20 0,0 0-25 16,0 0-26-16,0 0-29 0,0 0-101 0,0 0-315 15,0 0 139-15</inkml:trace>
  <inkml:trace contextRef="#ctx0" brushRef="#br0" timeOffset="-22016.61">782 9015 83 0,'0'0'97'0,"0"0"-5"0,0 0-11 0,0 0-17 15,0 0 1-15,0 0 1 0,0 0 0 0,0 0-13 16,0 0-2-16,0 0 1 0,0 0 0 0,0 0-8 16,0 0 12-16,0 0-22 0,0 0 3 0,0 0-1 15,0 0-5-15,0 0 1 0,0 0 2 0,0 0-6 16,0 0 0-16,0 0-4 0,0 0 3 0,0 0 2 15,0 0-6-15,0 0 5 0,0 0-9 0,0 0 1 16,0 0-4-16,0 0 4 0,0 0-12 0,0 0 6 16,0 0 0-16,0 0-3 0,0 0 1 0,0 0-1 15,0 0-2-15,0 0 4 0,0 0-7 0,0 0 6 16,0 0 2-16,0 0-6 0,0 0 0 0,0 0-4 16,0 0 10-16,0 0-1 0,0 0 6 0,0 0-1 15,0 0-2-15,0 0 1 0,0 0-2 0,0 0-5 16,0 0 8-16,0 0-3 0,0 0 4 0,0 0 5 15,0 0 4-15,0 0 4 0,0 0-1 0,0 0 0 16,0 0 3-16,0 0 3 0,0 0 1 0,0 0 0 16,0 0 0-16,0 0 5 0,0 0-6 0,0 0 0 15,0 0-1-15,0 0 1 0,0 0 1 0,0 0-1 16,0 0-2-16,0 0 0 0,0 0 0 0,0 0 0 16,0 0-2-16,0 0 3 0,0 0-2 0,0 0-1 15,0 0-1-15,0 0 7 0,0 0 3 0,0 0 0 16,0 0 1-16,0 0-2 0,0 0 3 0,0 0-4 15,0 0 0-15,0 0 1 0,0 0-9 0,0 0 7 16,0 0-13-16,0 0-3 0,0 0-2 0,0 0-2 16,0 0-5-16,0 0-1 0,0 0-3 0,0 0 1 15,0 0-3-15,0 0 6 0,0 0-7 0,7-46-3 16,-3 40 2-16,-1 1-3 0,1-3 0 0,1 2 4 16,-1 1-3-16,0-1-1 0,2 0-2 0,0 1-2 15,-2-2-1-15,-1 1 9 0,1 0-4 0,-2 0 3 16,-2 6-6-16,10-10 7 0,-6 7 28 0,-4 3-5 15,9-7-6-15,-5 4 2 0,1-2-11 0,-5 5 7 16,4-6-4-16,-4 6-1 0,5-5 0 0,-5 5 0 16,0 0 0-16,5-7 2 0,-5 7-10 0,0 0-1 15,4-4 3-15,-4 4-6 0,0 0 5 0,0 0-5 16,0 0 2-16,0 0 1 0,2-6 0 0,-2 6-5 16,0 0 2-16,0 0 1 0,0 0-9 0,0 0 6 15,0 0 3-15,0 0-3 0,0 0 2 0,0 0-5 16,0 0 0-16,0 0 3 0,0 0-10 0,0 0 14 15,0 0-7-15,0 0 0 0,0 0-5 0,0 0 4 16,0 0-7-16,0 0 3 0,0 0-1 0,0 0 3 16,0 0-3-16,0 0 9 0,0 0-10 0,0 0 0 15,0 0 1-15,0 0 6 0,0 0 0 0,4 17 0 16,-4-17-4-16,-1 15 5 0,1-6-8 0,0 1 4 16,-1 1 2-16,1 1 2 0,0 0-7 15,-2 3 12-15,0 3 4 0,2-1 0 0,0 2 0 0,0 0-2 16,0-1 1-16,-2 0-3 0,0-2-1 0,2 3 4 15,-1-2-6-15,1 2 4 0,0 0-1 0,-2-4 0 16,4 2 0-16,-2 2-2 0,0 0 0 0,0-2 5 16,0 0-5-16,1-4-2 0,-1 3 0 15,-1-4 4-15,2 1-3 0,-1-1 2 0,0 0-5 16,0 0-1-16,0-1 3 0,0 0 0 0,0-1 3 0,0-1-2 16,0-1 0-16,0-8-1 0,0 13-2 15,0-5 2-15,0-8 1 0,2 12-2 0,-2-12-2 16,-2 9-1-16,2-9 2 0,0 6-2 0,0-6-4 15,0 0 8-15,0 10 2 0,0-10-1 0,0 0 1 0,0 0-2 16,0 0 1-16,0 0 4 0,0 0-4 16,0 0 0-16,0 8 1 0,0-8-10 0,0 0 10 15,0 0 9-15,0 0-10 0,0 0 0 0,0 0-1 16,0 0 0-16,0 0 5 0,0 0-7 0,0 0-3 16,-10 0 0-16,10 0 3 0,0 0-6 0,0 0-2 0,-16-7 7 15,16 7-1-15,-8-1-4 0,8 1 1 16,-8-3 0-16,8 3-1 0,0 0 1 0,0 0 4 15,0 0 1-15,0 0-6 0,0 0 1 0,0 0 3 16,0 0 1-16,0 0 0 0,0 0-1 0,0 0 4 0,0 0-14 16,0 0 11-16,0 0 2 0,0 0 1 15,-55-13 0-15,55 13-7 0,0 0 1 0,0 0 6 16,0 0-9-16,0 0 8 0,0 0 1 0,0 0-5 16,0 0 0-16,0 0 1 0,0 0 1 0,0 0-1 15,0 0 2-15,0 0 0 0,0 0-3 0,0 0 0 16,0 0-1-16,0 0 2 0,0 0-11 0,0 0 11 15,0 0 0-15,0 0 3 0,0 0 2 0,0 0 4 16,0 0 4-16,0 0-7 0,-5-3 2 0,5 3 3 16,0 0 1-16,0 0-1 0,0 0 1 0,31-1-1 15,-31 1-2-15,21-4 4 0,-10 1 3 0,2 0-3 16,-1 1-14-16,1 1 11 0,-2-1 1 0,1 2-1 16,-1-4 1-16,0 2-6 0,1 1 6 0,-4-2-2 15,2 2-2-15,-2 1 2 0,2-1-3 0,-2-1-13 16,-8 2 10-16,12 0 2 0,-3 0 2 0,-9 0-1 15,11-2-4-15,-11 2-3 0,7 2-7 0,-7-2 17 16,0 0-5-16,0 0 5 0,11-2-6 0,-11 2 1 16,0 0-2-16,0 0-2 0,7 2-6 0,-7-2 12 15,0 0-4-15,0 0 1 0,0 0-3 0,0 0 7 16,0 0-8-16,0 0 9 0,0 0-7 0,0 0-10 16,0 0-26-16,0 0-32 0,0 0-46 0,0 0-63 15,0 0-73-15,0 0-281 0,0 0-574 0,0 0 254 16</inkml:trace>
  <inkml:trace contextRef="#ctx0" brushRef="#br0" timeOffset="-13524.58">1583 9013 108 0,'-1'-10'187'16,"1"10"1"-16,1-10 1 0,-1 10 2 0,1-8-23 16,-1 8-5-16,0 0-11 0,3-8-11 0,-3 8-13 0,0 0-10 15,0 0-9-15,0 0-8 0,0 0-15 0,4-8-4 16,-4 8-8-16,0 0 1 0,0 0-15 0,0 0 1 16,0 0-11-16,0 0-6 0,0 0-8 15,0 0-5-15,0 0-3 0,0 0-3 0,0 0-3 16,0 0-1-16,0 0-1 0,0 0-4 0,0 0 0 15,0 0-1-15,0 0-3 0,0 0 1 0,0 0-5 0,0 0 0 16,0 0-2-16,0 0 0 0,0 0 0 0,0 0-1 16,0 0 0-16,0 0 0 0,0 0-3 15,0 0 1-15,0 0 0 0,0 0 0 0,0 0 2 16,0 0-1-16,0 0 0 0,0 0-1 0,0 0 1 16,0 0 2-16,0 0-2 0,0 0 0 0,0 0 0 0,0 0 11 15,0 0-10-15,0 0 2 0,0 0 6 0,0 0 2 16,0 0 10-16,0 0 2 0,0 0 0 0,0 0 7 15,0 0-1-15,0 0 0 0,0 0-1 16,0 0 7-16,0 0-5 0,0 0-2 0,0 0 1 0,0 0 5 16,0 0-11-16,0 0-2 0,0 0-5 0,0 0-1 15,0 0-1-15,0 0 1 0,0 0-3 0,0 0-5 16,0 0 13-16,0 0-14 0,0 0 0 0,0 0-2 16,0 0-3-16,0 0-2 0,0 0-3 0,0 0-2 15,0 0-2-15,0 0 2 0,0 0-6 16,0 0 6-16,0 0-4 0,1 21 1 0,-1-8 3 0,0 2 0 15,0 2 0-15,0 0 2 0,-1 2 1 0,1 5-8 16,-2-5 6-16,2-1 3 0,-2-1-4 16,6-1 2-16,-4 2 1 0,0-2-3 0,0 0 0 0,-2 1 2 15,0-2-17-15,2 2-26 0,2-1-31 16,-2-4-25-16,0 3-34 0,2 1-43 0,1-4-37 0,0-1-46 16,0 1-146-16,2-2-438 0,-1-1 194 0</inkml:trace>
  <inkml:trace contextRef="#ctx0" brushRef="#br0" timeOffset="-13186.38">2322 8952 264 0,'5'-8'259'0,"-5"8"-11"0,2-7-11 16,-2 7-7-16,0-9-6 0,0 9-10 15,3-6-15-15,-3 6-21 0,0 0-17 0,0 0-16 16,0 0-13-16,1-9-19 0,-1 9-12 0,0 0-15 16,0 0-11-16,0 0-10 0,0 0-5 0,0 0 1 15,0 0-13-15,0 0-3 0,-9 37 0 0,8-20-8 0,-2-1-7 16,1 1-2-16,1 2-4 0,-3 5-2 15,-1 2-7-15,3-7-11 0,0 5-23 0,-3 0-15 16,1 1-26-16,1-7-35 0,-2 2-33 0,4-1-43 16,-2 0-38-16,2-1-42 0,-4 1-147 0,1-1-430 15,1-1 191-15</inkml:trace>
  <inkml:trace contextRef="#ctx0" brushRef="#br0" timeOffset="-12870.75">2997 8868 33 0,'1'-5'265'16,"-1"5"-12"-16,4-8-11 0,-4 8-16 0,2-8-20 16,-2 8-14-16,0 0-21 0,3-8-19 0,-3 8-21 15,0 0-16-15,0 0-11 0,0 0-9 0,0 0-11 16,0 0-8-16,2 22-7 0,-1-10-6 0,-3 5-7 16,-1 2 2-16,2 5-14 0,-4 1-18 0,3-5-17 0,2 5-36 15,-3 1-23-15,2-5-50 0,-1-2-51 16,0 5-40-16,-1 2-168 0,1 0-388 0,-1-7 172 15</inkml:trace>
  <inkml:trace contextRef="#ctx0" brushRef="#br0" timeOffset="-12490.29">4010 8683 133 0,'1'-5'266'0,"-1"5"-7"0,3-10-15 0,-3 10-12 15,1-8-24-15,-1 8-19 0,0 0-17 0,3-6-23 16,-3 6-15-16,0 0-14 0,0 0-15 0,0 0-11 16,0 0-11-16,0 0-7 0,0 0-6 0,0 0-2 15,5 20-12-15,-5-8-5 0,2 3-9 0,-1 2 1 16,1 0-7-16,2 2-3 0,-4-2-4 0,1 3-2 16,0-1-7-16,0 0-12 0,2 0-22 0,0 0-31 15,-2-1-26-15,1 0-35 0,1-1-37 0,1 0-34 16,-2 1-24-16,3-2-164 0,-2-4-396 0,0 1 175 15</inkml:trace>
  <inkml:trace contextRef="#ctx0" brushRef="#br0" timeOffset="-12207.67">4469 8658 177 0,'2'-7'263'0,"-2"7"-5"16,3-9-10-16,-3 9-11 0,1-7-13 0,-1 7-13 15,3-7-24-15,-3 7-19 0,0 0-18 0,0 0-15 16,0 0-20-16,2-6-11 0,-2 6 7 0,0 0-10 16,0 0-11-16,0 0-6 0,6 17-7 0,-4-9-7 15,-2 3-12-15,1 5-1 0,0 0-11 0,-1 0 1 16,-2 0-5-16,0 1-8 0,1 2 1 0,1-1-18 15,0-1-26-15,-1 2-25 0,0-2-37 0,-3 2-39 16,4 0-47-16,-1-2-50 0,-1 0-49 0,0 0-161 16,2-7-452-16,-1 3 200 0</inkml:trace>
  <inkml:trace contextRef="#ctx0" brushRef="#br0" timeOffset="-11936.84">4889 8631 136 0,'3'-4'296'0,"-3"4"-22"0,5-5-17 16,-5 5-14-16,0 0-15 0,6-4-17 0,-6 4-15 16,0 0-20-16,0 0-15 0,0 0-19 0,0 0-21 15,0 0-11-15,0 0-13 0,0 0-9 0,8 10-6 16,-8-10-13-16,2 11-5 0,-2-4-3 0,2 5-4 15,-2-2-11-15,0 1-3 0,-2 2-5 0,0 2-2 16,-1 0-17-16,5-2-25 0,-4-1-24 0,4 4-43 16,-4-5-34-16,2 1-50 0,-1 1-41 0,1-2-47 15,-2 1-162-15,2-3-438 0,0-9 193 0</inkml:trace>
  <inkml:trace contextRef="#ctx0" brushRef="#br0" timeOffset="-11691.67">5303 8528 161 0,'7'-6'256'0,"-7"6"-26"16,5-4-21-16,-5 4-18 0,0 0-17 0,0 0-16 15,0 0-14-15,0 0-5 0,0 0 0 0,9 13-12 16,-8-2-11-16,0 0-10 0,-1 4-11 0,0 3-6 15,0-4-10-15,-1 5-6 0,1-1-7 0,-1 1-15 0,-1 5-27 16,1-5-42-16,-2-2-55 0,2 2-61 16,0-2-61-16,-4 2-174 0,4-3-398 0,-1-2 177 15</inkml:trace>
  <inkml:trace contextRef="#ctx0" brushRef="#br0" timeOffset="-11375.19">5759 8586 146 0,'0'0'227'0,"0"0"-5"0,0 0-7 0,0 0-6 16,0 0-13-16,0 0-15 0,0 0-10 0,0 0-12 15,0 0-11-15,0 0-13 0,0 0-7 0,0 0-4 0,0 0-15 16,0 0-7-16,0 0-13 0,0 0-9 0,6-3-4 16,-6 3-19-16,0 0-13 0,0 0-8 15,0 0-18-15,12 1-25 0,-12-1-40 0,11-2-57 0,-4 2-52 16,5-3-49-16,-6 2-188 0,-6 1-424 0,12-1 187 15</inkml:trace>
  <inkml:trace contextRef="#ctx0" brushRef="#br0" timeOffset="-11214.13">5733 8726 48 0,'0'0'195'0,"0"0"-3"16,0 0-5-16,0 0-7 0,0 0-20 0,0 0-16 15,0 0-14-15,20-2-15 0,-8 0-25 0,2-1-41 16,1-2-58-16,4-2-69 0,-2 0-157 0,1 2-252 16,-3-3 112-16</inkml:trace>
  <inkml:trace contextRef="#ctx0" brushRef="#br0" timeOffset="-10269.13">6195 8345 159 0,'0'0'284'0,"-4"-7"-14"15,4 7-10-15,0 0-14 0,0 0-12 0,0 0-13 16,0 0-20-16,0 0-17 0,-1-9-19 0,1 9-19 16,0 0-17-16,0 0-17 0,0 0-7 0,0 0-14 15,0 0-15-15,0 0-4 0,0 0-11 0,0 0-3 16,9 22-8-16,-8-13-4 0,3 2-5 0,0-1-3 15,-1 2-3-15,-2-1-7 0,3 7-2 0,-2-7 0 16,1 2-3-16,1 2-3 0,-2-1-1 0,2 1 1 16,-1-6-3-16,0 2-5 0,-1 0 1 0,-1 1-2 15,0 0 0-15,0-2-2 0,2 2-1 0,-2-1-9 16,1-2-23-16,-2-1-26 0,1 3-38 0,0 1-39 16,-1-3-41-16,0 1-44 0,-1 0-39 0,0 3-184 15,-1-2-471-15,1-2 210 0</inkml:trace>
  <inkml:trace contextRef="#ctx0" brushRef="#br0" timeOffset="-9901.17">6494 8379 17 0,'0'0'177'0,"12"-1"-10"0,-6 1-12 15,-6 0-4-15,13 2-17 0,-13-2-1 16,9 3-4-16,-5 0-10 0,0 1-8 0,1 3-5 0,-5-7-8 16,5 13 1-16,-4-2-7 0,-2-1-1 0,-3 1-4 15,1-1-7-15,-4 2-7 0,-2 1-8 16,0 0-5-16,-4 0-3 0,5-2-9 0,-3 0-2 16,-3 0-7-16,5-2-4 0,-1-4-1 0,1 3-5 0,2-3-4 15,1-1-2-15,1 0 0 0,5-4-4 16,-9 6-2-16,4-5 0 0,5-1-6 0,-5 5 0 15,5-5-1-15,-4 4-2 0,4-4-3 0,0 0-1 0,-3 8 0 16,3-8-2-16,0 0-1 0,0 0 1 0,0 0 1 16,9 11 0-16,-4-7 0 0,3 0-1 0,0 0 0 15,1-2 3-15,1 3 1 0,4-2-3 0,-1-2-9 16,1 2-17-16,2-3-27 0,2 3-38 16,-4-3-45-16,5-3-40 0,2 3-189 0,-6-3-391 0,4-1 173 15</inkml:trace>
  <inkml:trace contextRef="#ctx0" brushRef="#br0" timeOffset="-9387.65">6736 8432 120 0,'0'0'221'0,"0"0"-19"0,0 0-17 0,-2-8-13 16,2 8-17-16,0 0-17 0,0 0-16 0,0 0-12 15,0 0-7-15,0 0-6 0,0 0-1 0,0 0-11 16,16 14-9-16,-11-6-6 0,3 0-9 0,-1-1-4 16,0 1-7-16,-3 0-1 0,2-1-5 0,0-1-9 15,-1 0-2-15,1 1-3 0,0 0 3 0,-2-2-4 16,0-1-4-16,1 2-2 0,-3 0-3 0,-2-6 1 16,3 11-2-16,-3-11-3 0,2 8-1 0,-2-8 7 15,-2 10 6-15,2-10-5 0,-9 8-3 0,4-5 1 16,0 0 0-16,-2 2-1 0,1-2-4 0,6-3 2 15,-15 1-3-15,15-1-3 0,-13 0 2 0,13 0-4 16,-13-1 0-16,7-2 1 0,6 3-1 0,-8-4-5 16,8 4-2-16,-7-7-3 0,7 7-1 0,-3-10-6 15,0 5 2-15,3 5 1 0,4-18-2 0,-2 8-1 0,4-5 0 16,-2 4 1-16,-1 2 3 0,3-3 0 16,-1 2 1-16,1-3-2 0,0-1 2 0,-2 4-3 15,0 0 3-15,0-1 0 0,1 1 2 0,-2 0 2 16,2 0-3-16,-4-1-1 0,3 1 2 0,-3 1-1 0,-1 1 0 15,0 8 1-15,1-13 3 0,-3 6-5 16,2 7 6-16,-2-11 1 0,2 11-1 0,0-8 3 16,0 8 2-16,0 0-5 0,-2-8 3 0,2 8-3 15,0 0 1-15,-8-4-4 0,8 4-2 0,0 0-2 16,0 0-1-16,0 0-9 0,-16 12-8 0,12-8-11 16,0 4-27-16,-2 0-27 0,-1 4-37 0,3-2-36 15,2 1-33-15,-1 6-155 0,2-5-376 0,0-1 167 16</inkml:trace>
  <inkml:trace contextRef="#ctx0" brushRef="#br0" timeOffset="-7594.88">6703 8286 25 0,'0'0'98'15,"0"0"-10"-15,-9-2-6 0,9 2 0 0,0 0 3 16,0 0 4-16,0 0 6 0,0 0-1 0,0 0 2 16,0 0 3-16,0 0 4 0,0 0-5 0,0 0-5 15,0 0 3-15,0 0-3 0,-12 2-2 0,12-2-2 16,0 0-4-16,0 0-5 0,0 0-6 0,0 0-2 0,0 0-2 16,0 0-9-16,0 0-1 0,0 0-2 15,0 0-4-15,0 0-5 0,0 0 0 0,0 0-3 0,0 0-3 16,0 0-2-16,0 0-4 0,0 0-6 15,0 0 1-15,0 0-5 0,0 0-2 0,0 0-2 0,0 0 0 16,35 0-3-16,-25 1-1 0,4 0-1 0,-2-1 0 16,-1 0-1-16,0 0-1 0,0 0-2 0,0 0-4 15,-2 2 5-15,-2-1 0 0,-7-1-3 16,15 0 3-16,-15 0-4 0,10 0 2 0,-10 0-3 16,8 1 3-16,-8-1-10 0,7 1 3 0,-7-1-1 0,0 0-1 15,0 0-3-15,0 0 4 0,9 2-4 16,-9-2 0-16,0 0-2 0,0 0 1 0,5 6 0 15,-5-6 7-15,-1 10 4 0,0-1 5 0,-3 0 5 0,0 8 0 16,-2 1-1-16,3-1 5 0,-2 2 10 0,1 6 2 16,-1-5-2-16,0 3-4 0,1-4-6 0,-1 0 4 15,3-1-7-15,-2 0 1 0,3 0-4 16,-2-3 0-16,0 2-2 0,2 0-2 0,0-1 2 0,1-6-6 16,0 4 2-16,0-3 4 0,0 0-10 0,-1-1-1 15,1-1-1-15,0 0 1 0,0-2-2 0,0-7-16 16,0 11-17-16,0-11-19 0,0 9-22 0,0-9-27 15,-2 9-29-15,2-9-17 0,0 0-19 0,0 0-29 16,0 0-35-16,-1 7-159 0,1-7-417 0,0 0 186 16</inkml:trace>
  <inkml:trace contextRef="#ctx0" brushRef="#br0" timeOffset="-7406.65">6715 8545 136 0,'0'0'143'0,"0"0"-3"0,13-8-18 0,-4 6-6 16,0-2-10-16,4 0-15 0,0 1-8 0,3-2-11 15,5 1-6-15,-3-1-21 0,1-2-28 0,1 0-34 16,1 1-46-16,-3 0-114 0,-1 3-190 0,-1-4 84 16</inkml:trace>
  <inkml:trace contextRef="#ctx0" brushRef="#br0" timeOffset="-7013.21">6787 8274 75 0,'0'0'232'0,"-10"-2"-10"15,10 2-12-15,0 0-8 0,0 0-15 0,-7-4-15 0,7 4-18 16,0 0-15-16,0 0-18 0,0 0-17 0,0 0-14 15,0 0-11-15,0 0-5 0,0 0-8 16,0 0-10-16,0 0-4 0,0 0-4 0,27 6-4 16,-20-3-6-16,0-2-2 0,2 3-8 0,-1-2 2 0,0 0-6 15,-2 0-7-15,-1 2 0 0,1 0 0 0,-1 0-3 16,-5-4-2-16,9 6-3 0,-5-1 2 0,-1 1-5 16,-2 0 4-16,2 2-4 0,-2 5 3 15,0 2 12-15,-2 1 2 0,-3 1-1 0,0 0 10 0,0 2 3 16,-1-1 5-16,1 1-3 0,-1 0-3 0,-1 0-2 15,1-1 2-15,0 0-3 0,-2-1 1 0,4 1-6 16,-1-1-4-16,-3-2-1 0,4-2-3 16,0 1-3-16,-1-4 5 0,3 3-7 0,-2-2-1 0,2 0-1 15,0-2 0-15,1 1 0 0,-2-1 4 0,4-1-12 16,-2-8-10-16,0 11-12 0,0-11-18 16,-2 11-27-16,2-11-29 0,0 10-31 0,0-10-34 0,2 6-18 15,-2-6-13-15,0 0-23 0,0 0-139 0,0 0-379 16,0 0 167-16</inkml:trace>
  <inkml:trace contextRef="#ctx0" brushRef="#br0" timeOffset="-6824.56">6686 8571 166 0,'0'0'185'0,"0"0"-22"16,0 0-12-16,0 0-17 0,9-11-13 0,2 7-14 15,4-3-11-15,4 1-9 0,-3-1-30 0,3 2-15 16,-1 0-39-16,-1-3-37 0,2 2-39 0,-2 1-39 16,-3 1-71-16,-5-2-197 0,1 4 88 0</inkml:trace>
  <inkml:trace contextRef="#ctx0" brushRef="#br0" timeOffset="-6456.58">6738 8358 176 0,'-5'-2'201'0,"5"2"1"16,-9-5-4-16,9 5-6 0,-6-2-13 0,6 2-11 15,0 0-16-15,-6-7-17 0,6 7-14 0,0 0-17 16,0 0-12-16,0 0-5 0,-6-4-14 0,6 4-7 0,0 0-6 16,0 0-4-16,0 0-8 0,0 0-7 0,0 0-2 15,0 0-10-15,0 0 1 0,0 0-4 16,31 7-1-16,-26-5-7 0,0 1 2 0,1 2-7 15,0-2 2-15,3 4-5 0,-4-1-8 0,0 0 5 16,2 3 0-16,1 0 0 0,-3-1 3 0,3 3-3 16,-4-1-5-16,2 1 1 0,1 0-1 0,-1 6 2 15,-2-2-2-15,0 2 4 0,-2 0 2 0,1-2 0 0,-2 4 1 16,1-5 0-16,-4 3 5 0,4-2 2 0,-4 1 5 16,2-4-6-16,-1 5 8 0,-3-3-8 0,2-1 6 15,-1 0-3-15,-1-3 2 0,2 2-3 0,0 0 0 16,0-2-3-16,-2 2 2 0,0-4-2 0,2 0-20 15,-2-3-16-15,1 2-20 0,-1 0-28 0,4-7-33 16,-2 9-21-16,2-9-31 0,-4 5-21 0,4-5-35 16,0 0-123-16,-4 9-362 0,4-9 161 0</inkml:trace>
  <inkml:trace contextRef="#ctx0" brushRef="#br0" timeOffset="-6284.74">6674 8570 1 0,'8'-9'198'0,"0"2"-15"0,5-1-24 0,3-1-16 15,7-6-6-15,4 3-26 0,2-1-25 0,3 2-29 16,0-1-43-16,0 2-48 0,0 1-53 0,-4 0-75 16,0 3-175-16,-2-3 78 0</inkml:trace>
  <inkml:trace contextRef="#ctx0" brushRef="#br0" timeOffset="9793.31">1413 11039 13 0,'0'0'68'0,"0"0"-6"16,0 0-3-16,0 0-7 0,0 0-4 0,0 0-1 15,0 0-1-15,0 0-3 0,0 0-3 0,0 0-6 0,0 0 5 16,0 0-3-16,0 0-2 0,0 0-5 0,0 0-7 16,0 0 2-16,0 0 0 0,0 0-7 0,0 0 8 15,0 0-2-15,0 0-8 0,0 0-2 16,0 0 4-16,0 0 2 0,0 0-10 0,0 0 8 16,0 0-8-16,0 0 11 0,0 0-8 0,0 0 4 15,0 0-2-15,0 0-5 0,0 0 7 0,0 0-1 0,0 0 4 16,0 0-10-16,0 0-2 0,0 0 1 0,0 0 3 15,0 0-1-15,0 0-6 0,0 0-15 16,0 0-17-16,0 0-16 0,0 0-24 0,0 0-83 16,0 0-163-16,0 0 72 0</inkml:trace>
  <inkml:trace contextRef="#ctx0" brushRef="#br0" timeOffset="12122.98">729 11343 13 0,'0'0'170'15,"0"0"-9"-15,0 0 4 0,0 0-4 0,0 0-7 16,0 0-1-16,0 0-10 0,0 0 2 0,0 0-8 16,0 0-3-16,0 0-16 0,0 0-1 0,0 0-5 15,0 0-4-15,0 0-2 0,0 0-6 0,0 0-8 16,0 0-4-16,0 0-9 0,-1-68-5 0,1 68-3 16,0 0-3-16,0 0-3 0,0 0-3 0,0 0-1 15,0 0-4-15,0 0-6 0,-5-32-3 0,5 32 9 16,0 0 1-16,0 0-1 0,0 0-5 0,0 0-9 15,0 0-5-15,0 0 0 0,0 0-7 0,0 0-3 16,0 0-1-16,0 0-7 0,0 0-5 0,0 0-3 16,0 0-2-16,0 0-5 0,0 0 1 0,0 0-2 15,0 0 1-15,0 0 1 0,0 0-2 0,0 0-3 16,0 0 2-16,0 0 4 0,0 0 2 0,0 0 2 16,0 0 4-16,4 108 4 0,-4-108-3 0,1 34 0 15,-1-34-5-15,-5 33 4 0,5-33-3 0,0 0 8 16,-2 49-14-16,2-49 4 0,0 0-2 0,2 38-1 15,-2-38 0-15,0 0-1 0,-4 31-2 0,4-31 0 16,0 0-2-16,0 0 3 0,0 0-1 0,0 0 0 16,0 36 1-16,0-36-2 0,0 0 0 15,0 0 0-15,0 0 0 0,0 0 1 0,0 0 2 0,0 0 0 16,0 0-1-16,0 0 2 0,0 0 0 0,0 0-12 16,0 0-12-16,0 0-21 0,0 0-28 0,0 0-37 15,0 0-26-15,0 0-42 0,0 0-61 0,0 0-39 16,0 0-192-16,0 0-499 0,0 0 221 15</inkml:trace>
  <inkml:trace contextRef="#ctx0" brushRef="#br0" timeOffset="12493.36">1077 11201 239 0,'0'0'240'0,"0"0"-10"0,0 0-12 0,4-5 12 15,-4 5-25-15,0 0-19 0,0 0-17 0,0 0-13 0,0 0 1 16,0 18-13-16,0-9-7 0,-2 0-4 0,2 2-7 16,2-1-5-16,-4 5-7 0,1-4-8 0,0 2-9 15,0-2-9-15,1 0-1 0,-2 0-1 16,0 1-5-16,2-5-8 0,-4 4-5 0,2-1-3 15,1 3-11-15,0-6 2 0,1-7-8 0,0 15-4 16,0-15-4-16,-4 14-1 0,4-14-8 0,0 13-4 16,0-13 0-16,-2 9-16 0,2-9 14 0,0 0-7 15,0 13-2-15,0-13 1 0,0 0-3 0,0 13 7 16,0-13-6-16,0 0-11 0,0 14-20 0,0-14-16 16,0 11-26-16,0-11-33 0,0 0-36 0,0 0-37 15,0 0-40-15,0 0-48 0,7 7-39 0,-7-7-181 16,0 0-510-16,0 0 225 0</inkml:trace>
  <inkml:trace contextRef="#ctx0" brushRef="#br0" timeOffset="12849.38">1434 11250 43 0,'0'0'332'0,"6"-7"-3"0,-6 7-6 0,0 0-4 0,0 0-35 16,0 0-17-16,0 0-28 0,2-10-26 0,-2 10-17 15,0 0-19-15,0 0-28 0,0 0-11 0,0 0-11 16,0 0-6-16,0 0 1 0,0 0-2 0,0 0-15 16,3 27-10-16,-3-27-7 0,0 21 14 0,-3-12-6 15,2 2-7-15,1-11-26 0,-1 22 9 0,-1-10-5 16,1-2-4-16,0 3-9 0,1-13-4 0,0 0-2 15,-2 23-7-15,2-23-6 0,-3 20-7 16,3-20 0-16,0 15-3 0,0-15-9 0,0 17 5 0,0-17 1 16,0 14 0-16,0-14-10 0,0 15-1 0,0-15 1 15,0 14-8-15,0-14-22 0,0 12-27 0,0-12-30 16,3 8-44-16,-3-8-36 0,0 0-37 0,0 0-38 16,0 0-38-16,0 16-38 0,0-16-254 0,0 0-607 15,0 0 268-15</inkml:trace>
  <inkml:trace contextRef="#ctx0" brushRef="#br0" timeOffset="13125.26">1724 11210 206 0,'0'0'340'0,"0"0"-14"0,0 0-1 16,0 0-9-16,6-5-12 0,-6 5-29 0,0 0-23 15,0 0-26-15,0 0-31 0,0 0-24 0,0 0-5 16,0 0-13-16,0 0-1 0,6 18-20 0,-6-18-9 16,2 13-12-16,-2-13-15 0,0 15-4 0,0-15-18 15,-3 17-7-15,3-7-2 0,0-10-30 0,3 20 16 16,-2-9 1-16,-1-11-6 0,2 27-6 0,-1-16 0 16,-1 0-25-16,2 2-29 0,-2-2-30 0,0 1-47 15,0-1-48-15,0-11-57 0,4 25-70 0,-3-15-80 16,-1-10-213-16,3 22-605 0,-2-15 268 0</inkml:trace>
  <inkml:trace contextRef="#ctx0" brushRef="#br0" timeOffset="13592.12">2425 11190 110 0,'1'-8'337'0,"-1"8"-5"0,0 0-5 0,-1-11-7 16,1 11 4-16,1-9-14 0,-1 9-20 0,0 0-11 16,0-8-16-16,0 8-23 0,0 0-16 0,0 0-23 15,2-7-14-15,-2 7-29 0,0 0-11 16,0 0-21-16,0 0-13 0,0 0-9 0,0 0-11 16,0 0-19-16,0 0-3 0,0 0-3 0,0 0-10 0,0 0-7 15,2 24-4-15,-1-14-8 0,-3-1 0 0,2 2-3 16,-1 0-9-16,-1 1-1 0,1-1-2 15,1 0 0-15,-1 5-4 0,1-5-2 0,-1 1 0 16,1-1-4-16,-3 1 0 0,3-1-1 0,0 0 1 0,-3-2 4 16,3 1-12-16,-2 0-32 0,2 0-45 0,0-1-34 15,0-1-41-15,0-8-38 0,-1 17-49 0,1-17-56 16,-2 11-46-16,2-4-302 0,0-7-688 0,0 0 305 16</inkml:trace>
  <inkml:trace contextRef="#ctx0" brushRef="#br0" timeOffset="13925.37">2724 11152 171 0,'4'-3'358'0,"-4"3"2"0,5-8 5 15,-5 8 14-15,4-6-33 0,-4 6-26 0,3-5-12 16,-3 5-15-16,0 0-22 0,5-6-22 0,-5 6-23 15,0 0-23-15,0 0-18 0,0 0-22 0,4-6-16 16,-4 6-19-16,0 0-14 0,0 0-9 0,0 0-13 16,0 0-7-16,1 18-6 0,-1-11-10 0,0 2-2 15,-1 1-9-15,-2 1-3 0,2 1-4 0,-1-2-3 16,2 2-3-16,-1-1-7 0,-1 0-2 16,2 0-2-16,-2-1-4 0,1 2-2 0,0-2-4 0,1 3-2 15,0-4-2-15,0 1-3 0,0 0-3 0,0-1 2 16,0 1-31-16,0 0-26 0,-2 0-30 0,4-4-51 15,-2-6-49-15,0 14-36 0,1-9-33 0,0 2-41 16,-1-7-46-16,4 10-44 0,0-5-259 0,-4-5-681 16,0 0 303-16</inkml:trace>
  <inkml:trace contextRef="#ctx0" brushRef="#br0" timeOffset="14243.24">3036 11129 67 0,'0'0'355'0,"2"-8"4"0,-2 8 6 0,4-8-2 15,-4 8-5-15,4-8-18 0,-4 8-15 0,0 0-22 16,0 0-24-16,0-8-26 0,0 8-27 0,0 0-21 16,0 0-17-16,0 0-22 0,0 0-18 0,4-5-17 15,-4 5-14-15,0 0-5 0,0 0-17 0,0 0-6 16,4 22-23-16,-3-15 2 0,-2 2-6 0,1 0-8 15,0 1-3-15,0-1-5 0,1 2-2 0,-2-1-3 16,1 1-4-16,0-1-3 0,0 2 0 16,1-4-6-16,-1 3-8 0,3-1 3 0,-4-2-5 0,2 2 2 15,-2-2-1-15,-1 0-2 0,1 1-1 0,1-9-1 16,-1 14-24-16,1-7-23 0,0-7-32 16,0 14-41-16,1-7-45 0,-1-7-41 0,1 11-36 0,-1-11-43 15,0 0-38-15,3 14-40 0,-1-10-295 16,-2-4-695-16,0 0 308 0</inkml:trace>
  <inkml:trace contextRef="#ctx0" brushRef="#br0" timeOffset="14742.25">3508 11083 27 0,'5'-2'349'0,"-5"2"-10"16,0 0 4-16,0 0-22 0,0 0-16 15,0 0-13-15,0 0-31 0,0 0-22 0,0 0-31 0,0 0-4 16,0 0-19-16,9 11-16 0,-9-11-21 0,0 12-27 16,0-5 0-16,0 3-12 0,1-1-4 15,-2 2-11-15,2 1-10 0,-2 0-7 0,1 0-49 16,0 0-68-16,-3 6-82 0,-1 1-103 0,2-2-111 0,-3 2-232 16,-3 0-615-16,-7 1 272 0</inkml:trace>
  <inkml:trace contextRef="#ctx0" brushRef="#br0" timeOffset="23096.28">1164 10553 240 0,'0'0'228'0,"0"0"4"0,0 0-4 0,-6-4-2 15,6 4-2-15,0 0-9 0,0 0-12 0,-7-4-15 16,7 4-17-16,0 0-9 0,0 0-20 0,0 0-1 16,0 0-13-16,0 0-11 0,0 0-4 0,0 0-6 15,0 0-5-15,0 0-8 0,0 0-7 0,-7-4-11 16,7 4-5-16,0 0-7 0,0 0-6 0,0 0-2 15,0 0-11-15,20-4 1 0,-9 3-3 0,-2-2-13 16,3 2 4-16,1-3-3 0,3 0-6 0,-3-1-2 16,1 2 2-16,-1 0-8 0,1-1-14 0,-3 0-14 15,0 0-11-15,1 2-32 0,-4 0-21 0,-3-1-36 16,-5 3-36-16,12-2-33 0,-6 1-40 0,-6 1-12 16,0 0-27-16,9-1-189 0,-9 1-484 0,0 0 214 15</inkml:trace>
  <inkml:trace contextRef="#ctx0" brushRef="#br0" timeOffset="23360.04">1187 10540 21 0,'-12'0'224'0,"12"0"2"0,-7 1 6 0,7-1 5 16,0 0 1-16,0 0-16 0,-11-1-8 0,11 1-17 16,0 0-21-16,0 0-15 0,0 0-17 0,-9 2-11 15,9-2-16-15,0 0-10 0,0 0-8 0,-2 9-1 16,2-9-8-16,2 14-2 0,0-4-2 0,-2 1-5 15,1-1-2-15,0 2-10 0,-1-1-7 0,2-1 0 16,0 2-10-16,-2 1-1 0,1-2-2 0,2 1-12 16,-3-3 2-16,0 4-6 0,2-4 0 0,0 2-6 15,-2-2 1-15,2 2-7 0,0-6-22 0,-1 4-33 16,0-4-36-16,-1-5-43 0,3 13-42 0,-3-6-50 16,0-7-42-16,2 8-38 0,-2-8-170 0,0 11-490 15,0-11 216-15</inkml:trace>
  <inkml:trace contextRef="#ctx0" brushRef="#br0" timeOffset="23508.83">1178 10735 207 0,'2'-8'198'0,"-2"8"-1"0,0 0-3 0,7-5-3 0,-7 5-20 16,6-4-15-16,1 0-14 0,0 3-11 0,5-5-14 15,0 2-13-15,5 0-15 0,0-3-31 0,3 5-51 16,-2-4-60-16,4 4-77 0,-1 3-167 0,-1-2-321 15,7-4 142-15</inkml:trace>
  <inkml:trace contextRef="#ctx0" brushRef="#br0" timeOffset="23925.22">2460 10467 219 0,'-2'-11'321'0,"2"11"-10"0,-2-9-7 0,2 9-7 16,-3-8-3-16,3 8-18 0,0 0-13 0,-1-11-12 15,1 11-24-15,0 0-20 0,0 0-20 0,-1-7-16 16,1 7-27-16,0 0-16 0,0 0-22 0,0 0-7 16,0 0-10-16,0 0-14 0,0 0-7 0,0 0-4 15,-5 25-11-15,6-13-1 0,-1-1 1 0,0 3-2 16,0 3-18-16,0-3 1 0,2 0-8 16,-2-2 2-16,2 3 3 0,-2-2-5 0,1-3-1 0,1 3 9 15,-2-3-21-15,3 1 2 0,0 0 0 0,-3-1-4 16,1 0 3-16,1 1-2 0,0-6-17 15,0 4-21-15,0 1-17 0,-2-5-33 0,4 1-31 0,-4-6-37 16,1 10-33-16,-1-10-48 0,1 8-49 0,-1-8-35 16,3 6-232-16,-3-6-584 0,0 0 258 0</inkml:trace>
  <inkml:trace contextRef="#ctx0" brushRef="#br0" timeOffset="24175.36">2471 10432 6 0,'0'0'267'0,"2"-6"-6"0,-2 6-1 0,0 0-15 16,2-6-6-16,-2 6-17 0,0 0-13 0,0 0-20 16,0 0-13-16,0 0-17 0,5-9-22 0,-5 9-15 15,9-2-7-15,-4 0-14 0,3-1-11 0,-2 0-6 16,4 3-10-16,2-2-6 0,2-1-9 0,-4 1-8 15,3 0-22-15,0 1-26 0,0-1-30 0,2 0-41 16,-2 2-43-16,-2-1-42 0,2 1-55 0,0 0-18 16,-2 1-170-16,-4 1-428 0,-7-2 189 0</inkml:trace>
  <inkml:trace contextRef="#ctx0" brushRef="#br0" timeOffset="24352.27">2540 10603 256 0,'-4'2'260'0,"4"-2"-8"0,-7 7-6 16,7-7-5-16,-5 3-7 0,5-3-11 0,0 0-15 15,-6 5-17-15,6-5-22 0,0 0-20 0,0 0-16 16,0 0-22-16,0 0-29 0,0 0-36 0,26-5-46 16,-13 2-56-16,0 1-74 0,7-3-83 0,-2 1-188 15,0-2-433-15,0 1 191 0</inkml:trace>
  <inkml:trace contextRef="#ctx0" brushRef="#br0" timeOffset="33788.29">166 12530 22 0,'0'0'101'0,"0"0"4"0,0 0-8 0,0 0 3 15,0 0 12-15,0 0-10 0,0 0-3 0,0 0-7 16,0 0-4-16,0 0-4 0,0 0 9 0,0 0-14 16,0 0 8-16,0 0-8 0,0 0-7 0,0 0-6 15,0 0-1-15,0 0-6 0,0 0 0 0,0 0 4 16,0 0-4-16,0 0 2 0,0 0-6 0,0 0-2 15,0 0-3-15,2-51-2 0,-2 51 2 0,0 0 0 16,0 0-7-16,0 0-5 0,0 0-4 16,0 0-5-16,0 0-2 0,0 0 1 0,0 0-9 15,0 0 3-15,0 0-8 0,0 0 2 0,0 0 2 16,0 0-4-16,0 0-4 0,0 0-3 0,0 0-1 0,0 0-8 16,0 0-8-16,0 0-20 0,0 0-9 15,0 0-18-15,0 0-10 0,0 0-24 0,0 0-10 0,0 0-10 16,0 0 0-16,0 0 12 0,0 0-7 15,4-33-4-15,-4 33 7 0,0 0-4 0,0 0 3 16,0 0 1-16,0 0 10 0,0 0 4 0,0 0 11 16,0 0 4-16,0 0 10 0,0 0 4 0,0 0 9 15,0 0 8-15,36-3 6 0,-36 3 0 0,0 0 6 16,0 0 8-16,0 0 9 0,0 0 7 0,0 0 3 16,0 0 15-16,0 0 9 0,0 0 28 0,0 0-7 15,0 0 5-15,13-29 7 0,-13 29-3 0,0 0 10 16,0 0 18-16,0 0 5 0,0 0 2 0,0 0 2 15,0 0 14-15,0 0-9 0,0 0 9 0,0 0-2 16,0 0-5-16,-7-41-3 0,7 41-1 0,0 0-1 16,0 0 4-16,0 0-2 0,0 0-5 0,0 0-4 15,0 0-4-15,0 0-9 0,0 0-6 0,0 0-8 16,0 0-7-16,0 0-5 0,0 0-5 16,0 0-7-16,0 0-6 0,0 0 0 0,0 0-4 15,0 0 1-15,0 0 6 0,0 0-5 0,0 0 4 0,0 0-1 16,0 0 5-16,0 0 0 0,0 0 4 0,0 0-2 15,7 96 0-15,-7-96 5 0,0 0 1 0,0 42 0 16,0-42 7-16,0 0-9 0,0 45 0 16,0-45-1-16,0 29 8 0,0-29-17 0,0 0 0 15,0 0-6-15,0 39 6 0,0-39-4 0,0 0 1 16,0 0-3-16,0 0-5 0,0 0-1 0,-3 38 1 16,3-38-2-16,0 0-2 0,0 0 0 0,0 0 4 15,0 0-5-15,0 0 0 0,0 0-3 0,0 0 0 16,-2 31 1-16,2-31-6 0,0 0-17 0,0 0-14 15,0 0-23-15,0 0-27 0,0 0-32 0,0 0-32 16,0 0-36-16,0 0-39 0,0 0-41 0,0 0-165 16,0 0-458-16,0 0 203 0</inkml:trace>
  <inkml:trace contextRef="#ctx0" brushRef="#br0" timeOffset="34215.38">342 12280 19 0,'0'0'237'16,"0"0"-10"-16,0 0-10 0,0 0-11 0,0 0-14 0,0 0-17 15,0 0-17-15,0 0-16 0,0 0-17 0,0 0-13 16,0 0-11-16,0 0-9 0,0 0-14 0,0 0-8 15,0 0-6-15,0 0-7 0,0 0-4 16,0 0-5-16,0 0-7 0,0 0-1 0,0 0-5 16,0 0-5-16,0 0-1 0,0 0-4 0,0 0-2 15,0 0-4-15,0 0-2 0,0 0 3 0,0 0-6 16,0 0 0-16,-38 59-1 0,38-59-3 0,0 0-5 16,0 0 3-16,0 0-3 0,0 0 2 0,0 0-5 15,0 0 1-15,0 0 0 0,34 39-2 0,-34-39 1 16,0 0 1-16,0 0-2 0,26 11-2 0,-26-11-1 15,0 0 2-15,0 0-2 0,0 0-2 0,0 0 0 16,0 0 4-16,0 0-3 0,0 0 0 0,23 16-1 16,-23-16-1-16,0 0-7 0,0 0 3 0,0 0-1 15,0 0-15-15,0 0-13 0,0 0-13 0,0 0-26 16,0 0-28-16,0 0-27 0,-34 45-32 0,34-45-42 16,0 0-109-16,0 0-341 0,0 0 152 0</inkml:trace>
  <inkml:trace contextRef="#ctx0" brushRef="#br0" timeOffset="34658.89">497 12207 188 0,'0'0'183'0,"0"0"-8"0,0 0-18 0,0 0-6 0,0 0-4 15,0 0-6-15,0 0 1 0,0 0-5 0,0 0-2 16,0 0-10-16,0 0 1 0,0 0-13 0,0 0-3 15,0 0-10-15,0 0-9 0,0 0-11 0,0 0-3 16,0 0-12-16,0 0-7 0,0 0-9 0,0 0-3 16,0 0-6-16,0 0 2 0,0 0-3 0,0 0-5 15,0 0 1-15,0 0 2 0,0 0-2 0,0 0 5 16,0 0-12-16,0 0 4 0,0 0-9 0,0 0-6 16,0 0-1-16,-13 88-2 0,13-88 1 15,0 0-2-15,0 0-14 0,0 41-17 0,0-41-21 16,0 0-28-16,0 35-32 0,0-35-39 0,0 0-34 15,0 0-33-15,0 41-20 0,0-41-124 0,0 0-378 0,0 0 168 16</inkml:trace>
  <inkml:trace contextRef="#ctx0" brushRef="#br0" timeOffset="34795.29">452 12345 67 0,'0'0'103'16,"0"0"-14"-16,0 0-25 0,0 0-28 0,22-42-42 16,-22 42-54-16,0 0-63 0,27-11 29 0</inkml:trace>
  <inkml:trace contextRef="#ctx0" brushRef="#br0" timeOffset="35929.26">800 12426 212 0,'0'0'209'0,"0"0"-12"0,0 0-11 16,0 0-7-16,0 0-12 0,0 0-12 0,0 0-13 15,0 0-14-15,0 0-10 0,0 0-3 0,0 0-15 16,0 0-9-16,0 0-10 0,0 0-7 0,0 0-6 16,0 0-8-16,0 0-7 0,0 0 0 15,0 0-3-15,0 0 1 0,0 0-6 0,0 0-1 0,0 0-2 16,0 0-6-16,0 0 2 0,0 0-4 0,0 0-2 15,0 0 3-15,-40 59-4 0,40-59-1 16,0 0-1-16,-7 32-1 0,7-32-7 0,0 0 1 0,0 0-8 16,0 0 3-16,3 41-3 0,-3-41-2 0,0 0 4 15,0 0-6-15,0 0 3 0,0 0-5 16,10 39-2-16,-10-39 2 0,0 0 2 0,12 10-1 16,-12-10-2-16,9 4 1 0,-4-2 0 0,1-1-2 15,-6-1 2-15,11 0 0 0,-11 0-1 0,16-3 1 0,-10 0 0 16,1 0-2-16,0-1 2 0,0-3-2 0,0 4 3 15,-1-3 0-15,1 0 13 0,0-1 3 16,-2-2-1-16,1 1-1 0,-2-1-2 0,-1 0-4 16,-1-1-1-16,0 1-1 0,-2-2 10 0,2 2-5 15,-2-4 4-15,0 3-1 0,-2-2 0 0,2 3-3 16,-2-1-1-16,-2 2-2 0,2-1-3 0,-1 3 9 16,1-1-13-16,-2 1 3 0,4 6-1 0,-5-10 0 15,5 10 0-15,-5-8-5 0,5 8-1 0,-4-5-2 16,4 5 0-16,-3-7-5 0,3 7 1 0,0 0 3 15,-8-2-19-15,8 2-13 0,0 0-14 0,0 0-20 16,-15 5-25-16,15-5-20 0,0 0-28 0,0 0-26 16,0 0-29-16,0 0-32 0,0 0-24 0,0 0-144 15,-29 43-425-15,29-43 188 0</inkml:trace>
  <inkml:trace contextRef="#ctx0" brushRef="#br0" timeOffset="36442.01">1270 12381 20 0,'0'0'233'0,"0"0"-13"0,0 0-9 16,0 0-13-16,0 0-13 0,0 0-22 0,0 0-19 0,0 0-16 15,0 0-14-15,0 0-7 0,-26 9-15 0,24-1-5 16,-2-2-9-16,0 3-1 0,0 0-14 0,-1-1 4 16,0 3-6-16,0-3-10 0,1 3-5 15,0-2-2-15,-1 1-7 0,3 0-4 0,0-1-3 16,0-3 0-16,0 4 0 0,2-10-9 0,0 13 0 16,0-13-1-16,2 10-4 0,-2-10-1 0,2 9-1 15,0-4-2-15,0 0-3 0,-2-5 3 0,11 6-1 0,-3-4 8 16,-2 0-9-16,1 0 0 0,2-1-1 15,-9-1 2-15,20-1-3 0,-9 1 3 0,0-3-4 16,-4 2 2-16,4-2-2 0,-3 0 2 0,-2 0 7 16,1-2 4-16,-1 2-1 0,2-4-3 0,-2 4 2 15,0-2 6-15,-3-1 5 0,-3 6-4 0,6-12 1 16,-4 5-2-16,-2 0 1 0,1-3 3 0,-1 2 1 16,0-1 8-16,-5 1-6 0,3-1-1 0,-1 1-5 15,-1 0 0-15,0 1 4 0,2 1-13 0,-4 1-1 16,0-4 6-16,2 4-12 0,-2-2 1 0,-1 4-5 15,-3-2-8-15,5 2-12 0,-3 1-13 0,8 2-15 16,-18-1-12-16,11 2-24 0,7-1-19 0,-15 1-23 16,8 0-43-16,7-1-23 0,-10 6-29 0,7-1-177 15,-2 1-424-15,5-6 187 0</inkml:trace>
  <inkml:trace contextRef="#ctx0" brushRef="#br0" timeOffset="36892.6">1637 12393 169 0,'0'0'264'0,"0"0"-13"0,0 0-16 15,0 0-17-15,0 0-24 0,0 0-23 16,0 0-15-16,0 0-18 0,0 0-11 0,0 0-15 15,0 0-8-15,0 0-13 0,-22 24-9 0,18-15-8 0,2 0-12 16,-5-1-2-16,5 2-10 0,-1-4-1 0,2 3-4 16,-1-2-8-16,2 3-3 0,0-10-3 0,0 13-4 15,2-6 0-15,-2-7-4 0,4 13 4 16,-2-8-9-16,5 0 3 0,-3-1-2 0,3-1-3 16,-2-1-3-16,3 0-1 0,2-1-2 0,3 0 1 15,-4-2-1-15,1-2 0 0,0 3-7 0,2-4 3 16,-4 1 5-16,1-1-7 0,-1-2 2 0,0 0 2 15,1-1-1-15,-4 1 1 0,0 1 1 0,0-4 2 16,-2-1-2-16,1 0 2 0,-3 2 0 0,0-3 5 16,-1 0-9-16,0 11 1 0,-2-23 0 0,-2 13 0 15,2 1-1-15,-1 0 7 0,0-1-10 0,3 10 2 16,-8-14 1-16,3 10-4 0,5 4 0 0,-6-8 1 16,6 8-6-16,-9-4-3 0,9 4-10 0,-16-3-13 15,16 3-22-15,-15 4-29 0,15-4-31 0,-16 6-28 16,9-1-57-16,2 1-33 0,0-1-164 0,5-5-424 15,-8 14 188-15</inkml:trace>
  <inkml:trace contextRef="#ctx0" brushRef="#br0" timeOffset="37346.39">2062 12337 154 0,'0'0'278'0,"0"0"-4"0,0 0-12 0,0 0-13 16,7-5-22-16,-7 5-17 0,0 0-28 0,0 0-13 15,0 0-18-15,0 0-13 0,0 0-14 0,0 0-14 16,0 0-5-16,-16 25-17 0,16-25-11 16,-6 11-5-16,1-4-8 0,3 0-4 0,1 0-8 15,-1 2-3-15,-1-2-6 0,2 2-8 0,0-2 0 16,1-7-8-16,0 12-1 0,1-5-1 0,-1-7-3 15,1 10 0-15,0-4-5 0,-1-6-1 0,4 7 1 16,-1-2-3-16,-3-5 3 0,7 7-7 0,-2-3 2 0,-5-4-1 16,8 3 1-16,-8-3-7 0,9 3 2 15,-9-3-5-15,10 1-1 0,-10-1 3 0,0 0-3 0,0 0 14 16,20-4-16-16,-20 4 4 0,11-5 2 16,-11 5 4-16,9-9-8 0,-4 6-2 0,-5 3-1 15,8-12-1-15,-3 5-1 0,1-2 4 0,-2 1 2 16,-4 8-3-16,4-16 1 0,-3 6 1 0,-1-2-3 15,-1 0 2-15,1 12 2 0,-4-21 1 0,1 12-1 16,1-4-2-16,-3 7 6 0,1-5-3 0,0 3-4 16,4 8-4-16,-9-11 3 0,9 11 1 0,-9-10-9 15,9 10-15-15,-12-7-17 0,5 5-17 0,7 2-27 16,-18 0-30-16,18 0-29 0,-14 5-48 0,6 0-49 16,-4 2-190-16,5-2-467 0,7-5 208 0</inkml:trace>
  <inkml:trace contextRef="#ctx0" brushRef="#br0" timeOffset="37848.34">2584 12254 267 0,'-3'-9'287'0,"3"9"-5"15,-8-9-13-15,5 3-9 0,3 6-15 0,-7-9-20 16,7 9-28-16,-6-4-16 0,6 4-18 0,-4-6-24 16,4 6-12-16,0 0-13 0,0 0-13 0,-14 10-8 15,9 1-5-15,-2-2-12 0,2 4-9 0,1-3-6 16,-1 4-4-16,0 2-12 0,1-3 1 0,2-2-8 15,2 1 0-15,0-1-1 0,1 0-9 0,2-1-4 16,2-1-1-16,-1-1 4 0,2 0-27 0,-1 0 0 16,3-2-3-16,4 0 3 0,-2-2 1 0,0-1-1 15,4-2 5-15,-3 1-2 0,5-4 0 0,-4 2-2 16,7-1-2-16,-6-1 4 0,1 0-1 0,-3-1-1 16,-1-1 5-16,0-1 0 0,-1 1-2 0,-1-3 0 15,-1-1 6-15,1 1 0 0,-2-1 6 0,0-2 2 16,-1 1 5-16,-3-1 2 0,0-1 4 0,-2 1 2 15,0 0 0-15,-2-2 1 0,-2 1-3 0,1-1-4 16,-1 1-5-16,-3 2-3 0,2 0-1 0,0 1-3 16,-1 1 8-16,-1-1-11 0,2 2-3 0,-4 0-17 15,3 2-10-15,1 1-15 0,5 3-30 0,-11-6-30 16,4 5-30-16,7 1-34 0,0 0-34 0,-17 7-40 16,12-4-34-16,0 3-204 0,0 0-509 0,5-6 226 15</inkml:trace>
  <inkml:trace contextRef="#ctx0" brushRef="#br0" timeOffset="38259.3">3026 12226 85 0,'0'0'288'0,"0"0"-9"16,2-6-5-16,-2 6-14 0,0 0-19 0,0 0-21 15,0 0-21-15,0 0-21 0,0 0-18 0,0 0-18 16,0 0-11-16,0 0-21 0,0 0-6 0,-12 21-14 16,8-12-8-16,1 0-8 0,-1 1-9 0,1 1-8 15,1-1 1-15,2-3-8 0,0 4-5 0,2-2-5 16,-2-2-1-16,2 1-8 0,1-1 0 0,-1-3-6 16,-2-4-4-16,8 10-1 0,-2-4 0 0,-1-3-4 15,3 3-3-15,-2-5 5 0,5-1 6 0,-2 2-10 16,3-2 1-16,-1 0-2 0,0-2-1 0,-5-1 2 15,-6 3-2-15,15-6 2 0,-9 1 6 0,3 0-1 16,-4 1 2-16,-2-1 9 0,0-1 0 0,0 1-1 16,-3 5 2-16,5-19-4 0,-6 7-2 0,2 2 0 15,-1 10 1-15,-1-18 0 0,0 8-4 0,1 10-3 16,-3-15-3-16,2 9 2 0,-2 1-6 0,3 5-3 16,-6-12-12-16,2 8-18 0,4 4-18 0,-10-6-26 15,6 4-34-15,4 2-35 0,-13 0-44 0,13 0-60 16,-14 6-45-16,6-1-206 0,2 0-528 0,6-5 233 15</inkml:trace>
  <inkml:trace contextRef="#ctx0" brushRef="#br0" timeOffset="38650.18">3387 12192 244 0,'0'0'291'0,"0"0"-7"0,4-8-25 16,-4 8-16-16,0 0-19 0,0 0-25 0,0 0-18 16,0 0-20-16,0 0-22 0,0 0-16 0,0 0-11 15,0 0-5-15,0 0-11 0,-9 25-12 0,8-15-10 16,-2-2-5-16,2 2-8 0,-1-2-5 0,0 1-8 16,2-2-5-16,0-7-2 0,2 14-2 0,-1-8-8 15,-1 2-2-15,0-8-3 0,5 10-3 0,-1-6 4 16,0 1-13-16,0 0-6 0,-4-5 0 0,7 5 4 15,1-2-1-15,-3-1-4 0,-5-2 0 0,12 0 1 16,-12 0-2-16,14-2 1 0,-14 2 0 0,10-7 5 16,-8 6 7-16,-2 1 22 0,8-6 2 0,-5-1-2 15,-3 7-3-15,1-13-6 0,3 6 1 0,-4 0-7 16,0-3 8-16,0 1-1 0,-4-1-11 0,3 2-6 16,-2-2 6-16,1 1-3 0,-2-1-7 0,1 4-2 15,-1 1-15-15,0-4-11 0,1 4-20 0,3 5-33 16,-8-9-28-16,8 9-38 0,0 0-61 0,-10-8-32 15,10 8-51-15,-8 3-189 0,8-3-505 0,0 0 225 16</inkml:trace>
  <inkml:trace contextRef="#ctx0" brushRef="#br0" timeOffset="39012.57">3763 12144 64 0,'0'0'316'0,"5"-1"-1"0,-5 1-3 16,0 0-16-16,0 0-9 0,0 0-16 0,0 0-18 16,0 0-30-16,0 0-24 0,0 0-32 0,0 0-8 15,0 0-19-15,-21 11-8 0,14-6-17 0,3 1-10 16,-1 0-15-16,-1 1-6 0,1 1-12 0,1 4-5 16,1-3-5-16,-2 1-7 0,5-4-13 0,-1 3-2 15,4 0-4-15,-1 0 3 0,2 0-13 16,-2-3-6-16,4 2-7 0,-1-3 4 0,0-1-9 0,5 1-1 15,-4-1-2-15,2-3 0 0,2 1 3 0,2-2-1 16,-1 0-1-16,-11 0 1 0,16 0 2 16,-6-4-2-16,-10 4 1 0,13-9 0 0,-7 4-3 0,0 0-1 15,-6 5 5-15,9-15 3 0,-5 6 0 0,0-1-3 16,0 0 1-16,-4 1 7 0,1-1-4 0,-2 0 4 16,-2-1-7-16,0 3-4 0,-1-2 5 0,-1 3-4 15,2-4-20-15,-2 6-23 0,-5-1-39 0,-1-1-54 16,-6 5-74-16,4 0-86 0,-10 4-295 0,-4 2-632 15,-4 4 280-15</inkml:trace>
  <inkml:trace contextRef="#ctx0" brushRef="#br0" timeOffset="40543.26">3917 12817 122 0,'0'0'233'16,"0"0"-3"-16,0 0 4 0,0 0-7 0,0 0-8 15,0 0-14-15,0 0-6 0,0 0-12 0,7-3-9 0,-7 3-13 16,0 0-13-16,0 0-4 0,0 0-13 15,2-10-10-15,-2 10-6 0,0 0-4 0,0 0 0 0,-3-12-2 16,3 12-1-16,0 0-4 0,0 0-2 16,-4-8-4-16,4 8-4 0,0 0-5 0,0 0-4 15,-1-8 4-15,1 8-1 0,0 0 0 0,0 0-10 0,0 0-3 16,0 0-3-16,-1-8-2 0,1 8 2 0,0 0-22 16,0 0-24-16,0 0 15 0,0 0-14 0,0 0 0 15,0 0-6-15,0 0-3 0,0 0-5 16,0 0-4-16,0 0-3 0,0 0 2 0,0 0-5 15,-2 30 2-15,2-14-3 0,2 0 8 0,-2-5-4 0,-2 5-2 16,1 2-1-16,1-6 2 0,0 4 0 0,-1-1 7 16,1 0 6-16,0-2-8 0,-2 3-2 0,2-5 1 15,0 1-4-15,0-1 0 0,0-2 2 16,0 3-2-16,0-2-4 0,2-4 3 0,-2 4 2 0,1 0 2 16,-1-10-3-16,-1 12-5 0,1-12-15 0,0 8 3 15,0-8 17-15,1 9-3 0,-1-9-14 0,0 8 17 16,0-8-1-16,0 0-1 0,0 0 2 0,3 8-6 15,-3-8-21-15,0 0-23 0,0 0-28 16,0 0-45-16,0 0-38 0,0 0-50 0,0 0-69 0,0 0-69 16,0 0-317-16,-16 0-712 0,16 0 315 0</inkml:trace>
  <inkml:trace contextRef="#ctx0" brushRef="#br0" timeOffset="40926.19">3285 12990 36 0,'0'0'265'0,"-15"-4"-1"15,9 1-2-15,6 3-4 0,-11-4-10 0,5 2-14 16,6 2-12-16,-8-2-24 0,8 2-19 16,0 0-12-16,-9-3-20 0,9 3-13 0,0 0-10 0,0 0-13 15,-5-3-4-15,5 3-11 0,0 0-17 0,0 0-9 16,0 0-6-16,0 0-3 0,0 0-4 0,0 0-9 16,0 0 1-16,31 2-7 0,-21-2-3 0,-2 0 0 15,6 0-6-15,-1 1-6 0,1-4 5 16,-2 3-6-16,1-1-10 0,5-3-14 0,-5 3-14 0,1 1-18 15,-1 0-26-15,1-1-28 0,-4 1-35 0,-1 0-42 16,0-2-40-16,-9 2-31 0,11-1-32 16,-11 1-166-16,11 0-466 0,-5-2 207 0</inkml:trace>
  <inkml:trace contextRef="#ctx0" brushRef="#br0" timeOffset="41142.99">3358 12872 185 0,'0'0'302'0,"0"0"-12"16,-5-4-14-16,5 4-18 0,0 0-26 0,0 0-26 0,0 0-20 15,0 0-19-15,0 0-16 0,0 0-17 0,0 0-13 16,0 0-4-16,-4 19-11 0,1-11-7 0,5 4-12 16,-2-1-8-16,1 1-8 0,-1 4-3 0,0 0-9 15,0 3-5-15,-3 0-29 0,1 0-48 16,-2 6-63-16,-1 2-63 0,1-3-69 0,0 4-249 0,-3-1-505 15,-1-1 224-15</inkml:trace>
  <inkml:trace contextRef="#ctx0" brushRef="#br0" timeOffset="42705.24">953 13562 3 0,'0'0'110'0,"0"0"-14"0,0 0 3 0,0 0-11 16,0 0-3-16,0 0-2 0,0 0-10 0,-27-3-7 16,27 3-4-16,-11 3 8 0,11-3-4 0,-14 4 2 15,10-4-4-15,4 0 4 0,-13 3-7 0,5-1 11 16,8-2 0-16,0 0 0 0,0 0 7 0,0 0-1 16,0 0 8-16,0 0 1 0,0 0 1 0,0 0-1 15,0 0 3-15,0 0-5 0,-65 8-3 0,65-8 3 16,0 0-3-16,0 0-2 0,0 0 0 0,0 0-2 15,0 0-5-15,0 0-2 0,0 0-6 0,0 0-5 16,0 0-8-16,0 0-1 0,0 0-5 0,0 0-4 16,0 0-4-16,0 0-1 0,0 0-3 0,0 0-3 15,0 0-5-15,0 0-5 0,0 0 1 0,0 0-3 16,0 0-3-16,0 0-3 0,0 0 2 0,-17 0-7 16,17 0-1-16,4 0 3 0,-4 0 0 0,0 0 0 15,0 0-4-15,34-2 3 0,-22 1 6 0,7 0-8 16,2-1 0-16,6 1-2 0,-1-3 1 15,5 2 0-15,0 0 0 0,1-2 0 0,3 1 1 16,0-1 1-16,-1 1-3 0,1 0-4 0,2-3 4 16,0 2 0-16,3 0-2 0,0 1 8 0,-5-3-4 0,15 0-4 15,-12 2 3-15,12-3-2 0,-1-1 6 0,-11 3-6 16,2 1-4-16,-2-3 1 0,14-1 1 0,-3-1 3 16,-12 5-4-16,3-2 2 0,-1 1 0 0,0 1-1 15,0-2 2-15,0 2-4 0,-1 1 0 16,-2-1 0-16,-1 1 1 0,3 1 7 0,-5-2-6 15,0 1 2-15,3-2 1 0,-2 1-3 0,0-1 1 16,-1 2-7-16,-2 0 5 0,-1 0 1 0,1-2-1 16,-2 1-3-16,1 0 3 0,0 3-4 0,-1-1 5 15,1-1-1-15,0-1-1 0,-2 0 0 0,2-1 0 16,0 4 0-16,-2-1 2 0,-1 0-4 0,0-1 0 16,-1 1 4-16,3 0 0 0,-8-1 0 0,0 2-1 15,-1-2 0-15,3 2-1 0,4-1 1 0,-5-2 3 16,-2 3-3-16,2-2 1 0,-2 1 9 0,2 1-10 15,5-2 1-15,-7 1 1 0,3 0-4 0,4 0 8 16,-8-1-1-16,3 0-3 0,0 1-2 0,-2 1 2 16,1-3 1-16,8 3-1 0,-8-1-1 0,-1 0-1 15,2-1 2-15,-1 1-1 0,-1-1 1 0,0 1 2 16,2 0-2-16,-3-1-4 0,4 2-1 0,-1-1 6 16,-2-1-2-16,2 0-4 0,-2 1 4 0,0 0 0 15,0-2 4-15,-1 2-3 0,-1-1 0 0,1 0-6 16,-1 0 6-16,1 1 2 0,-1 1-7 0,-1-2 3 15,-3 2 4-15,2-2-2 0,-3 2-3 16,1-1 2-16,4 0-2 0,-1 0 3 0,1-1-6 16,-2 0 2-16,-2 1 2 0,0 0 1 0,-14 2-1 0,27 0-3 15,-11-3 3-15,-2 1 2 0,-14 2-2 0,30-1 1 16,-16 0 5-16,-14 1 0 0,31-4-2 0,-17 3-3 16,-1 1 4-16,6-3-1 0,-6 2-2 0,-13 1 9 15,27-3-8-15,-12 3 2 0,2-2 5 0,-3 1-8 16,-14 1 7-16,25-4-6 0,-11 1 1 15,-1 2-1-15,1-2-1 0,-14 3-4 0,27-3 4 16,-13 1 0-16,0 1 1 0,-1-1 2 0,-13 2 1 16,32-2-4-16,-19-1-3 0,1 2 3 0,-14 1-1 15,25-3 3-15,-11 2 4 0,-14 1-2 0,22-2 1 0,-22 2-2 16,22 0 1-16,-12-2-1 0,-10 2 0 0,20-3 1 16,-20 3-3-16,17 0-1 0,-17 0 0 15,16-2-2-15,-16 2 1 0,13-1-1 0,-13 1 1 16,0 0 3-16,19-1 0 0,-19 1-2 0,0 0-1 15,16 0 1-15,-16 0 0 0,0 0-5 0,0 0-2 16,0 0 13-16,0 0-5 0,0 0-3 0,0 0-2 16,16-2 0-16,-16 2-2 0,0 0-4 0,0 0-4 15,0 0-27-15,0 0-26 0,0 0-35 0,0 0-39 16,0 0-45-16,0 0-56 0,0 0-276 0,0 0-555 16,0 0 245-16</inkml:trace>
  <inkml:trace contextRef="#ctx0" brushRef="#br0" timeOffset="44061.34">4188 13487 242 0,'0'0'236'0,"-2"-7"0"0,2 7-8 0,0 0-8 0,-1-9-12 16,1 9-15-16,0 0-16 0,0 0-21 0,0 0-14 15,0 0-18-15,0 0-14 0,0 0-9 16,-1-9-14-16,1 9-11 0,0 0-25 0,0 0-3 15,0 0-10-15,0 0-1 0,4 25-5 0,-4-14 2 16,1 2 6-16,-1-1 8 0,2 4 4 0,1 2-1 16,-3 0 0-16,1-2 11 0,1 1-7 0,-1 1 6 0,0-1-13 15,0-1-1-15,2 1-8 0,-1-6-3 16,0 1 2-16,0 0 7 0,1 4 14 0,-1-6-6 16,1 0-5-16,-1 0-3 0,0-1-3 0,-1-2-1 15,0-1-10-15,-1-6 2 0,4 11-3 0,-2-7-4 16,-2-4-5-16,0 8 0 0,0-8 1 0,0 0-4 15,2 9 2-15,-2-9-1 0,0 0-4 0,0 0-4 16,0 0 1-16,0 0-2 0,0 0-26 0,-1 8-28 16,1-8-37-16,0 0-48 0,0 0-63 0,0 0-76 15,0 0-47-15,-13 2-183 0,13-2-538 0,0 0 239 16</inkml:trace>
  <inkml:trace contextRef="#ctx0" brushRef="#br0" timeOffset="44609.3">3671 13657 180 0,'0'0'253'15,"0"0"-8"-15,0 0-11 0,0 0-4 0,0 0-28 16,0 0-20-16,0 0-13 0,0 0-17 0,0 0-16 16,0 0-19-16,0 0-11 0,0 0-8 0,0 0-10 15,0 0-8-15,0 0-5 0,0 0-7 0,0 0-6 16,0 0-3-16,-9 20 1 0,9-20-2 0,-4 17-4 15,4-8-6-15,-1-1 0 0,0 2-3 0,-1-3-4 16,2 2-5-16,2 1 1 0,-1-2-2 0,3 1-7 16,-1-1 6-16,0-4-11 0,1 2 8 0,3 1 0 15,-2-3-12-15,0 1-3 0,0-2 2 0,1 1-3 16,1-1-1-16,-7-3-1 0,14 3 0 0,-14-3 5 16,13 0 16-16,-7-3 3 0,4-1 0 0,-3 0-5 15,0 2 0-15,-2-3-2 0,4-1 0 0,-2 1-3 16,-2-4-4-16,-3 2 4 0,1 0 4 0,1-1-3 15,-3-2 1-15,0 1-11 0,1-1 4 0,-4 1-4 16,1-1-2-16,-1 1 7 0,-1-3-10 0,-2 5-7 16,1-3 2-16,-1 2-1 0,-4-1-6 0,4 2-11 15,-4 0-5-15,2 3-12 0,1-1-16 0,-4 3-18 16,-2 2-16-16,2 0-25 0,-4 1-32 0,1 2-35 16,-5 1-38-16,3 4-48 0,-2 1-30 0,2 0-152 15,0-1-471-15,1 0 209 0</inkml:trace>
  <inkml:trace contextRef="#ctx0" brushRef="#br0" timeOffset="45059.24">3289 13747 180 0,'-5'-4'227'0,"5"4"-4"0,-9-6-5 15,9 6-19-15,-5-6-14 0,5 6-14 0,-8-4-13 16,8 4-23-16,-5-4-13 0,5 4-8 0,0 0-14 16,0 0-9-16,0 0 7 0,-19 9-23 0,14-4-3 15,0 2-9-15,0-2-5 0,1 7-2 0,-1 0-4 16,1-1-7-16,3-1 1 0,-2 0-10 0,0 0 0 15,0-1-6-15,3 1 1 0,1-2-3 0,1 0 0 16,1-3-3-16,2 1-1 0,0 0-3 0,3-3 2 16,0 0 0-16,1 0 6 0,-2-1 12 0,5-3 7 15,-2 1-4-15,1-3 5 0,0 1-8 0,-4 0 5 16,2-1 1-16,1-1-3 0,-2-1 2 0,-1 1-3 16,-1 0 5-16,-1-1 0 0,1 0-12 0,-2-4-4 15,-1 5-5-15,-3 4-4 0,2-15 2 0,-2 8-2 16,-3-3-6-16,3 10-4 0,-8-14 12 0,3 3-12 15,-5 1-12-15,3 5-11 0,-3-2-12 0,0-3-13 16,-1 7-26-16,0-3-24 0,0 3-26 0,-4 3-26 16,1 0-37-16,-5 3-40 0,-3 6-43 0,-4 3-193 15,-1 0-487-15,1 0 216 0</inkml:trace>
  <inkml:trace contextRef="#ctx0" brushRef="#br0" timeOffset="45531.72">2754 13781 193 0,'-7'-4'189'0,"7"4"-6"16,0 0-12-16,-7-4-11 0,7 4-8 0,0 0-14 16,0 0-4-16,-12 11-10 0,6-6-13 0,3 0-8 15,1 5-7-15,-2 0-7 0,1-1-6 0,2 2-8 16,1-1-6-16,-1-2-8 0,1 2 0 16,0-1-4-16,1 1 1 0,1-1 0 0,1-3-6 0,-2 0-4 15,3 1-5-15,0-3 2 0,1 1 1 0,1 0 9 16,-6-5 0-16,11 4 0 0,-6-1-1 0,4-3-1 15,-9 0-2-15,14 0 3 0,-6 0 6 16,2-4 1-16,-1 2-2 0,-2 0-1 0,2-6 0 16,0 3-6-16,-1 0-5 0,-2-3-1 0,1 0 0 15,0 1-4-15,-2-2 6 0,-2 0-6 0,1-4-3 0,-3 0-5 16,0 3 0-16,-1-3 0 0,0 0-6 0,-1 3-6 16,0-1-13-16,-2 3 10 0,-1-3 6 0,0 5-13 15,1-2-11-15,-4 2-10 0,2 2-28 0,5 4-29 16,-16-3-37-16,2 3-44 0,-3 3-43 0,-2 1-53 15,0 6-58-15,-8 3-159 0,2 2-497 16,0 0 219-16</inkml:trace>
  <inkml:trace contextRef="#ctx0" brushRef="#br0" timeOffset="46344.94">2157 13723 15 0,'0'0'244'0,"-11"0"-11"0,11 0-16 0,0 0-9 16,0 0-21-16,-11 7-13 0,11-7-18 0,-6 4-19 15,3-1-12-15,3-3-8 0,-8 12-11 0,3-5-4 16,3 3-9-16,-5 1-10 0,5 5-4 0,-2-5-10 15,0 3 27-15,4-2-15 0,0 1-6 0,-1-3-6 16,2 0-7-16,-1-1-7 0,3 1-6 0,-1-2-4 16,2-2-6-16,0 2 0 0,5-3-4 0,-3 3-2 15,1-2-4-15,-1-3-8 0,3 1 4 16,-1-3 3-16,-1 0-2 0,2 1 0 0,0-2 0 16,-9 0 2-16,13 0 3 0,-6-2-1 0,1 0 8 0,-2-2-2 15,1 1 0-15,-7 3 8 0,8-8 0 0,-3 1 1 16,2-1 3-16,-7 8 1 0,3-17 1 0,-3 17-11 15,-3-17 2-15,3 17-8 0,-6-19-4 16,1 3 1-16,0 7-18 0,0 3 14 0,-1-2-8 16,-1-2 2-16,-1 2-4 0,-1 2-7 0,0 1-26 15,1-1-14-15,-3 1-27 0,2 3-26 0,-2-1-30 16,11 3-36-16,-24 5-35 0,12-1-55 0,-1 0-53 16,-4 5-171-16,0-2-503 0,1 1 222 0</inkml:trace>
  <inkml:trace contextRef="#ctx0" brushRef="#br0" timeOffset="46808.58">1633 13879 265 0,'-4'-6'275'0,"4"6"-16"0,0 0-16 15,-5-4-18-15,5 4-24 0,0 0-22 0,0 0-19 16,0 0-12-16,0 0-13 0,-14 8-11 0,14-8-13 16,-4 12-7-16,3-1-6 0,-4-2-4 0,5 3-13 15,-2-3-2-15,2 2-12 0,2-2-9 0,-2 0-5 16,2 0-5-16,3 2-4 0,-1-5-2 0,0 0-2 15,2 1-6-15,0-1-1 0,4-1-3 0,-4-1-3 16,5 0 0-16,0-3-1 0,0 1-2 16,-1-1 1-16,1-2 6 0,-1-1 11 0,0 1-3 15,-2-1 0-15,1 0-4 0,-1-3 5 0,-2 1-4 0,1-1 5 16,-1 1-6-16,0-5 1 0,0 2 6 16,-2-1-2-16,0-1-6 0,-4 4-3 0,0 5-6 0,1-17-14 15,-2 7 11-15,0 2 1 0,-2-1-15 0,-4 0 10 16,2-1 1-16,-3 2-16 0,4 1 10 15,-5-1 3-15,3 3-6 0,0-1-13 0,-1 1-11 16,-1 0-21-16,2 4-25 0,-2-1-27 0,-1 0-31 16,9 2-38-16,-20 4-19 0,9-1-63 0,0 2-50 15,-6 4-191-15,2 0-520 0,2-2 231 0</inkml:trace>
  <inkml:trace contextRef="#ctx0" brushRef="#br0" timeOffset="47242.49">1258 13953 16 0,'-6'-1'225'15,"6"1"-8"-15,-14 1-3 0,7 0-24 0,7-1-15 16,-11 4-15-16,6 0-34 0,-1 3-10 0,3 3-5 16,-3-3-2-16,2 5-6 0,1-2-11 0,2 0-11 15,1 2-2-15,2-3-7 0,2 1 0 0,0-1-3 16,3 1-3-16,1-2-6 0,0-2-3 16,1 2 2-16,3-5 1 0,-1 2-1 0,-1-4-1 15,2 1-4-15,-3-3-1 0,1 1 3 0,0-2-1 0,-1 2 0 16,-9 0-7-16,13-7-2 0,-4 1-2 0,0 1 0 15,-4 0-2-15,-5 5 0 0,10-14 4 0,-7 6 0 16,-3 8-4-16,7-14 0 0,-7 14-7 0,2-13-1 16,-2 5-6-16,0 8-2 0,-4-20-5 15,-1 11-3-15,2 1-2 0,3 8 0 0,-10-15-7 16,5 9-2-16,-4 0-13 0,0 1-13 0,1 0-17 16,-1 4-24-16,-1-1-23 0,2 2-27 0,8 0-32 15,-23 3-37-15,12 2-38 0,-2 0-52 0,-2 6-140 16,3-5-442-16,0 2 196 0</inkml:trace>
  <inkml:trace contextRef="#ctx0" brushRef="#br0" timeOffset="47675.55">859 13962 103 0,'0'0'192'0,"-9"7"-13"15,9-7-9-15,0 0-2 0,0 0-9 0,0 0-11 16,-31 48-3-16,31-48-8 0,-10 32-17 16,10-32-8-16,-2 34 0 0,2-34-10 0,-2 37-6 15,4-26-9-15,0 6-3 0,2-7-14 0,2 1-1 0,-2-1-8 16,2-1-3-16,1-2-1 0,5-1 0 15,-1-2-4-15,0-1-4 0,3 0-2 0,-3-2 0 16,5-2-2-16,-4-3 1 0,5-1-1 0,1 1 0 16,-3-4-5-16,1 0-4 0,-5 1 7 0,3-4-9 15,-3 2-3-15,-2 1 5 0,0-6-2 0,-2 3-3 16,-1 0-4-16,-2-1 5 0,-2 2-7 0,1-2-3 16,-4-1-5-16,-1 4-2 0,-2-5 0 0,0 6-5 15,-3-3 3-15,0 2-2 0,-4 1-2 0,2 4 0 16,-2-1-9-16,0 1-8 0,-2 2-5 0,0 2-16 15,-2 2-18-15,-2 5-24 0,-2 1-30 0,-1 0-35 16,20-8-32-16,-32 22-30 0,8-8-45 0,4 6-148 16,20-20-421-16,-29 27 187 0</inkml:trace>
  <inkml:trace contextRef="#ctx0" brushRef="#br0" timeOffset="48750.78">903 14467 57 0,'-15'0'221'0,"10"0"-1"0,5 0-5 0,-13-1-8 15,13 1 2-15,-9 0-24 0,9 0-8 0,0 0-23 16,-9 0-14-16,9 0-15 0,0 0-15 0,0 0-6 15,0 0-10-15,0 0-7 0,0 0-8 0,0 0-6 16,-10 1-3-16,10-1 3 0,0 0 6 0,0 0 5 16,0 0 2-16,0 0-2 0,32 0 1 0,-18 0-3 15,6-1-2-15,0 1-3 0,9-3 4 0,-1 0 4 16,0 1-5-16,2-2-4 0,1 0 1 0,0-1-6 16,1-4 3-16,1 3-12 0,2 1-14 0,-2-2 6 15,3 1-7-15,-2-2 0 0,0 2 4 0,2 1-8 16,-2 0-4-16,1-1-2 0,1-1-5 0,-2 2-7 15,-1 4 13-15,1-6-18 0,-3 2 0 0,6-1 2 16,-4 2-7-16,3 0 4 0,-2 1-8 16,-2-1 3-16,0-1 1 0,2 2-7 0,-2 0 3 15,-5 0-1-15,3 1-2 0,-3 0-3 0,2 0-2 16,-7-1-2-16,4 2 1 0,2-2 10 0,1 1-7 0,-1-2 6 16,2 2-9-16,-1-1 5 0,0 1-5 0,1 0 6 15,-1-1-10-15,2 1 5 0,2-1 5 16,0-1-3-16,1 1 8 0,-2-3-9 0,1 3 1 15,-4-1 6-15,4 2-7 0,-3-3-7 0,4 3-2 0,-4-2 1 16,0 0 6-16,1 0-2 0,0 0 4 16,-2 2 0-16,1-2 4 0,-2 0 0 0,-5 3-3 15,-2-2 3-15,1 1 3 0,6 0 5 0,2-2-12 16,-1 1 6-16,2-1-4 0,-2 0 5 0,-2 0-1 16,-6 1 6-16,8-2-6 0,-1 3 4 0,-1-2 3 0,2 0-2 15,2 1-8-15,-10 1 7 0,9-2-6 16,-2 0 4-16,-1 0 2 0,3-1-2 0,-9 3 3 15,7-5 3-15,-6 5 5 0,7-2-1 0,-2-1-5 16,2-2-2-16,1 4-9 0,-10 0 5 0,7-1 3 16,1-1 7-16,-9 1-3 0,4 1-2 0,3-1 1 15,-4 2-2-15,4-6-1 0,3 5-3 0,-9-1-5 16,1 1 3-16,-1-1-4 0,2 3 3 0,-3-2 3 16,1 0-7-16,2 0 7 0,-3 2-6 0,3 0 4 15,-2-3-1-15,1 1-5 0,8-2 6 0,-7 1 0 16,5 2 0-16,-7-1 2 0,-1-1-3 0,3 0 0 15,0-2-1-15,-4 3-3 0,2 0 0 0,-1 0-2 16,3-1 3-16,0 1-5 0,3-4 2 0,-5 5 0 16,8-5 0-16,-7 4 2 0,1 0-2 0,9-1 0 15,-12 1 9-15,1-2-11 0,7 0 1 0,-6 1 6 16,0 0-7-16,1 0-3 0,-3 0 7 0,2 1-6 16,-1-1 4-16,-2 1-5 0,1 1 0 0,0-2 2 15,-1 1 8-15,0 0-8 0,-1 0-5 16,1 2 8-16,-18 1-3 0,25-3 0 0,-25 3 3 0,23-6-1 15,-10 4 3-15,-13 2-7 0,22-2 5 0,-22 2 0 16,20-3-5-16,-20 3 3 0,15-3 6 16,-15 3-5-16,0 0 1 0,0 0-4 0,21-2 7 15,-21 2-2-15,0 0-2 0,0 0 0 0,17-1-2 16,-17 1 6-16,0 0-2 0,0 0-2 0,0 0-1 16,0 0-3-16,0 0-20 0,0 0-26 0,0 0-23 0,0 0-38 15,0 0-36-15,16-3-41 0,-16 3-49 0,0 0-62 16,0 0-75-16,0 0-262 0,0 0-688 15,0 0 305-15</inkml:trace>
  <inkml:trace contextRef="#ctx0" brushRef="#br0" timeOffset="53551.12">3090 15468 17 0,'0'0'163'0,"0"0"-3"16,0 0-5-16,0 0-10 0,0 0-8 0,0 0-4 15,0 0-3-15,0 0-3 0,0 0-2 0,0 0-1 16,10-1-1-16,-10 1-7 0,0 0 2 0,0 0-6 16,0 0-3-16,0 0-2 0,0 0-2 0,0 0 2 15,0 0-5-15,0 0-7 0,0 0-5 0,0 0-4 16,0 0-4-16,0 0-3 0,0 0-2 0,0 0-8 16,0 0 0-16,0 0-3 0,0 0-5 0,0 0 4 15,0 0 1-15,0 0 4 0,0 0-5 0,0 0 0 16,0 0 3-16,0 0-5 0,0 0-1 0,0 0 6 15,0 0-11-15,0 0 1 0,0 0-7 0,0 0-3 16,0 0-1-16,0 0 2 0,0 0-2 0,0 0-3 16,0 0-1-16,0 0 0 0,0 0-1 0,0 0-5 15,0 0 2-15,0 0-8 0,0 0 0 0,0 0-1 16,-24-1-12-16,24 1 11 0,0 0-11 0,0 0-3 16,0 0-1-16,0 0-2 0,0 0-15 0,0 0 21 15,0 0-8-15,0 0 5 0,0 0-6 0,0 0-6 16,26-4 6-16,-13 1-18 0,4 1 19 15,1-4-2-15,0 3 2 0,1-1 0 0,0 0-3 0,4 1 5 16,-4-4 0-16,9 1-10 0,-7 2 5 0,-1-3-3 16,-1 3 0-16,-1 0-15 0,-1 1 10 0,-3 0 5 15,5 0-8-15,-7 0 6 0,-1 2 5 0,-1-2-8 16,-2 0-1-16,-8 3-2 0,10-1 0 0,-3-1 6 16,-7 2-1-16,10-2-2 0,-10 2 1 0,9-1-5 15,-9 1 3-15,0 0 6 0,8-3-18 0,-8 3 18 16,0 0 4-16,0 0-8 0,7-2-4 0,-7 2 2 15,0 0-6-15,0 0-15 0,0 0-19 0,0 0-26 16,0 0-28-16,0 0-36 0,0 0-42 0,0 0-41 16,0 0-49-16,0 0-50 0,0 0-247 0,0 0-607 15,0 0 268-15</inkml:trace>
  <inkml:trace contextRef="#ctx0" brushRef="#br0" timeOffset="54042.2">3693 15130 211 0,'-3'-8'284'0,"3"8"-2"0,-2-7-9 0,2 7 5 15,-3-8-19-15,3 8-20 0,-2-9-18 0,2 9-13 16,-4-8-13-16,4 8-7 0,-4-5 1 0,4 5-9 15,0 0-15-15,0 0-3 0,-2-8-36 0,2 8 17 16,0 0-17-16,0 0-6 0,0 0-13 16,0 0-9-16,0 0-11 0,0 0-11 0,0 0-8 15,0 0-15-15,0 0 5 0,-2-8-11 0,2 8 1 0,0 0-3 16,0 0-14-16,0 0-5 0,0 0-1 0,0 0-6 16,0 0 1-16,0 0-6 0,0 0-2 15,0 0 3-15,2 34-5 0,0-24 4 0,2 6 0 0,0 2 0 16,-6-2-4-16,4 3 2 0,-2 7-3 15,1-8-1-15,-1 0 4 0,1 3-8 0,2-2-1 16,-2-1 5-16,-1 1-4 0,3 0-1 0,-1-1 5 16,-1-3 0-16,1 2 0 0,-1 0 3 0,0-3-4 15,1-1-1-15,-1-3-3 0,-1 0-1 0,0 2 0 16,0-3 3-16,1 1 2 0,1-5 2 0,-2-5-8 16,-2 15 7-16,2-9-13 0,0-6 7 0,0 10-2 15,0-10 3-15,0 9 0 0,0-9 4 0,0 8-6 16,0-8 4-16,0 0-5 0,-1 7-19 0,1-7-12 0,0 0-34 15,0 0-28-15,-4 8-51 0,4-8-42 16,0 0-53-16,0 0-57 0,0 0-72 0,-5 6-213 16,5-6-629-16,-7 3 279 0</inkml:trace>
  <inkml:trace contextRef="#ctx0" brushRef="#br0" timeOffset="54643.01">3226 15741 244 0,'0'0'263'0,"-7"2"-1"0,7-2-1 16,-9 1-11-16,9-1-13 0,0 0-8 0,0 0-18 16,-9 1-15-16,9-1-9 0,0 0-12 0,0 0-6 15,0 0-9-15,0 0-12 0,0 0-12 0,-10-1 0 16,10 1-12-16,0 0-10 0,0 0-12 0,0 0-9 16,0 0 1-16,0 0-15 0,0 0-3 15,0 0-6-15,0 0-4 0,0 0 0 0,0 0-4 0,0 0-4 16,0 0-8-16,0 0-7 0,0 0 0 0,0 0 1 15,0 0 2-15,0 0-9 0,0 0 1 0,0 0-1 16,0 0-5-16,29 0-8 0,-29 0-5 16,12-1 16-16,-6-1 1 0,-6 2-4 0,16-3-7 15,-12 2 0-15,7-1-1 0,3-1 0 0,-3 1-4 16,1 0-3-16,2-1-3 0,5 0-1 0,3-2 3 0,-1 1-3 16,9-1-3-16,0-1 4 0,1-2-7 0,0 0 4 15,3 2-5-15,1-2 5 0,-1-1-2 0,0 2-1 16,-1 0-4-16,-1-1 3 0,0 3-1 15,-5 0-3-15,-7 1-1 0,3 0-2 0,-4-1 1 0,0 0 1 16,-1 3 4-16,-5-1-5 0,-1 0 2 16,-1 3 0-16,-3-3-2 0,-8 3 4 0,13-3 0 0,-6 2 4 15,-7 1 4-15,10-4 5 0,-10 4 3 16,7-1 6-16,-7 1 5 0,0 0-1 0,0 0 0 16,7-1 0-16,-7 1-6 0,0 0 3 0,0 0-4 15,0 0-5-15,0 0-25 0,0 0-38 0,0 0-53 16,0 0-91-16,0 0-96 0,0 0-122 0,-41 1-325 15,22 4-792-15,0 2 351 0</inkml:trace>
  <inkml:trace contextRef="#ctx0" brushRef="#br0" timeOffset="68822.6">650 11762 107 0,'0'0'125'0,"0"0"-8"0,0 0-2 15,0 0-1-15,0 0-3 0,0 0-7 0,0 0-3 16,0 0-12-16,0 0-10 0,0 0-1 0,0 0-13 16,0 0-2-16,0 0-2 0,0 0-3 0,0 0 0 15,0 0-1-15,0 0-5 0,0 0 0 0,0 0-5 16,0 0-6-16,0 0-1 0,0 0 1 0,0 0 1 15,0 0-7-15,0 0 1 0,0 0-4 0,0 0-3 16,0 0 4-16,0 0-4 0,0 0-2 0,0 0 1 16,0 0 0-16,0 0 0 0,0 0 1 0,0 0-2 15,0 0-4-15,0 0 1 0,0 0 4 0,0 0-4 16,0 0-5-16,0 0-1 0,0 0-4 0,0 0 2 16,0 0-1-16,-65-32-2 0,65 32-3 0,0 0 1 15,0 0-6-15,0 0 1 0,0 0 0 0,0 0 0 16,0 0 1-16,0 0-3 0,0 0 1 0,0 0 1 15,0 0-1-15,0 0-2 0,0 0-6 0,0 0 5 16,0 0-5-16,0 0 3 0,0 0 0 0,0 0 0 16,0 0 0-16,0 0 4 0,0 0-6 0,0 0 8 15,0 0 1-15,0 0 2 0,0 0-2 0,0 0 6 16,0 0 1-16,0 0 6 0,0 0 4 0,0 0-3 16,0 0 0-16,0 0-4 0,0 0 0 15,0 0 1-15,0 0 1 0,0 0 9 0,110 11 0 0,-110-11-3 16,34 0 1-16,-17 0-2 0,4 0-5 0,8-2 0 15,-8 2 1-15,10-2-3 0,0 0 3 0,3-1-1 16,-1-1-4-16,6 2 2 0,-2-1-3 0,13-2-2 16,-9 1-1-16,12-5 3 0,1 3-2 15,-2-3 1-15,4 0-2 0,2 0 4 0,-2-2-4 0,1 1-1 16,4 2-4-16,-6-3 2 0,6 0 3 0,2-1-5 16,2 0-1-16,-4 0 2 0,2 2 1 0,-3-3-2 15,1 5-1-15,-3-3 1 0,2-2 5 0,-2 7-2 16,-1-5-4-16,-2-2 0 0,0 7 2 0,-4-1-3 15,3 1 2-15,2-2-1 0,-2 3-4 16,-2 1 6-16,2-2-5 0,-1 3 4 0,-3-2-4 16,-10 1 4-16,11 3-7 0,-10 1 1 0,-3-5 1 0,-1 4 0 15,-1-1 1-15,1 0 2 0,0 2 0 0,0 0-1 16,-2 0-2-16,1-2 2 0,-3-1 0 0,0 3 0 16,0-3-4-16,-2 0 3 0,0 3-1 15,-3-1-2-15,-7 2 3 0,6-2 1 0,-5 0 1 16,-4 0 7-16,2-1-12 0,-2-1 3 0,-5 1-1 0,0 2 0 15,-2-1-1-15,-11 1 0 0,14 0-1 0,-14 0 3 16,14-3 0-16,-14 3-2 0,0 0-4 0,13 0-6 16,-13 0-15-16,0 0-16 0,9-3-20 0,-9 3-26 15,0 0-40-15,0 0-50 0,0 0-43 16,0 0-197-16,0 0-452 0,0 0 200 0</inkml:trace>
  <inkml:trace contextRef="#ctx0" brushRef="#br0" timeOffset="69818.35">4530 13704 20 0,'0'0'93'0,"0"0"-17"0,0 0-6 0,0 0-17 15,0 0-22-15,0 0-23 0,-1 10-23 0,1-10-41 0,0 0-61 16,-9 13 26-16</inkml:trace>
  <inkml:trace contextRef="#ctx0" brushRef="#br0" timeOffset="70441.49">3330 16286 162 0,'0'0'195'0,"-5"-6"-18"0,5 6 9 0,-7-4-5 0,7 4 4 15,-3-5-4-15,3 5-5 0,0 0-11 0,0 0-5 16,0 0-16-16,0 0-11 0,-8-3-16 0,8 3-13 15,0 0-17-15,0 0-12 0,0 0-16 0,0 0-24 16,0 0-34-16,28-4-48 0,-6 1-73 0,12-4-91 16,15-10-147-16,7-1-388 0,21-25 173 0</inkml:trace>
  <inkml:trace contextRef="#ctx0" brushRef="#br0" timeOffset="81156.13">24147 8633 39 0,'0'0'86'0,"0"0"-12"0,0 0-3 0,0 0-11 15,0 0-21-15,0 0-8 0,0 0-13 0,0 0-19 16,0 0-21-16,0 0-45 0,0 0-70 0,0 0 31 16</inkml:trace>
  <inkml:trace contextRef="#ctx0" brushRef="#br0" timeOffset="89275.04">29706 12000 101 0,'0'0'175'0,"0"0"-3"0,3-6-9 0,-3 6-7 16,0 0-1-16,0 0-13 0,0 0-10 0,2-7-4 16,-2 7-7-16,0 0-6 0,0 0-2 0,0 0-4 15,0 0-8-15,0 0-6 0,0 0-7 0,0 0-4 16,4-6-7-16,-4 6-18 0,0 0 3 0,0 0-6 16,0 0-2-16,0 0-6 0,0 0-9 0,0 0-5 15,0 0 0-15,0 0-2 0,0 0-13 0,0 0-21 16,0 0-28-16,0 0-24 0,0 0-34 0,0 0-57 15,0 0-6-15,6-3-14 0,-6 3-11 0,8-3-134 16,-8 3-334-16,10-4 148 0</inkml:trace>
  <inkml:trace contextRef="#ctx0" brushRef="#br0" timeOffset="89643.65">29848 11877 88 0,'6'-9'109'15,"-1"6"0"-15,-5 3 3 0,6-7 8 0,-6 7 8 16,5-5-12-16,-5 5-2 0,0 0 0 0,5-5-14 15,-5 5-3-15,0 0-5 0,0 0-5 0,0 0 1 16,0 0 7-16,0 0 8 0,0 0 4 0,0 0-5 16,-14 25-5-16,5-16-9 0,0 5 2 0,0-1-8 15,1-2-1-15,2-1-7 0,-2 1-6 0,3 1-7 16,0-2-4-16,1 2-7 0,-1-2-4 0,4 0-1 16,1 0-10-16,1-1-3 0,-1-1-1 0,5 0-2 15,-1-5-2-15,1 3-3 0,3 0-4 0,2-2 0 16,1-3-5-16,1 1 2 0,2-1-1 0,3-2 1 15,-2-1-6-15,0-2 21 0,-1 1-4 0,4-1-5 0,-2-3 1 16,-1-2-3-16,-4 2-2 0,-3 0-2 16,1-2 6-16,-1 1-6 0,1-3-1 0,-7-1-8 15,1 1 2-15,-3-1 0 0,-2 1-1 0,-1-4-2 16,-4 4-3-16,1-4 1 0,-3 6-1 0,-1-3 0 0,-2 4 0 16,1-3-6-16,0 6 4 0,-1-1-7 0,-1 4 1 15,-1 0-12-15,0 2-15 0,0 2-17 16,2 0-29-16,-1 3-29 0,1 1-35 0,3 3-50 15,2 1-50-15,2 1-166 0,3-1-440 0,2 0 195 16</inkml:trace>
  <inkml:trace contextRef="#ctx0" brushRef="#br0" timeOffset="90193.31">31077 11630 172 0,'-2'-8'224'0,"2"8"-9"16,0 0 9-16,-5-4-18 0,5 4-14 0,0 0-19 16,0 0-12-16,-14 1-13 0,14-1-12 0,-11 6-6 15,4-1-7-15,-2 2-4 0,1 1-11 0,1 0-12 16,0-2-9-16,2 3-5 0,-1-1-5 0,1 1-7 15,1 0 2-15,0-3-11 0,3 5-4 0,1-5-6 16,0-6-5-16,1 13-3 0,1-8-4 0,2 0-2 16,5 1-3-16,0-1-3 0,0-4-2 0,1 0-7 15,4-1 1-15,1-2 0 0,2-2-1 0,-1 0-2 16,-2 1-3-16,2-4 4 0,-6 0-7 0,1-2 12 16,-1 1 13-16,0-2-2 0,-2 1 0 0,-3-3-6 15,-1 3-2-15,-3-2 11 0,-1-2-21 0,-2 0-2 16,-2 1 0-16,1 0-3 0,-6-2-15 0,-1 5-19 15,-2 2-35-15,-5-4-45 0,-4 9-65 0,-7 4-74 16,-7 6-284-16,-14 7-564 0,0 3 250 0</inkml:trace>
  <inkml:trace contextRef="#ctx0" brushRef="#br0" timeOffset="100877.81">29811 11908 81 0,'-1'-10'112'0,"1"10"-7"0,0 0-14 0,0 0 8 0,0 0-16 16,0 0-15-16,-4-8 8 0,4 8-18 0,0 0-7 15,0 0-17-15,0 0-22 0,0 0-33 0,0 0 3 16,0 0-35-16,0 0-77 0,0 0-140 0,-9 19 61 15</inkml:trace>
  <inkml:trace contextRef="#ctx0" brushRef="#br0" timeOffset="101166.34">30475 11994 72 0,'0'0'124'15,"0"0"-16"-15,0 0-11 0,0 0-17 0,3-7-10 0,-3 7-19 16,0 0-37-16,0 0-30 0,0 0-38 0,0 0-37 16,0 0-100-16,0 0 45 0</inkml:trace>
  <inkml:trace contextRef="#ctx0" brushRef="#br0" timeOffset="101667.82">31100 12062 115 0,'0'0'218'0,"0"0"-10"15,0 0-7-15,0 0-7 0,0 0-11 0,6-5-13 16,-6 5-21-16,0 0-14 0,0 0-15 0,0 0-9 15,0 0-16-15,0 0-9 0,0 0-8 0,3-7-5 16,-3 7-13-16,0 0-7 0,0 0-8 0,0 0-10 16,0 0-1-16,0 0-8 0,0 0-7 0,0 0 1 15,0 0-2-15,0 0-4 0,0 0-1 0,0 0-3 16,0 0 2-16,0 0-1 0,0 0-4 0,0 0-2 16,0 0-4-16,0 0-1 0,0 0-3 0,0 0 1 15,0 0-4-15,0 0-3 0,0 0-3 0,0 0-1 16,0 0-5-16,0 0-4 0,0 0 0 0,0 0-6 15,0 0 1-15,0 0-3 0,0 0 0 0,0 0 7 16,0 0-2-16,0 0 5 0,0 0-2 0,0 0-2 16,0 0 0-16,0 0-9 0,0 0 0 0,0 0 0 15,0 0-6-15,0 0 2 0,0 0 4 0,0 0-3 16,0 0 3-16,0 0-2 0,0 0 4 0,0 0 0 16,0 0-2-16,0 0-2 0,0 0 1 0,0 0-3 15,0 0 2-15,0 0-8 0,0 0-4 0,0 0 5 16,0 0 0-16,0 0 1 0,0 0-10 0,0 0 6 15,0 0 3-15,0 0-11 0,0 0-4 0,0 0-8 16,0 0-2-16,0 0-3 0,0 0-6 0,0 0-4 16,0 0-52-16,0 0-143 0,0 0 63 0</inkml:trace>
  <inkml:trace contextRef="#ctx0" brushRef="#br0" timeOffset="107025.34">25613 8709 68 0,'0'0'72'0,"-3"-5"-6"0,3 5-17 16,0 0 16-16,0 0-16 0,0 0 2 0,0 0-4 15,-8-7-6-15,8 7 0 0,0 0-3 0,-8-2-12 16,8 2 8-16,0 0-2 0,-9-3-7 0,9 3-9 15,0 0-1-15,-9-2 2 0,9 2-2 0,0 0-3 16,-13 2 1-16,13-2 3 0,0 0-5 0,-11-2 0 16,11 2 4-16,-12 0-2 0,12 0 0 0,-9 3-5 15,9-3-7-15,-15 2 0 0,6 0 6 0,2-2 6 16,7 0-5-16,-20 2 8 0,10-2-2 0,-2 0-4 16,0 1 12-16,1 0-11 0,0 1 4 0,-3-1-1 15,3 1 4-15,-1-1 6 0,1 1 4 0,0-2-6 16,2 2 4-16,9-2-4 0,-13 3 1 0,13-3 1 15,-9 1-5-15,9-1-9 0,-10 1 2 0,10-1 2 16,-8 1-4-16,8-1-4 0,0 0 9 0,0 0-5 16,-5 4-5-16,5-4 4 0,0 0-3 0,0 0 3 15,0 0-3-15,0 0 5 0,16 4-13 0,-5-4 16 16,2 0-1-16,5-1-2 0,10 0 4 0,-1-1-6 16,4-2 6-16,-3 1-5 0,2-2-2 0,1 0 2 15,-3 0 2-15,2 1-9 0,-2 1 3 0,-8-2 3 16,1 4-2-16,-1-2-3 0,-2 0-5 0,-3 1 1 15,-3 1 6-15,-1-1-5 0,-1 0 3 0,1 0-3 16,-5 2 7-16,-6 0 5 0,13-2 4 0,-13 2 10 16,9 0 13-16,-9 0 4 0,7-2 6 0,-7 2 3 0,0 0 0 15,0 0 1-15,0 0-8 0,0 0-3 0,6-4-4 16,-6 4-7-16,0 0 0 0,0 0-6 0,0 0-1 16,0 0-3-16,0 0 0 0,0 0-7 15,-22-3 2-15,22 3 0 0,-13 1-6 0,13-1 0 0,-17 0-3 16,11 2-1-16,-4-1 1 0,-2 0 2 0,3 1-6 15,-4 0 1-15,1 2-1 0,-1-2-1 0,2 1 0 16,-3-1 2-16,3 0-2 0,-3 1-1 0,3-2 1 16,2 0 0-16,-3 2 0 0,12-3 3 0,-14 0-4 15,14 0-1-15,-10 2-3 0,10-2 3 0,-7 1-3 16,7-1 3-16,0 0-3 0,-8 2 2 0,8-2-2 16,0 0-1-16,0 0 0 0,0 0 0 0,0 0 5 15,0 0-4-15,0 0 3 0,0 0 1 0,33 0-5 16,-22-2-5-16,3 1 11 0,-3-1 0 0,3-1-3 15,-4 3 1-15,0 0-2 0,1-2 4 0,-11 2-4 16,13-2 1-16,-6 1 0 0,-7 1 2 0,11 0-1 16,-11 0 2-16,9-1-2 0,-9 1 4 0,0 0-6 15,0 0 5-15,9-2 0 0,-9 2 1 0,0 0-6 16,0 0 5-16,0 0 0 0,0 0 4 0,8-1-4 16,-8 1 1-16,0 0 1 0,0 0-2 0,0 0-4 15,0 0 0-15,0 0 0 0,0 0 4 0,0 0-4 16,0 0 1-16,0 0 1 0,0 0-3 0,0 0-3 15,0 0 5-15,0 0 1 0,0 0-3 0,0 0-1 16,0 0 2-16,0 0 1 0,0 0-2 0,0 0 1 16,0 0-1-16,0 0-1 0,0 0 4 0,0 0-4 15,0 0 2-15,0 0 2 0,6-3-4 0,-6 3 1 16,0 0 4-16,0 0-5 0,0 0 4 0,0 0-3 0,0 0 0 16,0 0 0-16,0 0 8 0,0 0-5 0,0 0-7 15,0 0 2-15,0 0 3 0,0 0 2 0,0 0-6 16,0 0 4-16,0 0 3 0,0 0-1 15,0 0-5-15,0 0 2 0,0 0 0 0,0 0-3 0,0 0 1 16,0 0-1-16,0 0 3 0,0 0 1 0,0 0-1 16,0 0 0-16,0 0 1 0,0 0-3 0,0 0 1 15,0 0 0-15,0 0 5 0,0 0-3 0,0 0-4 16,0 0 3-16,0 0-3 0,0 0 2 0,0 0 3 16,0 0 2-16,0 0-4 0,0 0 1 0,0 0 0 15,0 0 0-15,0 0 4 0,0 0-3 0,0 0-1 16,0 0-3-16,0 0-2 0,0 0 8 0,0 0-2 15,0 0-3-15,0 0 3 0,0 0 2 0,0 0-2 16,0 0 0-16,0 0-1 0,0 0-4 0,0 0 4 16,0 0 1-16,0 0-1 0,0 0 1 0,0 0 1 15,0 0-2-15,0 0 2 0,0 0-4 0,0 0-1 16,0 0 1-16,0 0-2 0,0 0 6 0,0 0 1 16,0 0-5-16,0 0 3 0,0 0-4 0,0 0 3 15,0 0-1-15,0 0 0 0,0 0 6 0,0 0-2 16,0 0-3-16,0 0 0 0,0 0 0 0,0 0-3 15,0 0 3-15,0 0 1 0,0 0 3 0,0 0-4 16,0 0-2-16,0 0 6 0,0 0-7 0,0 0 5 16,0 0-6-16,0 0 0 0,0 0 2 0,0 0 4 15,0 0 0-15,0 0 0 0,0 0 0 0,0 0-1 0,0 0-4 16,0 0 5-16,0 0-4 0,0 0 2 0,0 0-2 16,0 0 4-16,0 0 1 0,0 0-3 15,0 0-1-15,0 0 2 0,0 0 2 0,0 0-2 16,0 0-1-16,0 0-1 0,0 0-2 0,0 0 8 0,0 0-4 15,0 0 4-15,0 0-7 0,0 0 2 0,0 0 1 16,0 0 0-16,0 0 0 0,0 0 0 0,0 0-5 16,0 0 4-16,0 0 1 0,0 0 0 0,0 0-3 15,0 0-1-15,0 0 1 0,0 0 3 0,0 0-3 16,0 0 1-16,0 0 0 0,0 0-1 0,0 0 2 16,0 0-7-16,0 0-2 0,0 0-5 15,0 0-6-15,0 0-16 0,0 0-3 0,0 0-18 0,0 0-7 16,0 0-13-16,0 0-30 0,0 0-26 0,0 0-33 15,5-6-98-15,1 2-285 0,0-3 126 0</inkml:trace>
  <inkml:trace contextRef="#ctx0" brushRef="#br0" timeOffset="107570.48">27481 6245 55 0,'0'0'54'16,"0"0"-5"-16,0 0-1 0,0 0-5 0,-7-3-8 15,7 3-10-15,0 0-13 0,0 0-27 0,-20 8-36 16,11-5-56-16,-4 1 25 0</inkml:trace>
  <inkml:trace contextRef="#ctx0" brushRef="#br0" timeOffset="111692.64">27292 6202 14 0,'0'0'51'0,"0"0"-2"15,0 0 0-15,0 0-5 0,0 0-4 0,0 0-6 16,0 0 1-16,0 0-5 0,0 0-2 0,0 0-2 15,0 0 4-15,0 0-13 0,0 0 0 0,0 0-4 16,0 0 1-16,0 0 1 0,0 0 0 0,0 0-4 16,0 0-5-16,0 0 5 0,0 0-6 0,0 0 4 15,0 0 0-15,0 0-5 0,0 0 2 0,0 0-1 16,0 0-3-16,0 0 0 0,0 0 2 0,0 0-1 16,0 0 2-16,0 0-3 0,0 0-5 0,0 0 2 15,0 0 2-15,0 0 3 0,0 0-5 0,0 0-5 16,0 0 6-16,0 0 3 0,0 0-8 0,0 0 4 15,0 0 3-15,0 0 2 0,0 0-9 0,0 0 4 16,0 0-10-16,0 0 8 0,0 0 5 0,0 0 2 16,0 0-4-16,0 0-1 0,0 0 0 0,0 0 0 15,0 0 1-15,0 0 2 0,0 0-1 0,0 0 2 16,0 0-5-16,0 0 8 0,0 0-13 0,0 0 6 16,0 27 3-16,0-27 3 0,0 0-3 0,0 9 0 0,0-9 5 15,-2 8 7-15,2-8-3 0,0 0-6 16,0 11-4-16,0-11 4 0,-2 7-5 0,2-7 5 15,0 0 1-15,2 10-2 0,-2-10-4 0,-2 9 4 16,2-9-9-16,0 0 8 0,0 13 0 0,0-13 8 16,0 9-1-16,0-9 0 0,-1 8-1 0,1-8-2 0,0 11-9 15,0-11 4-15,-1 10-4 0,1-10 2 16,0 9 6-16,-3-3 0 0,3-6-2 0,0 12 1 16,0-12 4-16,0 12-6 0,0-6 1 0,3 1-3 15,-3-7 3-15,1 13-2 0,0-6-2 0,-1-7 9 16,0 13-3-16,0-3-4 0,0-2-1 0,0-1 2 15,2 3 2-15,-2-4-1 0,2 3 5 0,-2 1-4 16,0-3-8-16,0 0 7 0,0 2-6 0,0 0 8 16,0-1-4-16,-2 2 1 0,2-1 1 0,-2-1-1 0,2 1-2 15,0 0-1-15,-1 1 5 0,1-2-3 16,-1-1 0-16,1-7-3 0,0 14 11 0,0-7-8 0,0-7 3 16,-3 14-3-16,3-10-7 0,0-4 15 0,0 11-13 15,0-11 4-15,-2 10-1 0,2-10 6 0,-2 10-10 16,2-10 4-16,0 8 5 0,0-8-11 0,-2 7 6 15,2-7 1-15,0 0-4 0,0 12 4 0,0-12 0 16,-2 7-1-16,2-7 5 0,0 9 5 16,0-9-12-16,2 7 6 0,-2-7-4 0,0 0 5 0,-2 10 2 15,2-10-3-15,0 0-6 0,2 9 3 0,-2-9 0 16,0 0-1-16,0 7-1 0,0-7 2 0,0 0 1 16,2 7 2-16,-2-7-4 0,0 0 1 0,0 0 4 15,0 8-2-15,0-8-6 0,0 0 10 0,2 7-1 16,-2-7-5-16,0 0 5 0,2 8-5 0,-2-8-9 15,0 8 8-15,0-8 0 0,0 0 4 0,0 0-3 16,3 8-3-16,-3-8 4 0,0 0-16 0,0 0 18 16,1 10 0-16,-1-10-5 0,0 0 0 0,1 6-1 15,-1-6 2-15,2 8-1 0,-2-8 4 0,2 9 0 16,-2-9 0-16,4 8-7 0,-4-8-9 0,2 9 15 16,0-3 7-16,-1 0-12 0,-1-6 8 0,5 8-7 15,-3 0 4-15,-2-8-16 0,2 13 19 0,-2-6-1 16,0 0-1-16,0-7-6 0,0 15 6 0,0-7 0 15,0-8 2-15,0 13-5 0,0-6 10 0,0-7-17 16,-2 13 6-16,2-6 8 0,0-7-13 0,-2 15 5 16,2-9 5-16,0-6-10 0,0 13 7 0,0-13-2 15,-2 10 7-15,-1-4-2 0,3-6-6 0,0 14 6 16,0-14-7-16,0 11 5 0,-1-4-2 0,1-7 3 16,-2 11-6-16,2-11-2 0,-2 14 3 0,2-6 4 15,0-8-2-15,2 13-3 0,-4-7 14 0,2 3-16 16,0-1 9-16,0 1-6 0,0 0 5 0,0-9 0 15,-4 13 6-15,4-6-10 0,0 0 2 0,0-7 4 0,-2 14-10 16,2-14 5-16,0 11 2 0,0-4-6 16,0-7 6-16,2 10 0 0,-2-10 0 0,-4 12-1 15,4-12-1-15,0 10-3 0,0-10 3 0,0 9 6 16,0-9-2-16,0 7-8 0,0-7 6 0,0 0 6 0,0 11-10 16,0-11 3-16,0 0-1 0,-2 10-5 15,2-10 9-15,0 8-1 0,0-8 1 0,0 0-2 16,-3 7 0-16,3-7-7 0,0 0 8 0,0 10 0 15,0-10-8-15,0 8 0 0,0-8 6 0,-2 10 1 0,2-10 4 16,-2 10-3-16,2-10-3 0,0 11-1 16,0-11 0-16,2 12 4 0,-2-7-6 0,2 3 3 15,-2-8 4-15,0 13-6 0,0-4 0 0,3-1 3 16,-3-2-5-16,1 3 4 0,0 1-5 0,-1-4-1 0,0-6 12 16,0 19 2-16,0-9-7 0,0 0 4 0,0 0-3 15,0-1 3-15,2 0 5 0,-2 2-5 0,0-3 1 16,0 3-3-16,-2 0 5 0,2 0 3 15,0-1 0-15,-1 1-8 0,0 1 16 0,-2 0-7 0,3 0 5 16,-4 4-4-16,2-1-1 0,-1 0 5 0,-2 2-3 16,3-2-2-16,0 0 2 0,0 2 7 0,2-4-6 15,-3 2-1-15,-1-3 3 0,2 4-3 16,0-1-2-16,0-3 6 0,0 2 0 0,-1 2-2 0,-1-3 8 16,1 1-2-16,1-3-7 0,-1 2 1 0,1-2-7 15,2 3-1-15,-2-3 10 0,0 0-1 16,-2 2-2-16,3-1-2 0,-1-1 5 0,4 1-4 0,-6-1 2 15,4 4-9-15,0-5 7 0,-2 0-8 0,2 3 2 16,0-3 6-16,0 2-4 0,0 1 10 0,-2-3-13 16,2-1 2-16,0 4 2 0,0-1-2 0,-2-2 1 15,2 2-2-15,-2 1 4 0,2-4-7 0,0 1 6 16,0-1-10-16,0 3 1 0,0-5 4 0,2 3 1 16,-2 0 0-16,0-10-6 0,2 12 1 0,-2-4 2 15,0 0-3-15,0-8 7 0,0 15-9 0,2-7 1 16,0 1 0-16,-2-2 2 0,0-7-5 0,0 16 3 15,0-8 1-15,0-2 9 0,0 2-9 0,0 2 3 16,0-2-5-16,-2 2 4 0,2-2 10 0,-2 1-15 16,2-2 2-16,-2 2 0 0,0 2-6 0,2-2 6 15,-2 1 0-15,0 0 5 0,0 0-4 0,2 2 0 16,-4-3 6-16,4 4 0 0,-4-3-2 0,3 3-3 16,-1-2 2-16,0 1 0 0,2-1 0 0,-4 0 1 15,4 0-5-15,-2 1 14 0,2-2-14 0,-2 3 3 16,1-3-3-16,-1 2 5 0,-1-2 0 0,1 0-1 15,2 2-1-15,0-2 0 0,0 1 1 0,0 1-2 0,-2-2 3 16,0-2-4-16,4 3 2 0,0-1 0 0,-2-3-7 16,0 2 5-16,0-1 4 0,0 0-4 0,0 2 1 15,0-2 6-15,0 2-7 0,0-2 5 16,0 3-4-16,0-3 1 0,0 2-3 0,2-1 4 0,-2 1 1 16,0 0-4-16,0-1 1 0,0 0-1 0,0 0-2 15,0 0 1-15,3 1-1 0,-3-2 2 0,3-1 3 16,-3 2-4-16,2-1-1 0,-2 2 5 15,0-2-3-15,0 3-3 0,0 0-1 0,0-1 7 0,0 1-4 16,0 0 4-16,0 0-2 0,0 0-2 0,0 6-3 16,0-2-2-16,0-2 4 0,-3 4 4 0,3-2-3 15,-5 2-3-15,5-6-3 0,-2 2 3 0,0-3 2 16,2 5 5-16,-2-1-5 0,0-3 3 0,1 2-2 16,-1 0 5-16,0-2-8 0,2 4-8 0,-2 0 2 15,-2 3 1-15,2-7-3 0,1 1-1 0,-1 1-2 16,0-2-6-16,2 1 14 0,-2-3 2 0,2 2-5 15,0-1 2-15,2 2 2 0,0-2 0 0,0-2 5 16,-2 2-1-16,0-1-5 0,0 0 2 0,3 1 0 16,-3 1 1-16,0 0 2 0,2 0 3 0,0 1-11 15,-4-3 9-15,2 1 0 0,-2 1-5 0,4-1 5 16,-2-1-2-16,2 1 1 0,-2-1 2 0,0 2-2 16,0-5 3-16,0 2-3 0,0-8 6 0,0 15-3 15,0-8-4-15,0 0 3 0,0 1-7 0,0-8 8 16,0 14-1-16,2-5-2 0,-2-3 4 0,0 1-3 15,0-7 2-15,0 14-2 0,0-7 10 0,0 0-8 16,0-7-1-16,0 15-1 0,0-9-1 0,0-6 4 16,0 11-1-16,0-6-3 0,0-5 4 0,2 13-5 15,-2-7 4-15,0-6 2 0,0 10-3 0,0-10-1 16,2 11 0-16,-2-11 0 0,0 12-2 0,0-7 3 16,0-5 1-16,3 12-5 0,-5-7 5 0,2-5-1 15,0 14 1-15,2-4-1 0,-2-1-10 0,0-2 2 16,0 1 6-16,2 1-12 0,-2-1 3 0,0-8 3 15,2 15 1-15,0-6-1 0,-2 0 0 0,0-1 2 0,3 1-2 16,-1-2 4-16,-2-7-3 0,1 17-3 16,-1-5 3-16,0-2-6 0,0-3 11 0,2 0-5 15,-2 3 4-15,0-10-4 0,2 12 1 0,-2-5-2 0,0-7 3 16,-2 13 3-16,2-13 6 0,0 11-9 0,0-4 0 16,0-7 8-16,0 10 0 0,0-10 1 0,-2 11 0 15,2-11-4-15,-1 10 3 0,1-10-1 0,0 12-5 16,0-12 9-16,-5 10-4 0,5-5-4 0,0-5 3 15,-2 9 1-15,2-3-3 0,0-6 0 0,-4 9 1 16,4-9 7-16,0 9-3 0,0-9-2 0,0 10 3 16,0-10-1-16,-2 10 2 0,2-10-5 0,0 9-1 15,0-9 1-15,2 7 4 0,-2-7-5 0,0 0-7 16,-2 12 12-16,2-12-2 0,-1 8-6 0,1-8 3 16,1 9 0-16,-1-9 2 0,0 0-10 0,0 9 6 15,0-9 2-15,-1 10 3 0,1-10-5 0,-4 6 3 16,4-6-2-16,0 0-2 0,0 10 7 0,0-10-8 15,0 0 1-15,0 12 4 0,0-12 5 0,0 10-4 16,0-10-7-16,-2 9 5 0,2-9-2 0,0 11 4 16,0-11 2-16,0 10-3 0,0-10-8 0,-4 8 3 15,4-8-4-15,0 9 8 0,0-9-3 0,0 9 5 16,0-9-6-16,2 7 0 0,-2-7 2 0,0 0-2 16,0 10 0-16,0-10 4 0,0 0-3 0,-2 8-3 15,2-8 4-15,0 0-1 0,0 9-2 0,0-9 2 16,0 0 2-16,0 0-5 0,0 8 7 0,0-8-6 0,0 0 0 15,0 0 3-15,0 0 13 0,0 7-11 16,0-7-6-16,0 0 3 0,0 0 2 0,0 0 2 16,0 9-5-16,0-9 4 0,0 0-6 0,0 0 5 15,-3 8-6-15,3-8 6 0,0 0-9 0,0 0 12 0,-4 8-4 16,4-8 2-16,0 0-7 0,-2 5 14 16,2-5-6-16,0 0 2 0,-5 7-3 0,5-7-4 0,-5 5 4 15,5-5-1-15,-6 3 0 0,6-3 7 16,-7 4-11-16,3 0 5 0,4-4-4 0,-10 6 1 0,8-2 2 15,2-4 3-15,-9 4 2 0,9-4-2 0,-8 2-2 16,8-2-2-16,-5 5-1 0,5-5 12 0,-7 4-8 16,7-4-5-16,-7 2 6 0,7-2 2 0,-11 3-7 15,11-3 6-15,-10 3-3 0,4-2 2 16,6-1 1-16,-9 4 2 0,1-2-3 0,8-2 0 0,-12 0-4 16,5 0 3-16,7 0-2 0,-15 3-1 0,3-3 3 15,3 1 1-15,-1 1-3 0,-2-2 0 0,1 1 4 16,2-1 3-16,-1 2-3 0,-2-1-5 0,0 0 4 15,5 0-2-15,-2 1 1 0,1-1-2 0,-4 0 3 16,1 0-5-16,0 1 5 0,-1 0 0 0,1-1-2 16,-3 2 4-16,4-2-10 0,-1 1 5 0,-1-2-8 15,-1 2 9-15,-1-2 0 0,1 4-5 0,2-3 11 16,-3 2-11-16,3-3 17 0,-3 4-2 0,3-3 2 16,-2 1 0-16,3 0-5 0,-3-2 1 0,4 3 6 15,-4-1-8-15,4-1 2 0,0 0 2 0,-3 0-2 16,6 1-4-16,-5 1 3 0,3-2 1 0,8-1-4 15,-15 3-1-15,7-3 5 0,0 1-4 0,-3 1-7 16,4-2 6-16,7 0 4 0,-16 0 0 0,10 0-6 16,6 0 2-16,-21 0-3 0,15 0 9 0,6 0-3 15,-13 0-2-15,3 0 4 0,10 0 2 0,-15 0 1 16,8-2-4-16,7 2 0 0,-14 0 9 0,8-1-9 16,6 1-2-16,-17 0-3 0,17 0 2 0,-13 0-8 15,13 0 11-15,-12 0-3 0,12 0 2 0,-12 1-1 16,12-1-3-16,-13-1 0 0,13 1 2 0,-9 0-3 15,9 0 0-15,-14 0 1 0,14 0-1 0,-13 0 0 0,5 0 1 16,8 0 0-16,-11 0-3 0,11 0 5 16,-13-2-5-16,4 2 1 0,9 0 0 0,-13 2 2 15,13-2 4-15,-11 0 4 0,11 0 0 0,-14-2-1 16,9 1-3-16,5 1 3 0,-11 0-1 0,11 0-1 16,0 0 5-16,-16 0-6 0,16 0-1 0,-10 0 1 15,10 0-7-15,-10 0 7 0,10 0-7 0,-9 1 1 16,9-1 2-16,0 0-2 0,-9 2 2 0,9-2 2 15,0 0-1-15,-9 0-1 0,9 0-5 0,0 0 5 0,0 0-2 16,0 0-11-16,0 0-14 0,0 0-11 16,-13 0-23-16,13 0-16 0,0 0-29 0,0 0-19 15,0 0-26-15,0 0-126 0,-9-2-296 0,9 2 132 16</inkml:trace>
  <inkml:trace contextRef="#ctx0" brushRef="#br0" timeOffset="112260.49">26241 10126 63 0,'0'0'118'0,"0"0"-1"0,0 0-16 0,0 0-2 15,0 0-7-15,-15 16-10 0,9-8 6 0,2-2-14 16,-3 3 1-16,1 3 1 0,-6 1-8 0,4-3-3 16,3 0-7-16,-6 6-1 0,0-2 0 15,2 0-1-15,-4 0 0 0,3-3 5 0,4 0-3 0,-5 2-7 16,1-4 1-16,1-1-1 0,2 1 5 0,-1 1-8 15,-2-3 1-15,-1 0-2 0,3 0-5 0,-4 0-8 16,3-1-1-16,3 0-4 0,-1-1-1 0,0-2-1 16,2 1-6-16,1-1 3 0,4-3-5 0,-9 7 1 15,9-7-4-15,-9 2-3 0,9-2 0 0,-5 4-2 16,5-4-4-16,0 0 2 0,-7 3-3 0,7-3 1 16,0 0 1-16,-4 4-8 0,4-4 7 0,0 0 1 15,0 0 1-15,0 0-2 0,0 0-6 0,0 0 8 16,0 0-1-16,0 0-2 0,0 0 5 0,2 9 0 15,-2-9-8-15,7 5 9 0,-7-5-1 0,10 7 1 16,-4-5 1-16,1 3-3 0,1 0 0 0,2 0-3 16,-1 1 1-16,4-1 2 0,-4 3-1 0,2-2-1 15,0 0 1-15,5 3-2 0,-3 0 1 0,2-1-2 0,-4-1 3 16,1 0-6-16,0 0 6 0,-3-1-7 16,5 3 3-16,-3-3-14 0,0 1-12 0,-2 0-10 15,2-1-26-15,-2 1-17 0,1 1-35 0,1-3-32 16,0 1-38-16,-2 0-133 0,0-2-337 0,0-1 149 0</inkml:trace>
  <inkml:trace contextRef="#ctx0" brushRef="#br0" timeOffset="112440.41">26381 10723 136 0,'0'0'146'0,"0"0"-25"16,0 0-3-16,0 0-21 0,0 0-6 0,0 0-27 16,0 0-24-16,0 0-21 0,0 0-28 0,0 0-23 15,0 0-25-15,0 0-66 0,-23 0-133 16,23 0 60-16</inkml:trace>
  <inkml:trace contextRef="#ctx0" brushRef="#br0" timeOffset="112986.32">26068 10415 12 0,'0'0'20'0,"0"0"-26"0,0 0-6 0,0 0 3 16</inkml:trace>
  <inkml:trace contextRef="#ctx0" brushRef="#br0" timeOffset="114841.43">25812 10555 70 0,'-6'4'84'0,"6"-4"-14"0,0 0-2 0,-5 3-11 0,5-3 19 15,0 0-10-15,0 0 0 0,0 0-5 16,0 0 17-16,0 0 0 0,0 0 1 0,0 0 0 0,0 0 5 16,0 0-2-16,-5 6-7 0,5-6-4 15,0 0-8-15,0 0 1 0,0 0-8 0,0 0-14 16,0 0-2-16,0 0-3 0,0 0-4 0,0 0-8 0,0 0-7 15,0 0-7-15,0 0-10 0,0 0-9 16,0 0-27-16,0 0 2 0,0 0-7 0,0 0-6 16,0 0-6-16,0 0 3 0,0 0-14 0,0 0 11 15,0 0-8-15,0 0-5 0,18-14-1 0,-18 14-5 0,6-3-6 16,-6 3 1-16,10-8-65 0,-8 5-151 0,-2 3 67 16</inkml:trace>
  <inkml:trace contextRef="#ctx0" brushRef="#br0" timeOffset="115155.12">26134 10329 119 0,'0'0'135'0,"-10"0"-10"0,10 0-8 0,-9-2-8 16,9 2-8-16,-13-1-12 0,13 1-9 0,-10 0-9 15,10 0-7-15,-13 1-10 0,13-1-24 0,-14 2-9 16,8-2-23-16,-1 2-5 0,7-2-26 0,-16 5-9 15,7-2-11-15,-1 0-8 0,0 0-4 0,-1-2-13 16,0 2-51-16,-1-1-140 0,1 1 62 0</inkml:trace>
  <inkml:trace contextRef="#ctx0" brushRef="#br0" timeOffset="115324.57">25785 10394 66 0,'0'0'81'0,"0"0"-1"0,0 0-6 0,0 0 0 0,0 0-2 15,0 0 0-15,0 0-3 0,0 0-6 0,0 0-9 16,0 0-3-16,0 0-4 0,21 3-8 0,-21-3 3 16,0 0-9-16,10-1-12 0,-10 1 2 0,0 0-7 15,14 0-26-15,-14 0-21 0,9 0-35 0,-9 0-79 16,6 1-158-16,-6-1 70 0</inkml:trace>
  <inkml:trace contextRef="#ctx0" brushRef="#br0" timeOffset="117859.08">25380 8717 31 0,'0'0'67'0,"0"0"-5"0,0 0 2 0,0 0-2 15,0 0-5-15,0 0 2 0,0 0-1 16,0 0-5-16,0 0 5 0,0 0-2 0,0 0 7 0,0 0 3 16,0 0 3-16,0 0-3 0,0 0 6 0,0 0-11 15,-8 6-7-15,8-6-3 0,-12 5-4 0,4-2-7 16,3-1 2-16,-8 3-10 0,3-2 4 0,0 1-3 15,0 0 7-15,1-2-3 0,-2 1 2 0,4 0 4 16,-2-1-3-16,9-2-2 0,-9 2-2 0,9-2-4 16,-6 4 1-16,6-4-4 0,0 0-7 0,-7 3 1 15,7-3-1-15,0 0-3 0,0 0-1 0,0 0 8 16,36-1-6-16,-14-3 4 0,10-2-3 0,8-1 1 16,13-4 0-16,-2 3-1 0,0-2-3 0,1 2-5 15,-12 1 2-15,-2 1-3 0,0-2-1 0,-3 2-1 16,-2-1 2-16,-3 2 4 0,-1 0-6 0,-9 0 7 15,0 2-1-15,-2 0 0 0,-5 3 2 0,-2-3-6 16,-1 2-4-16,-3-1 7 0,-1 1 4 0,-6 1-9 16,11-2 13-16,-11 2 4 0,0 0 2 0,0 0-7 15,0 0 1-15,0 0-5 0,0 0-1 0,0 0-4 0,-44 9 0 16,16-3-3-16,-5 1-3 0,1-1 4 16,-1-1 2-16,-1 0-6 0,1 1 1 0,1-2 3 15,0-1-6-15,-2 1 1 0,8-1 0 0,-1-1 2 16,-2-2-2-16,11 2 5 0,6 0 0 0,1-1 1 0,6-1-1 15,5 0-3-15,-11 1-5 0,11-1 1 0,0 0 1 16,0 0-3-16,0 0 2 0,0 0 0 16,0 0-1-16,36-8 2 0,-9 5-5 0,1-2 3 15,5-1-1-15,-2 0 2 0,3 2 1 0,-3 1-6 0,-1 1-9 16,-1-1-14-16,-7 1-22 0,6 2-30 0,-9 0-21 16,0 0-39-16,1-2-34 0,-4 6-173 0,-6-1-371 15,2-1 165-15</inkml:trace>
  <inkml:trace contextRef="#ctx0" brushRef="#br0" timeOffset="119341.81">29691 12423 41 0,'-9'3'236'0,"1"-2"7"0,1 1-3 15,7-2-6-15,-12 1-1 0,12-1-3 0,-10 2-12 16,10-2-1-16,0 0 1 0,-9 3-4 0,9-3-8 16,0 0-8-16,0 0-21 0,0 0-1 0,0 0-23 15,0 0-16-15,0 0-19 0,31-18-11 0,1 6-4 16,7 0-10-16,20-5 0 0,5 0-24 0,29-9-9 16,-1 6-9-16,-1 2-16 0,-2 1-13 0,1 0-11 15,2 3-20-15,1-3-9 0,8 1-8 0,-1 5-15 16,-1 6-16-16,-3-11-22 0,-6 6 2 0,-25 0-11 0,-1 6-6 15,-2-1-8-15,-1-2 0 0,-5 2-7 0,-1-3-1 16,-17 4 3-16,0-2 1 0,-1 1 9 16,-6 0 1-16,-3 0 8 0,-9 2 1 0,-1 1-3 15,-5-1 0-15,-4-1-7 0,-1 2-23 0,-5-2-27 0,-3 4-28 16,0 0-16-16,0 0-98 0,-23-11-312 0,3 7 139 16</inkml:trace>
  <inkml:trace contextRef="#ctx0" brushRef="#br0" timeOffset="119525.37">29907 12498 14 0,'34'-3'233'15,"21"-1"-9"-15,9-3-39 0,29-4-18 0,2 0-17 0,2-5-25 16,-3 2-28-16,-6-1-36 0,-24 5-51 0,26-7-56 15,-26 8-67-15,-4-4-72 0,3-2-200 16,-4 2 89-16</inkml:trace>
  <inkml:trace contextRef="#ctx0" brushRef="#br0" timeOffset="122159.21">29560 12412 174 0,'0'0'238'16,"-5"5"-9"-16,5-5-3 0,0 0-3 0,0 0-1 15,0 0-8-15,0 0-9 0,0 0-10 0,0 0-10 16,0 0-8-16,-7 4-17 0,7-4-12 0,0 0-13 16,0 0-16-16,0 0-9 0,0 0-14 0,0 0-7 15,0 0 1-15,0 0-20 0,0 0-11 0,0 0-11 16,0 0-18-16,0 0-17 0,0 0-23 0,0 0-34 15,0 0-32-15,0 0-38 0,0 0-40 0,0 0-38 16,0 0-35-16,0 0-25 0,0 0-146 0,0 0-431 16,0 0 190-16</inkml:trace>
  <inkml:trace contextRef="#ctx0" brushRef="#br0" timeOffset="122725.21">31034 11911 218 0,'0'0'269'16,"0"0"-25"-16,5-3-27 0,-5 3-22 0,0 0-13 16,0 0-4-16,0 0-2 0,0 0-2 0,0 0-6 15,0 0-6-15,0 0-11 0,6-3-12 0,-6 3-8 16,0 0-10-16,0 0-14 0,0 0-4 0,0 0-17 15,0 0-7-15,0 0-5 0,0 0-6 0,0 0-12 16,0 0-4-16,0 0-4 0,0 0-3 0,0 0-7 16,0 0-1-16,0 0-2 0,0 0-8 0,0 0 1 15,0 0-3-15,0 0-23 0,0 0-20 0,0 0-29 16,0 0-36-16,0 0-36 0,0 0-54 0,0 0-66 16,-21 18-254-16,8-14-534 0,-5 4 237 0</inkml:trace>
  <inkml:trace contextRef="#ctx0" brushRef="#br0" timeOffset="124918.21">23591 11243 9 0,'0'0'162'0,"7"0"-12"0,-7 0-2 16,0 0-12-16,0 0-7 0,0 0-1 0,5 5-8 15,-5-5-9-15,0 0-5 0,0 0-19 0,0 0-7 16,0 0-25-16,2 7-38 0,-2-7-45 0,-4 12-51 16,1 5-144-16,-5 0-239 0,-6 7 106 0</inkml:trace>
  <inkml:trace contextRef="#ctx0" brushRef="#br0" timeOffset="143043.3">22042 16020 84 0,'0'0'90'0,"0"0"-5"0,0 0 2 16,0 0-6-16,0 0 6 0,0 0-15 0,0 0 4 15,0 0-11-15,0 0-9 0,0 0-6 0,0 0-10 16,-9 1 3-16,9-1-6 0,0 0 1 16,0 0-10-16,0 0-7 0,0 0 9 0,0 0-11 15,0 0 12-15,19 7-5 0,-19-7 4 0,20 1 1 16,-9-2 7-16,7 0 0 0,1 0-5 0,3-1-8 15,9 0 0-15,2-2-3 0,1-1 3 0,5 1 2 0,13-2-2 16,0 1 2-16,-2-4 10 0,7-5-5 16,-1 2-1-16,3-1-4 0,1-2 0 0,0 2 10 15,4-1-1-15,24-9-4 0,1 3 3 0,-25 6 2 16,32-10-7-16,1-1 0 0,0-1 4 0,0 2-3 0,11-3 6 16,-6-1 2-16,5 1-4 0,5-3-2 15,4 1-1-15,1 1-5 0,2-1 2 0,6-4-5 16,-3 6 1-16,4 0 3 0,3-3 4 0,3 6 2 15,10 0 2-15,-9-4-6 0,7 4 0 0,-7 2 7 16,-2-2-7-16,2 6-1 0,-5 1-5 0,-5-2 2 16,-4 6-1-16,-11 0-2 0,-4 0 5 0,-8 4-6 15,-31 2-1-15,25-5 0 0,-31 7-4 0,-1-3-5 0,-2 1 2 16,-2 2-3-16,-3-2 3 0,-15 1-3 16,-2 1-3-16,0-3-4 0,-5 2 3 0,0 1-4 15,-8 0 2-15,0 1-7 0,-4 0-9 0,-4 0-9 16,-1 4-8-16,-12 0-12 0,12-3-26 0,-12 3-27 0,0 0-20 15,0 0-17-15,0 0-10 0,0 0-18 16,-35-12-22-16,8 11-125 0,-9 1-331 0,0 0 146 16</inkml:trace>
  <inkml:trace contextRef="#ctx0" brushRef="#br0" timeOffset="148128.26">22884 17019 73 0,'0'0'99'0,"0"0"-24"0,0 0-29 0,0 0-18 0,0 0-34 16,0 0-14-16,0 0-30 0,-16-16-53 15,16 16 24-15</inkml:trace>
  <inkml:trace contextRef="#ctx0" brushRef="#br0" timeOffset="148377.03">23481 16911 7 0,'0'0'127'16,"0"0"-13"-16,0 0-19 0,0 0-12 0,0 0-14 15,0 0-11-15,0 0-22 0,3-9-20 0,-3 9-27 16,0 0-29-16,0 0-53 0,0 0-100 0,0 0 45 15</inkml:trace>
  <inkml:trace contextRef="#ctx0" brushRef="#br0" timeOffset="151513.12">23925 18042 48 0,'0'0'210'0,"0"0"2"16,4-5-7-16,-4 5-4 0,0 0-2 0,0 0 1 16,0 0-17-16,0 0-6 0,0 0-8 0,0 0-12 15,0 0-7-15,5-5-10 0,-5 5-12 16,0 0-11-16,0 0-4 0,0 0-9 0,0 0-3 15,0 0-7-15,0 0 1 0,0 0-7 0,0 0-1 16,0 0-10-16,0 0-1 0,0 0-2 0,0 0-6 16,0 0-11-16,0 0 1 0,0 0-11 0,0 0-3 15,0 0-6-15,0 0-1 0,0 0-6 0,0 0-4 16,0 0 3-16,0 0-11 0,0 0-3 0,12 0 2 16,-4-2-10-16,1-6-17 0,9-4-25 0,5-9-31 15,16-16-47-15,8-4-51 0,14-31-55 0,7 6-53 16,-9 0-235-16,3-2-547 0,-4 2 243 0</inkml:trace>
  <inkml:trace contextRef="#ctx0" brushRef="#br0" timeOffset="159064.21">28210 6504 25 0,'0'0'22'15,"0"0"-11"-15,0 0-17 0,0 0-3 0,0 0-10 0,0 0 5 16</inkml:trace>
  <inkml:trace contextRef="#ctx0" brushRef="#br0" timeOffset="162750.37">25549 8787 19 0,'0'0'45'0,"0"0"-5"0,0 0-3 16,0 0-4-16,0 0-3 0,0 0-2 0,0 0-4 16,0 0-3-16,0 0 6 0,0 0-12 0,0 0 6 15,0 0-8-15,0 0 1 0,0 0-4 0,0 0-1 16,0 0-1-16,0 0 0 0,0 0-3 0,0 0 4 0,0 0-6 16,0 0-1-16,0 0 3 0,-5 6-2 0,5-6 1 15,0 0 2-15,0 0-3 0,0 0-1 16,0 0 2-16,-2 7-2 0,2-7-1 0,0 0 1 15,-7 3 1-15,7-3-1 0,0 0-1 0,0 0 1 0,0 0 1 16,0 0 0-16,0 0-5 0,-2 7 3 0,2-7 3 16,0 0-3-16,0 0-1 0,0 0 7 15,0 0-12-15,0 0 9 0,0 0-14 0,0 0-2 0,0 0-1 16,0 9-7-16,0-9 3 0,0 0-10 0,0 0 8 16,0 0-5-16,0 0 1 0,0 0-2 0,0 0 8 15,0 0-3-15,-4 5 6 0,4-5-2 0,0 0 1 16,0 0-3-16,0 0-14 0,0 0-34 0,0 0 16 15</inkml:trace>
  <inkml:trace contextRef="#ctx0" brushRef="#br0" timeOffset="165688.29">26077 10436 20 0,'0'0'51'0,"0"0"-1"0,0 0-7 0,0 0-3 15,0 0 2-15,0 0-8 0,0 0-5 0,0 0-5 16,0 0 3-16,0 0-10 0,0 0 4 0,0 0 0 16,0 0-5-16,0 0-6 0,0 0 2 0,0 0 1 15,0 0-6-15,0 0 1 0,0 0 13 0,0 0-7 16,0 0-2-16,0 0-1 0,0 0 4 0,0 0-8 16,0 0 5-16,0 0-5 0,0 0 3 0,0 0-4 15,0 0-1-15,0 0 7 0,0 0-3 0,0 0 1 0,0 0 1 16,0 0-4-16,0 0 0 0,0 0 1 15,0 0 3-15,0 0-2 0,0 0-1 0,0 0 4 16,0 0-1-16,0 0-7 0,0 0 4 0,0 0-4 16,0 0 6-16,0 0 1 0,0 0-2 0,0 0-1 0,0 0-4 15,0 0-5-15,0 0 6 0,0 0 0 16,0 0-1-16,0 0-1 0,0 0-2 0,0 0-4 16,0 0 5-16,0 0-2 0,0 0-5 0,0 0 9 15,0 0-1-15,0 0-3 0,0 0 3 0,0 0-3 0,0 0 2 16,0 0 1-16,0 0-2 0,0 0 1 0,0 0 1 15,0 0-2-15,0 0-5 0,0 0 6 0,0 0 3 16,0 0-11-16,0 0-2 0,0 0 5 16,0 0 3-16,0 0-1 0,0 0 2 0,0 0 1 0,0 0 1 15,0 0-10-15,0 0 5 0,0 0-1 0,0 0 1 16,0 0-1-16,0 0-1 0,0 0 5 0,0 0 2 16,0 0-8-16,0 0 4 0,0 0 2 0,0 0-2 15,0 0 7-15,0 0-2 0,0 0-5 0,0 0 7 16,0 0-8-16,0 0-9 0,0 0 9 0,0 0 5 15,0 0-1-15,0 0-4 0,0 0 2 0,0 0-7 16,0 0-1-16,0 0 5 0,0 0-4 0,0 0-13 16,-9 3-2-16,9-3-6 0,0 0-4 0,0 0-11 15,0 0-6-15,0 0-46 0,0 0-100 0,0 0 44 16</inkml:trace>
  <inkml:trace contextRef="#ctx0" brushRef="#br0" timeOffset="167415.2">29370 12096 23 0,'0'0'134'0,"0"0"-7"0,0 0-10 0,-6-5-20 0,6 5-10 16,0 0 6-16,0 0-18 0,0 0-15 0,0 0-11 15,0 0-24-15,0 0-14 0,0 0-20 0,0 0 1 16,0 0-18-16,-5-4-9 0,5 4-27 0,0 0-65 16,0 0-137-16,0 0 61 0</inkml:trace>
  <inkml:trace contextRef="#ctx0" brushRef="#br0" timeOffset="168713.15">29949 12626 106 0,'-12'-2'302'0,"12"2"23"16,0 0-8-16,-6-5-4 0,6 5-13 0,-3-8-21 15,3 8-20-15,3-11-17 0,2 2-34 0,3 0-9 16,2-4-15-16,3 1-25 0,3-2 3 0,6-2-29 16,6-2-14-16,0 4-18 0,3-4-8 0,16-3-17 15,-12 8-3-15,14-8 2 0,-2-1-9 0,4 5 4 16,0 0-24-16,3 1-11 0,-19 3 10 0,18-3-6 15,-6-4-12-15,2 6-25 0,-15 5-9 0,-2 0-19 16,0-2-31-16,0 4-23 0,-4 2-31 0,0 0-30 16,-6 1-28-16,-3 3-34 0,0 0-39 0,0 2-23 15,-6-1-22-15,-1 0-175 0,-1 0-499 0,-3 0 221 16</inkml:trace>
  <inkml:trace contextRef="#ctx0" brushRef="#br0" timeOffset="168959.3">30184 12507 259 0,'0'0'343'0,"0"0"-30"15,0 0-25-15,0 0-19 0,0 0-14 0,36-9-27 16,-11 0-10-16,5-1-10 0,6-2-5 0,0 0-44 15,18-3-8-15,0-1-9 0,0-1-14 0,-1 3-12 16,-3-4-18-16,8 2-13 0,-3 4-19 0,-2-3-23 16,1-3-11-16,-4 5-41 0,-14 6-36 0,-4-1-33 15,0 3-41-15,-4 0-41 0,-7 2-33 0,0 1-30 16,-2-1-32-16,-2-2-166 0,-7 3-455 0,-1-2 202 16</inkml:trace>
  <inkml:trace contextRef="#ctx0" brushRef="#br0" timeOffset="169125.84">30610 12477 136 0,'-4'2'249'0,"4"-2"-26"0,0 0-16 0,0 0-26 16,0 0-20-16,0 0-14 0,24-12-12 0,-7 5-18 16,1-3-19-16,0 3-18 0,1-4-24 0,6 1-36 15,-2-1-34-15,-4 3-42 0,2-2-41 0,-4-1-50 16,0 1-103-16,-4 0-270 0,1-5 120 0</inkml:trace>
  <inkml:trace contextRef="#ctx0" brushRef="#br0" timeOffset="169586.09">31218 11668 50 0,'0'0'29'0,"0"0"-43"16,-40 1-14-16,12-2 7 0</inkml:trace>
  <inkml:trace contextRef="#ctx0" brushRef="#br0" timeOffset="204300.09">782 14357 6 0,'0'0'10'0,"0"0"-13"0,0 0-3 15,0 0 1-15</inkml:trace>
  <inkml:trace contextRef="#ctx0" brushRef="#br0" timeOffset="205009.53">1523 14212 11 0,'20'-4'14'0,"1"-3"3"0,-3 2-6 15,2 1 5-15,-1-3 0 0,-2 1-6 0,2 2 4 16,-1-1 1-16,-1 1 1 0,3 0-3 0,-4-1 2 16,2 0-3-16,-1 1 1 0,1-1 2 0,-1 1-1 15,-1-1-1-15,3 1 3 0,-2 0 0 16,2-1 2-16,-3-1-5 0,4 2-1 0,-2 0-2 0,2-3 7 15,-1 1 0-15,2 1-11 0,-2-1 5 0,0 2 3 16,-2-2 0-16,1 1 3 0,1 0-3 16,-1-1-3-16,0 4-1 0,-2-4 6 0,2 1-9 15,-5 2 3-15,6-1-1 0,-3 0 2 0,-2-1 3 16,-2 3-2-16,1-2-2 0,4 0 0 0,2 1 7 16,-19 3-9-16,31-7 1 0,-19 4-3 0,4 2 3 15,0-4 5-15,2 1-3 0,-1 0 1 0,1 0-7 16,0 2 1-16,-1-1 9 0,1 0 4 0,-1-1 9 15,-17 4-19-15,29-7-7 0,-16 5 15 0,5-2-9 16,-5 1 1-16,6-2 0 0,-7 4 7 0,-12 1-6 16,24-5 0-16,-13 3-4 0,1-1 5 0,-12 3-1 15,23-4-3-15,-14 1 1 0,-9 3-9 0,0 0 5 16,23-4 7-16,-23 4 0 0,13-2-3 0,-13 2-4 16,0 0-3-16,14-4-2 0,-14 4-4 15,0 0-6-15,0 0-7 0,0 0-2 0,0 0-10 16,0 0 1-16,0 0-19 0,0 0-17 0,0 0-44 15,0 0-118-15,-31 28 53 0</inkml:trace>
  <inkml:trace contextRef="#ctx0" brushRef="#br0" timeOffset="206560.28">1923 14164 8 0,'16'-2'19'0,"-1"-1"-5"0,2 2 9 15,-4 0-8-15,5-2 7 0,0 2-5 0,-5 0 0 16,-2-1-2-16,1 2 2 0,-12 0 1 0,28-2-5 15,-18 1 5-15,1-1-5 0,-11 2 1 0,27-2-4 16,-11 2-1-16,-16 0 12 0,27-4-10 16,-11 4 1-16,3-2 8 0,-3 1-7 0,2-1 5 0,-2 1-2 15,0-1 2-15,-1 1-1 0,4-2-6 0,-7 1 6 16,3-1-4-16,2 1 3 0,2 0 6 0,-8 0-4 16,-11 2 1-16,32-5-2 0,-18 3-7 0,3 1 3 15,-3 0-1-15,0-2-3 0,-14 3 5 0,27-3-8 16,-14 1 5-16,-13 2-2 0,21-1 13 15,-9-2-13-15,-12 3 4 0,23-2 7 0,-12 0-7 0,-11 2-6 16,23-4 7-16,-12 2-7 0,0-1 10 16,-11 3-2-16,22-2-12 0,-22 2 9 0,19-1-7 15,-19 1 7-15,14-2 2 0,-14 2-3 0,17-2 0 16,-17 2-6-16,20-2 6 0,-8 0-7 0,-12 2 9 16,20-3-5-16,-20 3-4 0,20-2-2 0,-9 0 4 15,-11 2-3-15,20-3 8 0,-8-1 2 0,-12 4-7 16,28-4 2-16,-12 0 1 0,1 1-3 0,1 0-4 15,-3-3 5-15,3 3 5 0,-1 2 3 0,-1-5-2 16,2 3 6-16,-1-1-7 0,2-3 0 0,3 2-1 16,-4-1-1-16,3 2 3 0,6-5-11 0,-1 1 9 15,-6 3-1-15,1-3 5 0,5 2-6 0,1-2 1 16,-9 1-6-16,9 0 4 0,0-1-1 0,-2 0-5 16,2 2 7-16,-9 1 1 0,1 1-7 0,-1 0 3 15,0 1-1-15,-4 1 2 0,-14 2-2 16,27-6-3-16,-13 3-10 0,-14 3 9 0,31-6-9 15,-18 4 21-15,3-2-13 0,1 0 11 0,1 0-8 16,0-1-1-16,-2 2-1 0,3-1-3 0,-19 4 6 0,32-6-3 16,-19 3 6-16,0 0-3 0,-13 3 4 0,27-6-5 15,-15 2 0-15,4-2 2 0,-16 6-10 0,29-8 3 16,-11 3-1-16,-1 1 5 0,2 1-4 0,-1-1 3 16,0-1 2-16,2 2-3 0,7-4-2 0,-8 2 3 15,2 0 1-15,-2 2 1 0,-1-3-4 16,1 5-1-16,0-3-1 0,-2-1 6 0,-1 1-10 15,2 0 10-15,0 2 0 0,-18 2-8 0,24-3 2 16,-10 2 1-16,-14 1-2 0,28-2 2 0,-15 2-7 16,-13 0 12-16,27-2 9 0,-27 2-19 0,26-2-1 15,-26 2 2-15,24-2 6 0,-24 2-12 0,23 0 5 16,-23 0-4-16,23-2-5 0,-23 2 6 0,18-2 0 16,-18 2 2-16,18 0 7 0,-18 0-4 0,0 0 2 15,23-1-6-15,-23 1 15 0,0 0-19 0,21-2 6 16,-21 2 4-16,16 0-3 0,-16 0 9 0,0 0-9 15,19-2-7-15,-19 2 6 0,0 0-12 0,0 0-15 16,20-2 4-16,-20 2-4 0,0 0-2 0,0 0-12 16,0 0 4-16,0 0-14 0,0 0-7 0,0 0 0 15,18 2-40-15,-18-2-114 0,0 0 50 0</inkml:trace>
  <inkml:trace contextRef="#ctx0" brushRef="#br0" timeOffset="207043.19">3837 13954 21 0,'-10'-7'85'0,"10"7"1"0,0 0-8 16,0 0-7-16,0 0-4 0,0 0-5 0,0 0-7 15,0 0-6-15,0 0-4 0,0 0-11 0,0 0 5 16,0 0-8-16,15-17 0 0,-4 12-8 0,5-1-9 16,2 0 8-16,3 1 0 0,-1-3-9 0,4-3 4 15,-3 4-11-15,-1 1-22 0,0-1 2 0,0 0-6 16,2 0-11-16,-4 2-8 0,-5 2-8 0,4-3-11 15,-2 4-50-15,-15 2-117 0,25-8 52 0</inkml:trace>
  <inkml:trace contextRef="#ctx0" brushRef="#br0" timeOffset="208978.7">2193 14190 21 0,'21'-2'23'0,"7"-3"0"0,-1 1 6 0,-6-2-6 15,-1 3 4-15,8-1-2 0,2 1 3 16,-4-3-5-16,-5 2 2 0,7 0 1 0,-2-1 2 16,3-2-6-16,0 1 8 0,-2 2-9 0,3-2 2 15,-4 0-2-15,2 0 5 0,1 1 3 0,-4 0 8 16,2-1-7-16,0 2-7 0,-4 0 6 0,-1 0-9 15,-2 0 2-15,2 0-5 0,-1 0 4 0,0-1 0 16,8 0 2-16,0 0 1 0,-1-1 4 0,0-1-13 16,0 0 4-16,0 0 4 0,-1 2-1 0,0 0-5 15,-2-3 0-15,2 3 10 0,0-4-6 0,0 4-4 16,1-1 19-16,0-1-10 0,-1 1 1 0,2 0-6 16,0 1-1-16,0-5 4 0,0 4 2 0,-1 1-2 15,-6 0 2-15,0 1-3 0,-2-2 6 0,-1 1-3 16,3 1-1-16,-4-2 5 0,2 2-6 0,2 3-4 15,-3-5 3-15,2 3-3 0,-1-2-5 0,-1 1 2 16,3 1 6-16,-3-1 4 0,0-2-3 16,1 2-6-16,-8 1-1 0,8-1 5 0,-4-3-1 0,1 4 2 15,1 0 4-15,-2-2-13 0,1-2 11 0,0 4-13 16,0-5 5-16,-4 4 4 0,-13 4-5 0,30-8 3 16,-14 3-4-16,-3 0 0 0,3-1 2 0,-16 6 1 15,24-9-7-15,-7 2 0 0,3 2 4 0,-2 1 0 16,1-3-1-16,-3 3-4 0,2 0 1 15,-18 4-1-15,24-7-1 0,-13 5-2 0,-1 0 6 16,-10 2-4-16,22-6-1 0,-22 6-2 0,17-4 1 16,-17 4-6-16,13-3 8 0,-13 3-8 0,13-3 4 15,-13 3-1-15,0 0 0 0,15-3 0 0,-15 3-3 16,0 0-1-16,17-2 1 0,-17 2 4 0,0 0-3 0,0 0 2 16,17-3-4-16,-17 3 4 0,0 0-2 0,10-2-3 15,-10 2 0-15,0 0 0 0,0 0 1 16,0 0-1-16,0 0 4 0,16-1-1 0,-16 1-6 15,0 0 9-15,0 0-8 0,0 0 4 0,0 0-2 16,17 2-2-16,-17-2 3 0,0 0 1 0,0 0-1 16,0 0-3-16,0 0 3 0,0 0-3 0,0 0 2 15,0 0-1-15,0 0-4 0,12 4-7 0,-12-4-11 16,0 0-10-16,0 0-5 0,0 0-12 0,0 0-19 16,0 0-24-16,0 0-20 0,0 0-19 0,0 0-106 15,-29 31-259-15,18-19 115 0</inkml:trace>
  <inkml:trace contextRef="#ctx0" brushRef="#br0" timeOffset="211190.32">3225 13799 11 0,'0'0'3'0,"17"0"-6"0,-6 2-3 16,-2 2 3-16</inkml:trace>
  <inkml:trace contextRef="#ctx0" brushRef="#br0" timeOffset="211433.49">4276 13877 109 0,'0'0'96'16,"0"0"-16"-16,0 0-34 0,0 0-22 0,0 0-33 15,-23 11-49-15,7-1-62 0,-4 7 27 0</inkml:trace>
  <inkml:trace contextRef="#ctx0" brushRef="#br0" timeOffset="-211433.78">1115 10803 16 0,'0'0'70'0,"0"0"-6"16,0 0-6-16,0 0 2 0,0 0-11 0,0 0-6 15,0 0 9-15,0 0-4 0,0 0-7 0,0 0-1 16,0 0-1-16,0 0 0 0,0 0 0 15,0 0-4-15,0 0-8 0,0 0 1 0,0 0-13 16,0 0 12-16,0 0-12 0,0 0 9 0,-23 6-10 16,23-6 1-16,-7 2 9 0,7-2-10 0,-8 3 1 15,8-3-9-15,-9 3 3 0,9-3 1 0,-8 2 0 0,8-2-3 16,-8 2-9-16,8-2 5 0,-5 3 1 16,5-3 7-16,0 0-1 0,0 0 9 0,-7 2-8 15,7-2-7-15,0 0 8 0,0 0-1 0,0 0-13 16,0 0 4-16,0 0 3 0,0 0-3 0,0 0-1 15,0 0 1-15,0 0 5 0,0 0 2 0,0 0 3 16,0 0-4-16,0 0-1 0,32-4 7 0,-21 1-2 16,1 1 2-16,1 1 4 0,-2-1-8 0,1 1 0 15,0-1-1-15,1 0 3 0,-3 0 10 0,-1 2-2 16,3-3-12-16,-5 2-2 0,-1-2 5 0,-6 3-2 16,13-3-2-16,-13 3-8 0,12-1 8 0,-12 1-6 15,8-2 10-15,-8 2-8 0,0 0 3 0,0 0-7 0,0 0 7 16,0 0-4-16,10 2-4 0,-10-2 14 15,0 0-10-15,0 0-1 0,0 0 4 0,0 0-3 16,0 0-1-16,-20 9-1 0,8-5 0 0,1 1-1 16,2 2 6-16,-5-2-4 0,2-1 4 0,1 2-12 15,-1-1-4-15,-1 0 10 0,1 1 0 0,1-1-4 16,0 0-6-16,1 0 9 0,3-1-1 0,1-3-4 16,6-1 8-16,-10 5-9 0,10-5 6 0,-10 2-1 15,10-2 6-15,-5 3-11 0,5-3-2 0,0 0-6 16,0 0 9-16,0 0 5 0,0 0-1 0,0 0 4 15,0 0-4-15,0 0 7 0,34-6 2 0,-20 2-1 16,4-1 10-16,0 0-18 0,-1 3 4 0,3-1-9 16,-4-1 0-16,2 3-30 0,0-1-32 0,-2 2-26 15,-4 2-78-15,1 3-187 0,0-3 83 0</inkml:trace>
  <inkml:trace contextRef="#ctx0" brushRef="#br0" timeOffset="-210737.46">2483 10833 53 0,'0'0'53'0,"-10"-3"-1"0,10 3 4 0,-12-2-3 16,12 2-1-16,-12-2 3 0,12 2 9 0,0 0-7 0,-16 0 8 15,16 0-10-15,-12 0 9 0,12 0 0 16,0 0-2-16,-14-2 5 0,14 2-6 0,0 0 6 15,-13-1-1-15,13 1 2 0,0 0 6 0,0 0 7 16,0 0 4-16,-13-1-1 0,13 1-9 0,0 0-10 16,0 0-7-16,0 0-3 0,0 0-6 0,-7-4-5 0,7 4 2 15,0 0-10-15,0 0-2 0,0 0 2 16,0 0-13-16,33-11 3 0,-15 4-4 0,3 1 0 0,6-6-4 16,-7 7-1-16,8-5-1 0,-6 5-10 15,-3 1-14-15,3 1-33 0,-2 2-44 0,-3-2-37 16,0 5-30-16,-4 1-131 0,-2 0-308 0,-1 3 137 15</inkml:trace>
  <inkml:trace contextRef="#ctx0" brushRef="#br0" timeOffset="-206053.75">3310 15866 82 0,'0'0'98'0,"-11"-6"-3"0,11 6-7 0,0 0-13 16,-4-4 14-16,4 4-5 0,0 0-2 0,0 0-2 15,0 0-11-15,0 0-5 0,-6-4-2 0,6 4-5 16,0 0-7-16,0 0-8 0,0 0-8 0,0 0 2 15,0 0-10-15,0 0-10 0,0 0-18 0,0 0-10 16,0 0-20-16,0 0-23 0,0 0-24 0,26 1-23 16,-26-1-57-16,11 7-170 0,-2-2 75 0</inkml:trace>
  <inkml:trace contextRef="#ctx0" brushRef="#br0" timeOffset="-205238.24">4221 13797 2 0,'0'0'34'16,"0"0"-5"-16,0 0-9 0,0 0-19 0,0 0-16 15,0 0-16-15,9 8 9 0</inkml:trace>
  <inkml:trace contextRef="#ctx0" brushRef="#br0" timeOffset="-200071.49">3827 14737 30 0,'0'0'136'0,"-5"-10"-6"0,1 4-11 0,0 2-12 16,0-2-7-16,-1-1 8 0,5 7-13 0,-8-10-6 16,4 5-8-16,0-1-7 0,4 6-7 0,-9-8-7 0,4 3-10 15,-3 2-4-15,2-1-4 0,-2-1 2 0,0 1-9 16,-2 0-3-16,0-1-10 0,0 3 3 0,-3-1-3 15,1 2-5-15,0 1-5 0,0-2-2 0,-1 2-3 16,-3 2-4-16,-3-2 2 0,1 1 3 16,0 3-14-16,-2 2 16 0,1-2-23 0,-1 5-4 15,-1-2 2-15,-3 6 5 0,0 3-12 0,-4 0-2 16,1 3 8-16,1 0-7 0,-2 4 10 0,0 0 6 16,4 2-7-16,-3 1-3 0,4 4 1 0,-8 10 0 15,11-11 10-15,-2 1-9 0,2 2 5 0,2-2-4 16,-5 12 5-16,8-12-6 0,2-2 6 0,4 1-3 15,-1-1 6-15,3-4-4 0,2 4 4 0,1 2 1 16,4-1 15-16,2 1-3 0,-1-2-3 0,1-1 2 16,5 1 5-16,0 2 9 0,2-2 2 0,3 1 9 0,2 2-5 15,1-1 10-15,10 12 6 0,-4-13-2 16,7 10 3-16,6-1 1 0,-1-2 3 0,-1-1 4 16,7-3-26-16,1-3-4 0,2-3 7 0,3-4-5 15,1 4 2-15,3-3-2 0,2-5-5 0,-3 0 3 16,-10-8-6-16,14 1 0 0,-13-6 1 0,11-1 2 15,-10-4-4-15,11-4 5 0,1-6-2 0,-2-2 12 16,0-5-2-16,1-9 3 0,-4 0 0 0,3-7-1 16,-1-5 3-16,17-23-2 0,-24 19-5 0,16-22-5 15,-22 21 4-15,-2-4-6 0,-3 0 2 0,-6-2-1 16,-3-5 1-16,-4 0 1 0,-3-1-5 0,-8 1 4 16,-5 3 2-16,-3-3 0 0,-8-2-5 0,-2-3-6 15,-5 1 2-15,-13-19-14 0,1 28-11 0,-5 2-8 16,-5-2-5-16,-6 6-16 0,-4 4-7 0,-7 6-1 15,-1 5 2-15,-27-4-1 0,23 17-5 0,-6 13-13 16,-26 11-15-16,0 15-22 0,-4 19-19 0,-3 13-18 16,0 13-130-16,-2 14-292 0,-8 14 130 0</inkml:trace>
  <inkml:trace contextRef="#ctx0" brushRef="#br0" timeOffset="-185621.49">4366 15602 74 0,'0'0'149'0,"0"0"-13"0,-14-4-6 0,14 4-8 16,0 0 2-16,0 0-2 0,0 0-2 0,0 0 1 15,0 0-2-15,0 0-3 0,0 0 4 0,0 0-7 16,0 0-3-16,0 0-3 0,0 0 2 16,0 0 0-16,0 0-2 0,0 0-5 0,0 0 2 15,0 0-3-15,0 0 1 0,0 0-8 0,0 0-7 16,0 0-12-16,8-19-7 0,-2 7-15 0,7-12 1 16,4-7-8-16,13-17-9 0,19-23-26 0,3-2-24 0,5 0-42 15,3-1-58-15,-2-6-76 0,4 0-257 16,-2-6-482-16,4-1 213 0</inkml:trace>
  <inkml:trace contextRef="#ctx0" brushRef="#br0" timeOffset="-141003.42">4404 14021 31 0,'0'0'42'0,"0"0"-5"0,0 0 2 0,0 0-8 15,0 0-2-15,0 0-4 0,0 0-7 0,0 0 1 16,0 0-3-16,0 0 1 0,0 0-1 0,0 0-1 16,0 0 1-16,0 0-7 0,0 0-1 0,0 0-4 15,-13 3 3-15,13-3-7 0,0 0 5 0,-13 6-4 16,13-6 5-16,-6 7 0 0,6-7-5 0,-7 6 2 15,3-3-4-15,4-3 0 0,-9 7 4 0,4-4-3 16,5-3-2-16,-9 10 4 0,4-5 3 0,0 0-2 16,-1-1-5-16,-2 1 4 0,2 0 2 0,0-1 0 15,1 0 3-15,-1-1 3 0,6-3-4 0,-6 7 14 16,2-4 1-16,4-3-2 0,0 0 9 0,-8 4-1 16,8-4 9-16,0 0-16 0,0 0 6 0,0 0 5 15,-5 3 1-15,5-3-5 0,0 0-4 16,0 0 0-16,0 0 4 0,0 0-1 0,0 0 8 15,14-17-24-15,-6 10 1 0,6-5-6 0,-3 1 17 0,3-3-8 16,2 0 2-16,3-5-1 0,-5 6-4 0,1 0-6 16,-1 0 4-16,-1 1 1 0,0 1-6 0,-3 4 5 15,0-1 0-15,-1-2 0 0,0 3-2 0,-1 0-3 16,-1 1 4-16,0 2 6 0,-3 0-9 16,1-1-8-16,-1 1 14 0,-4 4-13 0,7-6 2 0,-7 6 8 15,4-4 1-15,-4 4 9 0,0 0-2 0,0 0-3 16,0 0 3-16,0 0 0 0,0 0-8 0,0 0 4 15,0 0 1-15,0 0-13 0,-31 11 10 0,18-3-6 16,-3 1 6-16,0 3-7 0,-1-2 1 0,-1 2 5 16,-7 2-9-16,4 2 4 0,-2-2-3 15,5-3 6-15,4 0-2 0,-1-2-2 0,1 1-2 16,2-1-5-16,2-2 8 0,2-2 0 0,3 0-4 0,0-2 3 16,5-3 1-16,-7 6-5 0,7-6-2 0,-4 5 8 15,4-5-6-15,0 0 8 0,0 0-7 0,0 0 3 16,23 0 0-16,-9-9-1 0,4-1 4 15,1 1 3-15,3-6-5 0,3 3-3 0,-2-2 5 0,1-2-4 16,-8 6 7-16,1 0-4 0,-2 0 6 0,-4 2-4 16,-1 2 2-16,-2 1 7 0,-3-1-15 0,0 3-1 15,-5 3 5-15,10-4 0 0,-10 4-1 16,4-4-4-16,-4 4 0 0,0 0 7 0,0 0-7 0,0 0 17 16,0 0-10-16,-21 20-11 0,8-8 7 0,-5-2-2 15,-1 6-1-15,-2 1 0 0,0 0-1 16,5-4 3-16,0-4-2 0,1 4 0 0,4-5 2 0,2 0-6 15,0-1 7-15,3-3-7 0,-1 1 4 0,2-3-1 16,5-2-4-16,-5 5 1 0,5-5 5 16,0 0-8-16,0 0 10 0,0 0-3 0,0 0 0 15,0 0-3-15,0 0 6 0,29-15-4 0,-12 2 3 16,-2 3-6-16,5-3-7 0,-4 2-12 0,2-1-17 16,-1-1-17-16,-1 3-7 0,0-3-17 0,-2 4 0 0,-4 2-92 15,0 0-188-15,-1 1 84 0</inkml:trace>
  <inkml:trace contextRef="#ctx0" brushRef="#br0" timeOffset="-140754.75">4443 13732 8 0,'0'0'118'0,"0"0"-1"0,0 0-10 0,0 0-3 15,0 0-7-15,0 0-18 0,0 0 0 16,0 0-14-16,8-14-6 0,-3 5-1 0,3 1-21 16,2-4-22-16,5-2-26 0,4-7-23 0,4 1-23 15,0-2-84-15,-1-1-151 0,-1 0 67 0</inkml:trace>
  <inkml:trace contextRef="#ctx0" brushRef="#br0" timeOffset="-140403.62">4520 13776 11 0,'11'-14'45'0,"3"-1"-2"16,3-4 1-16,-1-1-9 0,-3 4-11 0,3 3-15 16,-1-8-21-16,-1 6-22 0,-1 1-35 0,-3-1 16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B5C41C-EECF-4AA6-8C86-48E4B0604E77}" type="datetimeFigureOut">
              <a:rPr lang="en-IN" smtClean="0"/>
              <a:pPr/>
              <a:t>16-03-2022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40471-FCFD-4FCB-92AE-8DA107A81AE2}" type="slidenum">
              <a:rPr lang="en-IN" smtClean="0"/>
              <a:pPr/>
              <a:t>‹#›</a:t>
            </a:fld>
            <a:endParaRPr lang="en-IN" dirty="0"/>
          </a:p>
        </p:txBody>
      </p:sp>
    </p:spTree>
    <p:extLst>
      <p:ext uri="{BB962C8B-B14F-4D97-AF65-F5344CB8AC3E}">
        <p14:creationId xmlns:p14="http://schemas.microsoft.com/office/powerpoint/2010/main" val="800223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734A512A-AF34-4738-8570-7B0E552EDA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1A0DCDBB-1CA6-4325-9E95-8CA5B6DBA5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6564" name="Slide Number Placeholder 3">
            <a:extLst>
              <a:ext uri="{FF2B5EF4-FFF2-40B4-BE49-F238E27FC236}">
                <a16:creationId xmlns:a16="http://schemas.microsoft.com/office/drawing/2014/main" id="{04CD3B5D-5A58-4AED-82B0-DBC6339659B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91616A-7EE7-4685-AD22-19FD99931FD2}" type="slidenum">
              <a:rPr lang="en-US" altLang="en-US" smtClean="0"/>
              <a:pPr>
                <a:spcBef>
                  <a:spcPct val="0"/>
                </a:spcBef>
              </a:pPr>
              <a:t>26</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0B55728-BCA8-4AD2-9300-D9109E9CFA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130E37D-F263-4FD2-96C6-656E59E2C5EE}" type="slidenum">
              <a:rPr lang="en-US" altLang="en-US" smtClean="0"/>
              <a:pPr>
                <a:spcBef>
                  <a:spcPct val="0"/>
                </a:spcBef>
              </a:pPr>
              <a:t>47</a:t>
            </a:fld>
            <a:endParaRPr lang="en-US" altLang="en-US"/>
          </a:p>
        </p:txBody>
      </p:sp>
      <p:sp>
        <p:nvSpPr>
          <p:cNvPr id="92163" name="Rectangle 2">
            <a:extLst>
              <a:ext uri="{FF2B5EF4-FFF2-40B4-BE49-F238E27FC236}">
                <a16:creationId xmlns:a16="http://schemas.microsoft.com/office/drawing/2014/main" id="{D36205B6-824D-4C72-9A2D-9844ABE0EA6D}"/>
              </a:ext>
            </a:extLst>
          </p:cNvPr>
          <p:cNvSpPr>
            <a:spLocks noGrp="1" noRot="1" noChangeAspect="1" noChangeArrowheads="1" noTextEdit="1"/>
          </p:cNvSpPr>
          <p:nvPr>
            <p:ph type="sldImg"/>
          </p:nvPr>
        </p:nvSpPr>
        <p:spPr bwMode="auto">
          <a:xfrm>
            <a:off x="388938" y="687388"/>
            <a:ext cx="6086475" cy="3424237"/>
          </a:xfrm>
          <a:solidFill>
            <a:srgbClr val="FFFFFF"/>
          </a:solidFill>
          <a:ln cap="flat">
            <a:solidFill>
              <a:srgbClr val="000000"/>
            </a:solidFill>
            <a:miter lim="800000"/>
            <a:headEnd/>
            <a:tailEnd/>
          </a:ln>
        </p:spPr>
      </p:sp>
      <p:sp>
        <p:nvSpPr>
          <p:cNvPr id="92164" name="Rectangle 3">
            <a:extLst>
              <a:ext uri="{FF2B5EF4-FFF2-40B4-BE49-F238E27FC236}">
                <a16:creationId xmlns:a16="http://schemas.microsoft.com/office/drawing/2014/main" id="{9BBF7591-C50F-4DA5-98A4-9E7B573B67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842" tIns="45920" rIns="91842" bIns="45920"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734A512A-AF34-4738-8570-7B0E552EDA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1A0DCDBB-1CA6-4325-9E95-8CA5B6DBA5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6564" name="Slide Number Placeholder 3">
            <a:extLst>
              <a:ext uri="{FF2B5EF4-FFF2-40B4-BE49-F238E27FC236}">
                <a16:creationId xmlns:a16="http://schemas.microsoft.com/office/drawing/2014/main" id="{04CD3B5D-5A58-4AED-82B0-DBC6339659B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691616A-7EE7-4685-AD22-19FD99931FD2}" type="slidenum">
              <a:rPr lang="en-US" altLang="en-US" smtClean="0"/>
              <a:pPr>
                <a:spcBef>
                  <a:spcPct val="0"/>
                </a:spcBef>
              </a:pPr>
              <a:t>92</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0B55728-BCA8-4AD2-9300-D9109E9CFA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130E37D-F263-4FD2-96C6-656E59E2C5EE}" type="slidenum">
              <a:rPr lang="en-US" altLang="en-US" smtClean="0"/>
              <a:pPr>
                <a:spcBef>
                  <a:spcPct val="0"/>
                </a:spcBef>
              </a:pPr>
              <a:t>118</a:t>
            </a:fld>
            <a:endParaRPr lang="en-US" altLang="en-US"/>
          </a:p>
        </p:txBody>
      </p:sp>
      <p:sp>
        <p:nvSpPr>
          <p:cNvPr id="92163" name="Rectangle 2">
            <a:extLst>
              <a:ext uri="{FF2B5EF4-FFF2-40B4-BE49-F238E27FC236}">
                <a16:creationId xmlns:a16="http://schemas.microsoft.com/office/drawing/2014/main" id="{D36205B6-824D-4C72-9A2D-9844ABE0EA6D}"/>
              </a:ext>
            </a:extLst>
          </p:cNvPr>
          <p:cNvSpPr>
            <a:spLocks noGrp="1" noRot="1" noChangeAspect="1" noChangeArrowheads="1" noTextEdit="1"/>
          </p:cNvSpPr>
          <p:nvPr>
            <p:ph type="sldImg"/>
          </p:nvPr>
        </p:nvSpPr>
        <p:spPr bwMode="auto">
          <a:xfrm>
            <a:off x="1149350" y="687388"/>
            <a:ext cx="4565650" cy="3424237"/>
          </a:xfrm>
          <a:solidFill>
            <a:srgbClr val="FFFFFF"/>
          </a:solidFill>
          <a:ln cap="flat">
            <a:solidFill>
              <a:srgbClr val="000000"/>
            </a:solidFill>
            <a:miter lim="800000"/>
            <a:headEnd/>
            <a:tailEnd/>
          </a:ln>
        </p:spPr>
      </p:sp>
      <p:sp>
        <p:nvSpPr>
          <p:cNvPr id="92164" name="Rectangle 3">
            <a:extLst>
              <a:ext uri="{FF2B5EF4-FFF2-40B4-BE49-F238E27FC236}">
                <a16:creationId xmlns:a16="http://schemas.microsoft.com/office/drawing/2014/main" id="{9BBF7591-C50F-4DA5-98A4-9E7B573B677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842" tIns="45920" rIns="91842" bIns="45920" numCol="1" anchor="t" anchorCtr="0" compatLnSpc="1">
            <a:prstTxWarp prst="textNoShape">
              <a:avLst/>
            </a:prstTxWarp>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DFAB-B421-4514-AD82-16E92C3C1D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74239C-15B3-45DC-B565-A2DDACB410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BD0A00-437E-4A0E-A91C-FA0D793065A0}"/>
              </a:ext>
            </a:extLst>
          </p:cNvPr>
          <p:cNvSpPr>
            <a:spLocks noGrp="1"/>
          </p:cNvSpPr>
          <p:nvPr>
            <p:ph type="dt" sz="half" idx="10"/>
          </p:nvPr>
        </p:nvSpPr>
        <p:spPr/>
        <p:txBody>
          <a:bodyPr/>
          <a:lstStyle/>
          <a:p>
            <a:fld id="{E2A63D27-762F-4CF1-A501-8FBE03322BD4}" type="datetime1">
              <a:rPr lang="en-IN" smtClean="0"/>
              <a:pPr/>
              <a:t>16-03-2022</a:t>
            </a:fld>
            <a:endParaRPr lang="en-IN" dirty="0"/>
          </a:p>
        </p:txBody>
      </p:sp>
      <p:sp>
        <p:nvSpPr>
          <p:cNvPr id="5" name="Footer Placeholder 4">
            <a:extLst>
              <a:ext uri="{FF2B5EF4-FFF2-40B4-BE49-F238E27FC236}">
                <a16:creationId xmlns:a16="http://schemas.microsoft.com/office/drawing/2014/main" id="{5BBD9D8C-E046-453D-B736-7F80F3E80817}"/>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D10B38CB-2FE4-456B-8117-6F44D5A8F5A5}"/>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43175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94D1-8F44-4CC4-BD1A-1FDADE0F6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927326-CBAA-4E3C-9214-C32ECB88F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68D427-B496-495C-87BC-1135233098F0}"/>
              </a:ext>
            </a:extLst>
          </p:cNvPr>
          <p:cNvSpPr>
            <a:spLocks noGrp="1"/>
          </p:cNvSpPr>
          <p:nvPr>
            <p:ph type="dt" sz="half" idx="10"/>
          </p:nvPr>
        </p:nvSpPr>
        <p:spPr/>
        <p:txBody>
          <a:bodyPr/>
          <a:lstStyle/>
          <a:p>
            <a:fld id="{C1F76289-D020-4E13-BF8C-12754C9CA5C0}" type="datetime1">
              <a:rPr lang="en-IN" smtClean="0"/>
              <a:pPr/>
              <a:t>16-03-2022</a:t>
            </a:fld>
            <a:endParaRPr lang="en-IN" dirty="0"/>
          </a:p>
        </p:txBody>
      </p:sp>
      <p:sp>
        <p:nvSpPr>
          <p:cNvPr id="5" name="Footer Placeholder 4">
            <a:extLst>
              <a:ext uri="{FF2B5EF4-FFF2-40B4-BE49-F238E27FC236}">
                <a16:creationId xmlns:a16="http://schemas.microsoft.com/office/drawing/2014/main" id="{EB3CA226-A6A8-408A-9676-BCF551FB6FFB}"/>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1C055C66-A3A2-40D8-9D7A-1C1768A7C769}"/>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2767914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948AF-4B2C-44C6-8FA4-EC5D923E3B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1BFEEA-F785-45A0-9370-66A4DB24A3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B62975-B72D-49B2-9BF1-3075D6FABF4A}"/>
              </a:ext>
            </a:extLst>
          </p:cNvPr>
          <p:cNvSpPr>
            <a:spLocks noGrp="1"/>
          </p:cNvSpPr>
          <p:nvPr>
            <p:ph type="dt" sz="half" idx="10"/>
          </p:nvPr>
        </p:nvSpPr>
        <p:spPr/>
        <p:txBody>
          <a:bodyPr/>
          <a:lstStyle/>
          <a:p>
            <a:fld id="{0DF302D2-12CD-404F-B0D9-16A8178FD76A}" type="datetime1">
              <a:rPr lang="en-IN" smtClean="0"/>
              <a:pPr/>
              <a:t>16-03-2022</a:t>
            </a:fld>
            <a:endParaRPr lang="en-IN" dirty="0"/>
          </a:p>
        </p:txBody>
      </p:sp>
      <p:sp>
        <p:nvSpPr>
          <p:cNvPr id="5" name="Footer Placeholder 4">
            <a:extLst>
              <a:ext uri="{FF2B5EF4-FFF2-40B4-BE49-F238E27FC236}">
                <a16:creationId xmlns:a16="http://schemas.microsoft.com/office/drawing/2014/main" id="{115851ED-A55B-433E-8204-0A5651D9F476}"/>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CC0FD442-507B-4099-884D-CA097907C65E}"/>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518904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6DF0-230D-4A67-89DE-05584BA589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C79004-ADA9-4524-AE38-A4D5E93439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613842-5226-453B-AF83-4FFB7E9963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215ED6-0000-4BA5-81BB-02FD5D768A44}"/>
              </a:ext>
            </a:extLst>
          </p:cNvPr>
          <p:cNvSpPr>
            <a:spLocks noGrp="1"/>
          </p:cNvSpPr>
          <p:nvPr>
            <p:ph type="dt" sz="half" idx="10"/>
          </p:nvPr>
        </p:nvSpPr>
        <p:spPr/>
        <p:txBody>
          <a:bodyPr/>
          <a:lstStyle/>
          <a:p>
            <a:fld id="{87FD17A5-1F1D-4831-B11F-8FC5F19317AE}" type="datetime1">
              <a:rPr lang="en-IN" smtClean="0"/>
              <a:pPr/>
              <a:t>16-03-2022</a:t>
            </a:fld>
            <a:endParaRPr lang="en-IN" dirty="0"/>
          </a:p>
        </p:txBody>
      </p:sp>
      <p:sp>
        <p:nvSpPr>
          <p:cNvPr id="6" name="Footer Placeholder 5">
            <a:extLst>
              <a:ext uri="{FF2B5EF4-FFF2-40B4-BE49-F238E27FC236}">
                <a16:creationId xmlns:a16="http://schemas.microsoft.com/office/drawing/2014/main" id="{BE601295-54FA-43DE-802A-959C6F7D459B}"/>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FCF9D9E4-BDF3-4CE8-8C80-585791B84CFE}"/>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80470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2DB3A-5DDE-4DA6-9EA3-59B50DD335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0F35ED-6282-4A26-AC0D-38B05A977E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53FBDD-4582-498C-AB96-CFE67A053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3C2440-D33E-4F75-9D04-7CE0B61BE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3D4D1C-E962-43EA-B52F-5F5DFEAEAA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FB40EE-8A40-4575-BEC6-4A047081DF16}"/>
              </a:ext>
            </a:extLst>
          </p:cNvPr>
          <p:cNvSpPr>
            <a:spLocks noGrp="1"/>
          </p:cNvSpPr>
          <p:nvPr>
            <p:ph type="dt" sz="half" idx="10"/>
          </p:nvPr>
        </p:nvSpPr>
        <p:spPr/>
        <p:txBody>
          <a:bodyPr/>
          <a:lstStyle/>
          <a:p>
            <a:fld id="{70A73579-68CB-4978-8404-CEA9191EAFC0}" type="datetime1">
              <a:rPr lang="en-IN" smtClean="0"/>
              <a:pPr/>
              <a:t>16-03-2022</a:t>
            </a:fld>
            <a:endParaRPr lang="en-IN" dirty="0"/>
          </a:p>
        </p:txBody>
      </p:sp>
      <p:sp>
        <p:nvSpPr>
          <p:cNvPr id="8" name="Footer Placeholder 7">
            <a:extLst>
              <a:ext uri="{FF2B5EF4-FFF2-40B4-BE49-F238E27FC236}">
                <a16:creationId xmlns:a16="http://schemas.microsoft.com/office/drawing/2014/main" id="{F0FCC336-6C36-4705-A3DD-F3F324779B98}"/>
              </a:ext>
            </a:extLst>
          </p:cNvPr>
          <p:cNvSpPr>
            <a:spLocks noGrp="1"/>
          </p:cNvSpPr>
          <p:nvPr>
            <p:ph type="ftr" sz="quarter" idx="11"/>
          </p:nvPr>
        </p:nvSpPr>
        <p:spPr/>
        <p:txBody>
          <a:bodyPr/>
          <a:lstStyle/>
          <a:p>
            <a:r>
              <a:rPr lang="en-IN" dirty="0"/>
              <a:t>Department of ECE, BIT, Mesra Ranchi</a:t>
            </a:r>
          </a:p>
        </p:txBody>
      </p:sp>
      <p:sp>
        <p:nvSpPr>
          <p:cNvPr id="9" name="Slide Number Placeholder 8">
            <a:extLst>
              <a:ext uri="{FF2B5EF4-FFF2-40B4-BE49-F238E27FC236}">
                <a16:creationId xmlns:a16="http://schemas.microsoft.com/office/drawing/2014/main" id="{7295857D-EF7E-4F2C-98F8-F71CF09A3FFF}"/>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605804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3750A-E0EB-4BCA-ADE0-39A6F14C01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967535-9AB5-4C00-916E-0D071BA09B6E}"/>
              </a:ext>
            </a:extLst>
          </p:cNvPr>
          <p:cNvSpPr>
            <a:spLocks noGrp="1"/>
          </p:cNvSpPr>
          <p:nvPr>
            <p:ph type="dt" sz="half" idx="10"/>
          </p:nvPr>
        </p:nvSpPr>
        <p:spPr/>
        <p:txBody>
          <a:bodyPr/>
          <a:lstStyle/>
          <a:p>
            <a:fld id="{77754CBC-2A7B-4C7B-AEDA-9FA3D0F510E3}" type="datetime1">
              <a:rPr lang="en-IN" smtClean="0"/>
              <a:pPr/>
              <a:t>16-03-2022</a:t>
            </a:fld>
            <a:endParaRPr lang="en-IN" dirty="0"/>
          </a:p>
        </p:txBody>
      </p:sp>
      <p:sp>
        <p:nvSpPr>
          <p:cNvPr id="4" name="Footer Placeholder 3">
            <a:extLst>
              <a:ext uri="{FF2B5EF4-FFF2-40B4-BE49-F238E27FC236}">
                <a16:creationId xmlns:a16="http://schemas.microsoft.com/office/drawing/2014/main" id="{C25E1856-BD2A-4245-A42A-247B7DCBD01F}"/>
              </a:ext>
            </a:extLst>
          </p:cNvPr>
          <p:cNvSpPr>
            <a:spLocks noGrp="1"/>
          </p:cNvSpPr>
          <p:nvPr>
            <p:ph type="ftr" sz="quarter" idx="11"/>
          </p:nvPr>
        </p:nvSpPr>
        <p:spPr/>
        <p:txBody>
          <a:bodyPr/>
          <a:lstStyle/>
          <a:p>
            <a:r>
              <a:rPr lang="en-IN" dirty="0"/>
              <a:t>Department of ECE, BIT, Mesra Ranchi</a:t>
            </a:r>
          </a:p>
        </p:txBody>
      </p:sp>
      <p:sp>
        <p:nvSpPr>
          <p:cNvPr id="5" name="Slide Number Placeholder 4">
            <a:extLst>
              <a:ext uri="{FF2B5EF4-FFF2-40B4-BE49-F238E27FC236}">
                <a16:creationId xmlns:a16="http://schemas.microsoft.com/office/drawing/2014/main" id="{2AF17F1E-E4A0-4082-A891-9716FA214898}"/>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4029247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5BDD9-B1FA-414E-9A5B-319E90EC7683}"/>
              </a:ext>
            </a:extLst>
          </p:cNvPr>
          <p:cNvSpPr>
            <a:spLocks noGrp="1"/>
          </p:cNvSpPr>
          <p:nvPr>
            <p:ph type="dt" sz="half" idx="10"/>
          </p:nvPr>
        </p:nvSpPr>
        <p:spPr/>
        <p:txBody>
          <a:bodyPr/>
          <a:lstStyle/>
          <a:p>
            <a:fld id="{4CAA89C7-3815-4B3B-9C27-DDD05814FC82}" type="datetime1">
              <a:rPr lang="en-IN" smtClean="0"/>
              <a:pPr/>
              <a:t>16-03-2022</a:t>
            </a:fld>
            <a:endParaRPr lang="en-IN" dirty="0"/>
          </a:p>
        </p:txBody>
      </p:sp>
      <p:sp>
        <p:nvSpPr>
          <p:cNvPr id="3" name="Footer Placeholder 2">
            <a:extLst>
              <a:ext uri="{FF2B5EF4-FFF2-40B4-BE49-F238E27FC236}">
                <a16:creationId xmlns:a16="http://schemas.microsoft.com/office/drawing/2014/main" id="{C19D434B-A5D2-462C-A78C-E69B5B86CFB3}"/>
              </a:ext>
            </a:extLst>
          </p:cNvPr>
          <p:cNvSpPr>
            <a:spLocks noGrp="1"/>
          </p:cNvSpPr>
          <p:nvPr>
            <p:ph type="ftr" sz="quarter" idx="11"/>
          </p:nvPr>
        </p:nvSpPr>
        <p:spPr/>
        <p:txBody>
          <a:bodyPr/>
          <a:lstStyle/>
          <a:p>
            <a:r>
              <a:rPr lang="en-IN" dirty="0"/>
              <a:t>Department of ECE, BIT, Mesra Ranchi</a:t>
            </a:r>
          </a:p>
        </p:txBody>
      </p:sp>
      <p:sp>
        <p:nvSpPr>
          <p:cNvPr id="4" name="Slide Number Placeholder 3">
            <a:extLst>
              <a:ext uri="{FF2B5EF4-FFF2-40B4-BE49-F238E27FC236}">
                <a16:creationId xmlns:a16="http://schemas.microsoft.com/office/drawing/2014/main" id="{2134EAF1-9295-4350-8FBC-F1A1307225BD}"/>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229027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911E6-D14B-463A-B82F-56B46FA6E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FF6E1B-8549-42C3-ADB4-53E9D07D70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72BA1A-E1AA-43FB-AFD7-C9FA977160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E8AB8E-5292-4624-AF2D-7F29E615DE75}"/>
              </a:ext>
            </a:extLst>
          </p:cNvPr>
          <p:cNvSpPr>
            <a:spLocks noGrp="1"/>
          </p:cNvSpPr>
          <p:nvPr>
            <p:ph type="dt" sz="half" idx="10"/>
          </p:nvPr>
        </p:nvSpPr>
        <p:spPr/>
        <p:txBody>
          <a:bodyPr/>
          <a:lstStyle/>
          <a:p>
            <a:fld id="{E4E85656-9286-4016-94E2-FC8EF6B85062}" type="datetime1">
              <a:rPr lang="en-IN" smtClean="0"/>
              <a:pPr/>
              <a:t>16-03-2022</a:t>
            </a:fld>
            <a:endParaRPr lang="en-IN" dirty="0"/>
          </a:p>
        </p:txBody>
      </p:sp>
      <p:sp>
        <p:nvSpPr>
          <p:cNvPr id="6" name="Footer Placeholder 5">
            <a:extLst>
              <a:ext uri="{FF2B5EF4-FFF2-40B4-BE49-F238E27FC236}">
                <a16:creationId xmlns:a16="http://schemas.microsoft.com/office/drawing/2014/main" id="{02FA0BCB-63CA-49DC-9C44-93685C52E5BD}"/>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E27F2CA7-13E9-4E31-9F6C-E8C180B66D23}"/>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545007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4068-7374-4C16-9B37-22716AC8D0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91EC70-E680-481D-8B5A-1ED166DCEF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04D7DCE-B558-45D1-A8C3-B22D61888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D456B-73EF-4519-B400-11DB0CDBD5A6}"/>
              </a:ext>
            </a:extLst>
          </p:cNvPr>
          <p:cNvSpPr>
            <a:spLocks noGrp="1"/>
          </p:cNvSpPr>
          <p:nvPr>
            <p:ph type="dt" sz="half" idx="10"/>
          </p:nvPr>
        </p:nvSpPr>
        <p:spPr/>
        <p:txBody>
          <a:bodyPr/>
          <a:lstStyle/>
          <a:p>
            <a:fld id="{150BC8E4-45F1-44FF-8AF2-E78BD6286AFE}" type="datetime1">
              <a:rPr lang="en-IN" smtClean="0"/>
              <a:pPr/>
              <a:t>16-03-2022</a:t>
            </a:fld>
            <a:endParaRPr lang="en-IN" dirty="0"/>
          </a:p>
        </p:txBody>
      </p:sp>
      <p:sp>
        <p:nvSpPr>
          <p:cNvPr id="6" name="Footer Placeholder 5">
            <a:extLst>
              <a:ext uri="{FF2B5EF4-FFF2-40B4-BE49-F238E27FC236}">
                <a16:creationId xmlns:a16="http://schemas.microsoft.com/office/drawing/2014/main" id="{1A800F2E-38BF-430D-ADC8-9F6C6D9E85CD}"/>
              </a:ext>
            </a:extLst>
          </p:cNvPr>
          <p:cNvSpPr>
            <a:spLocks noGrp="1"/>
          </p:cNvSpPr>
          <p:nvPr>
            <p:ph type="ftr" sz="quarter" idx="11"/>
          </p:nvPr>
        </p:nvSpPr>
        <p:spPr/>
        <p:txBody>
          <a:bodyPr/>
          <a:lstStyle/>
          <a:p>
            <a:r>
              <a:rPr lang="en-IN" dirty="0"/>
              <a:t>Department of ECE, BIT, Mesra Ranchi</a:t>
            </a:r>
          </a:p>
        </p:txBody>
      </p:sp>
      <p:sp>
        <p:nvSpPr>
          <p:cNvPr id="7" name="Slide Number Placeholder 6">
            <a:extLst>
              <a:ext uri="{FF2B5EF4-FFF2-40B4-BE49-F238E27FC236}">
                <a16:creationId xmlns:a16="http://schemas.microsoft.com/office/drawing/2014/main" id="{548B412D-18B8-442E-8F87-B4985F5C9296}"/>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153493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1EC5-D3C8-4D67-B7CA-BC0901980F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26AE72-CE16-41EC-9433-3C3D660322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42DA1B-6A5A-4C4C-B47C-D58085AC892F}"/>
              </a:ext>
            </a:extLst>
          </p:cNvPr>
          <p:cNvSpPr>
            <a:spLocks noGrp="1"/>
          </p:cNvSpPr>
          <p:nvPr>
            <p:ph type="dt" sz="half" idx="10"/>
          </p:nvPr>
        </p:nvSpPr>
        <p:spPr/>
        <p:txBody>
          <a:bodyPr/>
          <a:lstStyle/>
          <a:p>
            <a:fld id="{8B3B4F74-84E4-4814-817A-BFCD5EDE78AA}" type="datetime1">
              <a:rPr lang="en-IN" smtClean="0"/>
              <a:pPr/>
              <a:t>16-03-2022</a:t>
            </a:fld>
            <a:endParaRPr lang="en-IN" dirty="0"/>
          </a:p>
        </p:txBody>
      </p:sp>
      <p:sp>
        <p:nvSpPr>
          <p:cNvPr id="5" name="Footer Placeholder 4">
            <a:extLst>
              <a:ext uri="{FF2B5EF4-FFF2-40B4-BE49-F238E27FC236}">
                <a16:creationId xmlns:a16="http://schemas.microsoft.com/office/drawing/2014/main" id="{554BF39E-E3FC-439F-B6B4-7ED8A07DC36A}"/>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C5145E0A-E555-4F64-A150-5B860E6D3583}"/>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841736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202FDA-B11D-4A10-8F73-EC1AA7306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E147F3-1132-4A89-8C2E-9D97C14856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63106-BEF5-43EF-9C92-F1F6261F5FD7}"/>
              </a:ext>
            </a:extLst>
          </p:cNvPr>
          <p:cNvSpPr>
            <a:spLocks noGrp="1"/>
          </p:cNvSpPr>
          <p:nvPr>
            <p:ph type="dt" sz="half" idx="10"/>
          </p:nvPr>
        </p:nvSpPr>
        <p:spPr/>
        <p:txBody>
          <a:bodyPr/>
          <a:lstStyle/>
          <a:p>
            <a:fld id="{D5DD9A72-48B7-4D9C-9EE7-46C055BD6E5D}" type="datetime1">
              <a:rPr lang="en-IN" smtClean="0"/>
              <a:pPr/>
              <a:t>16-03-2022</a:t>
            </a:fld>
            <a:endParaRPr lang="en-IN" dirty="0"/>
          </a:p>
        </p:txBody>
      </p:sp>
      <p:sp>
        <p:nvSpPr>
          <p:cNvPr id="5" name="Footer Placeholder 4">
            <a:extLst>
              <a:ext uri="{FF2B5EF4-FFF2-40B4-BE49-F238E27FC236}">
                <a16:creationId xmlns:a16="http://schemas.microsoft.com/office/drawing/2014/main" id="{D3A47765-5189-4BF8-8ACC-DEEB8756E1DE}"/>
              </a:ext>
            </a:extLst>
          </p:cNvPr>
          <p:cNvSpPr>
            <a:spLocks noGrp="1"/>
          </p:cNvSpPr>
          <p:nvPr>
            <p:ph type="ftr" sz="quarter" idx="11"/>
          </p:nvPr>
        </p:nvSpPr>
        <p:spPr/>
        <p:txBody>
          <a:bodyPr/>
          <a:lstStyle/>
          <a:p>
            <a:r>
              <a:rPr lang="en-IN" dirty="0"/>
              <a:t>Department of ECE, BIT, Mesra Ranchi</a:t>
            </a:r>
          </a:p>
        </p:txBody>
      </p:sp>
      <p:sp>
        <p:nvSpPr>
          <p:cNvPr id="6" name="Slide Number Placeholder 5">
            <a:extLst>
              <a:ext uri="{FF2B5EF4-FFF2-40B4-BE49-F238E27FC236}">
                <a16:creationId xmlns:a16="http://schemas.microsoft.com/office/drawing/2014/main" id="{E688A231-D99B-4A49-B999-0759070DAAA2}"/>
              </a:ext>
            </a:extLst>
          </p:cNvPr>
          <p:cNvSpPr>
            <a:spLocks noGrp="1"/>
          </p:cNvSpPr>
          <p:nvPr>
            <p:ph type="sldNum" sz="quarter" idx="12"/>
          </p:nvPr>
        </p:nvSpPr>
        <p:spPr/>
        <p:txBody>
          <a:body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4252546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DFF582-5CF0-4E10-8A77-EDB16AE1EF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A70378-D745-445A-BA26-4DEB90186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ECA19-E2D5-4E58-8CDE-5F44EF7A5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50D6F0-767C-4635-86E1-7B7D18D95AED}" type="datetime1">
              <a:rPr lang="en-IN" smtClean="0"/>
              <a:pPr/>
              <a:t>16-03-2022</a:t>
            </a:fld>
            <a:endParaRPr lang="en-IN" dirty="0"/>
          </a:p>
        </p:txBody>
      </p:sp>
      <p:sp>
        <p:nvSpPr>
          <p:cNvPr id="5" name="Footer Placeholder 4">
            <a:extLst>
              <a:ext uri="{FF2B5EF4-FFF2-40B4-BE49-F238E27FC236}">
                <a16:creationId xmlns:a16="http://schemas.microsoft.com/office/drawing/2014/main" id="{8249ADF1-F4E0-47EA-BC9D-1D34F7694E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Department of ECE, BIT, Mesra Ranchi</a:t>
            </a:r>
          </a:p>
        </p:txBody>
      </p:sp>
      <p:sp>
        <p:nvSpPr>
          <p:cNvPr id="6" name="Slide Number Placeholder 5">
            <a:extLst>
              <a:ext uri="{FF2B5EF4-FFF2-40B4-BE49-F238E27FC236}">
                <a16:creationId xmlns:a16="http://schemas.microsoft.com/office/drawing/2014/main" id="{9082F9CE-4A0E-4607-BB84-3956930807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0713B5-9296-425E-8DDC-5B86ACA00944}" type="slidenum">
              <a:rPr lang="en-IN" smtClean="0"/>
              <a:pPr/>
              <a:t>‹#›</a:t>
            </a:fld>
            <a:endParaRPr lang="en-IN" dirty="0"/>
          </a:p>
        </p:txBody>
      </p:sp>
    </p:spTree>
    <p:extLst>
      <p:ext uri="{BB962C8B-B14F-4D97-AF65-F5344CB8AC3E}">
        <p14:creationId xmlns:p14="http://schemas.microsoft.com/office/powerpoint/2010/main" val="3824859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customXml" Target="../ink/ink1.xml"/></Relationships>
</file>

<file path=ppt/slides/_rels/slide2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customXml" Target="../ink/ink5.xml"/><Relationship Id="rId5" Type="http://schemas.openxmlformats.org/officeDocument/2006/relationships/image" Target="../media/image45.png"/><Relationship Id="rId4" Type="http://schemas.openxmlformats.org/officeDocument/2006/relationships/customXml" Target="../ink/ink4.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customXml" Target="../ink/ink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customXml" Target="../ink/ink9.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6.png"/><Relationship Id="rId5" Type="http://schemas.openxmlformats.org/officeDocument/2006/relationships/customXml" Target="../ink/ink10.xml"/><Relationship Id="rId4" Type="http://schemas.openxmlformats.org/officeDocument/2006/relationships/image" Target="../media/image54.wmf"/></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customXml" Target="../ink/ink11.xml"/><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oleObject" Target="../embeddings/oleObject6.bin"/><Relationship Id="rId7" Type="http://schemas.openxmlformats.org/officeDocument/2006/relationships/customXml" Target="../ink/ink12.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0.wmf"/><Relationship Id="rId5" Type="http://schemas.openxmlformats.org/officeDocument/2006/relationships/oleObject" Target="../embeddings/oleObject7.bin"/><Relationship Id="rId4" Type="http://schemas.openxmlformats.org/officeDocument/2006/relationships/image" Target="../media/image59.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64.png"/><Relationship Id="rId5" Type="http://schemas.openxmlformats.org/officeDocument/2006/relationships/customXml" Target="../ink/ink13.xml"/><Relationship Id="rId4" Type="http://schemas.openxmlformats.org/officeDocument/2006/relationships/image" Target="../media/image60.wmf"/></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customXml" Target="../ink/ink1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1.png"/><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customXml" Target="../ink/ink20.xml"/></Relationships>
</file>

<file path=ppt/slides/_rels/slide4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oleObject" Target="../embeddings/oleObject9.bin"/><Relationship Id="rId7" Type="http://schemas.openxmlformats.org/officeDocument/2006/relationships/customXml" Target="../ink/ink21.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75.emf"/><Relationship Id="rId5" Type="http://schemas.openxmlformats.org/officeDocument/2006/relationships/oleObject" Target="../embeddings/oleObject10.bin"/><Relationship Id="rId4" Type="http://schemas.openxmlformats.org/officeDocument/2006/relationships/image" Target="../media/image74.emf"/></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customXml" Target="../ink/ink2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4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customXml" Target="../ink/ink24.xml"/></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customXml" Target="../ink/ink25.xml"/><Relationship Id="rId4" Type="http://schemas.openxmlformats.org/officeDocument/2006/relationships/image" Target="../media/image87.png"/></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5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5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 Id="rId4" Type="http://schemas.openxmlformats.org/officeDocument/2006/relationships/image" Target="../media/image1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113.emf"/></Relationships>
</file>

<file path=ppt/slides/_rels/slide6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15.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115.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3.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8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54.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0.wmf"/><Relationship Id="rId5" Type="http://schemas.openxmlformats.org/officeDocument/2006/relationships/oleObject" Target="../embeddings/oleObject7.bin"/><Relationship Id="rId4" Type="http://schemas.openxmlformats.org/officeDocument/2006/relationships/image" Target="../media/image59.wmf"/></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60.w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customXml" Target="../ink/ink26.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75.emf"/><Relationship Id="rId5" Type="http://schemas.openxmlformats.org/officeDocument/2006/relationships/oleObject" Target="../embeddings/oleObject10.bin"/><Relationship Id="rId4" Type="http://schemas.openxmlformats.org/officeDocument/2006/relationships/image" Target="../media/image74.emf"/></Relationships>
</file>

<file path=ppt/slides/_rels/slide11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customXml" Target="../ink/ink27.xml"/></Relationships>
</file>

<file path=ppt/slides/_rels/slide11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customXml" Target="../ink/ink28.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customXml" Target="../ink/ink29.xml"/><Relationship Id="rId4" Type="http://schemas.openxmlformats.org/officeDocument/2006/relationships/image" Target="../media/image87.png"/></Relationships>
</file>

<file path=ppt/slides/_rels/slide12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8.png"/><Relationship Id="rId1" Type="http://schemas.openxmlformats.org/officeDocument/2006/relationships/slideLayout" Target="../slideLayouts/slideLayout7.xml"/><Relationship Id="rId5" Type="http://schemas.openxmlformats.org/officeDocument/2006/relationships/image" Target="../media/image121.png"/><Relationship Id="rId4" Type="http://schemas.openxmlformats.org/officeDocument/2006/relationships/customXml" Target="../ink/ink30.xml"/></Relationships>
</file>

<file path=ppt/slides/_rels/slide122.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93.png"/><Relationship Id="rId7" Type="http://schemas.openxmlformats.org/officeDocument/2006/relationships/customXml" Target="../ink/ink31.xml"/><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123.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image" Target="../media/image97.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124.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124.png"/></Relationships>
</file>

<file path=ppt/slides/_rels/slide12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7.png"/><Relationship Id="rId1" Type="http://schemas.openxmlformats.org/officeDocument/2006/relationships/slideLayout" Target="../slideLayouts/slideLayout7.xml"/><Relationship Id="rId5" Type="http://schemas.openxmlformats.org/officeDocument/2006/relationships/image" Target="../media/image125.png"/><Relationship Id="rId4" Type="http://schemas.openxmlformats.org/officeDocument/2006/relationships/customXml" Target="../ink/ink34.xml"/></Relationships>
</file>

<file path=ppt/slides/_rels/slide1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126.png"/><Relationship Id="rId5" Type="http://schemas.openxmlformats.org/officeDocument/2006/relationships/customXml" Target="../ink/ink35.xml"/><Relationship Id="rId4" Type="http://schemas.openxmlformats.org/officeDocument/2006/relationships/image" Target="../media/image101.png"/></Relationships>
</file>

<file path=ppt/slides/_rels/slide127.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102.png"/><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128.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103.png"/><Relationship Id="rId1" Type="http://schemas.openxmlformats.org/officeDocument/2006/relationships/slideLayout" Target="../slideLayouts/slideLayout7.xml"/><Relationship Id="rId4" Type="http://schemas.openxmlformats.org/officeDocument/2006/relationships/image" Target="../media/image128.png"/></Relationships>
</file>

<file path=ppt/slides/_rels/slide12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29.png"/><Relationship Id="rId4" Type="http://schemas.openxmlformats.org/officeDocument/2006/relationships/customXml" Target="../ink/ink38.xml"/></Relationships>
</file>

<file path=ppt/slides/_rels/slide13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 Id="rId5" Type="http://schemas.openxmlformats.org/officeDocument/2006/relationships/image" Target="../media/image130.png"/><Relationship Id="rId4" Type="http://schemas.openxmlformats.org/officeDocument/2006/relationships/customXml" Target="../ink/ink3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31.png"/><Relationship Id="rId5" Type="http://schemas.openxmlformats.org/officeDocument/2006/relationships/customXml" Target="../ink/ink40.xml"/><Relationship Id="rId4" Type="http://schemas.openxmlformats.org/officeDocument/2006/relationships/image" Target="../media/image110.png"/></Relationships>
</file>

<file path=ppt/slides/_rels/slide13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customXml" Target="../ink/ink41.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111.png"/><Relationship Id="rId1" Type="http://schemas.openxmlformats.org/officeDocument/2006/relationships/slideLayout" Target="../slideLayouts/slideLayout6.xml"/><Relationship Id="rId4" Type="http://schemas.openxmlformats.org/officeDocument/2006/relationships/image" Target="../media/image133.png"/></Relationships>
</file>

<file path=ppt/slides/_rels/slide13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134.png"/><Relationship Id="rId5" Type="http://schemas.openxmlformats.org/officeDocument/2006/relationships/customXml" Target="../ink/ink43.xml"/><Relationship Id="rId4" Type="http://schemas.openxmlformats.org/officeDocument/2006/relationships/image" Target="../media/image113.emf"/></Relationships>
</file>

<file path=ppt/slides/_rels/slide137.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image" Target="../media/image114.png"/><Relationship Id="rId1" Type="http://schemas.openxmlformats.org/officeDocument/2006/relationships/slideLayout" Target="../slideLayouts/slideLayout6.xml"/><Relationship Id="rId4" Type="http://schemas.openxmlformats.org/officeDocument/2006/relationships/image" Target="../media/image135.png"/></Relationships>
</file>

<file path=ppt/slides/_rels/slide138.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108.png"/><Relationship Id="rId1" Type="http://schemas.openxmlformats.org/officeDocument/2006/relationships/slideLayout" Target="../slideLayouts/slideLayout6.xml"/><Relationship Id="rId4" Type="http://schemas.openxmlformats.org/officeDocument/2006/relationships/image" Target="../media/image136.png"/></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137.png"/><Relationship Id="rId5" Type="http://schemas.openxmlformats.org/officeDocument/2006/relationships/customXml" Target="../ink/ink46.xml"/><Relationship Id="rId4" Type="http://schemas.openxmlformats.org/officeDocument/2006/relationships/image" Target="../media/image115.wmf"/></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16.vml"/><Relationship Id="rId4" Type="http://schemas.openxmlformats.org/officeDocument/2006/relationships/image" Target="../media/image115.wmf"/></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92"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5"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6"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7"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8"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2"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id="{4A9D9231-9611-452C-8ED9-77120A1DF2FC}"/>
              </a:ext>
            </a:extLst>
          </p:cNvPr>
          <p:cNvSpPr>
            <a:spLocks noGrp="1"/>
          </p:cNvSpPr>
          <p:nvPr>
            <p:ph type="ctrTitle"/>
          </p:nvPr>
        </p:nvSpPr>
        <p:spPr>
          <a:xfrm>
            <a:off x="854337" y="647871"/>
            <a:ext cx="10784152" cy="63059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l"/>
            <a:r>
              <a:rPr lang="en-US" sz="3600" dirty="0">
                <a:latin typeface="Arial Narrow" panose="020B0606020202030204" pitchFamily="34" charset="0"/>
              </a:rPr>
              <a:t>EC-101 Basics of Electronics &amp; Communication Engineering</a:t>
            </a:r>
            <a:endParaRPr lang="en-IN" sz="3600" dirty="0">
              <a:latin typeface="Arial Narrow" panose="020B0606020202030204" pitchFamily="34" charset="0"/>
            </a:endParaRPr>
          </a:p>
        </p:txBody>
      </p:sp>
      <p:sp>
        <p:nvSpPr>
          <p:cNvPr id="3" name="Subtitle 2">
            <a:extLst>
              <a:ext uri="{FF2B5EF4-FFF2-40B4-BE49-F238E27FC236}">
                <a16:creationId xmlns:a16="http://schemas.microsoft.com/office/drawing/2014/main" id="{FE2EA83D-2C26-4A51-A97E-B2BCF061C88C}"/>
              </a:ext>
            </a:extLst>
          </p:cNvPr>
          <p:cNvSpPr>
            <a:spLocks noGrp="1"/>
          </p:cNvSpPr>
          <p:nvPr>
            <p:ph type="subTitle" idx="1"/>
          </p:nvPr>
        </p:nvSpPr>
        <p:spPr>
          <a:xfrm>
            <a:off x="8816704" y="5240818"/>
            <a:ext cx="3023663" cy="748562"/>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Autofit/>
          </a:bodyPr>
          <a:lstStyle/>
          <a:p>
            <a:pPr>
              <a:spcBef>
                <a:spcPct val="0"/>
              </a:spcBef>
            </a:pPr>
            <a:r>
              <a:rPr lang="en-US" sz="1800" dirty="0">
                <a:latin typeface="Arial Narrow" panose="020B0606020202030204" pitchFamily="34" charset="0"/>
                <a:ea typeface="+mj-ea"/>
                <a:cs typeface="+mj-cs"/>
              </a:rPr>
              <a:t>Dr. Priyank Saxena </a:t>
            </a:r>
          </a:p>
          <a:p>
            <a:pPr>
              <a:spcBef>
                <a:spcPct val="0"/>
              </a:spcBef>
            </a:pPr>
            <a:r>
              <a:rPr lang="en-US" sz="1800" dirty="0">
                <a:latin typeface="Arial Narrow" panose="020B0606020202030204" pitchFamily="34" charset="0"/>
                <a:ea typeface="+mj-ea"/>
                <a:cs typeface="+mj-cs"/>
              </a:rPr>
              <a:t>Assistant Professor</a:t>
            </a:r>
          </a:p>
          <a:p>
            <a:pPr algn="l"/>
            <a:endParaRPr lang="en-IN" sz="2000" dirty="0"/>
          </a:p>
        </p:txBody>
      </p:sp>
      <p:sp>
        <p:nvSpPr>
          <p:cNvPr id="203"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4"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5" name="Freeform: Shape 204">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endParaRPr>
          </a:p>
        </p:txBody>
      </p:sp>
      <p:sp>
        <p:nvSpPr>
          <p:cNvPr id="5" name="Rectangle 4">
            <a:extLst>
              <a:ext uri="{FF2B5EF4-FFF2-40B4-BE49-F238E27FC236}">
                <a16:creationId xmlns:a16="http://schemas.microsoft.com/office/drawing/2014/main" id="{98748634-168C-499D-BD84-8E9CEEC3C3C6}"/>
              </a:ext>
            </a:extLst>
          </p:cNvPr>
          <p:cNvSpPr/>
          <p:nvPr/>
        </p:nvSpPr>
        <p:spPr>
          <a:xfrm>
            <a:off x="8816704" y="4758800"/>
            <a:ext cx="3013606" cy="48201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ct val="0"/>
              </a:spcBef>
            </a:pPr>
            <a:r>
              <a:rPr lang="en-US" dirty="0">
                <a:solidFill>
                  <a:schemeClr val="tx1"/>
                </a:solidFill>
                <a:latin typeface="Arial Narrow" panose="020B0606020202030204" pitchFamily="34" charset="0"/>
                <a:ea typeface="+mj-ea"/>
                <a:cs typeface="+mj-cs"/>
              </a:rPr>
              <a:t>By</a:t>
            </a:r>
            <a:endParaRPr lang="en-IN" dirty="0">
              <a:solidFill>
                <a:schemeClr val="tx1"/>
              </a:solidFill>
              <a:latin typeface="Arial Narrow" panose="020B0606020202030204" pitchFamily="34" charset="0"/>
              <a:ea typeface="+mj-ea"/>
              <a:cs typeface="+mj-cs"/>
            </a:endParaRPr>
          </a:p>
        </p:txBody>
      </p:sp>
      <p:pic>
        <p:nvPicPr>
          <p:cNvPr id="9" name="Picture 8" descr="A picture containing food, drawing, plate&#10;&#10;Description automatically generated">
            <a:extLst>
              <a:ext uri="{FF2B5EF4-FFF2-40B4-BE49-F238E27FC236}">
                <a16:creationId xmlns:a16="http://schemas.microsoft.com/office/drawing/2014/main" id="{6AF54B91-A935-421E-8E76-EB226ECD52EE}"/>
              </a:ext>
            </a:extLst>
          </p:cNvPr>
          <p:cNvPicPr>
            <a:picLocks noChangeAspect="1"/>
          </p:cNvPicPr>
          <p:nvPr/>
        </p:nvPicPr>
        <p:blipFill>
          <a:blip r:embed="rId2">
            <a:alphaModFix amt="76000"/>
            <a:extLst>
              <a:ext uri="{28A0092B-C50C-407E-A947-70E740481C1C}">
                <a14:useLocalDpi xmlns:a14="http://schemas.microsoft.com/office/drawing/2010/main" val="0"/>
              </a:ext>
            </a:extLst>
          </a:blip>
          <a:stretch>
            <a:fillRect/>
          </a:stretch>
        </p:blipFill>
        <p:spPr>
          <a:xfrm>
            <a:off x="4572000" y="1861507"/>
            <a:ext cx="2179673" cy="156749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innerShdw blurRad="63500" dist="50800" dir="13500000">
              <a:schemeClr val="accent1">
                <a:lumMod val="60000"/>
                <a:lumOff val="40000"/>
                <a:alpha val="65000"/>
              </a:schemeClr>
            </a:innerShdw>
          </a:effectLst>
        </p:spPr>
      </p:pic>
      <p:sp>
        <p:nvSpPr>
          <p:cNvPr id="15" name="Oval 14">
            <a:extLst>
              <a:ext uri="{FF2B5EF4-FFF2-40B4-BE49-F238E27FC236}">
                <a16:creationId xmlns:a16="http://schemas.microsoft.com/office/drawing/2014/main" id="{C8313CDA-BE17-4CEF-8424-BE32F5FF8F2D}"/>
              </a:ext>
            </a:extLst>
          </p:cNvPr>
          <p:cNvSpPr/>
          <p:nvPr/>
        </p:nvSpPr>
        <p:spPr>
          <a:xfrm>
            <a:off x="3599293" y="3768832"/>
            <a:ext cx="4114799" cy="1210095"/>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a:solidFill>
                  <a:schemeClr val="tx1"/>
                </a:solidFill>
                <a:latin typeface="Arial Narrow" panose="020B0606020202030204" pitchFamily="34" charset="0"/>
                <a:ea typeface="+mj-ea"/>
                <a:cs typeface="+mj-cs"/>
              </a:rPr>
              <a:t>Module-4</a:t>
            </a:r>
            <a:endParaRPr lang="en-IN" sz="3600" dirty="0">
              <a:solidFill>
                <a:schemeClr val="tx1"/>
              </a:solidFill>
              <a:latin typeface="Arial Narrow" panose="020B0606020202030204" pitchFamily="34" charset="0"/>
              <a:ea typeface="+mj-ea"/>
              <a:cs typeface="+mj-cs"/>
            </a:endParaRPr>
          </a:p>
        </p:txBody>
      </p:sp>
    </p:spTree>
    <p:extLst>
      <p:ext uri="{BB962C8B-B14F-4D97-AF65-F5344CB8AC3E}">
        <p14:creationId xmlns:p14="http://schemas.microsoft.com/office/powerpoint/2010/main" val="262246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8F4946-FE78-4CFC-853D-C3DA462CE9DB}"/>
              </a:ext>
            </a:extLst>
          </p:cNvPr>
          <p:cNvSpPr>
            <a:spLocks noGrp="1"/>
          </p:cNvSpPr>
          <p:nvPr>
            <p:ph type="dt" sz="half" idx="10"/>
          </p:nvPr>
        </p:nvSpPr>
        <p:spPr/>
        <p:txBody>
          <a:bodyPr/>
          <a:lstStyle/>
          <a:p>
            <a:fld id="{C9703F10-0DDC-4146-8EFA-3C6BDE48C7BD}" type="datetime1">
              <a:rPr lang="en-IN" smtClean="0"/>
              <a:pPr/>
              <a:t>16-03-2022</a:t>
            </a:fld>
            <a:endParaRPr lang="en-IN" dirty="0"/>
          </a:p>
        </p:txBody>
      </p:sp>
      <p:sp>
        <p:nvSpPr>
          <p:cNvPr id="5" name="Footer Placeholder 4">
            <a:extLst>
              <a:ext uri="{FF2B5EF4-FFF2-40B4-BE49-F238E27FC236}">
                <a16:creationId xmlns:a16="http://schemas.microsoft.com/office/drawing/2014/main" id="{EBF5514A-B98C-4B21-AD34-C2CBA50082F7}"/>
              </a:ext>
            </a:extLst>
          </p:cNvPr>
          <p:cNvSpPr>
            <a:spLocks noGrp="1"/>
          </p:cNvSpPr>
          <p:nvPr>
            <p:ph type="ftr" sz="quarter" idx="11"/>
          </p:nvPr>
        </p:nvSpPr>
        <p:spPr/>
        <p:txBody>
          <a:bodyPr/>
          <a:lstStyle/>
          <a:p>
            <a:r>
              <a:rPr lang="en-IN" dirty="0"/>
              <a:t>Department of ECE, BIT, Mesra Ranchi</a:t>
            </a:r>
          </a:p>
        </p:txBody>
      </p:sp>
      <p:sp>
        <p:nvSpPr>
          <p:cNvPr id="7" name="Rectangle 6">
            <a:extLst>
              <a:ext uri="{FF2B5EF4-FFF2-40B4-BE49-F238E27FC236}">
                <a16:creationId xmlns:a16="http://schemas.microsoft.com/office/drawing/2014/main" id="{C96996E9-DD7C-4EF4-B61B-104D57409BCD}"/>
              </a:ext>
            </a:extLst>
          </p:cNvPr>
          <p:cNvSpPr/>
          <p:nvPr/>
        </p:nvSpPr>
        <p:spPr>
          <a:xfrm>
            <a:off x="1288953" y="236653"/>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Course Syllabus</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2" name="Slide Number Placeholder 1">
            <a:extLst>
              <a:ext uri="{FF2B5EF4-FFF2-40B4-BE49-F238E27FC236}">
                <a16:creationId xmlns:a16="http://schemas.microsoft.com/office/drawing/2014/main" id="{E645080F-BC75-482C-B61B-99AABABA602A}"/>
              </a:ext>
            </a:extLst>
          </p:cNvPr>
          <p:cNvSpPr>
            <a:spLocks noGrp="1"/>
          </p:cNvSpPr>
          <p:nvPr>
            <p:ph type="sldNum" sz="quarter" idx="12"/>
          </p:nvPr>
        </p:nvSpPr>
        <p:spPr>
          <a:xfrm>
            <a:off x="8929579" y="6356349"/>
            <a:ext cx="2743200" cy="365125"/>
          </a:xfrm>
        </p:spPr>
        <p:txBody>
          <a:bodyPr/>
          <a:lstStyle/>
          <a:p>
            <a:fld id="{780713B5-9296-425E-8DDC-5B86ACA00944}" type="slidenum">
              <a:rPr lang="en-IN" smtClean="0"/>
              <a:pPr/>
              <a:t>2</a:t>
            </a:fld>
            <a:endParaRPr lang="en-IN"/>
          </a:p>
        </p:txBody>
      </p:sp>
      <p:graphicFrame>
        <p:nvGraphicFramePr>
          <p:cNvPr id="14" name="Table 10">
            <a:extLst>
              <a:ext uri="{FF2B5EF4-FFF2-40B4-BE49-F238E27FC236}">
                <a16:creationId xmlns:a16="http://schemas.microsoft.com/office/drawing/2014/main" id="{1BBA31B9-1791-4664-A0A3-1636F0F734EE}"/>
              </a:ext>
            </a:extLst>
          </p:cNvPr>
          <p:cNvGraphicFramePr>
            <a:graphicFrameLocks noGrp="1"/>
          </p:cNvGraphicFramePr>
          <p:nvPr/>
        </p:nvGraphicFramePr>
        <p:xfrm>
          <a:off x="1288953" y="1070566"/>
          <a:ext cx="9614094" cy="4693920"/>
        </p:xfrm>
        <a:graphic>
          <a:graphicData uri="http://schemas.openxmlformats.org/drawingml/2006/table">
            <a:tbl>
              <a:tblPr firstRow="1" bandRow="1">
                <a:tableStyleId>{5940675A-B579-460E-94D1-54222C63F5DA}</a:tableStyleId>
              </a:tblPr>
              <a:tblGrid>
                <a:gridCol w="9614094">
                  <a:extLst>
                    <a:ext uri="{9D8B030D-6E8A-4147-A177-3AD203B41FA5}">
                      <a16:colId xmlns:a16="http://schemas.microsoft.com/office/drawing/2014/main" val="2619165396"/>
                    </a:ext>
                  </a:extLst>
                </a:gridCol>
              </a:tblGrid>
              <a:tr h="1364290">
                <a:tc>
                  <a:txBody>
                    <a:bodyPr/>
                    <a:lstStyle/>
                    <a:p>
                      <a:pPr marL="0" algn="just" defTabSz="914400" rtl="0" eaLnBrk="1" latinLnBrk="0" hangingPunct="1"/>
                      <a:r>
                        <a:rPr lang="en-US" sz="2000" u="sng" kern="1200" dirty="0">
                          <a:solidFill>
                            <a:schemeClr val="accent1">
                              <a:lumMod val="75000"/>
                            </a:schemeClr>
                          </a:solidFill>
                          <a:latin typeface="+mn-lt"/>
                          <a:ea typeface="+mn-ea"/>
                          <a:cs typeface="+mn-cs"/>
                        </a:rPr>
                        <a:t>Module-3 : Sinusoidal Oscillators</a:t>
                      </a:r>
                      <a:r>
                        <a:rPr lang="ru-RU" sz="2000" u="sng" kern="1200" dirty="0">
                          <a:solidFill>
                            <a:schemeClr val="accent1">
                              <a:lumMod val="75000"/>
                            </a:schemeClr>
                          </a:solidFill>
                          <a:latin typeface="+mn-lt"/>
                          <a:ea typeface="+mn-ea"/>
                          <a:cs typeface="+mn-cs"/>
                        </a:rPr>
                        <a:t> </a:t>
                      </a:r>
                      <a:endParaRPr lang="en-US" sz="2000" u="sng" kern="1200" dirty="0">
                        <a:solidFill>
                          <a:schemeClr val="accent1">
                            <a:lumMod val="75000"/>
                          </a:schemeClr>
                        </a:solidFill>
                        <a:latin typeface="+mn-lt"/>
                        <a:ea typeface="+mn-ea"/>
                        <a:cs typeface="+mn-cs"/>
                      </a:endParaRPr>
                    </a:p>
                    <a:p>
                      <a:pPr marL="0" algn="just" defTabSz="914400" rtl="0" eaLnBrk="1" latinLnBrk="0" hangingPunct="1"/>
                      <a:r>
                        <a:rPr lang="ru-RU" sz="2000" u="none" kern="1200" dirty="0">
                          <a:solidFill>
                            <a:schemeClr val="tx1"/>
                          </a:solidFill>
                          <a:latin typeface="+mn-lt"/>
                          <a:ea typeface="+mn-ea"/>
                          <a:cs typeface="+mn-cs"/>
                        </a:rPr>
                        <a:t>Sinusoidal Oscillators: Concept of positive and negative feedback, Barkhausen</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criterion for sustained oscillations, Determination of Frequency and Condition of</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oscillation, Hartley and Colpitt’s oscillator.</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a:t>
                      </a:r>
                      <a:endParaRPr lang="en-IN" sz="2000" u="none" kern="1200" dirty="0">
                        <a:solidFill>
                          <a:schemeClr val="tx1"/>
                        </a:solidFill>
                        <a:latin typeface="+mn-lt"/>
                        <a:ea typeface="+mn-ea"/>
                        <a:cs typeface="+mn-cs"/>
                      </a:endParaRPr>
                    </a:p>
                    <a:p>
                      <a:pPr marL="0" algn="just" defTabSz="914400" rtl="0" eaLnBrk="1" latinLnBrk="0" hangingPunct="1"/>
                      <a:r>
                        <a:rPr lang="en-US" sz="2000" u="sng" kern="1200" dirty="0">
                          <a:solidFill>
                            <a:schemeClr val="accent1">
                              <a:lumMod val="75000"/>
                            </a:schemeClr>
                          </a:solidFill>
                          <a:latin typeface="+mn-lt"/>
                          <a:ea typeface="+mn-ea"/>
                          <a:cs typeface="+mn-cs"/>
                        </a:rPr>
                        <a:t>Operational Amplifiers:</a:t>
                      </a:r>
                    </a:p>
                    <a:p>
                      <a:pPr algn="just"/>
                      <a:r>
                        <a:rPr lang="ru-RU" sz="2000" u="none" kern="1200" dirty="0">
                          <a:solidFill>
                            <a:schemeClr val="tx1"/>
                          </a:solidFill>
                          <a:latin typeface="+mn-lt"/>
                          <a:ea typeface="+mn-ea"/>
                          <a:cs typeface="+mn-cs"/>
                        </a:rPr>
                        <a:t>Operational Amplifiers: Characteristics of an Ideal and Practical Operational</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Amplifier (IC 741), Inverting and non-inverting amplifiers, Offset error voltages</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and currents; Power supply rejection ratio, Slew Rate and concept of Virtual</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Ground, Summing and Difference Amplifiers, Differentiator and Integrator, RC</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phase shift oscillator.</a:t>
                      </a:r>
                      <a:r>
                        <a:rPr lang="en-US" sz="2000" u="none" kern="1200" dirty="0">
                          <a:solidFill>
                            <a:schemeClr val="tx1"/>
                          </a:solidFill>
                          <a:latin typeface="+mn-lt"/>
                          <a:ea typeface="+mn-ea"/>
                          <a:cs typeface="+mn-cs"/>
                        </a:rPr>
                        <a:t> </a:t>
                      </a:r>
                      <a:r>
                        <a:rPr lang="en-US" sz="2000" kern="1200" dirty="0">
                          <a:solidFill>
                            <a:srgbClr val="C00000"/>
                          </a:solidFill>
                          <a:effectLst/>
                          <a:latin typeface="+mn-lt"/>
                          <a:ea typeface="+mn-ea"/>
                          <a:cs typeface="+mn-cs"/>
                        </a:rPr>
                        <a:t>{8 Lect. hours}</a:t>
                      </a:r>
                      <a:endParaRPr lang="en-IN" sz="2000" u="none" kern="1200" dirty="0">
                        <a:solidFill>
                          <a:schemeClr val="tx1"/>
                        </a:solidFill>
                        <a:latin typeface="+mn-lt"/>
                        <a:ea typeface="+mn-ea"/>
                        <a:cs typeface="+mn-cs"/>
                      </a:endParaRPr>
                    </a:p>
                  </a:txBody>
                  <a:tcPr/>
                </a:tc>
                <a:extLst>
                  <a:ext uri="{0D108BD9-81ED-4DB2-BD59-A6C34878D82A}">
                    <a16:rowId xmlns:a16="http://schemas.microsoft.com/office/drawing/2014/main" val="290279518"/>
                  </a:ext>
                </a:extLst>
              </a:tr>
              <a:tr h="989338">
                <a:tc>
                  <a:txBody>
                    <a:bodyPr/>
                    <a:lstStyle/>
                    <a:p>
                      <a:pPr marL="0" algn="just" defTabSz="914400" rtl="0" eaLnBrk="1" latinLnBrk="0" hangingPunct="1"/>
                      <a:r>
                        <a:rPr lang="en-US" sz="1800" u="sng" kern="1200" dirty="0">
                          <a:solidFill>
                            <a:schemeClr val="accent1">
                              <a:lumMod val="75000"/>
                            </a:schemeClr>
                          </a:solidFill>
                          <a:latin typeface="+mn-lt"/>
                          <a:ea typeface="+mn-ea"/>
                          <a:cs typeface="+mn-cs"/>
                        </a:rPr>
                        <a:t>Module-4 : Logic Gates and Boolean Algebra</a:t>
                      </a:r>
                    </a:p>
                    <a:p>
                      <a:pPr algn="just"/>
                      <a:r>
                        <a:rPr lang="ru-RU" sz="2000" u="none" kern="1200" dirty="0">
                          <a:solidFill>
                            <a:schemeClr val="tx1"/>
                          </a:solidFill>
                          <a:latin typeface="+mn-lt"/>
                          <a:ea typeface="+mn-ea"/>
                          <a:cs typeface="+mn-cs"/>
                        </a:rPr>
                        <a:t>Logic Gates and Boolean algebra: Introduction to Boolean Algebra and</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Boolean operators, Symbolic representation, Boolean algebraic function and</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Truth table of different Digital logic Gates (AND, OR, NOT, NAND, NOR, EX-</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OR, EX-NOR); Realization of Basic logic gates using universal gates, Adder,</a:t>
                      </a:r>
                      <a:r>
                        <a:rPr lang="en-US"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Subtractor, adder/subtractor.</a:t>
                      </a:r>
                      <a:r>
                        <a:rPr lang="en-IN" sz="2000" u="none" kern="1200" dirty="0">
                          <a:solidFill>
                            <a:schemeClr val="tx1"/>
                          </a:solidFill>
                          <a:latin typeface="+mn-lt"/>
                          <a:ea typeface="+mn-ea"/>
                          <a:cs typeface="+mn-cs"/>
                        </a:rPr>
                        <a:t> </a:t>
                      </a:r>
                      <a:r>
                        <a:rPr lang="ru-RU" sz="2000" u="none" kern="1200" dirty="0">
                          <a:solidFill>
                            <a:schemeClr val="tx1"/>
                          </a:solidFill>
                          <a:latin typeface="+mn-lt"/>
                          <a:ea typeface="+mn-ea"/>
                          <a:cs typeface="+mn-cs"/>
                        </a:rPr>
                        <a:t> </a:t>
                      </a:r>
                      <a:r>
                        <a:rPr lang="en-US" sz="2000" u="none" kern="1200" dirty="0">
                          <a:solidFill>
                            <a:schemeClr val="tx1"/>
                          </a:solidFill>
                          <a:latin typeface="+mn-lt"/>
                          <a:ea typeface="+mn-ea"/>
                          <a:cs typeface="+mn-cs"/>
                        </a:rPr>
                        <a:t>            </a:t>
                      </a:r>
                      <a:r>
                        <a:rPr lang="en-US" sz="2000" kern="1200" dirty="0">
                          <a:solidFill>
                            <a:srgbClr val="C00000"/>
                          </a:solidFill>
                          <a:effectLst/>
                          <a:latin typeface="+mn-lt"/>
                          <a:ea typeface="+mn-ea"/>
                          <a:cs typeface="+mn-cs"/>
                        </a:rPr>
                        <a:t>{8 Lect. hours}</a:t>
                      </a:r>
                      <a:endParaRPr lang="en-IN" sz="2000" u="none" kern="1200" dirty="0">
                        <a:solidFill>
                          <a:schemeClr val="tx1"/>
                        </a:solidFill>
                        <a:latin typeface="+mn-lt"/>
                        <a:ea typeface="+mn-ea"/>
                        <a:cs typeface="+mn-cs"/>
                      </a:endParaRPr>
                    </a:p>
                    <a:p>
                      <a:pPr marL="0" algn="just" defTabSz="914400" rtl="0" eaLnBrk="1" latinLnBrk="0" hangingPunct="1"/>
                      <a:endParaRPr lang="en-IN" sz="1800" kern="1200" dirty="0">
                        <a:solidFill>
                          <a:srgbClr val="C00000"/>
                        </a:solidFill>
                        <a:effectLst/>
                        <a:latin typeface="+mn-lt"/>
                        <a:ea typeface="+mn-ea"/>
                        <a:cs typeface="+mn-cs"/>
                      </a:endParaRPr>
                    </a:p>
                  </a:txBody>
                  <a:tcPr/>
                </a:tc>
                <a:extLst>
                  <a:ext uri="{0D108BD9-81ED-4DB2-BD59-A6C34878D82A}">
                    <a16:rowId xmlns:a16="http://schemas.microsoft.com/office/drawing/2014/main" val="1589735730"/>
                  </a:ext>
                </a:extLst>
              </a:tr>
            </a:tbl>
          </a:graphicData>
        </a:graphic>
      </p:graphicFrame>
    </p:spTree>
    <p:extLst>
      <p:ext uri="{BB962C8B-B14F-4D97-AF65-F5344CB8AC3E}">
        <p14:creationId xmlns:p14="http://schemas.microsoft.com/office/powerpoint/2010/main" val="362390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D22B413-6164-404C-9947-41B2E338D1FC}"/>
              </a:ext>
            </a:extLst>
          </p:cNvPr>
          <p:cNvSpPr>
            <a:spLocks noChangeArrowheads="1"/>
          </p:cNvSpPr>
          <p:nvPr/>
        </p:nvSpPr>
        <p:spPr bwMode="auto">
          <a:xfrm>
            <a:off x="2057400" y="452439"/>
            <a:ext cx="294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rPr>
              <a:t>Advantages of Digital System</a:t>
            </a:r>
            <a:endParaRPr lang="en-IN" altLang="en-US" sz="1800" b="1">
              <a:solidFill>
                <a:srgbClr val="FF0000"/>
              </a:solidFill>
            </a:endParaRPr>
          </a:p>
        </p:txBody>
      </p:sp>
      <p:sp>
        <p:nvSpPr>
          <p:cNvPr id="4099" name="Rectangle 3">
            <a:extLst>
              <a:ext uri="{FF2B5EF4-FFF2-40B4-BE49-F238E27FC236}">
                <a16:creationId xmlns:a16="http://schemas.microsoft.com/office/drawing/2014/main" id="{A64C0DD3-056D-4E20-907F-692E5939BC80}"/>
              </a:ext>
            </a:extLst>
          </p:cNvPr>
          <p:cNvSpPr>
            <a:spLocks noChangeArrowheads="1"/>
          </p:cNvSpPr>
          <p:nvPr/>
        </p:nvSpPr>
        <p:spPr bwMode="auto">
          <a:xfrm>
            <a:off x="2057400" y="914400"/>
            <a:ext cx="8305800" cy="4425950"/>
          </a:xfrm>
          <a:prstGeom prst="rect">
            <a:avLst/>
          </a:prstGeom>
          <a:noFill/>
          <a:ln>
            <a:noFill/>
          </a:ln>
        </p:spPr>
        <p:txBody>
          <a:bodyPr>
            <a:spAutoFit/>
          </a:bodyPr>
          <a:lstStyle>
            <a:lvl1pPr marL="285750" indent="-285750">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As digital system work with discrete quantities, they are easier to design. Exact values of voltage or current are not important, only the range is important.</a:t>
            </a:r>
          </a:p>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 Information storage is easy.</a:t>
            </a:r>
          </a:p>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 Accuracy and precision are greater.</a:t>
            </a:r>
          </a:p>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 Digital circuits are less affected by noise.</a:t>
            </a:r>
          </a:p>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 More digital circuitry can be fabricated on IC chips.</a:t>
            </a:r>
          </a:p>
          <a:p>
            <a:pPr algn="just">
              <a:lnSpc>
                <a:spcPct val="150000"/>
              </a:lnSpc>
              <a:defRPr/>
            </a:pPr>
            <a:r>
              <a:rPr lang="en-US" sz="2000" dirty="0">
                <a:solidFill>
                  <a:srgbClr val="2B0BB5"/>
                </a:solidFill>
                <a:latin typeface="Times New Roman" panose="02020603050405020304" pitchFamily="18" charset="0"/>
                <a:cs typeface="Times New Roman" panose="02020603050405020304" pitchFamily="18" charset="0"/>
              </a:rPr>
              <a:t> Image processing.</a:t>
            </a:r>
          </a:p>
          <a:p>
            <a:pPr marL="0" indent="0">
              <a:buNone/>
              <a:defRPr/>
            </a:pPr>
            <a:endParaRPr lang="en-IN" sz="1800" b="1" dirty="0">
              <a:solidFill>
                <a:srgbClr val="2B0BB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81B019A-E648-4BAF-ACE2-972B6229285C}"/>
              </a:ext>
            </a:extLst>
          </p:cNvPr>
          <p:cNvSpPr>
            <a:spLocks noChangeArrowheads="1"/>
          </p:cNvSpPr>
          <p:nvPr/>
        </p:nvSpPr>
        <p:spPr bwMode="auto">
          <a:xfrm>
            <a:off x="2057401" y="452439"/>
            <a:ext cx="289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rPr>
              <a:t>Limitations of Digital System</a:t>
            </a:r>
            <a:endParaRPr lang="en-IN" altLang="en-US" sz="1800" b="1">
              <a:solidFill>
                <a:srgbClr val="FF0000"/>
              </a:solidFill>
            </a:endParaRPr>
          </a:p>
        </p:txBody>
      </p:sp>
      <p:sp>
        <p:nvSpPr>
          <p:cNvPr id="7171" name="Rectangle 3">
            <a:extLst>
              <a:ext uri="{FF2B5EF4-FFF2-40B4-BE49-F238E27FC236}">
                <a16:creationId xmlns:a16="http://schemas.microsoft.com/office/drawing/2014/main" id="{0232235C-998E-4AE4-8EAC-C36E146EEDEB}"/>
              </a:ext>
            </a:extLst>
          </p:cNvPr>
          <p:cNvSpPr>
            <a:spLocks noChangeArrowheads="1"/>
          </p:cNvSpPr>
          <p:nvPr/>
        </p:nvSpPr>
        <p:spPr bwMode="auto">
          <a:xfrm>
            <a:off x="2057400" y="914400"/>
            <a:ext cx="8305800"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pPr>
            <a:r>
              <a:rPr lang="en-US" altLang="en-US" sz="1800">
                <a:solidFill>
                  <a:srgbClr val="2B0BB5"/>
                </a:solidFill>
              </a:rPr>
              <a:t> </a:t>
            </a:r>
            <a:r>
              <a:rPr lang="en-US" altLang="en-US" sz="2000">
                <a:solidFill>
                  <a:srgbClr val="2B0BB5"/>
                </a:solidFill>
                <a:latin typeface="Times New Roman" panose="02020603050405020304" pitchFamily="18" charset="0"/>
                <a:cs typeface="Times New Roman" panose="02020603050405020304" pitchFamily="18" charset="0"/>
              </a:rPr>
              <a:t>The main drawback of digital system comes from the fact that, the real world is mainly analog. Most physical quantities are analog in nature, and these are the quantities which are often inputs and outputs that are monitored, operated and controlled by a system. </a:t>
            </a:r>
          </a:p>
          <a:p>
            <a:pPr algn="just">
              <a:lnSpc>
                <a:spcPct val="150000"/>
              </a:lnSpc>
            </a:pPr>
            <a:r>
              <a:rPr lang="en-US" altLang="en-US" sz="2000">
                <a:solidFill>
                  <a:srgbClr val="2B0BB5"/>
                </a:solidFill>
                <a:latin typeface="Times New Roman" panose="02020603050405020304" pitchFamily="18" charset="0"/>
                <a:cs typeface="Times New Roman" panose="02020603050405020304" pitchFamily="18" charset="0"/>
              </a:rPr>
              <a:t> To take the advantage of digital techniques, when dealing with analog inputs and outputs, three steps can be followed-</a:t>
            </a:r>
          </a:p>
          <a:p>
            <a:pPr algn="just">
              <a:lnSpc>
                <a:spcPct val="150000"/>
              </a:lnSpc>
            </a:pPr>
            <a:r>
              <a:rPr lang="en-US" altLang="en-US" sz="2000">
                <a:solidFill>
                  <a:srgbClr val="2B0BB5"/>
                </a:solidFill>
                <a:latin typeface="Times New Roman" panose="02020603050405020304" pitchFamily="18" charset="0"/>
                <a:cs typeface="Times New Roman" panose="02020603050405020304" pitchFamily="18" charset="0"/>
              </a:rPr>
              <a:t> Convert the real-world analog inputs to a digital form (ADC),</a:t>
            </a:r>
          </a:p>
          <a:p>
            <a:pPr algn="just">
              <a:lnSpc>
                <a:spcPct val="150000"/>
              </a:lnSpc>
            </a:pPr>
            <a:r>
              <a:rPr lang="en-US" altLang="en-US" sz="2000">
                <a:solidFill>
                  <a:srgbClr val="2B0BB5"/>
                </a:solidFill>
                <a:latin typeface="Times New Roman" panose="02020603050405020304" pitchFamily="18" charset="0"/>
                <a:cs typeface="Times New Roman" panose="02020603050405020304" pitchFamily="18" charset="0"/>
              </a:rPr>
              <a:t> Process the digital information,</a:t>
            </a:r>
          </a:p>
          <a:p>
            <a:pPr algn="just">
              <a:lnSpc>
                <a:spcPct val="150000"/>
              </a:lnSpc>
            </a:pPr>
            <a:r>
              <a:rPr lang="en-US" altLang="en-US" sz="2000">
                <a:solidFill>
                  <a:srgbClr val="2B0BB5"/>
                </a:solidFill>
                <a:latin typeface="Times New Roman" panose="02020603050405020304" pitchFamily="18" charset="0"/>
                <a:cs typeface="Times New Roman" panose="02020603050405020304" pitchFamily="18" charset="0"/>
              </a:rPr>
              <a:t> Convert the digital outputs back to real world analog form (DAC)</a:t>
            </a:r>
          </a:p>
          <a:p>
            <a:pPr>
              <a:lnSpc>
                <a:spcPct val="150000"/>
              </a:lnSpc>
              <a:buFont typeface="Wingdings" panose="05000000000000000000" pitchFamily="2" charset="2"/>
              <a:buChar char="v"/>
            </a:pPr>
            <a:endParaRPr lang="en-IN" altLang="en-US" sz="1800" b="1">
              <a:solidFill>
                <a:srgbClr val="2B0BB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C7BEC67-EACE-4F41-935B-8FB70BB5A957}"/>
              </a:ext>
            </a:extLst>
          </p:cNvPr>
          <p:cNvSpPr>
            <a:spLocks noChangeArrowheads="1"/>
          </p:cNvSpPr>
          <p:nvPr/>
        </p:nvSpPr>
        <p:spPr bwMode="auto">
          <a:xfrm>
            <a:off x="2057401" y="452439"/>
            <a:ext cx="1865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rPr>
              <a:t>Binary Arithmetic</a:t>
            </a:r>
            <a:endParaRPr lang="en-IN" altLang="en-US" sz="1800" b="1">
              <a:solidFill>
                <a:srgbClr val="FF0000"/>
              </a:solidFill>
            </a:endParaRPr>
          </a:p>
        </p:txBody>
      </p:sp>
      <p:sp>
        <p:nvSpPr>
          <p:cNvPr id="4099" name="Rectangle 3">
            <a:extLst>
              <a:ext uri="{FF2B5EF4-FFF2-40B4-BE49-F238E27FC236}">
                <a16:creationId xmlns:a16="http://schemas.microsoft.com/office/drawing/2014/main" id="{35F7DFA2-62A1-4BDD-8F40-2638E0BD6F92}"/>
              </a:ext>
            </a:extLst>
          </p:cNvPr>
          <p:cNvSpPr>
            <a:spLocks noRot="1" noChangeAspect="1" noMove="1" noResize="1" noEditPoints="1" noAdjustHandles="1" noChangeArrowheads="1" noChangeShapeType="1" noTextEdit="1"/>
          </p:cNvSpPr>
          <p:nvPr/>
        </p:nvSpPr>
        <p:spPr bwMode="auto">
          <a:xfrm>
            <a:off x="2057400" y="914400"/>
            <a:ext cx="8305800" cy="4703980"/>
          </a:xfrm>
          <a:prstGeom prst="rect">
            <a:avLst/>
          </a:prstGeom>
          <a:blipFill>
            <a:blip r:embed="rId2"/>
            <a:stretch>
              <a:fillRect l="-661" b="-1036"/>
            </a:stretch>
          </a:blipFill>
          <a:ln>
            <a:noFill/>
          </a:ln>
        </p:spPr>
        <p:txBody>
          <a:bodyPr/>
          <a:lstStyle/>
          <a:p>
            <a:pPr>
              <a:defRPr/>
            </a:pPr>
            <a:r>
              <a:rPr lang="en-IN">
                <a:no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CE026ED-1D42-41DD-B112-FD892D1B7B99}"/>
              </a:ext>
            </a:extLst>
          </p:cNvPr>
          <p:cNvSpPr txBox="1">
            <a:spLocks noChangeArrowheads="1"/>
          </p:cNvSpPr>
          <p:nvPr/>
        </p:nvSpPr>
        <p:spPr>
          <a:xfrm>
            <a:off x="2133600" y="560388"/>
            <a:ext cx="8229600" cy="5562600"/>
          </a:xfrm>
          <a:prstGeom prst="rect">
            <a:avLst/>
          </a:prstGeom>
          <a:noFill/>
        </p:spPr>
        <p:txBody>
          <a:bodyPr/>
          <a:lstStyle/>
          <a:p>
            <a:pPr marL="342900" indent="-342900">
              <a:lnSpc>
                <a:spcPct val="150000"/>
              </a:lnSpc>
              <a:spcBef>
                <a:spcPct val="40000"/>
              </a:spcBef>
              <a:buFont typeface="Wingdings" panose="05000000000000000000" pitchFamily="2" charset="2"/>
              <a:buChar char="Ø"/>
              <a:defRPr/>
            </a:pPr>
            <a:r>
              <a:rPr lang="en-US" sz="2200" dirty="0">
                <a:solidFill>
                  <a:srgbClr val="6600FF"/>
                </a:solidFill>
                <a:latin typeface="Times New Roman" panose="02020603050405020304" pitchFamily="18" charset="0"/>
                <a:cs typeface="Times New Roman" panose="02020603050405020304" pitchFamily="18" charset="0"/>
              </a:rPr>
              <a:t>Boolean algebra is a mathematical system for the manipulation of variables that can have one of two values.</a:t>
            </a:r>
          </a:p>
          <a:p>
            <a:pPr marL="80010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In formal logic, these values are “true” and “false.”</a:t>
            </a:r>
          </a:p>
          <a:p>
            <a:pPr marL="80010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In digital systems, these values are “on” and “off,” 1 and 0, or “high” and “low.”</a:t>
            </a:r>
          </a:p>
          <a:p>
            <a:pPr marL="342900" indent="-342900">
              <a:lnSpc>
                <a:spcPct val="150000"/>
              </a:lnSpc>
              <a:spcBef>
                <a:spcPct val="40000"/>
              </a:spcBef>
              <a:buFont typeface="Wingdings" panose="05000000000000000000" pitchFamily="2" charset="2"/>
              <a:buChar char="Ø"/>
              <a:defRPr/>
            </a:pPr>
            <a:r>
              <a:rPr lang="en-US" sz="2200" dirty="0">
                <a:solidFill>
                  <a:srgbClr val="2B0BB5"/>
                </a:solidFill>
                <a:latin typeface="Times New Roman" panose="02020603050405020304" pitchFamily="18" charset="0"/>
                <a:cs typeface="Times New Roman" panose="02020603050405020304" pitchFamily="18" charset="0"/>
              </a:rPr>
              <a:t>Boolean expressions are created by performing operations on Boolean variables.</a:t>
            </a:r>
          </a:p>
          <a:p>
            <a:pPr marL="74295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Common Boolean operators include AND, OR, and NOT.</a:t>
            </a:r>
          </a:p>
          <a:p>
            <a:pPr marL="344488" lvl="1" indent="-342900">
              <a:lnSpc>
                <a:spcPct val="150000"/>
              </a:lnSpc>
              <a:spcBef>
                <a:spcPct val="10000"/>
              </a:spcBef>
              <a:buFont typeface="Wingdings" panose="05000000000000000000" pitchFamily="2" charset="2"/>
              <a:buChar char="Ø"/>
              <a:defRPr/>
            </a:pPr>
            <a:r>
              <a:rPr lang="en-US" sz="2200" dirty="0">
                <a:solidFill>
                  <a:srgbClr val="2B0BB5"/>
                </a:solidFill>
                <a:latin typeface="Times New Roman" panose="02020603050405020304" pitchFamily="18" charset="0"/>
                <a:cs typeface="Times New Roman" panose="02020603050405020304" pitchFamily="18" charset="0"/>
              </a:rPr>
              <a:t>The electronic circuit which performs/implement these Boolean logic operation are known as LOGIC GATE.</a:t>
            </a:r>
          </a:p>
          <a:p>
            <a:pPr marL="1588" lvl="1">
              <a:lnSpc>
                <a:spcPct val="150000"/>
              </a:lnSpc>
              <a:spcBef>
                <a:spcPct val="10000"/>
              </a:spcBef>
              <a:defRPr/>
            </a:pPr>
            <a:endParaRPr lang="en-US" sz="2000" dirty="0">
              <a:solidFill>
                <a:srgbClr val="6600FF"/>
              </a:solidFill>
              <a:latin typeface="Times New Roman" panose="02020603050405020304" pitchFamily="18" charset="0"/>
              <a:cs typeface="Times New Roman" panose="02020603050405020304" pitchFamily="18" charset="0"/>
            </a:endParaRPr>
          </a:p>
        </p:txBody>
      </p:sp>
      <p:sp>
        <p:nvSpPr>
          <p:cNvPr id="45059" name="TextBox 1">
            <a:extLst>
              <a:ext uri="{FF2B5EF4-FFF2-40B4-BE49-F238E27FC236}">
                <a16:creationId xmlns:a16="http://schemas.microsoft.com/office/drawing/2014/main" id="{360EBF1E-05BD-414F-B5E5-0B9C25FC5EB2}"/>
              </a:ext>
            </a:extLst>
          </p:cNvPr>
          <p:cNvSpPr txBox="1">
            <a:spLocks noChangeArrowheads="1"/>
          </p:cNvSpPr>
          <p:nvPr/>
        </p:nvSpPr>
        <p:spPr bwMode="auto">
          <a:xfrm>
            <a:off x="4648200" y="1"/>
            <a:ext cx="2819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Boolean Algebra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62118B33-6C71-463F-95B0-E87C939BB2FD}"/>
              </a:ext>
            </a:extLst>
          </p:cNvPr>
          <p:cNvSpPr txBox="1">
            <a:spLocks noChangeArrowheads="1"/>
          </p:cNvSpPr>
          <p:nvPr/>
        </p:nvSpPr>
        <p:spPr bwMode="auto">
          <a:xfrm>
            <a:off x="2133600" y="914400"/>
            <a:ext cx="7391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Wingdings" panose="05000000000000000000" pitchFamily="2" charset="2"/>
              <a:buChar char="Ø"/>
            </a:pPr>
            <a:r>
              <a:rPr lang="en-US" altLang="en-US" sz="2200">
                <a:solidFill>
                  <a:srgbClr val="2B0BB5"/>
                </a:solidFill>
                <a:latin typeface="Times New Roman" panose="02020603050405020304" pitchFamily="18" charset="0"/>
                <a:cs typeface="Times New Roman" panose="02020603050405020304" pitchFamily="18" charset="0"/>
              </a:rPr>
              <a:t>A Boolean function has:</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Boolean variable, </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Boolean operator, and </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input from the set {0,1}.  </a:t>
            </a:r>
          </a:p>
          <a:p>
            <a:pPr>
              <a:spcBef>
                <a:spcPct val="40000"/>
              </a:spcBef>
              <a:buFont typeface="Wingdings" panose="05000000000000000000" pitchFamily="2" charset="2"/>
              <a:buChar char="Ø"/>
            </a:pPr>
            <a:r>
              <a:rPr lang="en-US" altLang="en-US" sz="2200">
                <a:solidFill>
                  <a:srgbClr val="2B0BB5"/>
                </a:solidFill>
                <a:latin typeface="Times New Roman" panose="02020603050405020304" pitchFamily="18" charset="0"/>
                <a:cs typeface="Times New Roman" panose="02020603050405020304" pitchFamily="18" charset="0"/>
              </a:rPr>
              <a:t>It produces an output that is also a member of the set {0,1}.</a:t>
            </a:r>
          </a:p>
        </p:txBody>
      </p:sp>
      <p:sp>
        <p:nvSpPr>
          <p:cNvPr id="46083" name="Rectangle 1">
            <a:extLst>
              <a:ext uri="{FF2B5EF4-FFF2-40B4-BE49-F238E27FC236}">
                <a16:creationId xmlns:a16="http://schemas.microsoft.com/office/drawing/2014/main" id="{1F0368B3-AF0E-42CA-89AC-95E0D1C122D6}"/>
              </a:ext>
            </a:extLst>
          </p:cNvPr>
          <p:cNvSpPr>
            <a:spLocks noChangeArrowheads="1"/>
          </p:cNvSpPr>
          <p:nvPr/>
        </p:nvSpPr>
        <p:spPr bwMode="auto">
          <a:xfrm>
            <a:off x="3581400" y="152401"/>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a:extLst>
              <a:ext uri="{FF2B5EF4-FFF2-40B4-BE49-F238E27FC236}">
                <a16:creationId xmlns:a16="http://schemas.microsoft.com/office/drawing/2014/main" id="{1620DD86-9E5C-4247-9A1C-E60FD133C086}"/>
              </a:ext>
            </a:extLst>
          </p:cNvPr>
          <p:cNvSpPr>
            <a:spLocks noChangeArrowheads="1"/>
          </p:cNvSpPr>
          <p:nvPr/>
        </p:nvSpPr>
        <p:spPr bwMode="auto">
          <a:xfrm>
            <a:off x="2133600" y="685800"/>
            <a:ext cx="80772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1800" b="1">
                <a:solidFill>
                  <a:srgbClr val="FF0000"/>
                </a:solidFill>
                <a:latin typeface="Arial" panose="020B0604020202020204" pitchFamily="34" charset="0"/>
              </a:rPr>
              <a:t>Boolean Algebra is an algebraic structure defined on a set of elements B together with two binary operators ‘+’ and ‘.’ provided the following (Huntington) postulates are satisfied </a:t>
            </a:r>
          </a:p>
          <a:p>
            <a:pPr eaLnBrk="1" hangingPunct="1">
              <a:spcBef>
                <a:spcPct val="0"/>
              </a:spcBef>
              <a:buFontTx/>
              <a:buNone/>
            </a:pPr>
            <a:endParaRPr lang="en-US" altLang="en-US" sz="1800" b="1">
              <a:solidFill>
                <a:srgbClr val="C00000"/>
              </a:solidFill>
              <a:latin typeface="Arial" panose="020B0604020202020204" pitchFamily="34" charset="0"/>
            </a:endParaRPr>
          </a:p>
          <a:p>
            <a:pPr eaLnBrk="1" hangingPunct="1">
              <a:spcBef>
                <a:spcPct val="0"/>
              </a:spcBef>
              <a:buFontTx/>
              <a:buNone/>
            </a:pPr>
            <a:r>
              <a:rPr lang="en-US" altLang="en-US" sz="1800" b="1">
                <a:solidFill>
                  <a:srgbClr val="C00000"/>
                </a:solidFill>
                <a:latin typeface="Arial" panose="020B0604020202020204" pitchFamily="34" charset="0"/>
              </a:rPr>
              <a:t> Postulate 1: Closure Property: For every A, B </a:t>
            </a:r>
            <a:r>
              <a:rPr lang="el-GR" altLang="en-US" sz="2800" b="1">
                <a:solidFill>
                  <a:srgbClr val="C00000"/>
                </a:solidFill>
                <a:latin typeface="Times New Roman" panose="02020603050405020304" pitchFamily="18" charset="0"/>
                <a:cs typeface="Times New Roman" panose="02020603050405020304" pitchFamily="18" charset="0"/>
              </a:rPr>
              <a:t>ϵ</a:t>
            </a:r>
            <a:r>
              <a:rPr lang="en-US"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C00000"/>
                </a:solidFill>
                <a:latin typeface="Arial" panose="020B0604020202020204" pitchFamily="34" charset="0"/>
              </a:rPr>
              <a:t>S</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 D = A + B and D </a:t>
            </a:r>
            <a:r>
              <a:rPr lang="el-GR" altLang="en-US" sz="2800" b="1">
                <a:solidFill>
                  <a:srgbClr val="C00000"/>
                </a:solidFill>
                <a:latin typeface="Times New Roman" panose="02020603050405020304" pitchFamily="18" charset="0"/>
                <a:cs typeface="Times New Roman" panose="02020603050405020304" pitchFamily="18" charset="0"/>
              </a:rPr>
              <a:t>ϵ</a:t>
            </a:r>
            <a:r>
              <a:rPr lang="el-GR"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002060"/>
                </a:solidFill>
                <a:latin typeface="Arial" panose="020B0604020202020204" pitchFamily="34" charset="0"/>
              </a:rPr>
              <a:t>S: This is the closure property for OR operation.</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(ii) G = A.B and G </a:t>
            </a:r>
            <a:r>
              <a:rPr lang="el-GR" altLang="en-US" sz="2800" b="1">
                <a:solidFill>
                  <a:srgbClr val="C00000"/>
                </a:solidFill>
                <a:latin typeface="Times New Roman" panose="02020603050405020304" pitchFamily="18" charset="0"/>
                <a:cs typeface="Times New Roman" panose="02020603050405020304" pitchFamily="18" charset="0"/>
              </a:rPr>
              <a:t>ϵ</a:t>
            </a:r>
            <a:r>
              <a:rPr lang="el-GR"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002060"/>
                </a:solidFill>
                <a:latin typeface="Arial" panose="020B0604020202020204" pitchFamily="34" charset="0"/>
              </a:rPr>
              <a:t>S: This is the closure property for AND operation.</a:t>
            </a:r>
          </a:p>
          <a:p>
            <a:pPr eaLnBrk="1" hangingPunct="1">
              <a:lnSpc>
                <a:spcPct val="150000"/>
              </a:lnSpc>
              <a:spcBef>
                <a:spcPct val="0"/>
              </a:spcBef>
              <a:buFontTx/>
              <a:buNone/>
            </a:pPr>
            <a:endParaRPr lang="en-US" altLang="en-US" sz="1000" b="1">
              <a:solidFill>
                <a:srgbClr val="002060"/>
              </a:solidFill>
              <a:latin typeface="Arial" panose="020B0604020202020204" pitchFamily="34" charset="0"/>
            </a:endParaRPr>
          </a:p>
          <a:p>
            <a:pPr eaLnBrk="1" hangingPunct="1">
              <a:spcBef>
                <a:spcPct val="0"/>
              </a:spcBef>
              <a:buFontTx/>
              <a:buNone/>
            </a:pPr>
            <a:r>
              <a:rPr lang="en-US" altLang="en-US" sz="1800" b="1">
                <a:solidFill>
                  <a:srgbClr val="C00000"/>
                </a:solidFill>
                <a:latin typeface="Arial" panose="020B0604020202020204" pitchFamily="34" charset="0"/>
              </a:rPr>
              <a:t>Postulate 2: Commutative Law: If A and B  </a:t>
            </a:r>
            <a:r>
              <a:rPr lang="el-GR" altLang="en-US" sz="2800" b="1">
                <a:solidFill>
                  <a:srgbClr val="C00000"/>
                </a:solidFill>
                <a:latin typeface="Times New Roman" panose="02020603050405020304" pitchFamily="18" charset="0"/>
                <a:cs typeface="Times New Roman" panose="02020603050405020304" pitchFamily="18" charset="0"/>
              </a:rPr>
              <a:t>ϵ</a:t>
            </a:r>
            <a:r>
              <a:rPr lang="en-US"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C00000"/>
                </a:solidFill>
                <a:latin typeface="Arial" panose="020B0604020202020204" pitchFamily="34" charset="0"/>
              </a:rPr>
              <a:t>S then</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 A + B = B + A</a:t>
            </a:r>
          </a:p>
          <a:p>
            <a:pPr eaLnBrk="1" hangingPunct="1">
              <a:lnSpc>
                <a:spcPct val="150000"/>
              </a:lnSpc>
              <a:spcBef>
                <a:spcPct val="0"/>
              </a:spcBef>
              <a:buFontTx/>
              <a:buNone/>
            </a:pPr>
            <a:r>
              <a:rPr lang="pt-BR" altLang="en-US" sz="1800" b="1">
                <a:solidFill>
                  <a:srgbClr val="002060"/>
                </a:solidFill>
                <a:latin typeface="Arial" panose="020B0604020202020204" pitchFamily="34" charset="0"/>
              </a:rPr>
              <a:t>(ii) A . B = B . A</a:t>
            </a:r>
          </a:p>
          <a:p>
            <a:pPr eaLnBrk="1" hangingPunct="1">
              <a:lnSpc>
                <a:spcPct val="150000"/>
              </a:lnSpc>
              <a:spcBef>
                <a:spcPct val="0"/>
              </a:spcBef>
              <a:buFontTx/>
              <a:buNone/>
            </a:pPr>
            <a:endParaRPr lang="pt-BR" altLang="en-US" sz="1000" b="1">
              <a:solidFill>
                <a:srgbClr val="002060"/>
              </a:solidFill>
              <a:latin typeface="Arial" panose="020B0604020202020204" pitchFamily="34" charset="0"/>
            </a:endParaRPr>
          </a:p>
        </p:txBody>
      </p:sp>
      <p:sp>
        <p:nvSpPr>
          <p:cNvPr id="47107" name="Rectangle 2">
            <a:extLst>
              <a:ext uri="{FF2B5EF4-FFF2-40B4-BE49-F238E27FC236}">
                <a16:creationId xmlns:a16="http://schemas.microsoft.com/office/drawing/2014/main" id="{BE262325-2E22-491D-8688-CE26E0DBDD02}"/>
              </a:ext>
            </a:extLst>
          </p:cNvPr>
          <p:cNvSpPr>
            <a:spLocks noChangeArrowheads="1"/>
          </p:cNvSpPr>
          <p:nvPr/>
        </p:nvSpPr>
        <p:spPr bwMode="auto">
          <a:xfrm>
            <a:off x="3562350" y="1"/>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6A78389-CC2B-4F0B-9FAA-BA926ED162C9}"/>
              </a:ext>
            </a:extLst>
          </p:cNvPr>
          <p:cNvSpPr>
            <a:spLocks noChangeArrowheads="1"/>
          </p:cNvSpPr>
          <p:nvPr/>
        </p:nvSpPr>
        <p:spPr bwMode="auto">
          <a:xfrm>
            <a:off x="3562350" y="85726"/>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grpSp>
        <p:nvGrpSpPr>
          <p:cNvPr id="48131" name="Group 9">
            <a:extLst>
              <a:ext uri="{FF2B5EF4-FFF2-40B4-BE49-F238E27FC236}">
                <a16:creationId xmlns:a16="http://schemas.microsoft.com/office/drawing/2014/main" id="{13967F1D-4689-4829-9252-9440777BD558}"/>
              </a:ext>
            </a:extLst>
          </p:cNvPr>
          <p:cNvGrpSpPr>
            <a:grpSpLocks/>
          </p:cNvGrpSpPr>
          <p:nvPr/>
        </p:nvGrpSpPr>
        <p:grpSpPr bwMode="auto">
          <a:xfrm>
            <a:off x="1981200" y="857250"/>
            <a:ext cx="8382000" cy="5848350"/>
            <a:chOff x="457200" y="971778"/>
            <a:chExt cx="8382000" cy="5848832"/>
          </a:xfrm>
        </p:grpSpPr>
        <p:sp>
          <p:nvSpPr>
            <p:cNvPr id="2" name="Rectangle 1">
              <a:extLst>
                <a:ext uri="{FF2B5EF4-FFF2-40B4-BE49-F238E27FC236}">
                  <a16:creationId xmlns:a16="http://schemas.microsoft.com/office/drawing/2014/main" id="{70F91063-B810-47A9-B00B-AEBF7A606575}"/>
                </a:ext>
              </a:extLst>
            </p:cNvPr>
            <p:cNvSpPr/>
            <p:nvPr/>
          </p:nvSpPr>
          <p:spPr>
            <a:xfrm>
              <a:off x="457200" y="971778"/>
              <a:ext cx="8382000" cy="5848832"/>
            </a:xfrm>
            <a:prstGeom prst="rect">
              <a:avLst/>
            </a:prstGeom>
          </p:spPr>
          <p:txBody>
            <a:bodyPr>
              <a:spAutoFit/>
            </a:bodyPr>
            <a:lstStyle/>
            <a:p>
              <a:pPr eaLnBrk="1" hangingPunct="1">
                <a:defRPr/>
              </a:pPr>
              <a:r>
                <a:rPr lang="en-US" b="1" dirty="0">
                  <a:solidFill>
                    <a:srgbClr val="C00000"/>
                  </a:solidFill>
                  <a:latin typeface="Arial" charset="0"/>
                </a:rPr>
                <a:t>Postulate 3: Identity Element:</a:t>
              </a:r>
            </a:p>
            <a:p>
              <a:pPr marL="342900" indent="-342900">
                <a:lnSpc>
                  <a:spcPct val="150000"/>
                </a:lnSpc>
                <a:buFontTx/>
                <a:buAutoNum type="romanLcParenBoth"/>
                <a:defRPr/>
              </a:pPr>
              <a:r>
                <a:rPr lang="en-US" b="1" dirty="0">
                  <a:solidFill>
                    <a:srgbClr val="002060"/>
                  </a:solidFill>
                  <a:latin typeface="Arial" charset="0"/>
                </a:rPr>
                <a:t>The identity element for OR operator is 0, if A </a:t>
              </a:r>
              <a:r>
                <a:rPr lang="el-GR" sz="2800" b="1" dirty="0">
                  <a:solidFill>
                    <a:srgbClr val="C00000"/>
                  </a:solidFill>
                  <a:latin typeface="Times New Roman"/>
                  <a:cs typeface="Times New Roman"/>
                </a:rPr>
                <a:t>ϵ</a:t>
              </a:r>
              <a:r>
                <a:rPr lang="en-US" b="1" dirty="0">
                  <a:solidFill>
                    <a:srgbClr val="002060"/>
                  </a:solidFill>
                  <a:latin typeface="Arial" charset="0"/>
                </a:rPr>
                <a:t> S and 0 </a:t>
              </a:r>
              <a:r>
                <a:rPr lang="el-GR" sz="2800" b="1" dirty="0">
                  <a:solidFill>
                    <a:srgbClr val="C00000"/>
                  </a:solidFill>
                  <a:latin typeface="Times New Roman"/>
                  <a:cs typeface="Times New Roman"/>
                </a:rPr>
                <a:t>ϵ</a:t>
              </a:r>
              <a:r>
                <a:rPr lang="en-US" b="1" dirty="0">
                  <a:solidFill>
                    <a:srgbClr val="002060"/>
                  </a:solidFill>
                  <a:latin typeface="Arial" charset="0"/>
                </a:rPr>
                <a:t> S </a:t>
              </a:r>
            </a:p>
            <a:p>
              <a:pPr marL="342900" indent="-342900">
                <a:lnSpc>
                  <a:spcPct val="150000"/>
                </a:lnSpc>
                <a:defRPr/>
              </a:pPr>
              <a:r>
                <a:rPr lang="en-US" b="1" dirty="0">
                  <a:solidFill>
                    <a:srgbClr val="002060"/>
                  </a:solidFill>
                  <a:latin typeface="Arial" charset="0"/>
                </a:rPr>
                <a:t>      then A + 0 = 0 + A = A : 0 is known as addition identity.</a:t>
              </a:r>
            </a:p>
            <a:p>
              <a:pPr eaLnBrk="1" hangingPunct="1">
                <a:lnSpc>
                  <a:spcPct val="150000"/>
                </a:lnSpc>
                <a:defRPr/>
              </a:pPr>
              <a:r>
                <a:rPr lang="en-US" b="1" dirty="0">
                  <a:solidFill>
                    <a:srgbClr val="002060"/>
                  </a:solidFill>
                  <a:latin typeface="Arial" charset="0"/>
                </a:rPr>
                <a:t>(ii) The identity element for AND operator is 1, if A </a:t>
              </a:r>
              <a:r>
                <a:rPr lang="el-GR" sz="2800" b="1" dirty="0">
                  <a:solidFill>
                    <a:srgbClr val="C00000"/>
                  </a:solidFill>
                  <a:latin typeface="Times New Roman"/>
                  <a:cs typeface="Times New Roman"/>
                </a:rPr>
                <a:t>ϵ</a:t>
              </a:r>
              <a:r>
                <a:rPr lang="en-US" b="1" dirty="0">
                  <a:solidFill>
                    <a:srgbClr val="002060"/>
                  </a:solidFill>
                  <a:latin typeface="Arial" charset="0"/>
                </a:rPr>
                <a:t> S and 1 </a:t>
              </a:r>
              <a:r>
                <a:rPr lang="el-GR" sz="2800" b="1" dirty="0">
                  <a:solidFill>
                    <a:srgbClr val="C00000"/>
                  </a:solidFill>
                  <a:latin typeface="Times New Roman"/>
                  <a:cs typeface="Times New Roman"/>
                </a:rPr>
                <a:t>ϵ</a:t>
              </a:r>
              <a:r>
                <a:rPr lang="en-US" b="1" dirty="0">
                  <a:solidFill>
                    <a:srgbClr val="002060"/>
                  </a:solidFill>
                  <a:latin typeface="Arial" charset="0"/>
                </a:rPr>
                <a:t> S</a:t>
              </a:r>
            </a:p>
            <a:p>
              <a:pPr eaLnBrk="1" hangingPunct="1">
                <a:lnSpc>
                  <a:spcPct val="150000"/>
                </a:lnSpc>
                <a:defRPr/>
              </a:pPr>
              <a:r>
                <a:rPr lang="en-US" b="1" dirty="0">
                  <a:solidFill>
                    <a:srgbClr val="002060"/>
                  </a:solidFill>
                  <a:latin typeface="Arial" charset="0"/>
                </a:rPr>
                <a:t>      then A . 1 = 1 . A = A : 1 is known as multiplication identity.</a:t>
              </a:r>
            </a:p>
            <a:p>
              <a:pPr eaLnBrk="1" hangingPunct="1">
                <a:defRPr/>
              </a:pPr>
              <a:r>
                <a:rPr lang="en-US" b="1" dirty="0">
                  <a:solidFill>
                    <a:srgbClr val="C00000"/>
                  </a:solidFill>
                  <a:latin typeface="Arial" charset="0"/>
                </a:rPr>
                <a:t>Postulate 4: Distributive Law: If A, B, C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dirty="0">
                  <a:solidFill>
                    <a:srgbClr val="C00000"/>
                  </a:solidFill>
                  <a:latin typeface="Arial" charset="0"/>
                </a:rPr>
                <a:t>S then</a:t>
              </a:r>
            </a:p>
            <a:p>
              <a:pPr eaLnBrk="1" hangingPunct="1">
                <a:defRPr/>
              </a:pPr>
              <a:r>
                <a:rPr lang="pt-BR" b="1" dirty="0">
                  <a:solidFill>
                    <a:srgbClr val="002060"/>
                  </a:solidFill>
                  <a:latin typeface="Arial" charset="0"/>
                </a:rPr>
                <a:t>(i) A . (B + C) = A . B + A . C</a:t>
              </a:r>
            </a:p>
            <a:p>
              <a:pPr eaLnBrk="1" hangingPunct="1">
                <a:defRPr/>
              </a:pPr>
              <a:r>
                <a:rPr lang="pt-BR" b="1" dirty="0">
                  <a:solidFill>
                    <a:srgbClr val="002060"/>
                  </a:solidFill>
                  <a:latin typeface="Arial" charset="0"/>
                </a:rPr>
                <a:t>(ii) A + B . C = (A + B) . (A + C)</a:t>
              </a:r>
            </a:p>
            <a:p>
              <a:pPr eaLnBrk="1" hangingPunct="1">
                <a:defRPr/>
              </a:pPr>
              <a:endParaRPr lang="pt-BR" sz="800" dirty="0">
                <a:latin typeface="Arial" charset="0"/>
              </a:endParaRPr>
            </a:p>
            <a:p>
              <a:pPr eaLnBrk="1" hangingPunct="1">
                <a:defRPr/>
              </a:pPr>
              <a:r>
                <a:rPr lang="en-US" b="1" dirty="0">
                  <a:solidFill>
                    <a:srgbClr val="C00000"/>
                  </a:solidFill>
                  <a:latin typeface="Arial" charset="0"/>
                </a:rPr>
                <a:t>Postulate 5: Complementing Law: If A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dirty="0">
                  <a:solidFill>
                    <a:srgbClr val="C00000"/>
                  </a:solidFill>
                  <a:latin typeface="Arial" charset="0"/>
                </a:rPr>
                <a:t>S, there exist an element </a:t>
              </a:r>
              <a:r>
                <a:rPr lang="en-US" b="1" i="1" dirty="0">
                  <a:solidFill>
                    <a:srgbClr val="C00000"/>
                  </a:solidFill>
                  <a:latin typeface="Arial" charset="0"/>
                </a:rPr>
                <a:t>    </a:t>
              </a:r>
              <a:r>
                <a:rPr lang="en-US" b="1" i="1" dirty="0">
                  <a:solidFill>
                    <a:srgbClr val="002060"/>
                  </a:solidFill>
                  <a:latin typeface="Arial" charset="0"/>
                </a:rPr>
                <a:t>(known as </a:t>
              </a:r>
              <a:r>
                <a:rPr lang="en-US" b="1" dirty="0">
                  <a:solidFill>
                    <a:srgbClr val="002060"/>
                  </a:solidFill>
                  <a:latin typeface="Arial" charset="0"/>
                </a:rPr>
                <a:t>complement of a) which belong to S (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i="1" dirty="0">
                  <a:solidFill>
                    <a:srgbClr val="002060"/>
                  </a:solidFill>
                  <a:latin typeface="Arial" charset="0"/>
                </a:rPr>
                <a:t>S ) such that</a:t>
              </a:r>
            </a:p>
            <a:p>
              <a:pPr marL="342900" indent="-342900">
                <a:buFontTx/>
                <a:buAutoNum type="romanLcParenBoth"/>
                <a:defRPr/>
              </a:pPr>
              <a:r>
                <a:rPr lang="en-US" b="1" i="1" dirty="0">
                  <a:solidFill>
                    <a:srgbClr val="002060"/>
                  </a:solidFill>
                  <a:latin typeface="Arial" charset="0"/>
                </a:rPr>
                <a:t>A+     = 1</a:t>
              </a:r>
            </a:p>
            <a:p>
              <a:pPr marL="342900" indent="-342900">
                <a:buFontTx/>
                <a:buAutoNum type="romanLcParenBoth"/>
                <a:defRPr/>
              </a:pPr>
              <a:endParaRPr lang="en-US" sz="1000" b="1" i="1" dirty="0">
                <a:solidFill>
                  <a:srgbClr val="002060"/>
                </a:solidFill>
                <a:latin typeface="Arial" charset="0"/>
              </a:endParaRPr>
            </a:p>
            <a:p>
              <a:pPr eaLnBrk="1" hangingPunct="1">
                <a:defRPr/>
              </a:pPr>
              <a:r>
                <a:rPr lang="en-US" b="1" dirty="0">
                  <a:solidFill>
                    <a:srgbClr val="002060"/>
                  </a:solidFill>
                  <a:latin typeface="Arial" charset="0"/>
                </a:rPr>
                <a:t>(ii) </a:t>
              </a:r>
              <a:r>
                <a:rPr lang="en-US" b="1" i="1" dirty="0">
                  <a:solidFill>
                    <a:srgbClr val="002060"/>
                  </a:solidFill>
                  <a:latin typeface="Arial" charset="0"/>
                </a:rPr>
                <a:t>A .     = 0</a:t>
              </a:r>
            </a:p>
            <a:p>
              <a:pPr eaLnBrk="1" hangingPunct="1">
                <a:defRPr/>
              </a:pPr>
              <a:endParaRPr lang="en-US" sz="800" b="1" i="1" dirty="0">
                <a:solidFill>
                  <a:srgbClr val="002060"/>
                </a:solidFill>
                <a:latin typeface="Arial" charset="0"/>
              </a:endParaRPr>
            </a:p>
            <a:p>
              <a:pPr eaLnBrk="1" hangingPunct="1">
                <a:defRPr/>
              </a:pPr>
              <a:r>
                <a:rPr lang="en-US" b="1" dirty="0">
                  <a:solidFill>
                    <a:srgbClr val="C00000"/>
                  </a:solidFill>
                  <a:latin typeface="Arial" charset="0"/>
                </a:rPr>
                <a:t>Postulate 6 : There are at least two elements A , B Î S such that </a:t>
              </a:r>
              <a:r>
                <a:rPr lang="en-US" b="1" i="1" dirty="0">
                  <a:solidFill>
                    <a:srgbClr val="C00000"/>
                  </a:solidFill>
                  <a:latin typeface="Arial" charset="0"/>
                </a:rPr>
                <a:t>A </a:t>
              </a:r>
              <a:r>
                <a:rPr lang="en-US" sz="2800" strike="sngStrike" dirty="0">
                  <a:latin typeface="Arial" charset="0"/>
                  <a:sym typeface="Symbol"/>
                </a:rPr>
                <a:t></a:t>
              </a:r>
              <a:r>
                <a:rPr lang="en-US" b="1" i="1" dirty="0">
                  <a:solidFill>
                    <a:srgbClr val="C00000"/>
                  </a:solidFill>
                  <a:latin typeface="Arial" charset="0"/>
                </a:rPr>
                <a:t> B .</a:t>
              </a:r>
            </a:p>
            <a:p>
              <a:pPr eaLnBrk="1" hangingPunct="1">
                <a:defRPr/>
              </a:pPr>
              <a:endParaRPr lang="en-US" sz="800" b="1" i="1" dirty="0">
                <a:solidFill>
                  <a:srgbClr val="C00000"/>
                </a:solidFill>
                <a:latin typeface="Arial" charset="0"/>
              </a:endParaRPr>
            </a:p>
          </p:txBody>
        </p:sp>
        <p:graphicFrame>
          <p:nvGraphicFramePr>
            <p:cNvPr id="48133" name="Object 2">
              <a:extLst>
                <a:ext uri="{FF2B5EF4-FFF2-40B4-BE49-F238E27FC236}">
                  <a16:creationId xmlns:a16="http://schemas.microsoft.com/office/drawing/2014/main" id="{5B616D52-A0C5-49AB-A2BF-C81AF9D9B4F6}"/>
                </a:ext>
              </a:extLst>
            </p:cNvPr>
            <p:cNvGraphicFramePr>
              <a:graphicFrameLocks noChangeAspect="1"/>
            </p:cNvGraphicFramePr>
            <p:nvPr/>
          </p:nvGraphicFramePr>
          <p:xfrm>
            <a:off x="4876800" y="4931502"/>
            <a:ext cx="215900" cy="355600"/>
          </p:xfrm>
          <a:graphic>
            <a:graphicData uri="http://schemas.openxmlformats.org/presentationml/2006/ole">
              <mc:AlternateContent xmlns:mc="http://schemas.openxmlformats.org/markup-compatibility/2006">
                <mc:Choice xmlns:v="urn:schemas-microsoft-com:vml" Requires="v">
                  <p:oleObj spid="_x0000_s1050" name="Equation" r:id="rId3" imgW="215619" imgH="266353" progId="Equation.3">
                    <p:embed/>
                  </p:oleObj>
                </mc:Choice>
                <mc:Fallback>
                  <p:oleObj name="Equation" r:id="rId3" imgW="215619" imgH="266353" progId="Equation.3">
                    <p:embed/>
                    <p:pic>
                      <p:nvPicPr>
                        <p:cNvPr id="48133" name="Object 2">
                          <a:extLst>
                            <a:ext uri="{FF2B5EF4-FFF2-40B4-BE49-F238E27FC236}">
                              <a16:creationId xmlns:a16="http://schemas.microsoft.com/office/drawing/2014/main" id="{5B616D52-A0C5-49AB-A2BF-C81AF9D9B4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931502"/>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4" name="Object 5">
              <a:extLst>
                <a:ext uri="{FF2B5EF4-FFF2-40B4-BE49-F238E27FC236}">
                  <a16:creationId xmlns:a16="http://schemas.microsoft.com/office/drawing/2014/main" id="{BF79654A-7CBF-4DF5-A317-E70514357393}"/>
                </a:ext>
              </a:extLst>
            </p:cNvPr>
            <p:cNvGraphicFramePr>
              <a:graphicFrameLocks noChangeAspect="1"/>
            </p:cNvGraphicFramePr>
            <p:nvPr/>
          </p:nvGraphicFramePr>
          <p:xfrm>
            <a:off x="1219200" y="5296329"/>
            <a:ext cx="215900" cy="355600"/>
          </p:xfrm>
          <a:graphic>
            <a:graphicData uri="http://schemas.openxmlformats.org/presentationml/2006/ole">
              <mc:AlternateContent xmlns:mc="http://schemas.openxmlformats.org/markup-compatibility/2006">
                <mc:Choice xmlns:v="urn:schemas-microsoft-com:vml" Requires="v">
                  <p:oleObj spid="_x0000_s1051" name="Equation" r:id="rId5" imgW="215619" imgH="266353" progId="Equation.3">
                    <p:embed/>
                  </p:oleObj>
                </mc:Choice>
                <mc:Fallback>
                  <p:oleObj name="Equation" r:id="rId5" imgW="215619" imgH="266353" progId="Equation.3">
                    <p:embed/>
                    <p:pic>
                      <p:nvPicPr>
                        <p:cNvPr id="48134" name="Object 5">
                          <a:extLst>
                            <a:ext uri="{FF2B5EF4-FFF2-40B4-BE49-F238E27FC236}">
                              <a16:creationId xmlns:a16="http://schemas.microsoft.com/office/drawing/2014/main" id="{BF79654A-7CBF-4DF5-A317-E705143573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29632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5" name="Object 6">
              <a:extLst>
                <a:ext uri="{FF2B5EF4-FFF2-40B4-BE49-F238E27FC236}">
                  <a16:creationId xmlns:a16="http://schemas.microsoft.com/office/drawing/2014/main" id="{4AF00135-D867-4116-B543-5E83CDC0526C}"/>
                </a:ext>
              </a:extLst>
            </p:cNvPr>
            <p:cNvGraphicFramePr>
              <a:graphicFrameLocks noChangeAspect="1"/>
            </p:cNvGraphicFramePr>
            <p:nvPr/>
          </p:nvGraphicFramePr>
          <p:xfrm>
            <a:off x="7620000" y="4534189"/>
            <a:ext cx="215900" cy="355600"/>
          </p:xfrm>
          <a:graphic>
            <a:graphicData uri="http://schemas.openxmlformats.org/presentationml/2006/ole">
              <mc:AlternateContent xmlns:mc="http://schemas.openxmlformats.org/markup-compatibility/2006">
                <mc:Choice xmlns:v="urn:schemas-microsoft-com:vml" Requires="v">
                  <p:oleObj spid="_x0000_s1052" name="Equation" r:id="rId6" imgW="215619" imgH="266353" progId="Equation.3">
                    <p:embed/>
                  </p:oleObj>
                </mc:Choice>
                <mc:Fallback>
                  <p:oleObj name="Equation" r:id="rId6" imgW="215619" imgH="266353" progId="Equation.3">
                    <p:embed/>
                    <p:pic>
                      <p:nvPicPr>
                        <p:cNvPr id="48135" name="Object 6">
                          <a:extLst>
                            <a:ext uri="{FF2B5EF4-FFF2-40B4-BE49-F238E27FC236}">
                              <a16:creationId xmlns:a16="http://schemas.microsoft.com/office/drawing/2014/main" id="{4AF00135-D867-4116-B543-5E83CDC05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453418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6" name="Object 7">
              <a:extLst>
                <a:ext uri="{FF2B5EF4-FFF2-40B4-BE49-F238E27FC236}">
                  <a16:creationId xmlns:a16="http://schemas.microsoft.com/office/drawing/2014/main" id="{72D55297-45BA-4650-8D51-F4779845B318}"/>
                </a:ext>
              </a:extLst>
            </p:cNvPr>
            <p:cNvGraphicFramePr>
              <a:graphicFrameLocks noChangeAspect="1"/>
            </p:cNvGraphicFramePr>
            <p:nvPr/>
          </p:nvGraphicFramePr>
          <p:xfrm>
            <a:off x="1189220" y="5677399"/>
            <a:ext cx="215900" cy="355600"/>
          </p:xfrm>
          <a:graphic>
            <a:graphicData uri="http://schemas.openxmlformats.org/presentationml/2006/ole">
              <mc:AlternateContent xmlns:mc="http://schemas.openxmlformats.org/markup-compatibility/2006">
                <mc:Choice xmlns:v="urn:schemas-microsoft-com:vml" Requires="v">
                  <p:oleObj spid="_x0000_s1053" name="Equation" r:id="rId7" imgW="215619" imgH="266353" progId="Equation.3">
                    <p:embed/>
                  </p:oleObj>
                </mc:Choice>
                <mc:Fallback>
                  <p:oleObj name="Equation" r:id="rId7" imgW="215619" imgH="266353" progId="Equation.3">
                    <p:embed/>
                    <p:pic>
                      <p:nvPicPr>
                        <p:cNvPr id="48136" name="Object 7">
                          <a:extLst>
                            <a:ext uri="{FF2B5EF4-FFF2-40B4-BE49-F238E27FC236}">
                              <a16:creationId xmlns:a16="http://schemas.microsoft.com/office/drawing/2014/main" id="{72D55297-45BA-4650-8D51-F4779845B3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220" y="567739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556804-75F6-46F8-9309-BB7354050123}"/>
              </a:ext>
            </a:extLst>
          </p:cNvPr>
          <p:cNvSpPr/>
          <p:nvPr/>
        </p:nvSpPr>
        <p:spPr>
          <a:xfrm>
            <a:off x="1981200" y="698501"/>
            <a:ext cx="8305800" cy="4524375"/>
          </a:xfrm>
          <a:prstGeom prst="rect">
            <a:avLst/>
          </a:prstGeom>
        </p:spPr>
        <p:txBody>
          <a:bodyPr>
            <a:spAutoFit/>
          </a:bodyPr>
          <a:lstStyle/>
          <a:p>
            <a:pPr eaLnBrk="1" hangingPunct="1">
              <a:defRPr/>
            </a:pPr>
            <a:r>
              <a:rPr lang="en-US" b="1" dirty="0">
                <a:solidFill>
                  <a:srgbClr val="C00000"/>
                </a:solidFill>
                <a:latin typeface="Arial" charset="0"/>
              </a:rPr>
              <a:t>Boolean algebra differs with ordinary algebra on the following points:</a:t>
            </a:r>
          </a:p>
          <a:p>
            <a:pPr eaLnBrk="1" hangingPunct="1">
              <a:defRPr/>
            </a:pPr>
            <a:endParaRPr lang="en-US" b="1" dirty="0">
              <a:solidFill>
                <a:srgbClr val="002060"/>
              </a:solidFill>
              <a:latin typeface="Arial" charset="0"/>
            </a:endParaRPr>
          </a:p>
          <a:p>
            <a:pPr marL="225425" indent="-225425">
              <a:buFontTx/>
              <a:buAutoNum type="arabicPeriod"/>
              <a:defRPr/>
            </a:pPr>
            <a:r>
              <a:rPr lang="en-US" dirty="0">
                <a:solidFill>
                  <a:srgbClr val="2B0BB5"/>
                </a:solidFill>
                <a:latin typeface="Arial" charset="0"/>
              </a:rPr>
              <a:t>The associative law doesn’t include in Huntington postulates but holds for </a:t>
            </a:r>
            <a:r>
              <a:rPr lang="en-US" dirty="0" err="1">
                <a:solidFill>
                  <a:srgbClr val="2B0BB5"/>
                </a:solidFill>
                <a:latin typeface="Arial" charset="0"/>
              </a:rPr>
              <a:t>boolean</a:t>
            </a:r>
            <a:r>
              <a:rPr lang="en-US" dirty="0">
                <a:solidFill>
                  <a:srgbClr val="2B0BB5"/>
                </a:solidFill>
                <a:latin typeface="Arial" charset="0"/>
              </a:rPr>
              <a:t> algebra</a:t>
            </a:r>
          </a:p>
          <a:p>
            <a:pPr marL="225425" indent="-225425">
              <a:defRPr/>
            </a:pPr>
            <a:r>
              <a:rPr lang="en-US" dirty="0">
                <a:solidFill>
                  <a:srgbClr val="2B0BB5"/>
                </a:solidFill>
                <a:latin typeface="Arial" charset="0"/>
              </a:rPr>
              <a:t>2. The </a:t>
            </a:r>
            <a:r>
              <a:rPr lang="en-US" b="1" dirty="0">
                <a:solidFill>
                  <a:srgbClr val="2B0BB5"/>
                </a:solidFill>
                <a:latin typeface="Arial" charset="0"/>
              </a:rPr>
              <a:t>distributive law  A + B . C = (A + B) . (A + C) </a:t>
            </a:r>
            <a:r>
              <a:rPr lang="en-US" dirty="0">
                <a:solidFill>
                  <a:srgbClr val="2B0BB5"/>
                </a:solidFill>
                <a:latin typeface="Arial" charset="0"/>
              </a:rPr>
              <a:t>does not hold in ordinary</a:t>
            </a:r>
          </a:p>
          <a:p>
            <a:pPr eaLnBrk="1" hangingPunct="1">
              <a:defRPr/>
            </a:pPr>
            <a:r>
              <a:rPr lang="en-US" dirty="0">
                <a:solidFill>
                  <a:srgbClr val="2B0BB5"/>
                </a:solidFill>
                <a:latin typeface="Arial" charset="0"/>
              </a:rPr>
              <a:t>    algebra.</a:t>
            </a:r>
          </a:p>
          <a:p>
            <a:pPr eaLnBrk="1" hangingPunct="1">
              <a:defRPr/>
            </a:pPr>
            <a:r>
              <a:rPr lang="en-US" dirty="0">
                <a:solidFill>
                  <a:srgbClr val="2B0BB5"/>
                </a:solidFill>
                <a:latin typeface="Arial" charset="0"/>
              </a:rPr>
              <a:t>3. </a:t>
            </a:r>
            <a:r>
              <a:rPr lang="en-US" b="1" dirty="0">
                <a:solidFill>
                  <a:srgbClr val="2B0BB5"/>
                </a:solidFill>
                <a:latin typeface="Arial" charset="0"/>
              </a:rPr>
              <a:t>Complementing law does not hold in ordinary algebra</a:t>
            </a:r>
            <a:r>
              <a:rPr lang="en-US" dirty="0">
                <a:solidFill>
                  <a:srgbClr val="2B0BB5"/>
                </a:solidFill>
                <a:latin typeface="Arial" charset="0"/>
              </a:rPr>
              <a:t>, i.e., there is no</a:t>
            </a:r>
          </a:p>
          <a:p>
            <a:pPr eaLnBrk="1" hangingPunct="1">
              <a:defRPr/>
            </a:pPr>
            <a:r>
              <a:rPr lang="en-US" dirty="0">
                <a:solidFill>
                  <a:srgbClr val="2B0BB5"/>
                </a:solidFill>
                <a:latin typeface="Arial" charset="0"/>
              </a:rPr>
              <a:t>    equivalent of the unary operator (NOT operation) in ordinary algebra.</a:t>
            </a:r>
          </a:p>
          <a:p>
            <a:pPr eaLnBrk="1" hangingPunct="1">
              <a:defRPr/>
            </a:pPr>
            <a:r>
              <a:rPr lang="en-US" dirty="0">
                <a:solidFill>
                  <a:srgbClr val="2B0BB5"/>
                </a:solidFill>
                <a:latin typeface="Arial" charset="0"/>
              </a:rPr>
              <a:t>4. </a:t>
            </a:r>
            <a:r>
              <a:rPr lang="en-US" b="1" dirty="0">
                <a:solidFill>
                  <a:srgbClr val="2B0BB5"/>
                </a:solidFill>
                <a:latin typeface="Arial" charset="0"/>
              </a:rPr>
              <a:t>Boolean algebra does not have the additive inverse and multiplicative </a:t>
            </a:r>
          </a:p>
          <a:p>
            <a:pPr eaLnBrk="1" hangingPunct="1">
              <a:defRPr/>
            </a:pPr>
            <a:r>
              <a:rPr lang="en-US" b="1" dirty="0">
                <a:solidFill>
                  <a:srgbClr val="2B0BB5"/>
                </a:solidFill>
                <a:latin typeface="Arial" charset="0"/>
              </a:rPr>
              <a:t>    inverse </a:t>
            </a:r>
            <a:r>
              <a:rPr lang="en-US" dirty="0">
                <a:solidFill>
                  <a:srgbClr val="2B0BB5"/>
                </a:solidFill>
                <a:latin typeface="Arial" charset="0"/>
              </a:rPr>
              <a:t>due to which no subtraction or division operations exist.</a:t>
            </a:r>
          </a:p>
          <a:p>
            <a:pPr eaLnBrk="1" hangingPunct="1">
              <a:defRPr/>
            </a:pPr>
            <a:r>
              <a:rPr lang="en-US" dirty="0">
                <a:solidFill>
                  <a:srgbClr val="2B0BB5"/>
                </a:solidFill>
                <a:latin typeface="Arial" charset="0"/>
              </a:rPr>
              <a:t>5. </a:t>
            </a:r>
            <a:r>
              <a:rPr lang="en-US" b="1" dirty="0">
                <a:solidFill>
                  <a:srgbClr val="2B0BB5"/>
                </a:solidFill>
                <a:latin typeface="Arial" charset="0"/>
              </a:rPr>
              <a:t>Boolean algebra has only finite set of elements </a:t>
            </a:r>
            <a:r>
              <a:rPr lang="en-US" dirty="0">
                <a:solidFill>
                  <a:srgbClr val="2B0BB5"/>
                </a:solidFill>
                <a:latin typeface="Arial" charset="0"/>
              </a:rPr>
              <a:t>where as the ordinary </a:t>
            </a:r>
          </a:p>
          <a:p>
            <a:pPr eaLnBrk="1" hangingPunct="1">
              <a:defRPr/>
            </a:pPr>
            <a:r>
              <a:rPr lang="en-US" dirty="0">
                <a:solidFill>
                  <a:srgbClr val="2B0BB5"/>
                </a:solidFill>
                <a:latin typeface="Arial" charset="0"/>
              </a:rPr>
              <a:t>    algebra deals with real numbers which constitute a set with infinite number of</a:t>
            </a:r>
          </a:p>
          <a:p>
            <a:pPr eaLnBrk="1" hangingPunct="1">
              <a:defRPr/>
            </a:pPr>
            <a:r>
              <a:rPr lang="en-US" dirty="0">
                <a:solidFill>
                  <a:srgbClr val="2B0BB5"/>
                </a:solidFill>
                <a:latin typeface="Arial" charset="0"/>
              </a:rPr>
              <a:t>    elements. </a:t>
            </a:r>
          </a:p>
          <a:p>
            <a:pPr marL="225425" indent="-225425">
              <a:buFont typeface="Wingdings" pitchFamily="2" charset="2"/>
              <a:buChar char="Ø"/>
              <a:defRPr/>
            </a:pPr>
            <a:r>
              <a:rPr lang="en-US" dirty="0">
                <a:solidFill>
                  <a:srgbClr val="C00000"/>
                </a:solidFill>
                <a:latin typeface="Arial" charset="0"/>
              </a:rPr>
              <a:t>Switching algebra, a special class of Boolean algebra however, deals with two valued elements</a:t>
            </a:r>
            <a:r>
              <a:rPr lang="en-US" dirty="0">
                <a:solidFill>
                  <a:srgbClr val="2B0BB5"/>
                </a:solidFill>
                <a:latin typeface="Arial" charset="0"/>
              </a:rPr>
              <a:t>. </a:t>
            </a:r>
          </a:p>
          <a:p>
            <a:pPr marL="225425" indent="-225425">
              <a:buFont typeface="Wingdings" pitchFamily="2" charset="2"/>
              <a:buChar char="Ø"/>
              <a:defRPr/>
            </a:pPr>
            <a:r>
              <a:rPr lang="en-US" dirty="0">
                <a:solidFill>
                  <a:srgbClr val="C00000"/>
                </a:solidFill>
                <a:latin typeface="Arial" charset="0"/>
              </a:rPr>
              <a:t>In Boolean algebra the elements should have the values 0 and 1 only.</a:t>
            </a:r>
          </a:p>
        </p:txBody>
      </p:sp>
      <p:sp>
        <p:nvSpPr>
          <p:cNvPr id="49155" name="Rectangle 2">
            <a:extLst>
              <a:ext uri="{FF2B5EF4-FFF2-40B4-BE49-F238E27FC236}">
                <a16:creationId xmlns:a16="http://schemas.microsoft.com/office/drawing/2014/main" id="{03CE3E32-8E91-44F1-8936-2CF7EFE29F6C}"/>
              </a:ext>
            </a:extLst>
          </p:cNvPr>
          <p:cNvSpPr>
            <a:spLocks noChangeArrowheads="1"/>
          </p:cNvSpPr>
          <p:nvPr/>
        </p:nvSpPr>
        <p:spPr bwMode="auto">
          <a:xfrm>
            <a:off x="3886200" y="87314"/>
            <a:ext cx="419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Boolean algebra Vs ordinary algebra </a:t>
            </a:r>
            <a:endParaRPr lang="en-US" altLang="en-US" sz="1800" u="sng">
              <a:solidFill>
                <a:srgbClr val="FF0000"/>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a:extLst>
              <a:ext uri="{FF2B5EF4-FFF2-40B4-BE49-F238E27FC236}">
                <a16:creationId xmlns:a16="http://schemas.microsoft.com/office/drawing/2014/main" id="{FBCE80B4-82EE-449D-9250-43B5BEDFA1DC}"/>
              </a:ext>
            </a:extLst>
          </p:cNvPr>
          <p:cNvSpPr>
            <a:spLocks noChangeArrowheads="1"/>
          </p:cNvSpPr>
          <p:nvPr/>
        </p:nvSpPr>
        <p:spPr bwMode="auto">
          <a:xfrm>
            <a:off x="4343400" y="76200"/>
            <a:ext cx="3595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Two – Valued Boolean Algebra:</a:t>
            </a:r>
            <a:endParaRPr lang="en-US" altLang="en-US" sz="1800" u="sng">
              <a:solidFill>
                <a:srgbClr val="FF0000"/>
              </a:solidFill>
              <a:latin typeface="Arial" panose="020B0604020202020204" pitchFamily="34" charset="0"/>
            </a:endParaRPr>
          </a:p>
        </p:txBody>
      </p:sp>
      <p:sp>
        <p:nvSpPr>
          <p:cNvPr id="3" name="Rectangle 2">
            <a:extLst>
              <a:ext uri="{FF2B5EF4-FFF2-40B4-BE49-F238E27FC236}">
                <a16:creationId xmlns:a16="http://schemas.microsoft.com/office/drawing/2014/main" id="{088A8F60-2699-4DC6-85FD-03327C927839}"/>
              </a:ext>
            </a:extLst>
          </p:cNvPr>
          <p:cNvSpPr/>
          <p:nvPr/>
        </p:nvSpPr>
        <p:spPr>
          <a:xfrm>
            <a:off x="1905000" y="457200"/>
            <a:ext cx="8229600" cy="1200150"/>
          </a:xfrm>
          <a:prstGeom prst="rect">
            <a:avLst/>
          </a:prstGeom>
        </p:spPr>
        <p:txBody>
          <a:bodyPr>
            <a:spAutoFit/>
          </a:bodyPr>
          <a:lstStyle/>
          <a:p>
            <a:pPr marL="225425" indent="-225425" algn="just">
              <a:buFont typeface="Wingdings" pitchFamily="2" charset="2"/>
              <a:buChar char="Ø"/>
              <a:defRPr/>
            </a:pPr>
            <a:r>
              <a:rPr lang="en-US" dirty="0">
                <a:solidFill>
                  <a:srgbClr val="6600FF"/>
                </a:solidFill>
                <a:latin typeface="Arial" charset="0"/>
              </a:rPr>
              <a:t>The postulates of </a:t>
            </a:r>
            <a:r>
              <a:rPr lang="en-US" b="1" dirty="0">
                <a:solidFill>
                  <a:srgbClr val="C00000"/>
                </a:solidFill>
                <a:latin typeface="Arial" charset="0"/>
              </a:rPr>
              <a:t>special class of Boolean algebra known as </a:t>
            </a:r>
            <a:r>
              <a:rPr lang="en-US" b="1" u="sng" dirty="0">
                <a:solidFill>
                  <a:srgbClr val="C00000"/>
                </a:solidFill>
                <a:latin typeface="Arial" charset="0"/>
              </a:rPr>
              <a:t>two valued Boolean algebra</a:t>
            </a:r>
            <a:r>
              <a:rPr lang="en-US" u="sng" dirty="0">
                <a:solidFill>
                  <a:srgbClr val="6600FF"/>
                </a:solidFill>
                <a:latin typeface="Arial" charset="0"/>
              </a:rPr>
              <a:t> </a:t>
            </a:r>
            <a:r>
              <a:rPr lang="en-US" dirty="0">
                <a:solidFill>
                  <a:srgbClr val="6600FF"/>
                </a:solidFill>
                <a:latin typeface="Arial" charset="0"/>
              </a:rPr>
              <a:t>or </a:t>
            </a:r>
            <a:r>
              <a:rPr lang="en-US" u="sng" dirty="0">
                <a:solidFill>
                  <a:srgbClr val="C00000"/>
                </a:solidFill>
                <a:latin typeface="Arial" charset="0"/>
              </a:rPr>
              <a:t>switching algebra, if a set of two elements 0 &amp; 1 </a:t>
            </a:r>
            <a:r>
              <a:rPr lang="en-US" dirty="0">
                <a:solidFill>
                  <a:srgbClr val="6600FF"/>
                </a:solidFill>
                <a:latin typeface="Arial" charset="0"/>
              </a:rPr>
              <a:t>are assumed. </a:t>
            </a:r>
          </a:p>
          <a:p>
            <a:pPr eaLnBrk="1" hangingPunct="1">
              <a:defRPr/>
            </a:pPr>
            <a:r>
              <a:rPr lang="en-US" dirty="0">
                <a:solidFill>
                  <a:srgbClr val="C00000"/>
                </a:solidFill>
                <a:latin typeface="Arial" charset="0"/>
              </a:rPr>
              <a:t>The postulates are summarized below: </a:t>
            </a:r>
            <a:r>
              <a:rPr lang="en-US" dirty="0">
                <a:solidFill>
                  <a:srgbClr val="2B0BB5"/>
                </a:solidFill>
                <a:latin typeface="Arial" charset="0"/>
              </a:rPr>
              <a:t>This first group is rather intuitive</a:t>
            </a:r>
            <a:r>
              <a:rPr lang="en-US" dirty="0">
                <a:latin typeface="Arial" charset="0"/>
              </a:rPr>
              <a:t>:</a:t>
            </a:r>
            <a:endParaRPr lang="en-US" dirty="0">
              <a:solidFill>
                <a:srgbClr val="C00000"/>
              </a:solidFill>
              <a:latin typeface="Arial" charset="0"/>
            </a:endParaRPr>
          </a:p>
        </p:txBody>
      </p:sp>
      <p:pic>
        <p:nvPicPr>
          <p:cNvPr id="50180" name="Picture 2">
            <a:extLst>
              <a:ext uri="{FF2B5EF4-FFF2-40B4-BE49-F238E27FC236}">
                <a16:creationId xmlns:a16="http://schemas.microsoft.com/office/drawing/2014/main" id="{6F97B8EF-BE2B-4FAB-9040-0DD2F6CC7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5698"/>
          <a:stretch>
            <a:fillRect/>
          </a:stretch>
        </p:blipFill>
        <p:spPr bwMode="auto">
          <a:xfrm>
            <a:off x="3810000" y="1643064"/>
            <a:ext cx="4495800"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4">
            <a:extLst>
              <a:ext uri="{FF2B5EF4-FFF2-40B4-BE49-F238E27FC236}">
                <a16:creationId xmlns:a16="http://schemas.microsoft.com/office/drawing/2014/main" id="{0C7466E2-8D30-4D85-9518-2A4A878111B5}"/>
              </a:ext>
            </a:extLst>
          </p:cNvPr>
          <p:cNvSpPr>
            <a:spLocks noChangeArrowheads="1"/>
          </p:cNvSpPr>
          <p:nvPr/>
        </p:nvSpPr>
        <p:spPr bwMode="auto">
          <a:xfrm>
            <a:off x="1981200" y="3200400"/>
            <a:ext cx="586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These postulates are also given in the general form as:</a:t>
            </a:r>
          </a:p>
        </p:txBody>
      </p:sp>
      <p:pic>
        <p:nvPicPr>
          <p:cNvPr id="50182" name="Picture 3">
            <a:extLst>
              <a:ext uri="{FF2B5EF4-FFF2-40B4-BE49-F238E27FC236}">
                <a16:creationId xmlns:a16="http://schemas.microsoft.com/office/drawing/2014/main" id="{8A88568C-28FB-4927-BD1F-3CBB6EE76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581400"/>
            <a:ext cx="14287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4">
            <a:extLst>
              <a:ext uri="{FF2B5EF4-FFF2-40B4-BE49-F238E27FC236}">
                <a16:creationId xmlns:a16="http://schemas.microsoft.com/office/drawing/2014/main" id="{E75B1751-0E44-4C0E-BE99-F72CE2978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81401"/>
            <a:ext cx="11620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9">
            <a:extLst>
              <a:ext uri="{FF2B5EF4-FFF2-40B4-BE49-F238E27FC236}">
                <a16:creationId xmlns:a16="http://schemas.microsoft.com/office/drawing/2014/main" id="{CC63B7C1-5D51-4E27-9C66-061E8B79A1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4537076"/>
            <a:ext cx="49530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a:extLst>
              <a:ext uri="{FF2B5EF4-FFF2-40B4-BE49-F238E27FC236}">
                <a16:creationId xmlns:a16="http://schemas.microsoft.com/office/drawing/2014/main" id="{B918579F-DA7C-46BD-874B-D5D6A9044568}"/>
              </a:ext>
            </a:extLst>
          </p:cNvPr>
          <p:cNvSpPr>
            <a:spLocks noChangeArrowheads="1"/>
          </p:cNvSpPr>
          <p:nvPr/>
        </p:nvSpPr>
        <p:spPr bwMode="auto">
          <a:xfrm>
            <a:off x="3657601" y="1"/>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sp>
        <p:nvSpPr>
          <p:cNvPr id="51203" name="Rectangle 2">
            <a:extLst>
              <a:ext uri="{FF2B5EF4-FFF2-40B4-BE49-F238E27FC236}">
                <a16:creationId xmlns:a16="http://schemas.microsoft.com/office/drawing/2014/main" id="{D84F2911-4D63-4366-B4D8-187CA13A32F3}"/>
              </a:ext>
            </a:extLst>
          </p:cNvPr>
          <p:cNvSpPr>
            <a:spLocks noChangeArrowheads="1"/>
          </p:cNvSpPr>
          <p:nvPr/>
        </p:nvSpPr>
        <p:spPr bwMode="auto">
          <a:xfrm>
            <a:off x="2057400" y="457200"/>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The following are the general theorems or rules of Boolean algebra:</a:t>
            </a:r>
          </a:p>
        </p:txBody>
      </p:sp>
      <p:pic>
        <p:nvPicPr>
          <p:cNvPr id="51204" name="Picture 2">
            <a:extLst>
              <a:ext uri="{FF2B5EF4-FFF2-40B4-BE49-F238E27FC236}">
                <a16:creationId xmlns:a16="http://schemas.microsoft.com/office/drawing/2014/main" id="{B4912889-1865-4417-A21E-1C152D2B03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838200"/>
            <a:ext cx="80295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5" name="Group 7">
            <a:extLst>
              <a:ext uri="{FF2B5EF4-FFF2-40B4-BE49-F238E27FC236}">
                <a16:creationId xmlns:a16="http://schemas.microsoft.com/office/drawing/2014/main" id="{980B7927-C3ED-4DF8-8C9E-D87F038857CD}"/>
              </a:ext>
            </a:extLst>
          </p:cNvPr>
          <p:cNvGrpSpPr>
            <a:grpSpLocks/>
          </p:cNvGrpSpPr>
          <p:nvPr/>
        </p:nvGrpSpPr>
        <p:grpSpPr bwMode="auto">
          <a:xfrm>
            <a:off x="2133600" y="2438400"/>
            <a:ext cx="8001000" cy="1506538"/>
            <a:chOff x="609600" y="2895600"/>
            <a:chExt cx="8001000" cy="1506355"/>
          </a:xfrm>
        </p:grpSpPr>
        <p:pic>
          <p:nvPicPr>
            <p:cNvPr id="51208" name="Picture 3">
              <a:extLst>
                <a:ext uri="{FF2B5EF4-FFF2-40B4-BE49-F238E27FC236}">
                  <a16:creationId xmlns:a16="http://schemas.microsoft.com/office/drawing/2014/main" id="{F0F90F5C-158B-4542-B883-1ECC57565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895600"/>
              <a:ext cx="80010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Picture 4">
              <a:extLst>
                <a:ext uri="{FF2B5EF4-FFF2-40B4-BE49-F238E27FC236}">
                  <a16:creationId xmlns:a16="http://schemas.microsoft.com/office/drawing/2014/main" id="{F9391C19-D20F-4AEC-B862-F77CE55FC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535180"/>
              <a:ext cx="80010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206" name="Picture 5">
            <a:extLst>
              <a:ext uri="{FF2B5EF4-FFF2-40B4-BE49-F238E27FC236}">
                <a16:creationId xmlns:a16="http://schemas.microsoft.com/office/drawing/2014/main" id="{4F076E17-81E8-47A1-BDEA-213E17D2D8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26" y="3962400"/>
            <a:ext cx="79914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Rectangle 8">
            <a:extLst>
              <a:ext uri="{FF2B5EF4-FFF2-40B4-BE49-F238E27FC236}">
                <a16:creationId xmlns:a16="http://schemas.microsoft.com/office/drawing/2014/main" id="{8BBCF826-A125-4671-944A-8EFCD28B429F}"/>
              </a:ext>
            </a:extLst>
          </p:cNvPr>
          <p:cNvSpPr>
            <a:spLocks noChangeArrowheads="1"/>
          </p:cNvSpPr>
          <p:nvPr/>
        </p:nvSpPr>
        <p:spPr bwMode="auto">
          <a:xfrm>
            <a:off x="1981200" y="6381750"/>
            <a:ext cx="731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latin typeface="Arial" panose="020B0604020202020204" pitchFamily="34" charset="0"/>
              </a:rPr>
              <a:t>This theorem 3 (a) and (b) is also called as absorption theorem</a:t>
            </a:r>
            <a:r>
              <a:rPr lang="en-US" altLang="en-US" sz="1800">
                <a:latin typeface="Arial" panose="020B0604020202020204"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a:extLst>
              <a:ext uri="{FF2B5EF4-FFF2-40B4-BE49-F238E27FC236}">
                <a16:creationId xmlns:a16="http://schemas.microsoft.com/office/drawing/2014/main" id="{4F9F45EA-0990-4C38-83CB-A9658B2E780F}"/>
              </a:ext>
            </a:extLst>
          </p:cNvPr>
          <p:cNvSpPr>
            <a:spLocks noChangeArrowheads="1"/>
          </p:cNvSpPr>
          <p:nvPr/>
        </p:nvSpPr>
        <p:spPr bwMode="auto">
          <a:xfrm>
            <a:off x="1828800" y="4572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Corollary of the absorption theorem is given as follows:</a:t>
            </a:r>
          </a:p>
        </p:txBody>
      </p:sp>
      <p:sp>
        <p:nvSpPr>
          <p:cNvPr id="52227" name="Rectangle 2">
            <a:extLst>
              <a:ext uri="{FF2B5EF4-FFF2-40B4-BE49-F238E27FC236}">
                <a16:creationId xmlns:a16="http://schemas.microsoft.com/office/drawing/2014/main" id="{6BD6B622-69EE-4ADC-89A2-D5BF8AE5983B}"/>
              </a:ext>
            </a:extLst>
          </p:cNvPr>
          <p:cNvSpPr>
            <a:spLocks noChangeArrowheads="1"/>
          </p:cNvSpPr>
          <p:nvPr/>
        </p:nvSpPr>
        <p:spPr bwMode="auto">
          <a:xfrm>
            <a:off x="3657601" y="1"/>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pic>
        <p:nvPicPr>
          <p:cNvPr id="52228" name="Picture 2">
            <a:extLst>
              <a:ext uri="{FF2B5EF4-FFF2-40B4-BE49-F238E27FC236}">
                <a16:creationId xmlns:a16="http://schemas.microsoft.com/office/drawing/2014/main" id="{433E44CE-439E-4AAA-9B3C-00E211E19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838200"/>
            <a:ext cx="2276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3">
            <a:extLst>
              <a:ext uri="{FF2B5EF4-FFF2-40B4-BE49-F238E27FC236}">
                <a16:creationId xmlns:a16="http://schemas.microsoft.com/office/drawing/2014/main" id="{9E63A60C-2509-4EFE-83C6-6DF8154AB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838200"/>
            <a:ext cx="245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4">
            <a:extLst>
              <a:ext uri="{FF2B5EF4-FFF2-40B4-BE49-F238E27FC236}">
                <a16:creationId xmlns:a16="http://schemas.microsoft.com/office/drawing/2014/main" id="{D248DA4C-F1E6-4C48-934F-862FA2F2BB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6" y="1314450"/>
            <a:ext cx="82010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31" name="Group 9">
            <a:extLst>
              <a:ext uri="{FF2B5EF4-FFF2-40B4-BE49-F238E27FC236}">
                <a16:creationId xmlns:a16="http://schemas.microsoft.com/office/drawing/2014/main" id="{CFE0AAA0-AD9B-4482-9AFB-03A2314BA8FF}"/>
              </a:ext>
            </a:extLst>
          </p:cNvPr>
          <p:cNvGrpSpPr>
            <a:grpSpLocks/>
          </p:cNvGrpSpPr>
          <p:nvPr/>
        </p:nvGrpSpPr>
        <p:grpSpPr bwMode="auto">
          <a:xfrm>
            <a:off x="1981201" y="3124200"/>
            <a:ext cx="8181975" cy="2865438"/>
            <a:chOff x="457200" y="3524250"/>
            <a:chExt cx="8181975" cy="2864882"/>
          </a:xfrm>
        </p:grpSpPr>
        <p:pic>
          <p:nvPicPr>
            <p:cNvPr id="52234" name="Picture 5">
              <a:extLst>
                <a:ext uri="{FF2B5EF4-FFF2-40B4-BE49-F238E27FC236}">
                  <a16:creationId xmlns:a16="http://schemas.microsoft.com/office/drawing/2014/main" id="{6B9F93D3-13D5-4B9B-8C5C-BF4427B76E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524250"/>
              <a:ext cx="81819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5" name="Picture 6">
              <a:extLst>
                <a:ext uri="{FF2B5EF4-FFF2-40B4-BE49-F238E27FC236}">
                  <a16:creationId xmlns:a16="http://schemas.microsoft.com/office/drawing/2014/main" id="{A9A38CFF-64C3-4540-A119-DE8CCE7BEB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943350"/>
              <a:ext cx="81534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6" name="Rectangle 8">
              <a:extLst>
                <a:ext uri="{FF2B5EF4-FFF2-40B4-BE49-F238E27FC236}">
                  <a16:creationId xmlns:a16="http://schemas.microsoft.com/office/drawing/2014/main" id="{27185F7C-8291-4CF5-A633-D2D29660414C}"/>
                </a:ext>
              </a:extLst>
            </p:cNvPr>
            <p:cNvSpPr>
              <a:spLocks noChangeArrowheads="1"/>
            </p:cNvSpPr>
            <p:nvPr/>
          </p:nvSpPr>
          <p:spPr bwMode="auto">
            <a:xfrm>
              <a:off x="457200" y="6019800"/>
              <a:ext cx="6096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FF0000"/>
                  </a:solidFill>
                  <a:latin typeface="Arial" panose="020B0604020202020204" pitchFamily="34" charset="0"/>
                </a:rPr>
                <a:t>This theorem is also called second absorption theorem.</a:t>
              </a:r>
            </a:p>
          </p:txBody>
        </p:sp>
      </p:grpSp>
      <p:sp>
        <p:nvSpPr>
          <p:cNvPr id="52232" name="Rectangle 1">
            <a:extLst>
              <a:ext uri="{FF2B5EF4-FFF2-40B4-BE49-F238E27FC236}">
                <a16:creationId xmlns:a16="http://schemas.microsoft.com/office/drawing/2014/main" id="{9AD1B78E-8069-4187-9E01-7DFDA93DEEF6}"/>
              </a:ext>
            </a:extLst>
          </p:cNvPr>
          <p:cNvSpPr>
            <a:spLocks noChangeArrowheads="1"/>
          </p:cNvSpPr>
          <p:nvPr/>
        </p:nvSpPr>
        <p:spPr bwMode="auto">
          <a:xfrm>
            <a:off x="1981200" y="5991225"/>
            <a:ext cx="548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FF0000"/>
                </a:solidFill>
                <a:latin typeface="Arial" panose="020B0604020202020204" pitchFamily="34" charset="0"/>
              </a:rPr>
              <a:t>Corollary of theorem 5 is given as</a:t>
            </a:r>
          </a:p>
        </p:txBody>
      </p:sp>
      <p:pic>
        <p:nvPicPr>
          <p:cNvPr id="52233" name="Picture 2">
            <a:extLst>
              <a:ext uri="{FF2B5EF4-FFF2-40B4-BE49-F238E27FC236}">
                <a16:creationId xmlns:a16="http://schemas.microsoft.com/office/drawing/2014/main" id="{A27E69DA-55E2-4E29-8A70-6E7EFD7B58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6448426"/>
            <a:ext cx="5562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CC3A178-68FC-433F-9083-9F5A28275184}"/>
              </a:ext>
            </a:extLst>
          </p:cNvPr>
          <p:cNvSpPr>
            <a:spLocks noChangeArrowheads="1"/>
          </p:cNvSpPr>
          <p:nvPr/>
        </p:nvSpPr>
        <p:spPr bwMode="auto">
          <a:xfrm>
            <a:off x="3657601" y="-76200"/>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pic>
        <p:nvPicPr>
          <p:cNvPr id="53251" name="Picture 3">
            <a:extLst>
              <a:ext uri="{FF2B5EF4-FFF2-40B4-BE49-F238E27FC236}">
                <a16:creationId xmlns:a16="http://schemas.microsoft.com/office/drawing/2014/main" id="{D24B4960-AE11-4E39-B47B-74A165FCB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381001"/>
            <a:ext cx="844867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4">
            <a:extLst>
              <a:ext uri="{FF2B5EF4-FFF2-40B4-BE49-F238E27FC236}">
                <a16:creationId xmlns:a16="http://schemas.microsoft.com/office/drawing/2014/main" id="{30D557DD-85FC-4607-9D62-33BE5C719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447801"/>
            <a:ext cx="83915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5">
            <a:extLst>
              <a:ext uri="{FF2B5EF4-FFF2-40B4-BE49-F238E27FC236}">
                <a16:creationId xmlns:a16="http://schemas.microsoft.com/office/drawing/2014/main" id="{398056E1-42A7-4472-9C0E-3FEC80E3F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027238"/>
            <a:ext cx="58674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a:extLst>
              <a:ext uri="{FF2B5EF4-FFF2-40B4-BE49-F238E27FC236}">
                <a16:creationId xmlns:a16="http://schemas.microsoft.com/office/drawing/2014/main" id="{B45D66E9-1ADE-4C34-9F9D-8BCD33DF2D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7664" y="3629026"/>
            <a:ext cx="90201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3">
            <a:extLst>
              <a:ext uri="{FF2B5EF4-FFF2-40B4-BE49-F238E27FC236}">
                <a16:creationId xmlns:a16="http://schemas.microsoft.com/office/drawing/2014/main" id="{0100961C-BC5E-4EE7-B73B-D55ABB06C6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6065838"/>
            <a:ext cx="6019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2">
            <a:extLst>
              <a:ext uri="{FF2B5EF4-FFF2-40B4-BE49-F238E27FC236}">
                <a16:creationId xmlns:a16="http://schemas.microsoft.com/office/drawing/2014/main" id="{640A7D8C-2045-495D-9EAD-BB97D6807F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5288" y="5715000"/>
            <a:ext cx="55435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2EB37ABC-C6E9-4917-8782-24668F90B05C}"/>
              </a:ext>
            </a:extLst>
          </p:cNvPr>
          <p:cNvSpPr>
            <a:spLocks noGrp="1"/>
          </p:cNvSpPr>
          <p:nvPr>
            <p:ph type="title"/>
          </p:nvPr>
        </p:nvSpPr>
        <p:spPr>
          <a:xfrm>
            <a:off x="1981200" y="1"/>
            <a:ext cx="8229600" cy="487363"/>
          </a:xfrm>
        </p:spPr>
        <p:txBody>
          <a:bodyPr>
            <a:normAutofit fontScale="90000"/>
          </a:bodyPr>
          <a:lstStyle/>
          <a:p>
            <a:r>
              <a:rPr lang="en-US" altLang="en-US" sz="3200" u="sng">
                <a:solidFill>
                  <a:srgbClr val="FF0000"/>
                </a:solidFill>
              </a:rPr>
              <a:t>DeMorgan’s Theorem</a:t>
            </a:r>
          </a:p>
        </p:txBody>
      </p:sp>
      <p:pic>
        <p:nvPicPr>
          <p:cNvPr id="38916" name="Picture 4">
            <a:extLst>
              <a:ext uri="{FF2B5EF4-FFF2-40B4-BE49-F238E27FC236}">
                <a16:creationId xmlns:a16="http://schemas.microsoft.com/office/drawing/2014/main" id="{469EC82D-27DE-4ECB-A9AA-894B8680F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143000"/>
            <a:ext cx="5773738"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5">
            <a:extLst>
              <a:ext uri="{FF2B5EF4-FFF2-40B4-BE49-F238E27FC236}">
                <a16:creationId xmlns:a16="http://schemas.microsoft.com/office/drawing/2014/main" id="{13F3E687-9337-4B40-A872-21F32A81C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038600"/>
            <a:ext cx="57975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515AD94-BEB4-4F39-982A-8A88F0EE0480}"/>
              </a:ext>
            </a:extLst>
          </p:cNvPr>
          <p:cNvSpPr txBox="1">
            <a:spLocks noChangeArrowheads="1"/>
          </p:cNvSpPr>
          <p:nvPr/>
        </p:nvSpPr>
        <p:spPr bwMode="auto">
          <a:xfrm>
            <a:off x="2640014" y="2438400"/>
            <a:ext cx="6884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A NAND gate is equivalent to an inversion followed by an OR</a:t>
            </a:r>
          </a:p>
        </p:txBody>
      </p:sp>
      <p:sp>
        <p:nvSpPr>
          <p:cNvPr id="3" name="TextBox 2">
            <a:extLst>
              <a:ext uri="{FF2B5EF4-FFF2-40B4-BE49-F238E27FC236}">
                <a16:creationId xmlns:a16="http://schemas.microsoft.com/office/drawing/2014/main" id="{AAE90B3B-A573-4D3B-86B6-CCF1C7FA7419}"/>
              </a:ext>
            </a:extLst>
          </p:cNvPr>
          <p:cNvSpPr txBox="1">
            <a:spLocks noChangeArrowheads="1"/>
          </p:cNvSpPr>
          <p:nvPr/>
        </p:nvSpPr>
        <p:spPr bwMode="auto">
          <a:xfrm>
            <a:off x="2894013" y="5641975"/>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A NOR gate is equivalent to an inversion followed by and AND</a:t>
            </a:r>
          </a:p>
        </p:txBody>
      </p:sp>
      <p:sp>
        <p:nvSpPr>
          <p:cNvPr id="54279" name="Rectangle 6">
            <a:extLst>
              <a:ext uri="{FF2B5EF4-FFF2-40B4-BE49-F238E27FC236}">
                <a16:creationId xmlns:a16="http://schemas.microsoft.com/office/drawing/2014/main" id="{E0D41ECD-556A-4041-93D9-8B254660C4F6}"/>
              </a:ext>
            </a:extLst>
          </p:cNvPr>
          <p:cNvSpPr>
            <a:spLocks noChangeArrowheads="1"/>
          </p:cNvSpPr>
          <p:nvPr/>
        </p:nvSpPr>
        <p:spPr bwMode="auto">
          <a:xfrm>
            <a:off x="1752600" y="533401"/>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(a) </a:t>
            </a:r>
            <a:r>
              <a:rPr lang="en-US" altLang="en-US" sz="1800" b="1">
                <a:solidFill>
                  <a:srgbClr val="7030A0"/>
                </a:solidFill>
                <a:latin typeface="Arial" panose="020B0604020202020204" pitchFamily="34" charset="0"/>
              </a:rPr>
              <a:t>Complement of product of two or more Boolean numbers is equivalent to sum of complement of those Boolean numbers</a:t>
            </a:r>
          </a:p>
        </p:txBody>
      </p:sp>
      <p:sp>
        <p:nvSpPr>
          <p:cNvPr id="54280" name="Rectangle 7">
            <a:extLst>
              <a:ext uri="{FF2B5EF4-FFF2-40B4-BE49-F238E27FC236}">
                <a16:creationId xmlns:a16="http://schemas.microsoft.com/office/drawing/2014/main" id="{C5B17035-844C-416C-92A4-63489570BF64}"/>
              </a:ext>
            </a:extLst>
          </p:cNvPr>
          <p:cNvSpPr>
            <a:spLocks noChangeArrowheads="1"/>
          </p:cNvSpPr>
          <p:nvPr/>
        </p:nvSpPr>
        <p:spPr bwMode="auto">
          <a:xfrm>
            <a:off x="1752600" y="3048001"/>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(b) </a:t>
            </a:r>
            <a:r>
              <a:rPr lang="en-US" altLang="en-US" sz="1800" b="1">
                <a:solidFill>
                  <a:srgbClr val="7030A0"/>
                </a:solidFill>
                <a:latin typeface="Arial" panose="020B0604020202020204" pitchFamily="34" charset="0"/>
              </a:rPr>
              <a:t>Complement of sum of two or more Boolean numbers is equivalent to product of complement of those Boolean numbers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ppt_x"/>
                                          </p:val>
                                        </p:tav>
                                        <p:tav tm="100000">
                                          <p:val>
                                            <p:strVal val="#ppt_x"/>
                                          </p:val>
                                        </p:tav>
                                      </p:tavLst>
                                    </p:anim>
                                    <p:anim calcmode="lin" valueType="num">
                                      <p:cBhvr additive="base">
                                        <p:cTn id="20"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1E545B69-C20D-4DA9-89C5-C31EECB0238A}"/>
              </a:ext>
            </a:extLst>
          </p:cNvPr>
          <p:cNvSpPr>
            <a:spLocks noGrp="1"/>
          </p:cNvSpPr>
          <p:nvPr>
            <p:ph type="title"/>
          </p:nvPr>
        </p:nvSpPr>
        <p:spPr>
          <a:xfrm>
            <a:off x="1981200" y="1"/>
            <a:ext cx="8229600" cy="487363"/>
          </a:xfrm>
        </p:spPr>
        <p:txBody>
          <a:bodyPr>
            <a:normAutofit fontScale="90000"/>
          </a:bodyPr>
          <a:lstStyle/>
          <a:p>
            <a:r>
              <a:rPr lang="en-US" altLang="en-US" sz="3200" u="sng">
                <a:solidFill>
                  <a:srgbClr val="FF0000"/>
                </a:solidFill>
              </a:rPr>
              <a:t>DeMorgan Truth Table</a:t>
            </a:r>
          </a:p>
        </p:txBody>
      </p:sp>
      <p:graphicFrame>
        <p:nvGraphicFramePr>
          <p:cNvPr id="5" name="Table 4">
            <a:extLst>
              <a:ext uri="{FF2B5EF4-FFF2-40B4-BE49-F238E27FC236}">
                <a16:creationId xmlns:a16="http://schemas.microsoft.com/office/drawing/2014/main" id="{F6FC433C-5F30-4D81-9931-0C34E9B4BBCF}"/>
              </a:ext>
            </a:extLst>
          </p:cNvPr>
          <p:cNvGraphicFramePr>
            <a:graphicFrameLocks noGrp="1"/>
          </p:cNvGraphicFramePr>
          <p:nvPr/>
        </p:nvGraphicFramePr>
        <p:xfrm>
          <a:off x="2590801" y="533400"/>
          <a:ext cx="7068407" cy="1981200"/>
        </p:xfrm>
        <a:graphic>
          <a:graphicData uri="http://schemas.openxmlformats.org/drawingml/2006/table">
            <a:tbl>
              <a:tblPr firstRow="1" firstCol="1" bandRow="1">
                <a:tableStyleId>{16D9F66E-5EB9-4882-86FB-DCBF35E3C3E4}</a:tableStyleId>
              </a:tblPr>
              <a:tblGrid>
                <a:gridCol w="731215">
                  <a:extLst>
                    <a:ext uri="{9D8B030D-6E8A-4147-A177-3AD203B41FA5}">
                      <a16:colId xmlns:a16="http://schemas.microsoft.com/office/drawing/2014/main" val="20000"/>
                    </a:ext>
                  </a:extLst>
                </a:gridCol>
                <a:gridCol w="731215">
                  <a:extLst>
                    <a:ext uri="{9D8B030D-6E8A-4147-A177-3AD203B41FA5}">
                      <a16:colId xmlns:a16="http://schemas.microsoft.com/office/drawing/2014/main" val="20001"/>
                    </a:ext>
                  </a:extLst>
                </a:gridCol>
                <a:gridCol w="1218690">
                  <a:extLst>
                    <a:ext uri="{9D8B030D-6E8A-4147-A177-3AD203B41FA5}">
                      <a16:colId xmlns:a16="http://schemas.microsoft.com/office/drawing/2014/main" val="20002"/>
                    </a:ext>
                  </a:extLst>
                </a:gridCol>
                <a:gridCol w="1462429">
                  <a:extLst>
                    <a:ext uri="{9D8B030D-6E8A-4147-A177-3AD203B41FA5}">
                      <a16:colId xmlns:a16="http://schemas.microsoft.com/office/drawing/2014/main" val="20003"/>
                    </a:ext>
                  </a:extLst>
                </a:gridCol>
                <a:gridCol w="1462429">
                  <a:extLst>
                    <a:ext uri="{9D8B030D-6E8A-4147-A177-3AD203B41FA5}">
                      <a16:colId xmlns:a16="http://schemas.microsoft.com/office/drawing/2014/main" val="20004"/>
                    </a:ext>
                  </a:extLst>
                </a:gridCol>
                <a:gridCol w="1462429">
                  <a:extLst>
                    <a:ext uri="{9D8B030D-6E8A-4147-A177-3AD203B41FA5}">
                      <a16:colId xmlns:a16="http://schemas.microsoft.com/office/drawing/2014/main" val="20005"/>
                    </a:ext>
                  </a:extLst>
                </a:gridCol>
              </a:tblGrid>
              <a:tr h="396240">
                <a:tc>
                  <a:txBody>
                    <a:bodyPr/>
                    <a:lstStyle/>
                    <a:p>
                      <a:pPr marL="0" marR="0" algn="ctr">
                        <a:spcBef>
                          <a:spcPts val="0"/>
                        </a:spcBef>
                        <a:spcAft>
                          <a:spcPts val="0"/>
                        </a:spcAft>
                      </a:pPr>
                      <a:r>
                        <a:rPr lang="en-US" sz="1600" dirty="0">
                          <a:effectLst/>
                        </a:rPr>
                        <a:t>A</a:t>
                      </a:r>
                      <a:endParaRPr lang="en-US" sz="1600" dirty="0">
                        <a:solidFill>
                          <a:schemeClr val="tx1"/>
                        </a:solidFill>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B</a:t>
                      </a:r>
                      <a:endParaRPr lang="en-US" sz="1600" dirty="0">
                        <a:solidFill>
                          <a:schemeClr val="tx1"/>
                        </a:solidFill>
                        <a:effectLst/>
                        <a:latin typeface="Arial"/>
                        <a:ea typeface="Calibri"/>
                      </a:endParaRPr>
                    </a:p>
                  </a:txBody>
                  <a:tcPr marL="182804" marR="182804" marT="0" marB="0"/>
                </a:tc>
                <a:tc>
                  <a:txBody>
                    <a:bodyPr/>
                    <a:lstStyle/>
                    <a:p>
                      <a:endParaRPr lang="en-US" sz="1600"/>
                    </a:p>
                  </a:txBody>
                  <a:tcPr marL="182804" marR="182804" marT="0" marB="0">
                    <a:blipFill rotWithShape="1">
                      <a:blip r:embed="rId2"/>
                      <a:stretch>
                        <a:fillRect l="-120000" t="-25000" r="-360000" b="-451250"/>
                      </a:stretch>
                    </a:blipFill>
                  </a:tcPr>
                </a:tc>
                <a:tc>
                  <a:txBody>
                    <a:bodyPr/>
                    <a:lstStyle/>
                    <a:p>
                      <a:endParaRPr lang="en-US" sz="1600"/>
                    </a:p>
                  </a:txBody>
                  <a:tcPr marL="182804" marR="182804" marT="0" marB="0">
                    <a:blipFill rotWithShape="1">
                      <a:blip r:embed="rId2"/>
                      <a:stretch>
                        <a:fillRect l="-183333" t="-25000" r="-200000" b="-451250"/>
                      </a:stretch>
                    </a:blipFill>
                  </a:tcPr>
                </a:tc>
                <a:tc>
                  <a:txBody>
                    <a:bodyPr/>
                    <a:lstStyle/>
                    <a:p>
                      <a:endParaRPr lang="en-US" sz="1600"/>
                    </a:p>
                  </a:txBody>
                  <a:tcPr marL="182804" marR="182804" marT="0" marB="0">
                    <a:blipFill rotWithShape="1">
                      <a:blip r:embed="rId2"/>
                      <a:stretch>
                        <a:fillRect l="-283333" t="-25000" r="-100000" b="-451250"/>
                      </a:stretch>
                    </a:blipFill>
                  </a:tcPr>
                </a:tc>
                <a:tc>
                  <a:txBody>
                    <a:bodyPr/>
                    <a:lstStyle/>
                    <a:p>
                      <a:endParaRPr lang="en-US" sz="1600"/>
                    </a:p>
                  </a:txBody>
                  <a:tcPr marL="182804" marR="182804" marT="0" marB="0">
                    <a:blipFill rotWithShape="1">
                      <a:blip r:embed="rId2"/>
                      <a:stretch>
                        <a:fillRect l="-383333" t="-25000" b="-451250"/>
                      </a:stretch>
                    </a:blipFill>
                  </a:tcPr>
                </a:tc>
                <a:extLst>
                  <a:ext uri="{0D108BD9-81ED-4DB2-BD59-A6C34878D82A}">
                    <a16:rowId xmlns:a16="http://schemas.microsoft.com/office/drawing/2014/main" val="10000"/>
                  </a:ext>
                </a:extLst>
              </a:tr>
              <a:tr h="396240">
                <a:tc>
                  <a:txBody>
                    <a:bodyPr/>
                    <a:lstStyle/>
                    <a:p>
                      <a:pPr marL="0" marR="0" algn="ctr">
                        <a:spcBef>
                          <a:spcPts val="0"/>
                        </a:spcBef>
                        <a:spcAft>
                          <a:spcPts val="0"/>
                        </a:spcAft>
                      </a:pPr>
                      <a:r>
                        <a:rPr lang="en-US" sz="1600" b="0" dirty="0">
                          <a:effectLst/>
                        </a:rPr>
                        <a:t>0</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extLst>
                  <a:ext uri="{0D108BD9-81ED-4DB2-BD59-A6C34878D82A}">
                    <a16:rowId xmlns:a16="http://schemas.microsoft.com/office/drawing/2014/main" val="10001"/>
                  </a:ext>
                </a:extLst>
              </a:tr>
              <a:tr h="396240">
                <a:tc>
                  <a:txBody>
                    <a:bodyPr/>
                    <a:lstStyle/>
                    <a:p>
                      <a:pPr marL="0" marR="0" algn="ctr">
                        <a:spcBef>
                          <a:spcPts val="0"/>
                        </a:spcBef>
                        <a:spcAft>
                          <a:spcPts val="0"/>
                        </a:spcAft>
                      </a:pPr>
                      <a:r>
                        <a:rPr lang="en-US" sz="1600" b="0" dirty="0">
                          <a:effectLst/>
                        </a:rPr>
                        <a:t>0</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2"/>
                  </a:ext>
                </a:extLst>
              </a:tr>
              <a:tr h="396240">
                <a:tc>
                  <a:txBody>
                    <a:bodyPr/>
                    <a:lstStyle/>
                    <a:p>
                      <a:pPr marL="0" marR="0" algn="ctr">
                        <a:spcBef>
                          <a:spcPts val="0"/>
                        </a:spcBef>
                        <a:spcAft>
                          <a:spcPts val="0"/>
                        </a:spcAft>
                      </a:pPr>
                      <a:r>
                        <a:rPr lang="en-US" sz="1600" b="0" dirty="0">
                          <a:effectLst/>
                        </a:rPr>
                        <a:t>1</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3"/>
                  </a:ext>
                </a:extLst>
              </a:tr>
              <a:tr h="396240">
                <a:tc>
                  <a:txBody>
                    <a:bodyPr/>
                    <a:lstStyle/>
                    <a:p>
                      <a:pPr marL="0" marR="0" algn="ctr">
                        <a:spcBef>
                          <a:spcPts val="0"/>
                        </a:spcBef>
                        <a:spcAft>
                          <a:spcPts val="0"/>
                        </a:spcAft>
                      </a:pPr>
                      <a:r>
                        <a:rPr lang="en-US" sz="1600" b="0" dirty="0">
                          <a:effectLst/>
                        </a:rPr>
                        <a:t>1</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4"/>
                  </a:ext>
                </a:extLst>
              </a:tr>
            </a:tbl>
          </a:graphicData>
        </a:graphic>
      </p:graphicFrame>
      <p:sp>
        <p:nvSpPr>
          <p:cNvPr id="55300" name="TextBox 5">
            <a:extLst>
              <a:ext uri="{FF2B5EF4-FFF2-40B4-BE49-F238E27FC236}">
                <a16:creationId xmlns:a16="http://schemas.microsoft.com/office/drawing/2014/main" id="{F0960B2E-0C7E-4821-A5E3-7A0821B2C874}"/>
              </a:ext>
            </a:extLst>
          </p:cNvPr>
          <p:cNvSpPr txBox="1">
            <a:spLocks noChangeArrowheads="1"/>
          </p:cNvSpPr>
          <p:nvPr/>
        </p:nvSpPr>
        <p:spPr bwMode="auto">
          <a:xfrm>
            <a:off x="4267200" y="2524125"/>
            <a:ext cx="1054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NAND</a:t>
            </a:r>
          </a:p>
        </p:txBody>
      </p:sp>
      <p:sp>
        <p:nvSpPr>
          <p:cNvPr id="55301" name="TextBox 6">
            <a:extLst>
              <a:ext uri="{FF2B5EF4-FFF2-40B4-BE49-F238E27FC236}">
                <a16:creationId xmlns:a16="http://schemas.microsoft.com/office/drawing/2014/main" id="{602778DE-F757-4CB7-B29A-1A835EC9B5AA}"/>
              </a:ext>
            </a:extLst>
          </p:cNvPr>
          <p:cNvSpPr txBox="1">
            <a:spLocks noChangeArrowheads="1"/>
          </p:cNvSpPr>
          <p:nvPr/>
        </p:nvSpPr>
        <p:spPr bwMode="auto">
          <a:xfrm>
            <a:off x="7162800" y="2524125"/>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NOR</a:t>
            </a:r>
          </a:p>
        </p:txBody>
      </p:sp>
      <p:sp>
        <p:nvSpPr>
          <p:cNvPr id="6" name="Rectangle 5">
            <a:extLst>
              <a:ext uri="{FF2B5EF4-FFF2-40B4-BE49-F238E27FC236}">
                <a16:creationId xmlns:a16="http://schemas.microsoft.com/office/drawing/2014/main" id="{75F586C9-8FCB-4435-9E47-157280EBF1FE}"/>
              </a:ext>
            </a:extLst>
          </p:cNvPr>
          <p:cNvSpPr/>
          <p:nvPr/>
        </p:nvSpPr>
        <p:spPr>
          <a:xfrm>
            <a:off x="1752600" y="3429000"/>
            <a:ext cx="8763000" cy="3416300"/>
          </a:xfrm>
          <a:prstGeom prst="rect">
            <a:avLst/>
          </a:prstGeom>
        </p:spPr>
        <p:txBody>
          <a:bodyPr>
            <a:spAutoFit/>
          </a:bodyPr>
          <a:lstStyle/>
          <a:p>
            <a:pPr algn="just" eaLnBrk="1" hangingPunct="1">
              <a:defRPr/>
            </a:pPr>
            <a:r>
              <a:rPr lang="en-US" sz="2000" b="1" dirty="0">
                <a:solidFill>
                  <a:srgbClr val="C00000"/>
                </a:solidFill>
                <a:latin typeface="Arial" charset="0"/>
              </a:rPr>
              <a:t>According to this principle</a:t>
            </a:r>
          </a:p>
          <a:p>
            <a:pPr algn="just" eaLnBrk="1" hangingPunct="1">
              <a:defRPr/>
            </a:pPr>
            <a:r>
              <a:rPr lang="en-US" sz="2000" b="1" dirty="0">
                <a:solidFill>
                  <a:srgbClr val="C00000"/>
                </a:solidFill>
                <a:latin typeface="Arial" charset="0"/>
              </a:rPr>
              <a:t>“</a:t>
            </a:r>
            <a:r>
              <a:rPr lang="en-US" sz="2000" b="1" dirty="0">
                <a:solidFill>
                  <a:srgbClr val="7030A0"/>
                </a:solidFill>
                <a:latin typeface="Arial" charset="0"/>
              </a:rPr>
              <a:t>It states that every algebraic expression deducible from the postulates of Boolean algebra remain valid if the operators and the identity elements are interchanged</a:t>
            </a:r>
            <a:r>
              <a:rPr lang="en-US" sz="2000" b="1" dirty="0">
                <a:solidFill>
                  <a:srgbClr val="C00000"/>
                </a:solidFill>
                <a:latin typeface="Arial" charset="0"/>
              </a:rPr>
              <a:t>”</a:t>
            </a:r>
          </a:p>
          <a:p>
            <a:pPr algn="just" eaLnBrk="1" hangingPunct="1">
              <a:defRPr/>
            </a:pPr>
            <a:endParaRPr lang="en-US" sz="800" b="1" dirty="0">
              <a:solidFill>
                <a:srgbClr val="C00000"/>
              </a:solidFill>
              <a:latin typeface="Arial" charset="0"/>
            </a:endParaRPr>
          </a:p>
          <a:p>
            <a:pPr algn="just" eaLnBrk="1" hangingPunct="1">
              <a:defRPr/>
            </a:pPr>
            <a:r>
              <a:rPr lang="en-US" b="1" dirty="0">
                <a:solidFill>
                  <a:srgbClr val="C00000"/>
                </a:solidFill>
                <a:latin typeface="Arial" charset="0"/>
              </a:rPr>
              <a:t> So, the postulates or theorems of:-</a:t>
            </a:r>
            <a:r>
              <a:rPr lang="en-US" sz="2000" b="1" dirty="0">
                <a:solidFill>
                  <a:srgbClr val="C00000"/>
                </a:solidFill>
                <a:latin typeface="Arial" charset="0"/>
              </a:rPr>
              <a:t> </a:t>
            </a:r>
            <a:endParaRPr lang="en-US" sz="800" b="1" dirty="0">
              <a:solidFill>
                <a:srgbClr val="C00000"/>
              </a:solidFill>
              <a:latin typeface="Arial" charset="0"/>
            </a:endParaRPr>
          </a:p>
          <a:p>
            <a:pPr marL="284163" indent="-284163" algn="just">
              <a:buFont typeface="Wingdings" pitchFamily="2" charset="2"/>
              <a:buChar char="§"/>
              <a:defRPr/>
            </a:pPr>
            <a:r>
              <a:rPr lang="en-US" b="1" dirty="0">
                <a:solidFill>
                  <a:srgbClr val="2B0BB5"/>
                </a:solidFill>
                <a:latin typeface="Arial" charset="0"/>
              </a:rPr>
              <a:t>Boolean algebra are given for one type of operation may be converted to other type of operation</a:t>
            </a:r>
            <a:r>
              <a:rPr lang="en-US" dirty="0">
                <a:solidFill>
                  <a:srgbClr val="2B0BB5"/>
                </a:solidFill>
                <a:latin typeface="Arial" charset="0"/>
              </a:rPr>
              <a:t> (i.e. OR to AND or vice versa) </a:t>
            </a:r>
            <a:r>
              <a:rPr lang="en-US" b="1" dirty="0">
                <a:solidFill>
                  <a:srgbClr val="C00000"/>
                </a:solidFill>
                <a:latin typeface="Arial" charset="0"/>
              </a:rPr>
              <a:t>just by interchanging 0 with 1 and ‘+’ with ‘.’</a:t>
            </a:r>
          </a:p>
          <a:p>
            <a:pPr marL="284163" indent="-284163" algn="just">
              <a:buFont typeface="Wingdings" pitchFamily="2" charset="2"/>
              <a:buChar char="§"/>
              <a:defRPr/>
            </a:pPr>
            <a:r>
              <a:rPr lang="en-US" dirty="0">
                <a:solidFill>
                  <a:srgbClr val="C00000"/>
                </a:solidFill>
                <a:latin typeface="Arial" charset="0"/>
              </a:rPr>
              <a:t>This principle ensures that </a:t>
            </a:r>
            <a:r>
              <a:rPr lang="en-US" b="1" dirty="0">
                <a:solidFill>
                  <a:srgbClr val="7030A0"/>
                </a:solidFill>
                <a:latin typeface="Arial" charset="0"/>
              </a:rPr>
              <a:t>if a theorem is proved using the postulates of Boolean algebra then dual of this theorem automatically holds </a:t>
            </a:r>
            <a:r>
              <a:rPr lang="en-US" dirty="0">
                <a:solidFill>
                  <a:srgbClr val="C00000"/>
                </a:solidFill>
                <a:latin typeface="Arial" charset="0"/>
              </a:rPr>
              <a:t>and need not to be proved separately.</a:t>
            </a:r>
          </a:p>
        </p:txBody>
      </p:sp>
      <p:sp>
        <p:nvSpPr>
          <p:cNvPr id="55303" name="Rectangle 6">
            <a:extLst>
              <a:ext uri="{FF2B5EF4-FFF2-40B4-BE49-F238E27FC236}">
                <a16:creationId xmlns:a16="http://schemas.microsoft.com/office/drawing/2014/main" id="{4FEA693C-3BF7-412D-BF9D-644EFFCE3625}"/>
              </a:ext>
            </a:extLst>
          </p:cNvPr>
          <p:cNvSpPr>
            <a:spLocks noChangeArrowheads="1"/>
          </p:cNvSpPr>
          <p:nvPr/>
        </p:nvSpPr>
        <p:spPr bwMode="auto">
          <a:xfrm>
            <a:off x="4648200" y="2828926"/>
            <a:ext cx="299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Duality Principle</a:t>
            </a:r>
            <a:endParaRPr lang="en-US" altLang="en-US" sz="2800" u="sng">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a:extLst>
              <a:ext uri="{FF2B5EF4-FFF2-40B4-BE49-F238E27FC236}">
                <a16:creationId xmlns:a16="http://schemas.microsoft.com/office/drawing/2014/main" id="{9E7ECD44-8268-4FB8-BA10-5EC82447A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8635"/>
          <a:stretch>
            <a:fillRect/>
          </a:stretch>
        </p:blipFill>
        <p:spPr bwMode="auto">
          <a:xfrm>
            <a:off x="3048000" y="685800"/>
            <a:ext cx="58674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2">
            <a:extLst>
              <a:ext uri="{FF2B5EF4-FFF2-40B4-BE49-F238E27FC236}">
                <a16:creationId xmlns:a16="http://schemas.microsoft.com/office/drawing/2014/main" id="{B153B052-44B9-44AB-B090-D190E9CFE25A}"/>
              </a:ext>
            </a:extLst>
          </p:cNvPr>
          <p:cNvSpPr>
            <a:spLocks noChangeArrowheads="1"/>
          </p:cNvSpPr>
          <p:nvPr/>
        </p:nvSpPr>
        <p:spPr bwMode="auto">
          <a:xfrm>
            <a:off x="4505326" y="76200"/>
            <a:ext cx="3190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a:t>
            </a:r>
          </a:p>
        </p:txBody>
      </p:sp>
      <p:pic>
        <p:nvPicPr>
          <p:cNvPr id="56324" name="Picture 9">
            <a:extLst>
              <a:ext uri="{FF2B5EF4-FFF2-40B4-BE49-F238E27FC236}">
                <a16:creationId xmlns:a16="http://schemas.microsoft.com/office/drawing/2014/main" id="{10051DE1-6FC2-4204-80C1-1C49B05C9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537076"/>
            <a:ext cx="49530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330D8E3-8E9C-4853-874D-A87ECB5146C5}"/>
              </a:ext>
            </a:extLst>
          </p:cNvPr>
          <p:cNvSpPr>
            <a:spLocks noChangeArrowheads="1"/>
          </p:cNvSpPr>
          <p:nvPr/>
        </p:nvSpPr>
        <p:spPr bwMode="auto">
          <a:xfrm>
            <a:off x="3822701" y="-61913"/>
            <a:ext cx="4557713"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grpSp>
        <p:nvGrpSpPr>
          <p:cNvPr id="57347" name="Group 4">
            <a:extLst>
              <a:ext uri="{FF2B5EF4-FFF2-40B4-BE49-F238E27FC236}">
                <a16:creationId xmlns:a16="http://schemas.microsoft.com/office/drawing/2014/main" id="{41118B0E-5879-499E-A719-F47459DCF504}"/>
              </a:ext>
            </a:extLst>
          </p:cNvPr>
          <p:cNvGrpSpPr>
            <a:grpSpLocks/>
          </p:cNvGrpSpPr>
          <p:nvPr/>
        </p:nvGrpSpPr>
        <p:grpSpPr bwMode="auto">
          <a:xfrm>
            <a:off x="2667000" y="609600"/>
            <a:ext cx="6781800" cy="3810000"/>
            <a:chOff x="1143000" y="762000"/>
            <a:chExt cx="7010400" cy="4876800"/>
          </a:xfrm>
        </p:grpSpPr>
        <p:pic>
          <p:nvPicPr>
            <p:cNvPr id="57349" name="Picture 2">
              <a:extLst>
                <a:ext uri="{FF2B5EF4-FFF2-40B4-BE49-F238E27FC236}">
                  <a16:creationId xmlns:a16="http://schemas.microsoft.com/office/drawing/2014/main" id="{E58239C1-FF13-4E24-AC3C-066A78E86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62000"/>
              <a:ext cx="7010400" cy="357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3">
              <a:extLst>
                <a:ext uri="{FF2B5EF4-FFF2-40B4-BE49-F238E27FC236}">
                  <a16:creationId xmlns:a16="http://schemas.microsoft.com/office/drawing/2014/main" id="{E2EA1AC0-8419-43E0-9D46-D615DB3A8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297180"/>
              <a:ext cx="5638800" cy="1341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48" name="Picture 6">
            <a:extLst>
              <a:ext uri="{FF2B5EF4-FFF2-40B4-BE49-F238E27FC236}">
                <a16:creationId xmlns:a16="http://schemas.microsoft.com/office/drawing/2014/main" id="{8B5D687F-F16A-4130-A311-606D832D59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632326"/>
            <a:ext cx="83185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7">
            <a:extLst>
              <a:ext uri="{FF2B5EF4-FFF2-40B4-BE49-F238E27FC236}">
                <a16:creationId xmlns:a16="http://schemas.microsoft.com/office/drawing/2014/main" id="{545BDE98-0AF2-4AAD-A9AE-22BB1065D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743200"/>
            <a:ext cx="7011988"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2">
            <a:extLst>
              <a:ext uri="{FF2B5EF4-FFF2-40B4-BE49-F238E27FC236}">
                <a16:creationId xmlns:a16="http://schemas.microsoft.com/office/drawing/2014/main" id="{D3AFCE3A-E154-4142-B282-3060CE4137C8}"/>
              </a:ext>
            </a:extLst>
          </p:cNvPr>
          <p:cNvSpPr>
            <a:spLocks noChangeArrowheads="1"/>
          </p:cNvSpPr>
          <p:nvPr/>
        </p:nvSpPr>
        <p:spPr bwMode="auto">
          <a:xfrm>
            <a:off x="3822701" y="-61913"/>
            <a:ext cx="4557713"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pic>
        <p:nvPicPr>
          <p:cNvPr id="58372" name="Picture 2">
            <a:extLst>
              <a:ext uri="{FF2B5EF4-FFF2-40B4-BE49-F238E27FC236}">
                <a16:creationId xmlns:a16="http://schemas.microsoft.com/office/drawing/2014/main" id="{D03B6B5F-5FC7-40D7-815A-B18056469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762000"/>
            <a:ext cx="464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3">
            <a:extLst>
              <a:ext uri="{FF2B5EF4-FFF2-40B4-BE49-F238E27FC236}">
                <a16:creationId xmlns:a16="http://schemas.microsoft.com/office/drawing/2014/main" id="{2FA171CB-8719-443F-B737-A26E18AC84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752600"/>
            <a:ext cx="464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C52FEA6B-C2B2-4197-97E2-8409190E995E}"/>
              </a:ext>
            </a:extLst>
          </p:cNvPr>
          <p:cNvSpPr txBox="1">
            <a:spLocks noChangeArrowheads="1"/>
          </p:cNvSpPr>
          <p:nvPr/>
        </p:nvSpPr>
        <p:spPr bwMode="auto">
          <a:xfrm>
            <a:off x="2133600" y="895350"/>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40000"/>
              </a:lnSpc>
              <a:spcBef>
                <a:spcPct val="10000"/>
              </a:spcBef>
            </a:pPr>
            <a:r>
              <a:rPr lang="en-US" altLang="en-US" sz="2600">
                <a:solidFill>
                  <a:srgbClr val="2B0BB5"/>
                </a:solidFill>
                <a:latin typeface="Arial" panose="020B0604020202020204" pitchFamily="34" charset="0"/>
              </a:rPr>
              <a:t>We can use Boolean identities to simplify the function:</a:t>
            </a:r>
          </a:p>
          <a:p>
            <a:pPr>
              <a:lnSpc>
                <a:spcPct val="120000"/>
              </a:lnSpc>
              <a:spcBef>
                <a:spcPct val="10000"/>
              </a:spcBef>
              <a:buFontTx/>
              <a:buNone/>
            </a:pPr>
            <a:r>
              <a:rPr lang="en-US" altLang="en-US" sz="2600">
                <a:solidFill>
                  <a:srgbClr val="2B0BB5"/>
                </a:solidFill>
                <a:latin typeface="Arial" panose="020B0604020202020204" pitchFamily="34" charset="0"/>
              </a:rPr>
              <a:t>	as follows:</a:t>
            </a:r>
          </a:p>
        </p:txBody>
      </p:sp>
      <p:pic>
        <p:nvPicPr>
          <p:cNvPr id="59395" name="Picture 5">
            <a:extLst>
              <a:ext uri="{FF2B5EF4-FFF2-40B4-BE49-F238E27FC236}">
                <a16:creationId xmlns:a16="http://schemas.microsoft.com/office/drawing/2014/main" id="{BB8B0B51-2D64-45BF-B4C2-5BD9D7F65E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1" y="1535114"/>
            <a:ext cx="49641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6">
            <a:extLst>
              <a:ext uri="{FF2B5EF4-FFF2-40B4-BE49-F238E27FC236}">
                <a16:creationId xmlns:a16="http://schemas.microsoft.com/office/drawing/2014/main" id="{E668F2E0-4CEC-4376-9025-B97B562F6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71750"/>
            <a:ext cx="85280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2">
            <a:extLst>
              <a:ext uri="{FF2B5EF4-FFF2-40B4-BE49-F238E27FC236}">
                <a16:creationId xmlns:a16="http://schemas.microsoft.com/office/drawing/2014/main" id="{1B8F16D4-B46C-4AAF-A7A3-3ADBE996A506}"/>
              </a:ext>
            </a:extLst>
          </p:cNvPr>
          <p:cNvSpPr>
            <a:spLocks noChangeArrowheads="1"/>
          </p:cNvSpPr>
          <p:nvPr/>
        </p:nvSpPr>
        <p:spPr bwMode="auto">
          <a:xfrm>
            <a:off x="3124200" y="0"/>
            <a:ext cx="6427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Simplifying Algebraic Expressions </a:t>
            </a:r>
          </a:p>
        </p:txBody>
      </p:sp>
      <p:sp>
        <p:nvSpPr>
          <p:cNvPr id="59398" name="Rectangle 5">
            <a:extLst>
              <a:ext uri="{FF2B5EF4-FFF2-40B4-BE49-F238E27FC236}">
                <a16:creationId xmlns:a16="http://schemas.microsoft.com/office/drawing/2014/main" id="{AE3B542A-922D-4A40-8DA8-1E5565DADDC5}"/>
              </a:ext>
            </a:extLst>
          </p:cNvPr>
          <p:cNvSpPr>
            <a:spLocks noChangeArrowheads="1"/>
          </p:cNvSpPr>
          <p:nvPr/>
        </p:nvSpPr>
        <p:spPr bwMode="auto">
          <a:xfrm>
            <a:off x="4800601" y="533400"/>
            <a:ext cx="3089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u="sng">
                <a:solidFill>
                  <a:srgbClr val="7030A0"/>
                </a:solidFill>
                <a:latin typeface="Arial" panose="020B0604020202020204" pitchFamily="34" charset="0"/>
              </a:rPr>
              <a:t>Algebraic manipulation </a:t>
            </a:r>
            <a:endParaRPr lang="en-US" altLang="en-US" sz="2000" u="sng">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64E0BEF-4181-48F6-9D8D-09658802ED2D}"/>
                  </a:ext>
                </a:extLst>
              </p14:cNvPr>
              <p14:cNvContentPartPr/>
              <p14:nvPr/>
            </p14:nvContentPartPr>
            <p14:xfrm>
              <a:off x="2883600" y="615600"/>
              <a:ext cx="9267480" cy="5650920"/>
            </p14:xfrm>
          </p:contentPart>
        </mc:Choice>
        <mc:Fallback xmlns="">
          <p:pic>
            <p:nvPicPr>
              <p:cNvPr id="2" name="Ink 1">
                <a:extLst>
                  <a:ext uri="{FF2B5EF4-FFF2-40B4-BE49-F238E27FC236}">
                    <a16:creationId xmlns:a16="http://schemas.microsoft.com/office/drawing/2014/main" id="{A64E0BEF-4181-48F6-9D8D-09658802ED2D}"/>
                  </a:ext>
                </a:extLst>
              </p:cNvPr>
              <p:cNvPicPr/>
              <p:nvPr/>
            </p:nvPicPr>
            <p:blipFill>
              <a:blip r:embed="rId5"/>
              <a:stretch>
                <a:fillRect/>
              </a:stretch>
            </p:blipFill>
            <p:spPr>
              <a:xfrm>
                <a:off x="2874240" y="606240"/>
                <a:ext cx="9286200" cy="566964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3">
            <a:extLst>
              <a:ext uri="{FF2B5EF4-FFF2-40B4-BE49-F238E27FC236}">
                <a16:creationId xmlns:a16="http://schemas.microsoft.com/office/drawing/2014/main" id="{E935B069-9BD8-4FDC-9387-1267DADB0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762000"/>
            <a:ext cx="80772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Rectangle 3">
            <a:extLst>
              <a:ext uri="{FF2B5EF4-FFF2-40B4-BE49-F238E27FC236}">
                <a16:creationId xmlns:a16="http://schemas.microsoft.com/office/drawing/2014/main" id="{3814E5FA-16BE-4713-B296-68086E63194C}"/>
              </a:ext>
            </a:extLst>
          </p:cNvPr>
          <p:cNvSpPr>
            <a:spLocks noChangeArrowheads="1"/>
          </p:cNvSpPr>
          <p:nvPr/>
        </p:nvSpPr>
        <p:spPr bwMode="auto">
          <a:xfrm>
            <a:off x="2374900" y="76201"/>
            <a:ext cx="7302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Postulates and theorems of Boolean Algebra</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1AEF853-6499-4F38-993C-E0C9B631EF7B}"/>
                  </a:ext>
                </a:extLst>
              </p14:cNvPr>
              <p14:cNvContentPartPr/>
              <p14:nvPr/>
            </p14:nvContentPartPr>
            <p14:xfrm>
              <a:off x="9343440" y="3073320"/>
              <a:ext cx="625680" cy="946440"/>
            </p14:xfrm>
          </p:contentPart>
        </mc:Choice>
        <mc:Fallback xmlns="">
          <p:pic>
            <p:nvPicPr>
              <p:cNvPr id="2" name="Ink 1">
                <a:extLst>
                  <a:ext uri="{FF2B5EF4-FFF2-40B4-BE49-F238E27FC236}">
                    <a16:creationId xmlns:a16="http://schemas.microsoft.com/office/drawing/2014/main" id="{11AEF853-6499-4F38-993C-E0C9B631EF7B}"/>
                  </a:ext>
                </a:extLst>
              </p:cNvPr>
              <p:cNvPicPr/>
              <p:nvPr/>
            </p:nvPicPr>
            <p:blipFill>
              <a:blip r:embed="rId4"/>
              <a:stretch>
                <a:fillRect/>
              </a:stretch>
            </p:blipFill>
            <p:spPr>
              <a:xfrm>
                <a:off x="9334080" y="3063960"/>
                <a:ext cx="644400" cy="96516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2A9C62A3-2F55-4D15-B52E-DBEA9869AADB}"/>
              </a:ext>
            </a:extLst>
          </p:cNvPr>
          <p:cNvSpPr>
            <a:spLocks noChangeArrowheads="1"/>
          </p:cNvSpPr>
          <p:nvPr/>
        </p:nvSpPr>
        <p:spPr bwMode="auto">
          <a:xfrm>
            <a:off x="4419601" y="9526"/>
            <a:ext cx="3821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Operator Precedence</a:t>
            </a:r>
          </a:p>
        </p:txBody>
      </p:sp>
      <p:sp>
        <p:nvSpPr>
          <p:cNvPr id="6" name="Rectangle 5">
            <a:extLst>
              <a:ext uri="{FF2B5EF4-FFF2-40B4-BE49-F238E27FC236}">
                <a16:creationId xmlns:a16="http://schemas.microsoft.com/office/drawing/2014/main" id="{662EF8FA-3F79-4FB0-BF21-CB23E07FDF04}"/>
              </a:ext>
            </a:extLst>
          </p:cNvPr>
          <p:cNvSpPr/>
          <p:nvPr/>
        </p:nvSpPr>
        <p:spPr>
          <a:xfrm>
            <a:off x="1981200" y="457200"/>
            <a:ext cx="8229600" cy="2986088"/>
          </a:xfrm>
          <a:prstGeom prst="rect">
            <a:avLst/>
          </a:prstGeom>
        </p:spPr>
        <p:txBody>
          <a:bodyPr>
            <a:spAutoFit/>
          </a:bodyPr>
          <a:lstStyle/>
          <a:p>
            <a:pPr eaLnBrk="1" hangingPunct="1">
              <a:buFont typeface="Wingdings" pitchFamily="2" charset="2"/>
              <a:buChar char="Ø"/>
              <a:defRPr/>
            </a:pPr>
            <a:r>
              <a:rPr lang="en-US" dirty="0">
                <a:solidFill>
                  <a:srgbClr val="2B0BB5"/>
                </a:solidFill>
                <a:latin typeface="Arial" charset="0"/>
              </a:rPr>
              <a:t>The Operator Precedence for evaluating Boolean expression is </a:t>
            </a:r>
          </a:p>
          <a:p>
            <a:pPr marL="688975" indent="-404813">
              <a:buFontTx/>
              <a:buAutoNum type="arabicParenBoth"/>
              <a:defRPr/>
            </a:pPr>
            <a:r>
              <a:rPr lang="en-US" dirty="0">
                <a:solidFill>
                  <a:srgbClr val="C00000"/>
                </a:solidFill>
                <a:latin typeface="Arial" charset="0"/>
              </a:rPr>
              <a:t>Parentheses </a:t>
            </a:r>
          </a:p>
          <a:p>
            <a:pPr marL="688975" indent="-404813">
              <a:buFontTx/>
              <a:buAutoNum type="arabicParenBoth"/>
              <a:defRPr/>
            </a:pPr>
            <a:r>
              <a:rPr lang="en-US" dirty="0">
                <a:solidFill>
                  <a:srgbClr val="C00000"/>
                </a:solidFill>
                <a:latin typeface="Arial" charset="0"/>
              </a:rPr>
              <a:t>NOT</a:t>
            </a:r>
          </a:p>
          <a:p>
            <a:pPr marL="688975" indent="-404813">
              <a:buFontTx/>
              <a:buAutoNum type="arabicParenBoth"/>
              <a:defRPr/>
            </a:pPr>
            <a:r>
              <a:rPr lang="en-US" dirty="0">
                <a:solidFill>
                  <a:srgbClr val="C00000"/>
                </a:solidFill>
                <a:latin typeface="Arial" charset="0"/>
              </a:rPr>
              <a:t>AND</a:t>
            </a:r>
          </a:p>
          <a:p>
            <a:pPr marL="688975" indent="-404813">
              <a:buFontTx/>
              <a:buAutoNum type="arabicParenBoth"/>
              <a:defRPr/>
            </a:pPr>
            <a:r>
              <a:rPr lang="en-US" dirty="0">
                <a:solidFill>
                  <a:srgbClr val="C00000"/>
                </a:solidFill>
                <a:latin typeface="Arial" charset="0"/>
              </a:rPr>
              <a:t>OR</a:t>
            </a:r>
          </a:p>
          <a:p>
            <a:pPr marL="342900" indent="-342900">
              <a:defRPr/>
            </a:pPr>
            <a:endParaRPr lang="en-US" sz="800" dirty="0">
              <a:solidFill>
                <a:srgbClr val="2B0BB5"/>
              </a:solidFill>
              <a:latin typeface="Arial" charset="0"/>
            </a:endParaRPr>
          </a:p>
          <a:p>
            <a:pPr marL="342900" indent="-342900" algn="just">
              <a:buFont typeface="Wingdings" pitchFamily="2" charset="2"/>
              <a:buChar char="Ø"/>
              <a:defRPr/>
            </a:pPr>
            <a:r>
              <a:rPr lang="en-US" dirty="0">
                <a:solidFill>
                  <a:srgbClr val="2B0BB5"/>
                </a:solidFill>
                <a:latin typeface="Arial" charset="0"/>
              </a:rPr>
              <a:t>So the </a:t>
            </a:r>
            <a:r>
              <a:rPr lang="en-US" dirty="0">
                <a:solidFill>
                  <a:srgbClr val="C00000"/>
                </a:solidFill>
                <a:latin typeface="Arial" charset="0"/>
              </a:rPr>
              <a:t>expression inside the parentheses must be evaluated first </a:t>
            </a:r>
            <a:r>
              <a:rPr lang="en-US" dirty="0">
                <a:solidFill>
                  <a:srgbClr val="2B0BB5"/>
                </a:solidFill>
                <a:latin typeface="Arial" charset="0"/>
              </a:rPr>
              <a:t>before all other operations. The next operation precedence is the </a:t>
            </a:r>
            <a:r>
              <a:rPr lang="en-US" dirty="0">
                <a:solidFill>
                  <a:srgbClr val="C00000"/>
                </a:solidFill>
                <a:latin typeface="Arial" charset="0"/>
              </a:rPr>
              <a:t>complement operator.</a:t>
            </a:r>
          </a:p>
          <a:p>
            <a:pPr marL="342900" indent="-342900">
              <a:buFont typeface="Wingdings" pitchFamily="2" charset="2"/>
              <a:buChar char="Ø"/>
              <a:defRPr/>
            </a:pPr>
            <a:r>
              <a:rPr lang="en-US" dirty="0">
                <a:solidFill>
                  <a:srgbClr val="2B0BB5"/>
                </a:solidFill>
                <a:latin typeface="Arial" charset="0"/>
              </a:rPr>
              <a:t>Then </a:t>
            </a:r>
            <a:r>
              <a:rPr lang="en-US" dirty="0">
                <a:solidFill>
                  <a:srgbClr val="C00000"/>
                </a:solidFill>
                <a:latin typeface="Arial" charset="0"/>
              </a:rPr>
              <a:t>follows the AND and finally the OR operation </a:t>
            </a:r>
            <a:r>
              <a:rPr lang="en-US" dirty="0">
                <a:solidFill>
                  <a:srgbClr val="2B0BB5"/>
                </a:solidFill>
                <a:latin typeface="Arial" charset="0"/>
              </a:rPr>
              <a:t>is considered</a:t>
            </a:r>
          </a:p>
          <a:p>
            <a:pPr marL="342900" indent="-342900" algn="just">
              <a:buFont typeface="Wingdings" pitchFamily="2" charset="2"/>
              <a:buChar char="Ø"/>
              <a:defRPr/>
            </a:pPr>
            <a:r>
              <a:rPr lang="en-US" dirty="0">
                <a:solidFill>
                  <a:srgbClr val="FF0000"/>
                </a:solidFill>
                <a:latin typeface="Arial" charset="0"/>
              </a:rPr>
              <a:t>For example </a:t>
            </a:r>
            <a:r>
              <a:rPr lang="en-US" dirty="0">
                <a:solidFill>
                  <a:srgbClr val="2B0BB5"/>
                </a:solidFill>
                <a:latin typeface="Arial" charset="0"/>
              </a:rPr>
              <a:t>in the truth table for </a:t>
            </a:r>
            <a:r>
              <a:rPr lang="en-US" dirty="0" err="1">
                <a:solidFill>
                  <a:srgbClr val="FF0000"/>
                </a:solidFill>
                <a:latin typeface="Arial" charset="0"/>
              </a:rPr>
              <a:t>Demorgon’s</a:t>
            </a:r>
            <a:r>
              <a:rPr lang="en-US" dirty="0">
                <a:solidFill>
                  <a:srgbClr val="FF0000"/>
                </a:solidFill>
                <a:latin typeface="Arial" charset="0"/>
              </a:rPr>
              <a:t> theorem</a:t>
            </a:r>
            <a:r>
              <a:rPr lang="en-US" dirty="0">
                <a:solidFill>
                  <a:srgbClr val="2B0BB5"/>
                </a:solidFill>
                <a:latin typeface="Arial" charset="0"/>
              </a:rPr>
              <a:t>.    </a:t>
            </a:r>
          </a:p>
        </p:txBody>
      </p:sp>
      <p:pic>
        <p:nvPicPr>
          <p:cNvPr id="61444" name="Picture 5">
            <a:extLst>
              <a:ext uri="{FF2B5EF4-FFF2-40B4-BE49-F238E27FC236}">
                <a16:creationId xmlns:a16="http://schemas.microsoft.com/office/drawing/2014/main" id="{D745B42F-ACED-48F1-AD54-A1BECD971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448" b="6897"/>
          <a:stretch>
            <a:fillRect/>
          </a:stretch>
        </p:blipFill>
        <p:spPr bwMode="auto">
          <a:xfrm>
            <a:off x="1981201" y="3429000"/>
            <a:ext cx="81248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Rectangle 10">
            <a:extLst>
              <a:ext uri="{FF2B5EF4-FFF2-40B4-BE49-F238E27FC236}">
                <a16:creationId xmlns:a16="http://schemas.microsoft.com/office/drawing/2014/main" id="{F7F56812-FBAC-460E-86B7-9EA63CFBDBB3}"/>
              </a:ext>
            </a:extLst>
          </p:cNvPr>
          <p:cNvSpPr>
            <a:spLocks noChangeArrowheads="1"/>
          </p:cNvSpPr>
          <p:nvPr/>
        </p:nvSpPr>
        <p:spPr bwMode="auto">
          <a:xfrm>
            <a:off x="1828800" y="5505450"/>
            <a:ext cx="838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LHS </a:t>
            </a:r>
            <a:r>
              <a:rPr lang="en-US" altLang="en-US" sz="1800">
                <a:solidFill>
                  <a:srgbClr val="FF0000"/>
                </a:solidFill>
                <a:latin typeface="Arial" panose="020B0604020202020204" pitchFamily="34" charset="0"/>
              </a:rPr>
              <a:t>expression is (x+y)’, </a:t>
            </a:r>
            <a:r>
              <a:rPr lang="en-US" altLang="en-US" sz="1800">
                <a:solidFill>
                  <a:srgbClr val="2B0BB5"/>
                </a:solidFill>
                <a:latin typeface="Arial" panose="020B0604020202020204" pitchFamily="34" charset="0"/>
              </a:rPr>
              <a:t>therefore the </a:t>
            </a:r>
            <a:r>
              <a:rPr lang="en-US" altLang="en-US" sz="1800">
                <a:solidFill>
                  <a:srgbClr val="C00000"/>
                </a:solidFill>
                <a:latin typeface="Arial" panose="020B0604020202020204" pitchFamily="34" charset="0"/>
              </a:rPr>
              <a:t>expression inside the parentheses is evaluated first</a:t>
            </a:r>
            <a:r>
              <a:rPr lang="en-US" altLang="en-US" sz="1800">
                <a:solidFill>
                  <a:srgbClr val="2B0BB5"/>
                </a:solidFill>
                <a:latin typeface="Arial" panose="020B0604020202020204" pitchFamily="34" charset="0"/>
              </a:rPr>
              <a:t> and the result </a:t>
            </a:r>
            <a:r>
              <a:rPr lang="en-US" altLang="en-US" sz="1800" b="1">
                <a:solidFill>
                  <a:srgbClr val="C00000"/>
                </a:solidFill>
                <a:latin typeface="Arial" panose="020B0604020202020204" pitchFamily="34" charset="0"/>
              </a:rPr>
              <a:t>then complemented</a:t>
            </a:r>
            <a:r>
              <a:rPr lang="en-US" altLang="en-US" sz="1800">
                <a:solidFill>
                  <a:srgbClr val="2B0BB5"/>
                </a:solidFill>
                <a:latin typeface="Arial" panose="020B0604020202020204" pitchFamily="34" charset="0"/>
              </a:rPr>
              <a:t>. </a:t>
            </a:r>
          </a:p>
          <a:p>
            <a:pPr algn="just"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right side of the expression is x’y’. </a:t>
            </a:r>
            <a:r>
              <a:rPr lang="en-US" altLang="en-US" sz="1800">
                <a:solidFill>
                  <a:srgbClr val="2B0BB5"/>
                </a:solidFill>
                <a:latin typeface="Arial" panose="020B0604020202020204" pitchFamily="34" charset="0"/>
              </a:rPr>
              <a:t>Therefore </a:t>
            </a:r>
            <a:r>
              <a:rPr lang="en-US" altLang="en-US" sz="1800">
                <a:solidFill>
                  <a:srgbClr val="C00000"/>
                </a:solidFill>
                <a:latin typeface="Arial" panose="020B0604020202020204" pitchFamily="34" charset="0"/>
              </a:rPr>
              <a:t>the complement of x and complement of y both are evaluated first </a:t>
            </a:r>
            <a:r>
              <a:rPr lang="en-US" altLang="en-US" sz="1800">
                <a:solidFill>
                  <a:srgbClr val="2B0BB5"/>
                </a:solidFill>
                <a:latin typeface="Arial" panose="020B0604020202020204" pitchFamily="34" charset="0"/>
              </a:rPr>
              <a:t>and the result is </a:t>
            </a:r>
            <a:r>
              <a:rPr lang="en-US" altLang="en-US" sz="1800" b="1">
                <a:solidFill>
                  <a:srgbClr val="C00000"/>
                </a:solidFill>
                <a:latin typeface="Arial" panose="020B0604020202020204" pitchFamily="34" charset="0"/>
              </a:rPr>
              <a:t>then ANDed</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33DBEF3-9BFA-4450-BC2A-DDA4CD1C49B5}"/>
                  </a:ext>
                </a:extLst>
              </p14:cNvPr>
              <p14:cNvContentPartPr/>
              <p14:nvPr/>
            </p14:nvContentPartPr>
            <p14:xfrm>
              <a:off x="3305520" y="959040"/>
              <a:ext cx="856080" cy="955800"/>
            </p14:xfrm>
          </p:contentPart>
        </mc:Choice>
        <mc:Fallback xmlns="">
          <p:pic>
            <p:nvPicPr>
              <p:cNvPr id="2" name="Ink 1">
                <a:extLst>
                  <a:ext uri="{FF2B5EF4-FFF2-40B4-BE49-F238E27FC236}">
                    <a16:creationId xmlns:a16="http://schemas.microsoft.com/office/drawing/2014/main" id="{333DBEF3-9BFA-4450-BC2A-DDA4CD1C49B5}"/>
                  </a:ext>
                </a:extLst>
              </p:cNvPr>
              <p:cNvPicPr/>
              <p:nvPr/>
            </p:nvPicPr>
            <p:blipFill>
              <a:blip r:embed="rId4"/>
              <a:stretch>
                <a:fillRect/>
              </a:stretch>
            </p:blipFill>
            <p:spPr>
              <a:xfrm>
                <a:off x="3296160" y="949680"/>
                <a:ext cx="874800" cy="97452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324A60DC-E2DA-4E9E-BF9F-1EF808B0D1C9}"/>
              </a:ext>
            </a:extLst>
          </p:cNvPr>
          <p:cNvSpPr>
            <a:spLocks noChangeArrowheads="1"/>
          </p:cNvSpPr>
          <p:nvPr/>
        </p:nvSpPr>
        <p:spPr bwMode="auto">
          <a:xfrm>
            <a:off x="3822701" y="0"/>
            <a:ext cx="4557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pic>
        <p:nvPicPr>
          <p:cNvPr id="62467" name="Picture 4">
            <a:extLst>
              <a:ext uri="{FF2B5EF4-FFF2-40B4-BE49-F238E27FC236}">
                <a16:creationId xmlns:a16="http://schemas.microsoft.com/office/drawing/2014/main" id="{71E850B8-F1A8-4C3E-BB5E-0A8610240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078"/>
          <a:stretch>
            <a:fillRect/>
          </a:stretch>
        </p:blipFill>
        <p:spPr bwMode="auto">
          <a:xfrm>
            <a:off x="3352800" y="533400"/>
            <a:ext cx="52530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2">
            <a:extLst>
              <a:ext uri="{FF2B5EF4-FFF2-40B4-BE49-F238E27FC236}">
                <a16:creationId xmlns:a16="http://schemas.microsoft.com/office/drawing/2014/main" id="{19CEC87C-829A-4407-B578-3903EC06F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352800"/>
            <a:ext cx="5562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5">
            <a:extLst>
              <a:ext uri="{FF2B5EF4-FFF2-40B4-BE49-F238E27FC236}">
                <a16:creationId xmlns:a16="http://schemas.microsoft.com/office/drawing/2014/main" id="{2968366F-8B51-4322-9222-77AC1026841A}"/>
              </a:ext>
            </a:extLst>
          </p:cNvPr>
          <p:cNvGrpSpPr>
            <a:grpSpLocks/>
          </p:cNvGrpSpPr>
          <p:nvPr/>
        </p:nvGrpSpPr>
        <p:grpSpPr bwMode="auto">
          <a:xfrm>
            <a:off x="1981200" y="228601"/>
            <a:ext cx="8305800" cy="6448425"/>
            <a:chOff x="457200" y="409575"/>
            <a:chExt cx="8305800" cy="6448425"/>
          </a:xfrm>
        </p:grpSpPr>
        <p:pic>
          <p:nvPicPr>
            <p:cNvPr id="63491" name="Picture 4">
              <a:extLst>
                <a:ext uri="{FF2B5EF4-FFF2-40B4-BE49-F238E27FC236}">
                  <a16:creationId xmlns:a16="http://schemas.microsoft.com/office/drawing/2014/main" id="{47866262-168B-458C-AC15-EE716B5B9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09575"/>
              <a:ext cx="8305800"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5">
              <a:extLst>
                <a:ext uri="{FF2B5EF4-FFF2-40B4-BE49-F238E27FC236}">
                  <a16:creationId xmlns:a16="http://schemas.microsoft.com/office/drawing/2014/main" id="{E3388AD7-1335-49BE-92BD-80624FC51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638800"/>
              <a:ext cx="8305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27B4E2C-342C-4ECE-AAC0-1CFE1FEC2B78}"/>
                  </a:ext>
                </a:extLst>
              </p14:cNvPr>
              <p14:cNvContentPartPr/>
              <p14:nvPr/>
            </p14:nvContentPartPr>
            <p14:xfrm>
              <a:off x="2713680" y="426240"/>
              <a:ext cx="6889320" cy="5852160"/>
            </p14:xfrm>
          </p:contentPart>
        </mc:Choice>
        <mc:Fallback xmlns="">
          <p:pic>
            <p:nvPicPr>
              <p:cNvPr id="2" name="Ink 1">
                <a:extLst>
                  <a:ext uri="{FF2B5EF4-FFF2-40B4-BE49-F238E27FC236}">
                    <a16:creationId xmlns:a16="http://schemas.microsoft.com/office/drawing/2014/main" id="{327B4E2C-342C-4ECE-AAC0-1CFE1FEC2B78}"/>
                  </a:ext>
                </a:extLst>
              </p:cNvPr>
              <p:cNvPicPr/>
              <p:nvPr/>
            </p:nvPicPr>
            <p:blipFill>
              <a:blip r:embed="rId5"/>
              <a:stretch>
                <a:fillRect/>
              </a:stretch>
            </p:blipFill>
            <p:spPr>
              <a:xfrm>
                <a:off x="2704320" y="416880"/>
                <a:ext cx="6908040" cy="5870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7D4161E7-FE6C-4072-9A03-4742C3E15627}"/>
                  </a:ext>
                </a:extLst>
              </p14:cNvPr>
              <p14:cNvContentPartPr/>
              <p14:nvPr/>
            </p14:nvContentPartPr>
            <p14:xfrm>
              <a:off x="2176920" y="678240"/>
              <a:ext cx="383040" cy="150480"/>
            </p14:xfrm>
          </p:contentPart>
        </mc:Choice>
        <mc:Fallback xmlns="">
          <p:pic>
            <p:nvPicPr>
              <p:cNvPr id="3" name="Ink 2">
                <a:extLst>
                  <a:ext uri="{FF2B5EF4-FFF2-40B4-BE49-F238E27FC236}">
                    <a16:creationId xmlns:a16="http://schemas.microsoft.com/office/drawing/2014/main" id="{7D4161E7-FE6C-4072-9A03-4742C3E15627}"/>
                  </a:ext>
                </a:extLst>
              </p:cNvPr>
              <p:cNvPicPr/>
              <p:nvPr/>
            </p:nvPicPr>
            <p:blipFill>
              <a:blip r:embed="rId7"/>
              <a:stretch>
                <a:fillRect/>
              </a:stretch>
            </p:blipFill>
            <p:spPr>
              <a:xfrm>
                <a:off x="2167560" y="668880"/>
                <a:ext cx="401760" cy="16920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a:extLst>
              <a:ext uri="{FF2B5EF4-FFF2-40B4-BE49-F238E27FC236}">
                <a16:creationId xmlns:a16="http://schemas.microsoft.com/office/drawing/2014/main" id="{E1C3EBCC-89C4-457C-8A1D-1E226053A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66714"/>
            <a:ext cx="81534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a:extLst>
              <a:ext uri="{FF2B5EF4-FFF2-40B4-BE49-F238E27FC236}">
                <a16:creationId xmlns:a16="http://schemas.microsoft.com/office/drawing/2014/main" id="{A4ED9F8A-DFB1-4FBB-81E5-AA8330990771}"/>
              </a:ext>
            </a:extLst>
          </p:cNvPr>
          <p:cNvSpPr>
            <a:spLocks noChangeArrowheads="1"/>
          </p:cNvSpPr>
          <p:nvPr/>
        </p:nvSpPr>
        <p:spPr bwMode="auto">
          <a:xfrm>
            <a:off x="1905000" y="990600"/>
            <a:ext cx="8610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FF0000"/>
                </a:solidFill>
                <a:latin typeface="Arial" panose="020B0604020202020204" pitchFamily="34" charset="0"/>
              </a:rPr>
              <a:t>Two methods of simplifying algebraic expressions </a:t>
            </a:r>
            <a:r>
              <a:rPr lang="en-US" altLang="en-US" sz="1800">
                <a:solidFill>
                  <a:srgbClr val="2B0BB5"/>
                </a:solidFill>
                <a:latin typeface="Arial" panose="020B0604020202020204" pitchFamily="34" charset="0"/>
              </a:rPr>
              <a:t>are the map method and tabular method.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map method is </a:t>
            </a:r>
            <a:r>
              <a:rPr lang="en-US" altLang="en-US" sz="1800">
                <a:solidFill>
                  <a:srgbClr val="C00000"/>
                </a:solidFill>
                <a:latin typeface="Arial" panose="020B0604020202020204" pitchFamily="34" charset="0"/>
              </a:rPr>
              <a:t>used for functions up to six variable</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2B0BB5"/>
                </a:solidFill>
                <a:latin typeface="Arial" panose="020B0604020202020204" pitchFamily="34" charset="0"/>
              </a:rPr>
              <a:t>map method </a:t>
            </a:r>
            <a:r>
              <a:rPr lang="en-US" altLang="en-US" sz="1800">
                <a:solidFill>
                  <a:srgbClr val="2B0BB5"/>
                </a:solidFill>
                <a:latin typeface="Arial" panose="020B0604020202020204" pitchFamily="34" charset="0"/>
              </a:rPr>
              <a:t>is also known as the </a:t>
            </a:r>
            <a:r>
              <a:rPr lang="en-US" altLang="en-US" sz="1800" u="sng">
                <a:solidFill>
                  <a:srgbClr val="C00000"/>
                </a:solidFill>
                <a:latin typeface="Arial" panose="020B0604020202020204" pitchFamily="34" charset="0"/>
              </a:rPr>
              <a:t>Karnaugh map </a:t>
            </a:r>
            <a:r>
              <a:rPr lang="en-US" altLang="en-US" sz="1800">
                <a:solidFill>
                  <a:srgbClr val="2B0BB5"/>
                </a:solidFill>
                <a:latin typeface="Arial" panose="020B0604020202020204" pitchFamily="34" charset="0"/>
              </a:rPr>
              <a:t>or </a:t>
            </a:r>
            <a:r>
              <a:rPr lang="en-US" altLang="en-US" sz="1800">
                <a:solidFill>
                  <a:srgbClr val="C00000"/>
                </a:solidFill>
                <a:latin typeface="Arial" panose="020B0604020202020204" pitchFamily="34" charset="0"/>
              </a:rPr>
              <a:t>k-map Method</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To </a:t>
            </a:r>
            <a:r>
              <a:rPr lang="en-US" altLang="en-US" sz="1800" b="1">
                <a:solidFill>
                  <a:srgbClr val="2B0BB5"/>
                </a:solidFill>
                <a:latin typeface="Arial" panose="020B0604020202020204" pitchFamily="34" charset="0"/>
              </a:rPr>
              <a:t>manipulate functions of many variables </a:t>
            </a:r>
            <a:r>
              <a:rPr lang="en-US" altLang="en-US" sz="1800">
                <a:solidFill>
                  <a:srgbClr val="2B0BB5"/>
                </a:solidFill>
                <a:latin typeface="Arial" panose="020B0604020202020204" pitchFamily="34" charset="0"/>
              </a:rPr>
              <a:t>, the tabular method is used which is also known as </a:t>
            </a:r>
            <a:r>
              <a:rPr lang="en-US" altLang="en-US" sz="1800" u="sng">
                <a:solidFill>
                  <a:srgbClr val="C00000"/>
                </a:solidFill>
                <a:latin typeface="Arial" panose="020B0604020202020204" pitchFamily="34" charset="0"/>
              </a:rPr>
              <a:t>Quine-McCluskey method</a:t>
            </a:r>
            <a:r>
              <a:rPr lang="en-US" altLang="en-US" sz="1800">
                <a:solidFill>
                  <a:srgbClr val="2B0BB5"/>
                </a:solidFill>
                <a:latin typeface="Arial" panose="020B0604020202020204" pitchFamily="34" charset="0"/>
              </a:rPr>
              <a:t>. </a:t>
            </a:r>
          </a:p>
        </p:txBody>
      </p:sp>
      <p:sp>
        <p:nvSpPr>
          <p:cNvPr id="65539" name="Rectangle 2">
            <a:extLst>
              <a:ext uri="{FF2B5EF4-FFF2-40B4-BE49-F238E27FC236}">
                <a16:creationId xmlns:a16="http://schemas.microsoft.com/office/drawing/2014/main" id="{97C80E0D-337E-4598-9DFF-DB3F3F31E01D}"/>
              </a:ext>
            </a:extLst>
          </p:cNvPr>
          <p:cNvSpPr>
            <a:spLocks noChangeArrowheads="1"/>
          </p:cNvSpPr>
          <p:nvPr/>
        </p:nvSpPr>
        <p:spPr bwMode="auto">
          <a:xfrm>
            <a:off x="3124200" y="76200"/>
            <a:ext cx="6427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Simplifying Algebraic Expressions </a:t>
            </a:r>
          </a:p>
        </p:txBody>
      </p:sp>
      <p:sp>
        <p:nvSpPr>
          <p:cNvPr id="65540" name="Rectangle 3">
            <a:extLst>
              <a:ext uri="{FF2B5EF4-FFF2-40B4-BE49-F238E27FC236}">
                <a16:creationId xmlns:a16="http://schemas.microsoft.com/office/drawing/2014/main" id="{2A13B0E7-6D67-4C05-8CCF-5DF12238DFFD}"/>
              </a:ext>
            </a:extLst>
          </p:cNvPr>
          <p:cNvSpPr>
            <a:spLocks noChangeArrowheads="1"/>
          </p:cNvSpPr>
          <p:nvPr/>
        </p:nvSpPr>
        <p:spPr bwMode="auto">
          <a:xfrm>
            <a:off x="4876801" y="609601"/>
            <a:ext cx="2720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FF0000"/>
                </a:solidFill>
                <a:latin typeface="Arial" panose="020B0604020202020204" pitchFamily="34" charset="0"/>
              </a:rPr>
              <a:t>Logic Minimization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8FECA2-6CA7-4A3A-84E5-697D65A58032}"/>
              </a:ext>
            </a:extLst>
          </p:cNvPr>
          <p:cNvSpPr/>
          <p:nvPr/>
        </p:nvSpPr>
        <p:spPr>
          <a:xfrm>
            <a:off x="1828800" y="514350"/>
            <a:ext cx="8686800" cy="6032500"/>
          </a:xfrm>
          <a:prstGeom prst="rect">
            <a:avLst/>
          </a:prstGeom>
        </p:spPr>
        <p:txBody>
          <a:bodyPr>
            <a:spAutoFit/>
          </a:bodyPr>
          <a:lstStyle/>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Minimization is the process of </a:t>
            </a:r>
            <a:r>
              <a:rPr lang="en-US" dirty="0">
                <a:solidFill>
                  <a:srgbClr val="C00000"/>
                </a:solidFill>
                <a:latin typeface="Arial" charset="0"/>
              </a:rPr>
              <a:t>reducing a complex logic expression or equation into a simpler form </a:t>
            </a:r>
            <a:r>
              <a:rPr lang="en-US" dirty="0">
                <a:solidFill>
                  <a:srgbClr val="2B0BB5"/>
                </a:solidFill>
                <a:latin typeface="Arial" charset="0"/>
              </a:rPr>
              <a:t>with fewer terms by removing redundancies and terms having no effect on the output.</a:t>
            </a:r>
          </a:p>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This is like simplifying and reducing complex algebraic expressions by collecting and combining like terms. </a:t>
            </a:r>
          </a:p>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As in algebraic reduction, rules must be followed that guarantee the value of the expression is not changed by the simplification.</a:t>
            </a:r>
          </a:p>
          <a:p>
            <a:pPr marL="225425" indent="-225425" algn="just">
              <a:spcBef>
                <a:spcPts val="600"/>
              </a:spcBef>
              <a:spcAft>
                <a:spcPts val="600"/>
              </a:spcAft>
              <a:buFont typeface="Wingdings" pitchFamily="2" charset="2"/>
              <a:buChar char="Ø"/>
              <a:defRPr/>
            </a:pPr>
            <a:r>
              <a:rPr lang="en-US" dirty="0">
                <a:solidFill>
                  <a:srgbClr val="2B0BB5"/>
                </a:solidFill>
                <a:latin typeface="Arial" charset="0"/>
              </a:rPr>
              <a:t>Any Boolean function can be implemented directly using combinational logic (gates).</a:t>
            </a:r>
          </a:p>
          <a:p>
            <a:pPr marL="225425" indent="-225425" algn="just">
              <a:spcBef>
                <a:spcPts val="600"/>
              </a:spcBef>
              <a:spcAft>
                <a:spcPts val="600"/>
              </a:spcAft>
              <a:buFont typeface="Wingdings" pitchFamily="2" charset="2"/>
              <a:buChar char="Ø"/>
              <a:defRPr/>
            </a:pPr>
            <a:r>
              <a:rPr lang="en-US" dirty="0">
                <a:solidFill>
                  <a:srgbClr val="2B0BB5"/>
                </a:solidFill>
                <a:latin typeface="Arial" charset="0"/>
              </a:rPr>
              <a:t>However, simplifying the Boolean function will enable the number of gates required to be reduced</a:t>
            </a:r>
            <a:r>
              <a:rPr lang="en-US" dirty="0">
                <a:latin typeface="Arial" charset="0"/>
              </a:rPr>
              <a:t>. </a:t>
            </a:r>
          </a:p>
          <a:p>
            <a:pPr>
              <a:spcBef>
                <a:spcPts val="600"/>
              </a:spcBef>
              <a:spcAft>
                <a:spcPts val="600"/>
              </a:spcAft>
              <a:buFont typeface="Wingdings" pitchFamily="2" charset="2"/>
              <a:buChar char="Ø"/>
              <a:defRPr/>
            </a:pPr>
            <a:r>
              <a:rPr lang="en-US" dirty="0">
                <a:solidFill>
                  <a:srgbClr val="FF0000"/>
                </a:solidFill>
                <a:latin typeface="Arial" charset="0"/>
              </a:rPr>
              <a:t>Available Minimization Techniques include</a:t>
            </a:r>
            <a:r>
              <a:rPr lang="en-US" dirty="0">
                <a:latin typeface="Arial" charset="0"/>
              </a:rPr>
              <a:t>:</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Algebraic manipulation </a:t>
            </a:r>
            <a:r>
              <a:rPr lang="en-US" dirty="0">
                <a:solidFill>
                  <a:srgbClr val="7030A0"/>
                </a:solidFill>
                <a:latin typeface="Arial" charset="0"/>
              </a:rPr>
              <a:t>(see in some previous slides examples)</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Karnaugh (K) mapping </a:t>
            </a:r>
            <a:r>
              <a:rPr lang="en-US" dirty="0">
                <a:solidFill>
                  <a:srgbClr val="7030A0"/>
                </a:solidFill>
                <a:latin typeface="Arial" charset="0"/>
              </a:rPr>
              <a:t>(a visual approach)</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Tabular approaches </a:t>
            </a:r>
            <a:r>
              <a:rPr lang="en-US" dirty="0">
                <a:solidFill>
                  <a:srgbClr val="7030A0"/>
                </a:solidFill>
                <a:latin typeface="Arial" charset="0"/>
              </a:rPr>
              <a:t>(usually implemented by computer, e.g., </a:t>
            </a:r>
            <a:r>
              <a:rPr lang="en-US" b="1" dirty="0">
                <a:solidFill>
                  <a:srgbClr val="7030A0"/>
                </a:solidFill>
                <a:latin typeface="Arial" charset="0"/>
              </a:rPr>
              <a:t>Quine- </a:t>
            </a:r>
          </a:p>
          <a:p>
            <a:pPr marL="284163">
              <a:spcAft>
                <a:spcPts val="600"/>
              </a:spcAft>
              <a:defRPr/>
            </a:pPr>
            <a:r>
              <a:rPr lang="en-US" b="1" dirty="0">
                <a:solidFill>
                  <a:srgbClr val="7030A0"/>
                </a:solidFill>
                <a:latin typeface="Arial" charset="0"/>
              </a:rPr>
              <a:t>         McCluskey method</a:t>
            </a:r>
            <a:r>
              <a:rPr lang="en-US" dirty="0">
                <a:solidFill>
                  <a:srgbClr val="7030A0"/>
                </a:solidFill>
                <a:latin typeface="Arial" charset="0"/>
              </a:rPr>
              <a:t>)</a:t>
            </a:r>
          </a:p>
          <a:p>
            <a:pPr>
              <a:spcBef>
                <a:spcPts val="600"/>
              </a:spcBef>
              <a:spcAft>
                <a:spcPts val="600"/>
              </a:spcAft>
              <a:buFont typeface="Wingdings" pitchFamily="2" charset="2"/>
              <a:buChar char="Ø"/>
              <a:defRPr/>
            </a:pPr>
            <a:r>
              <a:rPr lang="en-US" dirty="0">
                <a:latin typeface="Arial" charset="0"/>
              </a:rPr>
              <a:t>  </a:t>
            </a:r>
            <a:r>
              <a:rPr lang="en-US" dirty="0">
                <a:solidFill>
                  <a:srgbClr val="C00000"/>
                </a:solidFill>
                <a:latin typeface="Arial" charset="0"/>
              </a:rPr>
              <a:t>K mapping is the preferred technique for up to about 4-5 variables</a:t>
            </a:r>
          </a:p>
        </p:txBody>
      </p:sp>
      <p:sp>
        <p:nvSpPr>
          <p:cNvPr id="67587" name="Rectangle 2">
            <a:extLst>
              <a:ext uri="{FF2B5EF4-FFF2-40B4-BE49-F238E27FC236}">
                <a16:creationId xmlns:a16="http://schemas.microsoft.com/office/drawing/2014/main" id="{D6539577-3931-4535-B33E-BA7CD131888D}"/>
              </a:ext>
            </a:extLst>
          </p:cNvPr>
          <p:cNvSpPr>
            <a:spLocks noChangeArrowheads="1"/>
          </p:cNvSpPr>
          <p:nvPr/>
        </p:nvSpPr>
        <p:spPr bwMode="auto">
          <a:xfrm>
            <a:off x="4876801" y="-47625"/>
            <a:ext cx="2949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Logic Minimization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F0BAFD8-1C73-47F2-B761-D7E4AB7E0838}"/>
                  </a:ext>
                </a:extLst>
              </p14:cNvPr>
              <p14:cNvContentPartPr/>
              <p14:nvPr/>
            </p14:nvContentPartPr>
            <p14:xfrm>
              <a:off x="2026800" y="1097640"/>
              <a:ext cx="8318880" cy="3080160"/>
            </p14:xfrm>
          </p:contentPart>
        </mc:Choice>
        <mc:Fallback xmlns="">
          <p:pic>
            <p:nvPicPr>
              <p:cNvPr id="3" name="Ink 2">
                <a:extLst>
                  <a:ext uri="{FF2B5EF4-FFF2-40B4-BE49-F238E27FC236}">
                    <a16:creationId xmlns:a16="http://schemas.microsoft.com/office/drawing/2014/main" id="{7F0BAFD8-1C73-47F2-B761-D7E4AB7E0838}"/>
                  </a:ext>
                </a:extLst>
              </p:cNvPr>
              <p:cNvPicPr/>
              <p:nvPr/>
            </p:nvPicPr>
            <p:blipFill>
              <a:blip r:embed="rId3"/>
              <a:stretch>
                <a:fillRect/>
              </a:stretch>
            </p:blipFill>
            <p:spPr>
              <a:xfrm>
                <a:off x="2017440" y="1088280"/>
                <a:ext cx="8337600" cy="30988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AE51D74-62AF-41F6-BD2B-17C6E0F8E49D}"/>
              </a:ext>
            </a:extLst>
          </p:cNvPr>
          <p:cNvSpPr txBox="1">
            <a:spLocks noChangeArrowheads="1"/>
          </p:cNvSpPr>
          <p:nvPr/>
        </p:nvSpPr>
        <p:spPr>
          <a:xfrm>
            <a:off x="1898650" y="317500"/>
            <a:ext cx="8382000" cy="2590800"/>
          </a:xfrm>
          <a:prstGeom prst="rect">
            <a:avLst/>
          </a:prstGeom>
        </p:spPr>
        <p:txBody>
          <a:bodyPr/>
          <a:lstStyle/>
          <a:p>
            <a:pPr marL="342900" indent="-342900" algn="just">
              <a:lnSpc>
                <a:spcPct val="90000"/>
              </a:lnSpc>
              <a:spcBef>
                <a:spcPts val="600"/>
              </a:spcBef>
              <a:spcAft>
                <a:spcPts val="600"/>
              </a:spcAft>
              <a:buFont typeface="Wingdings" panose="05000000000000000000" pitchFamily="2" charset="2"/>
              <a:buChar char="§"/>
              <a:defRPr/>
            </a:pPr>
            <a:r>
              <a:rPr lang="en-US" sz="2000" dirty="0">
                <a:solidFill>
                  <a:srgbClr val="2B0BB5"/>
                </a:solidFill>
                <a:latin typeface="Arial" charset="0"/>
              </a:rPr>
              <a:t>A </a:t>
            </a:r>
            <a:r>
              <a:rPr lang="en-US" sz="2000" b="1" u="sng" dirty="0">
                <a:solidFill>
                  <a:srgbClr val="FF0000"/>
                </a:solidFill>
                <a:latin typeface="Arial" charset="0"/>
              </a:rPr>
              <a:t>Product term </a:t>
            </a:r>
            <a:r>
              <a:rPr lang="en-US" sz="2000" dirty="0">
                <a:solidFill>
                  <a:srgbClr val="2B0BB5"/>
                </a:solidFill>
                <a:latin typeface="Arial" charset="0"/>
              </a:rPr>
              <a:t>is the </a:t>
            </a:r>
            <a:r>
              <a:rPr lang="en-US" sz="2000" b="1" u="sng" dirty="0">
                <a:solidFill>
                  <a:srgbClr val="2B0BB5"/>
                </a:solidFill>
                <a:latin typeface="Arial" charset="0"/>
              </a:rPr>
              <a:t>entity of the binary expression</a:t>
            </a:r>
            <a:r>
              <a:rPr lang="en-US" sz="2000" dirty="0">
                <a:solidFill>
                  <a:srgbClr val="2B0BB5"/>
                </a:solidFill>
                <a:latin typeface="Arial" charset="0"/>
              </a:rPr>
              <a:t>, which </a:t>
            </a:r>
            <a:r>
              <a:rPr lang="en-US" sz="2000" dirty="0">
                <a:solidFill>
                  <a:srgbClr val="C00000"/>
                </a:solidFill>
                <a:latin typeface="Arial" charset="0"/>
              </a:rPr>
              <a:t>associates multiple literals (variable or its complement) together in single item/entity </a:t>
            </a:r>
            <a:r>
              <a:rPr lang="en-US" sz="2000" b="1" dirty="0">
                <a:solidFill>
                  <a:srgbClr val="C00000"/>
                </a:solidFill>
                <a:latin typeface="Arial" charset="0"/>
              </a:rPr>
              <a:t>using Product operator (.)</a:t>
            </a:r>
          </a:p>
          <a:p>
            <a:pPr algn="just">
              <a:lnSpc>
                <a:spcPct val="90000"/>
              </a:lnSpc>
              <a:spcBef>
                <a:spcPts val="600"/>
              </a:spcBef>
              <a:spcAft>
                <a:spcPts val="600"/>
              </a:spcAft>
              <a:defRPr/>
            </a:pPr>
            <a:r>
              <a:rPr lang="en-US" sz="2000" b="1" dirty="0">
                <a:solidFill>
                  <a:srgbClr val="C00000"/>
                </a:solidFill>
                <a:latin typeface="Arial" charset="0"/>
              </a:rPr>
              <a:t>     Exp.: </a:t>
            </a:r>
            <a:r>
              <a:rPr lang="en-US" altLang="en-US" sz="2000" b="1" dirty="0">
                <a:solidFill>
                  <a:schemeClr val="hlink"/>
                </a:solidFill>
                <a:latin typeface="Arial" charset="0"/>
              </a:rPr>
              <a:t>A' B , B' C‘ ,  A B' C etc.</a:t>
            </a:r>
          </a:p>
          <a:p>
            <a:pPr marL="342900" indent="-342900" algn="just">
              <a:spcBef>
                <a:spcPts val="600"/>
              </a:spcBef>
              <a:spcAft>
                <a:spcPts val="600"/>
              </a:spcAft>
              <a:buFont typeface="Wingdings" panose="05000000000000000000" pitchFamily="2" charset="2"/>
              <a:buChar char="§"/>
              <a:defRPr/>
            </a:pPr>
            <a:r>
              <a:rPr lang="en-US" altLang="en-US" sz="2000" b="1" dirty="0">
                <a:solidFill>
                  <a:srgbClr val="FF0000"/>
                </a:solidFill>
                <a:latin typeface="Arial" charset="0"/>
              </a:rPr>
              <a:t>SOP Term: </a:t>
            </a:r>
            <a:r>
              <a:rPr lang="en-US" altLang="en-US" sz="2000" b="1" dirty="0">
                <a:solidFill>
                  <a:srgbClr val="2B0BB5"/>
                </a:solidFill>
                <a:latin typeface="Arial" charset="0"/>
              </a:rPr>
              <a:t>The Sum expression</a:t>
            </a:r>
            <a:r>
              <a:rPr lang="en-US" altLang="en-US" sz="2000" dirty="0">
                <a:solidFill>
                  <a:srgbClr val="C00000"/>
                </a:solidFill>
                <a:latin typeface="Arial" charset="0"/>
              </a:rPr>
              <a:t> formed by combining product terms using sum operators </a:t>
            </a:r>
            <a:r>
              <a:rPr lang="en-US" altLang="en-US" sz="2000" b="1" dirty="0">
                <a:solidFill>
                  <a:srgbClr val="2B0BB5"/>
                </a:solidFill>
                <a:latin typeface="Arial" charset="0"/>
              </a:rPr>
              <a:t>are known as </a:t>
            </a:r>
            <a:r>
              <a:rPr lang="en-US" altLang="en-US" sz="2000" b="1" u="sng" dirty="0">
                <a:solidFill>
                  <a:srgbClr val="FF0000"/>
                </a:solidFill>
                <a:latin typeface="Arial" charset="0"/>
              </a:rPr>
              <a:t>sum of product (SOP) terms</a:t>
            </a:r>
          </a:p>
          <a:p>
            <a:pPr algn="just" eaLnBrk="1" hangingPunct="1">
              <a:lnSpc>
                <a:spcPct val="90000"/>
              </a:lnSpc>
              <a:spcBef>
                <a:spcPct val="20000"/>
              </a:spcBef>
              <a:defRPr/>
            </a:pPr>
            <a:r>
              <a:rPr lang="en-US" altLang="zh-CN" sz="2000" b="1" dirty="0">
                <a:solidFill>
                  <a:srgbClr val="FF0000"/>
                </a:solidFill>
              </a:rPr>
              <a:t>       </a:t>
            </a:r>
            <a:r>
              <a:rPr lang="en-US" sz="2000" b="1" dirty="0">
                <a:solidFill>
                  <a:srgbClr val="C00000"/>
                </a:solidFill>
                <a:latin typeface="Arial" charset="0"/>
              </a:rPr>
              <a:t>Exp.: </a:t>
            </a:r>
            <a:r>
              <a:rPr lang="en-US" altLang="zh-CN" sz="2000" b="1" dirty="0">
                <a:solidFill>
                  <a:srgbClr val="FF0000"/>
                </a:solidFill>
              </a:rPr>
              <a:t> </a:t>
            </a:r>
            <a:r>
              <a:rPr lang="en-US" altLang="en-US" sz="2000" b="1" dirty="0">
                <a:solidFill>
                  <a:schemeClr val="hlink"/>
                </a:solidFill>
                <a:latin typeface="Arial" charset="0"/>
              </a:rPr>
              <a:t>A' B  + B' C' + A B' C</a:t>
            </a:r>
            <a:endParaRPr lang="en-US" altLang="zh-CN" sz="2000" b="1" dirty="0">
              <a:solidFill>
                <a:srgbClr val="FF0000"/>
              </a:solidFill>
            </a:endParaRPr>
          </a:p>
          <a:p>
            <a:pPr algn="just" eaLnBrk="1" hangingPunct="1">
              <a:lnSpc>
                <a:spcPct val="90000"/>
              </a:lnSpc>
              <a:spcBef>
                <a:spcPct val="20000"/>
              </a:spcBef>
              <a:defRPr/>
            </a:pPr>
            <a:endParaRPr lang="en-US" altLang="zh-CN" sz="2000" b="1" dirty="0">
              <a:solidFill>
                <a:srgbClr val="FF0000"/>
              </a:solidFill>
            </a:endParaRPr>
          </a:p>
        </p:txBody>
      </p:sp>
      <p:sp>
        <p:nvSpPr>
          <p:cNvPr id="68611" name="TextBox 2">
            <a:extLst>
              <a:ext uri="{FF2B5EF4-FFF2-40B4-BE49-F238E27FC236}">
                <a16:creationId xmlns:a16="http://schemas.microsoft.com/office/drawing/2014/main" id="{2526F9BD-FF26-471D-9646-B96DE8ECF991}"/>
              </a:ext>
            </a:extLst>
          </p:cNvPr>
          <p:cNvSpPr txBox="1">
            <a:spLocks noChangeArrowheads="1"/>
          </p:cNvSpPr>
          <p:nvPr/>
        </p:nvSpPr>
        <p:spPr bwMode="auto">
          <a:xfrm>
            <a:off x="3657600" y="-39688"/>
            <a:ext cx="5410200" cy="40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1">
              <a:spcBef>
                <a:spcPct val="0"/>
              </a:spcBef>
              <a:buNone/>
            </a:pPr>
            <a:r>
              <a:rPr lang="en-US" altLang="zh-CN" sz="2000" b="1" u="sng">
                <a:solidFill>
                  <a:srgbClr val="FF0000"/>
                </a:solidFill>
                <a:latin typeface="Arial" panose="020B0604020202020204" pitchFamily="34" charset="0"/>
              </a:rPr>
              <a:t>Product and Sum of Product (SOP) Term</a:t>
            </a:r>
          </a:p>
        </p:txBody>
      </p:sp>
      <p:sp>
        <p:nvSpPr>
          <p:cNvPr id="4" name="Rectangle 3">
            <a:extLst>
              <a:ext uri="{FF2B5EF4-FFF2-40B4-BE49-F238E27FC236}">
                <a16:creationId xmlns:a16="http://schemas.microsoft.com/office/drawing/2014/main" id="{14480806-3F10-47F4-AE27-DCB333EF9A6E}"/>
              </a:ext>
            </a:extLst>
          </p:cNvPr>
          <p:cNvSpPr txBox="1">
            <a:spLocks noChangeArrowheads="1"/>
          </p:cNvSpPr>
          <p:nvPr/>
        </p:nvSpPr>
        <p:spPr>
          <a:xfrm>
            <a:off x="2051050" y="3513138"/>
            <a:ext cx="8382000" cy="3027362"/>
          </a:xfrm>
          <a:prstGeom prst="rect">
            <a:avLst/>
          </a:prstGeom>
        </p:spPr>
        <p:txBody>
          <a:bodyPr/>
          <a:lstStyle/>
          <a:p>
            <a:pPr marL="342900" indent="-342900" algn="just">
              <a:lnSpc>
                <a:spcPct val="90000"/>
              </a:lnSpc>
              <a:spcBef>
                <a:spcPts val="600"/>
              </a:spcBef>
              <a:spcAft>
                <a:spcPts val="600"/>
              </a:spcAft>
              <a:buFont typeface="Wingdings" panose="05000000000000000000" pitchFamily="2" charset="2"/>
              <a:buChar char="§"/>
              <a:defRPr/>
            </a:pPr>
            <a:r>
              <a:rPr lang="en-US" sz="2000" dirty="0">
                <a:solidFill>
                  <a:srgbClr val="2B0BB5"/>
                </a:solidFill>
                <a:latin typeface="Arial" charset="0"/>
              </a:rPr>
              <a:t>A </a:t>
            </a:r>
            <a:r>
              <a:rPr lang="en-US" sz="2000" b="1" u="sng" dirty="0">
                <a:solidFill>
                  <a:srgbClr val="FF0000"/>
                </a:solidFill>
                <a:latin typeface="Arial" charset="0"/>
              </a:rPr>
              <a:t>SUM term </a:t>
            </a:r>
            <a:r>
              <a:rPr lang="en-US" sz="2000" dirty="0">
                <a:solidFill>
                  <a:srgbClr val="2B0BB5"/>
                </a:solidFill>
                <a:latin typeface="Arial" charset="0"/>
              </a:rPr>
              <a:t>is the </a:t>
            </a:r>
            <a:r>
              <a:rPr lang="en-US" sz="2000" b="1" u="sng" dirty="0">
                <a:solidFill>
                  <a:srgbClr val="2B0BB5"/>
                </a:solidFill>
                <a:latin typeface="Arial" charset="0"/>
              </a:rPr>
              <a:t>entity of the binary expression</a:t>
            </a:r>
            <a:r>
              <a:rPr lang="en-US" sz="2000" dirty="0">
                <a:solidFill>
                  <a:srgbClr val="2B0BB5"/>
                </a:solidFill>
                <a:latin typeface="Arial" charset="0"/>
              </a:rPr>
              <a:t>, which </a:t>
            </a:r>
            <a:r>
              <a:rPr lang="en-US" sz="2000" dirty="0">
                <a:solidFill>
                  <a:srgbClr val="C00000"/>
                </a:solidFill>
                <a:latin typeface="Arial" charset="0"/>
              </a:rPr>
              <a:t>associates multiple literals (variable or its complement) together in single item/entity </a:t>
            </a:r>
            <a:r>
              <a:rPr lang="en-US" sz="2000" b="1" dirty="0">
                <a:solidFill>
                  <a:srgbClr val="C00000"/>
                </a:solidFill>
                <a:latin typeface="Arial" charset="0"/>
              </a:rPr>
              <a:t>using SUM operator (+)</a:t>
            </a:r>
          </a:p>
          <a:p>
            <a:pPr algn="just">
              <a:lnSpc>
                <a:spcPct val="90000"/>
              </a:lnSpc>
              <a:spcBef>
                <a:spcPts val="600"/>
              </a:spcBef>
              <a:spcAft>
                <a:spcPts val="600"/>
              </a:spcAft>
              <a:defRPr/>
            </a:pPr>
            <a:r>
              <a:rPr lang="en-US" sz="2000" b="1" dirty="0">
                <a:solidFill>
                  <a:srgbClr val="C00000"/>
                </a:solidFill>
                <a:latin typeface="Arial" charset="0"/>
              </a:rPr>
              <a:t>     Exp.: </a:t>
            </a:r>
            <a:r>
              <a:rPr lang="en-US" altLang="en-US" sz="2000" b="1" dirty="0">
                <a:solidFill>
                  <a:schemeClr val="hlink"/>
                </a:solidFill>
                <a:latin typeface="Arial" charset="0"/>
              </a:rPr>
              <a:t>A‘ + B , B‘ + C‘ ,  A + B' + C etc.</a:t>
            </a:r>
          </a:p>
          <a:p>
            <a:pPr marL="342900" indent="-342900" algn="just">
              <a:spcBef>
                <a:spcPts val="600"/>
              </a:spcBef>
              <a:spcAft>
                <a:spcPts val="600"/>
              </a:spcAft>
              <a:buFont typeface="Wingdings" panose="05000000000000000000" pitchFamily="2" charset="2"/>
              <a:buChar char="§"/>
              <a:defRPr/>
            </a:pPr>
            <a:r>
              <a:rPr lang="en-US" altLang="en-US" sz="2000" b="1" dirty="0">
                <a:solidFill>
                  <a:srgbClr val="FF0000"/>
                </a:solidFill>
                <a:latin typeface="Arial" charset="0"/>
              </a:rPr>
              <a:t>POS Term: </a:t>
            </a:r>
            <a:r>
              <a:rPr lang="en-US" altLang="en-US" sz="2000" b="1" dirty="0">
                <a:solidFill>
                  <a:srgbClr val="2B0BB5"/>
                </a:solidFill>
                <a:latin typeface="Arial" charset="0"/>
              </a:rPr>
              <a:t>The Product expression</a:t>
            </a:r>
            <a:r>
              <a:rPr lang="en-US" altLang="en-US" sz="2000" dirty="0">
                <a:solidFill>
                  <a:srgbClr val="C00000"/>
                </a:solidFill>
                <a:latin typeface="Arial" charset="0"/>
              </a:rPr>
              <a:t> formed by combining Sum terms using Product operators </a:t>
            </a:r>
            <a:r>
              <a:rPr lang="en-US" altLang="en-US" sz="2000" b="1" dirty="0">
                <a:solidFill>
                  <a:srgbClr val="2B0BB5"/>
                </a:solidFill>
                <a:latin typeface="Arial" charset="0"/>
              </a:rPr>
              <a:t>are known as </a:t>
            </a:r>
            <a:r>
              <a:rPr lang="en-US" altLang="en-US" sz="2000" b="1" dirty="0">
                <a:solidFill>
                  <a:srgbClr val="FF0000"/>
                </a:solidFill>
                <a:latin typeface="Arial" charset="0"/>
              </a:rPr>
              <a:t>product of sum (POS) terms</a:t>
            </a:r>
          </a:p>
          <a:p>
            <a:pPr algn="just" eaLnBrk="1" hangingPunct="1">
              <a:lnSpc>
                <a:spcPct val="90000"/>
              </a:lnSpc>
              <a:spcBef>
                <a:spcPct val="20000"/>
              </a:spcBef>
              <a:defRPr/>
            </a:pPr>
            <a:r>
              <a:rPr lang="en-US" altLang="zh-CN" sz="2000" b="1" dirty="0">
                <a:solidFill>
                  <a:srgbClr val="FF0000"/>
                </a:solidFill>
              </a:rPr>
              <a:t>       </a:t>
            </a:r>
            <a:r>
              <a:rPr lang="en-US" sz="2000" b="1" dirty="0">
                <a:solidFill>
                  <a:srgbClr val="C00000"/>
                </a:solidFill>
                <a:latin typeface="Arial" charset="0"/>
              </a:rPr>
              <a:t>Exp.: </a:t>
            </a:r>
            <a:r>
              <a:rPr lang="en-US" altLang="zh-CN" sz="2000" b="1" dirty="0">
                <a:solidFill>
                  <a:srgbClr val="FF0000"/>
                </a:solidFill>
              </a:rPr>
              <a:t> (</a:t>
            </a:r>
            <a:r>
              <a:rPr lang="en-US" altLang="en-US" sz="2000" b="1" dirty="0">
                <a:solidFill>
                  <a:schemeClr val="hlink"/>
                </a:solidFill>
                <a:latin typeface="Arial" charset="0"/>
              </a:rPr>
              <a:t>A' + B). (B' + C‘) + (A +B'+ C)</a:t>
            </a:r>
            <a:endParaRPr lang="en-US" altLang="zh-CN" sz="2000" b="1" dirty="0">
              <a:solidFill>
                <a:srgbClr val="FF0000"/>
              </a:solidFill>
            </a:endParaRPr>
          </a:p>
          <a:p>
            <a:pPr algn="just" eaLnBrk="1" hangingPunct="1">
              <a:lnSpc>
                <a:spcPct val="90000"/>
              </a:lnSpc>
              <a:spcBef>
                <a:spcPct val="20000"/>
              </a:spcBef>
              <a:defRPr/>
            </a:pPr>
            <a:endParaRPr lang="en-US" altLang="zh-CN" sz="2000" b="1" dirty="0">
              <a:solidFill>
                <a:srgbClr val="FF0000"/>
              </a:solidFill>
            </a:endParaRPr>
          </a:p>
        </p:txBody>
      </p:sp>
      <p:sp>
        <p:nvSpPr>
          <p:cNvPr id="68613" name="TextBox 4">
            <a:extLst>
              <a:ext uri="{FF2B5EF4-FFF2-40B4-BE49-F238E27FC236}">
                <a16:creationId xmlns:a16="http://schemas.microsoft.com/office/drawing/2014/main" id="{4D4A92A2-0BD6-443C-99B2-5C6BB55C48E6}"/>
              </a:ext>
            </a:extLst>
          </p:cNvPr>
          <p:cNvSpPr txBox="1">
            <a:spLocks noChangeArrowheads="1"/>
          </p:cNvSpPr>
          <p:nvPr/>
        </p:nvSpPr>
        <p:spPr bwMode="auto">
          <a:xfrm>
            <a:off x="3733800" y="3124200"/>
            <a:ext cx="472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1">
              <a:spcBef>
                <a:spcPct val="0"/>
              </a:spcBef>
              <a:buNone/>
            </a:pPr>
            <a:r>
              <a:rPr lang="en-US" altLang="zh-CN" sz="2000" b="1" u="sng">
                <a:solidFill>
                  <a:srgbClr val="FF0000"/>
                </a:solidFill>
                <a:latin typeface="Arial" panose="020B0604020202020204" pitchFamily="34" charset="0"/>
              </a:rPr>
              <a:t>SUM and product of sum (POS)Term</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FE421C1-21B5-48F5-8AF5-1FE0C4AC0AB2}"/>
                  </a:ext>
                </a:extLst>
              </p14:cNvPr>
              <p14:cNvContentPartPr/>
              <p14:nvPr/>
            </p14:nvContentPartPr>
            <p14:xfrm>
              <a:off x="2360520" y="906120"/>
              <a:ext cx="7875720" cy="5380200"/>
            </p14:xfrm>
          </p:contentPart>
        </mc:Choice>
        <mc:Fallback xmlns="">
          <p:pic>
            <p:nvPicPr>
              <p:cNvPr id="3" name="Ink 2">
                <a:extLst>
                  <a:ext uri="{FF2B5EF4-FFF2-40B4-BE49-F238E27FC236}">
                    <a16:creationId xmlns:a16="http://schemas.microsoft.com/office/drawing/2014/main" id="{1FE421C1-21B5-48F5-8AF5-1FE0C4AC0AB2}"/>
                  </a:ext>
                </a:extLst>
              </p:cNvPr>
              <p:cNvPicPr/>
              <p:nvPr/>
            </p:nvPicPr>
            <p:blipFill>
              <a:blip r:embed="rId3"/>
              <a:stretch>
                <a:fillRect/>
              </a:stretch>
            </p:blipFill>
            <p:spPr>
              <a:xfrm>
                <a:off x="2351160" y="896760"/>
                <a:ext cx="7894440" cy="539892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8700916-B907-4B5F-9CEB-38BD4EB259C6}"/>
              </a:ext>
            </a:extLst>
          </p:cNvPr>
          <p:cNvSpPr txBox="1">
            <a:spLocks noRot="1" noChangeArrowheads="1"/>
          </p:cNvSpPr>
          <p:nvPr/>
        </p:nvSpPr>
        <p:spPr>
          <a:xfrm>
            <a:off x="1981200" y="2333626"/>
            <a:ext cx="8229600" cy="487363"/>
          </a:xfrm>
          <a:prstGeom prst="rect">
            <a:avLst/>
          </a:prstGeom>
        </p:spPr>
        <p:txBody>
          <a:bodyPr/>
          <a:lstStyle/>
          <a:p>
            <a:pPr algn="ctr" eaLnBrk="1" hangingPunct="1">
              <a:defRPr/>
            </a:pPr>
            <a:r>
              <a:rPr lang="en-US" altLang="zh-CN" sz="2800" b="1" u="sng" dirty="0">
                <a:solidFill>
                  <a:srgbClr val="FF0000"/>
                </a:solidFill>
                <a:latin typeface="+mj-lt"/>
                <a:ea typeface="+mj-ea"/>
                <a:cs typeface="+mj-cs"/>
              </a:rPr>
              <a:t>Canonical Form</a:t>
            </a:r>
          </a:p>
        </p:txBody>
      </p:sp>
      <p:sp>
        <p:nvSpPr>
          <p:cNvPr id="4" name="Rectangle 3">
            <a:extLst>
              <a:ext uri="{FF2B5EF4-FFF2-40B4-BE49-F238E27FC236}">
                <a16:creationId xmlns:a16="http://schemas.microsoft.com/office/drawing/2014/main" id="{9C0206F6-BDFF-4C66-838E-2290E08B90FE}"/>
              </a:ext>
            </a:extLst>
          </p:cNvPr>
          <p:cNvSpPr txBox="1">
            <a:spLocks noChangeArrowheads="1"/>
          </p:cNvSpPr>
          <p:nvPr/>
        </p:nvSpPr>
        <p:spPr>
          <a:xfrm>
            <a:off x="1905000" y="2738438"/>
            <a:ext cx="8382000" cy="2838450"/>
          </a:xfrm>
          <a:prstGeom prst="rect">
            <a:avLst/>
          </a:prstGeom>
        </p:spPr>
        <p:txBody>
          <a:bodyPr/>
          <a:lstStyle/>
          <a:p>
            <a:pPr algn="just" eaLnBrk="1" hangingPunct="1">
              <a:lnSpc>
                <a:spcPct val="90000"/>
              </a:lnSpc>
              <a:spcBef>
                <a:spcPct val="20000"/>
              </a:spcBef>
              <a:defRPr/>
            </a:pPr>
            <a:r>
              <a:rPr lang="en-US" altLang="zh-CN" sz="2000" dirty="0">
                <a:solidFill>
                  <a:srgbClr val="2B0BB5"/>
                </a:solidFill>
                <a:latin typeface="Arial" charset="0"/>
              </a:rPr>
              <a:t>Any</a:t>
            </a:r>
            <a:r>
              <a:rPr lang="en-US" altLang="zh-CN" sz="2000" dirty="0">
                <a:solidFill>
                  <a:srgbClr val="2B0BB5"/>
                </a:solidFill>
              </a:rPr>
              <a:t> </a:t>
            </a:r>
            <a:r>
              <a:rPr lang="en-US" altLang="zh-CN" sz="2000" dirty="0">
                <a:solidFill>
                  <a:srgbClr val="2B0BB5"/>
                </a:solidFill>
                <a:latin typeface="+mj-lt"/>
              </a:rPr>
              <a:t>Boolean</a:t>
            </a:r>
            <a:r>
              <a:rPr lang="en-US" altLang="zh-CN" sz="2000" dirty="0">
                <a:solidFill>
                  <a:srgbClr val="2B0BB5"/>
                </a:solidFill>
              </a:rPr>
              <a:t> function F( ) can be expressed as a </a:t>
            </a:r>
            <a:r>
              <a:rPr lang="en-US" altLang="zh-CN" sz="2000" i="1" dirty="0">
                <a:solidFill>
                  <a:srgbClr val="2B0BB5"/>
                </a:solidFill>
              </a:rPr>
              <a:t>unique</a:t>
            </a:r>
            <a:r>
              <a:rPr lang="en-US" altLang="zh-CN" sz="2000" dirty="0">
                <a:solidFill>
                  <a:srgbClr val="2B0BB5"/>
                </a:solidFill>
              </a:rPr>
              <a:t> </a:t>
            </a:r>
            <a:r>
              <a:rPr lang="en-US" altLang="zh-CN" sz="2000" b="1" dirty="0">
                <a:solidFill>
                  <a:srgbClr val="C00000"/>
                </a:solidFill>
              </a:rPr>
              <a:t>sum</a:t>
            </a:r>
            <a:r>
              <a:rPr lang="en-US" altLang="zh-CN" sz="2000" dirty="0">
                <a:solidFill>
                  <a:srgbClr val="C00000"/>
                </a:solidFill>
              </a:rPr>
              <a:t> of </a:t>
            </a:r>
            <a:r>
              <a:rPr lang="en-US" altLang="zh-CN" sz="2000" b="1" dirty="0" err="1">
                <a:solidFill>
                  <a:srgbClr val="C00000"/>
                </a:solidFill>
              </a:rPr>
              <a:t>min</a:t>
            </a:r>
            <a:r>
              <a:rPr lang="en-US" altLang="zh-CN" sz="2000" dirty="0" err="1">
                <a:solidFill>
                  <a:srgbClr val="C00000"/>
                </a:solidFill>
              </a:rPr>
              <a:t>terms</a:t>
            </a:r>
            <a:r>
              <a:rPr lang="en-US" altLang="zh-CN" sz="2000" baseline="30000" dirty="0">
                <a:solidFill>
                  <a:srgbClr val="C00000"/>
                </a:solidFill>
              </a:rPr>
              <a:t>*</a:t>
            </a:r>
            <a:r>
              <a:rPr lang="en-US" altLang="zh-CN" sz="2000" dirty="0">
                <a:solidFill>
                  <a:srgbClr val="2B0BB5"/>
                </a:solidFill>
              </a:rPr>
              <a:t> and a unique </a:t>
            </a:r>
            <a:r>
              <a:rPr lang="en-US" altLang="zh-CN" sz="2000" b="1" dirty="0">
                <a:solidFill>
                  <a:srgbClr val="C00000"/>
                </a:solidFill>
              </a:rPr>
              <a:t>product</a:t>
            </a:r>
            <a:r>
              <a:rPr lang="en-US" altLang="zh-CN" sz="2000" dirty="0">
                <a:solidFill>
                  <a:srgbClr val="C00000"/>
                </a:solidFill>
              </a:rPr>
              <a:t> of </a:t>
            </a:r>
            <a:r>
              <a:rPr lang="en-US" altLang="zh-CN" sz="2000" b="1" dirty="0" err="1">
                <a:solidFill>
                  <a:srgbClr val="C00000"/>
                </a:solidFill>
              </a:rPr>
              <a:t>max</a:t>
            </a:r>
            <a:r>
              <a:rPr lang="en-US" altLang="zh-CN" sz="2000" dirty="0" err="1">
                <a:solidFill>
                  <a:srgbClr val="C00000"/>
                </a:solidFill>
              </a:rPr>
              <a:t>terms</a:t>
            </a:r>
            <a:r>
              <a:rPr lang="en-US" altLang="zh-CN" sz="2000" baseline="30000" dirty="0">
                <a:solidFill>
                  <a:srgbClr val="C00000"/>
                </a:solidFill>
              </a:rPr>
              <a:t>**</a:t>
            </a:r>
            <a:r>
              <a:rPr lang="en-US" altLang="zh-CN" sz="2000" dirty="0">
                <a:solidFill>
                  <a:srgbClr val="C00000"/>
                </a:solidFill>
              </a:rPr>
              <a:t>) </a:t>
            </a:r>
            <a:r>
              <a:rPr lang="en-US" altLang="zh-CN" sz="2000" dirty="0">
                <a:solidFill>
                  <a:srgbClr val="2B0BB5"/>
                </a:solidFill>
              </a:rPr>
              <a:t>(under a fixed variable ordering). </a:t>
            </a:r>
          </a:p>
          <a:p>
            <a:pPr marL="342900" indent="-342900" algn="just">
              <a:lnSpc>
                <a:spcPct val="90000"/>
              </a:lnSpc>
              <a:spcBef>
                <a:spcPct val="20000"/>
              </a:spcBef>
              <a:buFont typeface="Arial" charset="0"/>
              <a:buChar char="•"/>
              <a:defRPr/>
            </a:pPr>
            <a:r>
              <a:rPr lang="en-US" altLang="zh-CN" sz="2000" b="1" dirty="0">
                <a:solidFill>
                  <a:srgbClr val="FF0000"/>
                </a:solidFill>
              </a:rPr>
              <a:t>Every term of such function contains all variables </a:t>
            </a:r>
            <a:r>
              <a:rPr lang="en-US" altLang="zh-CN" sz="2000" dirty="0">
                <a:solidFill>
                  <a:srgbClr val="2B0BB5"/>
                </a:solidFill>
              </a:rPr>
              <a:t>in either complement or </a:t>
            </a:r>
            <a:r>
              <a:rPr lang="en-US" altLang="zh-CN" sz="2000" dirty="0" err="1">
                <a:solidFill>
                  <a:srgbClr val="2B0BB5"/>
                </a:solidFill>
              </a:rPr>
              <a:t>uncomplemented</a:t>
            </a:r>
            <a:r>
              <a:rPr lang="en-US" altLang="zh-CN" sz="2000" dirty="0">
                <a:solidFill>
                  <a:srgbClr val="2B0BB5"/>
                </a:solidFill>
              </a:rPr>
              <a:t> form. </a:t>
            </a:r>
            <a:r>
              <a:rPr lang="en-US" altLang="zh-CN" sz="2000" dirty="0">
                <a:solidFill>
                  <a:srgbClr val="FF0000"/>
                </a:solidFill>
              </a:rPr>
              <a:t>This form of the Boolean function is known as</a:t>
            </a:r>
            <a:r>
              <a:rPr lang="en-US" altLang="zh-CN" sz="2000" dirty="0">
                <a:solidFill>
                  <a:srgbClr val="2B0BB5"/>
                </a:solidFill>
              </a:rPr>
              <a:t> </a:t>
            </a:r>
            <a:r>
              <a:rPr lang="en-US" altLang="zh-CN" sz="2000" b="1" dirty="0">
                <a:solidFill>
                  <a:srgbClr val="FF0000"/>
                </a:solidFill>
              </a:rPr>
              <a:t>‘Canonical Form’ </a:t>
            </a:r>
          </a:p>
          <a:p>
            <a:pPr marL="342900" indent="-342900" algn="just">
              <a:lnSpc>
                <a:spcPct val="90000"/>
              </a:lnSpc>
              <a:spcBef>
                <a:spcPct val="20000"/>
              </a:spcBef>
              <a:buFont typeface="Arial" charset="0"/>
              <a:buChar char="•"/>
              <a:defRPr/>
            </a:pPr>
            <a:r>
              <a:rPr lang="en-US" altLang="zh-CN" sz="2000" dirty="0">
                <a:solidFill>
                  <a:srgbClr val="2B0BB5"/>
                </a:solidFill>
              </a:rPr>
              <a:t>In other words, every function F() has two canonical forms:</a:t>
            </a:r>
          </a:p>
          <a:p>
            <a:pPr marL="742950" lvl="1" indent="-285750" algn="just">
              <a:lnSpc>
                <a:spcPct val="90000"/>
              </a:lnSpc>
              <a:spcBef>
                <a:spcPct val="20000"/>
              </a:spcBef>
              <a:buFont typeface="Arial" charset="0"/>
              <a:buChar char="–"/>
              <a:defRPr/>
            </a:pPr>
            <a:r>
              <a:rPr lang="en-US" altLang="zh-CN" sz="2000" dirty="0">
                <a:solidFill>
                  <a:srgbClr val="2B0BB5"/>
                </a:solidFill>
              </a:rPr>
              <a:t>Canonical Sum-Of-Products SOP       (sum of </a:t>
            </a:r>
            <a:r>
              <a:rPr lang="en-US" altLang="zh-CN" sz="2000" dirty="0" err="1">
                <a:solidFill>
                  <a:srgbClr val="2B0BB5"/>
                </a:solidFill>
              </a:rPr>
              <a:t>minterms</a:t>
            </a:r>
            <a:r>
              <a:rPr lang="en-US" altLang="zh-CN" sz="2000" dirty="0">
                <a:solidFill>
                  <a:srgbClr val="2B0BB5"/>
                </a:solidFill>
              </a:rPr>
              <a:t>)</a:t>
            </a:r>
          </a:p>
          <a:p>
            <a:pPr marL="742950" lvl="1" indent="-285750" algn="just">
              <a:lnSpc>
                <a:spcPct val="90000"/>
              </a:lnSpc>
              <a:spcBef>
                <a:spcPct val="20000"/>
              </a:spcBef>
              <a:buFont typeface="Arial" charset="0"/>
              <a:buChar char="–"/>
              <a:defRPr/>
            </a:pPr>
            <a:r>
              <a:rPr lang="en-US" altLang="zh-CN" sz="2000" dirty="0">
                <a:solidFill>
                  <a:srgbClr val="2B0BB5"/>
                </a:solidFill>
              </a:rPr>
              <a:t>Canonical Product-Of-Sums POS       (</a:t>
            </a:r>
            <a:r>
              <a:rPr lang="en-US" altLang="zh-CN" sz="2000" dirty="0" err="1">
                <a:solidFill>
                  <a:srgbClr val="2B0BB5"/>
                </a:solidFill>
              </a:rPr>
              <a:t>poduct</a:t>
            </a:r>
            <a:r>
              <a:rPr lang="en-US" altLang="zh-CN" sz="2000" dirty="0">
                <a:solidFill>
                  <a:srgbClr val="2B0BB5"/>
                </a:solidFill>
              </a:rPr>
              <a:t> of </a:t>
            </a:r>
            <a:r>
              <a:rPr lang="en-US" altLang="zh-CN" sz="2000" dirty="0" err="1">
                <a:solidFill>
                  <a:srgbClr val="2B0BB5"/>
                </a:solidFill>
              </a:rPr>
              <a:t>maxterms</a:t>
            </a:r>
            <a:r>
              <a:rPr lang="en-US" altLang="zh-CN" sz="2000" dirty="0">
                <a:solidFill>
                  <a:srgbClr val="2B0BB5"/>
                </a:solidFill>
              </a:rPr>
              <a:t>)</a:t>
            </a:r>
            <a:endParaRPr lang="en-US" altLang="zh-CN" sz="2400" dirty="0">
              <a:solidFill>
                <a:srgbClr val="2B0BB5"/>
              </a:solidFill>
            </a:endParaRPr>
          </a:p>
          <a:p>
            <a:pPr marL="0" lvl="1" algn="just">
              <a:lnSpc>
                <a:spcPct val="90000"/>
              </a:lnSpc>
              <a:spcBef>
                <a:spcPct val="20000"/>
              </a:spcBef>
              <a:defRPr/>
            </a:pPr>
            <a:endParaRPr lang="en-US" altLang="zh-CN" sz="2000" dirty="0">
              <a:solidFill>
                <a:srgbClr val="2B0BB5"/>
              </a:solidFill>
              <a:latin typeface="Arial" charset="0"/>
            </a:endParaRPr>
          </a:p>
          <a:p>
            <a:pPr marL="0" lvl="1" algn="just">
              <a:lnSpc>
                <a:spcPct val="90000"/>
              </a:lnSpc>
              <a:spcBef>
                <a:spcPct val="20000"/>
              </a:spcBef>
              <a:defRPr/>
            </a:pPr>
            <a:endParaRPr lang="en-US" altLang="zh-CN" sz="2000" dirty="0">
              <a:solidFill>
                <a:srgbClr val="2B0BB5"/>
              </a:solidFill>
              <a:latin typeface="Arial" charset="0"/>
            </a:endParaRPr>
          </a:p>
        </p:txBody>
      </p:sp>
      <p:sp>
        <p:nvSpPr>
          <p:cNvPr id="5" name="Text Box 54">
            <a:extLst>
              <a:ext uri="{FF2B5EF4-FFF2-40B4-BE49-F238E27FC236}">
                <a16:creationId xmlns:a16="http://schemas.microsoft.com/office/drawing/2014/main" id="{8AA3880B-C1D7-443D-B6A1-C87F97FD076C}"/>
              </a:ext>
            </a:extLst>
          </p:cNvPr>
          <p:cNvSpPr txBox="1">
            <a:spLocks noChangeArrowheads="1"/>
          </p:cNvSpPr>
          <p:nvPr/>
        </p:nvSpPr>
        <p:spPr bwMode="auto">
          <a:xfrm>
            <a:off x="2743200" y="5257800"/>
            <a:ext cx="563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B C + A B' C' + A B' C + A B C' + A B C</a:t>
            </a:r>
          </a:p>
        </p:txBody>
      </p:sp>
      <p:sp>
        <p:nvSpPr>
          <p:cNvPr id="69637" name="Rectangle 5">
            <a:extLst>
              <a:ext uri="{FF2B5EF4-FFF2-40B4-BE49-F238E27FC236}">
                <a16:creationId xmlns:a16="http://schemas.microsoft.com/office/drawing/2014/main" id="{19DE9E4E-A8D9-4D94-B3CF-C211780DA823}"/>
              </a:ext>
            </a:extLst>
          </p:cNvPr>
          <p:cNvSpPr>
            <a:spLocks noChangeArrowheads="1"/>
          </p:cNvSpPr>
          <p:nvPr/>
        </p:nvSpPr>
        <p:spPr bwMode="auto">
          <a:xfrm>
            <a:off x="2743200" y="5562600"/>
            <a:ext cx="518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 B +C) (A + B + C‘) • (A + B' + C)</a:t>
            </a:r>
          </a:p>
        </p:txBody>
      </p:sp>
      <p:sp>
        <p:nvSpPr>
          <p:cNvPr id="7" name="Text Box 54">
            <a:extLst>
              <a:ext uri="{FF2B5EF4-FFF2-40B4-BE49-F238E27FC236}">
                <a16:creationId xmlns:a16="http://schemas.microsoft.com/office/drawing/2014/main" id="{A94CC5D2-F116-46BE-A59C-E1765DCE07EE}"/>
              </a:ext>
            </a:extLst>
          </p:cNvPr>
          <p:cNvSpPr txBox="1">
            <a:spLocks noChangeArrowheads="1"/>
          </p:cNvSpPr>
          <p:nvPr/>
        </p:nvSpPr>
        <p:spPr bwMode="auto">
          <a:xfrm>
            <a:off x="3502025" y="1517650"/>
            <a:ext cx="563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B  + B' C' + A B' C</a:t>
            </a:r>
          </a:p>
        </p:txBody>
      </p:sp>
      <p:sp>
        <p:nvSpPr>
          <p:cNvPr id="69639" name="Rectangle 7">
            <a:extLst>
              <a:ext uri="{FF2B5EF4-FFF2-40B4-BE49-F238E27FC236}">
                <a16:creationId xmlns:a16="http://schemas.microsoft.com/office/drawing/2014/main" id="{4580765F-07EE-488F-8505-DE820DA0D3DF}"/>
              </a:ext>
            </a:extLst>
          </p:cNvPr>
          <p:cNvSpPr>
            <a:spLocks noChangeArrowheads="1"/>
          </p:cNvSpPr>
          <p:nvPr/>
        </p:nvSpPr>
        <p:spPr bwMode="auto">
          <a:xfrm>
            <a:off x="3505200" y="1905000"/>
            <a:ext cx="518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 B) (A + B + C’) • (A + B‘ )</a:t>
            </a:r>
          </a:p>
        </p:txBody>
      </p:sp>
      <p:sp>
        <p:nvSpPr>
          <p:cNvPr id="69640" name="Rectangle 8">
            <a:extLst>
              <a:ext uri="{FF2B5EF4-FFF2-40B4-BE49-F238E27FC236}">
                <a16:creationId xmlns:a16="http://schemas.microsoft.com/office/drawing/2014/main" id="{D85C8B33-3BEA-43A8-B6D8-6F1F4AE771BA}"/>
              </a:ext>
            </a:extLst>
          </p:cNvPr>
          <p:cNvSpPr>
            <a:spLocks noChangeArrowheads="1"/>
          </p:cNvSpPr>
          <p:nvPr/>
        </p:nvSpPr>
        <p:spPr bwMode="auto">
          <a:xfrm>
            <a:off x="4325938" y="-58738"/>
            <a:ext cx="3733800" cy="47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gn="just" eaLnBrk="1" hangingPunct="1">
              <a:lnSpc>
                <a:spcPct val="90000"/>
              </a:lnSpc>
              <a:buFontTx/>
              <a:buNone/>
            </a:pPr>
            <a:r>
              <a:rPr lang="en-US" altLang="zh-CN" b="1" u="sng">
                <a:solidFill>
                  <a:srgbClr val="FF0000"/>
                </a:solidFill>
              </a:rPr>
              <a:t>Standard Forms</a:t>
            </a:r>
            <a:endParaRPr lang="en-US" altLang="zh-CN" b="1">
              <a:solidFill>
                <a:srgbClr val="2B0BB5"/>
              </a:solidFill>
            </a:endParaRPr>
          </a:p>
        </p:txBody>
      </p:sp>
      <p:sp>
        <p:nvSpPr>
          <p:cNvPr id="3" name="Rectangle 2">
            <a:extLst>
              <a:ext uri="{FF2B5EF4-FFF2-40B4-BE49-F238E27FC236}">
                <a16:creationId xmlns:a16="http://schemas.microsoft.com/office/drawing/2014/main" id="{7846738E-C67F-4B5A-B690-C99261F23A6F}"/>
              </a:ext>
            </a:extLst>
          </p:cNvPr>
          <p:cNvSpPr/>
          <p:nvPr/>
        </p:nvSpPr>
        <p:spPr>
          <a:xfrm>
            <a:off x="1870076" y="385763"/>
            <a:ext cx="8645525" cy="1200150"/>
          </a:xfrm>
          <a:prstGeom prst="rect">
            <a:avLst/>
          </a:prstGeom>
        </p:spPr>
        <p:txBody>
          <a:bodyPr>
            <a:spAutoFit/>
          </a:bodyPr>
          <a:lstStyle/>
          <a:p>
            <a:pPr marL="0" lvl="1" algn="just">
              <a:lnSpc>
                <a:spcPct val="90000"/>
              </a:lnSpc>
              <a:spcBef>
                <a:spcPct val="20000"/>
              </a:spcBef>
              <a:defRPr/>
            </a:pPr>
            <a:r>
              <a:rPr lang="en-US" altLang="zh-CN" sz="2000" dirty="0">
                <a:solidFill>
                  <a:srgbClr val="2B0BB5"/>
                </a:solidFill>
                <a:latin typeface="+mj-lt"/>
              </a:rPr>
              <a:t>A Boolean function F( ) can be expressed </a:t>
            </a:r>
            <a:r>
              <a:rPr lang="en-US" altLang="zh-CN" sz="2000" dirty="0">
                <a:solidFill>
                  <a:srgbClr val="FF0000"/>
                </a:solidFill>
                <a:latin typeface="+mj-lt"/>
              </a:rPr>
              <a:t>in simplified form</a:t>
            </a:r>
            <a:r>
              <a:rPr lang="en-US" altLang="zh-CN" sz="2000" dirty="0">
                <a:solidFill>
                  <a:srgbClr val="2B0BB5"/>
                </a:solidFill>
                <a:latin typeface="+mj-lt"/>
              </a:rPr>
              <a:t> in which </a:t>
            </a:r>
            <a:r>
              <a:rPr lang="en-US" altLang="zh-CN" sz="2000" b="1" dirty="0">
                <a:solidFill>
                  <a:srgbClr val="FF0000"/>
                </a:solidFill>
                <a:latin typeface="+mj-lt"/>
              </a:rPr>
              <a:t>the term of the function does not contains all variables </a:t>
            </a:r>
            <a:r>
              <a:rPr lang="en-US" altLang="zh-CN" sz="2000" dirty="0">
                <a:solidFill>
                  <a:srgbClr val="C00000"/>
                </a:solidFill>
                <a:latin typeface="+mj-lt"/>
              </a:rPr>
              <a:t>(</a:t>
            </a:r>
            <a:r>
              <a:rPr lang="en-US" altLang="zh-CN" sz="2000" dirty="0">
                <a:solidFill>
                  <a:srgbClr val="2B0BB5"/>
                </a:solidFill>
                <a:latin typeface="+mj-lt"/>
              </a:rPr>
              <a:t>in either complement or                  uncomplemented form, </a:t>
            </a:r>
            <a:r>
              <a:rPr lang="en-US" altLang="zh-CN" sz="2000" b="1" dirty="0">
                <a:solidFill>
                  <a:srgbClr val="FF0000"/>
                </a:solidFill>
                <a:latin typeface="+mj-lt"/>
              </a:rPr>
              <a:t>literals</a:t>
            </a:r>
            <a:r>
              <a:rPr lang="en-US" altLang="zh-CN" sz="2000" dirty="0">
                <a:solidFill>
                  <a:srgbClr val="2B0BB5"/>
                </a:solidFill>
                <a:latin typeface="+mj-lt"/>
              </a:rPr>
              <a:t>). </a:t>
            </a:r>
            <a:r>
              <a:rPr lang="en-US" altLang="zh-CN" sz="2000" dirty="0">
                <a:solidFill>
                  <a:srgbClr val="FF0000"/>
                </a:solidFill>
                <a:latin typeface="+mj-lt"/>
              </a:rPr>
              <a:t>This form of the Boolean function is known as</a:t>
            </a:r>
            <a:r>
              <a:rPr lang="en-US" altLang="zh-CN" sz="2000" dirty="0">
                <a:solidFill>
                  <a:srgbClr val="2B0BB5"/>
                </a:solidFill>
                <a:latin typeface="+mj-lt"/>
              </a:rPr>
              <a:t> </a:t>
            </a:r>
            <a:r>
              <a:rPr lang="en-US" altLang="zh-CN" sz="2000" b="1" dirty="0">
                <a:solidFill>
                  <a:srgbClr val="FF0000"/>
                </a:solidFill>
                <a:latin typeface="+mj-lt"/>
              </a:rPr>
              <a:t>‘Standard Form’ </a:t>
            </a:r>
          </a:p>
        </p:txBody>
      </p:sp>
      <p:sp>
        <p:nvSpPr>
          <p:cNvPr id="69642" name="Rectangle 5">
            <a:extLst>
              <a:ext uri="{FF2B5EF4-FFF2-40B4-BE49-F238E27FC236}">
                <a16:creationId xmlns:a16="http://schemas.microsoft.com/office/drawing/2014/main" id="{954503D7-1CE0-44A0-B68D-6970928455BE}"/>
              </a:ext>
            </a:extLst>
          </p:cNvPr>
          <p:cNvSpPr>
            <a:spLocks noChangeArrowheads="1"/>
          </p:cNvSpPr>
          <p:nvPr/>
        </p:nvSpPr>
        <p:spPr bwMode="auto">
          <a:xfrm>
            <a:off x="1512888" y="6135688"/>
            <a:ext cx="9220201"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1800">
                <a:solidFill>
                  <a:srgbClr val="C00000"/>
                </a:solidFill>
                <a:latin typeface="Arial" panose="020B0604020202020204" pitchFamily="34" charset="0"/>
              </a:rPr>
              <a:t>*Minterm:A Product term </a:t>
            </a:r>
            <a:r>
              <a:rPr lang="en-US" altLang="zh-CN" sz="1800">
                <a:solidFill>
                  <a:srgbClr val="FF0000"/>
                </a:solidFill>
                <a:latin typeface="Arial" panose="020B0604020202020204" pitchFamily="34" charset="0"/>
              </a:rPr>
              <a:t>containing all variables </a:t>
            </a:r>
            <a:r>
              <a:rPr lang="en-US" altLang="zh-CN" sz="1800">
                <a:solidFill>
                  <a:srgbClr val="2B0BB5"/>
                </a:solidFill>
                <a:latin typeface="Arial" panose="020B0604020202020204" pitchFamily="34" charset="0"/>
              </a:rPr>
              <a:t>in complement or uncomplemented form.</a:t>
            </a:r>
            <a:endParaRPr lang="en-US" altLang="zh-CN" sz="1800">
              <a:solidFill>
                <a:srgbClr val="C00000"/>
              </a:solidFill>
              <a:latin typeface="Arial" panose="020B0604020202020204" pitchFamily="34" charset="0"/>
            </a:endParaRPr>
          </a:p>
          <a:p>
            <a:pPr eaLnBrk="1" hangingPunct="1">
              <a:spcBef>
                <a:spcPct val="0"/>
              </a:spcBef>
              <a:buFontTx/>
              <a:buNone/>
            </a:pPr>
            <a:r>
              <a:rPr lang="en-US" altLang="zh-CN" sz="1800">
                <a:solidFill>
                  <a:srgbClr val="C00000"/>
                </a:solidFill>
                <a:latin typeface="Arial" panose="020B0604020202020204" pitchFamily="34" charset="0"/>
              </a:rPr>
              <a:t>**Maxterm: A Sum term </a:t>
            </a:r>
            <a:r>
              <a:rPr lang="en-US" altLang="zh-CN" sz="1800">
                <a:solidFill>
                  <a:srgbClr val="FF0000"/>
                </a:solidFill>
                <a:latin typeface="Arial" panose="020B0604020202020204" pitchFamily="34" charset="0"/>
              </a:rPr>
              <a:t>containing all variables </a:t>
            </a:r>
            <a:r>
              <a:rPr lang="en-US" altLang="zh-CN" sz="1800">
                <a:solidFill>
                  <a:srgbClr val="2B0BB5"/>
                </a:solidFill>
                <a:latin typeface="Arial" panose="020B0604020202020204" pitchFamily="34" charset="0"/>
              </a:rPr>
              <a:t>in complement or uncomplemented form.</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9B9CA3F8-1AC2-4D29-AEA2-86CD844A0162}"/>
                  </a:ext>
                </a:extLst>
              </p14:cNvPr>
              <p14:cNvContentPartPr/>
              <p14:nvPr/>
            </p14:nvContentPartPr>
            <p14:xfrm>
              <a:off x="3126600" y="1404000"/>
              <a:ext cx="6208920" cy="4592880"/>
            </p14:xfrm>
          </p:contentPart>
        </mc:Choice>
        <mc:Fallback xmlns="">
          <p:pic>
            <p:nvPicPr>
              <p:cNvPr id="6" name="Ink 5">
                <a:extLst>
                  <a:ext uri="{FF2B5EF4-FFF2-40B4-BE49-F238E27FC236}">
                    <a16:creationId xmlns:a16="http://schemas.microsoft.com/office/drawing/2014/main" id="{9B9CA3F8-1AC2-4D29-AEA2-86CD844A0162}"/>
                  </a:ext>
                </a:extLst>
              </p:cNvPr>
              <p:cNvPicPr/>
              <p:nvPr/>
            </p:nvPicPr>
            <p:blipFill>
              <a:blip r:embed="rId3"/>
              <a:stretch>
                <a:fillRect/>
              </a:stretch>
            </p:blipFill>
            <p:spPr>
              <a:xfrm>
                <a:off x="3117240" y="1394640"/>
                <a:ext cx="6227640" cy="4611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a:extLst>
              <a:ext uri="{FF2B5EF4-FFF2-40B4-BE49-F238E27FC236}">
                <a16:creationId xmlns:a16="http://schemas.microsoft.com/office/drawing/2014/main" id="{E84CAAEB-F715-4730-BAA4-C1FF0CEEE6E5}"/>
              </a:ext>
            </a:extLst>
          </p:cNvPr>
          <p:cNvSpPr>
            <a:spLocks noChangeArrowheads="1"/>
          </p:cNvSpPr>
          <p:nvPr/>
        </p:nvSpPr>
        <p:spPr bwMode="auto">
          <a:xfrm>
            <a:off x="5181601" y="1"/>
            <a:ext cx="1484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Minterm</a:t>
            </a:r>
          </a:p>
        </p:txBody>
      </p:sp>
      <p:sp>
        <p:nvSpPr>
          <p:cNvPr id="70659" name="Rectangle 3">
            <a:extLst>
              <a:ext uri="{FF2B5EF4-FFF2-40B4-BE49-F238E27FC236}">
                <a16:creationId xmlns:a16="http://schemas.microsoft.com/office/drawing/2014/main" id="{C8DA9429-43B0-49DC-B15C-38DE96C25A32}"/>
              </a:ext>
            </a:extLst>
          </p:cNvPr>
          <p:cNvSpPr>
            <a:spLocks noChangeArrowheads="1"/>
          </p:cNvSpPr>
          <p:nvPr/>
        </p:nvSpPr>
        <p:spPr bwMode="auto">
          <a:xfrm>
            <a:off x="5257800" y="533400"/>
            <a:ext cx="52578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A  Boolean expression </a:t>
            </a:r>
            <a:r>
              <a:rPr lang="en-US" altLang="en-US" sz="1800">
                <a:solidFill>
                  <a:srgbClr val="2B0BB5"/>
                </a:solidFill>
                <a:latin typeface="Arial" panose="020B0604020202020204" pitchFamily="34" charset="0"/>
              </a:rPr>
              <a:t>can be written as </a:t>
            </a:r>
            <a:r>
              <a:rPr lang="en-US" altLang="en-US" sz="1800" b="1">
                <a:solidFill>
                  <a:srgbClr val="7030A0"/>
                </a:solidFill>
                <a:latin typeface="Arial" panose="020B0604020202020204" pitchFamily="34" charset="0"/>
              </a:rPr>
              <a:t>sum of minterms,</a:t>
            </a:r>
            <a:r>
              <a:rPr lang="en-US" altLang="en-US" sz="1800" b="1">
                <a:solidFill>
                  <a:srgbClr val="FF0000"/>
                </a:solidFill>
                <a:latin typeface="Arial" panose="020B0604020202020204" pitchFamily="34" charset="0"/>
              </a:rPr>
              <a:t> of the row having 1 value</a:t>
            </a:r>
          </a:p>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Minterm </a:t>
            </a:r>
            <a:r>
              <a:rPr lang="en-US" altLang="en-US" sz="1800" b="1">
                <a:solidFill>
                  <a:srgbClr val="C00000"/>
                </a:solidFill>
                <a:latin typeface="Arial" panose="020B0604020202020204" pitchFamily="34" charset="0"/>
              </a:rPr>
              <a:t>corresponds to a product term</a:t>
            </a:r>
            <a:r>
              <a:rPr lang="en-US" altLang="en-US" sz="1800">
                <a:solidFill>
                  <a:srgbClr val="C00000"/>
                </a:solidFill>
                <a:latin typeface="Arial" panose="020B0604020202020204" pitchFamily="34" charset="0"/>
              </a:rPr>
              <a:t> </a:t>
            </a:r>
            <a:r>
              <a:rPr lang="en-US" altLang="en-US" sz="1800" b="1" i="1">
                <a:solidFill>
                  <a:srgbClr val="FF0000"/>
                </a:solidFill>
                <a:latin typeface="Arial" panose="020B0604020202020204" pitchFamily="34" charset="0"/>
              </a:rPr>
              <a:t>contain </a:t>
            </a:r>
            <a:r>
              <a:rPr lang="en-US" altLang="en-US" sz="1800" b="1">
                <a:solidFill>
                  <a:srgbClr val="FF0000"/>
                </a:solidFill>
                <a:latin typeface="Arial" panose="020B0604020202020204" pitchFamily="34" charset="0"/>
              </a:rPr>
              <a:t>all variables </a:t>
            </a:r>
            <a:r>
              <a:rPr lang="en-US" altLang="en-US" sz="1800">
                <a:solidFill>
                  <a:srgbClr val="2B0BB5"/>
                </a:solidFill>
                <a:latin typeface="Arial" panose="020B0604020202020204" pitchFamily="34" charset="0"/>
              </a:rPr>
              <a:t>(in either complement or uncomplemented form)</a:t>
            </a:r>
          </a:p>
          <a:p>
            <a:pPr eaLnBrk="1" hangingPunct="1">
              <a:lnSpc>
                <a:spcPct val="150000"/>
              </a:lnSpc>
              <a:spcBef>
                <a:spcPct val="0"/>
              </a:spcBef>
              <a:buFont typeface="Wingdings" panose="05000000000000000000" pitchFamily="2" charset="2"/>
              <a:buChar char="§"/>
            </a:pPr>
            <a:r>
              <a:rPr lang="en-US" altLang="en-US" sz="1800" b="1">
                <a:solidFill>
                  <a:srgbClr val="208839"/>
                </a:solidFill>
                <a:latin typeface="Arial" panose="020B0604020202020204" pitchFamily="34" charset="0"/>
              </a:rPr>
              <a:t>So </a:t>
            </a:r>
            <a:r>
              <a:rPr lang="en-US" altLang="en-US" sz="1800" b="1" i="1">
                <a:solidFill>
                  <a:srgbClr val="FF0000"/>
                </a:solidFill>
                <a:latin typeface="Arial" panose="020B0604020202020204" pitchFamily="34" charset="0"/>
              </a:rPr>
              <a:t>x . y . z is a minterm </a:t>
            </a:r>
            <a:r>
              <a:rPr lang="en-US" altLang="en-US" sz="1800" b="1" i="1">
                <a:solidFill>
                  <a:srgbClr val="7030A0"/>
                </a:solidFill>
                <a:latin typeface="Arial" panose="020B0604020202020204" pitchFamily="34" charset="0"/>
              </a:rPr>
              <a:t>but y . z is not</a:t>
            </a:r>
            <a:endParaRPr lang="en-US" altLang="en-US" sz="1800">
              <a:solidFill>
                <a:srgbClr val="7030A0"/>
              </a:solidFill>
              <a:latin typeface="Arial" panose="020B0604020202020204" pitchFamily="34" charset="0"/>
            </a:endParaRPr>
          </a:p>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Note </a:t>
            </a:r>
            <a:r>
              <a:rPr lang="en-US" altLang="en-US" sz="1800" b="1" u="sng">
                <a:solidFill>
                  <a:srgbClr val="2B0BB5"/>
                </a:solidFill>
                <a:latin typeface="Arial" panose="020B0604020202020204" pitchFamily="34" charset="0"/>
              </a:rPr>
              <a:t>variables in a minterm are ANDed</a:t>
            </a:r>
          </a:p>
          <a:p>
            <a:pPr eaLnBrk="1" hangingPunct="1">
              <a:lnSpc>
                <a:spcPct val="150000"/>
              </a:lnSpc>
              <a:spcBef>
                <a:spcPct val="0"/>
              </a:spcBef>
              <a:buFontTx/>
              <a:buNone/>
            </a:pPr>
            <a:r>
              <a:rPr lang="en-US" altLang="en-US" sz="1800" b="1">
                <a:solidFill>
                  <a:srgbClr val="2B0BB5"/>
                </a:solidFill>
                <a:latin typeface="Arial" panose="020B0604020202020204" pitchFamily="34" charset="0"/>
              </a:rPr>
              <a:t>     </a:t>
            </a:r>
            <a:r>
              <a:rPr lang="en-US" altLang="en-US" sz="1800" b="1" u="sng">
                <a:solidFill>
                  <a:srgbClr val="2B0BB5"/>
                </a:solidFill>
                <a:latin typeface="Arial" panose="020B0604020202020204" pitchFamily="34" charset="0"/>
              </a:rPr>
              <a:t>together</a:t>
            </a:r>
            <a:r>
              <a:rPr lang="en-US" altLang="en-US" sz="1800">
                <a:solidFill>
                  <a:srgbClr val="2B0BB5"/>
                </a:solidFill>
                <a:latin typeface="Arial" panose="020B0604020202020204" pitchFamily="34" charset="0"/>
              </a:rPr>
              <a:t> (conjunction)</a:t>
            </a:r>
          </a:p>
        </p:txBody>
      </p:sp>
      <p:pic>
        <p:nvPicPr>
          <p:cNvPr id="70660" name="Picture 8">
            <a:extLst>
              <a:ext uri="{FF2B5EF4-FFF2-40B4-BE49-F238E27FC236}">
                <a16:creationId xmlns:a16="http://schemas.microsoft.com/office/drawing/2014/main" id="{174C3553-5AB7-4AA3-BFF7-BBDEF31973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953000"/>
            <a:ext cx="3429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6">
            <a:extLst>
              <a:ext uri="{FF2B5EF4-FFF2-40B4-BE49-F238E27FC236}">
                <a16:creationId xmlns:a16="http://schemas.microsoft.com/office/drawing/2014/main" id="{FC040D01-C492-4D5F-9508-D36C370469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3576" y="4953001"/>
            <a:ext cx="461962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8">
            <a:extLst>
              <a:ext uri="{FF2B5EF4-FFF2-40B4-BE49-F238E27FC236}">
                <a16:creationId xmlns:a16="http://schemas.microsoft.com/office/drawing/2014/main" id="{A9987DCE-5657-452E-A680-3E2C65DC7A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533400"/>
            <a:ext cx="3657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E6CDD8-8BC7-43C3-82AF-001F28378D54}"/>
                  </a:ext>
                </a:extLst>
              </p14:cNvPr>
              <p14:cNvContentPartPr/>
              <p14:nvPr/>
            </p14:nvContentPartPr>
            <p14:xfrm>
              <a:off x="2557440" y="1230840"/>
              <a:ext cx="9110520" cy="5334120"/>
            </p14:xfrm>
          </p:contentPart>
        </mc:Choice>
        <mc:Fallback xmlns="">
          <p:pic>
            <p:nvPicPr>
              <p:cNvPr id="2" name="Ink 1">
                <a:extLst>
                  <a:ext uri="{FF2B5EF4-FFF2-40B4-BE49-F238E27FC236}">
                    <a16:creationId xmlns:a16="http://schemas.microsoft.com/office/drawing/2014/main" id="{41E6CDD8-8BC7-43C3-82AF-001F28378D54}"/>
                  </a:ext>
                </a:extLst>
              </p:cNvPr>
              <p:cNvPicPr/>
              <p:nvPr/>
            </p:nvPicPr>
            <p:blipFill>
              <a:blip r:embed="rId6"/>
              <a:stretch>
                <a:fillRect/>
              </a:stretch>
            </p:blipFill>
            <p:spPr>
              <a:xfrm>
                <a:off x="2548080" y="1221480"/>
                <a:ext cx="9129240" cy="535284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313325-7A15-4F04-820F-71B723BD69AB}"/>
              </a:ext>
            </a:extLst>
          </p:cNvPr>
          <p:cNvSpPr/>
          <p:nvPr/>
        </p:nvSpPr>
        <p:spPr>
          <a:xfrm>
            <a:off x="1752600" y="2870200"/>
            <a:ext cx="8763000" cy="3232150"/>
          </a:xfrm>
          <a:prstGeom prst="rect">
            <a:avLst/>
          </a:prstGeom>
        </p:spPr>
        <p:txBody>
          <a:bodyPr>
            <a:spAutoFit/>
          </a:bodyPr>
          <a:lstStyle/>
          <a:p>
            <a:pPr marL="284163" indent="-284163" algn="just">
              <a:lnSpc>
                <a:spcPct val="150000"/>
              </a:lnSpc>
              <a:defRPr/>
            </a:pPr>
            <a:r>
              <a:rPr lang="en-US" b="1" dirty="0">
                <a:solidFill>
                  <a:srgbClr val="7030A0"/>
                </a:solidFill>
                <a:latin typeface="Arial" charset="0"/>
              </a:rPr>
              <a:t>Any Boolean function can be expressed as </a:t>
            </a:r>
          </a:p>
          <a:p>
            <a:pPr marL="284163" indent="-284163" algn="just">
              <a:lnSpc>
                <a:spcPct val="150000"/>
              </a:lnSpc>
              <a:buFont typeface="Wingdings" pitchFamily="2" charset="2"/>
              <a:buChar char="Ø"/>
              <a:defRPr/>
            </a:pPr>
            <a:r>
              <a:rPr lang="en-US" b="1" u="sng" dirty="0" err="1">
                <a:solidFill>
                  <a:srgbClr val="C00000"/>
                </a:solidFill>
                <a:latin typeface="Arial" charset="0"/>
              </a:rPr>
              <a:t>ORing</a:t>
            </a:r>
            <a:r>
              <a:rPr lang="en-US" dirty="0">
                <a:solidFill>
                  <a:srgbClr val="2B0BB5"/>
                </a:solidFill>
                <a:latin typeface="Arial" charset="0"/>
              </a:rPr>
              <a:t>  of </a:t>
            </a:r>
            <a:r>
              <a:rPr lang="en-US" b="1" u="sng" dirty="0">
                <a:solidFill>
                  <a:srgbClr val="C00000"/>
                </a:solidFill>
                <a:latin typeface="Arial" charset="0"/>
              </a:rPr>
              <a:t>its minterms,</a:t>
            </a:r>
            <a:r>
              <a:rPr lang="en-US" b="1" dirty="0">
                <a:solidFill>
                  <a:srgbClr val="C00000"/>
                </a:solidFill>
                <a:latin typeface="Arial" charset="0"/>
              </a:rPr>
              <a:t> for which function is 1 (True), </a:t>
            </a:r>
            <a:r>
              <a:rPr lang="en-US" b="1" dirty="0">
                <a:solidFill>
                  <a:srgbClr val="7030A0"/>
                </a:solidFill>
                <a:latin typeface="Arial" charset="0"/>
              </a:rPr>
              <a:t>expressing Boolean function</a:t>
            </a:r>
            <a:r>
              <a:rPr lang="en-US" dirty="0">
                <a:solidFill>
                  <a:srgbClr val="2B0BB5"/>
                </a:solidFill>
                <a:latin typeface="Arial" charset="0"/>
              </a:rPr>
              <a:t> in this form </a:t>
            </a:r>
            <a:r>
              <a:rPr lang="en-US" b="1" dirty="0">
                <a:solidFill>
                  <a:srgbClr val="2B0BB5"/>
                </a:solidFill>
                <a:latin typeface="Arial" charset="0"/>
              </a:rPr>
              <a:t>is said  to be </a:t>
            </a:r>
            <a:r>
              <a:rPr lang="en-US" dirty="0">
                <a:solidFill>
                  <a:srgbClr val="2B0BB5"/>
                </a:solidFill>
                <a:latin typeface="Arial" charset="0"/>
              </a:rPr>
              <a:t>in </a:t>
            </a:r>
            <a:r>
              <a:rPr lang="en-US" b="1" u="sng" dirty="0">
                <a:solidFill>
                  <a:srgbClr val="FF0000"/>
                </a:solidFill>
                <a:latin typeface="Arial" charset="0"/>
              </a:rPr>
              <a:t>Sum of Products (SOP) </a:t>
            </a:r>
            <a:r>
              <a:rPr lang="en-US" b="1" dirty="0">
                <a:solidFill>
                  <a:srgbClr val="FF0000"/>
                </a:solidFill>
                <a:latin typeface="Arial" charset="0"/>
              </a:rPr>
              <a:t>form</a:t>
            </a:r>
            <a:r>
              <a:rPr lang="en-US" dirty="0">
                <a:solidFill>
                  <a:srgbClr val="2B0BB5"/>
                </a:solidFill>
                <a:latin typeface="Arial" charset="0"/>
              </a:rPr>
              <a:t>, </a:t>
            </a:r>
            <a:r>
              <a:rPr lang="en-US" dirty="0">
                <a:solidFill>
                  <a:srgbClr val="C00000"/>
                </a:solidFill>
                <a:latin typeface="Arial" charset="0"/>
              </a:rPr>
              <a:t>here all variables present in each term</a:t>
            </a:r>
          </a:p>
          <a:p>
            <a:pPr marL="225425" indent="-225425" algn="just">
              <a:lnSpc>
                <a:spcPct val="150000"/>
              </a:lnSpc>
              <a:buFont typeface="Wingdings" pitchFamily="2" charset="2"/>
              <a:buChar char="§"/>
              <a:defRPr/>
            </a:pPr>
            <a:endParaRPr lang="en-US" sz="1000" dirty="0">
              <a:solidFill>
                <a:srgbClr val="2B0BB5"/>
              </a:solidFill>
              <a:latin typeface="Arial" charset="0"/>
            </a:endParaRPr>
          </a:p>
          <a:p>
            <a:pPr marL="225425" indent="-225425" algn="just">
              <a:lnSpc>
                <a:spcPct val="150000"/>
              </a:lnSpc>
              <a:buFont typeface="Wingdings" pitchFamily="2" charset="2"/>
              <a:buChar char="§"/>
              <a:defRPr/>
            </a:pPr>
            <a:endParaRPr lang="en-US" dirty="0">
              <a:solidFill>
                <a:srgbClr val="2B0BB5"/>
              </a:solidFill>
              <a:latin typeface="Arial" charset="0"/>
            </a:endParaRPr>
          </a:p>
          <a:p>
            <a:pPr marL="225425" indent="-225425" algn="just">
              <a:lnSpc>
                <a:spcPct val="150000"/>
              </a:lnSpc>
              <a:buFont typeface="Wingdings" pitchFamily="2" charset="2"/>
              <a:buChar char="Ø"/>
              <a:defRPr/>
            </a:pPr>
            <a:r>
              <a:rPr lang="en-US" dirty="0">
                <a:solidFill>
                  <a:srgbClr val="2B0BB5"/>
                </a:solidFill>
                <a:latin typeface="Arial" charset="0"/>
              </a:rPr>
              <a:t>• </a:t>
            </a:r>
            <a:r>
              <a:rPr lang="en-US" u="sng" dirty="0">
                <a:solidFill>
                  <a:srgbClr val="C00000"/>
                </a:solidFill>
                <a:latin typeface="Arial" charset="0"/>
              </a:rPr>
              <a:t>Boolean function can also be expressed as the </a:t>
            </a:r>
            <a:r>
              <a:rPr lang="en-US" b="1" u="sng" dirty="0">
                <a:solidFill>
                  <a:srgbClr val="C00000"/>
                </a:solidFill>
                <a:latin typeface="Arial" charset="0"/>
              </a:rPr>
              <a:t>ORing of AND terms </a:t>
            </a:r>
            <a:r>
              <a:rPr lang="en-US" dirty="0">
                <a:solidFill>
                  <a:srgbClr val="2B0BB5"/>
                </a:solidFill>
                <a:latin typeface="Arial" charset="0"/>
              </a:rPr>
              <a:t>(not necessarily minterms</a:t>
            </a:r>
            <a:r>
              <a:rPr lang="en-US" dirty="0">
                <a:latin typeface="Arial" charset="0"/>
              </a:rPr>
              <a:t>) </a:t>
            </a:r>
            <a:r>
              <a:rPr lang="en-US" dirty="0">
                <a:solidFill>
                  <a:srgbClr val="2B0BB5"/>
                </a:solidFill>
                <a:latin typeface="Arial" charset="0"/>
              </a:rPr>
              <a:t>is </a:t>
            </a:r>
            <a:r>
              <a:rPr lang="en-US" b="1" dirty="0">
                <a:solidFill>
                  <a:srgbClr val="2B0BB5"/>
                </a:solidFill>
                <a:latin typeface="Arial" charset="0"/>
              </a:rPr>
              <a:t>also</a:t>
            </a:r>
            <a:r>
              <a:rPr lang="en-US" dirty="0">
                <a:solidFill>
                  <a:srgbClr val="2B0BB5"/>
                </a:solidFill>
                <a:latin typeface="Arial" charset="0"/>
              </a:rPr>
              <a:t> </a:t>
            </a:r>
            <a:r>
              <a:rPr lang="en-US" b="1" dirty="0">
                <a:solidFill>
                  <a:srgbClr val="2B0BB5"/>
                </a:solidFill>
                <a:latin typeface="Arial" charset="0"/>
              </a:rPr>
              <a:t>said to be in </a:t>
            </a:r>
            <a:r>
              <a:rPr lang="en-US" b="1" u="sng" dirty="0">
                <a:solidFill>
                  <a:srgbClr val="FF0000"/>
                </a:solidFill>
                <a:latin typeface="Arial" charset="0"/>
              </a:rPr>
              <a:t>Sum of Products (SOP) </a:t>
            </a:r>
            <a:r>
              <a:rPr lang="en-US" dirty="0">
                <a:solidFill>
                  <a:srgbClr val="FF0000"/>
                </a:solidFill>
                <a:latin typeface="Arial" charset="0"/>
              </a:rPr>
              <a:t>form</a:t>
            </a:r>
            <a:r>
              <a:rPr lang="en-US" dirty="0">
                <a:latin typeface="Arial" charset="0"/>
              </a:rPr>
              <a:t>, e.g.,</a:t>
            </a:r>
          </a:p>
        </p:txBody>
      </p:sp>
      <p:sp>
        <p:nvSpPr>
          <p:cNvPr id="71683" name="Rectangle 2">
            <a:extLst>
              <a:ext uri="{FF2B5EF4-FFF2-40B4-BE49-F238E27FC236}">
                <a16:creationId xmlns:a16="http://schemas.microsoft.com/office/drawing/2014/main" id="{FB82AB1E-874E-41D8-BFC9-4A807A94DF32}"/>
              </a:ext>
            </a:extLst>
          </p:cNvPr>
          <p:cNvSpPr>
            <a:spLocks noChangeArrowheads="1"/>
          </p:cNvSpPr>
          <p:nvPr/>
        </p:nvSpPr>
        <p:spPr bwMode="auto">
          <a:xfrm>
            <a:off x="4114800" y="2133601"/>
            <a:ext cx="426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Sum of Products (SOP)</a:t>
            </a:r>
          </a:p>
        </p:txBody>
      </p:sp>
      <p:graphicFrame>
        <p:nvGraphicFramePr>
          <p:cNvPr id="71684" name="Object 21">
            <a:extLst>
              <a:ext uri="{FF2B5EF4-FFF2-40B4-BE49-F238E27FC236}">
                <a16:creationId xmlns:a16="http://schemas.microsoft.com/office/drawing/2014/main" id="{06B3DFC1-DA9F-42E7-A24A-206DE244C2E3}"/>
              </a:ext>
            </a:extLst>
          </p:cNvPr>
          <p:cNvGraphicFramePr>
            <a:graphicFrameLocks noChangeAspect="1"/>
          </p:cNvGraphicFramePr>
          <p:nvPr/>
        </p:nvGraphicFramePr>
        <p:xfrm>
          <a:off x="2590800" y="4622801"/>
          <a:ext cx="6248400" cy="474663"/>
        </p:xfrm>
        <a:graphic>
          <a:graphicData uri="http://schemas.openxmlformats.org/presentationml/2006/ole">
            <mc:AlternateContent xmlns:mc="http://schemas.openxmlformats.org/markup-compatibility/2006">
              <mc:Choice xmlns:v="urn:schemas-microsoft-com:vml" Requires="v">
                <p:oleObj spid="_x0000_s2056" name="Equation" r:id="rId3" imgW="3175000" imgH="330200" progId="Equation.3">
                  <p:embed/>
                </p:oleObj>
              </mc:Choice>
              <mc:Fallback>
                <p:oleObj name="Equation" r:id="rId3" imgW="3175000" imgH="330200" progId="Equation.3">
                  <p:embed/>
                  <p:pic>
                    <p:nvPicPr>
                      <p:cNvPr id="71684" name="Object 21">
                        <a:extLst>
                          <a:ext uri="{FF2B5EF4-FFF2-40B4-BE49-F238E27FC236}">
                            <a16:creationId xmlns:a16="http://schemas.microsoft.com/office/drawing/2014/main" id="{06B3DFC1-DA9F-42E7-A24A-206DE244C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622801"/>
                        <a:ext cx="624840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5" name="Rectangle 6">
            <a:extLst>
              <a:ext uri="{FF2B5EF4-FFF2-40B4-BE49-F238E27FC236}">
                <a16:creationId xmlns:a16="http://schemas.microsoft.com/office/drawing/2014/main" id="{943DE8B3-EF55-46DF-9EF4-59A00AA587AE}"/>
              </a:ext>
            </a:extLst>
          </p:cNvPr>
          <p:cNvSpPr>
            <a:spLocks noChangeArrowheads="1"/>
          </p:cNvSpPr>
          <p:nvPr/>
        </p:nvSpPr>
        <p:spPr bwMode="auto">
          <a:xfrm>
            <a:off x="4665664" y="6146800"/>
            <a:ext cx="1354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i="1">
                <a:latin typeface="Arial" panose="020B0604020202020204" pitchFamily="34" charset="0"/>
              </a:rPr>
              <a:t>F = x + y.z</a:t>
            </a:r>
            <a:endParaRPr lang="en-US" altLang="en-US" sz="2000">
              <a:latin typeface="Arial" panose="020B0604020202020204" pitchFamily="34" charset="0"/>
            </a:endParaRPr>
          </a:p>
        </p:txBody>
      </p:sp>
      <p:sp>
        <p:nvSpPr>
          <p:cNvPr id="71686" name="Rectangle 6">
            <a:extLst>
              <a:ext uri="{FF2B5EF4-FFF2-40B4-BE49-F238E27FC236}">
                <a16:creationId xmlns:a16="http://schemas.microsoft.com/office/drawing/2014/main" id="{6BE2D819-12CF-4405-A469-78BC3A1434F0}"/>
              </a:ext>
            </a:extLst>
          </p:cNvPr>
          <p:cNvSpPr>
            <a:spLocks noChangeArrowheads="1"/>
          </p:cNvSpPr>
          <p:nvPr/>
        </p:nvSpPr>
        <p:spPr bwMode="auto">
          <a:xfrm>
            <a:off x="1752600" y="381000"/>
            <a:ext cx="8686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C00000"/>
                </a:solidFill>
                <a:latin typeface="Arial" panose="020B0604020202020204" pitchFamily="34" charset="0"/>
              </a:rPr>
              <a:t>One minterm exists for each row of truth table and denoted as m0, m1,m2… ….. m2</a:t>
            </a:r>
            <a:r>
              <a:rPr lang="en-US" altLang="en-US" sz="1800" b="1" baseline="30000">
                <a:solidFill>
                  <a:srgbClr val="C00000"/>
                </a:solidFill>
                <a:latin typeface="Arial" panose="020B0604020202020204" pitchFamily="34" charset="0"/>
              </a:rPr>
              <a:t>n</a:t>
            </a:r>
            <a:r>
              <a:rPr lang="en-US" altLang="en-US" sz="1800" b="1">
                <a:solidFill>
                  <a:srgbClr val="C00000"/>
                </a:solidFill>
                <a:latin typeface="Arial" panose="020B0604020202020204" pitchFamily="34" charset="0"/>
              </a:rPr>
              <a:t> - 1 </a:t>
            </a:r>
          </a:p>
          <a:p>
            <a:pPr eaLnBrk="1" hangingPunct="1">
              <a:lnSpc>
                <a:spcPct val="150000"/>
              </a:lnSpc>
              <a:spcBef>
                <a:spcPct val="0"/>
              </a:spcBef>
              <a:buFont typeface="Wingdings" panose="05000000000000000000" pitchFamily="2" charset="2"/>
              <a:buChar char="§"/>
            </a:pPr>
            <a:r>
              <a:rPr lang="en-US" altLang="en-US" sz="1800" b="1">
                <a:solidFill>
                  <a:srgbClr val="C00000"/>
                </a:solidFill>
                <a:latin typeface="Arial" panose="020B0604020202020204" pitchFamily="34" charset="0"/>
              </a:rPr>
              <a:t>Total m2</a:t>
            </a:r>
            <a:r>
              <a:rPr lang="en-US" altLang="en-US" sz="1800" b="1" baseline="30000">
                <a:solidFill>
                  <a:srgbClr val="C00000"/>
                </a:solidFill>
                <a:latin typeface="Arial" panose="020B0604020202020204" pitchFamily="34" charset="0"/>
              </a:rPr>
              <a:t>n</a:t>
            </a:r>
            <a:r>
              <a:rPr lang="en-US" altLang="en-US" sz="1800" b="1">
                <a:solidFill>
                  <a:srgbClr val="C00000"/>
                </a:solidFill>
                <a:latin typeface="Arial" panose="020B0604020202020204" pitchFamily="34" charset="0"/>
              </a:rPr>
              <a:t> – 1 minterms </a:t>
            </a:r>
            <a:r>
              <a:rPr lang="en-US" altLang="en-US" sz="1800">
                <a:solidFill>
                  <a:srgbClr val="2B0BB5"/>
                </a:solidFill>
                <a:latin typeface="Arial" panose="020B0604020202020204" pitchFamily="34" charset="0"/>
              </a:rPr>
              <a:t>are there for n variable truth table/function </a:t>
            </a:r>
            <a:endParaRPr lang="en-US" altLang="en-US" sz="1800" i="1">
              <a:solidFill>
                <a:srgbClr val="2B0BB5"/>
              </a:solidFill>
              <a:latin typeface="Arial" panose="020B0604020202020204" pitchFamily="34" charset="0"/>
            </a:endParaRPr>
          </a:p>
          <a:p>
            <a:pPr eaLnBrk="1" hangingPunct="1">
              <a:lnSpc>
                <a:spcPct val="150000"/>
              </a:lnSpc>
              <a:spcBef>
                <a:spcPct val="0"/>
              </a:spcBef>
              <a:buFont typeface="Wingdings" panose="05000000000000000000" pitchFamily="2" charset="2"/>
              <a:buChar char="§"/>
            </a:pPr>
            <a:r>
              <a:rPr lang="en-US" altLang="en-US" sz="1800" b="1" i="1">
                <a:solidFill>
                  <a:srgbClr val="C00000"/>
                </a:solidFill>
                <a:latin typeface="Arial" panose="020B0604020202020204" pitchFamily="34" charset="0"/>
              </a:rPr>
              <a:t>A Boolean function formed by ORing </a:t>
            </a:r>
            <a:r>
              <a:rPr lang="en-US" altLang="en-US" sz="1800" i="1">
                <a:solidFill>
                  <a:srgbClr val="2B0BB5"/>
                </a:solidFill>
                <a:latin typeface="Arial" panose="020B0604020202020204" pitchFamily="34" charset="0"/>
              </a:rPr>
              <a:t>each minterms for which f is 1(TRUE)</a:t>
            </a:r>
          </a:p>
        </p:txBody>
      </p:sp>
      <p:sp>
        <p:nvSpPr>
          <p:cNvPr id="71687" name="Rectangle 1">
            <a:extLst>
              <a:ext uri="{FF2B5EF4-FFF2-40B4-BE49-F238E27FC236}">
                <a16:creationId xmlns:a16="http://schemas.microsoft.com/office/drawing/2014/main" id="{70949194-E1C7-48B3-917A-8673DFFC192C}"/>
              </a:ext>
            </a:extLst>
          </p:cNvPr>
          <p:cNvSpPr>
            <a:spLocks noChangeArrowheads="1"/>
          </p:cNvSpPr>
          <p:nvPr/>
        </p:nvSpPr>
        <p:spPr bwMode="auto">
          <a:xfrm>
            <a:off x="5181601" y="-76200"/>
            <a:ext cx="1484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Minterm</a:t>
            </a:r>
          </a:p>
        </p:txBody>
      </p:sp>
      <p:sp>
        <p:nvSpPr>
          <p:cNvPr id="71688" name="Rectangle 8">
            <a:extLst>
              <a:ext uri="{FF2B5EF4-FFF2-40B4-BE49-F238E27FC236}">
                <a16:creationId xmlns:a16="http://schemas.microsoft.com/office/drawing/2014/main" id="{B3A56926-7D88-4746-8F4F-02B8AE99A9E7}"/>
              </a:ext>
            </a:extLst>
          </p:cNvPr>
          <p:cNvSpPr>
            <a:spLocks noChangeArrowheads="1"/>
          </p:cNvSpPr>
          <p:nvPr/>
        </p:nvSpPr>
        <p:spPr bwMode="auto">
          <a:xfrm>
            <a:off x="8839201" y="4683125"/>
            <a:ext cx="186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Canonical form</a:t>
            </a:r>
          </a:p>
        </p:txBody>
      </p:sp>
      <p:sp>
        <p:nvSpPr>
          <p:cNvPr id="71689" name="Rectangle 9">
            <a:extLst>
              <a:ext uri="{FF2B5EF4-FFF2-40B4-BE49-F238E27FC236}">
                <a16:creationId xmlns:a16="http://schemas.microsoft.com/office/drawing/2014/main" id="{7196D02F-8837-447A-BE12-BA4DC2C267BA}"/>
              </a:ext>
            </a:extLst>
          </p:cNvPr>
          <p:cNvSpPr>
            <a:spLocks noChangeArrowheads="1"/>
          </p:cNvSpPr>
          <p:nvPr/>
        </p:nvSpPr>
        <p:spPr bwMode="auto">
          <a:xfrm>
            <a:off x="8839201" y="6146800"/>
            <a:ext cx="1825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Standard form</a:t>
            </a: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74185BB-7B55-4317-8062-1BF0A5446C73}"/>
                  </a:ext>
                </a:extLst>
              </p14:cNvPr>
              <p14:cNvContentPartPr/>
              <p14:nvPr/>
            </p14:nvContentPartPr>
            <p14:xfrm>
              <a:off x="2010960" y="763200"/>
              <a:ext cx="8384040" cy="5839920"/>
            </p14:xfrm>
          </p:contentPart>
        </mc:Choice>
        <mc:Fallback xmlns="">
          <p:pic>
            <p:nvPicPr>
              <p:cNvPr id="3" name="Ink 2">
                <a:extLst>
                  <a:ext uri="{FF2B5EF4-FFF2-40B4-BE49-F238E27FC236}">
                    <a16:creationId xmlns:a16="http://schemas.microsoft.com/office/drawing/2014/main" id="{E74185BB-7B55-4317-8062-1BF0A5446C73}"/>
                  </a:ext>
                </a:extLst>
              </p:cNvPr>
              <p:cNvPicPr/>
              <p:nvPr/>
            </p:nvPicPr>
            <p:blipFill>
              <a:blip r:embed="rId6"/>
              <a:stretch>
                <a:fillRect/>
              </a:stretch>
            </p:blipFill>
            <p:spPr>
              <a:xfrm>
                <a:off x="2001600" y="753840"/>
                <a:ext cx="8402760" cy="585864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a:extLst>
              <a:ext uri="{FF2B5EF4-FFF2-40B4-BE49-F238E27FC236}">
                <a16:creationId xmlns:a16="http://schemas.microsoft.com/office/drawing/2014/main" id="{7872C08B-802C-4931-A519-C8522FC4846B}"/>
              </a:ext>
            </a:extLst>
          </p:cNvPr>
          <p:cNvSpPr>
            <a:spLocks noChangeArrowheads="1"/>
          </p:cNvSpPr>
          <p:nvPr/>
        </p:nvSpPr>
        <p:spPr bwMode="auto">
          <a:xfrm>
            <a:off x="5257800" y="-50800"/>
            <a:ext cx="1982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Maxterms</a:t>
            </a:r>
          </a:p>
        </p:txBody>
      </p:sp>
      <p:sp>
        <p:nvSpPr>
          <p:cNvPr id="72707" name="Rectangle 2">
            <a:extLst>
              <a:ext uri="{FF2B5EF4-FFF2-40B4-BE49-F238E27FC236}">
                <a16:creationId xmlns:a16="http://schemas.microsoft.com/office/drawing/2014/main" id="{EBD47D98-A301-48DE-A869-0A9FD2137100}"/>
              </a:ext>
            </a:extLst>
          </p:cNvPr>
          <p:cNvSpPr>
            <a:spLocks noChangeArrowheads="1"/>
          </p:cNvSpPr>
          <p:nvPr/>
        </p:nvSpPr>
        <p:spPr bwMode="auto">
          <a:xfrm>
            <a:off x="5638800" y="685801"/>
            <a:ext cx="49530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A  Boolean expression </a:t>
            </a:r>
            <a:r>
              <a:rPr lang="en-US" altLang="en-US" sz="1800">
                <a:solidFill>
                  <a:srgbClr val="2B0BB5"/>
                </a:solidFill>
                <a:latin typeface="Arial" panose="020B0604020202020204" pitchFamily="34" charset="0"/>
              </a:rPr>
              <a:t>can be written as </a:t>
            </a:r>
            <a:r>
              <a:rPr lang="en-US" altLang="en-US" sz="1800" b="1">
                <a:solidFill>
                  <a:srgbClr val="7030A0"/>
                </a:solidFill>
                <a:latin typeface="Arial" panose="020B0604020202020204" pitchFamily="34" charset="0"/>
              </a:rPr>
              <a:t>Product of maxterms,</a:t>
            </a:r>
            <a:r>
              <a:rPr lang="en-US" altLang="en-US" sz="1800" b="1">
                <a:solidFill>
                  <a:srgbClr val="FF0000"/>
                </a:solidFill>
                <a:latin typeface="Arial" panose="020B0604020202020204" pitchFamily="34" charset="0"/>
              </a:rPr>
              <a:t> of the row having ‘0’ value</a:t>
            </a:r>
          </a:p>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Maxterm </a:t>
            </a:r>
            <a:r>
              <a:rPr lang="en-US" altLang="en-US" sz="1800" b="1">
                <a:solidFill>
                  <a:srgbClr val="C00000"/>
                </a:solidFill>
                <a:latin typeface="Arial" panose="020B0604020202020204" pitchFamily="34" charset="0"/>
              </a:rPr>
              <a:t>corresponds to a sum term</a:t>
            </a:r>
            <a:r>
              <a:rPr lang="en-US" altLang="en-US" sz="1800">
                <a:solidFill>
                  <a:srgbClr val="C00000"/>
                </a:solidFill>
                <a:latin typeface="Arial" panose="020B0604020202020204" pitchFamily="34" charset="0"/>
              </a:rPr>
              <a:t> </a:t>
            </a:r>
            <a:r>
              <a:rPr lang="en-US" altLang="en-US" sz="1800" b="1" i="1">
                <a:solidFill>
                  <a:srgbClr val="FF0000"/>
                </a:solidFill>
                <a:latin typeface="Arial" panose="020B0604020202020204" pitchFamily="34" charset="0"/>
              </a:rPr>
              <a:t>contains </a:t>
            </a:r>
            <a:r>
              <a:rPr lang="en-US" altLang="en-US" sz="1800" b="1">
                <a:solidFill>
                  <a:srgbClr val="FF0000"/>
                </a:solidFill>
                <a:latin typeface="Arial" panose="020B0604020202020204" pitchFamily="34" charset="0"/>
              </a:rPr>
              <a:t>all variables </a:t>
            </a:r>
            <a:r>
              <a:rPr lang="en-US" altLang="en-US" sz="1800">
                <a:solidFill>
                  <a:srgbClr val="2B0BB5"/>
                </a:solidFill>
                <a:latin typeface="Arial" panose="020B0604020202020204" pitchFamily="34" charset="0"/>
              </a:rPr>
              <a:t>(in either complement or uncomplemented form)</a:t>
            </a:r>
          </a:p>
          <a:p>
            <a:pPr eaLnBrk="1" hangingPunct="1">
              <a:lnSpc>
                <a:spcPct val="150000"/>
              </a:lnSpc>
              <a:spcBef>
                <a:spcPct val="0"/>
              </a:spcBef>
              <a:buFont typeface="Wingdings" panose="05000000000000000000" pitchFamily="2" charset="2"/>
              <a:buChar char="§"/>
            </a:pPr>
            <a:r>
              <a:rPr lang="en-US" altLang="en-US" sz="1800" b="1">
                <a:solidFill>
                  <a:srgbClr val="208839"/>
                </a:solidFill>
                <a:latin typeface="Arial" panose="020B0604020202020204" pitchFamily="34" charset="0"/>
              </a:rPr>
              <a:t>So </a:t>
            </a:r>
            <a:r>
              <a:rPr lang="en-US" altLang="en-US" sz="1800" b="1" i="1">
                <a:solidFill>
                  <a:srgbClr val="FF0000"/>
                </a:solidFill>
                <a:latin typeface="Arial" panose="020B0604020202020204" pitchFamily="34" charset="0"/>
              </a:rPr>
              <a:t>x + y + z is a maxterm </a:t>
            </a:r>
            <a:r>
              <a:rPr lang="en-US" altLang="en-US" sz="1800" b="1" i="1">
                <a:solidFill>
                  <a:srgbClr val="7030A0"/>
                </a:solidFill>
                <a:latin typeface="Arial" panose="020B0604020202020204" pitchFamily="34" charset="0"/>
              </a:rPr>
              <a:t>but y + z is not</a:t>
            </a:r>
            <a:endParaRPr lang="en-US" altLang="en-US" sz="1800">
              <a:solidFill>
                <a:srgbClr val="7030A0"/>
              </a:solidFill>
              <a:latin typeface="Arial" panose="020B0604020202020204" pitchFamily="34" charset="0"/>
            </a:endParaRPr>
          </a:p>
        </p:txBody>
      </p:sp>
      <p:pic>
        <p:nvPicPr>
          <p:cNvPr id="72708" name="Picture 7">
            <a:extLst>
              <a:ext uri="{FF2B5EF4-FFF2-40B4-BE49-F238E27FC236}">
                <a16:creationId xmlns:a16="http://schemas.microsoft.com/office/drawing/2014/main" id="{ECB613D1-3D9F-4F73-B9B7-57EA7EB6B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57200"/>
            <a:ext cx="3810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2">
            <a:extLst>
              <a:ext uri="{FF2B5EF4-FFF2-40B4-BE49-F238E27FC236}">
                <a16:creationId xmlns:a16="http://schemas.microsoft.com/office/drawing/2014/main" id="{8DE04AAE-0F21-4C07-AE47-46806C838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876801"/>
            <a:ext cx="37338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Picture 8">
            <a:extLst>
              <a:ext uri="{FF2B5EF4-FFF2-40B4-BE49-F238E27FC236}">
                <a16:creationId xmlns:a16="http://schemas.microsoft.com/office/drawing/2014/main" id="{386791E0-E6D4-4FCF-BDBD-3AB680B410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1" y="4876800"/>
            <a:ext cx="45815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BAC7713-678C-4D23-BD52-1764F06FF147}"/>
                  </a:ext>
                </a:extLst>
              </p14:cNvPr>
              <p14:cNvContentPartPr/>
              <p14:nvPr/>
            </p14:nvContentPartPr>
            <p14:xfrm>
              <a:off x="3164760" y="1693800"/>
              <a:ext cx="8545680" cy="3027960"/>
            </p14:xfrm>
          </p:contentPart>
        </mc:Choice>
        <mc:Fallback xmlns="">
          <p:pic>
            <p:nvPicPr>
              <p:cNvPr id="2" name="Ink 1">
                <a:extLst>
                  <a:ext uri="{FF2B5EF4-FFF2-40B4-BE49-F238E27FC236}">
                    <a16:creationId xmlns:a16="http://schemas.microsoft.com/office/drawing/2014/main" id="{8BAC7713-678C-4D23-BD52-1764F06FF147}"/>
                  </a:ext>
                </a:extLst>
              </p:cNvPr>
              <p:cNvPicPr/>
              <p:nvPr/>
            </p:nvPicPr>
            <p:blipFill>
              <a:blip r:embed="rId6"/>
              <a:stretch>
                <a:fillRect/>
              </a:stretch>
            </p:blipFill>
            <p:spPr>
              <a:xfrm>
                <a:off x="3155400" y="1684440"/>
                <a:ext cx="8564400" cy="304668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21">
            <a:extLst>
              <a:ext uri="{FF2B5EF4-FFF2-40B4-BE49-F238E27FC236}">
                <a16:creationId xmlns:a16="http://schemas.microsoft.com/office/drawing/2014/main" id="{3BBEEEE0-E3A2-4245-B4BE-0ADDCBAA3E9C}"/>
              </a:ext>
            </a:extLst>
          </p:cNvPr>
          <p:cNvGraphicFramePr>
            <a:graphicFrameLocks noChangeAspect="1"/>
          </p:cNvGraphicFramePr>
          <p:nvPr/>
        </p:nvGraphicFramePr>
        <p:xfrm>
          <a:off x="5715000" y="1814513"/>
          <a:ext cx="2819400" cy="474662"/>
        </p:xfrm>
        <a:graphic>
          <a:graphicData uri="http://schemas.openxmlformats.org/presentationml/2006/ole">
            <mc:AlternateContent xmlns:mc="http://schemas.openxmlformats.org/markup-compatibility/2006">
              <mc:Choice xmlns:v="urn:schemas-microsoft-com:vml" Requires="v">
                <p:oleObj spid="_x0000_s3086" name="Equation" r:id="rId3" imgW="2032000" imgH="330200" progId="Equation.3">
                  <p:embed/>
                </p:oleObj>
              </mc:Choice>
              <mc:Fallback>
                <p:oleObj name="Equation" r:id="rId3" imgW="2032000" imgH="330200" progId="Equation.3">
                  <p:embed/>
                  <p:pic>
                    <p:nvPicPr>
                      <p:cNvPr id="73730" name="Object 21">
                        <a:extLst>
                          <a:ext uri="{FF2B5EF4-FFF2-40B4-BE49-F238E27FC236}">
                            <a16:creationId xmlns:a16="http://schemas.microsoft.com/office/drawing/2014/main" id="{3BBEEEE0-E3A2-4245-B4BE-0ADDCBAA3E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814513"/>
                        <a:ext cx="28194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1" name="Object 21">
            <a:extLst>
              <a:ext uri="{FF2B5EF4-FFF2-40B4-BE49-F238E27FC236}">
                <a16:creationId xmlns:a16="http://schemas.microsoft.com/office/drawing/2014/main" id="{64B1FC6E-4996-447D-B59E-AA0BE82F607C}"/>
              </a:ext>
            </a:extLst>
          </p:cNvPr>
          <p:cNvGraphicFramePr>
            <a:graphicFrameLocks noChangeAspect="1"/>
          </p:cNvGraphicFramePr>
          <p:nvPr/>
        </p:nvGraphicFramePr>
        <p:xfrm>
          <a:off x="4343401" y="2667000"/>
          <a:ext cx="4283075" cy="457200"/>
        </p:xfrm>
        <a:graphic>
          <a:graphicData uri="http://schemas.openxmlformats.org/presentationml/2006/ole">
            <mc:AlternateContent xmlns:mc="http://schemas.openxmlformats.org/markup-compatibility/2006">
              <mc:Choice xmlns:v="urn:schemas-microsoft-com:vml" Requires="v">
                <p:oleObj spid="_x0000_s3087" name="Equation" r:id="rId5" imgW="3517900" imgH="330200" progId="Equation.3">
                  <p:embed/>
                </p:oleObj>
              </mc:Choice>
              <mc:Fallback>
                <p:oleObj name="Equation" r:id="rId5" imgW="3517900" imgH="330200" progId="Equation.3">
                  <p:embed/>
                  <p:pic>
                    <p:nvPicPr>
                      <p:cNvPr id="73731" name="Object 21">
                        <a:extLst>
                          <a:ext uri="{FF2B5EF4-FFF2-40B4-BE49-F238E27FC236}">
                            <a16:creationId xmlns:a16="http://schemas.microsoft.com/office/drawing/2014/main" id="{64B1FC6E-4996-447D-B59E-AA0BE82F6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1" y="2667000"/>
                        <a:ext cx="428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2" name="Rectangle 1">
            <a:extLst>
              <a:ext uri="{FF2B5EF4-FFF2-40B4-BE49-F238E27FC236}">
                <a16:creationId xmlns:a16="http://schemas.microsoft.com/office/drawing/2014/main" id="{BB3FFB09-02DE-4B11-BE6B-E31E2C809145}"/>
              </a:ext>
            </a:extLst>
          </p:cNvPr>
          <p:cNvSpPr>
            <a:spLocks noChangeArrowheads="1"/>
          </p:cNvSpPr>
          <p:nvPr/>
        </p:nvSpPr>
        <p:spPr bwMode="auto">
          <a:xfrm>
            <a:off x="5181600" y="9525"/>
            <a:ext cx="19827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Maxterms</a:t>
            </a:r>
          </a:p>
        </p:txBody>
      </p:sp>
      <p:sp>
        <p:nvSpPr>
          <p:cNvPr id="7" name="Rectangle 6">
            <a:extLst>
              <a:ext uri="{FF2B5EF4-FFF2-40B4-BE49-F238E27FC236}">
                <a16:creationId xmlns:a16="http://schemas.microsoft.com/office/drawing/2014/main" id="{BFB34E5C-0B9A-4FA7-B8F4-5BD7CA1DB944}"/>
              </a:ext>
            </a:extLst>
          </p:cNvPr>
          <p:cNvSpPr/>
          <p:nvPr/>
        </p:nvSpPr>
        <p:spPr>
          <a:xfrm>
            <a:off x="1752600" y="533401"/>
            <a:ext cx="8686800" cy="3133725"/>
          </a:xfrm>
          <a:prstGeom prst="rect">
            <a:avLst/>
          </a:prstGeom>
        </p:spPr>
        <p:txBody>
          <a:bodyPr>
            <a:spAutoFit/>
          </a:bodyPr>
          <a:lstStyle/>
          <a:p>
            <a:pPr marL="165100" indent="-165100">
              <a:lnSpc>
                <a:spcPct val="150000"/>
              </a:lnSpc>
              <a:buFont typeface="Wingdings" pitchFamily="2" charset="2"/>
              <a:buChar char="§"/>
              <a:defRPr/>
            </a:pPr>
            <a:r>
              <a:rPr lang="en-US" b="1" dirty="0">
                <a:solidFill>
                  <a:srgbClr val="C00000"/>
                </a:solidFill>
                <a:latin typeface="Arial" charset="0"/>
              </a:rPr>
              <a:t>One </a:t>
            </a:r>
            <a:r>
              <a:rPr lang="en-US" b="1" dirty="0" err="1">
                <a:solidFill>
                  <a:srgbClr val="C00000"/>
                </a:solidFill>
                <a:latin typeface="Arial" charset="0"/>
              </a:rPr>
              <a:t>Maxterm</a:t>
            </a:r>
            <a:r>
              <a:rPr lang="en-US" b="1" dirty="0">
                <a:solidFill>
                  <a:srgbClr val="C00000"/>
                </a:solidFill>
                <a:latin typeface="Arial" charset="0"/>
              </a:rPr>
              <a:t> exists for each row of truth table as M0, M1 ………. M2</a:t>
            </a:r>
            <a:r>
              <a:rPr lang="en-US" b="1" baseline="30000" dirty="0">
                <a:solidFill>
                  <a:srgbClr val="C00000"/>
                </a:solidFill>
                <a:latin typeface="Arial" charset="0"/>
              </a:rPr>
              <a:t>n</a:t>
            </a:r>
            <a:r>
              <a:rPr lang="en-US" b="1" dirty="0">
                <a:solidFill>
                  <a:srgbClr val="C00000"/>
                </a:solidFill>
                <a:latin typeface="Arial" charset="0"/>
              </a:rPr>
              <a:t> - 1 </a:t>
            </a:r>
          </a:p>
          <a:p>
            <a:pPr marL="165100" indent="-165100">
              <a:lnSpc>
                <a:spcPct val="150000"/>
              </a:lnSpc>
              <a:buFont typeface="Wingdings" pitchFamily="2" charset="2"/>
              <a:buChar char="§"/>
              <a:defRPr/>
            </a:pPr>
            <a:r>
              <a:rPr lang="en-US" b="1" dirty="0">
                <a:solidFill>
                  <a:srgbClr val="C00000"/>
                </a:solidFill>
                <a:latin typeface="Arial" charset="0"/>
              </a:rPr>
              <a:t>Total M2</a:t>
            </a:r>
            <a:r>
              <a:rPr lang="en-US" b="1" baseline="30000" dirty="0">
                <a:solidFill>
                  <a:srgbClr val="C00000"/>
                </a:solidFill>
                <a:latin typeface="Arial" charset="0"/>
              </a:rPr>
              <a:t>n</a:t>
            </a:r>
            <a:r>
              <a:rPr lang="en-US" b="1" dirty="0">
                <a:solidFill>
                  <a:srgbClr val="C00000"/>
                </a:solidFill>
                <a:latin typeface="Arial" charset="0"/>
              </a:rPr>
              <a:t> – 1 maxterms </a:t>
            </a:r>
            <a:r>
              <a:rPr lang="en-US" dirty="0">
                <a:solidFill>
                  <a:srgbClr val="2B0BB5"/>
                </a:solidFill>
                <a:latin typeface="Arial" charset="0"/>
              </a:rPr>
              <a:t>are there for n variable truth table/function </a:t>
            </a:r>
            <a:endParaRPr lang="en-US" i="1" dirty="0">
              <a:solidFill>
                <a:srgbClr val="2B0BB5"/>
              </a:solidFill>
              <a:latin typeface="Arial" charset="0"/>
            </a:endParaRPr>
          </a:p>
          <a:p>
            <a:pPr marL="165100" indent="-165100">
              <a:lnSpc>
                <a:spcPct val="150000"/>
              </a:lnSpc>
              <a:buFont typeface="Wingdings" pitchFamily="2" charset="2"/>
              <a:buChar char="§"/>
              <a:defRPr/>
            </a:pPr>
            <a:r>
              <a:rPr lang="en-US" b="1" i="1" dirty="0">
                <a:solidFill>
                  <a:srgbClr val="C00000"/>
                </a:solidFill>
                <a:latin typeface="Arial" charset="0"/>
              </a:rPr>
              <a:t>A Boolean function formed by ANDing </a:t>
            </a:r>
            <a:r>
              <a:rPr lang="en-US" i="1" dirty="0">
                <a:solidFill>
                  <a:srgbClr val="2B0BB5"/>
                </a:solidFill>
                <a:latin typeface="Arial" charset="0"/>
              </a:rPr>
              <a:t>each maxterms for which f is 0.</a:t>
            </a:r>
          </a:p>
          <a:p>
            <a:pPr marL="225425" indent="-225425">
              <a:lnSpc>
                <a:spcPct val="150000"/>
              </a:lnSpc>
              <a:buFont typeface="Wingdings" pitchFamily="2" charset="2"/>
              <a:buChar char="Ø"/>
              <a:defRPr/>
            </a:pPr>
            <a:r>
              <a:rPr lang="en-US" dirty="0">
                <a:solidFill>
                  <a:srgbClr val="2B0BB5"/>
                </a:solidFill>
                <a:latin typeface="Arial" charset="0"/>
              </a:rPr>
              <a:t>Let a Boolean expression as,   </a:t>
            </a:r>
            <a:r>
              <a:rPr lang="en-US" i="1" dirty="0">
                <a:latin typeface="Arial" charset="0"/>
              </a:rPr>
              <a:t>			                     </a:t>
            </a:r>
            <a:r>
              <a:rPr lang="en-US" i="1" dirty="0">
                <a:solidFill>
                  <a:srgbClr val="C00000"/>
                </a:solidFill>
                <a:latin typeface="Arial" charset="0"/>
              </a:rPr>
              <a:t>min term only        </a:t>
            </a:r>
            <a:endParaRPr lang="en-US" dirty="0">
              <a:solidFill>
                <a:srgbClr val="C00000"/>
              </a:solidFill>
              <a:latin typeface="Arial" charset="0"/>
            </a:endParaRPr>
          </a:p>
          <a:p>
            <a:pPr marL="225425" indent="-225425">
              <a:lnSpc>
                <a:spcPct val="150000"/>
              </a:lnSpc>
              <a:buFont typeface="Wingdings" pitchFamily="2" charset="2"/>
              <a:buChar char="Ø"/>
              <a:defRPr/>
            </a:pPr>
            <a:r>
              <a:rPr lang="en-US" dirty="0">
                <a:solidFill>
                  <a:srgbClr val="2B0BB5"/>
                </a:solidFill>
                <a:latin typeface="Arial" charset="0"/>
              </a:rPr>
              <a:t>Applying De Morgan (and complementing) gives </a:t>
            </a:r>
          </a:p>
          <a:p>
            <a:pPr marL="225425" indent="-225425">
              <a:lnSpc>
                <a:spcPct val="150000"/>
              </a:lnSpc>
              <a:defRPr/>
            </a:pPr>
            <a:r>
              <a:rPr lang="en-US" i="1" dirty="0">
                <a:latin typeface="Arial" charset="0"/>
              </a:rPr>
              <a:t>                                                                                                               </a:t>
            </a:r>
            <a:r>
              <a:rPr lang="en-US" i="1" dirty="0">
                <a:solidFill>
                  <a:srgbClr val="C00000"/>
                </a:solidFill>
                <a:latin typeface="Arial" charset="0"/>
              </a:rPr>
              <a:t>max term only</a:t>
            </a:r>
          </a:p>
          <a:p>
            <a:pPr marL="225425" indent="-225425">
              <a:lnSpc>
                <a:spcPct val="150000"/>
              </a:lnSpc>
              <a:defRPr/>
            </a:pPr>
            <a:endParaRPr lang="en-US" sz="800" i="1" dirty="0">
              <a:solidFill>
                <a:srgbClr val="C00000"/>
              </a:solidFill>
              <a:latin typeface="Arial" charset="0"/>
            </a:endParaRPr>
          </a:p>
          <a:p>
            <a:pPr marL="165100" indent="-165100">
              <a:lnSpc>
                <a:spcPct val="150000"/>
              </a:lnSpc>
              <a:buFont typeface="Wingdings" pitchFamily="2" charset="2"/>
              <a:buChar char="§"/>
              <a:defRPr/>
            </a:pPr>
            <a:endParaRPr lang="en-US" i="1" dirty="0">
              <a:solidFill>
                <a:srgbClr val="2B0BB5"/>
              </a:solidFill>
              <a:latin typeface="Arial" charset="0"/>
            </a:endParaRP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1728288F-1A23-476B-8C1A-652BA6B2DD1A}"/>
                  </a:ext>
                </a:extLst>
              </p14:cNvPr>
              <p14:cNvContentPartPr/>
              <p14:nvPr/>
            </p14:nvContentPartPr>
            <p14:xfrm>
              <a:off x="2056320" y="1721520"/>
              <a:ext cx="8307000" cy="1538640"/>
            </p14:xfrm>
          </p:contentPart>
        </mc:Choice>
        <mc:Fallback xmlns="">
          <p:pic>
            <p:nvPicPr>
              <p:cNvPr id="2" name="Ink 1">
                <a:extLst>
                  <a:ext uri="{FF2B5EF4-FFF2-40B4-BE49-F238E27FC236}">
                    <a16:creationId xmlns:a16="http://schemas.microsoft.com/office/drawing/2014/main" id="{1728288F-1A23-476B-8C1A-652BA6B2DD1A}"/>
                  </a:ext>
                </a:extLst>
              </p:cNvPr>
              <p:cNvPicPr/>
              <p:nvPr/>
            </p:nvPicPr>
            <p:blipFill>
              <a:blip r:embed="rId8"/>
              <a:stretch>
                <a:fillRect/>
              </a:stretch>
            </p:blipFill>
            <p:spPr>
              <a:xfrm>
                <a:off x="2046960" y="1712160"/>
                <a:ext cx="8325720" cy="155736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52D56E24-E0D6-49FC-A7D4-8139998893FD}"/>
              </a:ext>
            </a:extLst>
          </p:cNvPr>
          <p:cNvSpPr>
            <a:spLocks noChangeArrowheads="1"/>
          </p:cNvSpPr>
          <p:nvPr/>
        </p:nvSpPr>
        <p:spPr bwMode="auto">
          <a:xfrm>
            <a:off x="3657600" y="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u="sng">
                <a:solidFill>
                  <a:srgbClr val="FF0000"/>
                </a:solidFill>
                <a:latin typeface="Arial" panose="020B0604020202020204" pitchFamily="34" charset="0"/>
              </a:rPr>
              <a:t>Products of Sum (POS) </a:t>
            </a:r>
          </a:p>
        </p:txBody>
      </p:sp>
      <p:graphicFrame>
        <p:nvGraphicFramePr>
          <p:cNvPr id="74755" name="Object 21">
            <a:extLst>
              <a:ext uri="{FF2B5EF4-FFF2-40B4-BE49-F238E27FC236}">
                <a16:creationId xmlns:a16="http://schemas.microsoft.com/office/drawing/2014/main" id="{E9F1F5BF-A8ED-47E9-99B5-5504FA7753AA}"/>
              </a:ext>
            </a:extLst>
          </p:cNvPr>
          <p:cNvGraphicFramePr>
            <a:graphicFrameLocks noChangeAspect="1"/>
          </p:cNvGraphicFramePr>
          <p:nvPr/>
        </p:nvGraphicFramePr>
        <p:xfrm>
          <a:off x="2895601" y="2859088"/>
          <a:ext cx="5165725" cy="476250"/>
        </p:xfrm>
        <a:graphic>
          <a:graphicData uri="http://schemas.openxmlformats.org/presentationml/2006/ole">
            <mc:AlternateContent xmlns:mc="http://schemas.openxmlformats.org/markup-compatibility/2006">
              <mc:Choice xmlns:v="urn:schemas-microsoft-com:vml" Requires="v">
                <p:oleObj spid="_x0000_s4104" name="Equation" r:id="rId3" imgW="3517900" imgH="330200" progId="Equation.3">
                  <p:embed/>
                </p:oleObj>
              </mc:Choice>
              <mc:Fallback>
                <p:oleObj name="Equation" r:id="rId3" imgW="3517900" imgH="330200" progId="Equation.3">
                  <p:embed/>
                  <p:pic>
                    <p:nvPicPr>
                      <p:cNvPr id="74755" name="Object 21">
                        <a:extLst>
                          <a:ext uri="{FF2B5EF4-FFF2-40B4-BE49-F238E27FC236}">
                            <a16:creationId xmlns:a16="http://schemas.microsoft.com/office/drawing/2014/main" id="{E9F1F5BF-A8ED-47E9-99B5-5504FA7753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1" y="2859088"/>
                        <a:ext cx="51657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11">
            <a:extLst>
              <a:ext uri="{FF2B5EF4-FFF2-40B4-BE49-F238E27FC236}">
                <a16:creationId xmlns:a16="http://schemas.microsoft.com/office/drawing/2014/main" id="{43B7F038-72BD-4E19-BC1D-D1329DA43360}"/>
              </a:ext>
            </a:extLst>
          </p:cNvPr>
          <p:cNvSpPr/>
          <p:nvPr/>
        </p:nvSpPr>
        <p:spPr>
          <a:xfrm>
            <a:off x="1752600" y="1106489"/>
            <a:ext cx="8763000" cy="3595687"/>
          </a:xfrm>
          <a:prstGeom prst="rect">
            <a:avLst/>
          </a:prstGeom>
        </p:spPr>
        <p:txBody>
          <a:bodyPr>
            <a:spAutoFit/>
          </a:bodyPr>
          <a:lstStyle/>
          <a:p>
            <a:pPr marL="284163" indent="-284163" algn="just">
              <a:lnSpc>
                <a:spcPct val="150000"/>
              </a:lnSpc>
              <a:defRPr/>
            </a:pPr>
            <a:r>
              <a:rPr lang="en-US" b="1" dirty="0">
                <a:solidFill>
                  <a:srgbClr val="7030A0"/>
                </a:solidFill>
                <a:latin typeface="Arial" charset="0"/>
              </a:rPr>
              <a:t>Any Boolean function can be expressed as </a:t>
            </a:r>
          </a:p>
          <a:p>
            <a:pPr marL="284163" indent="-284163" algn="just">
              <a:lnSpc>
                <a:spcPct val="150000"/>
              </a:lnSpc>
              <a:buFont typeface="Wingdings" pitchFamily="2" charset="2"/>
              <a:buChar char="Ø"/>
              <a:defRPr/>
            </a:pPr>
            <a:r>
              <a:rPr lang="en-US" b="1" u="sng" dirty="0">
                <a:solidFill>
                  <a:srgbClr val="C00000"/>
                </a:solidFill>
                <a:latin typeface="Arial" charset="0"/>
              </a:rPr>
              <a:t>ANDing</a:t>
            </a:r>
            <a:r>
              <a:rPr lang="en-US" dirty="0">
                <a:solidFill>
                  <a:srgbClr val="2B0BB5"/>
                </a:solidFill>
                <a:latin typeface="Arial" charset="0"/>
              </a:rPr>
              <a:t> of </a:t>
            </a:r>
            <a:r>
              <a:rPr lang="en-US" b="1" u="sng" dirty="0">
                <a:solidFill>
                  <a:srgbClr val="C00000"/>
                </a:solidFill>
                <a:latin typeface="Arial" charset="0"/>
              </a:rPr>
              <a:t>its Maxterms,</a:t>
            </a:r>
            <a:r>
              <a:rPr lang="en-US" b="1" dirty="0">
                <a:solidFill>
                  <a:srgbClr val="C00000"/>
                </a:solidFill>
                <a:latin typeface="Arial" charset="0"/>
              </a:rPr>
              <a:t> for which function is 0 (False), </a:t>
            </a:r>
            <a:r>
              <a:rPr lang="en-US" b="1" dirty="0">
                <a:solidFill>
                  <a:srgbClr val="7030A0"/>
                </a:solidFill>
                <a:latin typeface="Arial" charset="0"/>
              </a:rPr>
              <a:t>expressing Boolean function</a:t>
            </a:r>
            <a:r>
              <a:rPr lang="en-US" dirty="0">
                <a:solidFill>
                  <a:srgbClr val="2B0BB5"/>
                </a:solidFill>
                <a:latin typeface="Arial" charset="0"/>
              </a:rPr>
              <a:t> in this form </a:t>
            </a:r>
            <a:r>
              <a:rPr lang="en-US" b="1" dirty="0">
                <a:solidFill>
                  <a:srgbClr val="2B0BB5"/>
                </a:solidFill>
                <a:latin typeface="Arial" charset="0"/>
              </a:rPr>
              <a:t>is said to be </a:t>
            </a:r>
            <a:r>
              <a:rPr lang="en-US" dirty="0">
                <a:solidFill>
                  <a:srgbClr val="2B0BB5"/>
                </a:solidFill>
                <a:latin typeface="Arial" charset="0"/>
              </a:rPr>
              <a:t>in </a:t>
            </a:r>
            <a:r>
              <a:rPr lang="en-US" b="1" u="sng" dirty="0">
                <a:solidFill>
                  <a:srgbClr val="FF0000"/>
                </a:solidFill>
                <a:latin typeface="Arial" charset="0"/>
              </a:rPr>
              <a:t>Products of Sum (SOP) </a:t>
            </a:r>
            <a:r>
              <a:rPr lang="en-US" b="1" dirty="0">
                <a:solidFill>
                  <a:srgbClr val="FF0000"/>
                </a:solidFill>
                <a:latin typeface="Arial" charset="0"/>
              </a:rPr>
              <a:t>form</a:t>
            </a:r>
            <a:r>
              <a:rPr lang="en-US" dirty="0">
                <a:solidFill>
                  <a:srgbClr val="2B0BB5"/>
                </a:solidFill>
                <a:latin typeface="Arial" charset="0"/>
              </a:rPr>
              <a:t>, </a:t>
            </a:r>
            <a:r>
              <a:rPr lang="en-US" dirty="0">
                <a:solidFill>
                  <a:srgbClr val="C00000"/>
                </a:solidFill>
                <a:latin typeface="Arial" charset="0"/>
              </a:rPr>
              <a:t>where all variables present in each term</a:t>
            </a:r>
          </a:p>
          <a:p>
            <a:pPr marL="225425" indent="-225425" algn="just">
              <a:lnSpc>
                <a:spcPct val="150000"/>
              </a:lnSpc>
              <a:buFont typeface="Wingdings" pitchFamily="2" charset="2"/>
              <a:buChar char="§"/>
              <a:defRPr/>
            </a:pPr>
            <a:endParaRPr lang="en-US" sz="1000" dirty="0">
              <a:solidFill>
                <a:srgbClr val="2B0BB5"/>
              </a:solidFill>
              <a:latin typeface="Arial" charset="0"/>
            </a:endParaRPr>
          </a:p>
          <a:p>
            <a:pPr algn="just" eaLnBrk="1" hangingPunct="1">
              <a:lnSpc>
                <a:spcPct val="150000"/>
              </a:lnSpc>
              <a:defRPr/>
            </a:pPr>
            <a:endParaRPr lang="en-US" dirty="0">
              <a:solidFill>
                <a:srgbClr val="2B0BB5"/>
              </a:solidFill>
              <a:latin typeface="Arial" charset="0"/>
            </a:endParaRPr>
          </a:p>
          <a:p>
            <a:pPr marL="225425" indent="-225425" algn="just">
              <a:lnSpc>
                <a:spcPct val="150000"/>
              </a:lnSpc>
              <a:buFont typeface="Wingdings" pitchFamily="2" charset="2"/>
              <a:buChar char="Ø"/>
              <a:defRPr/>
            </a:pPr>
            <a:r>
              <a:rPr lang="en-US" u="sng" dirty="0">
                <a:solidFill>
                  <a:srgbClr val="C00000"/>
                </a:solidFill>
                <a:latin typeface="Arial" charset="0"/>
              </a:rPr>
              <a:t>Boolean function can also be expressed as the </a:t>
            </a:r>
            <a:r>
              <a:rPr lang="en-US" b="1" u="sng" dirty="0">
                <a:solidFill>
                  <a:srgbClr val="C00000"/>
                </a:solidFill>
                <a:latin typeface="Arial" charset="0"/>
              </a:rPr>
              <a:t>ANDing of </a:t>
            </a:r>
            <a:r>
              <a:rPr lang="en-US" b="1" u="sng" dirty="0" err="1">
                <a:solidFill>
                  <a:srgbClr val="C00000"/>
                </a:solidFill>
                <a:latin typeface="Arial" charset="0"/>
              </a:rPr>
              <a:t>ORed</a:t>
            </a:r>
            <a:r>
              <a:rPr lang="en-US" b="1" u="sng" dirty="0">
                <a:solidFill>
                  <a:srgbClr val="C00000"/>
                </a:solidFill>
                <a:latin typeface="Arial" charset="0"/>
              </a:rPr>
              <a:t>  terms </a:t>
            </a:r>
            <a:r>
              <a:rPr lang="en-US" dirty="0">
                <a:solidFill>
                  <a:srgbClr val="2B0BB5"/>
                </a:solidFill>
                <a:latin typeface="Arial" charset="0"/>
              </a:rPr>
              <a:t>(not necessarily Maxterms</a:t>
            </a:r>
            <a:r>
              <a:rPr lang="en-US" dirty="0">
                <a:latin typeface="Arial" charset="0"/>
              </a:rPr>
              <a:t>) </a:t>
            </a:r>
            <a:r>
              <a:rPr lang="en-US" dirty="0">
                <a:solidFill>
                  <a:srgbClr val="2B0BB5"/>
                </a:solidFill>
                <a:latin typeface="Arial" charset="0"/>
              </a:rPr>
              <a:t>is </a:t>
            </a:r>
            <a:r>
              <a:rPr lang="en-US" b="1" dirty="0">
                <a:solidFill>
                  <a:srgbClr val="2B0BB5"/>
                </a:solidFill>
                <a:latin typeface="Arial" charset="0"/>
              </a:rPr>
              <a:t>also</a:t>
            </a:r>
            <a:r>
              <a:rPr lang="en-US" dirty="0">
                <a:solidFill>
                  <a:srgbClr val="2B0BB5"/>
                </a:solidFill>
                <a:latin typeface="Arial" charset="0"/>
              </a:rPr>
              <a:t> </a:t>
            </a:r>
            <a:r>
              <a:rPr lang="en-US" b="1" dirty="0">
                <a:solidFill>
                  <a:srgbClr val="2B0BB5"/>
                </a:solidFill>
                <a:latin typeface="Arial" charset="0"/>
              </a:rPr>
              <a:t>said to be in </a:t>
            </a:r>
            <a:r>
              <a:rPr lang="en-US" b="1" u="sng" dirty="0">
                <a:solidFill>
                  <a:srgbClr val="FF0000"/>
                </a:solidFill>
                <a:latin typeface="Arial" charset="0"/>
              </a:rPr>
              <a:t>Products of Sum (SOP) </a:t>
            </a:r>
            <a:r>
              <a:rPr lang="en-US" b="1" dirty="0">
                <a:solidFill>
                  <a:srgbClr val="FF0000"/>
                </a:solidFill>
                <a:latin typeface="Arial" charset="0"/>
              </a:rPr>
              <a:t>form</a:t>
            </a:r>
            <a:r>
              <a:rPr lang="en-US" dirty="0">
                <a:latin typeface="Arial" charset="0"/>
              </a:rPr>
              <a:t>, e.g.,</a:t>
            </a:r>
          </a:p>
          <a:p>
            <a:pPr algn="just" eaLnBrk="1" hangingPunct="1">
              <a:lnSpc>
                <a:spcPct val="150000"/>
              </a:lnSpc>
              <a:defRPr/>
            </a:pPr>
            <a:r>
              <a:rPr lang="en-US" i="1" dirty="0">
                <a:latin typeface="Arial" charset="0"/>
              </a:rPr>
              <a:t>                                         f  =   (x + y).(x + z) </a:t>
            </a:r>
            <a:endParaRPr lang="en-US" dirty="0">
              <a:latin typeface="Arial" charset="0"/>
            </a:endParaRPr>
          </a:p>
        </p:txBody>
      </p:sp>
      <p:sp>
        <p:nvSpPr>
          <p:cNvPr id="74757" name="Rectangle 15">
            <a:extLst>
              <a:ext uri="{FF2B5EF4-FFF2-40B4-BE49-F238E27FC236}">
                <a16:creationId xmlns:a16="http://schemas.microsoft.com/office/drawing/2014/main" id="{B3BF388A-3DED-4865-B35F-548AD3D2BB04}"/>
              </a:ext>
            </a:extLst>
          </p:cNvPr>
          <p:cNvSpPr>
            <a:spLocks noChangeArrowheads="1"/>
          </p:cNvSpPr>
          <p:nvPr/>
        </p:nvSpPr>
        <p:spPr bwMode="auto">
          <a:xfrm>
            <a:off x="8458201" y="2859089"/>
            <a:ext cx="1865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Canonical form</a:t>
            </a:r>
          </a:p>
        </p:txBody>
      </p:sp>
      <p:sp>
        <p:nvSpPr>
          <p:cNvPr id="74758" name="Rectangle 16">
            <a:extLst>
              <a:ext uri="{FF2B5EF4-FFF2-40B4-BE49-F238E27FC236}">
                <a16:creationId xmlns:a16="http://schemas.microsoft.com/office/drawing/2014/main" id="{3F760D6C-2E61-4C51-806B-770C2734D7CC}"/>
              </a:ext>
            </a:extLst>
          </p:cNvPr>
          <p:cNvSpPr>
            <a:spLocks noChangeArrowheads="1"/>
          </p:cNvSpPr>
          <p:nvPr/>
        </p:nvSpPr>
        <p:spPr bwMode="auto">
          <a:xfrm>
            <a:off x="8458201" y="4230689"/>
            <a:ext cx="1825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Standard form</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C9E2DD19-94A5-4F82-A4CF-A9C60121DF49}"/>
                  </a:ext>
                </a:extLst>
              </p14:cNvPr>
              <p14:cNvContentPartPr/>
              <p14:nvPr/>
            </p14:nvContentPartPr>
            <p14:xfrm>
              <a:off x="4858200" y="3121560"/>
              <a:ext cx="5310360" cy="1613880"/>
            </p14:xfrm>
          </p:contentPart>
        </mc:Choice>
        <mc:Fallback xmlns="">
          <p:pic>
            <p:nvPicPr>
              <p:cNvPr id="2" name="Ink 1">
                <a:extLst>
                  <a:ext uri="{FF2B5EF4-FFF2-40B4-BE49-F238E27FC236}">
                    <a16:creationId xmlns:a16="http://schemas.microsoft.com/office/drawing/2014/main" id="{C9E2DD19-94A5-4F82-A4CF-A9C60121DF49}"/>
                  </a:ext>
                </a:extLst>
              </p:cNvPr>
              <p:cNvPicPr/>
              <p:nvPr/>
            </p:nvPicPr>
            <p:blipFill>
              <a:blip r:embed="rId6"/>
              <a:stretch>
                <a:fillRect/>
              </a:stretch>
            </p:blipFill>
            <p:spPr>
              <a:xfrm>
                <a:off x="4848840" y="3112200"/>
                <a:ext cx="5329080" cy="163260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775EA10-35A4-49B6-AEEF-7704BF131642}"/>
              </a:ext>
            </a:extLst>
          </p:cNvPr>
          <p:cNvSpPr txBox="1">
            <a:spLocks noRot="1" noChangeArrowheads="1"/>
          </p:cNvSpPr>
          <p:nvPr/>
        </p:nvSpPr>
        <p:spPr>
          <a:xfrm>
            <a:off x="1981200" y="76201"/>
            <a:ext cx="8229600" cy="411163"/>
          </a:xfrm>
          <a:prstGeom prst="rect">
            <a:avLst/>
          </a:prstGeom>
        </p:spPr>
        <p:txBody>
          <a:bodyPr>
            <a:normAutofit fontScale="90000" lnSpcReduction="20000"/>
          </a:bodyPr>
          <a:lstStyle/>
          <a:p>
            <a:pPr algn="ctr">
              <a:defRPr/>
            </a:pPr>
            <a:r>
              <a:rPr lang="en-US" altLang="zh-CN" sz="2800" b="1" u="sng" dirty="0">
                <a:solidFill>
                  <a:srgbClr val="FF0000"/>
                </a:solidFill>
                <a:latin typeface="+mj-lt"/>
                <a:ea typeface="+mj-ea"/>
                <a:cs typeface="+mj-cs"/>
              </a:rPr>
              <a:t>Conversion of SOP from standard to canonical form</a:t>
            </a:r>
          </a:p>
        </p:txBody>
      </p:sp>
      <p:sp>
        <p:nvSpPr>
          <p:cNvPr id="75779" name="Rectangle 2">
            <a:extLst>
              <a:ext uri="{FF2B5EF4-FFF2-40B4-BE49-F238E27FC236}">
                <a16:creationId xmlns:a16="http://schemas.microsoft.com/office/drawing/2014/main" id="{BEBAC40F-7670-4A65-A07A-44FEB4B9F0E2}"/>
              </a:ext>
            </a:extLst>
          </p:cNvPr>
          <p:cNvSpPr>
            <a:spLocks noChangeArrowheads="1"/>
          </p:cNvSpPr>
          <p:nvPr/>
        </p:nvSpPr>
        <p:spPr bwMode="auto">
          <a:xfrm>
            <a:off x="2057400" y="457201"/>
            <a:ext cx="81534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000">
                <a:solidFill>
                  <a:srgbClr val="6600FF"/>
                </a:solidFill>
                <a:latin typeface="Arial" panose="020B0604020202020204" pitchFamily="34" charset="0"/>
              </a:rPr>
              <a:t>Expand </a:t>
            </a:r>
            <a:r>
              <a:rPr lang="en-US" altLang="zh-CN" sz="2000" i="1">
                <a:solidFill>
                  <a:srgbClr val="6600FF"/>
                </a:solidFill>
                <a:latin typeface="Arial" panose="020B0604020202020204" pitchFamily="34" charset="0"/>
              </a:rPr>
              <a:t>non-canonical</a:t>
            </a:r>
            <a:r>
              <a:rPr lang="en-US" altLang="zh-CN" sz="2000">
                <a:solidFill>
                  <a:srgbClr val="6600FF"/>
                </a:solidFill>
                <a:latin typeface="Arial" panose="020B0604020202020204" pitchFamily="34" charset="0"/>
              </a:rPr>
              <a:t> terms by inserting equivalent of 1 in each missing variable x:</a:t>
            </a:r>
            <a:r>
              <a:rPr lang="en-US" altLang="zh-CN" sz="2000">
                <a:solidFill>
                  <a:srgbClr val="C00000"/>
                </a:solidFill>
                <a:latin typeface="Arial" panose="020B0604020202020204" pitchFamily="34" charset="0"/>
              </a:rPr>
              <a:t>  (x + x’) = 1</a:t>
            </a:r>
          </a:p>
          <a:p>
            <a:pPr eaLnBrk="1" hangingPunct="1">
              <a:spcBef>
                <a:spcPct val="0"/>
              </a:spcBef>
              <a:buFontTx/>
              <a:buNone/>
            </a:pPr>
            <a:r>
              <a:rPr lang="en-US" altLang="zh-CN" sz="2000">
                <a:solidFill>
                  <a:srgbClr val="6600FF"/>
                </a:solidFill>
                <a:latin typeface="Arial" panose="020B0604020202020204" pitchFamily="34" charset="0"/>
              </a:rPr>
              <a:t>Remove duplicate minterms</a:t>
            </a:r>
          </a:p>
          <a:p>
            <a:pPr eaLnBrk="1" hangingPunct="1">
              <a:spcBef>
                <a:spcPct val="0"/>
              </a:spcBef>
              <a:buFontTx/>
              <a:buNone/>
            </a:pPr>
            <a:r>
              <a:rPr lang="en-US" altLang="zh-CN" sz="2400">
                <a:solidFill>
                  <a:srgbClr val="C00000"/>
                </a:solidFill>
                <a:latin typeface="Arial" panose="020B0604020202020204" pitchFamily="34" charset="0"/>
              </a:rPr>
              <a:t>         f</a:t>
            </a:r>
            <a:r>
              <a:rPr lang="en-US" altLang="zh-CN" sz="2400" baseline="-25000">
                <a:solidFill>
                  <a:srgbClr val="C00000"/>
                </a:solidFill>
                <a:latin typeface="Arial" panose="020B0604020202020204" pitchFamily="34" charset="0"/>
              </a:rPr>
              <a:t>1</a:t>
            </a:r>
            <a:r>
              <a:rPr lang="en-US" altLang="zh-CN" sz="2400">
                <a:solidFill>
                  <a:srgbClr val="C00000"/>
                </a:solidFill>
                <a:latin typeface="Arial" panose="020B0604020202020204" pitchFamily="34" charset="0"/>
              </a:rPr>
              <a:t>(a,b,c) = a’b’c + bc’ + ac’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(a+a’)bc’ + a(b+b’)c’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abc’ + a’bc’ + abc’ + ab’c’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abc’ + a’bc + ab’c’</a:t>
            </a:r>
          </a:p>
        </p:txBody>
      </p:sp>
      <p:sp>
        <p:nvSpPr>
          <p:cNvPr id="4" name="Rectangle 2">
            <a:extLst>
              <a:ext uri="{FF2B5EF4-FFF2-40B4-BE49-F238E27FC236}">
                <a16:creationId xmlns:a16="http://schemas.microsoft.com/office/drawing/2014/main" id="{5956BF22-F828-44D9-859F-CC1FF24C16FE}"/>
              </a:ext>
            </a:extLst>
          </p:cNvPr>
          <p:cNvSpPr txBox="1">
            <a:spLocks noRot="1" noChangeArrowheads="1"/>
          </p:cNvSpPr>
          <p:nvPr/>
        </p:nvSpPr>
        <p:spPr>
          <a:xfrm>
            <a:off x="1981200" y="3033713"/>
            <a:ext cx="8229600" cy="487362"/>
          </a:xfrm>
          <a:prstGeom prst="rect">
            <a:avLst/>
          </a:prstGeom>
        </p:spPr>
        <p:txBody>
          <a:bodyPr/>
          <a:lstStyle/>
          <a:p>
            <a:pPr algn="ctr">
              <a:defRPr/>
            </a:pPr>
            <a:r>
              <a:rPr lang="en-US" altLang="zh-CN" sz="2800" u="sng" dirty="0">
                <a:solidFill>
                  <a:srgbClr val="FF0000"/>
                </a:solidFill>
                <a:latin typeface="+mj-lt"/>
                <a:ea typeface="+mj-ea"/>
                <a:cs typeface="+mj-cs"/>
              </a:rPr>
              <a:t>Conversion of POS from standard to canonical form</a:t>
            </a:r>
          </a:p>
        </p:txBody>
      </p:sp>
      <p:sp>
        <p:nvSpPr>
          <p:cNvPr id="5" name="Rectangle 3">
            <a:extLst>
              <a:ext uri="{FF2B5EF4-FFF2-40B4-BE49-F238E27FC236}">
                <a16:creationId xmlns:a16="http://schemas.microsoft.com/office/drawing/2014/main" id="{50A0C189-A34E-4F0C-BABD-DE6927BA8190}"/>
              </a:ext>
            </a:extLst>
          </p:cNvPr>
          <p:cNvSpPr txBox="1">
            <a:spLocks noChangeArrowheads="1"/>
          </p:cNvSpPr>
          <p:nvPr/>
        </p:nvSpPr>
        <p:spPr>
          <a:xfrm>
            <a:off x="1905000" y="3546476"/>
            <a:ext cx="8382000" cy="3006725"/>
          </a:xfrm>
          <a:prstGeom prst="rect">
            <a:avLst/>
          </a:prstGeom>
        </p:spPr>
        <p:txBody>
          <a:bodyPr/>
          <a:lstStyle/>
          <a:p>
            <a:pPr marL="342900" indent="-342900">
              <a:spcBef>
                <a:spcPct val="20000"/>
              </a:spcBef>
              <a:defRPr/>
            </a:pPr>
            <a:r>
              <a:rPr lang="en-US" altLang="zh-CN" sz="2000" dirty="0">
                <a:solidFill>
                  <a:srgbClr val="6600FF"/>
                </a:solidFill>
                <a:latin typeface="Arial" charset="0"/>
              </a:rPr>
              <a:t>Expand </a:t>
            </a:r>
            <a:r>
              <a:rPr lang="en-US" altLang="zh-CN" sz="2000" dirty="0" err="1">
                <a:solidFill>
                  <a:srgbClr val="6600FF"/>
                </a:solidFill>
                <a:latin typeface="Arial" charset="0"/>
              </a:rPr>
              <a:t>noncanonical</a:t>
            </a:r>
            <a:r>
              <a:rPr lang="en-US" altLang="zh-CN" sz="2000" dirty="0">
                <a:solidFill>
                  <a:srgbClr val="6600FF"/>
                </a:solidFill>
                <a:latin typeface="Arial" charset="0"/>
              </a:rPr>
              <a:t> terms by adding 0 in terms of missing variables </a:t>
            </a:r>
            <a:r>
              <a:rPr lang="en-US" altLang="zh-CN" sz="2000" dirty="0">
                <a:solidFill>
                  <a:srgbClr val="C00000"/>
                </a:solidFill>
                <a:latin typeface="Arial" charset="0"/>
              </a:rPr>
              <a:t>(e.g., xx’ = 0) </a:t>
            </a:r>
            <a:r>
              <a:rPr lang="en-US" altLang="zh-CN" sz="2000" dirty="0">
                <a:solidFill>
                  <a:srgbClr val="6600FF"/>
                </a:solidFill>
                <a:latin typeface="Arial" charset="0"/>
              </a:rPr>
              <a:t>and using the distributive law</a:t>
            </a:r>
          </a:p>
          <a:p>
            <a:pPr marL="342900" indent="-342900">
              <a:spcBef>
                <a:spcPct val="20000"/>
              </a:spcBef>
              <a:defRPr/>
            </a:pPr>
            <a:r>
              <a:rPr lang="en-US" altLang="zh-CN" sz="2000" dirty="0">
                <a:solidFill>
                  <a:srgbClr val="6600FF"/>
                </a:solidFill>
                <a:latin typeface="Arial" charset="0"/>
              </a:rPr>
              <a:t>Remove duplicate </a:t>
            </a:r>
            <a:r>
              <a:rPr lang="en-US" altLang="zh-CN" sz="2000" dirty="0" err="1">
                <a:solidFill>
                  <a:srgbClr val="6600FF"/>
                </a:solidFill>
                <a:latin typeface="Arial" charset="0"/>
              </a:rPr>
              <a:t>maxterms</a:t>
            </a:r>
            <a:endParaRPr lang="en-US" altLang="zh-CN" sz="2000" dirty="0">
              <a:solidFill>
                <a:srgbClr val="6600FF"/>
              </a:solidFill>
              <a:latin typeface="Arial" charset="0"/>
            </a:endParaRPr>
          </a:p>
          <a:p>
            <a:pPr marL="342900" indent="-342900">
              <a:spcBef>
                <a:spcPct val="20000"/>
              </a:spcBef>
              <a:defRPr/>
            </a:pPr>
            <a:r>
              <a:rPr lang="en-US" altLang="zh-CN" sz="2400" dirty="0">
                <a:solidFill>
                  <a:srgbClr val="C00000"/>
                </a:solidFill>
              </a:rPr>
              <a:t>           f</a:t>
            </a:r>
            <a:r>
              <a:rPr lang="en-US" altLang="zh-CN" sz="2400" baseline="-25000" dirty="0">
                <a:solidFill>
                  <a:srgbClr val="C00000"/>
                </a:solidFill>
              </a:rPr>
              <a:t>1</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b’+c</a:t>
            </a:r>
            <a:r>
              <a:rPr lang="en-US" altLang="zh-CN" sz="2400" dirty="0">
                <a:solidFill>
                  <a:srgbClr val="C00000"/>
                </a:solidFill>
              </a:rPr>
              <a:t>’)•(</a:t>
            </a:r>
            <a:r>
              <a:rPr lang="en-US" altLang="zh-CN" sz="2400" dirty="0" err="1">
                <a:solidFill>
                  <a:srgbClr val="C00000"/>
                </a:solidFill>
              </a:rPr>
              <a:t>a’+c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aa’+b’+c</a:t>
            </a:r>
            <a:r>
              <a:rPr lang="en-US" altLang="zh-CN" sz="2400" dirty="0">
                <a:solidFill>
                  <a:srgbClr val="C00000"/>
                </a:solidFill>
              </a:rPr>
              <a:t>’)•(</a:t>
            </a:r>
            <a:r>
              <a:rPr lang="en-US" altLang="zh-CN" sz="2400" dirty="0" err="1">
                <a:solidFill>
                  <a:srgbClr val="C00000"/>
                </a:solidFill>
              </a:rPr>
              <a:t>a’+bb’+c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36F05AC-8DDC-4E01-8D3E-1782798D0114}"/>
                  </a:ext>
                </a:extLst>
              </p14:cNvPr>
              <p14:cNvContentPartPr/>
              <p14:nvPr/>
            </p14:nvContentPartPr>
            <p14:xfrm>
              <a:off x="2947680" y="867600"/>
              <a:ext cx="5567040" cy="5736960"/>
            </p14:xfrm>
          </p:contentPart>
        </mc:Choice>
        <mc:Fallback xmlns="">
          <p:pic>
            <p:nvPicPr>
              <p:cNvPr id="3" name="Ink 2">
                <a:extLst>
                  <a:ext uri="{FF2B5EF4-FFF2-40B4-BE49-F238E27FC236}">
                    <a16:creationId xmlns:a16="http://schemas.microsoft.com/office/drawing/2014/main" id="{536F05AC-8DDC-4E01-8D3E-1782798D0114}"/>
                  </a:ext>
                </a:extLst>
              </p:cNvPr>
              <p:cNvPicPr/>
              <p:nvPr/>
            </p:nvPicPr>
            <p:blipFill>
              <a:blip r:embed="rId3"/>
              <a:stretch>
                <a:fillRect/>
              </a:stretch>
            </p:blipFill>
            <p:spPr>
              <a:xfrm>
                <a:off x="2938320" y="858240"/>
                <a:ext cx="5585760" cy="575568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30111F6-2C23-4479-8A98-F348B82A4E90}"/>
              </a:ext>
            </a:extLst>
          </p:cNvPr>
          <p:cNvSpPr txBox="1">
            <a:spLocks noChangeArrowheads="1"/>
          </p:cNvSpPr>
          <p:nvPr/>
        </p:nvSpPr>
        <p:spPr>
          <a:xfrm>
            <a:off x="4114800" y="0"/>
            <a:ext cx="4114800" cy="609600"/>
          </a:xfrm>
          <a:prstGeom prst="rect">
            <a:avLst/>
          </a:prstGeom>
        </p:spPr>
        <p:txBody>
          <a:bodyPr/>
          <a:lstStyle/>
          <a:p>
            <a:pPr algn="ctr">
              <a:defRPr/>
            </a:pPr>
            <a:r>
              <a:rPr lang="en-US" sz="4400" b="1" u="sng" dirty="0">
                <a:solidFill>
                  <a:srgbClr val="FF0000"/>
                </a:solidFill>
                <a:latin typeface="+mj-lt"/>
                <a:ea typeface="+mj-ea"/>
                <a:cs typeface="+mj-cs"/>
              </a:rPr>
              <a:t>SOP Expressions</a:t>
            </a:r>
          </a:p>
        </p:txBody>
      </p:sp>
      <p:sp>
        <p:nvSpPr>
          <p:cNvPr id="76803" name="Text Box 6">
            <a:extLst>
              <a:ext uri="{FF2B5EF4-FFF2-40B4-BE49-F238E27FC236}">
                <a16:creationId xmlns:a16="http://schemas.microsoft.com/office/drawing/2014/main" id="{8378F96A-8A93-41DE-9F9F-1057228A2BAE}"/>
              </a:ext>
            </a:extLst>
          </p:cNvPr>
          <p:cNvSpPr txBox="1">
            <a:spLocks noChangeArrowheads="1"/>
          </p:cNvSpPr>
          <p:nvPr/>
        </p:nvSpPr>
        <p:spPr bwMode="auto">
          <a:xfrm>
            <a:off x="1828800" y="914400"/>
            <a:ext cx="373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Arial" panose="020B0604020202020204" pitchFamily="34" charset="0"/>
              </a:rPr>
              <a:t>Sample truth table</a:t>
            </a:r>
            <a:endParaRPr lang="en-US" altLang="en-US" sz="2400">
              <a:solidFill>
                <a:srgbClr val="FF0000"/>
              </a:solidFill>
              <a:latin typeface="Arial" panose="020B0604020202020204" pitchFamily="34" charset="0"/>
            </a:endParaRPr>
          </a:p>
        </p:txBody>
      </p:sp>
      <p:sp>
        <p:nvSpPr>
          <p:cNvPr id="11" name="Text Box 54">
            <a:extLst>
              <a:ext uri="{FF2B5EF4-FFF2-40B4-BE49-F238E27FC236}">
                <a16:creationId xmlns:a16="http://schemas.microsoft.com/office/drawing/2014/main" id="{F11B3164-9DD7-4A35-9CD5-B26F81BCE3B5}"/>
              </a:ext>
            </a:extLst>
          </p:cNvPr>
          <p:cNvSpPr txBox="1">
            <a:spLocks noChangeArrowheads="1"/>
          </p:cNvSpPr>
          <p:nvPr/>
        </p:nvSpPr>
        <p:spPr bwMode="auto">
          <a:xfrm>
            <a:off x="4876800" y="1760538"/>
            <a:ext cx="5715000" cy="1814512"/>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B C + A B' C' + A B' C +    A B C' + A B C</a:t>
            </a:r>
          </a:p>
          <a:p>
            <a:pPr marL="460375" indent="-460375">
              <a:defRPr/>
            </a:pPr>
            <a:r>
              <a:rPr lang="en-US" sz="2800" b="1" dirty="0">
                <a:latin typeface="Arial" charset="0"/>
              </a:rPr>
              <a:t>   = </a:t>
            </a:r>
            <a:r>
              <a:rPr lang="en-US" sz="2800" b="1" dirty="0">
                <a:solidFill>
                  <a:srgbClr val="FF0000"/>
                </a:solidFill>
                <a:latin typeface="Arial" charset="0"/>
                <a:sym typeface="Symbol" pitchFamily="18" charset="2"/>
              </a:rPr>
              <a:t> m(3,4,5,6,7) </a:t>
            </a:r>
          </a:p>
          <a:p>
            <a:pPr marL="460375" indent="-460375">
              <a:defRPr/>
            </a:pPr>
            <a:r>
              <a:rPr lang="en-US" sz="2800" b="1" dirty="0">
                <a:solidFill>
                  <a:srgbClr val="FF0000"/>
                </a:solidFill>
                <a:effectLst>
                  <a:outerShdw blurRad="38100" dist="38100" dir="2700000" algn="tl">
                    <a:srgbClr val="FFFFFF"/>
                  </a:outerShdw>
                </a:effectLst>
                <a:latin typeface="Arial" charset="0"/>
                <a:sym typeface="Symbol" pitchFamily="18" charset="2"/>
              </a:rPr>
              <a:t>   </a:t>
            </a:r>
            <a:r>
              <a:rPr lang="en-US" sz="2800" b="1" dirty="0">
                <a:solidFill>
                  <a:srgbClr val="C00000"/>
                </a:solidFill>
                <a:effectLst>
                  <a:outerShdw blurRad="38100" dist="38100" dir="2700000" algn="tl">
                    <a:srgbClr val="FFFFFF"/>
                  </a:outerShdw>
                </a:effectLst>
                <a:latin typeface="Arial" charset="0"/>
              </a:rPr>
              <a:t>Shorthand notation of minterm</a:t>
            </a:r>
            <a:endParaRPr lang="en-US" sz="2800" b="1" dirty="0">
              <a:solidFill>
                <a:srgbClr val="C00000"/>
              </a:solidFill>
              <a:latin typeface="Arial" charset="0"/>
            </a:endParaRPr>
          </a:p>
        </p:txBody>
      </p:sp>
      <p:sp>
        <p:nvSpPr>
          <p:cNvPr id="12" name="Text Box 55">
            <a:extLst>
              <a:ext uri="{FF2B5EF4-FFF2-40B4-BE49-F238E27FC236}">
                <a16:creationId xmlns:a16="http://schemas.microsoft.com/office/drawing/2014/main" id="{8B815B7C-BDF5-4C71-914B-C76B4A70634F}"/>
              </a:ext>
            </a:extLst>
          </p:cNvPr>
          <p:cNvSpPr txBox="1">
            <a:spLocks noChangeArrowheads="1"/>
          </p:cNvSpPr>
          <p:nvPr/>
        </p:nvSpPr>
        <p:spPr bwMode="auto">
          <a:xfrm>
            <a:off x="4953000" y="4025900"/>
            <a:ext cx="5638800" cy="1384300"/>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B' C' + A' B' C + A' B C'</a:t>
            </a:r>
          </a:p>
          <a:p>
            <a:pPr marL="460375" indent="-460375">
              <a:defRPr/>
            </a:pPr>
            <a:r>
              <a:rPr lang="en-US" sz="2800" b="1" dirty="0">
                <a:latin typeface="Arial" charset="0"/>
              </a:rPr>
              <a:t>    = </a:t>
            </a:r>
            <a:r>
              <a:rPr lang="en-US" sz="2800" b="1" dirty="0">
                <a:solidFill>
                  <a:srgbClr val="FF0000"/>
                </a:solidFill>
                <a:latin typeface="Arial" charset="0"/>
                <a:sym typeface="Symbol" pitchFamily="18" charset="2"/>
              </a:rPr>
              <a:t> m(0,1,2)</a:t>
            </a:r>
            <a:r>
              <a:rPr lang="en-US" sz="2800" b="1" dirty="0">
                <a:latin typeface="Arial" charset="0"/>
              </a:rPr>
              <a:t> </a:t>
            </a:r>
          </a:p>
          <a:p>
            <a:pPr marL="460375" indent="-460375">
              <a:defRPr/>
            </a:pPr>
            <a:r>
              <a:rPr lang="en-US" sz="2800" b="1" dirty="0">
                <a:solidFill>
                  <a:srgbClr val="C00000"/>
                </a:solidFill>
                <a:effectLst>
                  <a:outerShdw blurRad="38100" dist="38100" dir="2700000" algn="tl">
                    <a:srgbClr val="FFFFFF"/>
                  </a:outerShdw>
                </a:effectLst>
                <a:latin typeface="Arial" charset="0"/>
              </a:rPr>
              <a:t>Shorthand notation of minterm</a:t>
            </a:r>
            <a:endParaRPr lang="en-US" sz="2800" b="1" dirty="0">
              <a:latin typeface="Arial" charset="0"/>
            </a:endParaRPr>
          </a:p>
        </p:txBody>
      </p:sp>
      <p:pic>
        <p:nvPicPr>
          <p:cNvPr id="76806" name="Picture 2">
            <a:extLst>
              <a:ext uri="{FF2B5EF4-FFF2-40B4-BE49-F238E27FC236}">
                <a16:creationId xmlns:a16="http://schemas.microsoft.com/office/drawing/2014/main" id="{DE92F600-4C0A-43F0-9CD6-3AD3B74D9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00200"/>
            <a:ext cx="30940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5CDD789-C81F-4D2F-8C28-5378AD1E8AFD}"/>
                  </a:ext>
                </a:extLst>
              </p14:cNvPr>
              <p14:cNvContentPartPr/>
              <p14:nvPr/>
            </p14:nvContentPartPr>
            <p14:xfrm>
              <a:off x="1493640" y="876960"/>
              <a:ext cx="10087920" cy="4904280"/>
            </p14:xfrm>
          </p:contentPart>
        </mc:Choice>
        <mc:Fallback xmlns="">
          <p:pic>
            <p:nvPicPr>
              <p:cNvPr id="3" name="Ink 2">
                <a:extLst>
                  <a:ext uri="{FF2B5EF4-FFF2-40B4-BE49-F238E27FC236}">
                    <a16:creationId xmlns:a16="http://schemas.microsoft.com/office/drawing/2014/main" id="{85CDD789-C81F-4D2F-8C28-5378AD1E8AFD}"/>
                  </a:ext>
                </a:extLst>
              </p:cNvPr>
              <p:cNvPicPr/>
              <p:nvPr/>
            </p:nvPicPr>
            <p:blipFill>
              <a:blip r:embed="rId4"/>
              <a:stretch>
                <a:fillRect/>
              </a:stretch>
            </p:blipFill>
            <p:spPr>
              <a:xfrm>
                <a:off x="1484280" y="867600"/>
                <a:ext cx="10106640" cy="4923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7">
            <a:extLst>
              <a:ext uri="{FF2B5EF4-FFF2-40B4-BE49-F238E27FC236}">
                <a16:creationId xmlns:a16="http://schemas.microsoft.com/office/drawing/2014/main" id="{8865B090-C064-40BB-B2ED-580B25CAEEC4}"/>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POS Expressions</a:t>
            </a:r>
          </a:p>
        </p:txBody>
      </p:sp>
      <p:sp>
        <p:nvSpPr>
          <p:cNvPr id="27" name="Text Box 19">
            <a:extLst>
              <a:ext uri="{FF2B5EF4-FFF2-40B4-BE49-F238E27FC236}">
                <a16:creationId xmlns:a16="http://schemas.microsoft.com/office/drawing/2014/main" id="{94729B59-2D91-45FD-9971-16FD365F8A84}"/>
              </a:ext>
            </a:extLst>
          </p:cNvPr>
          <p:cNvSpPr txBox="1">
            <a:spLocks noChangeArrowheads="1"/>
          </p:cNvSpPr>
          <p:nvPr/>
        </p:nvSpPr>
        <p:spPr bwMode="auto">
          <a:xfrm>
            <a:off x="5108576" y="3886200"/>
            <a:ext cx="5178425" cy="1938338"/>
          </a:xfrm>
          <a:prstGeom prst="rect">
            <a:avLst/>
          </a:prstGeom>
          <a:noFill/>
          <a:ln w="12700">
            <a:noFill/>
            <a:miter lim="800000"/>
            <a:headEnd/>
            <a:tailEnd/>
          </a:ln>
          <a:effectLst/>
        </p:spPr>
        <p:txBody>
          <a:bodyPr>
            <a:spAutoFit/>
          </a:bodyPr>
          <a:lstStyle/>
          <a:p>
            <a:pPr marL="460375" indent="-460375">
              <a:defRPr/>
            </a:pPr>
            <a:r>
              <a:rPr lang="en-US" sz="2800" b="1" dirty="0">
                <a:solidFill>
                  <a:srgbClr val="2B0BB5"/>
                </a:solidFill>
                <a:latin typeface="Arial" charset="0"/>
              </a:rPr>
              <a:t>F' = (A + B' +C') (A' + B + C)</a:t>
            </a:r>
          </a:p>
          <a:p>
            <a:pPr marL="460375" indent="-460375">
              <a:defRPr/>
            </a:pPr>
            <a:r>
              <a:rPr lang="en-US" sz="2800" b="1" dirty="0">
                <a:solidFill>
                  <a:srgbClr val="2B0BB5"/>
                </a:solidFill>
                <a:latin typeface="Arial" charset="0"/>
              </a:rPr>
              <a:t>	• (A' + B + C') (A' + B' + C)</a:t>
            </a:r>
          </a:p>
          <a:p>
            <a:pPr marL="460375" indent="-460375">
              <a:defRPr/>
            </a:pPr>
            <a:r>
              <a:rPr lang="en-US" sz="2800" b="1" dirty="0">
                <a:solidFill>
                  <a:srgbClr val="2B0BB5"/>
                </a:solidFill>
                <a:latin typeface="Arial" charset="0"/>
              </a:rPr>
              <a:t>	• (A' + B' + C')</a:t>
            </a:r>
          </a:p>
          <a:p>
            <a:pPr marL="460375" indent="-460375">
              <a:defRPr/>
            </a:pPr>
            <a:r>
              <a:rPr lang="en-US" sz="2400" b="1" dirty="0">
                <a:solidFill>
                  <a:srgbClr val="2B0BB5"/>
                </a:solidFill>
                <a:latin typeface="Arial" charset="0"/>
              </a:rPr>
              <a:t>     = </a:t>
            </a:r>
            <a:r>
              <a:rPr lang="en-US" sz="3200" b="1" dirty="0">
                <a:solidFill>
                  <a:srgbClr val="2B0BB5"/>
                </a:solidFill>
                <a:latin typeface="Arial" charset="0"/>
                <a:sym typeface="Symbol" pitchFamily="18" charset="2"/>
              </a:rPr>
              <a:t> </a:t>
            </a:r>
            <a:r>
              <a:rPr lang="en-US" sz="2400" b="1" dirty="0">
                <a:solidFill>
                  <a:srgbClr val="2B0BB5"/>
                </a:solidFill>
                <a:latin typeface="Arial" charset="0"/>
                <a:sym typeface="Symbol" pitchFamily="18" charset="2"/>
              </a:rPr>
              <a:t>M(3,4,5,6,7)</a:t>
            </a:r>
            <a:endParaRPr lang="en-US" sz="2400" dirty="0">
              <a:solidFill>
                <a:srgbClr val="2B0BB5"/>
              </a:solidFill>
              <a:effectLst>
                <a:outerShdw blurRad="38100" dist="38100" dir="2700000" algn="tl">
                  <a:srgbClr val="FFFFFF"/>
                </a:outerShdw>
              </a:effectLst>
              <a:latin typeface="Arial" charset="0"/>
            </a:endParaRPr>
          </a:p>
        </p:txBody>
      </p:sp>
      <p:sp>
        <p:nvSpPr>
          <p:cNvPr id="28" name="Text Box 20">
            <a:extLst>
              <a:ext uri="{FF2B5EF4-FFF2-40B4-BE49-F238E27FC236}">
                <a16:creationId xmlns:a16="http://schemas.microsoft.com/office/drawing/2014/main" id="{529F202C-8560-4797-A003-4A2064769427}"/>
              </a:ext>
            </a:extLst>
          </p:cNvPr>
          <p:cNvSpPr txBox="1">
            <a:spLocks noChangeArrowheads="1"/>
          </p:cNvSpPr>
          <p:nvPr/>
        </p:nvSpPr>
        <p:spPr bwMode="auto">
          <a:xfrm>
            <a:off x="5181600" y="1524001"/>
            <a:ext cx="5334000" cy="1878013"/>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 B +C) (A + B + C')</a:t>
            </a:r>
          </a:p>
          <a:p>
            <a:pPr marL="460375" indent="-460375">
              <a:defRPr/>
            </a:pPr>
            <a:r>
              <a:rPr lang="en-US" sz="2800" b="1" dirty="0">
                <a:solidFill>
                  <a:schemeClr val="hlink"/>
                </a:solidFill>
                <a:latin typeface="Arial" charset="0"/>
              </a:rPr>
              <a:t>	• (A + B' + C)</a:t>
            </a:r>
          </a:p>
          <a:p>
            <a:pPr marL="460375" indent="-460375">
              <a:defRPr/>
            </a:pPr>
            <a:r>
              <a:rPr lang="en-US" sz="2800" b="1" dirty="0">
                <a:solidFill>
                  <a:srgbClr val="FF0000"/>
                </a:solidFill>
                <a:latin typeface="Arial" charset="0"/>
              </a:rPr>
              <a:t>   = </a:t>
            </a:r>
            <a:r>
              <a:rPr lang="en-US" sz="3600" b="1" dirty="0">
                <a:solidFill>
                  <a:srgbClr val="FF0000"/>
                </a:solidFill>
                <a:latin typeface="Arial" charset="0"/>
                <a:sym typeface="Symbol" pitchFamily="18" charset="2"/>
              </a:rPr>
              <a:t> </a:t>
            </a:r>
            <a:r>
              <a:rPr lang="en-US" sz="2800" b="1" dirty="0">
                <a:solidFill>
                  <a:srgbClr val="FF0000"/>
                </a:solidFill>
                <a:latin typeface="Arial" charset="0"/>
                <a:sym typeface="Symbol" pitchFamily="18" charset="2"/>
              </a:rPr>
              <a:t>M(0,1,2)</a:t>
            </a:r>
            <a:r>
              <a:rPr lang="en-US" sz="2800" b="1" dirty="0">
                <a:solidFill>
                  <a:schemeClr val="hlink"/>
                </a:solidFill>
                <a:latin typeface="Arial" charset="0"/>
              </a:rPr>
              <a:t> </a:t>
            </a:r>
          </a:p>
          <a:p>
            <a:pPr marL="460375" indent="-460375">
              <a:defRPr/>
            </a:pPr>
            <a:endParaRPr lang="en-US" sz="2400" dirty="0">
              <a:solidFill>
                <a:schemeClr val="hlink"/>
              </a:solidFill>
              <a:effectLst>
                <a:outerShdw blurRad="38100" dist="38100" dir="2700000" algn="tl">
                  <a:srgbClr val="000000"/>
                </a:outerShdw>
              </a:effectLst>
              <a:latin typeface="Arial" charset="0"/>
            </a:endParaRPr>
          </a:p>
        </p:txBody>
      </p:sp>
      <p:sp>
        <p:nvSpPr>
          <p:cNvPr id="77829" name="Text Box 6">
            <a:extLst>
              <a:ext uri="{FF2B5EF4-FFF2-40B4-BE49-F238E27FC236}">
                <a16:creationId xmlns:a16="http://schemas.microsoft.com/office/drawing/2014/main" id="{3636E04A-FD29-4E74-A51A-BCB55F82BF18}"/>
              </a:ext>
            </a:extLst>
          </p:cNvPr>
          <p:cNvSpPr txBox="1">
            <a:spLocks noChangeArrowheads="1"/>
          </p:cNvSpPr>
          <p:nvPr/>
        </p:nvSpPr>
        <p:spPr bwMode="auto">
          <a:xfrm>
            <a:off x="1828800" y="914400"/>
            <a:ext cx="373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Arial" panose="020B0604020202020204" pitchFamily="34" charset="0"/>
              </a:rPr>
              <a:t>Sample truth table</a:t>
            </a:r>
            <a:endParaRPr lang="en-US" altLang="en-US" sz="2400">
              <a:solidFill>
                <a:srgbClr val="FF0000"/>
              </a:solidFill>
              <a:latin typeface="Arial" panose="020B0604020202020204" pitchFamily="34" charset="0"/>
            </a:endParaRPr>
          </a:p>
        </p:txBody>
      </p:sp>
      <p:pic>
        <p:nvPicPr>
          <p:cNvPr id="77830" name="Picture 2">
            <a:extLst>
              <a:ext uri="{FF2B5EF4-FFF2-40B4-BE49-F238E27FC236}">
                <a16:creationId xmlns:a16="http://schemas.microsoft.com/office/drawing/2014/main" id="{08FEDB65-C0F2-4E29-AA48-E2D79F81D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24000"/>
            <a:ext cx="30940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2296E312-144E-4670-B49A-B1CD21B01F78}"/>
              </a:ext>
            </a:extLst>
          </p:cNvPr>
          <p:cNvSpPr/>
          <p:nvPr/>
        </p:nvSpPr>
        <p:spPr>
          <a:xfrm>
            <a:off x="5715001" y="2982913"/>
            <a:ext cx="4746625" cy="461962"/>
          </a:xfrm>
          <a:prstGeom prst="rect">
            <a:avLst/>
          </a:prstGeom>
        </p:spPr>
        <p:txBody>
          <a:bodyPr wrap="none">
            <a:spAutoFit/>
          </a:bodyPr>
          <a:lstStyle/>
          <a:p>
            <a:pPr eaLnBrk="1" hangingPunct="1">
              <a:defRPr/>
            </a:pPr>
            <a:r>
              <a:rPr lang="en-US" sz="2400" b="1" dirty="0">
                <a:solidFill>
                  <a:srgbClr val="C00000"/>
                </a:solidFill>
                <a:effectLst>
                  <a:outerShdw blurRad="38100" dist="38100" dir="2700000" algn="tl">
                    <a:srgbClr val="FFFFFF"/>
                  </a:outerShdw>
                </a:effectLst>
                <a:latin typeface="Arial" charset="0"/>
              </a:rPr>
              <a:t>Shorthand notation of Maxterm</a:t>
            </a:r>
            <a:endParaRPr lang="en-US" sz="2400" dirty="0">
              <a:latin typeface="Arial" charset="0"/>
            </a:endParaRPr>
          </a:p>
        </p:txBody>
      </p:sp>
      <p:sp>
        <p:nvSpPr>
          <p:cNvPr id="32" name="Rectangle 31">
            <a:extLst>
              <a:ext uri="{FF2B5EF4-FFF2-40B4-BE49-F238E27FC236}">
                <a16:creationId xmlns:a16="http://schemas.microsoft.com/office/drawing/2014/main" id="{36FB03CF-62C5-417D-B4A1-18F9FA80700D}"/>
              </a:ext>
            </a:extLst>
          </p:cNvPr>
          <p:cNvSpPr/>
          <p:nvPr/>
        </p:nvSpPr>
        <p:spPr>
          <a:xfrm>
            <a:off x="5486401" y="5715001"/>
            <a:ext cx="4746625" cy="461963"/>
          </a:xfrm>
          <a:prstGeom prst="rect">
            <a:avLst/>
          </a:prstGeom>
        </p:spPr>
        <p:txBody>
          <a:bodyPr wrap="none">
            <a:spAutoFit/>
          </a:bodyPr>
          <a:lstStyle/>
          <a:p>
            <a:pPr eaLnBrk="1" hangingPunct="1">
              <a:defRPr/>
            </a:pPr>
            <a:r>
              <a:rPr lang="en-US" sz="2400" b="1" dirty="0">
                <a:solidFill>
                  <a:srgbClr val="C00000"/>
                </a:solidFill>
                <a:effectLst>
                  <a:outerShdw blurRad="38100" dist="38100" dir="2700000" algn="tl">
                    <a:srgbClr val="FFFFFF"/>
                  </a:outerShdw>
                </a:effectLst>
                <a:latin typeface="Arial" charset="0"/>
              </a:rPr>
              <a:t>Shorthand notation of Maxterm</a:t>
            </a:r>
            <a:endParaRPr lang="en-US" sz="2400" dirty="0">
              <a:latin typeface="Arial"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E305820-E747-4B51-A106-F1DB6BEED42A}"/>
                  </a:ext>
                </a:extLst>
              </p14:cNvPr>
              <p14:cNvContentPartPr/>
              <p14:nvPr/>
            </p14:nvContentPartPr>
            <p14:xfrm>
              <a:off x="2818440" y="1564200"/>
              <a:ext cx="8496000" cy="4151520"/>
            </p14:xfrm>
          </p:contentPart>
        </mc:Choice>
        <mc:Fallback xmlns="">
          <p:pic>
            <p:nvPicPr>
              <p:cNvPr id="2" name="Ink 1">
                <a:extLst>
                  <a:ext uri="{FF2B5EF4-FFF2-40B4-BE49-F238E27FC236}">
                    <a16:creationId xmlns:a16="http://schemas.microsoft.com/office/drawing/2014/main" id="{5E305820-E747-4B51-A106-F1DB6BEED42A}"/>
                  </a:ext>
                </a:extLst>
              </p:cNvPr>
              <p:cNvPicPr/>
              <p:nvPr/>
            </p:nvPicPr>
            <p:blipFill>
              <a:blip r:embed="rId4"/>
              <a:stretch>
                <a:fillRect/>
              </a:stretch>
            </p:blipFill>
            <p:spPr>
              <a:xfrm>
                <a:off x="2809080" y="1554840"/>
                <a:ext cx="8514720" cy="4170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7">
            <a:extLst>
              <a:ext uri="{FF2B5EF4-FFF2-40B4-BE49-F238E27FC236}">
                <a16:creationId xmlns:a16="http://schemas.microsoft.com/office/drawing/2014/main" id="{04C1F72D-10CC-4E89-8FC3-CC35AB90E141}"/>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p:pic>
        <p:nvPicPr>
          <p:cNvPr id="78851" name="Picture 3">
            <a:extLst>
              <a:ext uri="{FF2B5EF4-FFF2-40B4-BE49-F238E27FC236}">
                <a16:creationId xmlns:a16="http://schemas.microsoft.com/office/drawing/2014/main" id="{21E784B8-40A7-4A11-9C3E-7B6BFA246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3403600"/>
            <a:ext cx="64484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2BF543AD-D62F-42A7-B0E9-98E1F0E8DF5A}"/>
              </a:ext>
            </a:extLst>
          </p:cNvPr>
          <p:cNvSpPr/>
          <p:nvPr/>
        </p:nvSpPr>
        <p:spPr>
          <a:xfrm>
            <a:off x="2286000" y="914401"/>
            <a:ext cx="7924800" cy="2678113"/>
          </a:xfrm>
          <a:prstGeom prst="rect">
            <a:avLst/>
          </a:prstGeom>
        </p:spPr>
        <p:txBody>
          <a:bodyPr>
            <a:spAutoFit/>
          </a:bodyPr>
          <a:lstStyle/>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Each individual term in the SOP form is called as </a:t>
            </a:r>
            <a:r>
              <a:rPr lang="en-US" sz="2000" b="1" dirty="0" err="1">
                <a:effectLst>
                  <a:outerShdw blurRad="38100" dist="38100" dir="2700000" algn="tl">
                    <a:srgbClr val="FFFFFF"/>
                  </a:outerShdw>
                </a:effectLst>
                <a:latin typeface="Times New Roman" panose="02020603050405020304" pitchFamily="18" charset="0"/>
                <a:cs typeface="Times New Roman" panose="02020603050405020304" pitchFamily="18" charset="0"/>
              </a:rPr>
              <a:t>minterm</a:t>
            </a: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t>
            </a:r>
          </a:p>
          <a:p>
            <a:pPr algn="just" eaLnBrk="1" hangingPunct="1">
              <a:defRPr/>
            </a:pPr>
            <a:endPar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Each individual term in the POS form is called as maxterm.</a:t>
            </a:r>
          </a:p>
          <a:p>
            <a:pPr marL="342900" indent="-342900" algn="just">
              <a:buFont typeface="Wingdings" panose="05000000000000000000" pitchFamily="2" charset="2"/>
              <a:buChar char="Ø"/>
              <a:defRPr/>
            </a:pPr>
            <a:endPar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 Each maxterm is the complement of the corresponding </a:t>
            </a:r>
            <a:r>
              <a:rPr lang="en-US" sz="2000" b="1" dirty="0" err="1">
                <a:effectLst>
                  <a:outerShdw blurRad="38100" dist="38100" dir="2700000" algn="tl">
                    <a:srgbClr val="FFFFFF"/>
                  </a:outerShdw>
                </a:effectLst>
                <a:latin typeface="Times New Roman" panose="02020603050405020304" pitchFamily="18" charset="0"/>
                <a:cs typeface="Times New Roman" panose="02020603050405020304" pitchFamily="18" charset="0"/>
              </a:rPr>
              <a:t>minterm</a:t>
            </a: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defRPr/>
            </a:pPr>
            <a:endParaRPr lang="en-US" sz="2000" b="1" dirty="0">
              <a:solidFill>
                <a:srgbClr val="C00000"/>
              </a:solidFill>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eaLnBrk="1" hangingPunct="1">
              <a:defRPr/>
            </a:pPr>
            <a:endParaRPr lang="en-US" sz="2400" b="1" dirty="0">
              <a:solidFill>
                <a:srgbClr val="C00000"/>
              </a:solidFill>
              <a:effectLst>
                <a:outerShdw blurRad="38100" dist="38100" dir="2700000" algn="tl">
                  <a:srgbClr val="FFFFFF"/>
                </a:outerShdw>
              </a:effectLst>
              <a:latin typeface="Arial" charset="0"/>
            </a:endParaRPr>
          </a:p>
          <a:p>
            <a:pPr eaLnBrk="1" hangingPunct="1">
              <a:defRPr/>
            </a:pPr>
            <a:endParaRPr lang="en-US" sz="2400" dirty="0">
              <a:latin typeface="Arial"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E89336B-EACA-4A4A-8D85-A4979FD96CD7}"/>
                  </a:ext>
                </a:extLst>
              </p14:cNvPr>
              <p14:cNvContentPartPr/>
              <p14:nvPr/>
            </p14:nvContentPartPr>
            <p14:xfrm>
              <a:off x="5041800" y="921240"/>
              <a:ext cx="5846760" cy="3724200"/>
            </p14:xfrm>
          </p:contentPart>
        </mc:Choice>
        <mc:Fallback xmlns="">
          <p:pic>
            <p:nvPicPr>
              <p:cNvPr id="2" name="Ink 1">
                <a:extLst>
                  <a:ext uri="{FF2B5EF4-FFF2-40B4-BE49-F238E27FC236}">
                    <a16:creationId xmlns:a16="http://schemas.microsoft.com/office/drawing/2014/main" id="{DE89336B-EACA-4A4A-8D85-A4979FD96CD7}"/>
                  </a:ext>
                </a:extLst>
              </p:cNvPr>
              <p:cNvPicPr/>
              <p:nvPr/>
            </p:nvPicPr>
            <p:blipFill>
              <a:blip r:embed="rId4"/>
              <a:stretch>
                <a:fillRect/>
              </a:stretch>
            </p:blipFill>
            <p:spPr>
              <a:xfrm>
                <a:off x="5032440" y="911880"/>
                <a:ext cx="5865480" cy="374292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4">
            <a:extLst>
              <a:ext uri="{FF2B5EF4-FFF2-40B4-BE49-F238E27FC236}">
                <a16:creationId xmlns:a16="http://schemas.microsoft.com/office/drawing/2014/main" id="{22591D05-31AC-4D7D-9AC5-DA77C4B29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071564"/>
            <a:ext cx="6400800"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7">
            <a:extLst>
              <a:ext uri="{FF2B5EF4-FFF2-40B4-BE49-F238E27FC236}">
                <a16:creationId xmlns:a16="http://schemas.microsoft.com/office/drawing/2014/main" id="{F730A316-56D8-431B-B782-613E8047C06A}"/>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474CEF-CE29-4BBE-A0F3-4B08E8C7C122}"/>
                  </a:ext>
                </a:extLst>
              </p14:cNvPr>
              <p14:cNvContentPartPr/>
              <p14:nvPr/>
            </p14:nvContentPartPr>
            <p14:xfrm>
              <a:off x="8240760" y="2115000"/>
              <a:ext cx="829440" cy="3614760"/>
            </p14:xfrm>
          </p:contentPart>
        </mc:Choice>
        <mc:Fallback xmlns="">
          <p:pic>
            <p:nvPicPr>
              <p:cNvPr id="2" name="Ink 1">
                <a:extLst>
                  <a:ext uri="{FF2B5EF4-FFF2-40B4-BE49-F238E27FC236}">
                    <a16:creationId xmlns:a16="http://schemas.microsoft.com/office/drawing/2014/main" id="{7B474CEF-CE29-4BBE-A0F3-4B08E8C7C122}"/>
                  </a:ext>
                </a:extLst>
              </p:cNvPr>
              <p:cNvPicPr/>
              <p:nvPr/>
            </p:nvPicPr>
            <p:blipFill>
              <a:blip r:embed="rId4"/>
              <a:stretch>
                <a:fillRect/>
              </a:stretch>
            </p:blipFill>
            <p:spPr>
              <a:xfrm>
                <a:off x="8231400" y="2105640"/>
                <a:ext cx="848160" cy="363348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
            <a:extLst>
              <a:ext uri="{FF2B5EF4-FFF2-40B4-BE49-F238E27FC236}">
                <a16:creationId xmlns:a16="http://schemas.microsoft.com/office/drawing/2014/main" id="{2835E0BB-6B76-4935-9158-74AAE6E3976F}"/>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p:pic>
        <p:nvPicPr>
          <p:cNvPr id="80899" name="Picture 1">
            <a:extLst>
              <a:ext uri="{FF2B5EF4-FFF2-40B4-BE49-F238E27FC236}">
                <a16:creationId xmlns:a16="http://schemas.microsoft.com/office/drawing/2014/main" id="{2880CC77-C7BA-44D6-BDBD-65208F069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1"/>
            <a:ext cx="9144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02F1973-4E01-4D93-92FE-9ED76AFE498A}"/>
                  </a:ext>
                </a:extLst>
              </p14:cNvPr>
              <p14:cNvContentPartPr/>
              <p14:nvPr/>
            </p14:nvContentPartPr>
            <p14:xfrm>
              <a:off x="5912640" y="3678480"/>
              <a:ext cx="3042000" cy="2467080"/>
            </p14:xfrm>
          </p:contentPart>
        </mc:Choice>
        <mc:Fallback xmlns="">
          <p:pic>
            <p:nvPicPr>
              <p:cNvPr id="2" name="Ink 1">
                <a:extLst>
                  <a:ext uri="{FF2B5EF4-FFF2-40B4-BE49-F238E27FC236}">
                    <a16:creationId xmlns:a16="http://schemas.microsoft.com/office/drawing/2014/main" id="{E02F1973-4E01-4D93-92FE-9ED76AFE498A}"/>
                  </a:ext>
                </a:extLst>
              </p:cNvPr>
              <p:cNvPicPr/>
              <p:nvPr/>
            </p:nvPicPr>
            <p:blipFill>
              <a:blip r:embed="rId4"/>
              <a:stretch>
                <a:fillRect/>
              </a:stretch>
            </p:blipFill>
            <p:spPr>
              <a:xfrm>
                <a:off x="5903280" y="3669120"/>
                <a:ext cx="3060720" cy="248580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a:extLst>
              <a:ext uri="{FF2B5EF4-FFF2-40B4-BE49-F238E27FC236}">
                <a16:creationId xmlns:a16="http://schemas.microsoft.com/office/drawing/2014/main" id="{9D6D67FC-730B-4B77-BE15-8E9F4C253BFB}"/>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sp>
        <p:nvSpPr>
          <p:cNvPr id="84995" name="Rectangle 3">
            <a:extLst>
              <a:ext uri="{FF2B5EF4-FFF2-40B4-BE49-F238E27FC236}">
                <a16:creationId xmlns:a16="http://schemas.microsoft.com/office/drawing/2014/main" id="{7B1C7CE6-179C-4BE6-BB01-46E0C673A5D3}"/>
              </a:ext>
            </a:extLst>
          </p:cNvPr>
          <p:cNvSpPr>
            <a:spLocks noChangeArrowheads="1"/>
          </p:cNvSpPr>
          <p:nvPr/>
        </p:nvSpPr>
        <p:spPr bwMode="auto">
          <a:xfrm>
            <a:off x="2209800" y="773114"/>
            <a:ext cx="792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Consider a Boolean function  f= </a:t>
            </a:r>
            <a:r>
              <a:rPr lang="en-US" altLang="en-US" sz="1800">
                <a:latin typeface="Arial" panose="020B0604020202020204" pitchFamily="34" charset="0"/>
              </a:rPr>
              <a:t>(AB+CD), </a:t>
            </a:r>
            <a:r>
              <a:rPr lang="en-US" altLang="en-US" sz="1800" b="1">
                <a:solidFill>
                  <a:srgbClr val="C00000"/>
                </a:solidFill>
                <a:latin typeface="Arial" panose="020B0604020202020204" pitchFamily="34" charset="0"/>
              </a:rPr>
              <a:t>Implement this function </a:t>
            </a:r>
            <a:endParaRPr lang="en-US" altLang="en-US" sz="1800">
              <a:latin typeface="Arial" panose="020B0604020202020204" pitchFamily="34" charset="0"/>
            </a:endParaRPr>
          </a:p>
        </p:txBody>
      </p:sp>
      <p:pic>
        <p:nvPicPr>
          <p:cNvPr id="84996" name="Picture 2">
            <a:extLst>
              <a:ext uri="{FF2B5EF4-FFF2-40B4-BE49-F238E27FC236}">
                <a16:creationId xmlns:a16="http://schemas.microsoft.com/office/drawing/2014/main" id="{CE30009F-F41B-4BF8-9B3C-2D04621BF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295400"/>
            <a:ext cx="31432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Rectangle 5">
            <a:extLst>
              <a:ext uri="{FF2B5EF4-FFF2-40B4-BE49-F238E27FC236}">
                <a16:creationId xmlns:a16="http://schemas.microsoft.com/office/drawing/2014/main" id="{DCAE4779-8073-4B58-9A92-83074DDE8A7A}"/>
              </a:ext>
            </a:extLst>
          </p:cNvPr>
          <p:cNvSpPr>
            <a:spLocks noChangeArrowheads="1"/>
          </p:cNvSpPr>
          <p:nvPr/>
        </p:nvSpPr>
        <p:spPr bwMode="auto">
          <a:xfrm>
            <a:off x="2209800" y="3516314"/>
            <a:ext cx="792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Consider a Boolean function  f= </a:t>
            </a:r>
            <a:r>
              <a:rPr lang="en-US" altLang="en-US" sz="1800">
                <a:latin typeface="Arial" panose="020B0604020202020204" pitchFamily="34" charset="0"/>
              </a:rPr>
              <a:t>(A+B)(C+D), </a:t>
            </a:r>
            <a:r>
              <a:rPr lang="en-US" altLang="en-US" sz="1800" b="1">
                <a:solidFill>
                  <a:srgbClr val="C00000"/>
                </a:solidFill>
                <a:latin typeface="Arial" panose="020B0604020202020204" pitchFamily="34" charset="0"/>
              </a:rPr>
              <a:t>Implement this function </a:t>
            </a:r>
            <a:endParaRPr lang="en-US" altLang="en-US" sz="1800">
              <a:latin typeface="Arial" panose="020B0604020202020204" pitchFamily="34" charset="0"/>
            </a:endParaRPr>
          </a:p>
        </p:txBody>
      </p:sp>
      <p:pic>
        <p:nvPicPr>
          <p:cNvPr id="84998" name="Picture 3">
            <a:extLst>
              <a:ext uri="{FF2B5EF4-FFF2-40B4-BE49-F238E27FC236}">
                <a16:creationId xmlns:a16="http://schemas.microsoft.com/office/drawing/2014/main" id="{A891C79C-8C5C-43AE-BB71-F67FF0500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962400"/>
            <a:ext cx="417195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1D98855-AD2C-4350-9A8A-09AF07B7C901}"/>
                  </a:ext>
                </a:extLst>
              </p14:cNvPr>
              <p14:cNvContentPartPr/>
              <p14:nvPr/>
            </p14:nvContentPartPr>
            <p14:xfrm>
              <a:off x="311400" y="1055880"/>
              <a:ext cx="11880720" cy="4506120"/>
            </p14:xfrm>
          </p:contentPart>
        </mc:Choice>
        <mc:Fallback xmlns="">
          <p:pic>
            <p:nvPicPr>
              <p:cNvPr id="2" name="Ink 1">
                <a:extLst>
                  <a:ext uri="{FF2B5EF4-FFF2-40B4-BE49-F238E27FC236}">
                    <a16:creationId xmlns:a16="http://schemas.microsoft.com/office/drawing/2014/main" id="{01D98855-AD2C-4350-9A8A-09AF07B7C901}"/>
                  </a:ext>
                </a:extLst>
              </p:cNvPr>
              <p:cNvPicPr/>
              <p:nvPr/>
            </p:nvPicPr>
            <p:blipFill>
              <a:blip r:embed="rId5"/>
              <a:stretch>
                <a:fillRect/>
              </a:stretch>
            </p:blipFill>
            <p:spPr>
              <a:xfrm>
                <a:off x="302040" y="1046520"/>
                <a:ext cx="11899440" cy="452484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a:extLst>
              <a:ext uri="{FF2B5EF4-FFF2-40B4-BE49-F238E27FC236}">
                <a16:creationId xmlns:a16="http://schemas.microsoft.com/office/drawing/2014/main" id="{217529E1-C9ED-48DC-96C4-3C351076E632}"/>
              </a:ext>
            </a:extLst>
          </p:cNvPr>
          <p:cNvSpPr txBox="1">
            <a:spLocks noChangeArrowheads="1"/>
          </p:cNvSpPr>
          <p:nvPr/>
        </p:nvSpPr>
        <p:spPr>
          <a:xfrm>
            <a:off x="1752600" y="685800"/>
            <a:ext cx="8763000" cy="457200"/>
          </a:xfrm>
          <a:prstGeom prst="rect">
            <a:avLst/>
          </a:prstGeom>
        </p:spPr>
        <p:txBody>
          <a:bodyPr/>
          <a:lstStyle/>
          <a:p>
            <a:pPr algn="ctr" eaLnBrk="1" hangingPunct="1">
              <a:defRPr/>
            </a:pPr>
            <a:r>
              <a:rPr lang="en-US" sz="2400" b="1" dirty="0">
                <a:solidFill>
                  <a:srgbClr val="C00000"/>
                </a:solidFill>
                <a:latin typeface="+mj-lt"/>
                <a:ea typeface="+mj-ea"/>
                <a:cs typeface="+mj-cs"/>
              </a:rPr>
              <a:t>Logic Circuits </a:t>
            </a:r>
            <a:r>
              <a:rPr lang="en-US" sz="2400" b="1" dirty="0">
                <a:solidFill>
                  <a:srgbClr val="C00000"/>
                </a:solidFill>
                <a:latin typeface="+mj-lt"/>
                <a:ea typeface="+mj-ea"/>
                <a:cs typeface="Arial" charset="0"/>
              </a:rPr>
              <a:t>≡</a:t>
            </a:r>
            <a:r>
              <a:rPr lang="en-US" sz="2400" b="1" dirty="0">
                <a:solidFill>
                  <a:srgbClr val="C00000"/>
                </a:solidFill>
                <a:latin typeface="+mj-lt"/>
                <a:ea typeface="+mj-ea"/>
                <a:cs typeface="+mj-cs"/>
              </a:rPr>
              <a:t> Boolean Expressions</a:t>
            </a:r>
          </a:p>
        </p:txBody>
      </p:sp>
      <p:sp>
        <p:nvSpPr>
          <p:cNvPr id="3" name="Rectangle 1198">
            <a:extLst>
              <a:ext uri="{FF2B5EF4-FFF2-40B4-BE49-F238E27FC236}">
                <a16:creationId xmlns:a16="http://schemas.microsoft.com/office/drawing/2014/main" id="{8D4C58C4-C01B-481D-BA1D-51CB41029FF2}"/>
              </a:ext>
            </a:extLst>
          </p:cNvPr>
          <p:cNvSpPr txBox="1">
            <a:spLocks noChangeArrowheads="1"/>
          </p:cNvSpPr>
          <p:nvPr/>
        </p:nvSpPr>
        <p:spPr>
          <a:xfrm>
            <a:off x="1752600" y="1219200"/>
            <a:ext cx="8763000" cy="1143000"/>
          </a:xfrm>
          <a:prstGeom prst="rect">
            <a:avLst/>
          </a:prstGeom>
        </p:spPr>
        <p:txBody>
          <a:bodyPr/>
          <a:lstStyle/>
          <a:p>
            <a:pPr marL="342900" indent="-342900" algn="just">
              <a:lnSpc>
                <a:spcPct val="80000"/>
              </a:lnSpc>
              <a:spcBef>
                <a:spcPct val="20000"/>
              </a:spcBef>
              <a:buFont typeface="Arial" pitchFamily="34" charset="0"/>
              <a:buChar char="•"/>
              <a:defRPr/>
            </a:pPr>
            <a:r>
              <a:rPr lang="en-US" sz="2000" dirty="0">
                <a:solidFill>
                  <a:srgbClr val="2B0BB5"/>
                </a:solidFill>
              </a:rPr>
              <a:t>All logic circuits are equivalent to Boolean expressions and any </a:t>
            </a:r>
            <a:r>
              <a:rPr lang="en-US" sz="2000" dirty="0" err="1">
                <a:solidFill>
                  <a:srgbClr val="2B0BB5"/>
                </a:solidFill>
              </a:rPr>
              <a:t>boolean</a:t>
            </a:r>
            <a:r>
              <a:rPr lang="en-US" sz="2000" dirty="0">
                <a:solidFill>
                  <a:srgbClr val="2B0BB5"/>
                </a:solidFill>
              </a:rPr>
              <a:t> expression can be rendered as a logic circuit.</a:t>
            </a:r>
          </a:p>
          <a:p>
            <a:pPr marL="342900" indent="-342900" algn="just">
              <a:lnSpc>
                <a:spcPct val="80000"/>
              </a:lnSpc>
              <a:spcBef>
                <a:spcPct val="20000"/>
              </a:spcBef>
              <a:buFont typeface="Arial" pitchFamily="34" charset="0"/>
              <a:buChar char="•"/>
              <a:defRPr/>
            </a:pPr>
            <a:r>
              <a:rPr lang="en-US" sz="2000" dirty="0">
                <a:solidFill>
                  <a:srgbClr val="2B0BB5"/>
                </a:solidFill>
              </a:rPr>
              <a:t>AND-OR logic circuits are equivalent to sum-of-products form.</a:t>
            </a:r>
          </a:p>
          <a:p>
            <a:pPr marL="342900" indent="-342900" algn="just">
              <a:lnSpc>
                <a:spcPct val="80000"/>
              </a:lnSpc>
              <a:spcBef>
                <a:spcPct val="20000"/>
              </a:spcBef>
              <a:buFont typeface="Arial" pitchFamily="34" charset="0"/>
              <a:buChar char="•"/>
              <a:defRPr/>
            </a:pPr>
            <a:r>
              <a:rPr lang="en-US" sz="2000" dirty="0">
                <a:solidFill>
                  <a:srgbClr val="2B0BB5"/>
                </a:solidFill>
              </a:rPr>
              <a:t>Consider the following circuits:</a:t>
            </a:r>
          </a:p>
        </p:txBody>
      </p:sp>
      <p:grpSp>
        <p:nvGrpSpPr>
          <p:cNvPr id="86020" name="Group 21">
            <a:extLst>
              <a:ext uri="{FF2B5EF4-FFF2-40B4-BE49-F238E27FC236}">
                <a16:creationId xmlns:a16="http://schemas.microsoft.com/office/drawing/2014/main" id="{1D8BD17B-DFB8-4DC8-86BC-7ECDCEE4F8F7}"/>
              </a:ext>
            </a:extLst>
          </p:cNvPr>
          <p:cNvGrpSpPr>
            <a:grpSpLocks/>
          </p:cNvGrpSpPr>
          <p:nvPr/>
        </p:nvGrpSpPr>
        <p:grpSpPr bwMode="auto">
          <a:xfrm>
            <a:off x="1524001" y="2362200"/>
            <a:ext cx="9078207" cy="4191000"/>
            <a:chOff x="0" y="2362200"/>
            <a:chExt cx="9078207" cy="4191000"/>
          </a:xfrm>
        </p:grpSpPr>
        <p:graphicFrame>
          <p:nvGraphicFramePr>
            <p:cNvPr id="86022" name="Object 1199">
              <a:extLst>
                <a:ext uri="{FF2B5EF4-FFF2-40B4-BE49-F238E27FC236}">
                  <a16:creationId xmlns:a16="http://schemas.microsoft.com/office/drawing/2014/main" id="{6948F094-0B71-4F08-9B0D-4FE8B7200F5B}"/>
                </a:ext>
              </a:extLst>
            </p:cNvPr>
            <p:cNvGraphicFramePr>
              <a:graphicFrameLocks noChangeAspect="1"/>
            </p:cNvGraphicFramePr>
            <p:nvPr/>
          </p:nvGraphicFramePr>
          <p:xfrm>
            <a:off x="304800" y="2590800"/>
            <a:ext cx="5181600" cy="3409950"/>
          </p:xfrm>
          <a:graphic>
            <a:graphicData uri="http://schemas.openxmlformats.org/presentationml/2006/ole">
              <mc:AlternateContent xmlns:mc="http://schemas.openxmlformats.org/markup-compatibility/2006">
                <mc:Choice xmlns:v="urn:schemas-microsoft-com:vml" Requires="v">
                  <p:oleObj spid="_x0000_s5134" name="Visio" r:id="rId3" imgW="4008730" imgH="1692521" progId="Visio.Drawing.6">
                    <p:embed/>
                  </p:oleObj>
                </mc:Choice>
                <mc:Fallback>
                  <p:oleObj name="Visio" r:id="rId3" imgW="4008730" imgH="1692521" progId="Visio.Drawing.6">
                    <p:embed/>
                    <p:pic>
                      <p:nvPicPr>
                        <p:cNvPr id="86022" name="Object 1199">
                          <a:extLst>
                            <a:ext uri="{FF2B5EF4-FFF2-40B4-BE49-F238E27FC236}">
                              <a16:creationId xmlns:a16="http://schemas.microsoft.com/office/drawing/2014/main" id="{6948F094-0B71-4F08-9B0D-4FE8B7200F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590800"/>
                          <a:ext cx="51816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3" name="Text Box 1200">
              <a:extLst>
                <a:ext uri="{FF2B5EF4-FFF2-40B4-BE49-F238E27FC236}">
                  <a16:creationId xmlns:a16="http://schemas.microsoft.com/office/drawing/2014/main" id="{32265DB5-B52E-4DA9-B7C8-052542C77F2C}"/>
                </a:ext>
              </a:extLst>
            </p:cNvPr>
            <p:cNvSpPr txBox="1">
              <a:spLocks noChangeArrowheads="1"/>
            </p:cNvSpPr>
            <p:nvPr/>
          </p:nvSpPr>
          <p:spPr bwMode="auto">
            <a:xfrm>
              <a:off x="0" y="2438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A</a:t>
              </a:r>
            </a:p>
          </p:txBody>
        </p:sp>
        <p:sp>
          <p:nvSpPr>
            <p:cNvPr id="86024" name="Text Box 1201">
              <a:extLst>
                <a:ext uri="{FF2B5EF4-FFF2-40B4-BE49-F238E27FC236}">
                  <a16:creationId xmlns:a16="http://schemas.microsoft.com/office/drawing/2014/main" id="{6A307C50-3CBF-4EC3-9E75-A084DEF8282E}"/>
                </a:ext>
              </a:extLst>
            </p:cNvPr>
            <p:cNvSpPr txBox="1">
              <a:spLocks noChangeArrowheads="1"/>
            </p:cNvSpPr>
            <p:nvPr/>
          </p:nvSpPr>
          <p:spPr bwMode="auto">
            <a:xfrm>
              <a:off x="0" y="3200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C</a:t>
              </a:r>
            </a:p>
          </p:txBody>
        </p:sp>
        <p:sp>
          <p:nvSpPr>
            <p:cNvPr id="86025" name="Text Box 1202">
              <a:extLst>
                <a:ext uri="{FF2B5EF4-FFF2-40B4-BE49-F238E27FC236}">
                  <a16:creationId xmlns:a16="http://schemas.microsoft.com/office/drawing/2014/main" id="{4ECC8721-1812-4BDB-8F65-6AEC78D072FC}"/>
                </a:ext>
              </a:extLst>
            </p:cNvPr>
            <p:cNvSpPr txBox="1">
              <a:spLocks noChangeArrowheads="1"/>
            </p:cNvSpPr>
            <p:nvPr/>
          </p:nvSpPr>
          <p:spPr bwMode="auto">
            <a:xfrm>
              <a:off x="0" y="2819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B</a:t>
              </a:r>
            </a:p>
          </p:txBody>
        </p:sp>
        <p:sp>
          <p:nvSpPr>
            <p:cNvPr id="86026" name="Text Box 1203">
              <a:extLst>
                <a:ext uri="{FF2B5EF4-FFF2-40B4-BE49-F238E27FC236}">
                  <a16:creationId xmlns:a16="http://schemas.microsoft.com/office/drawing/2014/main" id="{467D770A-DF44-4600-B58D-312B274C5C37}"/>
                </a:ext>
              </a:extLst>
            </p:cNvPr>
            <p:cNvSpPr txBox="1">
              <a:spLocks noChangeArrowheads="1"/>
            </p:cNvSpPr>
            <p:nvPr/>
          </p:nvSpPr>
          <p:spPr bwMode="auto">
            <a:xfrm>
              <a:off x="4114800" y="2667000"/>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ABC</a:t>
              </a:r>
            </a:p>
          </p:txBody>
        </p:sp>
        <p:sp>
          <p:nvSpPr>
            <p:cNvPr id="86027" name="Text Box 1205">
              <a:extLst>
                <a:ext uri="{FF2B5EF4-FFF2-40B4-BE49-F238E27FC236}">
                  <a16:creationId xmlns:a16="http://schemas.microsoft.com/office/drawing/2014/main" id="{E0FFF3AC-487F-4753-9653-DF00DB0C2B76}"/>
                </a:ext>
              </a:extLst>
            </p:cNvPr>
            <p:cNvSpPr txBox="1">
              <a:spLocks noChangeArrowheads="1"/>
            </p:cNvSpPr>
            <p:nvPr/>
          </p:nvSpPr>
          <p:spPr bwMode="auto">
            <a:xfrm>
              <a:off x="3627620" y="3946160"/>
              <a:ext cx="627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AB’C</a:t>
              </a:r>
            </a:p>
          </p:txBody>
        </p:sp>
        <p:sp>
          <p:nvSpPr>
            <p:cNvPr id="86028" name="Text Box 1206">
              <a:extLst>
                <a:ext uri="{FF2B5EF4-FFF2-40B4-BE49-F238E27FC236}">
                  <a16:creationId xmlns:a16="http://schemas.microsoft.com/office/drawing/2014/main" id="{B96C86A4-E803-4ECD-8B0B-2B98A7745B36}"/>
                </a:ext>
              </a:extLst>
            </p:cNvPr>
            <p:cNvSpPr txBox="1">
              <a:spLocks noChangeArrowheads="1"/>
            </p:cNvSpPr>
            <p:nvPr/>
          </p:nvSpPr>
          <p:spPr bwMode="auto">
            <a:xfrm>
              <a:off x="3657600" y="5562600"/>
              <a:ext cx="5027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a:t>
              </a:r>
            </a:p>
          </p:txBody>
        </p:sp>
        <p:sp>
          <p:nvSpPr>
            <p:cNvPr id="86029" name="Text Box 1207">
              <a:extLst>
                <a:ext uri="{FF2B5EF4-FFF2-40B4-BE49-F238E27FC236}">
                  <a16:creationId xmlns:a16="http://schemas.microsoft.com/office/drawing/2014/main" id="{5029025C-250C-406F-9AAF-18A8F0E4EFEC}"/>
                </a:ext>
              </a:extLst>
            </p:cNvPr>
            <p:cNvSpPr txBox="1">
              <a:spLocks noChangeArrowheads="1"/>
            </p:cNvSpPr>
            <p:nvPr/>
          </p:nvSpPr>
          <p:spPr bwMode="auto">
            <a:xfrm>
              <a:off x="3962400" y="4876800"/>
              <a:ext cx="18563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Y= ABC+AB’C+A’B</a:t>
              </a:r>
            </a:p>
          </p:txBody>
        </p:sp>
        <p:sp>
          <p:nvSpPr>
            <p:cNvPr id="86030" name="Text Box 1208">
              <a:extLst>
                <a:ext uri="{FF2B5EF4-FFF2-40B4-BE49-F238E27FC236}">
                  <a16:creationId xmlns:a16="http://schemas.microsoft.com/office/drawing/2014/main" id="{2B2365AA-11BF-4C3E-A2AC-703A416255E1}"/>
                </a:ext>
              </a:extLst>
            </p:cNvPr>
            <p:cNvSpPr txBox="1">
              <a:spLocks noChangeArrowheads="1"/>
            </p:cNvSpPr>
            <p:nvPr/>
          </p:nvSpPr>
          <p:spPr bwMode="auto">
            <a:xfrm>
              <a:off x="5181600" y="4343400"/>
              <a:ext cx="304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Y</a:t>
              </a:r>
            </a:p>
          </p:txBody>
        </p:sp>
        <p:grpSp>
          <p:nvGrpSpPr>
            <p:cNvPr id="86031" name="Group 1210">
              <a:extLst>
                <a:ext uri="{FF2B5EF4-FFF2-40B4-BE49-F238E27FC236}">
                  <a16:creationId xmlns:a16="http://schemas.microsoft.com/office/drawing/2014/main" id="{721A9539-5997-4F9F-AD75-56B2A4DDE913}"/>
                </a:ext>
              </a:extLst>
            </p:cNvPr>
            <p:cNvGrpSpPr>
              <a:grpSpLocks/>
            </p:cNvGrpSpPr>
            <p:nvPr/>
          </p:nvGrpSpPr>
          <p:grpSpPr bwMode="auto">
            <a:xfrm>
              <a:off x="6205538" y="3352800"/>
              <a:ext cx="2872669" cy="1247866"/>
              <a:chOff x="1094" y="1802"/>
              <a:chExt cx="3493" cy="1259"/>
            </a:xfrm>
          </p:grpSpPr>
          <p:graphicFrame>
            <p:nvGraphicFramePr>
              <p:cNvPr id="86034" name="Object 1211">
                <a:extLst>
                  <a:ext uri="{FF2B5EF4-FFF2-40B4-BE49-F238E27FC236}">
                    <a16:creationId xmlns:a16="http://schemas.microsoft.com/office/drawing/2014/main" id="{32FDDD77-5088-4EDB-8452-4087B6467791}"/>
                  </a:ext>
                </a:extLst>
              </p:cNvPr>
              <p:cNvGraphicFramePr>
                <a:graphicFrameLocks noChangeAspect="1"/>
              </p:cNvGraphicFramePr>
              <p:nvPr/>
            </p:nvGraphicFramePr>
            <p:xfrm>
              <a:off x="1488" y="1872"/>
              <a:ext cx="2639" cy="1074"/>
            </p:xfrm>
            <a:graphic>
              <a:graphicData uri="http://schemas.openxmlformats.org/presentationml/2006/ole">
                <mc:AlternateContent xmlns:mc="http://schemas.openxmlformats.org/markup-compatibility/2006">
                  <mc:Choice xmlns:v="urn:schemas-microsoft-com:vml" Requires="v">
                    <p:oleObj spid="_x0000_s5135" name="Visio" r:id="rId5" imgW="2128058" imgH="866716" progId="Visio.Drawing.6">
                      <p:embed/>
                    </p:oleObj>
                  </mc:Choice>
                  <mc:Fallback>
                    <p:oleObj name="Visio" r:id="rId5" imgW="2128058" imgH="866716" progId="Visio.Drawing.6">
                      <p:embed/>
                      <p:pic>
                        <p:nvPicPr>
                          <p:cNvPr id="86034" name="Object 1211">
                            <a:extLst>
                              <a:ext uri="{FF2B5EF4-FFF2-40B4-BE49-F238E27FC236}">
                                <a16:creationId xmlns:a16="http://schemas.microsoft.com/office/drawing/2014/main" id="{32FDDD77-5088-4EDB-8452-4087B646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872"/>
                            <a:ext cx="2639" cy="1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5" name="Text Box 1212">
                <a:extLst>
                  <a:ext uri="{FF2B5EF4-FFF2-40B4-BE49-F238E27FC236}">
                    <a16:creationId xmlns:a16="http://schemas.microsoft.com/office/drawing/2014/main" id="{DF04B4C8-7FDE-4CC6-8454-8F7A3A6356F3}"/>
                  </a:ext>
                </a:extLst>
              </p:cNvPr>
              <p:cNvSpPr txBox="1">
                <a:spLocks noChangeArrowheads="1"/>
              </p:cNvSpPr>
              <p:nvPr/>
            </p:nvSpPr>
            <p:spPr bwMode="auto">
              <a:xfrm>
                <a:off x="1094" y="1802"/>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A</a:t>
                </a:r>
              </a:p>
            </p:txBody>
          </p:sp>
          <p:sp>
            <p:nvSpPr>
              <p:cNvPr id="86036" name="Text Box 1213">
                <a:extLst>
                  <a:ext uri="{FF2B5EF4-FFF2-40B4-BE49-F238E27FC236}">
                    <a16:creationId xmlns:a16="http://schemas.microsoft.com/office/drawing/2014/main" id="{135F7127-5E33-49F0-B05E-CE0347DC3DCE}"/>
                  </a:ext>
                </a:extLst>
              </p:cNvPr>
              <p:cNvSpPr txBox="1">
                <a:spLocks noChangeArrowheads="1"/>
              </p:cNvSpPr>
              <p:nvPr/>
            </p:nvSpPr>
            <p:spPr bwMode="auto">
              <a:xfrm>
                <a:off x="1104" y="2255"/>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B</a:t>
                </a:r>
              </a:p>
            </p:txBody>
          </p:sp>
          <p:sp>
            <p:nvSpPr>
              <p:cNvPr id="86037" name="Text Box 1214">
                <a:extLst>
                  <a:ext uri="{FF2B5EF4-FFF2-40B4-BE49-F238E27FC236}">
                    <a16:creationId xmlns:a16="http://schemas.microsoft.com/office/drawing/2014/main" id="{CC1DAE1D-B065-4E45-BA9A-13DC72E63493}"/>
                  </a:ext>
                </a:extLst>
              </p:cNvPr>
              <p:cNvSpPr txBox="1">
                <a:spLocks noChangeArrowheads="1"/>
              </p:cNvSpPr>
              <p:nvPr/>
            </p:nvSpPr>
            <p:spPr bwMode="auto">
              <a:xfrm>
                <a:off x="1104" y="2688"/>
                <a:ext cx="427"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a:t>
                </a:r>
              </a:p>
            </p:txBody>
          </p:sp>
          <p:sp>
            <p:nvSpPr>
              <p:cNvPr id="86038" name="Text Box 1215">
                <a:extLst>
                  <a:ext uri="{FF2B5EF4-FFF2-40B4-BE49-F238E27FC236}">
                    <a16:creationId xmlns:a16="http://schemas.microsoft.com/office/drawing/2014/main" id="{7EE88511-4881-44E9-B8CC-8E9279A77B15}"/>
                  </a:ext>
                </a:extLst>
              </p:cNvPr>
              <p:cNvSpPr txBox="1">
                <a:spLocks noChangeArrowheads="1"/>
              </p:cNvSpPr>
              <p:nvPr/>
            </p:nvSpPr>
            <p:spPr bwMode="auto">
              <a:xfrm>
                <a:off x="4175" y="2255"/>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Y</a:t>
                </a:r>
              </a:p>
            </p:txBody>
          </p:sp>
        </p:grpSp>
        <p:sp>
          <p:nvSpPr>
            <p:cNvPr id="86032" name="Line 1216">
              <a:extLst>
                <a:ext uri="{FF2B5EF4-FFF2-40B4-BE49-F238E27FC236}">
                  <a16:creationId xmlns:a16="http://schemas.microsoft.com/office/drawing/2014/main" id="{11D210F2-8F07-4161-920C-B15C75AD58AD}"/>
                </a:ext>
              </a:extLst>
            </p:cNvPr>
            <p:cNvSpPr>
              <a:spLocks noChangeShapeType="1"/>
            </p:cNvSpPr>
            <p:nvPr/>
          </p:nvSpPr>
          <p:spPr bwMode="auto">
            <a:xfrm>
              <a:off x="6248400" y="2362200"/>
              <a:ext cx="0" cy="419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86033" name="Text Box 1220">
              <a:extLst>
                <a:ext uri="{FF2B5EF4-FFF2-40B4-BE49-F238E27FC236}">
                  <a16:creationId xmlns:a16="http://schemas.microsoft.com/office/drawing/2014/main" id="{0036577D-C358-4F88-AD3E-A7A19BD1112C}"/>
                </a:ext>
              </a:extLst>
            </p:cNvPr>
            <p:cNvSpPr txBox="1">
              <a:spLocks noChangeArrowheads="1"/>
            </p:cNvSpPr>
            <p:nvPr/>
          </p:nvSpPr>
          <p:spPr bwMode="auto">
            <a:xfrm>
              <a:off x="6537325" y="2501900"/>
              <a:ext cx="13583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C00000"/>
                  </a:solidFill>
                  <a:latin typeface="Boolean"/>
                </a:rPr>
                <a:t>Y=AB’+B’C</a:t>
              </a:r>
            </a:p>
          </p:txBody>
        </p:sp>
      </p:grpSp>
      <p:sp>
        <p:nvSpPr>
          <p:cNvPr id="86021" name="Rectangle 1">
            <a:extLst>
              <a:ext uri="{FF2B5EF4-FFF2-40B4-BE49-F238E27FC236}">
                <a16:creationId xmlns:a16="http://schemas.microsoft.com/office/drawing/2014/main" id="{7206BC57-0804-45A4-BE29-85937497E58D}"/>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6D101A1-9B44-4DA6-B6E5-19794D30BE08}"/>
                  </a:ext>
                </a:extLst>
              </p14:cNvPr>
              <p14:cNvContentPartPr/>
              <p14:nvPr/>
            </p14:nvContentPartPr>
            <p14:xfrm>
              <a:off x="5066640" y="4118400"/>
              <a:ext cx="1973160" cy="1902960"/>
            </p14:xfrm>
          </p:contentPart>
        </mc:Choice>
        <mc:Fallback xmlns="">
          <p:pic>
            <p:nvPicPr>
              <p:cNvPr id="4" name="Ink 3">
                <a:extLst>
                  <a:ext uri="{FF2B5EF4-FFF2-40B4-BE49-F238E27FC236}">
                    <a16:creationId xmlns:a16="http://schemas.microsoft.com/office/drawing/2014/main" id="{C6D101A1-9B44-4DA6-B6E5-19794D30BE08}"/>
                  </a:ext>
                </a:extLst>
              </p:cNvPr>
              <p:cNvPicPr/>
              <p:nvPr/>
            </p:nvPicPr>
            <p:blipFill>
              <a:blip r:embed="rId8"/>
              <a:stretch>
                <a:fillRect/>
              </a:stretch>
            </p:blipFill>
            <p:spPr>
              <a:xfrm>
                <a:off x="5057280" y="4109040"/>
                <a:ext cx="1991880" cy="192168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
            <a:extLst>
              <a:ext uri="{FF2B5EF4-FFF2-40B4-BE49-F238E27FC236}">
                <a16:creationId xmlns:a16="http://schemas.microsoft.com/office/drawing/2014/main" id="{77416DE0-9AF3-44C5-B4A0-D2E04333C05B}"/>
              </a:ext>
            </a:extLst>
          </p:cNvPr>
          <p:cNvSpPr>
            <a:spLocks noChangeArrowheads="1"/>
          </p:cNvSpPr>
          <p:nvPr/>
        </p:nvSpPr>
        <p:spPr bwMode="auto">
          <a:xfrm>
            <a:off x="1905000" y="533400"/>
            <a:ext cx="4019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Similarly Consider a Boolean function</a:t>
            </a:r>
          </a:p>
        </p:txBody>
      </p:sp>
      <p:sp>
        <p:nvSpPr>
          <p:cNvPr id="87043" name="Rectangle 2">
            <a:extLst>
              <a:ext uri="{FF2B5EF4-FFF2-40B4-BE49-F238E27FC236}">
                <a16:creationId xmlns:a16="http://schemas.microsoft.com/office/drawing/2014/main" id="{09F72B36-C5C4-4D55-BC70-87960F0DF269}"/>
              </a:ext>
            </a:extLst>
          </p:cNvPr>
          <p:cNvSpPr>
            <a:spLocks noChangeArrowheads="1"/>
          </p:cNvSpPr>
          <p:nvPr/>
        </p:nvSpPr>
        <p:spPr bwMode="auto">
          <a:xfrm>
            <a:off x="2209800" y="85726"/>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pic>
        <p:nvPicPr>
          <p:cNvPr id="87044" name="Picture 2">
            <a:extLst>
              <a:ext uri="{FF2B5EF4-FFF2-40B4-BE49-F238E27FC236}">
                <a16:creationId xmlns:a16="http://schemas.microsoft.com/office/drawing/2014/main" id="{8FC1405D-B2F5-49A0-BE76-EEFCAC7A1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900113"/>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5" name="Rectangle 5">
            <a:extLst>
              <a:ext uri="{FF2B5EF4-FFF2-40B4-BE49-F238E27FC236}">
                <a16:creationId xmlns:a16="http://schemas.microsoft.com/office/drawing/2014/main" id="{090995C4-1CBA-439A-B2CD-EF7A98F7AB95}"/>
              </a:ext>
            </a:extLst>
          </p:cNvPr>
          <p:cNvSpPr>
            <a:spLocks noChangeArrowheads="1"/>
          </p:cNvSpPr>
          <p:nvPr/>
        </p:nvSpPr>
        <p:spPr bwMode="auto">
          <a:xfrm>
            <a:off x="1981200" y="1371600"/>
            <a:ext cx="624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Realization of this Boolean function is shown in figure below</a:t>
            </a:r>
          </a:p>
        </p:txBody>
      </p:sp>
      <p:pic>
        <p:nvPicPr>
          <p:cNvPr id="87046" name="Picture 3">
            <a:extLst>
              <a:ext uri="{FF2B5EF4-FFF2-40B4-BE49-F238E27FC236}">
                <a16:creationId xmlns:a16="http://schemas.microsoft.com/office/drawing/2014/main" id="{155802CF-C9C1-4D17-AC4A-D71EB9333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752600"/>
            <a:ext cx="6477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Rectangle 7">
            <a:extLst>
              <a:ext uri="{FF2B5EF4-FFF2-40B4-BE49-F238E27FC236}">
                <a16:creationId xmlns:a16="http://schemas.microsoft.com/office/drawing/2014/main" id="{C043E048-82B4-4394-A970-0E6554D584AF}"/>
              </a:ext>
            </a:extLst>
          </p:cNvPr>
          <p:cNvSpPr>
            <a:spLocks noChangeArrowheads="1"/>
          </p:cNvSpPr>
          <p:nvPr/>
        </p:nvSpPr>
        <p:spPr bwMode="auto">
          <a:xfrm>
            <a:off x="8534400" y="2133600"/>
            <a:ext cx="223678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Total no of gates </a:t>
            </a:r>
          </a:p>
          <a:p>
            <a:pPr eaLnBrk="1" hangingPunct="1">
              <a:spcBef>
                <a:spcPct val="0"/>
              </a:spcBef>
              <a:buFontTx/>
              <a:buNone/>
            </a:pPr>
            <a:r>
              <a:rPr lang="en-US" altLang="en-US" sz="1800">
                <a:solidFill>
                  <a:srgbClr val="C00000"/>
                </a:solidFill>
                <a:latin typeface="Arial" panose="020B0604020202020204" pitchFamily="34" charset="0"/>
              </a:rPr>
              <a:t>NOT Gate  3</a:t>
            </a:r>
          </a:p>
          <a:p>
            <a:pPr eaLnBrk="1" hangingPunct="1">
              <a:spcBef>
                <a:spcPct val="0"/>
              </a:spcBef>
              <a:buFontTx/>
              <a:buNone/>
            </a:pPr>
            <a:r>
              <a:rPr lang="en-US" altLang="en-US" sz="1800">
                <a:solidFill>
                  <a:srgbClr val="C00000"/>
                </a:solidFill>
                <a:latin typeface="Arial" panose="020B0604020202020204" pitchFamily="34" charset="0"/>
              </a:rPr>
              <a:t>AND Gate  5</a:t>
            </a:r>
          </a:p>
          <a:p>
            <a:pPr eaLnBrk="1" hangingPunct="1">
              <a:spcBef>
                <a:spcPct val="0"/>
              </a:spcBef>
              <a:buFontTx/>
              <a:buNone/>
            </a:pPr>
            <a:r>
              <a:rPr lang="en-US" altLang="en-US" sz="1800">
                <a:solidFill>
                  <a:srgbClr val="C00000"/>
                </a:solidFill>
                <a:latin typeface="Arial" panose="020B0604020202020204" pitchFamily="34" charset="0"/>
              </a:rPr>
              <a:t>OR   Gate  1 </a:t>
            </a:r>
          </a:p>
          <a:p>
            <a:pPr eaLnBrk="1" hangingPunct="1">
              <a:spcBef>
                <a:spcPct val="0"/>
              </a:spcBef>
              <a:buFontTx/>
              <a:buNone/>
            </a:pPr>
            <a:r>
              <a:rPr lang="en-US" altLang="en-US" sz="1800">
                <a:solidFill>
                  <a:srgbClr val="C00000"/>
                </a:solidFill>
                <a:latin typeface="Arial" panose="020B0604020202020204" pitchFamily="34" charset="0"/>
              </a:rPr>
              <a:t>--------------------</a:t>
            </a:r>
          </a:p>
          <a:p>
            <a:pPr eaLnBrk="1" hangingPunct="1">
              <a:spcBef>
                <a:spcPct val="0"/>
              </a:spcBef>
              <a:buFontTx/>
              <a:buNone/>
            </a:pPr>
            <a:r>
              <a:rPr lang="en-US" altLang="en-US" sz="1800" b="1">
                <a:solidFill>
                  <a:srgbClr val="7030A0"/>
                </a:solidFill>
                <a:latin typeface="Arial" panose="020B0604020202020204" pitchFamily="34" charset="0"/>
              </a:rPr>
              <a:t>                  9 Gates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
            <a:extLst>
              <a:ext uri="{FF2B5EF4-FFF2-40B4-BE49-F238E27FC236}">
                <a16:creationId xmlns:a16="http://schemas.microsoft.com/office/drawing/2014/main" id="{E934C685-34AB-420C-827A-DDF24DD48A0F}"/>
              </a:ext>
            </a:extLst>
          </p:cNvPr>
          <p:cNvSpPr>
            <a:spLocks noChangeArrowheads="1"/>
          </p:cNvSpPr>
          <p:nvPr/>
        </p:nvSpPr>
        <p:spPr bwMode="auto">
          <a:xfrm>
            <a:off x="1828800" y="544514"/>
            <a:ext cx="883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If we use of Boolean algebra in getting the minimal Boolean function as given below:</a:t>
            </a:r>
          </a:p>
        </p:txBody>
      </p:sp>
      <p:sp>
        <p:nvSpPr>
          <p:cNvPr id="88067" name="Rectangle 2">
            <a:extLst>
              <a:ext uri="{FF2B5EF4-FFF2-40B4-BE49-F238E27FC236}">
                <a16:creationId xmlns:a16="http://schemas.microsoft.com/office/drawing/2014/main" id="{A2AE2730-670C-4378-A4F9-885E56301821}"/>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pic>
        <p:nvPicPr>
          <p:cNvPr id="88068" name="Picture 2">
            <a:extLst>
              <a:ext uri="{FF2B5EF4-FFF2-40B4-BE49-F238E27FC236}">
                <a16:creationId xmlns:a16="http://schemas.microsoft.com/office/drawing/2014/main" id="{C8F3FC8E-06FE-4735-A4A1-2F2578622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644"/>
          <a:stretch>
            <a:fillRect/>
          </a:stretch>
        </p:blipFill>
        <p:spPr bwMode="auto">
          <a:xfrm>
            <a:off x="1752600" y="990600"/>
            <a:ext cx="4724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5DBA7C6-83F9-4457-B0EB-3688A6149A9E}"/>
              </a:ext>
            </a:extLst>
          </p:cNvPr>
          <p:cNvSpPr/>
          <p:nvPr/>
        </p:nvSpPr>
        <p:spPr>
          <a:xfrm>
            <a:off x="1828800" y="3897314"/>
            <a:ext cx="8534400" cy="2586037"/>
          </a:xfrm>
          <a:prstGeom prst="rect">
            <a:avLst/>
          </a:prstGeom>
        </p:spPr>
        <p:txBody>
          <a:bodyPr>
            <a:spAutoFit/>
          </a:bodyPr>
          <a:lstStyle/>
          <a:p>
            <a:pPr eaLnBrk="1" hangingPunct="1">
              <a:buFont typeface="Wingdings" pitchFamily="2" charset="2"/>
              <a:buChar char="Ø"/>
              <a:defRPr/>
            </a:pPr>
            <a:r>
              <a:rPr lang="en-US" dirty="0">
                <a:solidFill>
                  <a:srgbClr val="C00000"/>
                </a:solidFill>
                <a:latin typeface="Arial" charset="0"/>
              </a:rPr>
              <a:t>This reduced Boolean function need to have only three gates</a:t>
            </a:r>
          </a:p>
          <a:p>
            <a:pPr eaLnBrk="1" hangingPunct="1">
              <a:buFont typeface="Wingdings" pitchFamily="2" charset="2"/>
              <a:buChar char="Ø"/>
              <a:defRPr/>
            </a:pPr>
            <a:r>
              <a:rPr lang="en-US" dirty="0">
                <a:solidFill>
                  <a:srgbClr val="2B0BB5"/>
                </a:solidFill>
                <a:latin typeface="Arial" charset="0"/>
              </a:rPr>
              <a:t> It is clear form the above discussion that </a:t>
            </a:r>
            <a:r>
              <a:rPr lang="en-US" dirty="0">
                <a:solidFill>
                  <a:srgbClr val="FF0000"/>
                </a:solidFill>
                <a:latin typeface="Arial" charset="0"/>
              </a:rPr>
              <a:t>the minimized Boolean function </a:t>
            </a:r>
            <a:r>
              <a:rPr lang="en-US" b="1" u="sng" dirty="0">
                <a:solidFill>
                  <a:srgbClr val="FF0000"/>
                </a:solidFill>
                <a:latin typeface="Arial" charset="0"/>
              </a:rPr>
              <a:t>needs</a:t>
            </a:r>
          </a:p>
          <a:p>
            <a:pPr eaLnBrk="1" hangingPunct="1">
              <a:defRPr/>
            </a:pPr>
            <a:r>
              <a:rPr lang="en-US" b="1" dirty="0">
                <a:solidFill>
                  <a:srgbClr val="FF0000"/>
                </a:solidFill>
                <a:latin typeface="Arial" charset="0"/>
              </a:rPr>
              <a:t>    </a:t>
            </a:r>
            <a:r>
              <a:rPr lang="en-US" b="1" u="sng" dirty="0">
                <a:solidFill>
                  <a:srgbClr val="FF0000"/>
                </a:solidFill>
                <a:latin typeface="Arial" charset="0"/>
              </a:rPr>
              <a:t>less number of gates </a:t>
            </a:r>
            <a:r>
              <a:rPr lang="en-US" dirty="0">
                <a:solidFill>
                  <a:srgbClr val="FF0000"/>
                </a:solidFill>
                <a:latin typeface="Arial" charset="0"/>
              </a:rPr>
              <a:t>for the realization</a:t>
            </a:r>
            <a:r>
              <a:rPr lang="en-US" dirty="0">
                <a:solidFill>
                  <a:srgbClr val="2B0BB5"/>
                </a:solidFill>
                <a:latin typeface="Arial" charset="0"/>
              </a:rPr>
              <a:t>. </a:t>
            </a:r>
          </a:p>
          <a:p>
            <a:pPr eaLnBrk="1" hangingPunct="1">
              <a:buFont typeface="Wingdings" pitchFamily="2" charset="2"/>
              <a:buChar char="Ø"/>
              <a:defRPr/>
            </a:pPr>
            <a:r>
              <a:rPr lang="en-US" b="1" dirty="0">
                <a:solidFill>
                  <a:srgbClr val="FF0000"/>
                </a:solidFill>
                <a:latin typeface="Arial" charset="0"/>
              </a:rPr>
              <a:t>This signifies the importance of Boolean algebra</a:t>
            </a:r>
            <a:r>
              <a:rPr lang="en-US" dirty="0">
                <a:solidFill>
                  <a:srgbClr val="2B0BB5"/>
                </a:solidFill>
                <a:latin typeface="Arial" charset="0"/>
              </a:rPr>
              <a:t>.</a:t>
            </a:r>
          </a:p>
          <a:p>
            <a:pPr eaLnBrk="1" hangingPunct="1">
              <a:defRPr/>
            </a:pPr>
            <a:endParaRPr lang="en-US" dirty="0">
              <a:solidFill>
                <a:srgbClr val="2B0BB5"/>
              </a:solidFill>
              <a:latin typeface="Arial" charset="0"/>
            </a:endParaRPr>
          </a:p>
          <a:p>
            <a:pPr eaLnBrk="1" hangingPunct="1">
              <a:defRPr/>
            </a:pPr>
            <a:r>
              <a:rPr lang="en-US" dirty="0">
                <a:solidFill>
                  <a:srgbClr val="2B0BB5"/>
                </a:solidFill>
                <a:latin typeface="Arial" charset="0"/>
              </a:rPr>
              <a:t>The </a:t>
            </a:r>
            <a:r>
              <a:rPr lang="en-US" b="1" dirty="0">
                <a:solidFill>
                  <a:srgbClr val="2B0BB5"/>
                </a:solidFill>
                <a:latin typeface="Arial" charset="0"/>
              </a:rPr>
              <a:t>minimized functions</a:t>
            </a:r>
            <a:endParaRPr lang="en-US" dirty="0">
              <a:solidFill>
                <a:srgbClr val="2B0BB5"/>
              </a:solidFill>
              <a:latin typeface="Arial" charset="0"/>
            </a:endParaRPr>
          </a:p>
          <a:p>
            <a:pPr marL="225425">
              <a:buFont typeface="Wingdings" pitchFamily="2" charset="2"/>
              <a:buChar char="§"/>
              <a:defRPr/>
            </a:pPr>
            <a:r>
              <a:rPr lang="en-US" dirty="0">
                <a:solidFill>
                  <a:srgbClr val="2B0BB5"/>
                </a:solidFill>
                <a:latin typeface="Arial" charset="0"/>
              </a:rPr>
              <a:t>    </a:t>
            </a:r>
            <a:r>
              <a:rPr lang="en-US" dirty="0">
                <a:solidFill>
                  <a:srgbClr val="C00000"/>
                </a:solidFill>
                <a:latin typeface="Arial" charset="0"/>
              </a:rPr>
              <a:t>help in reducing the number of gates</a:t>
            </a:r>
          </a:p>
          <a:p>
            <a:pPr marL="225425">
              <a:buFont typeface="Wingdings" pitchFamily="2" charset="2"/>
              <a:buChar char="§"/>
              <a:defRPr/>
            </a:pPr>
            <a:r>
              <a:rPr lang="en-US" dirty="0">
                <a:solidFill>
                  <a:srgbClr val="C00000"/>
                </a:solidFill>
                <a:latin typeface="Arial" charset="0"/>
              </a:rPr>
              <a:t>    increase the reliability of the circuit and </a:t>
            </a:r>
          </a:p>
          <a:p>
            <a:pPr marL="225425">
              <a:buFont typeface="Wingdings" pitchFamily="2" charset="2"/>
              <a:buChar char="§"/>
              <a:defRPr/>
            </a:pPr>
            <a:r>
              <a:rPr lang="en-US" dirty="0">
                <a:solidFill>
                  <a:srgbClr val="C00000"/>
                </a:solidFill>
                <a:latin typeface="Arial" charset="0"/>
              </a:rPr>
              <a:t>    increase speed of operation</a:t>
            </a:r>
          </a:p>
        </p:txBody>
      </p:sp>
      <p:pic>
        <p:nvPicPr>
          <p:cNvPr id="88070" name="Picture 3">
            <a:extLst>
              <a:ext uri="{FF2B5EF4-FFF2-40B4-BE49-F238E27FC236}">
                <a16:creationId xmlns:a16="http://schemas.microsoft.com/office/drawing/2014/main" id="{413B46C3-7906-4A08-B1E7-05025213C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1288" y="990600"/>
            <a:ext cx="4038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Rectangle 6">
            <a:extLst>
              <a:ext uri="{FF2B5EF4-FFF2-40B4-BE49-F238E27FC236}">
                <a16:creationId xmlns:a16="http://schemas.microsoft.com/office/drawing/2014/main" id="{F139390A-109E-4587-BF95-AF75AB920F5A}"/>
              </a:ext>
            </a:extLst>
          </p:cNvPr>
          <p:cNvSpPr>
            <a:spLocks noChangeArrowheads="1"/>
          </p:cNvSpPr>
          <p:nvPr/>
        </p:nvSpPr>
        <p:spPr bwMode="auto">
          <a:xfrm>
            <a:off x="9067800" y="2438400"/>
            <a:ext cx="16002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400" b="1" u="sng">
                <a:solidFill>
                  <a:srgbClr val="FF0000"/>
                </a:solidFill>
                <a:latin typeface="Arial" panose="020B0604020202020204" pitchFamily="34" charset="0"/>
              </a:rPr>
              <a:t>Total no of gates </a:t>
            </a:r>
          </a:p>
          <a:p>
            <a:pPr eaLnBrk="1" hangingPunct="1">
              <a:spcBef>
                <a:spcPct val="0"/>
              </a:spcBef>
              <a:buFontTx/>
              <a:buNone/>
            </a:pPr>
            <a:r>
              <a:rPr lang="en-US" altLang="en-US" sz="1400">
                <a:solidFill>
                  <a:srgbClr val="C00000"/>
                </a:solidFill>
                <a:latin typeface="Arial" panose="020B0604020202020204" pitchFamily="34" charset="0"/>
              </a:rPr>
              <a:t>NOT Gate  1</a:t>
            </a:r>
          </a:p>
          <a:p>
            <a:pPr eaLnBrk="1" hangingPunct="1">
              <a:spcBef>
                <a:spcPct val="0"/>
              </a:spcBef>
              <a:buFontTx/>
              <a:buNone/>
            </a:pPr>
            <a:r>
              <a:rPr lang="en-US" altLang="en-US" sz="1400">
                <a:solidFill>
                  <a:srgbClr val="C00000"/>
                </a:solidFill>
                <a:latin typeface="Arial" panose="020B0604020202020204" pitchFamily="34" charset="0"/>
              </a:rPr>
              <a:t>AND Gate  1</a:t>
            </a:r>
          </a:p>
          <a:p>
            <a:pPr eaLnBrk="1" hangingPunct="1">
              <a:spcBef>
                <a:spcPct val="0"/>
              </a:spcBef>
              <a:buFontTx/>
              <a:buNone/>
            </a:pPr>
            <a:r>
              <a:rPr lang="en-US" altLang="en-US" sz="1400">
                <a:solidFill>
                  <a:srgbClr val="C00000"/>
                </a:solidFill>
                <a:latin typeface="Arial" panose="020B0604020202020204" pitchFamily="34" charset="0"/>
              </a:rPr>
              <a:t>OR   Gate  1 </a:t>
            </a:r>
          </a:p>
          <a:p>
            <a:pPr eaLnBrk="1" hangingPunct="1">
              <a:spcBef>
                <a:spcPct val="0"/>
              </a:spcBef>
              <a:buFontTx/>
              <a:buNone/>
            </a:pPr>
            <a:r>
              <a:rPr lang="en-US" altLang="en-US" sz="1400" b="1">
                <a:solidFill>
                  <a:srgbClr val="7030A0"/>
                </a:solidFill>
                <a:latin typeface="Arial" panose="020B0604020202020204" pitchFamily="34" charset="0"/>
              </a:rPr>
              <a:t>Total : 3 Gates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2BE5996-B912-47A7-89C9-C8ACB46441A1}"/>
              </a:ext>
            </a:extLst>
          </p:cNvPr>
          <p:cNvSpPr txBox="1">
            <a:spLocks noChangeArrowheads="1"/>
          </p:cNvSpPr>
          <p:nvPr/>
        </p:nvSpPr>
        <p:spPr>
          <a:xfrm>
            <a:off x="1728788" y="1"/>
            <a:ext cx="8729662" cy="620713"/>
          </a:xfrm>
          <a:prstGeom prst="rect">
            <a:avLst/>
          </a:prstGeom>
          <a:noFill/>
          <a:ln/>
        </p:spPr>
        <p:txBody>
          <a:bodyPr wrap="none"/>
          <a:lstStyle/>
          <a:p>
            <a:pPr algn="ctr">
              <a:defRPr/>
            </a:pPr>
            <a:r>
              <a:rPr lang="en-US" sz="4400" u="sng" dirty="0">
                <a:solidFill>
                  <a:srgbClr val="FF0000"/>
                </a:solidFill>
                <a:latin typeface="+mj-lt"/>
                <a:ea typeface="+mj-ea"/>
                <a:cs typeface="+mj-cs"/>
              </a:rPr>
              <a:t>Advantages for Logic Minimization</a:t>
            </a:r>
          </a:p>
        </p:txBody>
      </p:sp>
      <p:sp>
        <p:nvSpPr>
          <p:cNvPr id="89091" name="Rectangle 4">
            <a:extLst>
              <a:ext uri="{FF2B5EF4-FFF2-40B4-BE49-F238E27FC236}">
                <a16:creationId xmlns:a16="http://schemas.microsoft.com/office/drawing/2014/main" id="{54CBE316-B771-41D8-AEC7-25B78BD151D1}"/>
              </a:ext>
            </a:extLst>
          </p:cNvPr>
          <p:cNvSpPr>
            <a:spLocks noChangeArrowheads="1"/>
          </p:cNvSpPr>
          <p:nvPr/>
        </p:nvSpPr>
        <p:spPr bwMode="auto">
          <a:xfrm>
            <a:off x="3632200" y="1473201"/>
            <a:ext cx="4978400" cy="1458913"/>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literals (gate inputs)</a:t>
            </a:r>
          </a:p>
          <a:p>
            <a:pPr>
              <a:lnSpc>
                <a:spcPct val="85000"/>
              </a:lnSpc>
              <a:spcBef>
                <a:spcPts val="100"/>
              </a:spcBef>
              <a:spcAft>
                <a:spcPts val="100"/>
              </a:spcAft>
              <a:buNone/>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gates</a:t>
            </a:r>
          </a:p>
          <a:p>
            <a:pPr>
              <a:lnSpc>
                <a:spcPct val="85000"/>
              </a:lnSpc>
              <a:spcBef>
                <a:spcPts val="100"/>
              </a:spcBef>
              <a:spcAft>
                <a:spcPts val="100"/>
              </a:spcAft>
              <a:buNone/>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levels of gates</a:t>
            </a:r>
          </a:p>
        </p:txBody>
      </p:sp>
      <p:sp>
        <p:nvSpPr>
          <p:cNvPr id="89092" name="Rectangle 5">
            <a:extLst>
              <a:ext uri="{FF2B5EF4-FFF2-40B4-BE49-F238E27FC236}">
                <a16:creationId xmlns:a16="http://schemas.microsoft.com/office/drawing/2014/main" id="{57CB7F75-E58E-4942-8802-15C92E7F4E58}"/>
              </a:ext>
            </a:extLst>
          </p:cNvPr>
          <p:cNvSpPr>
            <a:spLocks noChangeArrowheads="1"/>
          </p:cNvSpPr>
          <p:nvPr/>
        </p:nvSpPr>
        <p:spPr bwMode="auto">
          <a:xfrm>
            <a:off x="1803401" y="3124201"/>
            <a:ext cx="8620125" cy="293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fewer inputs </a:t>
            </a:r>
            <a:r>
              <a:rPr lang="en-US" altLang="en-US" sz="2000" b="1">
                <a:solidFill>
                  <a:srgbClr val="2B0BB5"/>
                </a:solidFill>
                <a:latin typeface="Arial" panose="020B0604020202020204" pitchFamily="34" charset="0"/>
              </a:rPr>
              <a:t>implies </a:t>
            </a:r>
            <a:r>
              <a:rPr lang="en-US" altLang="en-US" sz="2000" b="1">
                <a:solidFill>
                  <a:srgbClr val="C00000"/>
                </a:solidFill>
                <a:latin typeface="Arial" panose="020B0604020202020204" pitchFamily="34" charset="0"/>
              </a:rPr>
              <a:t>faster gates </a:t>
            </a:r>
            <a:r>
              <a:rPr lang="en-US" altLang="en-US" sz="2000" b="1">
                <a:solidFill>
                  <a:srgbClr val="2B0BB5"/>
                </a:solidFill>
                <a:latin typeface="Arial" panose="020B0604020202020204" pitchFamily="34" charset="0"/>
              </a:rPr>
              <a:t>in some technologies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C00000"/>
                </a:solidFill>
                <a:latin typeface="Arial" panose="020B0604020202020204" pitchFamily="34" charset="0"/>
              </a:rPr>
              <a:t>fan-ins</a:t>
            </a:r>
            <a:r>
              <a:rPr lang="en-US" altLang="en-US" sz="2000" b="1">
                <a:solidFill>
                  <a:srgbClr val="2B0BB5"/>
                </a:solidFill>
                <a:latin typeface="Arial" panose="020B0604020202020204" pitchFamily="34" charset="0"/>
              </a:rPr>
              <a:t> (number of gate inputs) </a:t>
            </a:r>
            <a:r>
              <a:rPr lang="en-US" altLang="en-US" sz="2000" b="1">
                <a:solidFill>
                  <a:srgbClr val="C00000"/>
                </a:solidFill>
                <a:latin typeface="Arial" panose="020B0604020202020204" pitchFamily="34" charset="0"/>
              </a:rPr>
              <a:t>are limited </a:t>
            </a:r>
            <a:r>
              <a:rPr lang="en-US" altLang="en-US" sz="2000" b="1">
                <a:solidFill>
                  <a:srgbClr val="2B0BB5"/>
                </a:solidFill>
                <a:latin typeface="Arial" panose="020B0604020202020204" pitchFamily="34" charset="0"/>
              </a:rPr>
              <a:t>in some technologies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fewer levels of gates </a:t>
            </a:r>
            <a:r>
              <a:rPr lang="en-US" altLang="en-US" sz="2000" b="1">
                <a:solidFill>
                  <a:srgbClr val="2B0BB5"/>
                </a:solidFill>
                <a:latin typeface="Arial" panose="020B0604020202020204" pitchFamily="34" charset="0"/>
              </a:rPr>
              <a:t>implies </a:t>
            </a:r>
            <a:r>
              <a:rPr lang="en-US" altLang="en-US" sz="2000" b="1">
                <a:solidFill>
                  <a:srgbClr val="C00000"/>
                </a:solidFill>
                <a:latin typeface="Arial" panose="020B0604020202020204" pitchFamily="34" charset="0"/>
              </a:rPr>
              <a:t>reduced signal propagation delays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minimum delay configuration typically requires more gates </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number of gates </a:t>
            </a:r>
            <a:r>
              <a:rPr lang="en-US" altLang="en-US" sz="2000" b="1">
                <a:solidFill>
                  <a:srgbClr val="2B0BB5"/>
                </a:solidFill>
                <a:latin typeface="Arial" panose="020B0604020202020204" pitchFamily="34" charset="0"/>
              </a:rPr>
              <a:t>(or gate packages) </a:t>
            </a:r>
            <a:r>
              <a:rPr lang="en-US" altLang="en-US" sz="2000" b="1">
                <a:solidFill>
                  <a:srgbClr val="C00000"/>
                </a:solidFill>
                <a:latin typeface="Arial" panose="020B0604020202020204" pitchFamily="34" charset="0"/>
              </a:rPr>
              <a:t>influences manufacturing costs</a:t>
            </a:r>
          </a:p>
          <a:p>
            <a:pPr eaLnBrk="1" hangingPunct="1">
              <a:spcBef>
                <a:spcPct val="0"/>
              </a:spcBef>
              <a:buFontTx/>
              <a:buChar char="•"/>
            </a:pPr>
            <a:endParaRPr lang="en-US" altLang="en-US" sz="2000" b="1">
              <a:latin typeface="Arial" panose="020B0604020202020204" pitchFamily="34" charset="0"/>
            </a:endParaRPr>
          </a:p>
        </p:txBody>
      </p:sp>
      <p:sp>
        <p:nvSpPr>
          <p:cNvPr id="89093" name="Rectangle 5">
            <a:extLst>
              <a:ext uri="{FF2B5EF4-FFF2-40B4-BE49-F238E27FC236}">
                <a16:creationId xmlns:a16="http://schemas.microsoft.com/office/drawing/2014/main" id="{5F1F5C05-4CD0-4018-9B9F-884F2CB90335}"/>
              </a:ext>
            </a:extLst>
          </p:cNvPr>
          <p:cNvSpPr>
            <a:spLocks noChangeArrowheads="1"/>
          </p:cNvSpPr>
          <p:nvPr/>
        </p:nvSpPr>
        <p:spPr bwMode="auto">
          <a:xfrm>
            <a:off x="1752600" y="990600"/>
            <a:ext cx="8229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85000"/>
              </a:lnSpc>
              <a:spcBef>
                <a:spcPts val="100"/>
              </a:spcBef>
              <a:spcAft>
                <a:spcPts val="100"/>
              </a:spcAft>
              <a:buNone/>
            </a:pPr>
            <a:r>
              <a:rPr lang="en-US" altLang="en-US" sz="2400" b="1">
                <a:solidFill>
                  <a:srgbClr val="C00000"/>
                </a:solidFill>
                <a:latin typeface="Arial" panose="020B0604020202020204" pitchFamily="34" charset="0"/>
              </a:rPr>
              <a:t>Reduce complexity of the gate level implementation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9D61909-21E2-48AF-B6F1-11A720A5C008}"/>
              </a:ext>
            </a:extLst>
          </p:cNvPr>
          <p:cNvSpPr txBox="1">
            <a:spLocks noChangeArrowheads="1"/>
          </p:cNvSpPr>
          <p:nvPr/>
        </p:nvSpPr>
        <p:spPr>
          <a:xfrm>
            <a:off x="1676400" y="609600"/>
            <a:ext cx="8839200" cy="5867400"/>
          </a:xfrm>
          <a:prstGeom prst="rect">
            <a:avLst/>
          </a:prstGeom>
        </p:spPr>
        <p:txBody>
          <a:bodyPr/>
          <a:lstStyle/>
          <a:p>
            <a:pPr marL="342900" indent="-342900" algn="just">
              <a:spcBef>
                <a:spcPct val="20000"/>
              </a:spcBef>
              <a:defRPr/>
            </a:pPr>
            <a:r>
              <a:rPr lang="en-US" altLang="en-US" sz="2800" dirty="0">
                <a:solidFill>
                  <a:srgbClr val="2B0BB5"/>
                </a:solidFill>
              </a:rPr>
              <a:t>There are </a:t>
            </a:r>
            <a:r>
              <a:rPr lang="en-US" altLang="en-US" sz="2800" b="1" dirty="0">
                <a:solidFill>
                  <a:srgbClr val="FF0000"/>
                </a:solidFill>
              </a:rPr>
              <a:t>two general categories</a:t>
            </a:r>
            <a:r>
              <a:rPr lang="en-US" altLang="en-US" sz="2400" b="1" dirty="0">
                <a:solidFill>
                  <a:srgbClr val="FF0000"/>
                </a:solidFill>
              </a:rPr>
              <a:t> </a:t>
            </a:r>
            <a:r>
              <a:rPr lang="en-US" altLang="en-US" sz="2800" b="1" dirty="0">
                <a:solidFill>
                  <a:srgbClr val="FF0000"/>
                </a:solidFill>
              </a:rPr>
              <a:t>of Digital Circuits</a:t>
            </a:r>
          </a:p>
          <a:p>
            <a:pPr marL="342900" indent="-342900" algn="just">
              <a:spcBef>
                <a:spcPct val="20000"/>
              </a:spcBef>
              <a:defRPr/>
            </a:pPr>
            <a:r>
              <a:rPr lang="en-US" altLang="en-US" sz="2400" b="1" dirty="0">
                <a:solidFill>
                  <a:srgbClr val="C00000"/>
                </a:solidFill>
              </a:rPr>
              <a:t>      (</a:t>
            </a:r>
            <a:r>
              <a:rPr lang="en-US" altLang="en-US" sz="2400" b="1" dirty="0" err="1">
                <a:solidFill>
                  <a:srgbClr val="C00000"/>
                </a:solidFill>
              </a:rPr>
              <a:t>i</a:t>
            </a:r>
            <a:r>
              <a:rPr lang="en-US" altLang="en-US" sz="2400" b="1" dirty="0">
                <a:solidFill>
                  <a:srgbClr val="C00000"/>
                </a:solidFill>
              </a:rPr>
              <a:t>). </a:t>
            </a:r>
            <a:r>
              <a:rPr lang="en-US" altLang="en-US" sz="2400" b="1" dirty="0">
                <a:solidFill>
                  <a:srgbClr val="C00000"/>
                </a:solidFill>
                <a:latin typeface="Arial" charset="0"/>
              </a:rPr>
              <a:t>combinational circuit</a:t>
            </a:r>
            <a:endParaRPr lang="en-US" altLang="en-US" sz="2400" b="1" dirty="0">
              <a:solidFill>
                <a:srgbClr val="C00000"/>
              </a:solidFill>
            </a:endParaRPr>
          </a:p>
          <a:p>
            <a:pPr marL="342900" indent="-342900" algn="just">
              <a:spcBef>
                <a:spcPct val="20000"/>
              </a:spcBef>
              <a:defRPr/>
            </a:pPr>
            <a:r>
              <a:rPr lang="en-US" altLang="en-US" sz="2400" b="1" dirty="0">
                <a:solidFill>
                  <a:srgbClr val="C00000"/>
                </a:solidFill>
              </a:rPr>
              <a:t>      (ii)</a:t>
            </a:r>
            <a:r>
              <a:rPr lang="en-US" altLang="en-US" sz="2400" b="1" dirty="0">
                <a:solidFill>
                  <a:srgbClr val="C00000"/>
                </a:solidFill>
                <a:latin typeface="Arial" charset="0"/>
              </a:rPr>
              <a:t> sequential circuit</a:t>
            </a:r>
            <a:endParaRPr lang="en-US" altLang="en-US" sz="2400" b="1" dirty="0">
              <a:solidFill>
                <a:srgbClr val="C00000"/>
              </a:solidFill>
            </a:endParaRPr>
          </a:p>
          <a:p>
            <a:pPr marL="742950" lvl="1" indent="-285750" algn="just">
              <a:spcBef>
                <a:spcPct val="20000"/>
              </a:spcBef>
              <a:buFont typeface="Arial" charset="0"/>
              <a:buChar char="–"/>
              <a:defRPr/>
            </a:pPr>
            <a:r>
              <a:rPr lang="en-US" altLang="en-US" sz="2400" dirty="0">
                <a:solidFill>
                  <a:srgbClr val="2B0BB5"/>
                </a:solidFill>
              </a:rPr>
              <a:t>In a </a:t>
            </a:r>
            <a:r>
              <a:rPr lang="en-US" altLang="en-US" sz="2400" b="1" dirty="0">
                <a:solidFill>
                  <a:srgbClr val="2B0BB5"/>
                </a:solidFill>
              </a:rPr>
              <a:t>combinational circuit</a:t>
            </a:r>
            <a:r>
              <a:rPr lang="en-US" altLang="en-US" sz="2400" dirty="0">
                <a:solidFill>
                  <a:srgbClr val="2B0BB5"/>
                </a:solidFill>
              </a:rPr>
              <a:t>, the </a:t>
            </a:r>
            <a:r>
              <a:rPr lang="en-US" altLang="en-US" sz="2400" u="sng" dirty="0">
                <a:solidFill>
                  <a:srgbClr val="FF0000"/>
                </a:solidFill>
              </a:rPr>
              <a:t>input values explicitly determine the output</a:t>
            </a:r>
          </a:p>
          <a:p>
            <a:pPr marL="742950" lvl="1" indent="-285750" algn="just">
              <a:spcBef>
                <a:spcPct val="20000"/>
              </a:spcBef>
              <a:buFont typeface="Arial" charset="0"/>
              <a:buChar char="–"/>
              <a:defRPr/>
            </a:pPr>
            <a:r>
              <a:rPr lang="en-US" altLang="en-US" sz="2400" dirty="0">
                <a:solidFill>
                  <a:srgbClr val="2B0BB5"/>
                </a:solidFill>
              </a:rPr>
              <a:t>In a </a:t>
            </a:r>
            <a:r>
              <a:rPr lang="en-US" altLang="en-US" sz="2400" b="1" dirty="0">
                <a:solidFill>
                  <a:srgbClr val="2B0BB5"/>
                </a:solidFill>
              </a:rPr>
              <a:t>sequential circuit</a:t>
            </a:r>
            <a:r>
              <a:rPr lang="en-US" altLang="en-US" sz="2400" dirty="0">
                <a:solidFill>
                  <a:srgbClr val="2B0BB5"/>
                </a:solidFill>
              </a:rPr>
              <a:t>, the </a:t>
            </a:r>
            <a:r>
              <a:rPr lang="en-US" altLang="en-US" sz="2400" u="sng" dirty="0">
                <a:solidFill>
                  <a:srgbClr val="FF0000"/>
                </a:solidFill>
              </a:rPr>
              <a:t>output is a function of the input values </a:t>
            </a:r>
            <a:r>
              <a:rPr lang="en-US" altLang="en-US" sz="2400" u="sng" dirty="0">
                <a:solidFill>
                  <a:srgbClr val="7030A0"/>
                </a:solidFill>
              </a:rPr>
              <a:t>as well as the </a:t>
            </a:r>
            <a:r>
              <a:rPr lang="en-US" altLang="en-US" sz="2400" u="sng" dirty="0">
                <a:solidFill>
                  <a:srgbClr val="FF0000"/>
                </a:solidFill>
              </a:rPr>
              <a:t>existing state of the circuit</a:t>
            </a:r>
          </a:p>
          <a:p>
            <a:pPr marL="342900" indent="-342900" algn="just">
              <a:spcBef>
                <a:spcPct val="20000"/>
              </a:spcBef>
              <a:buFont typeface="Arial" charset="0"/>
              <a:buChar char="•"/>
              <a:defRPr/>
            </a:pPr>
            <a:r>
              <a:rPr lang="en-US" altLang="en-US" sz="2800" dirty="0">
                <a:solidFill>
                  <a:srgbClr val="2B0BB5"/>
                </a:solidFill>
              </a:rPr>
              <a:t>As with gates, we can describe the operations </a:t>
            </a:r>
            <a:br>
              <a:rPr lang="en-US" altLang="en-US" sz="2800" dirty="0">
                <a:solidFill>
                  <a:srgbClr val="2B0BB5"/>
                </a:solidFill>
              </a:rPr>
            </a:br>
            <a:r>
              <a:rPr lang="en-US" altLang="en-US" sz="2800" dirty="0">
                <a:solidFill>
                  <a:srgbClr val="2B0BB5"/>
                </a:solidFill>
              </a:rPr>
              <a:t>of entire circuits using three notations</a:t>
            </a:r>
          </a:p>
          <a:p>
            <a:pPr marL="742950" lvl="1" indent="-285750" algn="just">
              <a:spcBef>
                <a:spcPct val="20000"/>
              </a:spcBef>
              <a:buFont typeface="Arial" charset="0"/>
              <a:buChar char="–"/>
              <a:defRPr/>
            </a:pPr>
            <a:r>
              <a:rPr lang="en-US" altLang="en-US" sz="2400" dirty="0">
                <a:solidFill>
                  <a:srgbClr val="2B0BB5"/>
                </a:solidFill>
              </a:rPr>
              <a:t>truth tables</a:t>
            </a:r>
            <a:endParaRPr lang="en-US" altLang="en-US" sz="2800" dirty="0">
              <a:solidFill>
                <a:srgbClr val="2B0BB5"/>
              </a:solidFill>
            </a:endParaRPr>
          </a:p>
          <a:p>
            <a:pPr marL="742950" lvl="1" indent="-285750" algn="just">
              <a:spcBef>
                <a:spcPct val="20000"/>
              </a:spcBef>
              <a:buFont typeface="Arial" charset="0"/>
              <a:buChar char="–"/>
              <a:defRPr/>
            </a:pPr>
            <a:r>
              <a:rPr lang="en-US" altLang="en-US" sz="2400" dirty="0">
                <a:solidFill>
                  <a:srgbClr val="2B0BB5"/>
                </a:solidFill>
              </a:rPr>
              <a:t>Boolean expressions</a:t>
            </a:r>
          </a:p>
          <a:p>
            <a:pPr marL="742950" lvl="1" indent="-285750" algn="just">
              <a:spcBef>
                <a:spcPct val="20000"/>
              </a:spcBef>
              <a:buFont typeface="Arial" charset="0"/>
              <a:buChar char="–"/>
              <a:defRPr/>
            </a:pPr>
            <a:r>
              <a:rPr lang="en-US" altLang="en-US" sz="2400" dirty="0">
                <a:solidFill>
                  <a:srgbClr val="2B0BB5"/>
                </a:solidFill>
              </a:rPr>
              <a:t>logic diagrams</a:t>
            </a:r>
          </a:p>
        </p:txBody>
      </p:sp>
      <p:sp>
        <p:nvSpPr>
          <p:cNvPr id="90115" name="Rectangle 2">
            <a:extLst>
              <a:ext uri="{FF2B5EF4-FFF2-40B4-BE49-F238E27FC236}">
                <a16:creationId xmlns:a16="http://schemas.microsoft.com/office/drawing/2014/main" id="{31F63045-3AC0-41A8-BAF4-D9701B0983F0}"/>
              </a:ext>
            </a:extLst>
          </p:cNvPr>
          <p:cNvSpPr>
            <a:spLocks noChangeArrowheads="1"/>
          </p:cNvSpPr>
          <p:nvPr/>
        </p:nvSpPr>
        <p:spPr bwMode="auto">
          <a:xfrm>
            <a:off x="4572000" y="76201"/>
            <a:ext cx="3379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Combinational Circuit</a:t>
            </a:r>
            <a:endParaRPr lang="en-US" altLang="en-US" sz="2400" u="sng">
              <a:solidFill>
                <a:srgbClr val="FF0000"/>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3B9E054-81AD-45FB-B10B-246B0A2B288A}"/>
                  </a:ext>
                </a:extLst>
              </p14:cNvPr>
              <p14:cNvContentPartPr/>
              <p14:nvPr/>
            </p14:nvContentPartPr>
            <p14:xfrm>
              <a:off x="2889720" y="3256920"/>
              <a:ext cx="5982120" cy="2703600"/>
            </p14:xfrm>
          </p:contentPart>
        </mc:Choice>
        <mc:Fallback xmlns="">
          <p:pic>
            <p:nvPicPr>
              <p:cNvPr id="3" name="Ink 2">
                <a:extLst>
                  <a:ext uri="{FF2B5EF4-FFF2-40B4-BE49-F238E27FC236}">
                    <a16:creationId xmlns:a16="http://schemas.microsoft.com/office/drawing/2014/main" id="{23B9E054-81AD-45FB-B10B-246B0A2B288A}"/>
                  </a:ext>
                </a:extLst>
              </p:cNvPr>
              <p:cNvPicPr/>
              <p:nvPr/>
            </p:nvPicPr>
            <p:blipFill>
              <a:blip r:embed="rId3"/>
              <a:stretch>
                <a:fillRect/>
              </a:stretch>
            </p:blipFill>
            <p:spPr>
              <a:xfrm>
                <a:off x="2880360" y="3247560"/>
                <a:ext cx="6000840" cy="272232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54061F5-E337-497D-810A-F762AB3E4801}"/>
              </a:ext>
            </a:extLst>
          </p:cNvPr>
          <p:cNvSpPr>
            <a:spLocks noGrp="1"/>
          </p:cNvSpPr>
          <p:nvPr>
            <p:ph type="title"/>
          </p:nvPr>
        </p:nvSpPr>
        <p:spPr>
          <a:xfrm>
            <a:off x="2133600" y="0"/>
            <a:ext cx="7772400" cy="457200"/>
          </a:xfrm>
          <a:noFill/>
        </p:spPr>
        <p:txBody>
          <a:bodyPr vert="horz" lIns="92075" tIns="46038" rIns="92075" bIns="46038" rtlCol="0" anchor="ctr">
            <a:normAutofit fontScale="90000"/>
          </a:bodyPr>
          <a:lstStyle/>
          <a:p>
            <a:pPr eaLnBrk="1" hangingPunct="1"/>
            <a:r>
              <a:rPr lang="en-US" altLang="en-US" sz="3200" u="sng">
                <a:solidFill>
                  <a:srgbClr val="FF0000"/>
                </a:solidFill>
              </a:rPr>
              <a:t>BINARY ADDER</a:t>
            </a:r>
            <a:endParaRPr lang="en-US" altLang="en-US" sz="3200" u="sng">
              <a:solidFill>
                <a:srgbClr val="FF0000"/>
              </a:solidFill>
              <a:latin typeface="Arial" panose="020B0604020202020204" pitchFamily="34" charset="0"/>
            </a:endParaRPr>
          </a:p>
        </p:txBody>
      </p:sp>
      <p:sp>
        <p:nvSpPr>
          <p:cNvPr id="4099" name="Rectangle 3">
            <a:extLst>
              <a:ext uri="{FF2B5EF4-FFF2-40B4-BE49-F238E27FC236}">
                <a16:creationId xmlns:a16="http://schemas.microsoft.com/office/drawing/2014/main" id="{4DA881B1-2FA3-4D14-9A24-A598649752FF}"/>
              </a:ext>
            </a:extLst>
          </p:cNvPr>
          <p:cNvSpPr>
            <a:spLocks noGrp="1" noChangeArrowheads="1"/>
          </p:cNvSpPr>
          <p:nvPr>
            <p:ph type="body" idx="1"/>
          </p:nvPr>
        </p:nvSpPr>
        <p:spPr>
          <a:xfrm>
            <a:off x="1712914" y="533400"/>
            <a:ext cx="8726487" cy="5791200"/>
          </a:xfrm>
        </p:spPr>
        <p:txBody>
          <a:bodyPr vert="horz" lIns="92075" tIns="46038" rIns="92075" bIns="46038" rtlCol="0">
            <a:normAutofit/>
          </a:bodyPr>
          <a:lstStyle/>
          <a:p>
            <a:pPr algn="just">
              <a:buFont typeface="Wingdings" pitchFamily="2" charset="2"/>
              <a:buChar char="Ø"/>
              <a:defRPr/>
            </a:pPr>
            <a:r>
              <a:rPr lang="en-US" sz="2000" dirty="0">
                <a:solidFill>
                  <a:srgbClr val="2B0BB5"/>
                </a:solidFill>
              </a:rPr>
              <a:t>The circuits used to perform arithmetic operations are constructed using combinatorial logic. </a:t>
            </a:r>
          </a:p>
          <a:p>
            <a:pPr algn="just">
              <a:buFont typeface="Wingdings" pitchFamily="2" charset="2"/>
              <a:buChar char="Ø"/>
              <a:defRPr/>
            </a:pPr>
            <a:r>
              <a:rPr lang="en-US" sz="2000" dirty="0">
                <a:solidFill>
                  <a:srgbClr val="2B0BB5"/>
                </a:solidFill>
              </a:rPr>
              <a:t>Digital system can perform various operation over binary data</a:t>
            </a:r>
          </a:p>
          <a:p>
            <a:pPr algn="just">
              <a:buFont typeface="Wingdings" pitchFamily="2" charset="2"/>
              <a:buChar char="Ø"/>
              <a:defRPr/>
            </a:pPr>
            <a:r>
              <a:rPr lang="en-US" sz="2000" dirty="0">
                <a:solidFill>
                  <a:srgbClr val="2B0BB5"/>
                </a:solidFill>
              </a:rPr>
              <a:t>The </a:t>
            </a:r>
            <a:r>
              <a:rPr lang="en-US" sz="2000" b="1" dirty="0">
                <a:solidFill>
                  <a:srgbClr val="FF0000"/>
                </a:solidFill>
              </a:rPr>
              <a:t>most basic and most used </a:t>
            </a:r>
            <a:r>
              <a:rPr lang="en-US" sz="2000" dirty="0">
                <a:solidFill>
                  <a:srgbClr val="C00000"/>
                </a:solidFill>
              </a:rPr>
              <a:t>arithmetic operation </a:t>
            </a:r>
            <a:r>
              <a:rPr lang="en-US" sz="2000" dirty="0">
                <a:solidFill>
                  <a:srgbClr val="2B0BB5"/>
                </a:solidFill>
              </a:rPr>
              <a:t>is the </a:t>
            </a:r>
            <a:r>
              <a:rPr lang="en-US" sz="2000" b="1" dirty="0">
                <a:solidFill>
                  <a:srgbClr val="C00000"/>
                </a:solidFill>
              </a:rPr>
              <a:t>addition of two binary digits</a:t>
            </a:r>
            <a:r>
              <a:rPr lang="en-US" sz="2000" dirty="0">
                <a:solidFill>
                  <a:srgbClr val="2B0BB5"/>
                </a:solidFill>
              </a:rPr>
              <a:t>. </a:t>
            </a:r>
          </a:p>
          <a:p>
            <a:pPr algn="just">
              <a:buFont typeface="Wingdings" pitchFamily="2" charset="2"/>
              <a:buChar char="Ø"/>
              <a:defRPr/>
            </a:pPr>
            <a:r>
              <a:rPr lang="en-US" sz="2000" dirty="0">
                <a:solidFill>
                  <a:srgbClr val="2B0BB5"/>
                </a:solidFill>
              </a:rPr>
              <a:t>This </a:t>
            </a:r>
            <a:r>
              <a:rPr lang="en-US" sz="2000" b="1" dirty="0">
                <a:solidFill>
                  <a:srgbClr val="2B0BB5"/>
                </a:solidFill>
              </a:rPr>
              <a:t>simple addition </a:t>
            </a:r>
            <a:r>
              <a:rPr lang="en-US" sz="2000" dirty="0">
                <a:solidFill>
                  <a:srgbClr val="2B0BB5"/>
                </a:solidFill>
              </a:rPr>
              <a:t>consists of </a:t>
            </a:r>
            <a:r>
              <a:rPr lang="en-US" sz="2000" dirty="0">
                <a:solidFill>
                  <a:srgbClr val="C00000"/>
                </a:solidFill>
              </a:rPr>
              <a:t>four possible elementary </a:t>
            </a:r>
            <a:r>
              <a:rPr lang="en-US" sz="2000" dirty="0">
                <a:solidFill>
                  <a:srgbClr val="2B0BB5"/>
                </a:solidFill>
              </a:rPr>
              <a:t>operations: </a:t>
            </a:r>
          </a:p>
          <a:p>
            <a:pPr marL="688975" indent="-344488" algn="just">
              <a:buFont typeface="Arial" charset="0"/>
              <a:buChar char="•"/>
              <a:defRPr/>
            </a:pPr>
            <a:r>
              <a:rPr lang="en-US" sz="2000" b="1" dirty="0">
                <a:solidFill>
                  <a:srgbClr val="FF0000"/>
                </a:solidFill>
              </a:rPr>
              <a:t>0 + 0 = 0;  </a:t>
            </a:r>
          </a:p>
          <a:p>
            <a:pPr marL="688975" indent="-344488" algn="just">
              <a:buFont typeface="Arial" charset="0"/>
              <a:buChar char="•"/>
              <a:defRPr/>
            </a:pPr>
            <a:r>
              <a:rPr lang="en-US" sz="2000" b="1" dirty="0">
                <a:solidFill>
                  <a:srgbClr val="FF0000"/>
                </a:solidFill>
              </a:rPr>
              <a:t>0 + 1 = 1;  </a:t>
            </a:r>
          </a:p>
          <a:p>
            <a:pPr marL="688975" indent="-344488" algn="just">
              <a:buFont typeface="Arial" charset="0"/>
              <a:buChar char="•"/>
              <a:defRPr/>
            </a:pPr>
            <a:r>
              <a:rPr lang="en-US" sz="2000" b="1" dirty="0">
                <a:solidFill>
                  <a:srgbClr val="FF0000"/>
                </a:solidFill>
              </a:rPr>
              <a:t>1 + 0 = 1;  </a:t>
            </a:r>
          </a:p>
          <a:p>
            <a:pPr marL="688975" indent="-344488" algn="just">
              <a:buFont typeface="Arial" charset="0"/>
              <a:buChar char="•"/>
              <a:defRPr/>
            </a:pPr>
            <a:r>
              <a:rPr lang="en-US" sz="2000" b="1" dirty="0">
                <a:solidFill>
                  <a:srgbClr val="FF0000"/>
                </a:solidFill>
              </a:rPr>
              <a:t>And 1 + 1 = 10 (that is binary 2</a:t>
            </a:r>
            <a:r>
              <a:rPr lang="en-US" sz="2000" b="1" baseline="-25000" dirty="0">
                <a:solidFill>
                  <a:srgbClr val="FF0000"/>
                </a:solidFill>
              </a:rPr>
              <a:t>2</a:t>
            </a:r>
            <a:r>
              <a:rPr lang="en-US" sz="2000" b="1" dirty="0">
                <a:solidFill>
                  <a:srgbClr val="FF0000"/>
                </a:solidFill>
              </a:rPr>
              <a:t>). </a:t>
            </a:r>
          </a:p>
          <a:p>
            <a:pPr marL="688975" indent="-344488" algn="just">
              <a:defRPr/>
            </a:pPr>
            <a:r>
              <a:rPr lang="en-US" sz="2000" dirty="0">
                <a:solidFill>
                  <a:srgbClr val="2B0BB5"/>
                </a:solidFill>
              </a:rPr>
              <a:t>The </a:t>
            </a:r>
            <a:r>
              <a:rPr lang="en-US" sz="2000" dirty="0">
                <a:solidFill>
                  <a:srgbClr val="C00000"/>
                </a:solidFill>
              </a:rPr>
              <a:t>first three operations produce a sum of one digit</a:t>
            </a:r>
            <a:r>
              <a:rPr lang="en-US" sz="2000" dirty="0">
                <a:solidFill>
                  <a:srgbClr val="2B0BB5"/>
                </a:solidFill>
              </a:rPr>
              <a:t>, </a:t>
            </a:r>
          </a:p>
          <a:p>
            <a:pPr marL="688975" indent="-344488" algn="just">
              <a:defRPr/>
            </a:pPr>
            <a:r>
              <a:rPr lang="en-US" sz="2000" b="1" dirty="0">
                <a:solidFill>
                  <a:srgbClr val="2B0BB5"/>
                </a:solidFill>
              </a:rPr>
              <a:t>but last operation, when both </a:t>
            </a:r>
            <a:r>
              <a:rPr lang="en-US" sz="2000" b="1" dirty="0">
                <a:solidFill>
                  <a:srgbClr val="7030A0"/>
                </a:solidFill>
              </a:rPr>
              <a:t>augend </a:t>
            </a:r>
            <a:r>
              <a:rPr lang="en-US" sz="2000" b="1" dirty="0">
                <a:solidFill>
                  <a:srgbClr val="2B0BB5"/>
                </a:solidFill>
              </a:rPr>
              <a:t>and </a:t>
            </a:r>
            <a:r>
              <a:rPr lang="en-US" sz="2000" b="1" dirty="0">
                <a:solidFill>
                  <a:srgbClr val="7030A0"/>
                </a:solidFill>
              </a:rPr>
              <a:t>addend </a:t>
            </a:r>
            <a:r>
              <a:rPr lang="en-US" sz="2000" b="1" dirty="0">
                <a:solidFill>
                  <a:srgbClr val="2B0BB5"/>
                </a:solidFill>
              </a:rPr>
              <a:t>bits are equal to 1</a:t>
            </a:r>
            <a:r>
              <a:rPr lang="en-US" sz="2000" dirty="0">
                <a:solidFill>
                  <a:srgbClr val="2B0BB5"/>
                </a:solidFill>
              </a:rPr>
              <a:t>, </a:t>
            </a:r>
            <a:r>
              <a:rPr lang="en-US" sz="2000" b="1" dirty="0">
                <a:solidFill>
                  <a:srgbClr val="C00000"/>
                </a:solidFill>
              </a:rPr>
              <a:t>then the binary sum consists of two digits</a:t>
            </a:r>
            <a:r>
              <a:rPr lang="en-US" sz="2000" dirty="0">
                <a:solidFill>
                  <a:srgbClr val="2B0BB5"/>
                </a:solidFill>
              </a:rPr>
              <a:t>. </a:t>
            </a:r>
          </a:p>
          <a:p>
            <a:pPr algn="just">
              <a:buFont typeface="Wingdings" pitchFamily="2" charset="2"/>
              <a:buChar char="Ø"/>
              <a:defRPr/>
            </a:pPr>
            <a:r>
              <a:rPr lang="en-US" sz="2000" dirty="0">
                <a:solidFill>
                  <a:srgbClr val="2B0BB5"/>
                </a:solidFill>
              </a:rPr>
              <a:t>The </a:t>
            </a:r>
            <a:r>
              <a:rPr lang="en-US" sz="2000" b="1" dirty="0">
                <a:solidFill>
                  <a:srgbClr val="2B0BB5"/>
                </a:solidFill>
              </a:rPr>
              <a:t>higher significant bit of this result </a:t>
            </a:r>
            <a:r>
              <a:rPr lang="en-US" sz="2000" dirty="0">
                <a:solidFill>
                  <a:srgbClr val="C00000"/>
                </a:solidFill>
              </a:rPr>
              <a:t>is called a ‘</a:t>
            </a:r>
            <a:r>
              <a:rPr lang="en-US" sz="2000" b="1" dirty="0">
                <a:solidFill>
                  <a:srgbClr val="FF0000"/>
                </a:solidFill>
              </a:rPr>
              <a:t>Carry’ or C</a:t>
            </a:r>
            <a:r>
              <a:rPr lang="en-US" sz="2000" dirty="0">
                <a:solidFill>
                  <a:srgbClr val="2B0BB5"/>
                </a:solidFill>
              </a:rPr>
              <a:t>.</a:t>
            </a:r>
            <a:r>
              <a:rPr lang="en-US" sz="2000" dirty="0"/>
              <a:t> </a:t>
            </a:r>
          </a:p>
          <a:p>
            <a:pPr algn="just">
              <a:buFont typeface="Wingdings" pitchFamily="2" charset="2"/>
              <a:buChar char="Ø"/>
              <a:defRPr/>
            </a:pPr>
            <a:r>
              <a:rPr lang="en-US" sz="2000" b="1" dirty="0">
                <a:solidFill>
                  <a:srgbClr val="2B0BB5"/>
                </a:solidFill>
              </a:rPr>
              <a:t>Whereas least significant bit </a:t>
            </a:r>
            <a:r>
              <a:rPr lang="en-US" sz="2000" b="1" dirty="0">
                <a:solidFill>
                  <a:srgbClr val="C00000"/>
                </a:solidFill>
              </a:rPr>
              <a:t>in all case</a:t>
            </a:r>
            <a:r>
              <a:rPr lang="en-US" sz="2000" dirty="0">
                <a:solidFill>
                  <a:srgbClr val="C00000"/>
                </a:solidFill>
              </a:rPr>
              <a:t> is called </a:t>
            </a:r>
            <a:r>
              <a:rPr lang="en-US" sz="2000" b="1" dirty="0">
                <a:solidFill>
                  <a:srgbClr val="FF0000"/>
                </a:solidFill>
              </a:rPr>
              <a:t>‘SUM’ or S</a:t>
            </a:r>
          </a:p>
          <a:p>
            <a:pPr>
              <a:buFont typeface="Wingdings" pitchFamily="2" charset="2"/>
              <a:buChar char="Ø"/>
              <a:defRPr/>
            </a:pPr>
            <a:endParaRPr lang="en-US" sz="2000" dirty="0">
              <a:latin typeface="Arial" charset="0"/>
            </a:endParaRPr>
          </a:p>
        </p:txBody>
      </p:sp>
      <p:sp>
        <p:nvSpPr>
          <p:cNvPr id="91140" name="Picture 4">
            <a:extLst>
              <a:ext uri="{FF2B5EF4-FFF2-40B4-BE49-F238E27FC236}">
                <a16:creationId xmlns:a16="http://schemas.microsoft.com/office/drawing/2014/main" id="{7F8415DF-2BB0-4607-9A05-C08366B43F6A}"/>
              </a:ext>
            </a:extLst>
          </p:cNvPr>
          <p:cNvSpPr>
            <a:spLocks noChangeAspect="1" noChangeArrowheads="1"/>
          </p:cNvSpPr>
          <p:nvPr/>
        </p:nvSpPr>
        <p:spPr bwMode="auto">
          <a:xfrm>
            <a:off x="5105400" y="4784726"/>
            <a:ext cx="18288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91141" name="Picture 5">
            <a:extLst>
              <a:ext uri="{FF2B5EF4-FFF2-40B4-BE49-F238E27FC236}">
                <a16:creationId xmlns:a16="http://schemas.microsoft.com/office/drawing/2014/main" id="{138E0816-721A-4D95-A43C-8F72D17C4B64}"/>
              </a:ext>
            </a:extLst>
          </p:cNvPr>
          <p:cNvSpPr>
            <a:spLocks noChangeAspect="1" noChangeArrowheads="1"/>
          </p:cNvSpPr>
          <p:nvPr/>
        </p:nvSpPr>
        <p:spPr bwMode="auto">
          <a:xfrm>
            <a:off x="7543800" y="5257800"/>
            <a:ext cx="1981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91142" name="Picture 6">
            <a:extLst>
              <a:ext uri="{FF2B5EF4-FFF2-40B4-BE49-F238E27FC236}">
                <a16:creationId xmlns:a16="http://schemas.microsoft.com/office/drawing/2014/main" id="{5017C66B-6356-4AE2-B4D4-A3E9DE82FAD7}"/>
              </a:ext>
            </a:extLst>
          </p:cNvPr>
          <p:cNvSpPr>
            <a:spLocks noChangeAspect="1" noChangeArrowheads="1"/>
          </p:cNvSpPr>
          <p:nvPr/>
        </p:nvSpPr>
        <p:spPr bwMode="auto">
          <a:xfrm>
            <a:off x="2895600" y="5181600"/>
            <a:ext cx="13716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5094DEB-9940-4B03-895A-EA8A2B16E5A4}"/>
                  </a:ext>
                </a:extLst>
              </p14:cNvPr>
              <p14:cNvContentPartPr/>
              <p14:nvPr/>
            </p14:nvContentPartPr>
            <p14:xfrm>
              <a:off x="3272760" y="2630880"/>
              <a:ext cx="8218800" cy="3550680"/>
            </p14:xfrm>
          </p:contentPart>
        </mc:Choice>
        <mc:Fallback xmlns="">
          <p:pic>
            <p:nvPicPr>
              <p:cNvPr id="2" name="Ink 1">
                <a:extLst>
                  <a:ext uri="{FF2B5EF4-FFF2-40B4-BE49-F238E27FC236}">
                    <a16:creationId xmlns:a16="http://schemas.microsoft.com/office/drawing/2014/main" id="{25094DEB-9940-4B03-895A-EA8A2B16E5A4}"/>
                  </a:ext>
                </a:extLst>
              </p:cNvPr>
              <p:cNvPicPr/>
              <p:nvPr/>
            </p:nvPicPr>
            <p:blipFill>
              <a:blip r:embed="rId4"/>
              <a:stretch>
                <a:fillRect/>
              </a:stretch>
            </p:blipFill>
            <p:spPr>
              <a:xfrm>
                <a:off x="3263400" y="2621520"/>
                <a:ext cx="8237520" cy="3569400"/>
              </a:xfrm>
              <a:prstGeom prst="rect">
                <a:avLst/>
              </a:prstGeom>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a:extLst>
              <a:ext uri="{FF2B5EF4-FFF2-40B4-BE49-F238E27FC236}">
                <a16:creationId xmlns:a16="http://schemas.microsoft.com/office/drawing/2014/main" id="{197A5097-0103-4BA3-9E3F-53BFB28AB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03238"/>
            <a:ext cx="8229600"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518D6253-D31E-4131-AF69-DC2E1596DCDE}"/>
              </a:ext>
            </a:extLst>
          </p:cNvPr>
          <p:cNvSpPr txBox="1">
            <a:spLocks noChangeArrowheads="1"/>
          </p:cNvSpPr>
          <p:nvPr/>
        </p:nvSpPr>
        <p:spPr>
          <a:xfrm>
            <a:off x="2133600" y="0"/>
            <a:ext cx="77724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BINARY Addition</a:t>
            </a:r>
            <a:endParaRPr lang="en-US" sz="2800" u="sng" dirty="0">
              <a:solidFill>
                <a:srgbClr val="FF0000"/>
              </a:solidFill>
              <a:latin typeface="Arial" charset="0"/>
              <a:ea typeface="+mj-ea"/>
              <a:cs typeface="+mj-cs"/>
            </a:endParaRPr>
          </a:p>
        </p:txBody>
      </p:sp>
      <p:pic>
        <p:nvPicPr>
          <p:cNvPr id="93188" name="Picture 6">
            <a:extLst>
              <a:ext uri="{FF2B5EF4-FFF2-40B4-BE49-F238E27FC236}">
                <a16:creationId xmlns:a16="http://schemas.microsoft.com/office/drawing/2014/main" id="{35F1B035-73F3-4A50-BFFF-E984A7DC2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830763"/>
            <a:ext cx="5410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85BFDA5-B53D-4F72-97D4-FC082ADB43D2}"/>
                  </a:ext>
                </a:extLst>
              </p14:cNvPr>
              <p14:cNvContentPartPr/>
              <p14:nvPr/>
            </p14:nvContentPartPr>
            <p14:xfrm>
              <a:off x="5142960" y="3656160"/>
              <a:ext cx="6129720" cy="2950560"/>
            </p14:xfrm>
          </p:contentPart>
        </mc:Choice>
        <mc:Fallback xmlns="">
          <p:pic>
            <p:nvPicPr>
              <p:cNvPr id="2" name="Ink 1">
                <a:extLst>
                  <a:ext uri="{FF2B5EF4-FFF2-40B4-BE49-F238E27FC236}">
                    <a16:creationId xmlns:a16="http://schemas.microsoft.com/office/drawing/2014/main" id="{A85BFDA5-B53D-4F72-97D4-FC082ADB43D2}"/>
                  </a:ext>
                </a:extLst>
              </p:cNvPr>
              <p:cNvPicPr/>
              <p:nvPr/>
            </p:nvPicPr>
            <p:blipFill>
              <a:blip r:embed="rId5"/>
              <a:stretch>
                <a:fillRect/>
              </a:stretch>
            </p:blipFill>
            <p:spPr>
              <a:xfrm>
                <a:off x="5133600" y="3646800"/>
                <a:ext cx="6148440" cy="2969280"/>
              </a:xfrm>
              <a:prstGeom prst="rect">
                <a:avLst/>
              </a:prstGeom>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F22978-BAF4-4233-8E55-6554729899AD}"/>
              </a:ext>
            </a:extLst>
          </p:cNvPr>
          <p:cNvSpPr/>
          <p:nvPr/>
        </p:nvSpPr>
        <p:spPr>
          <a:xfrm>
            <a:off x="1524000" y="428626"/>
            <a:ext cx="9144000" cy="4600575"/>
          </a:xfrm>
          <a:prstGeom prst="rect">
            <a:avLst/>
          </a:prstGeom>
        </p:spPr>
        <p:txBody>
          <a:bodyPr>
            <a:spAutoFit/>
          </a:bodyPr>
          <a:lstStyle/>
          <a:p>
            <a:pPr marL="225425" indent="-225425" algn="just">
              <a:lnSpc>
                <a:spcPct val="150000"/>
              </a:lnSpc>
              <a:buFont typeface="Wingdings" pitchFamily="2" charset="2"/>
              <a:buChar char="Ø"/>
              <a:defRPr/>
            </a:pPr>
            <a:r>
              <a:rPr lang="en-US" dirty="0">
                <a:solidFill>
                  <a:srgbClr val="2B0BB5"/>
                </a:solidFill>
                <a:latin typeface="Arial" charset="0"/>
              </a:rPr>
              <a:t>An ‘</a:t>
            </a:r>
            <a:r>
              <a:rPr lang="en-US" b="1" dirty="0">
                <a:solidFill>
                  <a:srgbClr val="C00000"/>
                </a:solidFill>
                <a:latin typeface="Arial" charset="0"/>
              </a:rPr>
              <a:t>ADDER</a:t>
            </a:r>
            <a:r>
              <a:rPr lang="en-US" dirty="0">
                <a:solidFill>
                  <a:srgbClr val="2B0BB5"/>
                </a:solidFill>
                <a:latin typeface="Arial" charset="0"/>
              </a:rPr>
              <a:t>’ is a </a:t>
            </a:r>
            <a:r>
              <a:rPr lang="en-US" b="1" dirty="0">
                <a:solidFill>
                  <a:srgbClr val="2B0BB5"/>
                </a:solidFill>
                <a:latin typeface="Arial" charset="0"/>
              </a:rPr>
              <a:t>combinational circuit </a:t>
            </a:r>
            <a:r>
              <a:rPr lang="en-US" dirty="0">
                <a:solidFill>
                  <a:srgbClr val="2B0BB5"/>
                </a:solidFill>
                <a:latin typeface="Arial" charset="0"/>
              </a:rPr>
              <a:t>that </a:t>
            </a:r>
            <a:r>
              <a:rPr lang="en-US" b="1" dirty="0">
                <a:solidFill>
                  <a:srgbClr val="C00000"/>
                </a:solidFill>
                <a:latin typeface="Arial" charset="0"/>
              </a:rPr>
              <a:t>performs simple binary addition. </a:t>
            </a:r>
          </a:p>
          <a:p>
            <a:pPr marL="225425" indent="-225425">
              <a:lnSpc>
                <a:spcPct val="150000"/>
              </a:lnSpc>
              <a:buFont typeface="Wingdings" pitchFamily="2" charset="2"/>
              <a:buChar char="Ø"/>
              <a:defRPr/>
            </a:pPr>
            <a:r>
              <a:rPr lang="en-US" dirty="0">
                <a:solidFill>
                  <a:srgbClr val="2B0BB5"/>
                </a:solidFill>
                <a:latin typeface="Arial" charset="0"/>
              </a:rPr>
              <a:t>To perform </a:t>
            </a:r>
            <a:r>
              <a:rPr lang="en-US" sz="1600" b="1" u="sng" dirty="0">
                <a:solidFill>
                  <a:srgbClr val="FF0000"/>
                </a:solidFill>
                <a:latin typeface="Arial" charset="0"/>
              </a:rPr>
              <a:t>complete one bit binary addition </a:t>
            </a:r>
            <a:r>
              <a:rPr lang="en-US" sz="1600" dirty="0">
                <a:solidFill>
                  <a:srgbClr val="FF33CC"/>
                </a:solidFill>
                <a:latin typeface="Arial" charset="0"/>
              </a:rPr>
              <a:t>( See column 5 &amp; 6 at HSB in </a:t>
            </a:r>
            <a:r>
              <a:rPr lang="en-US" sz="1600" dirty="0" err="1">
                <a:solidFill>
                  <a:srgbClr val="FF33CC"/>
                </a:solidFill>
                <a:latin typeface="Arial" charset="0"/>
              </a:rPr>
              <a:t>pre.example</a:t>
            </a:r>
            <a:r>
              <a:rPr lang="en-US" sz="1600" dirty="0">
                <a:solidFill>
                  <a:srgbClr val="FF33CC"/>
                </a:solidFill>
                <a:latin typeface="Arial" charset="0"/>
              </a:rPr>
              <a:t>)</a:t>
            </a:r>
            <a:endParaRPr lang="en-US" sz="1600" b="1" u="sng" dirty="0">
              <a:solidFill>
                <a:srgbClr val="FF33CC"/>
              </a:solidFill>
              <a:latin typeface="Arial" charset="0"/>
            </a:endParaRPr>
          </a:p>
          <a:p>
            <a:pPr marL="225425" indent="-225425">
              <a:lnSpc>
                <a:spcPct val="150000"/>
              </a:lnSpc>
              <a:defRPr/>
            </a:pPr>
            <a:r>
              <a:rPr lang="en-US" b="1" dirty="0">
                <a:solidFill>
                  <a:srgbClr val="C00000"/>
                </a:solidFill>
                <a:latin typeface="Arial" charset="0"/>
              </a:rPr>
              <a:t>    </a:t>
            </a:r>
            <a:r>
              <a:rPr lang="en-US" b="1" u="sng" dirty="0">
                <a:solidFill>
                  <a:srgbClr val="C00000"/>
                </a:solidFill>
                <a:latin typeface="Arial" charset="0"/>
              </a:rPr>
              <a:t>An ‘ADDER’ requires </a:t>
            </a:r>
          </a:p>
          <a:p>
            <a:pPr marL="465138" indent="-239713">
              <a:lnSpc>
                <a:spcPct val="150000"/>
              </a:lnSpc>
              <a:buFont typeface="Arial" pitchFamily="34" charset="0"/>
              <a:buChar char="•"/>
              <a:defRPr/>
            </a:pPr>
            <a:r>
              <a:rPr lang="en-US" b="1" u="sng" dirty="0">
                <a:solidFill>
                  <a:srgbClr val="7030A0"/>
                </a:solidFill>
                <a:latin typeface="Arial" charset="0"/>
              </a:rPr>
              <a:t>Three inputs</a:t>
            </a:r>
            <a:r>
              <a:rPr lang="en-US" b="1" dirty="0">
                <a:solidFill>
                  <a:srgbClr val="FF0000"/>
                </a:solidFill>
                <a:latin typeface="Arial" charset="0"/>
              </a:rPr>
              <a:t>, (</a:t>
            </a:r>
            <a:r>
              <a:rPr lang="en-US" b="1" dirty="0">
                <a:solidFill>
                  <a:srgbClr val="C00000"/>
                </a:solidFill>
                <a:latin typeface="Arial" charset="0"/>
              </a:rPr>
              <a:t>two</a:t>
            </a:r>
            <a:r>
              <a:rPr lang="en-US" dirty="0">
                <a:solidFill>
                  <a:srgbClr val="C00000"/>
                </a:solidFill>
                <a:latin typeface="Arial" charset="0"/>
              </a:rPr>
              <a:t> </a:t>
            </a:r>
            <a:r>
              <a:rPr lang="en-US" dirty="0">
                <a:solidFill>
                  <a:srgbClr val="2B0BB5"/>
                </a:solidFill>
                <a:latin typeface="Arial" charset="0"/>
              </a:rPr>
              <a:t>for </a:t>
            </a:r>
            <a:r>
              <a:rPr lang="en-US" b="1" u="sng" dirty="0" err="1">
                <a:solidFill>
                  <a:srgbClr val="208839"/>
                </a:solidFill>
                <a:latin typeface="Arial" charset="0"/>
              </a:rPr>
              <a:t>augend</a:t>
            </a:r>
            <a:r>
              <a:rPr lang="en-US" b="1" u="sng" dirty="0">
                <a:solidFill>
                  <a:srgbClr val="208839"/>
                </a:solidFill>
                <a:latin typeface="Arial" charset="0"/>
              </a:rPr>
              <a:t> and addend </a:t>
            </a:r>
            <a:r>
              <a:rPr lang="en-US" dirty="0">
                <a:solidFill>
                  <a:srgbClr val="2B0BB5"/>
                </a:solidFill>
                <a:latin typeface="Arial" charset="0"/>
              </a:rPr>
              <a:t>&amp; </a:t>
            </a:r>
            <a:r>
              <a:rPr lang="en-US" b="1" dirty="0">
                <a:solidFill>
                  <a:srgbClr val="C00000"/>
                </a:solidFill>
                <a:latin typeface="Arial" charset="0"/>
              </a:rPr>
              <a:t>one</a:t>
            </a:r>
            <a:r>
              <a:rPr lang="en-US" dirty="0">
                <a:solidFill>
                  <a:srgbClr val="2B0BB5"/>
                </a:solidFill>
                <a:latin typeface="Arial" charset="0"/>
              </a:rPr>
              <a:t> for </a:t>
            </a:r>
            <a:r>
              <a:rPr lang="en-US" b="1" dirty="0">
                <a:solidFill>
                  <a:srgbClr val="208839"/>
                </a:solidFill>
                <a:latin typeface="Arial" charset="0"/>
              </a:rPr>
              <a:t>carry)</a:t>
            </a:r>
            <a:r>
              <a:rPr lang="en-US" dirty="0">
                <a:solidFill>
                  <a:srgbClr val="7030A0"/>
                </a:solidFill>
                <a:latin typeface="Arial" charset="0"/>
              </a:rPr>
              <a:t> </a:t>
            </a:r>
            <a:r>
              <a:rPr lang="en-US" dirty="0">
                <a:solidFill>
                  <a:srgbClr val="2B0BB5"/>
                </a:solidFill>
                <a:latin typeface="Arial" charset="0"/>
              </a:rPr>
              <a:t>and </a:t>
            </a:r>
          </a:p>
          <a:p>
            <a:pPr marL="465138" indent="-239713">
              <a:lnSpc>
                <a:spcPct val="150000"/>
              </a:lnSpc>
              <a:buFont typeface="Arial" pitchFamily="34" charset="0"/>
              <a:buChar char="•"/>
              <a:defRPr/>
            </a:pPr>
            <a:r>
              <a:rPr lang="en-US" b="1" dirty="0">
                <a:solidFill>
                  <a:srgbClr val="7030A0"/>
                </a:solidFill>
                <a:latin typeface="Arial" charset="0"/>
              </a:rPr>
              <a:t>Two outputs</a:t>
            </a:r>
            <a:r>
              <a:rPr lang="en-US" b="1" dirty="0">
                <a:solidFill>
                  <a:srgbClr val="FF0000"/>
                </a:solidFill>
                <a:latin typeface="Arial" charset="0"/>
              </a:rPr>
              <a:t>, (</a:t>
            </a:r>
            <a:r>
              <a:rPr lang="en-US" dirty="0">
                <a:solidFill>
                  <a:srgbClr val="2B0BB5"/>
                </a:solidFill>
                <a:latin typeface="Arial" charset="0"/>
              </a:rPr>
              <a:t>for</a:t>
            </a:r>
            <a:r>
              <a:rPr lang="en-US" dirty="0">
                <a:solidFill>
                  <a:srgbClr val="C00000"/>
                </a:solidFill>
                <a:latin typeface="Arial" charset="0"/>
              </a:rPr>
              <a:t> </a:t>
            </a:r>
            <a:r>
              <a:rPr lang="en-US" b="1" dirty="0">
                <a:solidFill>
                  <a:srgbClr val="208839"/>
                </a:solidFill>
                <a:latin typeface="Arial" charset="0"/>
              </a:rPr>
              <a:t>sum and carry)</a:t>
            </a:r>
            <a:r>
              <a:rPr lang="en-US" dirty="0">
                <a:solidFill>
                  <a:srgbClr val="C00000"/>
                </a:solidFill>
                <a:latin typeface="Arial" charset="0"/>
              </a:rPr>
              <a:t>,.              </a:t>
            </a:r>
            <a:r>
              <a:rPr lang="en-US" sz="1600" dirty="0">
                <a:solidFill>
                  <a:srgbClr val="C00000"/>
                </a:solidFill>
                <a:latin typeface="Arial" charset="0"/>
              </a:rPr>
              <a:t>          </a:t>
            </a:r>
            <a:endParaRPr lang="en-US" sz="1600" dirty="0">
              <a:latin typeface="Arial" charset="0"/>
            </a:endParaRPr>
          </a:p>
          <a:p>
            <a:pPr marL="225425" indent="-225425">
              <a:defRPr/>
            </a:pPr>
            <a:r>
              <a:rPr lang="en-US" sz="1600" b="1" dirty="0">
                <a:solidFill>
                  <a:srgbClr val="C00000"/>
                </a:solidFill>
                <a:latin typeface="Arial" charset="0"/>
              </a:rPr>
              <a:t>        Adder, </a:t>
            </a:r>
            <a:r>
              <a:rPr lang="en-US" sz="1600" b="1" dirty="0">
                <a:solidFill>
                  <a:srgbClr val="FF0000"/>
                </a:solidFill>
                <a:latin typeface="Arial" charset="0"/>
              </a:rPr>
              <a:t>which performs </a:t>
            </a:r>
            <a:r>
              <a:rPr lang="en-US" sz="1600" b="1" u="sng" dirty="0">
                <a:solidFill>
                  <a:srgbClr val="FF0000"/>
                </a:solidFill>
                <a:latin typeface="Arial" charset="0"/>
              </a:rPr>
              <a:t>complete one bit binary addition </a:t>
            </a:r>
            <a:r>
              <a:rPr lang="en-US" sz="1600" dirty="0">
                <a:solidFill>
                  <a:srgbClr val="FF0000"/>
                </a:solidFill>
                <a:latin typeface="Arial" charset="0"/>
              </a:rPr>
              <a:t>is known as </a:t>
            </a:r>
            <a:r>
              <a:rPr lang="en-US" sz="1600" dirty="0">
                <a:solidFill>
                  <a:srgbClr val="C00000"/>
                </a:solidFill>
                <a:latin typeface="Arial" charset="0"/>
              </a:rPr>
              <a:t>‘</a:t>
            </a:r>
            <a:r>
              <a:rPr lang="en-US" sz="2000" b="1" dirty="0">
                <a:solidFill>
                  <a:srgbClr val="C00000"/>
                </a:solidFill>
                <a:latin typeface="Arial" charset="0"/>
              </a:rPr>
              <a:t>Full Adder’</a:t>
            </a:r>
          </a:p>
          <a:p>
            <a:pPr marL="225425" indent="-225425">
              <a:buFont typeface="Wingdings" pitchFamily="2" charset="2"/>
              <a:buChar char="Ø"/>
              <a:defRPr/>
            </a:pPr>
            <a:endParaRPr lang="en-US" sz="800" b="1" dirty="0">
              <a:solidFill>
                <a:srgbClr val="FF0000"/>
              </a:solidFill>
              <a:latin typeface="Arial" charset="0"/>
            </a:endParaRPr>
          </a:p>
          <a:p>
            <a:pPr marL="225425" indent="-225425">
              <a:buFont typeface="Wingdings" pitchFamily="2" charset="2"/>
              <a:buChar char="Ø"/>
              <a:defRPr/>
            </a:pPr>
            <a:endParaRPr lang="en-US" sz="800" b="1" dirty="0">
              <a:solidFill>
                <a:srgbClr val="FF0000"/>
              </a:solidFill>
              <a:latin typeface="Arial" charset="0"/>
            </a:endParaRPr>
          </a:p>
          <a:p>
            <a:pPr marL="225425" indent="-225425">
              <a:buFont typeface="Wingdings" pitchFamily="2" charset="2"/>
              <a:buChar char="Ø"/>
              <a:defRPr/>
            </a:pPr>
            <a:r>
              <a:rPr lang="en-US" sz="1600" b="1" dirty="0">
                <a:solidFill>
                  <a:srgbClr val="FF0000"/>
                </a:solidFill>
                <a:latin typeface="Arial" charset="0"/>
              </a:rPr>
              <a:t>But, </a:t>
            </a:r>
            <a:r>
              <a:rPr lang="en-US" sz="1600" dirty="0">
                <a:solidFill>
                  <a:srgbClr val="2B0BB5"/>
                </a:solidFill>
                <a:latin typeface="Arial" charset="0"/>
              </a:rPr>
              <a:t>An</a:t>
            </a:r>
            <a:r>
              <a:rPr lang="en-US" sz="1600" dirty="0">
                <a:solidFill>
                  <a:srgbClr val="FF0000"/>
                </a:solidFill>
                <a:latin typeface="Arial" charset="0"/>
              </a:rPr>
              <a:t> </a:t>
            </a:r>
            <a:r>
              <a:rPr lang="en-US" sz="2000" b="1" u="sng" dirty="0">
                <a:solidFill>
                  <a:srgbClr val="FF0000"/>
                </a:solidFill>
                <a:latin typeface="Arial" charset="0"/>
              </a:rPr>
              <a:t>partial one bit binary addition </a:t>
            </a:r>
            <a:r>
              <a:rPr lang="en-US" sz="1600" b="1" dirty="0">
                <a:solidFill>
                  <a:srgbClr val="2B0BB5"/>
                </a:solidFill>
                <a:latin typeface="Arial" charset="0"/>
              </a:rPr>
              <a:t>can be performed by </a:t>
            </a:r>
            <a:r>
              <a:rPr lang="en-US" sz="1600" b="1" dirty="0">
                <a:solidFill>
                  <a:srgbClr val="7030A0"/>
                </a:solidFill>
                <a:latin typeface="Arial" charset="0"/>
              </a:rPr>
              <a:t>ignoring carry bit.</a:t>
            </a:r>
          </a:p>
          <a:p>
            <a:pPr marL="225425" indent="-225425">
              <a:lnSpc>
                <a:spcPct val="150000"/>
              </a:lnSpc>
              <a:defRPr/>
            </a:pPr>
            <a:r>
              <a:rPr lang="en-US" sz="1600" b="1" dirty="0">
                <a:solidFill>
                  <a:srgbClr val="7030A0"/>
                </a:solidFill>
                <a:latin typeface="Arial" charset="0"/>
              </a:rPr>
              <a:t>    </a:t>
            </a:r>
            <a:r>
              <a:rPr lang="en-US" sz="1600" b="1" dirty="0">
                <a:solidFill>
                  <a:srgbClr val="2B0BB5"/>
                </a:solidFill>
                <a:latin typeface="Arial" charset="0"/>
              </a:rPr>
              <a:t>This partial one bit addition </a:t>
            </a:r>
            <a:r>
              <a:rPr lang="en-US" sz="1600" dirty="0">
                <a:latin typeface="Arial" charset="0"/>
              </a:rPr>
              <a:t>(See column 1, 2, 3 &amp; 4 at LSB in example)</a:t>
            </a:r>
            <a:endParaRPr lang="en-US" sz="1600" b="1" dirty="0">
              <a:solidFill>
                <a:srgbClr val="7030A0"/>
              </a:solidFill>
              <a:latin typeface="Arial" charset="0"/>
            </a:endParaRPr>
          </a:p>
          <a:p>
            <a:pPr marL="465138" indent="-239713">
              <a:lnSpc>
                <a:spcPct val="150000"/>
              </a:lnSpc>
              <a:buFont typeface="Arial" pitchFamily="34" charset="0"/>
              <a:buChar char="•"/>
              <a:defRPr/>
            </a:pPr>
            <a:r>
              <a:rPr lang="en-US" sz="1600" b="1" u="sng" dirty="0">
                <a:solidFill>
                  <a:srgbClr val="7030A0"/>
                </a:solidFill>
                <a:latin typeface="Arial" charset="0"/>
              </a:rPr>
              <a:t>Two  inputs</a:t>
            </a:r>
            <a:r>
              <a:rPr lang="en-US" sz="1600" b="1" dirty="0">
                <a:solidFill>
                  <a:srgbClr val="FF0000"/>
                </a:solidFill>
                <a:latin typeface="Arial" charset="0"/>
              </a:rPr>
              <a:t>, </a:t>
            </a:r>
            <a:r>
              <a:rPr lang="en-US" sz="1600" b="1" dirty="0">
                <a:solidFill>
                  <a:srgbClr val="C00000"/>
                </a:solidFill>
                <a:latin typeface="Arial" charset="0"/>
              </a:rPr>
              <a:t>two</a:t>
            </a:r>
            <a:r>
              <a:rPr lang="en-US" sz="1600" dirty="0">
                <a:solidFill>
                  <a:srgbClr val="C00000"/>
                </a:solidFill>
                <a:latin typeface="Arial" charset="0"/>
              </a:rPr>
              <a:t> </a:t>
            </a:r>
            <a:r>
              <a:rPr lang="en-US" sz="1600" dirty="0">
                <a:solidFill>
                  <a:srgbClr val="2B0BB5"/>
                </a:solidFill>
                <a:latin typeface="Arial" charset="0"/>
              </a:rPr>
              <a:t>for </a:t>
            </a:r>
            <a:r>
              <a:rPr lang="en-US" sz="1600" b="1" u="sng" dirty="0">
                <a:solidFill>
                  <a:srgbClr val="208839"/>
                </a:solidFill>
                <a:latin typeface="Arial" charset="0"/>
              </a:rPr>
              <a:t>augend and addend </a:t>
            </a:r>
            <a:r>
              <a:rPr lang="en-US" sz="1600" dirty="0">
                <a:solidFill>
                  <a:srgbClr val="7030A0"/>
                </a:solidFill>
                <a:latin typeface="Arial" charset="0"/>
              </a:rPr>
              <a:t> </a:t>
            </a:r>
            <a:r>
              <a:rPr lang="en-US" sz="1600" b="1" dirty="0">
                <a:solidFill>
                  <a:srgbClr val="FF0000"/>
                </a:solidFill>
                <a:latin typeface="Arial" charset="0"/>
              </a:rPr>
              <a:t>and </a:t>
            </a:r>
          </a:p>
          <a:p>
            <a:pPr marL="465138" indent="-239713">
              <a:lnSpc>
                <a:spcPct val="150000"/>
              </a:lnSpc>
              <a:buFont typeface="Arial" pitchFamily="34" charset="0"/>
              <a:buChar char="•"/>
              <a:defRPr/>
            </a:pPr>
            <a:r>
              <a:rPr lang="en-US" sz="1600" b="1" dirty="0">
                <a:solidFill>
                  <a:srgbClr val="7030A0"/>
                </a:solidFill>
                <a:latin typeface="Arial" charset="0"/>
              </a:rPr>
              <a:t>Two outputs</a:t>
            </a:r>
            <a:r>
              <a:rPr lang="en-US" sz="1600" b="1" dirty="0">
                <a:solidFill>
                  <a:srgbClr val="FF0000"/>
                </a:solidFill>
                <a:latin typeface="Arial" charset="0"/>
              </a:rPr>
              <a:t>, </a:t>
            </a:r>
            <a:r>
              <a:rPr lang="en-US" sz="1600" dirty="0">
                <a:solidFill>
                  <a:srgbClr val="C00000"/>
                </a:solidFill>
                <a:latin typeface="Arial" charset="0"/>
              </a:rPr>
              <a:t>for </a:t>
            </a:r>
            <a:r>
              <a:rPr lang="en-US" sz="1600" b="1" dirty="0">
                <a:solidFill>
                  <a:srgbClr val="208839"/>
                </a:solidFill>
                <a:latin typeface="Arial" charset="0"/>
              </a:rPr>
              <a:t>sum and carry</a:t>
            </a:r>
            <a:r>
              <a:rPr lang="en-US" sz="1600" dirty="0">
                <a:solidFill>
                  <a:srgbClr val="C00000"/>
                </a:solidFill>
                <a:latin typeface="Arial" charset="0"/>
              </a:rPr>
              <a:t>,.              </a:t>
            </a:r>
            <a:r>
              <a:rPr lang="en-US" sz="1400" dirty="0">
                <a:solidFill>
                  <a:srgbClr val="C00000"/>
                </a:solidFill>
                <a:latin typeface="Arial" charset="0"/>
              </a:rPr>
              <a:t>          </a:t>
            </a:r>
            <a:endParaRPr lang="en-US" sz="1400" dirty="0">
              <a:latin typeface="Arial" charset="0"/>
            </a:endParaRPr>
          </a:p>
          <a:p>
            <a:pPr marL="225425" indent="-225425">
              <a:lnSpc>
                <a:spcPct val="150000"/>
              </a:lnSpc>
              <a:defRPr/>
            </a:pPr>
            <a:r>
              <a:rPr lang="en-US" sz="1600" b="1" dirty="0">
                <a:solidFill>
                  <a:srgbClr val="C00000"/>
                </a:solidFill>
                <a:latin typeface="Arial" charset="0"/>
              </a:rPr>
              <a:t>        Adder, </a:t>
            </a:r>
            <a:r>
              <a:rPr lang="en-US" sz="1600" b="1" dirty="0">
                <a:solidFill>
                  <a:srgbClr val="FF0000"/>
                </a:solidFill>
                <a:latin typeface="Arial" charset="0"/>
              </a:rPr>
              <a:t>which performs </a:t>
            </a:r>
            <a:r>
              <a:rPr lang="en-US" sz="1600" b="1" u="sng" dirty="0">
                <a:solidFill>
                  <a:srgbClr val="FF0000"/>
                </a:solidFill>
                <a:latin typeface="Arial" charset="0"/>
              </a:rPr>
              <a:t>partial one bit ‘partial’ binary addition </a:t>
            </a:r>
            <a:r>
              <a:rPr lang="en-US" sz="1600" dirty="0">
                <a:solidFill>
                  <a:srgbClr val="FF0000"/>
                </a:solidFill>
                <a:latin typeface="Arial" charset="0"/>
              </a:rPr>
              <a:t>is known as </a:t>
            </a:r>
            <a:r>
              <a:rPr lang="en-US" sz="1600" dirty="0">
                <a:solidFill>
                  <a:srgbClr val="C00000"/>
                </a:solidFill>
                <a:latin typeface="Arial" charset="0"/>
              </a:rPr>
              <a:t>‘</a:t>
            </a:r>
            <a:r>
              <a:rPr lang="en-US" sz="2000" b="1" dirty="0">
                <a:solidFill>
                  <a:srgbClr val="C00000"/>
                </a:solidFill>
                <a:latin typeface="Arial" charset="0"/>
              </a:rPr>
              <a:t>Half Adder’</a:t>
            </a:r>
          </a:p>
        </p:txBody>
      </p:sp>
      <p:sp>
        <p:nvSpPr>
          <p:cNvPr id="4" name="Rectangle 2">
            <a:extLst>
              <a:ext uri="{FF2B5EF4-FFF2-40B4-BE49-F238E27FC236}">
                <a16:creationId xmlns:a16="http://schemas.microsoft.com/office/drawing/2014/main" id="{86BC70E3-FFCD-473F-B93A-33622F9EFBA0}"/>
              </a:ext>
            </a:extLst>
          </p:cNvPr>
          <p:cNvSpPr txBox="1">
            <a:spLocks noChangeArrowheads="1"/>
          </p:cNvSpPr>
          <p:nvPr/>
        </p:nvSpPr>
        <p:spPr>
          <a:xfrm>
            <a:off x="2133600" y="0"/>
            <a:ext cx="77724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BINARY ADDER</a:t>
            </a:r>
            <a:endParaRPr lang="en-US" sz="2800" u="sng" dirty="0">
              <a:solidFill>
                <a:srgbClr val="FF0000"/>
              </a:solidFill>
              <a:latin typeface="Arial" charset="0"/>
              <a:ea typeface="+mj-ea"/>
              <a:cs typeface="+mj-cs"/>
            </a:endParaRPr>
          </a:p>
        </p:txBody>
      </p:sp>
      <p:grpSp>
        <p:nvGrpSpPr>
          <p:cNvPr id="94212" name="Group 6">
            <a:extLst>
              <a:ext uri="{FF2B5EF4-FFF2-40B4-BE49-F238E27FC236}">
                <a16:creationId xmlns:a16="http://schemas.microsoft.com/office/drawing/2014/main" id="{1087BCA8-990F-4C71-8FCC-7A97745C1B9D}"/>
              </a:ext>
            </a:extLst>
          </p:cNvPr>
          <p:cNvGrpSpPr>
            <a:grpSpLocks/>
          </p:cNvGrpSpPr>
          <p:nvPr/>
        </p:nvGrpSpPr>
        <p:grpSpPr bwMode="auto">
          <a:xfrm>
            <a:off x="1828800" y="5030788"/>
            <a:ext cx="8610600" cy="1752600"/>
            <a:chOff x="533400" y="4800600"/>
            <a:chExt cx="8610600" cy="1752600"/>
          </a:xfrm>
        </p:grpSpPr>
        <p:pic>
          <p:nvPicPr>
            <p:cNvPr id="94213" name="Picture 6">
              <a:extLst>
                <a:ext uri="{FF2B5EF4-FFF2-40B4-BE49-F238E27FC236}">
                  <a16:creationId xmlns:a16="http://schemas.microsoft.com/office/drawing/2014/main" id="{E06A203D-3550-4EEA-A148-87D059126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800600"/>
              <a:ext cx="3581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4" name="Picture 2">
              <a:extLst>
                <a:ext uri="{FF2B5EF4-FFF2-40B4-BE49-F238E27FC236}">
                  <a16:creationId xmlns:a16="http://schemas.microsoft.com/office/drawing/2014/main" id="{0C921726-E937-40AF-BB36-7AE027CE8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4800600"/>
              <a:ext cx="2057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5" name="Picture 2">
              <a:extLst>
                <a:ext uri="{FF2B5EF4-FFF2-40B4-BE49-F238E27FC236}">
                  <a16:creationId xmlns:a16="http://schemas.microsoft.com/office/drawing/2014/main" id="{DD7177D3-50BC-4DA7-A4FE-85D0EF121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4800600"/>
              <a:ext cx="2667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BC0F2C2-287C-4111-A1A6-481CE7B3C6A0}"/>
                  </a:ext>
                </a:extLst>
              </p14:cNvPr>
              <p14:cNvContentPartPr/>
              <p14:nvPr/>
            </p14:nvContentPartPr>
            <p14:xfrm>
              <a:off x="4390200" y="2297520"/>
              <a:ext cx="7221240" cy="4446000"/>
            </p14:xfrm>
          </p:contentPart>
        </mc:Choice>
        <mc:Fallback xmlns="">
          <p:pic>
            <p:nvPicPr>
              <p:cNvPr id="2" name="Ink 1">
                <a:extLst>
                  <a:ext uri="{FF2B5EF4-FFF2-40B4-BE49-F238E27FC236}">
                    <a16:creationId xmlns:a16="http://schemas.microsoft.com/office/drawing/2014/main" id="{6BC0F2C2-287C-4111-A1A6-481CE7B3C6A0}"/>
                  </a:ext>
                </a:extLst>
              </p:cNvPr>
              <p:cNvPicPr/>
              <p:nvPr/>
            </p:nvPicPr>
            <p:blipFill>
              <a:blip r:embed="rId6"/>
              <a:stretch>
                <a:fillRect/>
              </a:stretch>
            </p:blipFill>
            <p:spPr>
              <a:xfrm>
                <a:off x="4380840" y="2288160"/>
                <a:ext cx="7239960" cy="446472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1AB2A85-C3A8-4A5C-BEF6-14036BD61BF7}"/>
              </a:ext>
            </a:extLst>
          </p:cNvPr>
          <p:cNvSpPr txBox="1">
            <a:spLocks noChangeArrowheads="1"/>
          </p:cNvSpPr>
          <p:nvPr/>
        </p:nvSpPr>
        <p:spPr>
          <a:xfrm>
            <a:off x="2514600" y="0"/>
            <a:ext cx="68580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Design of Binary ADDER: </a:t>
            </a:r>
            <a:r>
              <a:rPr lang="en-US" sz="2800" b="1" u="sng" dirty="0">
                <a:solidFill>
                  <a:srgbClr val="FF0000"/>
                </a:solidFill>
                <a:latin typeface="Arial" charset="0"/>
              </a:rPr>
              <a:t>Half Adder</a:t>
            </a:r>
          </a:p>
          <a:p>
            <a:pPr algn="ctr" eaLnBrk="1" hangingPunct="1">
              <a:defRPr/>
            </a:pPr>
            <a:endParaRPr lang="en-US" sz="2800" u="sng" dirty="0">
              <a:solidFill>
                <a:srgbClr val="FF0000"/>
              </a:solidFill>
              <a:latin typeface="Arial" charset="0"/>
              <a:ea typeface="+mj-ea"/>
              <a:cs typeface="+mj-cs"/>
            </a:endParaRPr>
          </a:p>
        </p:txBody>
      </p:sp>
      <p:sp>
        <p:nvSpPr>
          <p:cNvPr id="95235" name="Rectangle 8">
            <a:extLst>
              <a:ext uri="{FF2B5EF4-FFF2-40B4-BE49-F238E27FC236}">
                <a16:creationId xmlns:a16="http://schemas.microsoft.com/office/drawing/2014/main" id="{33D19BC7-535B-4D07-A4F2-06045C80D862}"/>
              </a:ext>
            </a:extLst>
          </p:cNvPr>
          <p:cNvSpPr>
            <a:spLocks noChangeArrowheads="1"/>
          </p:cNvSpPr>
          <p:nvPr/>
        </p:nvSpPr>
        <p:spPr bwMode="auto">
          <a:xfrm>
            <a:off x="1752600" y="381001"/>
            <a:ext cx="8534400"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An Half adder </a:t>
            </a:r>
            <a:r>
              <a:rPr lang="en-US" altLang="en-US" sz="1800">
                <a:solidFill>
                  <a:srgbClr val="FF0000"/>
                </a:solidFill>
                <a:latin typeface="Arial" panose="020B0604020202020204" pitchFamily="34" charset="0"/>
              </a:rPr>
              <a:t>performs partial one bit binary addition </a:t>
            </a:r>
            <a:r>
              <a:rPr lang="en-US" altLang="en-US" sz="1800">
                <a:solidFill>
                  <a:srgbClr val="C00000"/>
                </a:solidFill>
                <a:latin typeface="Arial" panose="020B0604020202020204" pitchFamily="34" charset="0"/>
              </a:rPr>
              <a:t>for two input bit </a:t>
            </a:r>
          </a:p>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It must have two inputs (augend and addend) and two outputs (sum and carry). </a:t>
            </a:r>
          </a:p>
          <a:p>
            <a:pPr algn="just"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This circuit </a:t>
            </a:r>
            <a:r>
              <a:rPr lang="en-US" altLang="en-US" sz="1800">
                <a:solidFill>
                  <a:srgbClr val="C00000"/>
                </a:solidFill>
                <a:latin typeface="Arial" panose="020B0604020202020204" pitchFamily="34" charset="0"/>
              </a:rPr>
              <a:t>called ‘</a:t>
            </a:r>
            <a:r>
              <a:rPr lang="en-US" altLang="en-US" sz="1800" b="1">
                <a:solidFill>
                  <a:srgbClr val="C00000"/>
                </a:solidFill>
                <a:latin typeface="Arial" panose="020B0604020202020204" pitchFamily="34" charset="0"/>
              </a:rPr>
              <a:t>Half Adder’ </a:t>
            </a:r>
            <a:r>
              <a:rPr lang="en-US" altLang="en-US" sz="1800" b="1">
                <a:solidFill>
                  <a:srgbClr val="7030A0"/>
                </a:solidFill>
                <a:latin typeface="Arial" panose="020B0604020202020204" pitchFamily="34" charset="0"/>
              </a:rPr>
              <a:t>as it can performs only partial addition operation not complete one bit addition,</a:t>
            </a:r>
            <a:r>
              <a:rPr lang="en-US" altLang="en-US" sz="1800">
                <a:solidFill>
                  <a:srgbClr val="2B0BB5"/>
                </a:solidFill>
                <a:latin typeface="Arial" panose="020B0604020202020204" pitchFamily="34" charset="0"/>
              </a:rPr>
              <a:t> as it ignores ‘input carry’.</a:t>
            </a:r>
          </a:p>
          <a:p>
            <a:pPr algn="just"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The K map for S (SUM) and C (Carry) and resulting expression </a:t>
            </a:r>
            <a:r>
              <a:rPr lang="en-US" altLang="en-US" sz="1800">
                <a:latin typeface="Arial" panose="020B0604020202020204" pitchFamily="34" charset="0"/>
              </a:rPr>
              <a:t>A      B and A.B</a:t>
            </a:r>
          </a:p>
        </p:txBody>
      </p:sp>
      <p:pic>
        <p:nvPicPr>
          <p:cNvPr id="95236" name="Picture 7">
            <a:extLst>
              <a:ext uri="{FF2B5EF4-FFF2-40B4-BE49-F238E27FC236}">
                <a16:creationId xmlns:a16="http://schemas.microsoft.com/office/drawing/2014/main" id="{86B0FD41-6166-4B54-ABEF-6064C98D5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564" y="2438400"/>
            <a:ext cx="905827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5">
            <a:extLst>
              <a:ext uri="{FF2B5EF4-FFF2-40B4-BE49-F238E27FC236}">
                <a16:creationId xmlns:a16="http://schemas.microsoft.com/office/drawing/2014/main" id="{C7D26F6D-0C1B-4A25-9188-3935451F75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1" y="2171700"/>
            <a:ext cx="219075"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8B2132-C74D-455E-B31B-B788CA04A068}"/>
              </a:ext>
            </a:extLst>
          </p:cNvPr>
          <p:cNvSpPr>
            <a:spLocks noChangeArrowheads="1"/>
          </p:cNvSpPr>
          <p:nvPr/>
        </p:nvSpPr>
        <p:spPr bwMode="auto">
          <a:xfrm>
            <a:off x="1752600" y="457201"/>
            <a:ext cx="8686800" cy="2170113"/>
          </a:xfrm>
          <a:prstGeom prst="rect">
            <a:avLst/>
          </a:prstGeom>
          <a:noFill/>
          <a:ln w="9525">
            <a:noFill/>
            <a:miter lim="800000"/>
            <a:headEnd/>
            <a:tailEnd/>
          </a:ln>
        </p:spPr>
        <p:txBody>
          <a:bodyPr>
            <a:spAutoFit/>
          </a:bodyPr>
          <a:lstStyle/>
          <a:p>
            <a:pPr marL="225425" indent="-225425" algn="just">
              <a:lnSpc>
                <a:spcPct val="150000"/>
              </a:lnSpc>
              <a:buFont typeface="Wingdings" pitchFamily="2" charset="2"/>
              <a:buChar char="§"/>
              <a:defRPr/>
            </a:pPr>
            <a:r>
              <a:rPr lang="en-US" b="1" dirty="0">
                <a:solidFill>
                  <a:srgbClr val="2B0BB5"/>
                </a:solidFill>
                <a:latin typeface="Arial" charset="0"/>
              </a:rPr>
              <a:t>If A and B are binary inputs to the half adder</a:t>
            </a:r>
            <a:r>
              <a:rPr lang="en-US" dirty="0">
                <a:solidFill>
                  <a:srgbClr val="2B0BB5"/>
                </a:solidFill>
                <a:latin typeface="Arial" charset="0"/>
              </a:rPr>
              <a:t>, then </a:t>
            </a:r>
          </a:p>
          <a:p>
            <a:pPr marL="465138" indent="-239713" algn="just">
              <a:lnSpc>
                <a:spcPct val="150000"/>
              </a:lnSpc>
              <a:buFont typeface="Arial" pitchFamily="34" charset="0"/>
              <a:buChar char="•"/>
              <a:defRPr/>
            </a:pPr>
            <a:r>
              <a:rPr lang="en-US" dirty="0">
                <a:solidFill>
                  <a:srgbClr val="2B0BB5"/>
                </a:solidFill>
                <a:latin typeface="Arial" charset="0"/>
              </a:rPr>
              <a:t>the </a:t>
            </a:r>
            <a:r>
              <a:rPr lang="en-US" dirty="0">
                <a:solidFill>
                  <a:srgbClr val="C00000"/>
                </a:solidFill>
                <a:latin typeface="Arial" charset="0"/>
              </a:rPr>
              <a:t>logic function </a:t>
            </a:r>
            <a:r>
              <a:rPr lang="en-US" dirty="0">
                <a:solidFill>
                  <a:srgbClr val="2B0BB5"/>
                </a:solidFill>
                <a:latin typeface="Arial" charset="0"/>
              </a:rPr>
              <a:t>to calculate </a:t>
            </a:r>
            <a:r>
              <a:rPr lang="en-US" b="1" dirty="0">
                <a:solidFill>
                  <a:srgbClr val="C00000"/>
                </a:solidFill>
                <a:latin typeface="Arial" charset="0"/>
              </a:rPr>
              <a:t>sum S is Ex -OR </a:t>
            </a:r>
            <a:r>
              <a:rPr lang="en-US" dirty="0">
                <a:solidFill>
                  <a:srgbClr val="2B0BB5"/>
                </a:solidFill>
                <a:latin typeface="Arial" charset="0"/>
              </a:rPr>
              <a:t>of A and B and </a:t>
            </a:r>
          </a:p>
          <a:p>
            <a:pPr marL="465138" indent="-239713" algn="just">
              <a:lnSpc>
                <a:spcPct val="150000"/>
              </a:lnSpc>
              <a:buFont typeface="Arial" pitchFamily="34" charset="0"/>
              <a:buChar char="•"/>
              <a:defRPr/>
            </a:pPr>
            <a:r>
              <a:rPr lang="en-US" dirty="0">
                <a:solidFill>
                  <a:srgbClr val="C00000"/>
                </a:solidFill>
                <a:latin typeface="Arial" charset="0"/>
              </a:rPr>
              <a:t>logic function </a:t>
            </a:r>
            <a:r>
              <a:rPr lang="en-US" dirty="0">
                <a:solidFill>
                  <a:srgbClr val="2B0BB5"/>
                </a:solidFill>
                <a:latin typeface="Arial" charset="0"/>
              </a:rPr>
              <a:t>to calculate </a:t>
            </a:r>
            <a:r>
              <a:rPr lang="en-US" dirty="0">
                <a:solidFill>
                  <a:srgbClr val="C00000"/>
                </a:solidFill>
                <a:latin typeface="Arial" charset="0"/>
              </a:rPr>
              <a:t>carry C is AND </a:t>
            </a:r>
            <a:r>
              <a:rPr lang="en-US" dirty="0">
                <a:solidFill>
                  <a:srgbClr val="2B0BB5"/>
                </a:solidFill>
                <a:latin typeface="Arial" charset="0"/>
              </a:rPr>
              <a:t>of A and B. </a:t>
            </a:r>
          </a:p>
          <a:p>
            <a:pPr marL="225425" indent="-225425" algn="just">
              <a:lnSpc>
                <a:spcPct val="150000"/>
              </a:lnSpc>
              <a:buFont typeface="Wingdings" pitchFamily="2" charset="2"/>
              <a:buChar char="§"/>
              <a:defRPr/>
            </a:pPr>
            <a:r>
              <a:rPr lang="en-US" dirty="0">
                <a:solidFill>
                  <a:srgbClr val="2B0BB5"/>
                </a:solidFill>
                <a:latin typeface="Arial" charset="0"/>
              </a:rPr>
              <a:t>Combining these two, the logical circuit to implement the combinational circuit of Half Adder is shown below.</a:t>
            </a:r>
          </a:p>
        </p:txBody>
      </p:sp>
      <p:sp>
        <p:nvSpPr>
          <p:cNvPr id="96259" name="Rectangle 4">
            <a:extLst>
              <a:ext uri="{FF2B5EF4-FFF2-40B4-BE49-F238E27FC236}">
                <a16:creationId xmlns:a16="http://schemas.microsoft.com/office/drawing/2014/main" id="{DBE4492F-03BF-4FFA-B6E1-C3AA5DD26DFE}"/>
              </a:ext>
            </a:extLst>
          </p:cNvPr>
          <p:cNvSpPr>
            <a:spLocks noChangeArrowheads="1"/>
          </p:cNvSpPr>
          <p:nvPr/>
        </p:nvSpPr>
        <p:spPr bwMode="auto">
          <a:xfrm>
            <a:off x="4953000" y="1"/>
            <a:ext cx="2209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Half Adder</a:t>
            </a:r>
            <a:endParaRPr lang="en-US" altLang="en-US" sz="2800">
              <a:latin typeface="Arial" panose="020B0604020202020204" pitchFamily="34" charset="0"/>
            </a:endParaRPr>
          </a:p>
        </p:txBody>
      </p:sp>
      <p:grpSp>
        <p:nvGrpSpPr>
          <p:cNvPr id="96260" name="Group 10">
            <a:extLst>
              <a:ext uri="{FF2B5EF4-FFF2-40B4-BE49-F238E27FC236}">
                <a16:creationId xmlns:a16="http://schemas.microsoft.com/office/drawing/2014/main" id="{5F6D57CA-87E6-4993-A2EB-60C91797A623}"/>
              </a:ext>
            </a:extLst>
          </p:cNvPr>
          <p:cNvGrpSpPr>
            <a:grpSpLocks/>
          </p:cNvGrpSpPr>
          <p:nvPr/>
        </p:nvGrpSpPr>
        <p:grpSpPr bwMode="auto">
          <a:xfrm>
            <a:off x="1981201" y="2819400"/>
            <a:ext cx="8239125" cy="3733800"/>
            <a:chOff x="523875" y="2895600"/>
            <a:chExt cx="8239125" cy="3733800"/>
          </a:xfrm>
        </p:grpSpPr>
        <p:pic>
          <p:nvPicPr>
            <p:cNvPr id="96262" name="Picture 4">
              <a:extLst>
                <a:ext uri="{FF2B5EF4-FFF2-40B4-BE49-F238E27FC236}">
                  <a16:creationId xmlns:a16="http://schemas.microsoft.com/office/drawing/2014/main" id="{7525B6A8-9604-4C50-9AA7-B95060F0DF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895600"/>
              <a:ext cx="33528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3" name="Picture 5">
              <a:extLst>
                <a:ext uri="{FF2B5EF4-FFF2-40B4-BE49-F238E27FC236}">
                  <a16:creationId xmlns:a16="http://schemas.microsoft.com/office/drawing/2014/main" id="{CE88F65E-AA13-431D-A890-168B0164F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2895600"/>
              <a:ext cx="48101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4" name="Picture 7">
              <a:extLst>
                <a:ext uri="{FF2B5EF4-FFF2-40B4-BE49-F238E27FC236}">
                  <a16:creationId xmlns:a16="http://schemas.microsoft.com/office/drawing/2014/main" id="{0C9CA417-9816-40E8-B3AF-7DD7974F49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5943600"/>
              <a:ext cx="11906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5" name="Picture 7">
              <a:extLst>
                <a:ext uri="{FF2B5EF4-FFF2-40B4-BE49-F238E27FC236}">
                  <a16:creationId xmlns:a16="http://schemas.microsoft.com/office/drawing/2014/main" id="{45762646-F594-4C0B-91E2-EDE3174124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9981" y="58674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6" name="Picture 9">
              <a:extLst>
                <a:ext uri="{FF2B5EF4-FFF2-40B4-BE49-F238E27FC236}">
                  <a16:creationId xmlns:a16="http://schemas.microsoft.com/office/drawing/2014/main" id="{6720F640-2678-4113-B8BD-FC00BFDD48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965" y="2971800"/>
              <a:ext cx="11144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6261" name="Picture 12">
            <a:extLst>
              <a:ext uri="{FF2B5EF4-FFF2-40B4-BE49-F238E27FC236}">
                <a16:creationId xmlns:a16="http://schemas.microsoft.com/office/drawing/2014/main" id="{BB20C7DD-CE28-4AD9-9F6F-A7D9B7000D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876800"/>
            <a:ext cx="1752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
            <a:extLst>
              <a:ext uri="{FF2B5EF4-FFF2-40B4-BE49-F238E27FC236}">
                <a16:creationId xmlns:a16="http://schemas.microsoft.com/office/drawing/2014/main" id="{3B43E91A-8928-46C5-9F54-F50BCDF849C6}"/>
              </a:ext>
            </a:extLst>
          </p:cNvPr>
          <p:cNvSpPr>
            <a:spLocks noChangeArrowheads="1"/>
          </p:cNvSpPr>
          <p:nvPr/>
        </p:nvSpPr>
        <p:spPr bwMode="auto">
          <a:xfrm>
            <a:off x="4419601" y="0"/>
            <a:ext cx="3459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Half Adder using NAND Gates</a:t>
            </a:r>
          </a:p>
        </p:txBody>
      </p:sp>
      <p:pic>
        <p:nvPicPr>
          <p:cNvPr id="97283" name="Picture 2">
            <a:extLst>
              <a:ext uri="{FF2B5EF4-FFF2-40B4-BE49-F238E27FC236}">
                <a16:creationId xmlns:a16="http://schemas.microsoft.com/office/drawing/2014/main" id="{64E347FE-2A80-4ADF-A8BE-F55450226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3064" y="3233738"/>
            <a:ext cx="6230937"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Rectangle 4">
            <a:extLst>
              <a:ext uri="{FF2B5EF4-FFF2-40B4-BE49-F238E27FC236}">
                <a16:creationId xmlns:a16="http://schemas.microsoft.com/office/drawing/2014/main" id="{43B74F86-1DA0-4C03-8ACF-1DA1B71D6483}"/>
              </a:ext>
            </a:extLst>
          </p:cNvPr>
          <p:cNvSpPr>
            <a:spLocks noChangeArrowheads="1"/>
          </p:cNvSpPr>
          <p:nvPr/>
        </p:nvSpPr>
        <p:spPr bwMode="auto">
          <a:xfrm>
            <a:off x="1676400" y="304801"/>
            <a:ext cx="89154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As we know that </a:t>
            </a:r>
            <a:r>
              <a:rPr lang="en-US" altLang="en-US" sz="1800">
                <a:solidFill>
                  <a:srgbClr val="C00000"/>
                </a:solidFill>
                <a:latin typeface="Arial" panose="020B0604020202020204" pitchFamily="34" charset="0"/>
              </a:rPr>
              <a:t>NAND and NOR are called universal gates </a:t>
            </a:r>
            <a:r>
              <a:rPr lang="en-US" altLang="en-US" sz="1800">
                <a:solidFill>
                  <a:srgbClr val="2B0BB5"/>
                </a:solidFill>
                <a:latin typeface="Arial" panose="020B0604020202020204" pitchFamily="34" charset="0"/>
              </a:rPr>
              <a:t>as any logic system can be implemented using these two</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 The </a:t>
            </a:r>
            <a:r>
              <a:rPr lang="en-US" altLang="en-US" sz="1800">
                <a:solidFill>
                  <a:srgbClr val="C00000"/>
                </a:solidFill>
                <a:latin typeface="Arial" panose="020B0604020202020204" pitchFamily="34" charset="0"/>
              </a:rPr>
              <a:t>half adder circuit can also be implemented using them</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We know the NAND only circuit of Ex-OR gate and AND gate. Same is used her.e</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Figure shows the Half Adder circuit using NAND gates only.</a:t>
            </a:r>
          </a:p>
          <a:p>
            <a:pPr eaLnBrk="1" hangingPunct="1">
              <a:lnSpc>
                <a:spcPct val="150000"/>
              </a:lnSpc>
              <a:spcBef>
                <a:spcPct val="0"/>
              </a:spcBef>
              <a:buFont typeface="Wingdings" panose="05000000000000000000" pitchFamily="2" charset="2"/>
              <a:buChar char="Ø"/>
            </a:pPr>
            <a:r>
              <a:rPr lang="en-US" altLang="en-US" sz="1800" b="1">
                <a:solidFill>
                  <a:srgbClr val="C00000"/>
                </a:solidFill>
                <a:latin typeface="Arial" panose="020B0604020202020204" pitchFamily="34" charset="0"/>
              </a:rPr>
              <a:t>Five NAND gates are required </a:t>
            </a:r>
            <a:r>
              <a:rPr lang="en-US" altLang="en-US" sz="1800">
                <a:solidFill>
                  <a:srgbClr val="2B0BB5"/>
                </a:solidFill>
                <a:latin typeface="Arial" panose="020B0604020202020204" pitchFamily="34" charset="0"/>
              </a:rPr>
              <a:t>in order to design a half adder. The circuit to realize half adder using NAND gates is shown below.</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a:extLst>
              <a:ext uri="{FF2B5EF4-FFF2-40B4-BE49-F238E27FC236}">
                <a16:creationId xmlns:a16="http://schemas.microsoft.com/office/drawing/2014/main" id="{721AC899-C273-4620-B152-E64FE44E7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81000"/>
            <a:ext cx="7162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2">
            <a:extLst>
              <a:ext uri="{FF2B5EF4-FFF2-40B4-BE49-F238E27FC236}">
                <a16:creationId xmlns:a16="http://schemas.microsoft.com/office/drawing/2014/main" id="{E4C75185-705E-4CDA-B87C-EFF5F372FBDD}"/>
              </a:ext>
            </a:extLst>
          </p:cNvPr>
          <p:cNvSpPr>
            <a:spLocks noChangeArrowheads="1"/>
          </p:cNvSpPr>
          <p:nvPr/>
        </p:nvSpPr>
        <p:spPr bwMode="auto">
          <a:xfrm>
            <a:off x="4419600" y="0"/>
            <a:ext cx="3843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Half Adder using only NOR Gates</a:t>
            </a:r>
          </a:p>
        </p:txBody>
      </p:sp>
      <p:sp>
        <p:nvSpPr>
          <p:cNvPr id="98308" name="Rectangle 3">
            <a:extLst>
              <a:ext uri="{FF2B5EF4-FFF2-40B4-BE49-F238E27FC236}">
                <a16:creationId xmlns:a16="http://schemas.microsoft.com/office/drawing/2014/main" id="{E1CDD2F9-72D0-4983-AC42-7A8E7463CDF2}"/>
              </a:ext>
            </a:extLst>
          </p:cNvPr>
          <p:cNvSpPr>
            <a:spLocks noChangeArrowheads="1"/>
          </p:cNvSpPr>
          <p:nvPr/>
        </p:nvSpPr>
        <p:spPr bwMode="auto">
          <a:xfrm>
            <a:off x="4775200" y="4645025"/>
            <a:ext cx="292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Limitations of Half Adder</a:t>
            </a:r>
          </a:p>
        </p:txBody>
      </p:sp>
      <p:sp>
        <p:nvSpPr>
          <p:cNvPr id="98309" name="Rectangle 4">
            <a:extLst>
              <a:ext uri="{FF2B5EF4-FFF2-40B4-BE49-F238E27FC236}">
                <a16:creationId xmlns:a16="http://schemas.microsoft.com/office/drawing/2014/main" id="{071378A1-58BA-4B29-B5A3-3CD06CA1982E}"/>
              </a:ext>
            </a:extLst>
          </p:cNvPr>
          <p:cNvSpPr>
            <a:spLocks noChangeArrowheads="1"/>
          </p:cNvSpPr>
          <p:nvPr/>
        </p:nvSpPr>
        <p:spPr bwMode="auto">
          <a:xfrm>
            <a:off x="1752600" y="5029201"/>
            <a:ext cx="8686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The reason these simple binary adders are called Half Adders is that </a:t>
            </a:r>
            <a:r>
              <a:rPr lang="en-US" altLang="en-US" sz="1800">
                <a:solidFill>
                  <a:srgbClr val="C00000"/>
                </a:solidFill>
                <a:latin typeface="Arial" panose="020B0604020202020204" pitchFamily="34" charset="0"/>
              </a:rPr>
              <a:t>there is no scope for them to add the carry bit from previous bit</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This is a </a:t>
            </a:r>
            <a:r>
              <a:rPr lang="en-US" altLang="en-US" sz="1800">
                <a:solidFill>
                  <a:srgbClr val="C00000"/>
                </a:solidFill>
                <a:latin typeface="Arial" panose="020B0604020202020204" pitchFamily="34" charset="0"/>
              </a:rPr>
              <a:t>major limitation </a:t>
            </a:r>
            <a:r>
              <a:rPr lang="en-US" altLang="en-US" sz="1800">
                <a:solidFill>
                  <a:srgbClr val="2B0BB5"/>
                </a:solidFill>
                <a:latin typeface="Arial" panose="020B0604020202020204" pitchFamily="34" charset="0"/>
              </a:rPr>
              <a:t>of half adders </a:t>
            </a:r>
            <a:r>
              <a:rPr lang="en-US" altLang="en-US" sz="1800">
                <a:solidFill>
                  <a:srgbClr val="C00000"/>
                </a:solidFill>
                <a:latin typeface="Arial" panose="020B0604020202020204" pitchFamily="34" charset="0"/>
              </a:rPr>
              <a:t>when used as binary adders especially in real time scenarios</a:t>
            </a:r>
            <a:r>
              <a:rPr lang="en-US" altLang="en-US" sz="1800">
                <a:solidFill>
                  <a:srgbClr val="2B0BB5"/>
                </a:solidFill>
                <a:latin typeface="Arial" panose="020B0604020202020204" pitchFamily="34" charset="0"/>
              </a:rPr>
              <a:t> </a:t>
            </a:r>
            <a:r>
              <a:rPr lang="en-US" altLang="en-US" sz="1800" u="sng">
                <a:solidFill>
                  <a:srgbClr val="C00000"/>
                </a:solidFill>
                <a:latin typeface="Arial" panose="020B0604020202020204" pitchFamily="34" charset="0"/>
              </a:rPr>
              <a:t>which involves </a:t>
            </a:r>
            <a:r>
              <a:rPr lang="en-US" altLang="en-US" sz="1800">
                <a:solidFill>
                  <a:srgbClr val="C00000"/>
                </a:solidFill>
                <a:latin typeface="Arial" panose="020B0604020202020204" pitchFamily="34" charset="0"/>
              </a:rPr>
              <a:t>addition of multiple bits</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To</a:t>
            </a:r>
            <a:r>
              <a:rPr lang="en-US" altLang="en-US" sz="1800" b="1">
                <a:solidFill>
                  <a:srgbClr val="2B0BB5"/>
                </a:solidFill>
                <a:latin typeface="Arial" panose="020B0604020202020204" pitchFamily="34" charset="0"/>
              </a:rPr>
              <a:t> </a:t>
            </a:r>
            <a:r>
              <a:rPr lang="en-US" altLang="en-US" sz="1800" b="1">
                <a:solidFill>
                  <a:srgbClr val="FF0000"/>
                </a:solidFill>
                <a:latin typeface="Arial" panose="020B0604020202020204" pitchFamily="34" charset="0"/>
              </a:rPr>
              <a:t>overcome this limitation, full adders are developed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
            <a:extLst>
              <a:ext uri="{FF2B5EF4-FFF2-40B4-BE49-F238E27FC236}">
                <a16:creationId xmlns:a16="http://schemas.microsoft.com/office/drawing/2014/main" id="{CE3B8C98-6DD6-4B76-A8CA-C5A814EB8044}"/>
              </a:ext>
            </a:extLst>
          </p:cNvPr>
          <p:cNvSpPr>
            <a:spLocks noChangeArrowheads="1"/>
          </p:cNvSpPr>
          <p:nvPr/>
        </p:nvSpPr>
        <p:spPr bwMode="auto">
          <a:xfrm>
            <a:off x="4986338" y="1"/>
            <a:ext cx="1947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Full Adder</a:t>
            </a:r>
            <a:endParaRPr lang="en-US" altLang="en-US" sz="2800">
              <a:latin typeface="Arial" panose="020B0604020202020204" pitchFamily="34" charset="0"/>
            </a:endParaRPr>
          </a:p>
        </p:txBody>
      </p:sp>
      <p:sp>
        <p:nvSpPr>
          <p:cNvPr id="99331" name="Rectangle 2">
            <a:extLst>
              <a:ext uri="{FF2B5EF4-FFF2-40B4-BE49-F238E27FC236}">
                <a16:creationId xmlns:a16="http://schemas.microsoft.com/office/drawing/2014/main" id="{23DC0B60-152B-4A4E-AE5E-BAFAA7E2F002}"/>
              </a:ext>
            </a:extLst>
          </p:cNvPr>
          <p:cNvSpPr>
            <a:spLocks noChangeArrowheads="1"/>
          </p:cNvSpPr>
          <p:nvPr/>
        </p:nvSpPr>
        <p:spPr bwMode="auto">
          <a:xfrm>
            <a:off x="1752600" y="533400"/>
            <a:ext cx="8915400"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C00000"/>
                </a:solidFill>
                <a:latin typeface="Arial" panose="020B0604020202020204" pitchFamily="34" charset="0"/>
              </a:rPr>
              <a:t>Full adder is a digital circuit used to perform complete one bit binary addition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is used to </a:t>
            </a:r>
            <a:r>
              <a:rPr lang="en-US" altLang="en-US" sz="1800" b="1">
                <a:solidFill>
                  <a:srgbClr val="C00000"/>
                </a:solidFill>
                <a:latin typeface="Arial" panose="020B0604020202020204" pitchFamily="34" charset="0"/>
              </a:rPr>
              <a:t>calculate the binary sum of three input binary bits, </a:t>
            </a:r>
            <a:r>
              <a:rPr lang="en-US" altLang="en-US" sz="1800">
                <a:solidFill>
                  <a:srgbClr val="2B0BB5"/>
                </a:solidFill>
                <a:latin typeface="Arial" panose="020B0604020202020204" pitchFamily="34" charset="0"/>
              </a:rPr>
              <a:t>which is the main difference between this and half adder.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Full adders are </a:t>
            </a:r>
            <a:r>
              <a:rPr lang="en-US" altLang="en-US" sz="1800">
                <a:solidFill>
                  <a:srgbClr val="C00000"/>
                </a:solidFill>
                <a:latin typeface="Arial" panose="020B0604020202020204" pitchFamily="34" charset="0"/>
              </a:rPr>
              <a:t>complex and difficult to implement </a:t>
            </a:r>
            <a:r>
              <a:rPr lang="en-US" altLang="en-US" sz="1800">
                <a:solidFill>
                  <a:srgbClr val="2B0BB5"/>
                </a:solidFill>
                <a:latin typeface="Arial" panose="020B0604020202020204" pitchFamily="34" charset="0"/>
              </a:rPr>
              <a:t>when compared to half adders. </a:t>
            </a:r>
          </a:p>
          <a:p>
            <a:pPr eaLnBrk="1" hangingPunct="1">
              <a:lnSpc>
                <a:spcPct val="150000"/>
              </a:lnSpc>
              <a:spcBef>
                <a:spcPct val="0"/>
              </a:spcBef>
              <a:buFont typeface="Wingdings" panose="05000000000000000000" pitchFamily="2" charset="2"/>
              <a:buChar char="Ø"/>
            </a:pPr>
            <a:r>
              <a:rPr lang="en-US" altLang="en-US" sz="1800" b="1">
                <a:solidFill>
                  <a:srgbClr val="2B0BB5"/>
                </a:solidFill>
                <a:latin typeface="Arial" panose="020B0604020202020204" pitchFamily="34" charset="0"/>
              </a:rPr>
              <a:t>Two of the three bits are same as before</a:t>
            </a: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A the augend bit and B the addend bit</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additional third bit is carry bit </a:t>
            </a:r>
            <a:r>
              <a:rPr lang="en-US" altLang="en-US" sz="1800" b="1">
                <a:solidFill>
                  <a:srgbClr val="2B0BB5"/>
                </a:solidFill>
                <a:latin typeface="Arial" panose="020B0604020202020204" pitchFamily="34" charset="0"/>
              </a:rPr>
              <a:t>from the previous stage </a:t>
            </a:r>
            <a:r>
              <a:rPr lang="en-US" altLang="en-US" sz="1800">
                <a:solidFill>
                  <a:srgbClr val="2B0BB5"/>
                </a:solidFill>
                <a:latin typeface="Arial" panose="020B0604020202020204" pitchFamily="34" charset="0"/>
              </a:rPr>
              <a:t>and is called Carry, in generally represented by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calculates the sum of three bits along with the carry.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output carry is called Carry – out and is represented by 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a:t>
            </a:r>
          </a:p>
        </p:txBody>
      </p:sp>
      <p:grpSp>
        <p:nvGrpSpPr>
          <p:cNvPr id="99332" name="Group 5">
            <a:extLst>
              <a:ext uri="{FF2B5EF4-FFF2-40B4-BE49-F238E27FC236}">
                <a16:creationId xmlns:a16="http://schemas.microsoft.com/office/drawing/2014/main" id="{880192C4-E809-473D-B741-C2E097964AE9}"/>
              </a:ext>
            </a:extLst>
          </p:cNvPr>
          <p:cNvGrpSpPr>
            <a:grpSpLocks/>
          </p:cNvGrpSpPr>
          <p:nvPr/>
        </p:nvGrpSpPr>
        <p:grpSpPr bwMode="auto">
          <a:xfrm>
            <a:off x="2209800" y="4343400"/>
            <a:ext cx="7162800" cy="2286000"/>
            <a:chOff x="685800" y="4343400"/>
            <a:chExt cx="7162800" cy="2286000"/>
          </a:xfrm>
        </p:grpSpPr>
        <p:pic>
          <p:nvPicPr>
            <p:cNvPr id="99333" name="Picture 2">
              <a:extLst>
                <a:ext uri="{FF2B5EF4-FFF2-40B4-BE49-F238E27FC236}">
                  <a16:creationId xmlns:a16="http://schemas.microsoft.com/office/drawing/2014/main" id="{196AB67B-6C94-4B63-B128-A91B26CB9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343400"/>
              <a:ext cx="2667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6">
              <a:extLst>
                <a:ext uri="{FF2B5EF4-FFF2-40B4-BE49-F238E27FC236}">
                  <a16:creationId xmlns:a16="http://schemas.microsoft.com/office/drawing/2014/main" id="{80977A12-F04D-4686-829A-E8C6EF86A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343400"/>
              <a:ext cx="3581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10">
            <a:extLst>
              <a:ext uri="{FF2B5EF4-FFF2-40B4-BE49-F238E27FC236}">
                <a16:creationId xmlns:a16="http://schemas.microsoft.com/office/drawing/2014/main" id="{4F9C43BE-72E6-4B1D-AA6B-165BD6668D86}"/>
              </a:ext>
            </a:extLst>
          </p:cNvPr>
          <p:cNvGrpSpPr>
            <a:grpSpLocks/>
          </p:cNvGrpSpPr>
          <p:nvPr/>
        </p:nvGrpSpPr>
        <p:grpSpPr bwMode="auto">
          <a:xfrm>
            <a:off x="1828800" y="0"/>
            <a:ext cx="8382000" cy="6604000"/>
            <a:chOff x="304800" y="0"/>
            <a:chExt cx="8382000" cy="6604575"/>
          </a:xfrm>
        </p:grpSpPr>
        <p:sp>
          <p:nvSpPr>
            <p:cNvPr id="2" name="Rectangle 2">
              <a:extLst>
                <a:ext uri="{FF2B5EF4-FFF2-40B4-BE49-F238E27FC236}">
                  <a16:creationId xmlns:a16="http://schemas.microsoft.com/office/drawing/2014/main" id="{D64E6C66-487A-425E-874F-6196F8FE3D3A}"/>
                </a:ext>
              </a:extLst>
            </p:cNvPr>
            <p:cNvSpPr txBox="1">
              <a:spLocks noChangeArrowheads="1"/>
            </p:cNvSpPr>
            <p:nvPr/>
          </p:nvSpPr>
          <p:spPr>
            <a:xfrm>
              <a:off x="990600" y="0"/>
              <a:ext cx="6858000" cy="45724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Design of Binary ADDER: </a:t>
              </a:r>
              <a:r>
                <a:rPr lang="en-US" sz="2800" b="1" u="sng" dirty="0">
                  <a:solidFill>
                    <a:srgbClr val="FF0000"/>
                  </a:solidFill>
                  <a:latin typeface="Arial" charset="0"/>
                </a:rPr>
                <a:t>Full Adder</a:t>
              </a:r>
            </a:p>
            <a:p>
              <a:pPr algn="ctr" eaLnBrk="1" hangingPunct="1">
                <a:defRPr/>
              </a:pPr>
              <a:endParaRPr lang="en-US" sz="2800" u="sng" dirty="0">
                <a:solidFill>
                  <a:srgbClr val="FF0000"/>
                </a:solidFill>
                <a:latin typeface="Arial" charset="0"/>
                <a:ea typeface="+mj-ea"/>
                <a:cs typeface="+mj-cs"/>
              </a:endParaRPr>
            </a:p>
          </p:txBody>
        </p:sp>
        <p:pic>
          <p:nvPicPr>
            <p:cNvPr id="100356" name="Picture 2">
              <a:extLst>
                <a:ext uri="{FF2B5EF4-FFF2-40B4-BE49-F238E27FC236}">
                  <a16:creationId xmlns:a16="http://schemas.microsoft.com/office/drawing/2014/main" id="{705D551B-558D-482E-9695-DC37AE6E7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44958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4">
              <a:extLst>
                <a:ext uri="{FF2B5EF4-FFF2-40B4-BE49-F238E27FC236}">
                  <a16:creationId xmlns:a16="http://schemas.microsoft.com/office/drawing/2014/main" id="{64306CE0-F8B6-4DCC-B9D4-F54CBA4DCA89}"/>
                </a:ext>
              </a:extLst>
            </p:cNvPr>
            <p:cNvSpPr>
              <a:spLocks noChangeArrowheads="1"/>
            </p:cNvSpPr>
            <p:nvPr/>
          </p:nvSpPr>
          <p:spPr bwMode="auto">
            <a:xfrm>
              <a:off x="685800" y="696913"/>
              <a:ext cx="335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The truth table for full adder</a:t>
              </a:r>
            </a:p>
          </p:txBody>
        </p:sp>
        <p:pic>
          <p:nvPicPr>
            <p:cNvPr id="100358" name="Picture 3">
              <a:extLst>
                <a:ext uri="{FF2B5EF4-FFF2-40B4-BE49-F238E27FC236}">
                  <a16:creationId xmlns:a16="http://schemas.microsoft.com/office/drawing/2014/main" id="{F2D97648-957D-4442-AE1C-28F79CAA7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914400"/>
              <a:ext cx="3505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9" name="Rectangle 6">
              <a:extLst>
                <a:ext uri="{FF2B5EF4-FFF2-40B4-BE49-F238E27FC236}">
                  <a16:creationId xmlns:a16="http://schemas.microsoft.com/office/drawing/2014/main" id="{CF012255-0A4B-4CD5-832D-32AF2669BA70}"/>
                </a:ext>
              </a:extLst>
            </p:cNvPr>
            <p:cNvSpPr>
              <a:spLocks noChangeArrowheads="1"/>
            </p:cNvSpPr>
            <p:nvPr/>
          </p:nvSpPr>
          <p:spPr bwMode="auto">
            <a:xfrm>
              <a:off x="5029200" y="560752"/>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Sum S</a:t>
              </a:r>
            </a:p>
          </p:txBody>
        </p:sp>
        <p:sp>
          <p:nvSpPr>
            <p:cNvPr id="100360" name="Rectangle 7">
              <a:extLst>
                <a:ext uri="{FF2B5EF4-FFF2-40B4-BE49-F238E27FC236}">
                  <a16:creationId xmlns:a16="http://schemas.microsoft.com/office/drawing/2014/main" id="{24B89E3F-58F8-41B1-B0B7-9EC9D82684EB}"/>
                </a:ext>
              </a:extLst>
            </p:cNvPr>
            <p:cNvSpPr>
              <a:spLocks noChangeArrowheads="1"/>
            </p:cNvSpPr>
            <p:nvPr/>
          </p:nvSpPr>
          <p:spPr bwMode="auto">
            <a:xfrm>
              <a:off x="5265737" y="3505200"/>
              <a:ext cx="334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Carry – out C</a:t>
              </a:r>
              <a:r>
                <a:rPr lang="en-US" altLang="en-US" sz="1800" b="1" u="sng" baseline="-25000">
                  <a:solidFill>
                    <a:srgbClr val="FF0000"/>
                  </a:solidFill>
                  <a:latin typeface="Arial" panose="020B0604020202020204" pitchFamily="34" charset="0"/>
                </a:rPr>
                <a:t>OUT</a:t>
              </a:r>
            </a:p>
          </p:txBody>
        </p:sp>
        <p:pic>
          <p:nvPicPr>
            <p:cNvPr id="100361" name="Picture 4">
              <a:extLst>
                <a:ext uri="{FF2B5EF4-FFF2-40B4-BE49-F238E27FC236}">
                  <a16:creationId xmlns:a16="http://schemas.microsoft.com/office/drawing/2014/main" id="{33785970-D187-4F80-90C0-F96945B9F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962400"/>
              <a:ext cx="35052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2" name="Rectangle 9">
              <a:extLst>
                <a:ext uri="{FF2B5EF4-FFF2-40B4-BE49-F238E27FC236}">
                  <a16:creationId xmlns:a16="http://schemas.microsoft.com/office/drawing/2014/main" id="{A0BB470C-39FB-4DEA-BC11-B90F82AB758D}"/>
                </a:ext>
              </a:extLst>
            </p:cNvPr>
            <p:cNvSpPr>
              <a:spLocks noChangeArrowheads="1"/>
            </p:cNvSpPr>
            <p:nvPr/>
          </p:nvSpPr>
          <p:spPr bwMode="auto">
            <a:xfrm>
              <a:off x="5486400" y="6019800"/>
              <a:ext cx="24536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C</a:t>
              </a:r>
              <a:r>
                <a:rPr lang="en-US" altLang="en-US" sz="1600" baseline="-25000">
                  <a:solidFill>
                    <a:srgbClr val="2B0BB5"/>
                  </a:solidFill>
                  <a:latin typeface="Arial" panose="020B0604020202020204" pitchFamily="34" charset="0"/>
                </a:rPr>
                <a:t>OUT</a:t>
              </a:r>
              <a:r>
                <a:rPr lang="en-US" altLang="en-US" sz="1600">
                  <a:solidFill>
                    <a:srgbClr val="2B0BB5"/>
                  </a:solidFill>
                  <a:latin typeface="Arial" panose="020B0604020202020204" pitchFamily="34" charset="0"/>
                </a:rPr>
                <a:t> </a:t>
              </a:r>
            </a:p>
            <a:p>
              <a:pPr eaLnBrk="1" hangingPunct="1">
                <a:spcBef>
                  <a:spcPct val="0"/>
                </a:spcBef>
                <a:buFontTx/>
                <a:buNone/>
              </a:pPr>
              <a:r>
                <a:rPr lang="en-US" altLang="en-US" sz="1600" b="1">
                  <a:solidFill>
                    <a:srgbClr val="C00000"/>
                  </a:solidFill>
                  <a:latin typeface="Arial" panose="020B0604020202020204" pitchFamily="34" charset="0"/>
                </a:rPr>
                <a:t>C</a:t>
              </a:r>
              <a:r>
                <a:rPr lang="en-US" altLang="en-US" sz="1600" b="1" baseline="-25000">
                  <a:solidFill>
                    <a:srgbClr val="C00000"/>
                  </a:solidFill>
                  <a:latin typeface="Arial" panose="020B0604020202020204" pitchFamily="34" charset="0"/>
                </a:rPr>
                <a:t>OUT </a:t>
              </a:r>
              <a:r>
                <a:rPr lang="en-US" altLang="en-US" sz="1600" b="1">
                  <a:solidFill>
                    <a:srgbClr val="C00000"/>
                  </a:solidFill>
                  <a:latin typeface="Arial" panose="020B0604020202020204" pitchFamily="34" charset="0"/>
                </a:rPr>
                <a:t>= AB + AC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 + BC</a:t>
              </a:r>
              <a:r>
                <a:rPr lang="en-US" altLang="en-US" sz="1600" b="1" baseline="-25000">
                  <a:solidFill>
                    <a:srgbClr val="C00000"/>
                  </a:solidFill>
                  <a:latin typeface="Arial" panose="020B0604020202020204" pitchFamily="34" charset="0"/>
                </a:rPr>
                <a:t>IN</a:t>
              </a:r>
            </a:p>
          </p:txBody>
        </p:sp>
        <p:sp>
          <p:nvSpPr>
            <p:cNvPr id="100363" name="Rectangle 10">
              <a:extLst>
                <a:ext uri="{FF2B5EF4-FFF2-40B4-BE49-F238E27FC236}">
                  <a16:creationId xmlns:a16="http://schemas.microsoft.com/office/drawing/2014/main" id="{D88BDE1D-10A2-43B4-AF95-25DDE03371A3}"/>
                </a:ext>
              </a:extLst>
            </p:cNvPr>
            <p:cNvSpPr>
              <a:spLocks noChangeArrowheads="1"/>
            </p:cNvSpPr>
            <p:nvPr/>
          </p:nvSpPr>
          <p:spPr bwMode="auto">
            <a:xfrm>
              <a:off x="5257800" y="2948226"/>
              <a:ext cx="3124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Sum, S </a:t>
              </a:r>
            </a:p>
            <a:p>
              <a:pPr eaLnBrk="1" hangingPunct="1">
                <a:spcBef>
                  <a:spcPct val="0"/>
                </a:spcBef>
                <a:buFontTx/>
                <a:buNone/>
              </a:pPr>
              <a:r>
                <a:rPr lang="en-US" altLang="en-US" sz="1600" b="1">
                  <a:solidFill>
                    <a:srgbClr val="C00000"/>
                  </a:solidFill>
                  <a:latin typeface="Arial" panose="020B0604020202020204" pitchFamily="34" charset="0"/>
                </a:rPr>
                <a:t>S = A’B’C+A’BC’+AB’C’+ABC</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159BCF-DEF1-4B89-AE68-2369C7DBAAE9}"/>
              </a:ext>
            </a:extLst>
          </p:cNvPr>
          <p:cNvSpPr/>
          <p:nvPr/>
        </p:nvSpPr>
        <p:spPr>
          <a:xfrm>
            <a:off x="1828800" y="455613"/>
            <a:ext cx="8153400" cy="2062162"/>
          </a:xfrm>
          <a:prstGeom prst="rect">
            <a:avLst/>
          </a:prstGeom>
        </p:spPr>
        <p:txBody>
          <a:bodyPr>
            <a:spAutoFit/>
          </a:bodyPr>
          <a:lstStyle/>
          <a:p>
            <a:pPr marL="284163" indent="-284163">
              <a:spcBef>
                <a:spcPts val="600"/>
              </a:spcBef>
              <a:buFont typeface="Wingdings" pitchFamily="2" charset="2"/>
              <a:buChar char="Ø"/>
              <a:defRPr/>
            </a:pPr>
            <a:r>
              <a:rPr lang="en-US" dirty="0">
                <a:solidFill>
                  <a:srgbClr val="2B0BB5"/>
                </a:solidFill>
                <a:latin typeface="Arial" charset="0"/>
              </a:rPr>
              <a:t>In order </a:t>
            </a:r>
            <a:r>
              <a:rPr lang="en-US" b="1" dirty="0">
                <a:solidFill>
                  <a:srgbClr val="2B0BB5"/>
                </a:solidFill>
                <a:latin typeface="Arial" charset="0"/>
              </a:rPr>
              <a:t>to implement a combinational circuit for Full Adder</a:t>
            </a:r>
            <a:r>
              <a:rPr lang="en-US" dirty="0">
                <a:solidFill>
                  <a:srgbClr val="2B0BB5"/>
                </a:solidFill>
                <a:latin typeface="Arial" charset="0"/>
              </a:rPr>
              <a:t>, it is clear from the equations that </a:t>
            </a:r>
            <a:r>
              <a:rPr lang="en-US" dirty="0">
                <a:solidFill>
                  <a:srgbClr val="C00000"/>
                </a:solidFill>
                <a:latin typeface="Arial" charset="0"/>
              </a:rPr>
              <a:t>we need </a:t>
            </a:r>
          </a:p>
          <a:p>
            <a:pPr marL="284163" indent="-284163">
              <a:spcBef>
                <a:spcPts val="600"/>
              </a:spcBef>
              <a:buFont typeface="Wingdings" pitchFamily="2" charset="2"/>
              <a:buChar char="Ø"/>
              <a:defRPr/>
            </a:pPr>
            <a:r>
              <a:rPr lang="en-US" b="1" dirty="0">
                <a:solidFill>
                  <a:srgbClr val="FF0000"/>
                </a:solidFill>
                <a:latin typeface="Arial" charset="0"/>
              </a:rPr>
              <a:t>For Sum </a:t>
            </a:r>
            <a:endParaRPr lang="en-US" dirty="0">
              <a:solidFill>
                <a:srgbClr val="FF0000"/>
              </a:solidFill>
              <a:latin typeface="Arial" charset="0"/>
            </a:endParaRPr>
          </a:p>
          <a:p>
            <a:pPr marL="569913" indent="-285750">
              <a:spcBef>
                <a:spcPts val="600"/>
              </a:spcBef>
              <a:buFont typeface="Wingdings" pitchFamily="2" charset="2"/>
              <a:buChar char="§"/>
              <a:defRPr/>
            </a:pPr>
            <a:r>
              <a:rPr lang="en-US" b="1" dirty="0">
                <a:solidFill>
                  <a:srgbClr val="C00000"/>
                </a:solidFill>
                <a:latin typeface="Arial" charset="0"/>
              </a:rPr>
              <a:t>4 three input AND gates </a:t>
            </a:r>
            <a:r>
              <a:rPr lang="en-US" dirty="0">
                <a:solidFill>
                  <a:srgbClr val="2B0BB5"/>
                </a:solidFill>
                <a:latin typeface="Arial" charset="0"/>
              </a:rPr>
              <a:t>and </a:t>
            </a:r>
          </a:p>
          <a:p>
            <a:pPr marL="569913" indent="-285750">
              <a:spcBef>
                <a:spcPts val="600"/>
              </a:spcBef>
              <a:buFont typeface="Wingdings" pitchFamily="2" charset="2"/>
              <a:buChar char="§"/>
              <a:defRPr/>
            </a:pPr>
            <a:r>
              <a:rPr lang="en-US" b="1" dirty="0">
                <a:solidFill>
                  <a:srgbClr val="C00000"/>
                </a:solidFill>
                <a:latin typeface="Arial" charset="0"/>
              </a:rPr>
              <a:t>1 four input OR gate </a:t>
            </a:r>
            <a:r>
              <a:rPr lang="en-US" dirty="0">
                <a:solidFill>
                  <a:srgbClr val="2B0BB5"/>
                </a:solidFill>
                <a:latin typeface="Arial" charset="0"/>
              </a:rPr>
              <a:t>and </a:t>
            </a:r>
          </a:p>
          <a:p>
            <a:pPr marL="284163" indent="-284163">
              <a:spcBef>
                <a:spcPts val="600"/>
              </a:spcBef>
              <a:buFont typeface="Wingdings" pitchFamily="2" charset="2"/>
              <a:buChar char="Ø"/>
              <a:defRPr/>
            </a:pPr>
            <a:r>
              <a:rPr lang="en-US" dirty="0">
                <a:solidFill>
                  <a:srgbClr val="2B0BB5"/>
                </a:solidFill>
                <a:latin typeface="Arial" charset="0"/>
              </a:rPr>
              <a:t>The logic circuit for full adder is shown below.</a:t>
            </a:r>
          </a:p>
        </p:txBody>
      </p:sp>
      <p:sp>
        <p:nvSpPr>
          <p:cNvPr id="101379" name="Rectangle 2">
            <a:extLst>
              <a:ext uri="{FF2B5EF4-FFF2-40B4-BE49-F238E27FC236}">
                <a16:creationId xmlns:a16="http://schemas.microsoft.com/office/drawing/2014/main" id="{F808AE17-DB4B-4F71-B844-C6EAB48D0EF6}"/>
              </a:ext>
            </a:extLst>
          </p:cNvPr>
          <p:cNvSpPr>
            <a:spLocks noChangeArrowheads="1"/>
          </p:cNvSpPr>
          <p:nvPr/>
        </p:nvSpPr>
        <p:spPr bwMode="auto">
          <a:xfrm>
            <a:off x="4572001" y="1"/>
            <a:ext cx="3184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Full Adder Circuit</a:t>
            </a:r>
            <a:endParaRPr lang="en-US" altLang="en-US" sz="2800">
              <a:latin typeface="Arial" panose="020B0604020202020204" pitchFamily="34" charset="0"/>
            </a:endParaRPr>
          </a:p>
        </p:txBody>
      </p:sp>
      <p:sp>
        <p:nvSpPr>
          <p:cNvPr id="101380" name="Rectangle 8">
            <a:extLst>
              <a:ext uri="{FF2B5EF4-FFF2-40B4-BE49-F238E27FC236}">
                <a16:creationId xmlns:a16="http://schemas.microsoft.com/office/drawing/2014/main" id="{4F5FB4F5-B4D1-4716-8AD4-970C3BF3C699}"/>
              </a:ext>
            </a:extLst>
          </p:cNvPr>
          <p:cNvSpPr>
            <a:spLocks noChangeArrowheads="1"/>
          </p:cNvSpPr>
          <p:nvPr/>
        </p:nvSpPr>
        <p:spPr bwMode="auto">
          <a:xfrm>
            <a:off x="5715000" y="1055688"/>
            <a:ext cx="4572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69913"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ts val="600"/>
              </a:spcBef>
              <a:buFont typeface="Wingdings" panose="05000000000000000000" pitchFamily="2" charset="2"/>
              <a:buChar char="Ø"/>
            </a:pPr>
            <a:r>
              <a:rPr lang="en-US" altLang="en-US" sz="1800" b="1">
                <a:solidFill>
                  <a:srgbClr val="FF0000"/>
                </a:solidFill>
                <a:latin typeface="Arial" panose="020B0604020202020204" pitchFamily="34" charset="0"/>
              </a:rPr>
              <a:t>For Carry-out</a:t>
            </a:r>
            <a:r>
              <a:rPr lang="en-US" altLang="en-US" sz="1800">
                <a:solidFill>
                  <a:srgbClr val="FF0000"/>
                </a:solidFill>
                <a:latin typeface="Arial" panose="020B0604020202020204" pitchFamily="34" charset="0"/>
              </a:rPr>
              <a:t>.</a:t>
            </a:r>
          </a:p>
          <a:p>
            <a:pPr>
              <a:spcBef>
                <a:spcPts val="600"/>
              </a:spcBef>
              <a:buFont typeface="Wingdings" panose="05000000000000000000" pitchFamily="2" charset="2"/>
              <a:buChar char="§"/>
            </a:pPr>
            <a:r>
              <a:rPr lang="en-US" altLang="en-US" sz="1800" b="1">
                <a:solidFill>
                  <a:srgbClr val="C00000"/>
                </a:solidFill>
                <a:latin typeface="Arial" panose="020B0604020202020204" pitchFamily="34" charset="0"/>
              </a:rPr>
              <a:t>3 two input AND gates </a:t>
            </a:r>
            <a:r>
              <a:rPr lang="en-US" altLang="en-US" sz="1800">
                <a:solidFill>
                  <a:srgbClr val="2B0BB5"/>
                </a:solidFill>
                <a:latin typeface="Arial" panose="020B0604020202020204" pitchFamily="34" charset="0"/>
              </a:rPr>
              <a:t>and </a:t>
            </a:r>
          </a:p>
          <a:p>
            <a:pPr>
              <a:spcBef>
                <a:spcPts val="600"/>
              </a:spcBef>
              <a:buFont typeface="Wingdings" panose="05000000000000000000" pitchFamily="2" charset="2"/>
              <a:buChar char="§"/>
            </a:pPr>
            <a:r>
              <a:rPr lang="en-US" altLang="en-US" sz="1800" b="1">
                <a:solidFill>
                  <a:srgbClr val="C00000"/>
                </a:solidFill>
                <a:latin typeface="Arial" panose="020B0604020202020204" pitchFamily="34" charset="0"/>
              </a:rPr>
              <a:t>1 three input OR gate</a:t>
            </a:r>
            <a:endParaRPr lang="en-US" altLang="en-US" sz="1800">
              <a:solidFill>
                <a:srgbClr val="2B0BB5"/>
              </a:solidFill>
              <a:latin typeface="Arial" panose="020B0604020202020204" pitchFamily="34" charset="0"/>
            </a:endParaRPr>
          </a:p>
        </p:txBody>
      </p:sp>
      <p:pic>
        <p:nvPicPr>
          <p:cNvPr id="101381" name="Picture 10">
            <a:extLst>
              <a:ext uri="{FF2B5EF4-FFF2-40B4-BE49-F238E27FC236}">
                <a16:creationId xmlns:a16="http://schemas.microsoft.com/office/drawing/2014/main" id="{FA913BD1-BD9A-41D2-BED3-6D9247812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1" y="2513013"/>
            <a:ext cx="730567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1D5058F7-3B40-4B7F-8483-53DAF90EE498}"/>
              </a:ext>
            </a:extLst>
          </p:cNvPr>
          <p:cNvSpPr/>
          <p:nvPr/>
        </p:nvSpPr>
        <p:spPr>
          <a:xfrm>
            <a:off x="2940050" y="2919413"/>
            <a:ext cx="152400" cy="214312"/>
          </a:xfrm>
          <a:prstGeom prst="ellipse">
            <a:avLst/>
          </a:prstGeom>
          <a:ln w="2222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2403" name="Rectangle 1">
            <a:extLst>
              <a:ext uri="{FF2B5EF4-FFF2-40B4-BE49-F238E27FC236}">
                <a16:creationId xmlns:a16="http://schemas.microsoft.com/office/drawing/2014/main" id="{89A4B51C-66A8-447F-A6A3-FA20F0CE7D35}"/>
              </a:ext>
            </a:extLst>
          </p:cNvPr>
          <p:cNvSpPr>
            <a:spLocks noChangeArrowheads="1"/>
          </p:cNvSpPr>
          <p:nvPr/>
        </p:nvSpPr>
        <p:spPr bwMode="auto">
          <a:xfrm>
            <a:off x="1676400" y="260350"/>
            <a:ext cx="5791200" cy="656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1600">
                <a:solidFill>
                  <a:srgbClr val="2B0BB5"/>
                </a:solidFill>
                <a:latin typeface="Arial" panose="020B0604020202020204" pitchFamily="34" charset="0"/>
              </a:rPr>
              <a:t>We know the equations for S and C</a:t>
            </a:r>
            <a:r>
              <a:rPr lang="en-US" altLang="en-US" sz="1600" baseline="-25000">
                <a:solidFill>
                  <a:srgbClr val="2B0BB5"/>
                </a:solidFill>
                <a:latin typeface="Arial" panose="020B0604020202020204" pitchFamily="34" charset="0"/>
              </a:rPr>
              <a:t>OUT</a:t>
            </a:r>
            <a:r>
              <a:rPr lang="en-US" altLang="en-US" sz="1600">
                <a:solidFill>
                  <a:srgbClr val="2B0BB5"/>
                </a:solidFill>
                <a:latin typeface="Arial" panose="020B0604020202020204" pitchFamily="34" charset="0"/>
              </a:rPr>
              <a:t> from earlier calculations as</a:t>
            </a:r>
          </a:p>
          <a:p>
            <a:pPr eaLnBrk="1" hangingPunct="1">
              <a:lnSpc>
                <a:spcPct val="150000"/>
              </a:lnSpc>
              <a:spcBef>
                <a:spcPct val="0"/>
              </a:spcBef>
              <a:buFontTx/>
              <a:buNone/>
            </a:pPr>
            <a:r>
              <a:rPr lang="en-US" altLang="en-US" sz="1600">
                <a:latin typeface="Arial" panose="020B0604020202020204" pitchFamily="34" charset="0"/>
              </a:rPr>
              <a:t>         </a:t>
            </a:r>
            <a:r>
              <a:rPr lang="en-US" altLang="en-US" sz="1600">
                <a:solidFill>
                  <a:srgbClr val="C00000"/>
                </a:solidFill>
                <a:latin typeface="Arial" panose="020B0604020202020204" pitchFamily="34" charset="0"/>
              </a:rPr>
              <a:t>S = </a:t>
            </a:r>
            <a:r>
              <a:rPr lang="en-US" altLang="en-US" sz="1600" b="1">
                <a:solidFill>
                  <a:srgbClr val="C00000"/>
                </a:solidFill>
                <a:latin typeface="Arial" panose="020B0604020202020204" pitchFamily="34" charset="0"/>
              </a:rPr>
              <a:t>A’B’</a:t>
            </a:r>
            <a:r>
              <a:rPr lang="en-US" altLang="en-US" sz="1600">
                <a:solidFill>
                  <a:srgbClr val="C00000"/>
                </a:solidFill>
                <a:latin typeface="Arial" panose="020B0604020202020204" pitchFamily="34" charset="0"/>
              </a:rPr>
              <a:t>C</a:t>
            </a:r>
            <a:r>
              <a:rPr lang="en-US" altLang="en-US" sz="1600"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+A’B</a:t>
            </a:r>
            <a:r>
              <a:rPr lang="en-US" altLang="en-US" sz="1600">
                <a:solidFill>
                  <a:srgbClr val="C00000"/>
                </a:solidFill>
                <a:latin typeface="Arial" panose="020B0604020202020204" pitchFamily="34" charset="0"/>
              </a:rPr>
              <a:t>C’</a:t>
            </a:r>
            <a:r>
              <a:rPr lang="en-US" altLang="en-US" sz="1600"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+AB’</a:t>
            </a:r>
            <a:r>
              <a:rPr lang="en-US" altLang="en-US" sz="1600">
                <a:solidFill>
                  <a:srgbClr val="C00000"/>
                </a:solidFill>
                <a:latin typeface="Arial" panose="020B0604020202020204" pitchFamily="34" charset="0"/>
              </a:rPr>
              <a:t>C’</a:t>
            </a:r>
            <a:r>
              <a:rPr lang="en-US" altLang="en-US" sz="1600"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+AB</a:t>
            </a:r>
            <a:r>
              <a:rPr lang="en-US" altLang="en-US" sz="1600">
                <a:solidFill>
                  <a:srgbClr val="C00000"/>
                </a:solidFill>
                <a:latin typeface="Arial" panose="020B0604020202020204" pitchFamily="34" charset="0"/>
              </a:rPr>
              <a:t>C</a:t>
            </a:r>
            <a:r>
              <a:rPr lang="en-US" altLang="en-US" sz="1600" baseline="-25000">
                <a:solidFill>
                  <a:srgbClr val="C00000"/>
                </a:solidFill>
                <a:latin typeface="Arial" panose="020B0604020202020204" pitchFamily="34" charset="0"/>
              </a:rPr>
              <a:t>in</a:t>
            </a:r>
          </a:p>
          <a:p>
            <a:pPr eaLnBrk="1" hangingPunct="1">
              <a:lnSpc>
                <a:spcPct val="150000"/>
              </a:lnSpc>
              <a:spcBef>
                <a:spcPct val="0"/>
              </a:spcBef>
              <a:buFontTx/>
              <a:buNone/>
            </a:pPr>
            <a:r>
              <a:rPr lang="en-US" altLang="en-US" sz="1600">
                <a:solidFill>
                  <a:srgbClr val="C00000"/>
                </a:solidFill>
                <a:latin typeface="Arial" panose="020B0604020202020204" pitchFamily="34" charset="0"/>
              </a:rPr>
              <a:t>        C</a:t>
            </a:r>
            <a:r>
              <a:rPr lang="en-US" altLang="en-US" sz="1600" baseline="-25000">
                <a:solidFill>
                  <a:srgbClr val="C00000"/>
                </a:solidFill>
                <a:latin typeface="Arial" panose="020B0604020202020204" pitchFamily="34" charset="0"/>
              </a:rPr>
              <a:t>out</a:t>
            </a:r>
            <a:r>
              <a:rPr lang="en-US" altLang="en-US" sz="1600">
                <a:solidFill>
                  <a:srgbClr val="C00000"/>
                </a:solidFill>
                <a:latin typeface="Arial" panose="020B0604020202020204" pitchFamily="34" charset="0"/>
              </a:rPr>
              <a:t> = </a:t>
            </a:r>
            <a:r>
              <a:rPr lang="en-US" altLang="en-US" sz="1600" b="1">
                <a:solidFill>
                  <a:srgbClr val="C00000"/>
                </a:solidFill>
                <a:latin typeface="Arial" panose="020B0604020202020204" pitchFamily="34" charset="0"/>
              </a:rPr>
              <a:t>AB + AC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 + BC</a:t>
            </a:r>
            <a:r>
              <a:rPr lang="en-US" altLang="en-US" sz="1600" b="1" baseline="-25000">
                <a:solidFill>
                  <a:srgbClr val="C00000"/>
                </a:solidFill>
                <a:latin typeface="Arial" panose="020B0604020202020204" pitchFamily="34" charset="0"/>
              </a:rPr>
              <a:t>IN</a:t>
            </a:r>
            <a:endParaRPr lang="en-US" altLang="en-US" sz="1600" baseline="-25000">
              <a:solidFill>
                <a:srgbClr val="C00000"/>
              </a:solidFill>
              <a:latin typeface="Arial" panose="020B0604020202020204" pitchFamily="34" charset="0"/>
            </a:endParaRPr>
          </a:p>
          <a:p>
            <a:pPr eaLnBrk="1" hangingPunct="1">
              <a:lnSpc>
                <a:spcPct val="150000"/>
              </a:lnSpc>
              <a:spcBef>
                <a:spcPct val="0"/>
              </a:spcBef>
              <a:buFontTx/>
              <a:buNone/>
            </a:pPr>
            <a:r>
              <a:rPr lang="en-US" altLang="en-US" sz="1600">
                <a:solidFill>
                  <a:srgbClr val="2B0BB5"/>
                </a:solidFill>
                <a:latin typeface="Arial" panose="020B0604020202020204" pitchFamily="34" charset="0"/>
              </a:rPr>
              <a:t>We can rewrite the equation for sum as follows</a:t>
            </a:r>
            <a:r>
              <a:rPr lang="en-US" altLang="en-US" sz="1600">
                <a:latin typeface="Arial" panose="020B0604020202020204" pitchFamily="34" charset="0"/>
              </a:rPr>
              <a:t>.</a:t>
            </a:r>
          </a:p>
          <a:p>
            <a:pPr eaLnBrk="1" hangingPunct="1">
              <a:lnSpc>
                <a:spcPct val="150000"/>
              </a:lnSpc>
              <a:spcBef>
                <a:spcPct val="0"/>
              </a:spcBef>
              <a:buFontTx/>
              <a:buNone/>
            </a:pPr>
            <a:r>
              <a:rPr lang="en-US" altLang="en-US" sz="1800">
                <a:latin typeface="Arial" panose="020B0604020202020204" pitchFamily="34" charset="0"/>
              </a:rPr>
              <a:t>        </a:t>
            </a:r>
            <a:r>
              <a:rPr lang="en-US" altLang="en-US" sz="1400">
                <a:latin typeface="Arial" panose="020B0604020202020204" pitchFamily="34" charset="0"/>
              </a:rPr>
              <a:t> </a:t>
            </a:r>
            <a:r>
              <a:rPr lang="en-US" altLang="en-US" sz="1400">
                <a:solidFill>
                  <a:srgbClr val="C00000"/>
                </a:solidFill>
                <a:latin typeface="Arial" panose="020B0604020202020204" pitchFamily="34" charset="0"/>
              </a:rPr>
              <a:t>S =</a:t>
            </a:r>
            <a:r>
              <a:rPr lang="en-US" altLang="en-US" sz="1400" b="1">
                <a:solidFill>
                  <a:srgbClr val="C00000"/>
                </a:solidFill>
                <a:latin typeface="Arial" panose="020B0604020202020204" pitchFamily="34" charset="0"/>
              </a:rPr>
              <a:t> A’B’</a:t>
            </a:r>
            <a:r>
              <a:rPr lang="en-US" altLang="en-US" sz="1400">
                <a:solidFill>
                  <a:srgbClr val="C00000"/>
                </a:solidFill>
                <a:latin typeface="Arial" panose="020B0604020202020204" pitchFamily="34" charset="0"/>
              </a:rPr>
              <a:t>C</a:t>
            </a:r>
            <a:r>
              <a:rPr lang="en-US" altLang="en-US" sz="1400" baseline="-25000">
                <a:solidFill>
                  <a:srgbClr val="C00000"/>
                </a:solidFill>
                <a:latin typeface="Arial" panose="020B0604020202020204" pitchFamily="34" charset="0"/>
              </a:rPr>
              <a:t>in</a:t>
            </a:r>
            <a:r>
              <a:rPr lang="en-US" altLang="en-US" sz="1400" b="1">
                <a:solidFill>
                  <a:srgbClr val="C00000"/>
                </a:solidFill>
                <a:latin typeface="Arial" panose="020B0604020202020204" pitchFamily="34" charset="0"/>
              </a:rPr>
              <a:t>+A’B</a:t>
            </a:r>
            <a:r>
              <a:rPr lang="en-US" altLang="en-US" sz="1400">
                <a:solidFill>
                  <a:srgbClr val="C00000"/>
                </a:solidFill>
                <a:latin typeface="Arial" panose="020B0604020202020204" pitchFamily="34" charset="0"/>
              </a:rPr>
              <a:t>C’</a:t>
            </a:r>
            <a:r>
              <a:rPr lang="en-US" altLang="en-US" sz="1400" baseline="-25000">
                <a:solidFill>
                  <a:srgbClr val="C00000"/>
                </a:solidFill>
                <a:latin typeface="Arial" panose="020B0604020202020204" pitchFamily="34" charset="0"/>
              </a:rPr>
              <a:t>in</a:t>
            </a:r>
            <a:r>
              <a:rPr lang="en-US" altLang="en-US" sz="1400" b="1">
                <a:solidFill>
                  <a:srgbClr val="C00000"/>
                </a:solidFill>
                <a:latin typeface="Arial" panose="020B0604020202020204" pitchFamily="34" charset="0"/>
              </a:rPr>
              <a:t>+AB’</a:t>
            </a:r>
            <a:r>
              <a:rPr lang="en-US" altLang="en-US" sz="1400">
                <a:solidFill>
                  <a:srgbClr val="C00000"/>
                </a:solidFill>
                <a:latin typeface="Arial" panose="020B0604020202020204" pitchFamily="34" charset="0"/>
              </a:rPr>
              <a:t>C’</a:t>
            </a:r>
            <a:r>
              <a:rPr lang="en-US" altLang="en-US" sz="1400" baseline="-25000">
                <a:solidFill>
                  <a:srgbClr val="C00000"/>
                </a:solidFill>
                <a:latin typeface="Arial" panose="020B0604020202020204" pitchFamily="34" charset="0"/>
              </a:rPr>
              <a:t>in</a:t>
            </a:r>
            <a:r>
              <a:rPr lang="en-US" altLang="en-US" sz="1400" b="1">
                <a:solidFill>
                  <a:srgbClr val="C00000"/>
                </a:solidFill>
                <a:latin typeface="Arial" panose="020B0604020202020204" pitchFamily="34" charset="0"/>
              </a:rPr>
              <a:t>+AB</a:t>
            </a:r>
            <a:r>
              <a:rPr lang="en-US" altLang="en-US" sz="1400">
                <a:solidFill>
                  <a:srgbClr val="C00000"/>
                </a:solidFill>
                <a:latin typeface="Arial" panose="020B0604020202020204" pitchFamily="34" charset="0"/>
              </a:rPr>
              <a:t>C</a:t>
            </a:r>
            <a:r>
              <a:rPr lang="en-US" altLang="en-US" sz="1400" baseline="-25000">
                <a:solidFill>
                  <a:srgbClr val="C00000"/>
                </a:solidFill>
                <a:latin typeface="Arial" panose="020B0604020202020204" pitchFamily="34" charset="0"/>
              </a:rPr>
              <a:t>in</a:t>
            </a:r>
          </a:p>
          <a:p>
            <a:pPr eaLnBrk="1" hangingPunct="1">
              <a:lnSpc>
                <a:spcPct val="150000"/>
              </a:lnSpc>
              <a:spcBef>
                <a:spcPct val="0"/>
              </a:spcBef>
              <a:buFontTx/>
              <a:buNone/>
            </a:pPr>
            <a:r>
              <a:rPr lang="en-US" altLang="en-US" sz="1400" baseline="-25000">
                <a:solidFill>
                  <a:srgbClr val="C00000"/>
                </a:solidFill>
                <a:latin typeface="Arial" panose="020B0604020202020204" pitchFamily="34" charset="0"/>
              </a:rPr>
              <a:t>                  </a:t>
            </a:r>
            <a:r>
              <a:rPr lang="en-US" altLang="en-US" sz="1400">
                <a:solidFill>
                  <a:srgbClr val="C00000"/>
                </a:solidFill>
                <a:latin typeface="Arial" panose="020B0604020202020204" pitchFamily="34" charset="0"/>
              </a:rPr>
              <a:t>= 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(A’B’ + AB) + 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(A’B + AB’ )</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 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(A </a:t>
            </a:r>
            <a:r>
              <a:rPr lang="en-US" altLang="en-US" sz="1400">
                <a:solidFill>
                  <a:srgbClr val="C00000"/>
                </a:solidFill>
                <a:latin typeface="Arial" panose="020B0604020202020204" pitchFamily="34" charset="0"/>
                <a:sym typeface="Wingdings" panose="05000000000000000000" pitchFamily="2" charset="2"/>
              </a:rPr>
              <a:t> </a:t>
            </a:r>
            <a:r>
              <a:rPr lang="en-US" altLang="en-US" sz="1400">
                <a:solidFill>
                  <a:srgbClr val="C00000"/>
                </a:solidFill>
                <a:latin typeface="Arial" panose="020B0604020202020204" pitchFamily="34" charset="0"/>
              </a:rPr>
              <a:t> B) + 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(A    B )</a:t>
            </a:r>
          </a:p>
          <a:p>
            <a:pPr eaLnBrk="1" hangingPunct="1">
              <a:lnSpc>
                <a:spcPct val="150000"/>
              </a:lnSpc>
              <a:spcBef>
                <a:spcPct val="0"/>
              </a:spcBef>
              <a:buFontTx/>
              <a:buNone/>
            </a:pPr>
            <a:r>
              <a:rPr lang="en-US" altLang="en-US" sz="1400" b="1">
                <a:solidFill>
                  <a:srgbClr val="C00000"/>
                </a:solidFill>
                <a:latin typeface="Arial" panose="020B0604020202020204" pitchFamily="34" charset="0"/>
              </a:rPr>
              <a:t>            </a:t>
            </a:r>
            <a:r>
              <a:rPr lang="en-US" altLang="en-US" sz="1400">
                <a:solidFill>
                  <a:srgbClr val="C00000"/>
                </a:solidFill>
                <a:latin typeface="Arial" panose="020B0604020202020204" pitchFamily="34" charset="0"/>
              </a:rPr>
              <a:t>= 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(A    B)’ + 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(A     B )</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Therefore  S = 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(A     B) </a:t>
            </a:r>
          </a:p>
          <a:p>
            <a:pPr eaLnBrk="1" hangingPunct="1">
              <a:lnSpc>
                <a:spcPct val="150000"/>
              </a:lnSpc>
              <a:spcBef>
                <a:spcPct val="0"/>
              </a:spcBef>
              <a:buFontTx/>
              <a:buNone/>
            </a:pPr>
            <a:r>
              <a:rPr lang="en-US" altLang="en-US" sz="1600">
                <a:solidFill>
                  <a:srgbClr val="C00000"/>
                </a:solidFill>
                <a:latin typeface="Arial" panose="020B0604020202020204" pitchFamily="34" charset="0"/>
              </a:rPr>
              <a:t> </a:t>
            </a:r>
            <a:r>
              <a:rPr lang="en-US" altLang="en-US" sz="1400">
                <a:solidFill>
                  <a:srgbClr val="2B0BB5"/>
                </a:solidFill>
                <a:latin typeface="Arial" panose="020B0604020202020204" pitchFamily="34" charset="0"/>
              </a:rPr>
              <a:t>C</a:t>
            </a:r>
            <a:r>
              <a:rPr lang="en-US" altLang="en-US" sz="1400" baseline="-25000">
                <a:solidFill>
                  <a:srgbClr val="2B0BB5"/>
                </a:solidFill>
                <a:latin typeface="Arial" panose="020B0604020202020204" pitchFamily="34" charset="0"/>
              </a:rPr>
              <a:t>out</a:t>
            </a:r>
            <a:r>
              <a:rPr lang="en-US" altLang="en-US" sz="1400">
                <a:solidFill>
                  <a:srgbClr val="2B0BB5"/>
                </a:solidFill>
                <a:latin typeface="Arial" panose="020B0604020202020204" pitchFamily="34" charset="0"/>
              </a:rPr>
              <a:t> is simplified as</a:t>
            </a:r>
          </a:p>
          <a:p>
            <a:pPr eaLnBrk="1" hangingPunct="1">
              <a:lnSpc>
                <a:spcPct val="150000"/>
              </a:lnSpc>
              <a:spcBef>
                <a:spcPct val="0"/>
              </a:spcBef>
              <a:buFontTx/>
              <a:buNone/>
            </a:pPr>
            <a:r>
              <a:rPr lang="en-US" altLang="en-US" sz="1400">
                <a:latin typeface="Arial" panose="020B0604020202020204" pitchFamily="34" charset="0"/>
              </a:rPr>
              <a:t>     </a:t>
            </a:r>
            <a:r>
              <a:rPr lang="en-US" altLang="en-US" sz="1400">
                <a:solidFill>
                  <a:srgbClr val="C00000"/>
                </a:solidFill>
                <a:latin typeface="Arial" panose="020B0604020202020204" pitchFamily="34" charset="0"/>
              </a:rPr>
              <a:t> C</a:t>
            </a:r>
            <a:r>
              <a:rPr lang="en-US" altLang="en-US" sz="1400" baseline="-25000">
                <a:solidFill>
                  <a:srgbClr val="C00000"/>
                </a:solidFill>
                <a:latin typeface="Arial" panose="020B0604020202020204" pitchFamily="34" charset="0"/>
              </a:rPr>
              <a:t>OUT</a:t>
            </a:r>
            <a:r>
              <a:rPr lang="en-US" altLang="en-US" sz="1400">
                <a:solidFill>
                  <a:srgbClr val="C00000"/>
                </a:solidFill>
                <a:latin typeface="Arial" panose="020B0604020202020204" pitchFamily="34" charset="0"/>
              </a:rPr>
              <a:t> = A B + AC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BC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 A B + AC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ABC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A’BC</a:t>
            </a:r>
            <a:r>
              <a:rPr lang="en-US" altLang="en-US" sz="1400" baseline="-25000">
                <a:solidFill>
                  <a:srgbClr val="C00000"/>
                </a:solidFill>
                <a:latin typeface="Arial" panose="020B0604020202020204" pitchFamily="34" charset="0"/>
              </a:rPr>
              <a:t>IN                            </a:t>
            </a:r>
            <a:r>
              <a:rPr lang="en-US" altLang="en-US" sz="1400">
                <a:solidFill>
                  <a:srgbClr val="7030A0"/>
                </a:solidFill>
                <a:latin typeface="Arial" panose="020B0604020202020204" pitchFamily="34" charset="0"/>
              </a:rPr>
              <a:t>(as</a:t>
            </a:r>
            <a:r>
              <a:rPr lang="en-US" altLang="en-US" sz="1400" baseline="-25000">
                <a:solidFill>
                  <a:srgbClr val="7030A0"/>
                </a:solidFill>
                <a:latin typeface="Arial" panose="020B0604020202020204" pitchFamily="34" charset="0"/>
              </a:rPr>
              <a:t> </a:t>
            </a:r>
            <a:r>
              <a:rPr lang="en-US" altLang="en-US" sz="1400">
                <a:solidFill>
                  <a:srgbClr val="7030A0"/>
                </a:solidFill>
                <a:latin typeface="Arial" panose="020B0604020202020204" pitchFamily="34" charset="0"/>
              </a:rPr>
              <a:t>A’+A =1)</a:t>
            </a:r>
          </a:p>
          <a:p>
            <a:pPr eaLnBrk="1" hangingPunct="1">
              <a:lnSpc>
                <a:spcPct val="150000"/>
              </a:lnSpc>
              <a:spcBef>
                <a:spcPct val="0"/>
              </a:spcBef>
              <a:buFontTx/>
              <a:buNone/>
            </a:pPr>
            <a:r>
              <a:rPr lang="en-US" altLang="en-US" sz="1400">
                <a:solidFill>
                  <a:srgbClr val="7030A0"/>
                </a:solidFill>
                <a:latin typeface="Arial" panose="020B0604020202020204" pitchFamily="34" charset="0"/>
              </a:rPr>
              <a:t>              </a:t>
            </a:r>
            <a:r>
              <a:rPr lang="en-US" altLang="en-US" sz="1400">
                <a:solidFill>
                  <a:srgbClr val="C00000"/>
                </a:solidFill>
                <a:latin typeface="Arial" panose="020B0604020202020204" pitchFamily="34" charset="0"/>
              </a:rPr>
              <a:t>= A B + ABC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AC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A’BC</a:t>
            </a:r>
            <a:r>
              <a:rPr lang="en-US" altLang="en-US" sz="1400" baseline="-25000">
                <a:solidFill>
                  <a:srgbClr val="C00000"/>
                </a:solidFill>
                <a:latin typeface="Arial" panose="020B0604020202020204" pitchFamily="34" charset="0"/>
              </a:rPr>
              <a:t>IN </a:t>
            </a:r>
          </a:p>
          <a:p>
            <a:pPr eaLnBrk="1" hangingPunct="1">
              <a:lnSpc>
                <a:spcPct val="150000"/>
              </a:lnSpc>
              <a:spcBef>
                <a:spcPct val="0"/>
              </a:spcBef>
              <a:buFontTx/>
              <a:buNone/>
            </a:pPr>
            <a:r>
              <a:rPr lang="en-US" altLang="en-US" sz="1400">
                <a:solidFill>
                  <a:srgbClr val="7030A0"/>
                </a:solidFill>
                <a:latin typeface="Arial" panose="020B0604020202020204" pitchFamily="34" charset="0"/>
              </a:rPr>
              <a:t>              </a:t>
            </a:r>
            <a:r>
              <a:rPr lang="en-US" altLang="en-US" sz="1400">
                <a:solidFill>
                  <a:srgbClr val="C00000"/>
                </a:solidFill>
                <a:latin typeface="Arial" panose="020B0604020202020204" pitchFamily="34" charset="0"/>
              </a:rPr>
              <a:t>= A B + AC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 A’BC</a:t>
            </a:r>
            <a:r>
              <a:rPr lang="en-US" altLang="en-US" sz="1400" baseline="-25000">
                <a:solidFill>
                  <a:srgbClr val="C00000"/>
                </a:solidFill>
                <a:latin typeface="Arial" panose="020B0604020202020204" pitchFamily="34" charset="0"/>
              </a:rPr>
              <a:t>IN                                               </a:t>
            </a:r>
            <a:r>
              <a:rPr lang="en-US" altLang="en-US" sz="1400">
                <a:solidFill>
                  <a:srgbClr val="7030A0"/>
                </a:solidFill>
                <a:latin typeface="Arial" panose="020B0604020202020204" pitchFamily="34" charset="0"/>
              </a:rPr>
              <a:t>(as</a:t>
            </a:r>
            <a:r>
              <a:rPr lang="en-US" altLang="en-US" sz="1400" baseline="-25000">
                <a:solidFill>
                  <a:srgbClr val="7030A0"/>
                </a:solidFill>
                <a:latin typeface="Arial" panose="020B0604020202020204" pitchFamily="34" charset="0"/>
              </a:rPr>
              <a:t> </a:t>
            </a:r>
            <a:r>
              <a:rPr lang="en-US" altLang="en-US" sz="1400">
                <a:solidFill>
                  <a:srgbClr val="7030A0"/>
                </a:solidFill>
                <a:latin typeface="Arial" panose="020B0604020202020204" pitchFamily="34" charset="0"/>
              </a:rPr>
              <a:t>1+C</a:t>
            </a:r>
            <a:r>
              <a:rPr lang="en-US" altLang="en-US" sz="1400" baseline="-25000">
                <a:solidFill>
                  <a:srgbClr val="7030A0"/>
                </a:solidFill>
                <a:latin typeface="Arial" panose="020B0604020202020204" pitchFamily="34" charset="0"/>
              </a:rPr>
              <a:t>IN</a:t>
            </a:r>
            <a:r>
              <a:rPr lang="en-US" altLang="en-US" sz="1400">
                <a:solidFill>
                  <a:srgbClr val="7030A0"/>
                </a:solidFill>
                <a:latin typeface="Arial" panose="020B0604020202020204" pitchFamily="34" charset="0"/>
              </a:rPr>
              <a:t> = 1)</a:t>
            </a:r>
          </a:p>
          <a:p>
            <a:pPr eaLnBrk="1" hangingPunct="1">
              <a:lnSpc>
                <a:spcPct val="150000"/>
              </a:lnSpc>
              <a:spcBef>
                <a:spcPct val="0"/>
              </a:spcBef>
              <a:buFontTx/>
              <a:buNone/>
            </a:pPr>
            <a:r>
              <a:rPr lang="en-US" altLang="en-US" sz="1400" baseline="-25000">
                <a:solidFill>
                  <a:srgbClr val="7030A0"/>
                </a:solidFill>
                <a:latin typeface="Arial" panose="020B0604020202020204" pitchFamily="34" charset="0"/>
              </a:rPr>
              <a:t>                    </a:t>
            </a:r>
            <a:r>
              <a:rPr lang="en-US" altLang="en-US" sz="1400">
                <a:solidFill>
                  <a:srgbClr val="C00000"/>
                </a:solidFill>
                <a:latin typeface="Arial" panose="020B0604020202020204" pitchFamily="34" charset="0"/>
              </a:rPr>
              <a:t>= A B + AC</a:t>
            </a:r>
            <a:r>
              <a:rPr lang="en-US" altLang="en-US" sz="1400" baseline="-25000">
                <a:solidFill>
                  <a:srgbClr val="C00000"/>
                </a:solidFill>
                <a:latin typeface="Arial" panose="020B0604020202020204" pitchFamily="34" charset="0"/>
              </a:rPr>
              <a:t>IN</a:t>
            </a:r>
            <a:r>
              <a:rPr lang="en-US" altLang="en-US" sz="1400">
                <a:solidFill>
                  <a:srgbClr val="C00000"/>
                </a:solidFill>
                <a:latin typeface="Arial" panose="020B0604020202020204" pitchFamily="34" charset="0"/>
              </a:rPr>
              <a:t> (B+B’) + A’BC</a:t>
            </a:r>
            <a:r>
              <a:rPr lang="en-US" altLang="en-US" sz="1400" baseline="-25000">
                <a:solidFill>
                  <a:srgbClr val="C00000"/>
                </a:solidFill>
                <a:latin typeface="Arial" panose="020B0604020202020204" pitchFamily="34" charset="0"/>
              </a:rPr>
              <a:t>IN                              </a:t>
            </a:r>
            <a:r>
              <a:rPr lang="en-US" altLang="en-US" sz="1400">
                <a:solidFill>
                  <a:srgbClr val="7030A0"/>
                </a:solidFill>
                <a:latin typeface="Arial" panose="020B0604020202020204" pitchFamily="34" charset="0"/>
              </a:rPr>
              <a:t>(as</a:t>
            </a:r>
            <a:r>
              <a:rPr lang="en-US" altLang="en-US" sz="1400" baseline="-25000">
                <a:solidFill>
                  <a:srgbClr val="7030A0"/>
                </a:solidFill>
                <a:latin typeface="Arial" panose="020B0604020202020204" pitchFamily="34" charset="0"/>
              </a:rPr>
              <a:t> </a:t>
            </a:r>
            <a:r>
              <a:rPr lang="en-US" altLang="en-US" sz="1400">
                <a:solidFill>
                  <a:srgbClr val="7030A0"/>
                </a:solidFill>
                <a:latin typeface="Arial" panose="020B0604020202020204" pitchFamily="34" charset="0"/>
              </a:rPr>
              <a:t>B+B’ =1)</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 A B + ABC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 AB’C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 A’BC</a:t>
            </a:r>
            <a:r>
              <a:rPr lang="en-US" altLang="en-US" sz="1400" baseline="-25000">
                <a:solidFill>
                  <a:srgbClr val="C00000"/>
                </a:solidFill>
                <a:latin typeface="Arial" panose="020B0604020202020204" pitchFamily="34" charset="0"/>
              </a:rPr>
              <a:t>IN</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 A B  + AB’C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 A’BC</a:t>
            </a:r>
            <a:r>
              <a:rPr lang="en-US" altLang="en-US" sz="1400" baseline="-25000">
                <a:solidFill>
                  <a:srgbClr val="C00000"/>
                </a:solidFill>
                <a:latin typeface="Arial" panose="020B0604020202020204" pitchFamily="34" charset="0"/>
              </a:rPr>
              <a:t>IN                                         </a:t>
            </a:r>
            <a:r>
              <a:rPr lang="en-US" altLang="en-US" sz="1400">
                <a:solidFill>
                  <a:srgbClr val="7030A0"/>
                </a:solidFill>
                <a:latin typeface="Arial" panose="020B0604020202020204" pitchFamily="34" charset="0"/>
              </a:rPr>
              <a:t>(as</a:t>
            </a:r>
            <a:r>
              <a:rPr lang="en-US" altLang="en-US" sz="1400" baseline="-25000">
                <a:solidFill>
                  <a:srgbClr val="7030A0"/>
                </a:solidFill>
                <a:latin typeface="Arial" panose="020B0604020202020204" pitchFamily="34" charset="0"/>
              </a:rPr>
              <a:t> </a:t>
            </a:r>
            <a:r>
              <a:rPr lang="en-US" altLang="en-US" sz="1400">
                <a:solidFill>
                  <a:srgbClr val="7030A0"/>
                </a:solidFill>
                <a:latin typeface="Arial" panose="020B0604020202020204" pitchFamily="34" charset="0"/>
              </a:rPr>
              <a:t>1+C</a:t>
            </a:r>
            <a:r>
              <a:rPr lang="en-US" altLang="en-US" sz="1400" baseline="-25000">
                <a:solidFill>
                  <a:srgbClr val="7030A0"/>
                </a:solidFill>
                <a:latin typeface="Arial" panose="020B0604020202020204" pitchFamily="34" charset="0"/>
              </a:rPr>
              <a:t>IN</a:t>
            </a:r>
            <a:r>
              <a:rPr lang="en-US" altLang="en-US" sz="1400">
                <a:solidFill>
                  <a:srgbClr val="7030A0"/>
                </a:solidFill>
                <a:latin typeface="Arial" panose="020B0604020202020204" pitchFamily="34" charset="0"/>
              </a:rPr>
              <a:t> = 1)</a:t>
            </a:r>
          </a:p>
          <a:p>
            <a:pPr eaLnBrk="1" hangingPunct="1">
              <a:lnSpc>
                <a:spcPct val="150000"/>
              </a:lnSpc>
              <a:spcBef>
                <a:spcPct val="0"/>
              </a:spcBef>
              <a:buFontTx/>
              <a:buNone/>
            </a:pPr>
            <a:r>
              <a:rPr lang="en-US" altLang="en-US" sz="1400">
                <a:solidFill>
                  <a:srgbClr val="C00000"/>
                </a:solidFill>
                <a:latin typeface="Arial" panose="020B0604020202020204" pitchFamily="34" charset="0"/>
              </a:rPr>
              <a:t>             = A B  + C</a:t>
            </a:r>
            <a:r>
              <a:rPr lang="en-US" altLang="en-US" sz="1400" baseline="-25000">
                <a:solidFill>
                  <a:srgbClr val="C00000"/>
                </a:solidFill>
                <a:latin typeface="Arial" panose="020B0604020202020204" pitchFamily="34" charset="0"/>
              </a:rPr>
              <a:t>IN </a:t>
            </a:r>
            <a:r>
              <a:rPr lang="en-US" altLang="en-US" sz="1400">
                <a:solidFill>
                  <a:srgbClr val="C00000"/>
                </a:solidFill>
                <a:latin typeface="Arial" panose="020B0604020202020204" pitchFamily="34" charset="0"/>
              </a:rPr>
              <a:t>(A    B)</a:t>
            </a:r>
            <a:endParaRPr lang="en-US" altLang="en-US" sz="1400" baseline="-25000">
              <a:solidFill>
                <a:srgbClr val="C00000"/>
              </a:solidFill>
              <a:latin typeface="Arial" panose="020B0604020202020204" pitchFamily="34" charset="0"/>
            </a:endParaRPr>
          </a:p>
        </p:txBody>
      </p:sp>
      <p:sp>
        <p:nvSpPr>
          <p:cNvPr id="102404" name="Rectangle 5">
            <a:extLst>
              <a:ext uri="{FF2B5EF4-FFF2-40B4-BE49-F238E27FC236}">
                <a16:creationId xmlns:a16="http://schemas.microsoft.com/office/drawing/2014/main" id="{2EE48D17-F697-4F90-BBCB-C747484EFB66}"/>
              </a:ext>
            </a:extLst>
          </p:cNvPr>
          <p:cNvSpPr>
            <a:spLocks noChangeArrowheads="1"/>
          </p:cNvSpPr>
          <p:nvPr/>
        </p:nvSpPr>
        <p:spPr bwMode="auto">
          <a:xfrm>
            <a:off x="3876675" y="2873375"/>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2405" name="Rectangle 5">
            <a:extLst>
              <a:ext uri="{FF2B5EF4-FFF2-40B4-BE49-F238E27FC236}">
                <a16:creationId xmlns:a16="http://schemas.microsoft.com/office/drawing/2014/main" id="{1BAE2CCB-73ED-416D-B48B-B849F2A2B347}"/>
              </a:ext>
            </a:extLst>
          </p:cNvPr>
          <p:cNvSpPr>
            <a:spLocks noChangeArrowheads="1"/>
          </p:cNvSpPr>
          <p:nvPr/>
        </p:nvSpPr>
        <p:spPr bwMode="auto">
          <a:xfrm>
            <a:off x="2852738" y="3195639"/>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pic>
        <p:nvPicPr>
          <p:cNvPr id="102406" name="Picture 3">
            <a:extLst>
              <a:ext uri="{FF2B5EF4-FFF2-40B4-BE49-F238E27FC236}">
                <a16:creationId xmlns:a16="http://schemas.microsoft.com/office/drawing/2014/main" id="{4702F979-A3D4-44D4-9BEA-3801EAEE9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914400"/>
            <a:ext cx="3505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7" name="Rectangle 6">
            <a:extLst>
              <a:ext uri="{FF2B5EF4-FFF2-40B4-BE49-F238E27FC236}">
                <a16:creationId xmlns:a16="http://schemas.microsoft.com/office/drawing/2014/main" id="{719D318C-3A19-4DCF-928B-164AA412725F}"/>
              </a:ext>
            </a:extLst>
          </p:cNvPr>
          <p:cNvSpPr>
            <a:spLocks noChangeArrowheads="1"/>
          </p:cNvSpPr>
          <p:nvPr/>
        </p:nvSpPr>
        <p:spPr bwMode="auto">
          <a:xfrm>
            <a:off x="7239000" y="560389"/>
            <a:ext cx="2286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Sum S</a:t>
            </a:r>
          </a:p>
        </p:txBody>
      </p:sp>
      <p:sp>
        <p:nvSpPr>
          <p:cNvPr id="102408" name="Rectangle 7">
            <a:extLst>
              <a:ext uri="{FF2B5EF4-FFF2-40B4-BE49-F238E27FC236}">
                <a16:creationId xmlns:a16="http://schemas.microsoft.com/office/drawing/2014/main" id="{043B5D99-2FF7-4038-96D3-F1DFB85FCF14}"/>
              </a:ext>
            </a:extLst>
          </p:cNvPr>
          <p:cNvSpPr>
            <a:spLocks noChangeArrowheads="1"/>
          </p:cNvSpPr>
          <p:nvPr/>
        </p:nvSpPr>
        <p:spPr bwMode="auto">
          <a:xfrm>
            <a:off x="7475538" y="3505200"/>
            <a:ext cx="3344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Carry – out C</a:t>
            </a:r>
            <a:r>
              <a:rPr lang="en-US" altLang="en-US" sz="1800" b="1" u="sng" baseline="-25000">
                <a:solidFill>
                  <a:srgbClr val="FF0000"/>
                </a:solidFill>
                <a:latin typeface="Arial" panose="020B0604020202020204" pitchFamily="34" charset="0"/>
              </a:rPr>
              <a:t>OUT</a:t>
            </a:r>
          </a:p>
        </p:txBody>
      </p:sp>
      <p:pic>
        <p:nvPicPr>
          <p:cNvPr id="102409" name="Picture 4">
            <a:extLst>
              <a:ext uri="{FF2B5EF4-FFF2-40B4-BE49-F238E27FC236}">
                <a16:creationId xmlns:a16="http://schemas.microsoft.com/office/drawing/2014/main" id="{3F318B12-2113-49C3-94E1-3C5AF8D84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3962400"/>
            <a:ext cx="35052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0" name="Rectangle 9">
            <a:extLst>
              <a:ext uri="{FF2B5EF4-FFF2-40B4-BE49-F238E27FC236}">
                <a16:creationId xmlns:a16="http://schemas.microsoft.com/office/drawing/2014/main" id="{F0320F51-6731-43CB-9968-42B8DDDB1FB6}"/>
              </a:ext>
            </a:extLst>
          </p:cNvPr>
          <p:cNvSpPr>
            <a:spLocks noChangeArrowheads="1"/>
          </p:cNvSpPr>
          <p:nvPr/>
        </p:nvSpPr>
        <p:spPr bwMode="auto">
          <a:xfrm>
            <a:off x="7086601" y="6019800"/>
            <a:ext cx="2454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C</a:t>
            </a:r>
            <a:r>
              <a:rPr lang="en-US" altLang="en-US" sz="1600" baseline="-25000">
                <a:solidFill>
                  <a:srgbClr val="2B0BB5"/>
                </a:solidFill>
                <a:latin typeface="Arial" panose="020B0604020202020204" pitchFamily="34" charset="0"/>
              </a:rPr>
              <a:t>OUT</a:t>
            </a:r>
            <a:r>
              <a:rPr lang="en-US" altLang="en-US" sz="1600">
                <a:solidFill>
                  <a:srgbClr val="2B0BB5"/>
                </a:solidFill>
                <a:latin typeface="Arial" panose="020B0604020202020204" pitchFamily="34" charset="0"/>
              </a:rPr>
              <a:t> </a:t>
            </a:r>
          </a:p>
          <a:p>
            <a:pPr eaLnBrk="1" hangingPunct="1">
              <a:spcBef>
                <a:spcPct val="0"/>
              </a:spcBef>
              <a:buFontTx/>
              <a:buNone/>
            </a:pPr>
            <a:r>
              <a:rPr lang="en-US" altLang="en-US" sz="1600" b="1">
                <a:solidFill>
                  <a:srgbClr val="C00000"/>
                </a:solidFill>
                <a:latin typeface="Arial" panose="020B0604020202020204" pitchFamily="34" charset="0"/>
              </a:rPr>
              <a:t>C</a:t>
            </a:r>
            <a:r>
              <a:rPr lang="en-US" altLang="en-US" sz="1600" b="1" baseline="-25000">
                <a:solidFill>
                  <a:srgbClr val="C00000"/>
                </a:solidFill>
                <a:latin typeface="Arial" panose="020B0604020202020204" pitchFamily="34" charset="0"/>
              </a:rPr>
              <a:t>OUT </a:t>
            </a:r>
            <a:r>
              <a:rPr lang="en-US" altLang="en-US" sz="1600" b="1">
                <a:solidFill>
                  <a:srgbClr val="C00000"/>
                </a:solidFill>
                <a:latin typeface="Arial" panose="020B0604020202020204" pitchFamily="34" charset="0"/>
              </a:rPr>
              <a:t>= AB + AC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 + BC</a:t>
            </a:r>
            <a:r>
              <a:rPr lang="en-US" altLang="en-US" sz="1600" b="1" baseline="-25000">
                <a:solidFill>
                  <a:srgbClr val="C00000"/>
                </a:solidFill>
                <a:latin typeface="Arial" panose="020B0604020202020204" pitchFamily="34" charset="0"/>
              </a:rPr>
              <a:t>IN</a:t>
            </a:r>
          </a:p>
        </p:txBody>
      </p:sp>
      <p:sp>
        <p:nvSpPr>
          <p:cNvPr id="102411" name="Rectangle 10">
            <a:extLst>
              <a:ext uri="{FF2B5EF4-FFF2-40B4-BE49-F238E27FC236}">
                <a16:creationId xmlns:a16="http://schemas.microsoft.com/office/drawing/2014/main" id="{AD90F048-50BC-4A9C-9B96-5BD966A04128}"/>
              </a:ext>
            </a:extLst>
          </p:cNvPr>
          <p:cNvSpPr>
            <a:spLocks noChangeArrowheads="1"/>
          </p:cNvSpPr>
          <p:nvPr/>
        </p:nvSpPr>
        <p:spPr bwMode="auto">
          <a:xfrm>
            <a:off x="7010400" y="2947989"/>
            <a:ext cx="3581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Sum, S </a:t>
            </a:r>
          </a:p>
          <a:p>
            <a:pPr eaLnBrk="1" hangingPunct="1">
              <a:spcBef>
                <a:spcPct val="0"/>
              </a:spcBef>
              <a:buFontTx/>
              <a:buNone/>
            </a:pPr>
            <a:r>
              <a:rPr lang="en-US" altLang="en-US" sz="1600" b="1">
                <a:solidFill>
                  <a:srgbClr val="C00000"/>
                </a:solidFill>
                <a:latin typeface="Arial" panose="020B0604020202020204" pitchFamily="34" charset="0"/>
              </a:rPr>
              <a:t>S = A’B’C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 +A’BC’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+AB’ 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+ABC</a:t>
            </a:r>
            <a:r>
              <a:rPr lang="en-US" altLang="en-US" sz="1600" b="1" baseline="-25000">
                <a:solidFill>
                  <a:srgbClr val="C00000"/>
                </a:solidFill>
                <a:latin typeface="Arial" panose="020B0604020202020204" pitchFamily="34" charset="0"/>
              </a:rPr>
              <a:t>in</a:t>
            </a:r>
          </a:p>
        </p:txBody>
      </p:sp>
      <p:sp>
        <p:nvSpPr>
          <p:cNvPr id="102412" name="Rectangle 5">
            <a:extLst>
              <a:ext uri="{FF2B5EF4-FFF2-40B4-BE49-F238E27FC236}">
                <a16:creationId xmlns:a16="http://schemas.microsoft.com/office/drawing/2014/main" id="{97E1D637-FCA7-467D-87E2-5C6A4C374FB2}"/>
              </a:ext>
            </a:extLst>
          </p:cNvPr>
          <p:cNvSpPr>
            <a:spLocks noChangeArrowheads="1"/>
          </p:cNvSpPr>
          <p:nvPr/>
        </p:nvSpPr>
        <p:spPr bwMode="auto">
          <a:xfrm>
            <a:off x="3952875" y="3170239"/>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2413" name="Rectangle 5">
            <a:extLst>
              <a:ext uri="{FF2B5EF4-FFF2-40B4-BE49-F238E27FC236}">
                <a16:creationId xmlns:a16="http://schemas.microsoft.com/office/drawing/2014/main" id="{D6D140AB-7554-4145-8683-B5C2A24A569C}"/>
              </a:ext>
            </a:extLst>
          </p:cNvPr>
          <p:cNvSpPr>
            <a:spLocks noChangeArrowheads="1"/>
          </p:cNvSpPr>
          <p:nvPr/>
        </p:nvSpPr>
        <p:spPr bwMode="auto">
          <a:xfrm>
            <a:off x="3168650" y="3503614"/>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2414" name="Rectangle 5">
            <a:extLst>
              <a:ext uri="{FF2B5EF4-FFF2-40B4-BE49-F238E27FC236}">
                <a16:creationId xmlns:a16="http://schemas.microsoft.com/office/drawing/2014/main" id="{28F54D71-1EB6-4301-B1F8-0154E746B2CC}"/>
              </a:ext>
            </a:extLst>
          </p:cNvPr>
          <p:cNvSpPr>
            <a:spLocks noChangeArrowheads="1"/>
          </p:cNvSpPr>
          <p:nvPr/>
        </p:nvSpPr>
        <p:spPr bwMode="auto">
          <a:xfrm>
            <a:off x="3581400" y="34861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2415" name="Rectangle 5">
            <a:extLst>
              <a:ext uri="{FF2B5EF4-FFF2-40B4-BE49-F238E27FC236}">
                <a16:creationId xmlns:a16="http://schemas.microsoft.com/office/drawing/2014/main" id="{C03E2F88-DDB8-4F46-9FD7-26E454E067F2}"/>
              </a:ext>
            </a:extLst>
          </p:cNvPr>
          <p:cNvSpPr>
            <a:spLocks noChangeArrowheads="1"/>
          </p:cNvSpPr>
          <p:nvPr/>
        </p:nvSpPr>
        <p:spPr bwMode="auto">
          <a:xfrm>
            <a:off x="3443288" y="6411914"/>
            <a:ext cx="38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22" name="Rectangle 2">
            <a:extLst>
              <a:ext uri="{FF2B5EF4-FFF2-40B4-BE49-F238E27FC236}">
                <a16:creationId xmlns:a16="http://schemas.microsoft.com/office/drawing/2014/main" id="{17DBAA40-B9DC-42DC-804B-145C8394A262}"/>
              </a:ext>
            </a:extLst>
          </p:cNvPr>
          <p:cNvSpPr txBox="1">
            <a:spLocks noChangeArrowheads="1"/>
          </p:cNvSpPr>
          <p:nvPr/>
        </p:nvSpPr>
        <p:spPr bwMode="auto">
          <a:xfrm>
            <a:off x="2514600" y="0"/>
            <a:ext cx="6858000" cy="457200"/>
          </a:xfrm>
          <a:prstGeom prst="rect">
            <a:avLst/>
          </a:prstGeom>
          <a:noFill/>
        </p:spPr>
        <p:txBody>
          <a:bodyPr lIns="92075" tIns="46038" rIns="92075" bIns="46038"/>
          <a:lstStyle/>
          <a:p>
            <a:pPr algn="ctr" eaLnBrk="1" hangingPunct="1">
              <a:defRPr/>
            </a:pPr>
            <a:r>
              <a:rPr lang="en-US" sz="2000" u="sng" dirty="0">
                <a:solidFill>
                  <a:srgbClr val="FF0000"/>
                </a:solidFill>
                <a:latin typeface="Times New Roman" pitchFamily="18" charset="0"/>
                <a:ea typeface="+mj-ea"/>
                <a:cs typeface="Times New Roman" pitchFamily="18" charset="0"/>
              </a:rPr>
              <a:t>Design of Binary ADDER: </a:t>
            </a:r>
            <a:r>
              <a:rPr lang="en-US" sz="2000" b="1" u="sng" dirty="0">
                <a:solidFill>
                  <a:srgbClr val="FF0000"/>
                </a:solidFill>
                <a:latin typeface="Times New Roman" pitchFamily="18" charset="0"/>
                <a:cs typeface="Times New Roman" pitchFamily="18" charset="0"/>
              </a:rPr>
              <a:t>Full Adder</a:t>
            </a:r>
          </a:p>
          <a:p>
            <a:pPr algn="ctr" eaLnBrk="1" hangingPunct="1">
              <a:defRPr/>
            </a:pPr>
            <a:endParaRPr lang="en-US" sz="2800" u="sng" dirty="0">
              <a:solidFill>
                <a:srgbClr val="FF0000"/>
              </a:solidFill>
              <a:latin typeface="Arial" charset="0"/>
              <a:ea typeface="+mj-ea"/>
              <a:cs typeface="+mj-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a:extLst>
              <a:ext uri="{FF2B5EF4-FFF2-40B4-BE49-F238E27FC236}">
                <a16:creationId xmlns:a16="http://schemas.microsoft.com/office/drawing/2014/main" id="{2F5D67A2-532B-4307-A2C7-F6B2BBF89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33400"/>
            <a:ext cx="81534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
            <a:extLst>
              <a:ext uri="{FF2B5EF4-FFF2-40B4-BE49-F238E27FC236}">
                <a16:creationId xmlns:a16="http://schemas.microsoft.com/office/drawing/2014/main" id="{041C172A-CB82-4418-8C7A-89DA9F1886AE}"/>
              </a:ext>
            </a:extLst>
          </p:cNvPr>
          <p:cNvSpPr>
            <a:spLocks noChangeArrowheads="1"/>
          </p:cNvSpPr>
          <p:nvPr/>
        </p:nvSpPr>
        <p:spPr bwMode="auto">
          <a:xfrm>
            <a:off x="2743200" y="68264"/>
            <a:ext cx="70104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b="1" u="sng">
                <a:solidFill>
                  <a:srgbClr val="FF0000"/>
                </a:solidFill>
                <a:latin typeface="Arial" panose="020B0604020202020204" pitchFamily="34" charset="0"/>
              </a:rPr>
              <a:t>Implementation of Full Adder using Two Half Adder </a:t>
            </a:r>
          </a:p>
          <a:p>
            <a:pPr algn="ctr" eaLnBrk="1" hangingPunct="1">
              <a:spcBef>
                <a:spcPct val="0"/>
              </a:spcBef>
              <a:buFontTx/>
              <a:buNone/>
            </a:pPr>
            <a:r>
              <a:rPr lang="en-US" altLang="en-US" sz="2200" b="1" u="sng">
                <a:solidFill>
                  <a:srgbClr val="FF0000"/>
                </a:solidFill>
                <a:latin typeface="Arial" panose="020B0604020202020204" pitchFamily="34" charset="0"/>
              </a:rPr>
              <a:t>and one OR Gate</a:t>
            </a:r>
          </a:p>
        </p:txBody>
      </p:sp>
      <p:pic>
        <p:nvPicPr>
          <p:cNvPr id="104451" name="Picture 6">
            <a:extLst>
              <a:ext uri="{FF2B5EF4-FFF2-40B4-BE49-F238E27FC236}">
                <a16:creationId xmlns:a16="http://schemas.microsoft.com/office/drawing/2014/main" id="{DF8B1065-48AB-456B-80EB-BC7B5D1F8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0178"/>
          <a:stretch>
            <a:fillRect/>
          </a:stretch>
        </p:blipFill>
        <p:spPr bwMode="auto">
          <a:xfrm>
            <a:off x="7162800" y="838200"/>
            <a:ext cx="3429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3" descr="due0706">
            <a:extLst>
              <a:ext uri="{FF2B5EF4-FFF2-40B4-BE49-F238E27FC236}">
                <a16:creationId xmlns:a16="http://schemas.microsoft.com/office/drawing/2014/main" id="{EFFD0611-758A-473E-B1D7-22323D6D0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914400"/>
            <a:ext cx="54102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
            <a:extLst>
              <a:ext uri="{FF2B5EF4-FFF2-40B4-BE49-F238E27FC236}">
                <a16:creationId xmlns:a16="http://schemas.microsoft.com/office/drawing/2014/main" id="{07F4B15B-32CE-48BB-9D5F-C2D25EC16F5B}"/>
              </a:ext>
            </a:extLst>
          </p:cNvPr>
          <p:cNvSpPr>
            <a:spLocks noChangeArrowheads="1"/>
          </p:cNvSpPr>
          <p:nvPr/>
        </p:nvSpPr>
        <p:spPr bwMode="auto">
          <a:xfrm>
            <a:off x="2986088" y="31750"/>
            <a:ext cx="586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Implementation of Full Adder using Two Half Adders</a:t>
            </a:r>
          </a:p>
        </p:txBody>
      </p:sp>
      <p:sp>
        <p:nvSpPr>
          <p:cNvPr id="105475" name="Rectangle 2">
            <a:extLst>
              <a:ext uri="{FF2B5EF4-FFF2-40B4-BE49-F238E27FC236}">
                <a16:creationId xmlns:a16="http://schemas.microsoft.com/office/drawing/2014/main" id="{52584A08-57F0-422C-BDB4-42D7C88DCF5F}"/>
              </a:ext>
            </a:extLst>
          </p:cNvPr>
          <p:cNvSpPr>
            <a:spLocks noChangeArrowheads="1"/>
          </p:cNvSpPr>
          <p:nvPr/>
        </p:nvSpPr>
        <p:spPr bwMode="auto">
          <a:xfrm>
            <a:off x="1676400" y="533401"/>
            <a:ext cx="8839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 full adder can be </a:t>
            </a:r>
            <a:r>
              <a:rPr lang="en-US" altLang="en-US" sz="1800">
                <a:solidFill>
                  <a:srgbClr val="C00000"/>
                </a:solidFill>
                <a:latin typeface="Arial" panose="020B0604020202020204" pitchFamily="34" charset="0"/>
              </a:rPr>
              <a:t>formed by logically connecting two half adders</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full adder is simply </a:t>
            </a:r>
            <a:r>
              <a:rPr lang="en-US" altLang="en-US" sz="1800" b="1">
                <a:solidFill>
                  <a:srgbClr val="C00000"/>
                </a:solidFill>
                <a:latin typeface="Arial" panose="020B0604020202020204" pitchFamily="34" charset="0"/>
              </a:rPr>
              <a:t>two half adders joined by an OR Gate</a:t>
            </a:r>
            <a:r>
              <a:rPr lang="en-US" altLang="en-US" sz="1800">
                <a:solidFill>
                  <a:srgbClr val="2B0BB5"/>
                </a:solidFill>
                <a:latin typeface="Arial" panose="020B0604020202020204" pitchFamily="34" charset="0"/>
              </a:rPr>
              <a:t>.</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u="sng">
                <a:solidFill>
                  <a:srgbClr val="C00000"/>
                </a:solidFill>
                <a:latin typeface="Arial" panose="020B0604020202020204" pitchFamily="34" charset="0"/>
              </a:rPr>
              <a:t>block diagram shows the implementation of a full adder </a:t>
            </a:r>
            <a:r>
              <a:rPr lang="en-US" altLang="en-US" sz="1800">
                <a:solidFill>
                  <a:srgbClr val="2B0BB5"/>
                </a:solidFill>
                <a:latin typeface="Arial" panose="020B0604020202020204" pitchFamily="34" charset="0"/>
              </a:rPr>
              <a:t>using two half adders.</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first half adder </a:t>
            </a:r>
            <a:r>
              <a:rPr lang="en-US" altLang="en-US" sz="1800" b="1">
                <a:solidFill>
                  <a:srgbClr val="2B0BB5"/>
                </a:solidFill>
                <a:latin typeface="Arial" panose="020B0604020202020204" pitchFamily="34" charset="0"/>
              </a:rPr>
              <a:t>will be used to add A and B to produce a partial Sum</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second half adder logic </a:t>
            </a:r>
            <a:r>
              <a:rPr lang="en-US" altLang="en-US" sz="1800" b="1">
                <a:solidFill>
                  <a:srgbClr val="C00000"/>
                </a:solidFill>
                <a:latin typeface="Arial" panose="020B0604020202020204" pitchFamily="34" charset="0"/>
              </a:rPr>
              <a:t>can be used to add C</a:t>
            </a:r>
            <a:r>
              <a:rPr lang="en-US" altLang="en-US" sz="1800" b="1" baseline="-25000">
                <a:solidFill>
                  <a:srgbClr val="C00000"/>
                </a:solidFill>
                <a:latin typeface="Arial" panose="020B0604020202020204" pitchFamily="34" charset="0"/>
              </a:rPr>
              <a:t>IN</a:t>
            </a:r>
            <a:r>
              <a:rPr lang="en-US" altLang="en-US" sz="1800" b="1">
                <a:solidFill>
                  <a:srgbClr val="C00000"/>
                </a:solidFill>
                <a:latin typeface="Arial" panose="020B0604020202020204" pitchFamily="34" charset="0"/>
              </a:rPr>
              <a:t> to the Sum produced by the first half adder to get the final S output</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b="1">
                <a:solidFill>
                  <a:srgbClr val="2B0BB5"/>
                </a:solidFill>
                <a:latin typeface="Arial" panose="020B0604020202020204" pitchFamily="34" charset="0"/>
              </a:rPr>
              <a:t>If any of the half adder logic produces a carry, there will be an output carry.</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Thus, </a:t>
            </a:r>
            <a:r>
              <a:rPr lang="en-US" altLang="en-US" sz="1800" b="1">
                <a:solidFill>
                  <a:srgbClr val="C00000"/>
                </a:solidFill>
                <a:latin typeface="Arial" panose="020B0604020202020204" pitchFamily="34" charset="0"/>
              </a:rPr>
              <a:t>C</a:t>
            </a:r>
            <a:r>
              <a:rPr lang="en-US" altLang="en-US" sz="1800" b="1" baseline="-25000">
                <a:solidFill>
                  <a:srgbClr val="C00000"/>
                </a:solidFill>
                <a:latin typeface="Arial" panose="020B0604020202020204" pitchFamily="34" charset="0"/>
              </a:rPr>
              <a:t>OUT</a:t>
            </a:r>
            <a:r>
              <a:rPr lang="en-US" altLang="en-US" sz="1800" b="1">
                <a:solidFill>
                  <a:srgbClr val="C00000"/>
                </a:solidFill>
                <a:latin typeface="Arial" panose="020B0604020202020204" pitchFamily="34" charset="0"/>
              </a:rPr>
              <a:t> will be OR function of the </a:t>
            </a:r>
            <a:r>
              <a:rPr lang="en-US" altLang="en-US" sz="1800" b="1" u="sng">
                <a:solidFill>
                  <a:srgbClr val="C00000"/>
                </a:solidFill>
                <a:latin typeface="Arial" panose="020B0604020202020204" pitchFamily="34" charset="0"/>
              </a:rPr>
              <a:t>half-adder Carry outputs (of Both HA)</a:t>
            </a:r>
            <a:r>
              <a:rPr lang="en-US" altLang="en-US" sz="1800">
                <a:solidFill>
                  <a:srgbClr val="2B0BB5"/>
                </a:solidFill>
                <a:latin typeface="Arial" panose="020B0604020202020204" pitchFamily="34" charset="0"/>
              </a:rPr>
              <a:t>. </a:t>
            </a:r>
          </a:p>
        </p:txBody>
      </p:sp>
      <p:sp>
        <p:nvSpPr>
          <p:cNvPr id="105476" name="AutoShape 2" descr="FA using HA Block Diagram">
            <a:extLst>
              <a:ext uri="{FF2B5EF4-FFF2-40B4-BE49-F238E27FC236}">
                <a16:creationId xmlns:a16="http://schemas.microsoft.com/office/drawing/2014/main" id="{F450FD95-3207-464C-9696-95D25936AB5D}"/>
              </a:ext>
            </a:extLst>
          </p:cNvPr>
          <p:cNvSpPr>
            <a:spLocks noChangeAspect="1" noChangeArrowheads="1"/>
          </p:cNvSpPr>
          <p:nvPr/>
        </p:nvSpPr>
        <p:spPr bwMode="auto">
          <a:xfrm>
            <a:off x="1679576" y="-936625"/>
            <a:ext cx="59912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pic>
        <p:nvPicPr>
          <p:cNvPr id="105477" name="Picture 6">
            <a:extLst>
              <a:ext uri="{FF2B5EF4-FFF2-40B4-BE49-F238E27FC236}">
                <a16:creationId xmlns:a16="http://schemas.microsoft.com/office/drawing/2014/main" id="{5EE1D3D3-C932-4247-BB66-705CD5936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3200400"/>
            <a:ext cx="464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8" name="Picture 7">
            <a:extLst>
              <a:ext uri="{FF2B5EF4-FFF2-40B4-BE49-F238E27FC236}">
                <a16:creationId xmlns:a16="http://schemas.microsoft.com/office/drawing/2014/main" id="{FCF1B6C1-C2A6-4CFE-BAD4-511813A6F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200400"/>
            <a:ext cx="3886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
            <a:extLst>
              <a:ext uri="{FF2B5EF4-FFF2-40B4-BE49-F238E27FC236}">
                <a16:creationId xmlns:a16="http://schemas.microsoft.com/office/drawing/2014/main" id="{DC526C53-3455-4107-BA75-4C0CD78974C7}"/>
              </a:ext>
            </a:extLst>
          </p:cNvPr>
          <p:cNvSpPr>
            <a:spLocks noChangeArrowheads="1"/>
          </p:cNvSpPr>
          <p:nvPr/>
        </p:nvSpPr>
        <p:spPr bwMode="auto">
          <a:xfrm>
            <a:off x="2057400" y="557214"/>
            <a:ext cx="8382000" cy="599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half subtractor is a combinational circuit which is used to perform subtraction of two bits</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has </a:t>
            </a:r>
            <a:r>
              <a:rPr lang="en-US" altLang="en-US" sz="1800">
                <a:solidFill>
                  <a:srgbClr val="C00000"/>
                </a:solidFill>
                <a:latin typeface="Arial" panose="020B0604020202020204" pitchFamily="34" charset="0"/>
              </a:rPr>
              <a:t>two inputs, the minuend Ai and subtrahend</a:t>
            </a:r>
            <a:r>
              <a:rPr lang="en-US" altLang="en-US" sz="1900">
                <a:solidFill>
                  <a:srgbClr val="C00000"/>
                </a:solidFill>
                <a:latin typeface="Arial" panose="020B0604020202020204" pitchFamily="34" charset="0"/>
              </a:rPr>
              <a:t> Bi </a:t>
            </a:r>
            <a:r>
              <a:rPr lang="en-US" altLang="en-US" sz="1800">
                <a:solidFill>
                  <a:srgbClr val="2B0BB5"/>
                </a:solidFill>
                <a:latin typeface="Arial" panose="020B0604020202020204" pitchFamily="34" charset="0"/>
              </a:rPr>
              <a:t>and </a:t>
            </a:r>
            <a:r>
              <a:rPr lang="en-US" altLang="en-US" sz="1800">
                <a:solidFill>
                  <a:srgbClr val="C00000"/>
                </a:solidFill>
                <a:latin typeface="Arial" panose="020B0604020202020204" pitchFamily="34" charset="0"/>
              </a:rPr>
              <a:t>two outputs the difference D</a:t>
            </a:r>
            <a:r>
              <a:rPr lang="en-US" altLang="en-US" sz="1900">
                <a:solidFill>
                  <a:srgbClr val="C00000"/>
                </a:solidFill>
                <a:latin typeface="Arial" panose="020B0604020202020204" pitchFamily="34" charset="0"/>
              </a:rPr>
              <a:t> </a:t>
            </a:r>
            <a:r>
              <a:rPr lang="en-US" altLang="en-US" sz="1800">
                <a:solidFill>
                  <a:srgbClr val="C00000"/>
                </a:solidFill>
                <a:latin typeface="Arial" panose="020B0604020202020204" pitchFamily="34" charset="0"/>
              </a:rPr>
              <a:t>and borrow out C</a:t>
            </a:r>
            <a:r>
              <a:rPr lang="en-US" altLang="en-US" sz="1800" baseline="-25000">
                <a:solidFill>
                  <a:srgbClr val="C00000"/>
                </a:solidFill>
                <a:latin typeface="Arial" panose="020B0604020202020204" pitchFamily="34" charset="0"/>
              </a:rPr>
              <a:t>out</a:t>
            </a:r>
            <a:r>
              <a:rPr lang="en-US" altLang="en-US" sz="1800">
                <a:solidFill>
                  <a:srgbClr val="C00000"/>
                </a:solidFill>
                <a:latin typeface="Arial" panose="020B0604020202020204" pitchFamily="34" charset="0"/>
              </a:rPr>
              <a:t>  </a:t>
            </a:r>
            <a:r>
              <a:rPr lang="en-US" altLang="en-US" sz="1900">
                <a:solidFill>
                  <a:srgbClr val="2B0BB5"/>
                </a:solidFill>
                <a:latin typeface="Arial" panose="020B0604020202020204" pitchFamily="34" charset="0"/>
              </a:rPr>
              <a:t>.</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D60093"/>
                </a:solidFill>
                <a:latin typeface="Arial" panose="020B0604020202020204" pitchFamily="34" charset="0"/>
              </a:rPr>
              <a:t>borrow out signal is set when the subtractor needs to borrow </a:t>
            </a:r>
            <a:r>
              <a:rPr lang="en-US" altLang="en-US" sz="1800">
                <a:solidFill>
                  <a:srgbClr val="2B0BB5"/>
                </a:solidFill>
                <a:latin typeface="Arial" panose="020B0604020202020204" pitchFamily="34" charset="0"/>
              </a:rPr>
              <a:t>from the next digit in a multi-digit subtraction.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That is, </a:t>
            </a:r>
            <a:r>
              <a:rPr lang="en-US" altLang="en-US" sz="1800">
                <a:solidFill>
                  <a:srgbClr val="208839"/>
                </a:solidFill>
                <a:latin typeface="Arial" panose="020B0604020202020204" pitchFamily="34" charset="0"/>
              </a:rPr>
              <a:t>Barrow bit C</a:t>
            </a:r>
            <a:r>
              <a:rPr lang="en-US" altLang="en-US" sz="1800" baseline="-25000">
                <a:solidFill>
                  <a:srgbClr val="208839"/>
                </a:solidFill>
                <a:latin typeface="Arial" panose="020B0604020202020204" pitchFamily="34" charset="0"/>
              </a:rPr>
              <a:t>out</a:t>
            </a:r>
            <a:r>
              <a:rPr lang="en-US" altLang="en-US" sz="1800">
                <a:solidFill>
                  <a:srgbClr val="208839"/>
                </a:solidFill>
                <a:latin typeface="Arial" panose="020B0604020202020204" pitchFamily="34" charset="0"/>
              </a:rPr>
              <a:t> is 1 when  Ai &lt;Bi</a:t>
            </a:r>
            <a:r>
              <a:rPr lang="en-US" altLang="en-US" sz="1900">
                <a:solidFill>
                  <a:srgbClr val="208839"/>
                </a:solidFill>
                <a:latin typeface="Arial" panose="020B0604020202020204" pitchFamily="34" charset="0"/>
              </a:rPr>
              <a:t> </a:t>
            </a:r>
            <a:r>
              <a:rPr lang="en-US" altLang="en-US" sz="1900">
                <a:solidFill>
                  <a:srgbClr val="2B0BB5"/>
                </a:solidFill>
                <a:latin typeface="Arial" panose="020B0604020202020204" pitchFamily="34" charset="0"/>
              </a:rPr>
              <a:t>.</a:t>
            </a:r>
            <a:r>
              <a:rPr lang="en-US" altLang="en-US" sz="1800">
                <a:solidFill>
                  <a:srgbClr val="2B0BB5"/>
                </a:solidFill>
                <a:latin typeface="Arial" panose="020B0604020202020204" pitchFamily="34" charset="0"/>
              </a:rPr>
              <a:t> Since  </a:t>
            </a:r>
            <a:r>
              <a:rPr lang="en-US" altLang="en-US" sz="1800">
                <a:solidFill>
                  <a:srgbClr val="D60093"/>
                </a:solidFill>
                <a:latin typeface="Arial" panose="020B0604020202020204" pitchFamily="34" charset="0"/>
              </a:rPr>
              <a:t>Ai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and  Bi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are bits, C</a:t>
            </a:r>
            <a:r>
              <a:rPr lang="en-US" altLang="en-US" sz="1800" baseline="-25000">
                <a:solidFill>
                  <a:srgbClr val="D60093"/>
                </a:solidFill>
                <a:latin typeface="Arial" panose="020B0604020202020204" pitchFamily="34" charset="0"/>
              </a:rPr>
              <a:t>out </a:t>
            </a:r>
            <a:r>
              <a:rPr lang="en-US" altLang="en-US" sz="1800">
                <a:solidFill>
                  <a:srgbClr val="D60093"/>
                </a:solidFill>
                <a:latin typeface="Arial" panose="020B0604020202020204" pitchFamily="34" charset="0"/>
              </a:rPr>
              <a:t>= 1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if and only if Ai =0 and Bi=1</a:t>
            </a:r>
            <a:r>
              <a:rPr lang="en-US" altLang="en-US" sz="1900">
                <a:solidFill>
                  <a:srgbClr val="D60093"/>
                </a:solidFill>
                <a:latin typeface="Arial" panose="020B0604020202020204" pitchFamily="34" charset="0"/>
              </a:rPr>
              <a:t>.</a:t>
            </a:r>
            <a:r>
              <a:rPr lang="en-US" altLang="en-US" sz="1800">
                <a:solidFill>
                  <a:srgbClr val="D60093"/>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An important point worth mentioning is that the half subtractor diagram aside implements Ai – Bi and not Bi – Ai since  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 </a:t>
            </a:r>
            <a:r>
              <a:rPr lang="en-US" altLang="en-US" sz="1900">
                <a:solidFill>
                  <a:srgbClr val="2B0BB5"/>
                </a:solidFill>
                <a:latin typeface="Arial" panose="020B0604020202020204" pitchFamily="34" charset="0"/>
              </a:rPr>
              <a:t> </a:t>
            </a:r>
            <a:r>
              <a:rPr lang="en-US" altLang="en-US" sz="1800">
                <a:solidFill>
                  <a:srgbClr val="2B0BB5"/>
                </a:solidFill>
                <a:latin typeface="Arial" panose="020B0604020202020204" pitchFamily="34" charset="0"/>
              </a:rPr>
              <a:t>on the diagram is given by</a:t>
            </a:r>
          </a:p>
          <a:p>
            <a:pPr algn="just">
              <a:lnSpc>
                <a:spcPct val="150000"/>
              </a:lnSpc>
              <a:spcBef>
                <a:spcPct val="0"/>
              </a:spcBef>
              <a:buFontTx/>
              <a:buNone/>
            </a:pP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C</a:t>
            </a:r>
            <a:r>
              <a:rPr lang="en-US" altLang="en-US" sz="1800" baseline="-25000">
                <a:solidFill>
                  <a:srgbClr val="C00000"/>
                </a:solidFill>
                <a:latin typeface="Arial" panose="020B0604020202020204" pitchFamily="34" charset="0"/>
              </a:rPr>
              <a:t>out </a:t>
            </a:r>
            <a:r>
              <a:rPr lang="en-US" altLang="en-US" sz="1800">
                <a:solidFill>
                  <a:srgbClr val="C00000"/>
                </a:solidFill>
                <a:latin typeface="Arial" panose="020B0604020202020204" pitchFamily="34" charset="0"/>
              </a:rPr>
              <a:t>= A’i Bi</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This is an important distinction to make since subtraction itself is not commutative, but the difference bit  D </a:t>
            </a:r>
            <a:r>
              <a:rPr lang="en-US" altLang="en-US" sz="1900">
                <a:solidFill>
                  <a:srgbClr val="2B0BB5"/>
                </a:solidFill>
                <a:latin typeface="Arial" panose="020B0604020202020204" pitchFamily="34" charset="0"/>
              </a:rPr>
              <a:t> </a:t>
            </a:r>
            <a:r>
              <a:rPr lang="en-US" altLang="en-US" sz="1800">
                <a:solidFill>
                  <a:srgbClr val="2B0BB5"/>
                </a:solidFill>
                <a:latin typeface="Arial" panose="020B0604020202020204" pitchFamily="34" charset="0"/>
              </a:rPr>
              <a:t>is calculated using an XOR gate which is commutative.</a:t>
            </a:r>
          </a:p>
        </p:txBody>
      </p:sp>
      <p:sp>
        <p:nvSpPr>
          <p:cNvPr id="106499" name="AutoShape 2" descr="X">
            <a:extLst>
              <a:ext uri="{FF2B5EF4-FFF2-40B4-BE49-F238E27FC236}">
                <a16:creationId xmlns:a16="http://schemas.microsoft.com/office/drawing/2014/main" id="{B70902DD-74C7-4AD4-B21D-755AD055F45E}"/>
              </a:ext>
            </a:extLst>
          </p:cNvPr>
          <p:cNvSpPr>
            <a:spLocks noChangeAspect="1" noChangeArrowheads="1"/>
          </p:cNvSpPr>
          <p:nvPr/>
        </p:nvSpPr>
        <p:spPr bwMode="auto">
          <a:xfrm>
            <a:off x="15700375"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0" name="AutoShape 3" descr="Y">
            <a:extLst>
              <a:ext uri="{FF2B5EF4-FFF2-40B4-BE49-F238E27FC236}">
                <a16:creationId xmlns:a16="http://schemas.microsoft.com/office/drawing/2014/main" id="{9474278A-B9AF-4301-8FF0-35008107B18A}"/>
              </a:ext>
            </a:extLst>
          </p:cNvPr>
          <p:cNvSpPr>
            <a:spLocks noChangeAspect="1" noChangeArrowheads="1"/>
          </p:cNvSpPr>
          <p:nvPr/>
        </p:nvSpPr>
        <p:spPr bwMode="auto">
          <a:xfrm>
            <a:off x="17545050"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1" name="AutoShape 4" descr="D">
            <a:extLst>
              <a:ext uri="{FF2B5EF4-FFF2-40B4-BE49-F238E27FC236}">
                <a16:creationId xmlns:a16="http://schemas.microsoft.com/office/drawing/2014/main" id="{D0DA2AFF-13C0-4F10-9A17-2EE453BEB841}"/>
              </a:ext>
            </a:extLst>
          </p:cNvPr>
          <p:cNvSpPr>
            <a:spLocks noChangeAspect="1" noChangeArrowheads="1"/>
          </p:cNvSpPr>
          <p:nvPr/>
        </p:nvSpPr>
        <p:spPr bwMode="auto">
          <a:xfrm>
            <a:off x="20862925"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2" name="AutoShape 5" descr="B_{\text{out}}">
            <a:extLst>
              <a:ext uri="{FF2B5EF4-FFF2-40B4-BE49-F238E27FC236}">
                <a16:creationId xmlns:a16="http://schemas.microsoft.com/office/drawing/2014/main" id="{89B32897-6DD2-4AC5-A192-4ED2729193B9}"/>
              </a:ext>
            </a:extLst>
          </p:cNvPr>
          <p:cNvSpPr>
            <a:spLocks noChangeAspect="1" noChangeArrowheads="1"/>
          </p:cNvSpPr>
          <p:nvPr/>
        </p:nvSpPr>
        <p:spPr bwMode="auto">
          <a:xfrm>
            <a:off x="282257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3" name="AutoShape 6" descr="B_{\text{out}}=1">
            <a:extLst>
              <a:ext uri="{FF2B5EF4-FFF2-40B4-BE49-F238E27FC236}">
                <a16:creationId xmlns:a16="http://schemas.microsoft.com/office/drawing/2014/main" id="{BF60478B-42D4-47EB-AEE5-E0DCDC95B305}"/>
              </a:ext>
            </a:extLst>
          </p:cNvPr>
          <p:cNvSpPr>
            <a:spLocks noChangeAspect="1" noChangeArrowheads="1"/>
          </p:cNvSpPr>
          <p:nvPr/>
        </p:nvSpPr>
        <p:spPr bwMode="auto">
          <a:xfrm>
            <a:off x="1664335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4" name="AutoShape 7" descr="X&lt;Y">
            <a:extLst>
              <a:ext uri="{FF2B5EF4-FFF2-40B4-BE49-F238E27FC236}">
                <a16:creationId xmlns:a16="http://schemas.microsoft.com/office/drawing/2014/main" id="{2EDD9FDC-C55F-4B56-BA33-00ACD5E11E42}"/>
              </a:ext>
            </a:extLst>
          </p:cNvPr>
          <p:cNvSpPr>
            <a:spLocks noChangeAspect="1" noChangeArrowheads="1"/>
          </p:cNvSpPr>
          <p:nvPr/>
        </p:nvSpPr>
        <p:spPr bwMode="auto">
          <a:xfrm>
            <a:off x="1744662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5" name="AutoShape 8" descr="X">
            <a:extLst>
              <a:ext uri="{FF2B5EF4-FFF2-40B4-BE49-F238E27FC236}">
                <a16:creationId xmlns:a16="http://schemas.microsoft.com/office/drawing/2014/main" id="{D217B566-6771-4BDC-86B9-1D710937815F}"/>
              </a:ext>
            </a:extLst>
          </p:cNvPr>
          <p:cNvSpPr>
            <a:spLocks noChangeAspect="1" noChangeArrowheads="1"/>
          </p:cNvSpPr>
          <p:nvPr/>
        </p:nvSpPr>
        <p:spPr bwMode="auto">
          <a:xfrm>
            <a:off x="1833880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6" name="AutoShape 9" descr="Y">
            <a:extLst>
              <a:ext uri="{FF2B5EF4-FFF2-40B4-BE49-F238E27FC236}">
                <a16:creationId xmlns:a16="http://schemas.microsoft.com/office/drawing/2014/main" id="{CB29E901-F4CB-46BF-B65F-137E722AE314}"/>
              </a:ext>
            </a:extLst>
          </p:cNvPr>
          <p:cNvSpPr>
            <a:spLocks noChangeAspect="1" noChangeArrowheads="1"/>
          </p:cNvSpPr>
          <p:nvPr/>
        </p:nvSpPr>
        <p:spPr bwMode="auto">
          <a:xfrm>
            <a:off x="1897697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7" name="AutoShape 10" descr="B_{\text{out}}=1">
            <a:extLst>
              <a:ext uri="{FF2B5EF4-FFF2-40B4-BE49-F238E27FC236}">
                <a16:creationId xmlns:a16="http://schemas.microsoft.com/office/drawing/2014/main" id="{06EB3C84-AA02-40F2-93CF-477E8EECE70A}"/>
              </a:ext>
            </a:extLst>
          </p:cNvPr>
          <p:cNvSpPr>
            <a:spLocks noChangeAspect="1" noChangeArrowheads="1"/>
          </p:cNvSpPr>
          <p:nvPr/>
        </p:nvSpPr>
        <p:spPr bwMode="auto">
          <a:xfrm>
            <a:off x="2004695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8" name="AutoShape 11" descr="X=0">
            <a:extLst>
              <a:ext uri="{FF2B5EF4-FFF2-40B4-BE49-F238E27FC236}">
                <a16:creationId xmlns:a16="http://schemas.microsoft.com/office/drawing/2014/main" id="{0B971642-DAA5-4AD5-AAB0-63AAC9486E6C}"/>
              </a:ext>
            </a:extLst>
          </p:cNvPr>
          <p:cNvSpPr>
            <a:spLocks noChangeAspect="1" noChangeArrowheads="1"/>
          </p:cNvSpPr>
          <p:nvPr/>
        </p:nvSpPr>
        <p:spPr bwMode="auto">
          <a:xfrm>
            <a:off x="2152332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9" name="AutoShape 13" descr="X-Y">
            <a:extLst>
              <a:ext uri="{FF2B5EF4-FFF2-40B4-BE49-F238E27FC236}">
                <a16:creationId xmlns:a16="http://schemas.microsoft.com/office/drawing/2014/main" id="{10072E78-09B9-435D-A36A-14C1C5F679BF}"/>
              </a:ext>
            </a:extLst>
          </p:cNvPr>
          <p:cNvSpPr>
            <a:spLocks noChangeAspect="1" noChangeArrowheads="1"/>
          </p:cNvSpPr>
          <p:nvPr/>
        </p:nvSpPr>
        <p:spPr bwMode="auto">
          <a:xfrm>
            <a:off x="12922250"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0" name="AutoShape 14" descr="Y-X">
            <a:extLst>
              <a:ext uri="{FF2B5EF4-FFF2-40B4-BE49-F238E27FC236}">
                <a16:creationId xmlns:a16="http://schemas.microsoft.com/office/drawing/2014/main" id="{51D5A06E-A8BA-4311-B18C-2E4BB087A5F9}"/>
              </a:ext>
            </a:extLst>
          </p:cNvPr>
          <p:cNvSpPr>
            <a:spLocks noChangeAspect="1" noChangeArrowheads="1"/>
          </p:cNvSpPr>
          <p:nvPr/>
        </p:nvSpPr>
        <p:spPr bwMode="auto">
          <a:xfrm>
            <a:off x="13941425"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1" name="AutoShape 15" descr="B_{\text{out}}">
            <a:extLst>
              <a:ext uri="{FF2B5EF4-FFF2-40B4-BE49-F238E27FC236}">
                <a16:creationId xmlns:a16="http://schemas.microsoft.com/office/drawing/2014/main" id="{E093E452-1262-4A8D-813B-D99859EFDDB3}"/>
              </a:ext>
            </a:extLst>
          </p:cNvPr>
          <p:cNvSpPr>
            <a:spLocks noChangeAspect="1" noChangeArrowheads="1"/>
          </p:cNvSpPr>
          <p:nvPr/>
        </p:nvSpPr>
        <p:spPr bwMode="auto">
          <a:xfrm>
            <a:off x="14732000"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2" name="AutoShape 17" descr="D">
            <a:extLst>
              <a:ext uri="{FF2B5EF4-FFF2-40B4-BE49-F238E27FC236}">
                <a16:creationId xmlns:a16="http://schemas.microsoft.com/office/drawing/2014/main" id="{1989A7C7-C928-482C-97CE-6CD2009FB920}"/>
              </a:ext>
            </a:extLst>
          </p:cNvPr>
          <p:cNvSpPr>
            <a:spLocks noChangeAspect="1" noChangeArrowheads="1"/>
          </p:cNvSpPr>
          <p:nvPr/>
        </p:nvSpPr>
        <p:spPr bwMode="auto">
          <a:xfrm>
            <a:off x="13693775"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3" name="Rectangle 18">
            <a:extLst>
              <a:ext uri="{FF2B5EF4-FFF2-40B4-BE49-F238E27FC236}">
                <a16:creationId xmlns:a16="http://schemas.microsoft.com/office/drawing/2014/main" id="{C330CE93-CAF4-4696-A6CC-15C456EFBAF1}"/>
              </a:ext>
            </a:extLst>
          </p:cNvPr>
          <p:cNvSpPr>
            <a:spLocks noChangeArrowheads="1"/>
          </p:cNvSpPr>
          <p:nvPr/>
        </p:nvSpPr>
        <p:spPr bwMode="auto">
          <a:xfrm>
            <a:off x="5375275" y="1"/>
            <a:ext cx="2681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Half Subtractor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2" name="Group 208">
            <a:extLst>
              <a:ext uri="{FF2B5EF4-FFF2-40B4-BE49-F238E27FC236}">
                <a16:creationId xmlns:a16="http://schemas.microsoft.com/office/drawing/2014/main" id="{08305183-1F8C-4774-ADC2-3B13319B9BF0}"/>
              </a:ext>
            </a:extLst>
          </p:cNvPr>
          <p:cNvGrpSpPr>
            <a:grpSpLocks/>
          </p:cNvGrpSpPr>
          <p:nvPr/>
        </p:nvGrpSpPr>
        <p:grpSpPr bwMode="auto">
          <a:xfrm>
            <a:off x="2433639" y="671513"/>
            <a:ext cx="2935287" cy="2132012"/>
            <a:chOff x="833296" y="457200"/>
            <a:chExt cx="2935885" cy="2132870"/>
          </a:xfrm>
        </p:grpSpPr>
        <p:sp>
          <p:nvSpPr>
            <p:cNvPr id="107606" name="Rectangle 7">
              <a:extLst>
                <a:ext uri="{FF2B5EF4-FFF2-40B4-BE49-F238E27FC236}">
                  <a16:creationId xmlns:a16="http://schemas.microsoft.com/office/drawing/2014/main" id="{5CBADB92-FC1A-4DF2-89C8-23FD661BAEDC}"/>
                </a:ext>
              </a:extLst>
            </p:cNvPr>
            <p:cNvSpPr>
              <a:spLocks noChangeArrowheads="1"/>
            </p:cNvSpPr>
            <p:nvPr/>
          </p:nvSpPr>
          <p:spPr bwMode="auto">
            <a:xfrm>
              <a:off x="2581111" y="598487"/>
              <a:ext cx="2035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C</a:t>
              </a:r>
              <a:endParaRPr lang="en-US" altLang="en-US" sz="1800">
                <a:latin typeface="Arial" panose="020B0604020202020204" pitchFamily="34" charset="0"/>
              </a:endParaRPr>
            </a:p>
          </p:txBody>
        </p:sp>
        <p:sp>
          <p:nvSpPr>
            <p:cNvPr id="107607" name="Rectangle 8">
              <a:extLst>
                <a:ext uri="{FF2B5EF4-FFF2-40B4-BE49-F238E27FC236}">
                  <a16:creationId xmlns:a16="http://schemas.microsoft.com/office/drawing/2014/main" id="{C6DF4C06-EBC6-4BF1-B535-2D095C72093C}"/>
                </a:ext>
              </a:extLst>
            </p:cNvPr>
            <p:cNvSpPr>
              <a:spLocks noChangeArrowheads="1"/>
            </p:cNvSpPr>
            <p:nvPr/>
          </p:nvSpPr>
          <p:spPr bwMode="auto">
            <a:xfrm>
              <a:off x="1093165" y="598487"/>
              <a:ext cx="3077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A</a:t>
              </a:r>
              <a:r>
                <a:rPr lang="en-US" altLang="en-US" sz="2200" baseline="-25000">
                  <a:solidFill>
                    <a:srgbClr val="000000"/>
                  </a:solidFill>
                  <a:latin typeface="Helv"/>
                </a:rPr>
                <a:t>i</a:t>
              </a:r>
              <a:r>
                <a:rPr lang="en-US" altLang="en-US" sz="2200">
                  <a:solidFill>
                    <a:srgbClr val="000000"/>
                  </a:solidFill>
                  <a:latin typeface="Helv"/>
                </a:rPr>
                <a:t> </a:t>
              </a:r>
              <a:endParaRPr lang="en-US" altLang="en-US" sz="1800">
                <a:latin typeface="Arial" panose="020B0604020202020204" pitchFamily="34" charset="0"/>
              </a:endParaRPr>
            </a:p>
          </p:txBody>
        </p:sp>
        <p:sp>
          <p:nvSpPr>
            <p:cNvPr id="107608" name="Rectangle 9">
              <a:extLst>
                <a:ext uri="{FF2B5EF4-FFF2-40B4-BE49-F238E27FC236}">
                  <a16:creationId xmlns:a16="http://schemas.microsoft.com/office/drawing/2014/main" id="{4DA1743B-EA08-4FD6-8163-5B51CAE1FE47}"/>
                </a:ext>
              </a:extLst>
            </p:cNvPr>
            <p:cNvSpPr>
              <a:spLocks noChangeArrowheads="1"/>
            </p:cNvSpPr>
            <p:nvPr/>
          </p:nvSpPr>
          <p:spPr bwMode="auto">
            <a:xfrm>
              <a:off x="1448476" y="598487"/>
              <a:ext cx="3077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B</a:t>
              </a:r>
              <a:r>
                <a:rPr lang="en-US" altLang="en-US" sz="2200" baseline="-25000">
                  <a:solidFill>
                    <a:srgbClr val="000000"/>
                  </a:solidFill>
                  <a:latin typeface="Helv"/>
                </a:rPr>
                <a:t>i</a:t>
              </a:r>
              <a:r>
                <a:rPr lang="en-US" altLang="en-US" sz="2200">
                  <a:solidFill>
                    <a:srgbClr val="000000"/>
                  </a:solidFill>
                  <a:latin typeface="Helv"/>
                </a:rPr>
                <a:t> </a:t>
              </a:r>
              <a:endParaRPr lang="en-US" altLang="en-US" sz="1800">
                <a:latin typeface="Arial" panose="020B0604020202020204" pitchFamily="34" charset="0"/>
              </a:endParaRPr>
            </a:p>
          </p:txBody>
        </p:sp>
        <p:sp>
          <p:nvSpPr>
            <p:cNvPr id="107609" name="Line 10">
              <a:extLst>
                <a:ext uri="{FF2B5EF4-FFF2-40B4-BE49-F238E27FC236}">
                  <a16:creationId xmlns:a16="http://schemas.microsoft.com/office/drawing/2014/main" id="{13B0271F-752A-4FE3-9C69-28D11ED7BD4B}"/>
                </a:ext>
              </a:extLst>
            </p:cNvPr>
            <p:cNvSpPr>
              <a:spLocks noChangeShapeType="1"/>
            </p:cNvSpPr>
            <p:nvPr/>
          </p:nvSpPr>
          <p:spPr bwMode="auto">
            <a:xfrm>
              <a:off x="833296" y="971550"/>
              <a:ext cx="2266873" cy="1587"/>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0" name="Line 11">
              <a:extLst>
                <a:ext uri="{FF2B5EF4-FFF2-40B4-BE49-F238E27FC236}">
                  <a16:creationId xmlns:a16="http://schemas.microsoft.com/office/drawing/2014/main" id="{973AD7A8-4D96-4589-82D4-801B0F12D7DA}"/>
                </a:ext>
              </a:extLst>
            </p:cNvPr>
            <p:cNvSpPr>
              <a:spLocks noChangeShapeType="1"/>
            </p:cNvSpPr>
            <p:nvPr/>
          </p:nvSpPr>
          <p:spPr bwMode="auto">
            <a:xfrm>
              <a:off x="1848984" y="457200"/>
              <a:ext cx="1602" cy="2087562"/>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1" name="Line 12">
              <a:extLst>
                <a:ext uri="{FF2B5EF4-FFF2-40B4-BE49-F238E27FC236}">
                  <a16:creationId xmlns:a16="http://schemas.microsoft.com/office/drawing/2014/main" id="{0598C4E1-52EE-4D8A-A448-4C75C0FD964F}"/>
                </a:ext>
              </a:extLst>
            </p:cNvPr>
            <p:cNvSpPr>
              <a:spLocks noChangeShapeType="1"/>
            </p:cNvSpPr>
            <p:nvPr/>
          </p:nvSpPr>
          <p:spPr bwMode="auto">
            <a:xfrm>
              <a:off x="2416103" y="457200"/>
              <a:ext cx="1602" cy="2087562"/>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2" name="Rectangle 13">
              <a:extLst>
                <a:ext uri="{FF2B5EF4-FFF2-40B4-BE49-F238E27FC236}">
                  <a16:creationId xmlns:a16="http://schemas.microsoft.com/office/drawing/2014/main" id="{29A50AC3-4B7E-4727-BA5A-2F83E09E912F}"/>
                </a:ext>
              </a:extLst>
            </p:cNvPr>
            <p:cNvSpPr>
              <a:spLocks noChangeArrowheads="1"/>
            </p:cNvSpPr>
            <p:nvPr/>
          </p:nvSpPr>
          <p:spPr bwMode="auto">
            <a:xfrm>
              <a:off x="2013992" y="598487"/>
              <a:ext cx="2847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D </a:t>
              </a:r>
              <a:endParaRPr lang="en-US" altLang="en-US" sz="1800">
                <a:latin typeface="Arial" panose="020B0604020202020204" pitchFamily="34" charset="0"/>
              </a:endParaRPr>
            </a:p>
          </p:txBody>
        </p:sp>
        <p:sp>
          <p:nvSpPr>
            <p:cNvPr id="107613" name="Rectangle 17">
              <a:extLst>
                <a:ext uri="{FF2B5EF4-FFF2-40B4-BE49-F238E27FC236}">
                  <a16:creationId xmlns:a16="http://schemas.microsoft.com/office/drawing/2014/main" id="{4FACF841-9560-40EF-A38F-6015FC3CEDEC}"/>
                </a:ext>
              </a:extLst>
            </p:cNvPr>
            <p:cNvSpPr>
              <a:spLocks noChangeArrowheads="1"/>
            </p:cNvSpPr>
            <p:nvPr/>
          </p:nvSpPr>
          <p:spPr bwMode="auto">
            <a:xfrm>
              <a:off x="2794182" y="668337"/>
              <a:ext cx="213243" cy="307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rgbClr val="000000"/>
                  </a:solidFill>
                  <a:latin typeface="Helv"/>
                </a:rPr>
                <a:t>1 </a:t>
              </a:r>
              <a:endParaRPr lang="en-US" altLang="en-US" sz="1800">
                <a:latin typeface="Arial" panose="020B0604020202020204" pitchFamily="34" charset="0"/>
              </a:endParaRPr>
            </a:p>
          </p:txBody>
        </p:sp>
        <p:sp>
          <p:nvSpPr>
            <p:cNvPr id="107614" name="Text Box 18">
              <a:extLst>
                <a:ext uri="{FF2B5EF4-FFF2-40B4-BE49-F238E27FC236}">
                  <a16:creationId xmlns:a16="http://schemas.microsoft.com/office/drawing/2014/main" id="{C0C305B3-68B7-4041-BFC6-038EEC11D54C}"/>
                </a:ext>
              </a:extLst>
            </p:cNvPr>
            <p:cNvSpPr txBox="1">
              <a:spLocks noChangeArrowheads="1"/>
            </p:cNvSpPr>
            <p:nvPr/>
          </p:nvSpPr>
          <p:spPr bwMode="auto">
            <a:xfrm>
              <a:off x="1003680" y="1020762"/>
              <a:ext cx="2765501" cy="15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Courier New" panose="02070309020205020404" pitchFamily="49" charset="0"/>
                </a:rPr>
                <a:t>0 0  0  0 </a:t>
              </a:r>
              <a:r>
                <a:rPr lang="en-US" altLang="en-US" sz="2400" b="1">
                  <a:solidFill>
                    <a:srgbClr val="FF0000"/>
                  </a:solidFill>
                  <a:latin typeface="Courier New" panose="02070309020205020404" pitchFamily="49" charset="0"/>
                </a:rPr>
                <a:t>A’B’</a:t>
              </a:r>
            </a:p>
            <a:p>
              <a:pPr eaLnBrk="1" hangingPunct="1">
                <a:spcBef>
                  <a:spcPct val="0"/>
                </a:spcBef>
                <a:buFont typeface="Arial" panose="020B0604020202020204" pitchFamily="34" charset="0"/>
                <a:buNone/>
              </a:pPr>
              <a:r>
                <a:rPr lang="en-US" altLang="en-US" sz="2400">
                  <a:latin typeface="Courier New" panose="02070309020205020404" pitchFamily="49" charset="0"/>
                </a:rPr>
                <a:t>0 1  1  1 </a:t>
              </a:r>
              <a:r>
                <a:rPr lang="en-US" altLang="en-US" sz="2400" b="1">
                  <a:solidFill>
                    <a:srgbClr val="FF0000"/>
                  </a:solidFill>
                  <a:latin typeface="Courier New" panose="02070309020205020404" pitchFamily="49" charset="0"/>
                </a:rPr>
                <a:t>A’B</a:t>
              </a:r>
              <a:endParaRPr lang="en-US" altLang="en-US" sz="2400">
                <a:latin typeface="Courier New" panose="02070309020205020404" pitchFamily="49" charset="0"/>
              </a:endParaRPr>
            </a:p>
            <a:p>
              <a:pPr eaLnBrk="1" hangingPunct="1">
                <a:spcBef>
                  <a:spcPct val="0"/>
                </a:spcBef>
                <a:buFontTx/>
                <a:buNone/>
              </a:pPr>
              <a:r>
                <a:rPr lang="en-US" altLang="en-US" sz="2400">
                  <a:latin typeface="Courier New" panose="02070309020205020404" pitchFamily="49" charset="0"/>
                </a:rPr>
                <a:t>1 0  1  0 </a:t>
              </a:r>
              <a:r>
                <a:rPr lang="en-US" altLang="en-US" sz="2400" b="1">
                  <a:solidFill>
                    <a:srgbClr val="FF0000"/>
                  </a:solidFill>
                  <a:latin typeface="Courier New" panose="02070309020205020404" pitchFamily="49" charset="0"/>
                </a:rPr>
                <a:t>A B’</a:t>
              </a:r>
              <a:endParaRPr lang="en-US" altLang="en-US" sz="2400">
                <a:latin typeface="Courier New" panose="02070309020205020404" pitchFamily="49" charset="0"/>
              </a:endParaRPr>
            </a:p>
            <a:p>
              <a:pPr eaLnBrk="1" hangingPunct="1">
                <a:spcBef>
                  <a:spcPct val="0"/>
                </a:spcBef>
                <a:buFontTx/>
                <a:buNone/>
              </a:pPr>
              <a:r>
                <a:rPr lang="en-US" altLang="en-US" sz="2400">
                  <a:latin typeface="Courier New" panose="02070309020205020404" pitchFamily="49" charset="0"/>
                </a:rPr>
                <a:t>1 1  0  0 </a:t>
              </a:r>
              <a:r>
                <a:rPr lang="en-US" altLang="en-US" sz="2400" b="1">
                  <a:solidFill>
                    <a:srgbClr val="FF0000"/>
                  </a:solidFill>
                  <a:latin typeface="Courier New" panose="02070309020205020404" pitchFamily="49" charset="0"/>
                </a:rPr>
                <a:t>A B</a:t>
              </a:r>
            </a:p>
          </p:txBody>
        </p:sp>
      </p:grpSp>
      <p:grpSp>
        <p:nvGrpSpPr>
          <p:cNvPr id="107523" name="Group 98">
            <a:extLst>
              <a:ext uri="{FF2B5EF4-FFF2-40B4-BE49-F238E27FC236}">
                <a16:creationId xmlns:a16="http://schemas.microsoft.com/office/drawing/2014/main" id="{C7837FB1-27BA-4F6E-BCF7-9CA781D1CE1B}"/>
              </a:ext>
            </a:extLst>
          </p:cNvPr>
          <p:cNvGrpSpPr>
            <a:grpSpLocks/>
          </p:cNvGrpSpPr>
          <p:nvPr/>
        </p:nvGrpSpPr>
        <p:grpSpPr bwMode="auto">
          <a:xfrm>
            <a:off x="4922839" y="4054476"/>
            <a:ext cx="4213225" cy="1992313"/>
            <a:chOff x="4854407" y="777210"/>
            <a:chExt cx="4213393" cy="1992760"/>
          </a:xfrm>
        </p:grpSpPr>
        <p:grpSp>
          <p:nvGrpSpPr>
            <p:cNvPr id="107532" name="Group 203">
              <a:extLst>
                <a:ext uri="{FF2B5EF4-FFF2-40B4-BE49-F238E27FC236}">
                  <a16:creationId xmlns:a16="http://schemas.microsoft.com/office/drawing/2014/main" id="{FFE1EBEA-08B0-45D2-8AFB-1003F1106B76}"/>
                </a:ext>
              </a:extLst>
            </p:cNvPr>
            <p:cNvGrpSpPr>
              <a:grpSpLocks/>
            </p:cNvGrpSpPr>
            <p:nvPr/>
          </p:nvGrpSpPr>
          <p:grpSpPr bwMode="auto">
            <a:xfrm>
              <a:off x="4854407" y="777210"/>
              <a:ext cx="2620924" cy="1992760"/>
              <a:chOff x="4058611" y="563562"/>
              <a:chExt cx="2620924" cy="1992313"/>
            </a:xfrm>
          </p:grpSpPr>
          <p:sp>
            <p:nvSpPr>
              <p:cNvPr id="107536" name="Line 3">
                <a:extLst>
                  <a:ext uri="{FF2B5EF4-FFF2-40B4-BE49-F238E27FC236}">
                    <a16:creationId xmlns:a16="http://schemas.microsoft.com/office/drawing/2014/main" id="{BD9C00B6-BD07-4C5E-AA10-AD9094E14ECE}"/>
                  </a:ext>
                </a:extLst>
              </p:cNvPr>
              <p:cNvSpPr>
                <a:spLocks noChangeShapeType="1"/>
              </p:cNvSpPr>
              <p:nvPr/>
            </p:nvSpPr>
            <p:spPr bwMode="auto">
              <a:xfrm>
                <a:off x="5362662" y="714375"/>
                <a:ext cx="1603"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7" name="Line 4">
                <a:extLst>
                  <a:ext uri="{FF2B5EF4-FFF2-40B4-BE49-F238E27FC236}">
                    <a16:creationId xmlns:a16="http://schemas.microsoft.com/office/drawing/2014/main" id="{E618B303-F4D5-42B5-BD74-692A0A778920}"/>
                  </a:ext>
                </a:extLst>
              </p:cNvPr>
              <p:cNvSpPr>
                <a:spLocks noChangeShapeType="1"/>
              </p:cNvSpPr>
              <p:nvPr/>
            </p:nvSpPr>
            <p:spPr bwMode="auto">
              <a:xfrm>
                <a:off x="5338632" y="692150"/>
                <a:ext cx="1602"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8" name="Line 5">
                <a:extLst>
                  <a:ext uri="{FF2B5EF4-FFF2-40B4-BE49-F238E27FC236}">
                    <a16:creationId xmlns:a16="http://schemas.microsoft.com/office/drawing/2014/main" id="{50C5B116-BF20-4634-8A3C-79E27FDBC83C}"/>
                  </a:ext>
                </a:extLst>
              </p:cNvPr>
              <p:cNvSpPr>
                <a:spLocks noChangeShapeType="1"/>
              </p:cNvSpPr>
              <p:nvPr/>
            </p:nvSpPr>
            <p:spPr bwMode="auto">
              <a:xfrm>
                <a:off x="5244112" y="692150"/>
                <a:ext cx="1603"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9" name="Line 6">
                <a:extLst>
                  <a:ext uri="{FF2B5EF4-FFF2-40B4-BE49-F238E27FC236}">
                    <a16:creationId xmlns:a16="http://schemas.microsoft.com/office/drawing/2014/main" id="{7B1C83AB-6DDB-4285-AF0C-F518BAF755FB}"/>
                  </a:ext>
                </a:extLst>
              </p:cNvPr>
              <p:cNvSpPr>
                <a:spLocks noChangeShapeType="1"/>
              </p:cNvSpPr>
              <p:nvPr/>
            </p:nvSpPr>
            <p:spPr bwMode="auto">
              <a:xfrm>
                <a:off x="5244112" y="1719262"/>
                <a:ext cx="1603"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grpSp>
            <p:nvGrpSpPr>
              <p:cNvPr id="107540" name="Group 23">
                <a:extLst>
                  <a:ext uri="{FF2B5EF4-FFF2-40B4-BE49-F238E27FC236}">
                    <a16:creationId xmlns:a16="http://schemas.microsoft.com/office/drawing/2014/main" id="{E141D28C-BDB5-4F06-9F06-6715705213FC}"/>
                  </a:ext>
                </a:extLst>
              </p:cNvPr>
              <p:cNvGrpSpPr>
                <a:grpSpLocks/>
              </p:cNvGrpSpPr>
              <p:nvPr/>
            </p:nvGrpSpPr>
            <p:grpSpPr bwMode="auto">
              <a:xfrm>
                <a:off x="4058611" y="563562"/>
                <a:ext cx="2620924" cy="1992313"/>
                <a:chOff x="4582" y="2797"/>
                <a:chExt cx="1636" cy="1255"/>
              </a:xfrm>
            </p:grpSpPr>
            <p:sp>
              <p:nvSpPr>
                <p:cNvPr id="107541" name="Line 24">
                  <a:extLst>
                    <a:ext uri="{FF2B5EF4-FFF2-40B4-BE49-F238E27FC236}">
                      <a16:creationId xmlns:a16="http://schemas.microsoft.com/office/drawing/2014/main" id="{A5FD9561-3B2F-4EE4-A1EE-48CCF4C3F6DD}"/>
                    </a:ext>
                  </a:extLst>
                </p:cNvPr>
                <p:cNvSpPr>
                  <a:spLocks noChangeShapeType="1"/>
                </p:cNvSpPr>
                <p:nvPr/>
              </p:nvSpPr>
              <p:spPr bwMode="auto">
                <a:xfrm flipH="1">
                  <a:off x="5316" y="2919"/>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2" name="Line 25">
                  <a:extLst>
                    <a:ext uri="{FF2B5EF4-FFF2-40B4-BE49-F238E27FC236}">
                      <a16:creationId xmlns:a16="http://schemas.microsoft.com/office/drawing/2014/main" id="{006430EC-F1E2-455F-985C-30287CBEBE39}"/>
                    </a:ext>
                  </a:extLst>
                </p:cNvPr>
                <p:cNvSpPr>
                  <a:spLocks noChangeShapeType="1"/>
                </p:cNvSpPr>
                <p:nvPr/>
              </p:nvSpPr>
              <p:spPr bwMode="auto">
                <a:xfrm flipH="1">
                  <a:off x="5316" y="3164"/>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3" name="Line 26">
                  <a:extLst>
                    <a:ext uri="{FF2B5EF4-FFF2-40B4-BE49-F238E27FC236}">
                      <a16:creationId xmlns:a16="http://schemas.microsoft.com/office/drawing/2014/main" id="{01F3ACBD-849F-4679-9A64-747B0A18D1B0}"/>
                    </a:ext>
                  </a:extLst>
                </p:cNvPr>
                <p:cNvSpPr>
                  <a:spLocks noChangeShapeType="1"/>
                </p:cNvSpPr>
                <p:nvPr/>
              </p:nvSpPr>
              <p:spPr bwMode="auto">
                <a:xfrm flipH="1">
                  <a:off x="5959" y="3042"/>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4" name="Freeform 27">
                  <a:extLst>
                    <a:ext uri="{FF2B5EF4-FFF2-40B4-BE49-F238E27FC236}">
                      <a16:creationId xmlns:a16="http://schemas.microsoft.com/office/drawing/2014/main" id="{7CD11800-386B-4566-B257-7BB51901CED3}"/>
                    </a:ext>
                  </a:extLst>
                </p:cNvPr>
                <p:cNvSpPr>
                  <a:spLocks/>
                </p:cNvSpPr>
                <p:nvPr/>
              </p:nvSpPr>
              <p:spPr bwMode="auto">
                <a:xfrm>
                  <a:off x="5470" y="2828"/>
                  <a:ext cx="474" cy="428"/>
                </a:xfrm>
                <a:custGeom>
                  <a:avLst/>
                  <a:gdLst>
                    <a:gd name="T0" fmla="*/ 0 w 474"/>
                    <a:gd name="T1" fmla="*/ 0 h 428"/>
                    <a:gd name="T2" fmla="*/ 61 w 474"/>
                    <a:gd name="T3" fmla="*/ 137 h 428"/>
                    <a:gd name="T4" fmla="*/ 61 w 474"/>
                    <a:gd name="T5" fmla="*/ 290 h 428"/>
                    <a:gd name="T6" fmla="*/ 0 w 474"/>
                    <a:gd name="T7" fmla="*/ 428 h 428"/>
                    <a:gd name="T8" fmla="*/ 168 w 474"/>
                    <a:gd name="T9" fmla="*/ 428 h 428"/>
                    <a:gd name="T10" fmla="*/ 474 w 474"/>
                    <a:gd name="T11" fmla="*/ 214 h 428"/>
                    <a:gd name="T12" fmla="*/ 168 w 474"/>
                    <a:gd name="T13" fmla="*/ 0 h 428"/>
                    <a:gd name="T14" fmla="*/ 0 w 474"/>
                    <a:gd name="T15" fmla="*/ 0 h 428"/>
                    <a:gd name="T16" fmla="*/ 0 60000 65536"/>
                    <a:gd name="T17" fmla="*/ 0 60000 65536"/>
                    <a:gd name="T18" fmla="*/ 0 60000 65536"/>
                    <a:gd name="T19" fmla="*/ 0 60000 65536"/>
                    <a:gd name="T20" fmla="*/ 0 60000 65536"/>
                    <a:gd name="T21" fmla="*/ 0 60000 65536"/>
                    <a:gd name="T22" fmla="*/ 0 60000 65536"/>
                    <a:gd name="T23" fmla="*/ 0 60000 65536"/>
                    <a:gd name="T24" fmla="*/ 0 w 474"/>
                    <a:gd name="T25" fmla="*/ 0 h 428"/>
                    <a:gd name="T26" fmla="*/ 474 w 474"/>
                    <a:gd name="T27" fmla="*/ 428 h 4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4" h="428">
                      <a:moveTo>
                        <a:pt x="0" y="0"/>
                      </a:moveTo>
                      <a:lnTo>
                        <a:pt x="61" y="137"/>
                      </a:lnTo>
                      <a:lnTo>
                        <a:pt x="61" y="290"/>
                      </a:lnTo>
                      <a:lnTo>
                        <a:pt x="0" y="428"/>
                      </a:lnTo>
                      <a:lnTo>
                        <a:pt x="168" y="428"/>
                      </a:lnTo>
                      <a:lnTo>
                        <a:pt x="474" y="214"/>
                      </a:lnTo>
                      <a:lnTo>
                        <a:pt x="168"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45" name="Line 28">
                  <a:extLst>
                    <a:ext uri="{FF2B5EF4-FFF2-40B4-BE49-F238E27FC236}">
                      <a16:creationId xmlns:a16="http://schemas.microsoft.com/office/drawing/2014/main" id="{37CCCF62-A3D7-48B4-8CF5-D097649FDD3B}"/>
                    </a:ext>
                  </a:extLst>
                </p:cNvPr>
                <p:cNvSpPr>
                  <a:spLocks noChangeShapeType="1"/>
                </p:cNvSpPr>
                <p:nvPr/>
              </p:nvSpPr>
              <p:spPr bwMode="auto">
                <a:xfrm>
                  <a:off x="5470" y="2828"/>
                  <a:ext cx="61" cy="137"/>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6" name="Line 29">
                  <a:extLst>
                    <a:ext uri="{FF2B5EF4-FFF2-40B4-BE49-F238E27FC236}">
                      <a16:creationId xmlns:a16="http://schemas.microsoft.com/office/drawing/2014/main" id="{947C3347-A6C7-4481-865B-E5E89D12CC78}"/>
                    </a:ext>
                  </a:extLst>
                </p:cNvPr>
                <p:cNvSpPr>
                  <a:spLocks noChangeShapeType="1"/>
                </p:cNvSpPr>
                <p:nvPr/>
              </p:nvSpPr>
              <p:spPr bwMode="auto">
                <a:xfrm>
                  <a:off x="5531" y="2965"/>
                  <a:ext cx="1" cy="153"/>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7" name="Line 30">
                  <a:extLst>
                    <a:ext uri="{FF2B5EF4-FFF2-40B4-BE49-F238E27FC236}">
                      <a16:creationId xmlns:a16="http://schemas.microsoft.com/office/drawing/2014/main" id="{49B14E26-4CE7-40D0-9425-C2D00C2A4036}"/>
                    </a:ext>
                  </a:extLst>
                </p:cNvPr>
                <p:cNvSpPr>
                  <a:spLocks noChangeShapeType="1"/>
                </p:cNvSpPr>
                <p:nvPr/>
              </p:nvSpPr>
              <p:spPr bwMode="auto">
                <a:xfrm flipH="1">
                  <a:off x="5470" y="3118"/>
                  <a:ext cx="61" cy="138"/>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8" name="Line 31">
                  <a:extLst>
                    <a:ext uri="{FF2B5EF4-FFF2-40B4-BE49-F238E27FC236}">
                      <a16:creationId xmlns:a16="http://schemas.microsoft.com/office/drawing/2014/main" id="{7BE87982-216B-437D-B417-B8BC0D12A878}"/>
                    </a:ext>
                  </a:extLst>
                </p:cNvPr>
                <p:cNvSpPr>
                  <a:spLocks noChangeShapeType="1"/>
                </p:cNvSpPr>
                <p:nvPr/>
              </p:nvSpPr>
              <p:spPr bwMode="auto">
                <a:xfrm>
                  <a:off x="5470" y="3256"/>
                  <a:ext cx="168" cy="1"/>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9" name="Line 32">
                  <a:extLst>
                    <a:ext uri="{FF2B5EF4-FFF2-40B4-BE49-F238E27FC236}">
                      <a16:creationId xmlns:a16="http://schemas.microsoft.com/office/drawing/2014/main" id="{3F39ECC5-14E2-442B-A4F4-12E191906E5C}"/>
                    </a:ext>
                  </a:extLst>
                </p:cNvPr>
                <p:cNvSpPr>
                  <a:spLocks noChangeShapeType="1"/>
                </p:cNvSpPr>
                <p:nvPr/>
              </p:nvSpPr>
              <p:spPr bwMode="auto">
                <a:xfrm flipV="1">
                  <a:off x="5638" y="3042"/>
                  <a:ext cx="306" cy="214"/>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0" name="Line 33">
                  <a:extLst>
                    <a:ext uri="{FF2B5EF4-FFF2-40B4-BE49-F238E27FC236}">
                      <a16:creationId xmlns:a16="http://schemas.microsoft.com/office/drawing/2014/main" id="{85D31284-ECD0-450D-9075-6CDE65400ADC}"/>
                    </a:ext>
                  </a:extLst>
                </p:cNvPr>
                <p:cNvSpPr>
                  <a:spLocks noChangeShapeType="1"/>
                </p:cNvSpPr>
                <p:nvPr/>
              </p:nvSpPr>
              <p:spPr bwMode="auto">
                <a:xfrm flipH="1" flipV="1">
                  <a:off x="5638" y="2828"/>
                  <a:ext cx="306" cy="214"/>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1" name="Line 34">
                  <a:extLst>
                    <a:ext uri="{FF2B5EF4-FFF2-40B4-BE49-F238E27FC236}">
                      <a16:creationId xmlns:a16="http://schemas.microsoft.com/office/drawing/2014/main" id="{E10F0F3E-0E04-48F4-A758-0E0243B011E5}"/>
                    </a:ext>
                  </a:extLst>
                </p:cNvPr>
                <p:cNvSpPr>
                  <a:spLocks noChangeShapeType="1"/>
                </p:cNvSpPr>
                <p:nvPr/>
              </p:nvSpPr>
              <p:spPr bwMode="auto">
                <a:xfrm flipH="1">
                  <a:off x="5470" y="2828"/>
                  <a:ext cx="168" cy="1"/>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2" name="Arc 35">
                  <a:extLst>
                    <a:ext uri="{FF2B5EF4-FFF2-40B4-BE49-F238E27FC236}">
                      <a16:creationId xmlns:a16="http://schemas.microsoft.com/office/drawing/2014/main" id="{8AFC78FB-CE24-4F75-B77A-D1A8EA32DEA4}"/>
                    </a:ext>
                  </a:extLst>
                </p:cNvPr>
                <p:cNvSpPr>
                  <a:spLocks/>
                </p:cNvSpPr>
                <p:nvPr/>
              </p:nvSpPr>
              <p:spPr bwMode="auto">
                <a:xfrm>
                  <a:off x="5607" y="2828"/>
                  <a:ext cx="351" cy="436"/>
                </a:xfrm>
                <a:custGeom>
                  <a:avLst/>
                  <a:gdLst>
                    <a:gd name="T0" fmla="*/ 0 w 18355"/>
                    <a:gd name="T1" fmla="*/ 0 h 21600"/>
                    <a:gd name="T2" fmla="*/ 0 w 18355"/>
                    <a:gd name="T3" fmla="*/ 0 h 21600"/>
                    <a:gd name="T4" fmla="*/ 0 w 18355"/>
                    <a:gd name="T5" fmla="*/ 0 h 21600"/>
                    <a:gd name="T6" fmla="*/ 0 60000 65536"/>
                    <a:gd name="T7" fmla="*/ 0 60000 65536"/>
                    <a:gd name="T8" fmla="*/ 0 60000 65536"/>
                    <a:gd name="T9" fmla="*/ 0 w 18355"/>
                    <a:gd name="T10" fmla="*/ 0 h 21600"/>
                    <a:gd name="T11" fmla="*/ 18355 w 18355"/>
                    <a:gd name="T12" fmla="*/ 21600 h 21600"/>
                  </a:gdLst>
                  <a:ahLst/>
                  <a:cxnLst>
                    <a:cxn ang="T6">
                      <a:pos x="T0" y="T1"/>
                    </a:cxn>
                    <a:cxn ang="T7">
                      <a:pos x="T2" y="T3"/>
                    </a:cxn>
                    <a:cxn ang="T8">
                      <a:pos x="T4" y="T5"/>
                    </a:cxn>
                  </a:cxnLst>
                  <a:rect l="T9" t="T10" r="T11" b="T12"/>
                  <a:pathLst>
                    <a:path w="18355" h="21600" fill="none" extrusionOk="0">
                      <a:moveTo>
                        <a:pt x="0" y="0"/>
                      </a:moveTo>
                      <a:cubicBezTo>
                        <a:pt x="17" y="0"/>
                        <a:pt x="34" y="-1"/>
                        <a:pt x="52" y="0"/>
                      </a:cubicBezTo>
                      <a:cubicBezTo>
                        <a:pt x="7490" y="0"/>
                        <a:pt x="14405" y="3827"/>
                        <a:pt x="18355" y="10130"/>
                      </a:cubicBezTo>
                    </a:path>
                    <a:path w="18355" h="21600" stroke="0" extrusionOk="0">
                      <a:moveTo>
                        <a:pt x="0" y="0"/>
                      </a:moveTo>
                      <a:cubicBezTo>
                        <a:pt x="17" y="0"/>
                        <a:pt x="34" y="-1"/>
                        <a:pt x="52" y="0"/>
                      </a:cubicBezTo>
                      <a:cubicBezTo>
                        <a:pt x="7490" y="0"/>
                        <a:pt x="14405" y="3827"/>
                        <a:pt x="18355" y="10130"/>
                      </a:cubicBezTo>
                      <a:lnTo>
                        <a:pt x="52" y="2160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53" name="Arc 36">
                  <a:extLst>
                    <a:ext uri="{FF2B5EF4-FFF2-40B4-BE49-F238E27FC236}">
                      <a16:creationId xmlns:a16="http://schemas.microsoft.com/office/drawing/2014/main" id="{74748718-A785-4A15-8C53-EA2D84EBE951}"/>
                    </a:ext>
                  </a:extLst>
                </p:cNvPr>
                <p:cNvSpPr>
                  <a:spLocks/>
                </p:cNvSpPr>
                <p:nvPr/>
              </p:nvSpPr>
              <p:spPr bwMode="auto">
                <a:xfrm>
                  <a:off x="5607" y="2835"/>
                  <a:ext cx="346" cy="429"/>
                </a:xfrm>
                <a:custGeom>
                  <a:avLst/>
                  <a:gdLst>
                    <a:gd name="T0" fmla="*/ 0 w 18360"/>
                    <a:gd name="T1" fmla="*/ 0 h 21600"/>
                    <a:gd name="T2" fmla="*/ 0 w 18360"/>
                    <a:gd name="T3" fmla="*/ 0 h 21600"/>
                    <a:gd name="T4" fmla="*/ 0 w 18360"/>
                    <a:gd name="T5" fmla="*/ 0 h 21600"/>
                    <a:gd name="T6" fmla="*/ 0 60000 65536"/>
                    <a:gd name="T7" fmla="*/ 0 60000 65536"/>
                    <a:gd name="T8" fmla="*/ 0 60000 65536"/>
                    <a:gd name="T9" fmla="*/ 0 w 18360"/>
                    <a:gd name="T10" fmla="*/ 0 h 21600"/>
                    <a:gd name="T11" fmla="*/ 18360 w 18360"/>
                    <a:gd name="T12" fmla="*/ 21600 h 21600"/>
                  </a:gdLst>
                  <a:ahLst/>
                  <a:cxnLst>
                    <a:cxn ang="T6">
                      <a:pos x="T0" y="T1"/>
                    </a:cxn>
                    <a:cxn ang="T7">
                      <a:pos x="T2" y="T3"/>
                    </a:cxn>
                    <a:cxn ang="T8">
                      <a:pos x="T4" y="T5"/>
                    </a:cxn>
                  </a:cxnLst>
                  <a:rect l="T9" t="T10" r="T11" b="T12"/>
                  <a:pathLst>
                    <a:path w="18360" h="21600" fill="none" extrusionOk="0">
                      <a:moveTo>
                        <a:pt x="0" y="0"/>
                      </a:moveTo>
                      <a:cubicBezTo>
                        <a:pt x="17" y="0"/>
                        <a:pt x="34" y="-1"/>
                        <a:pt x="52" y="0"/>
                      </a:cubicBezTo>
                      <a:cubicBezTo>
                        <a:pt x="7493" y="0"/>
                        <a:pt x="14411" y="3830"/>
                        <a:pt x="18359" y="10138"/>
                      </a:cubicBezTo>
                    </a:path>
                    <a:path w="18360" h="21600" stroke="0" extrusionOk="0">
                      <a:moveTo>
                        <a:pt x="0" y="0"/>
                      </a:moveTo>
                      <a:cubicBezTo>
                        <a:pt x="17" y="0"/>
                        <a:pt x="34" y="-1"/>
                        <a:pt x="52" y="0"/>
                      </a:cubicBezTo>
                      <a:cubicBezTo>
                        <a:pt x="7493" y="0"/>
                        <a:pt x="14411" y="3830"/>
                        <a:pt x="18359" y="10138"/>
                      </a:cubicBezTo>
                      <a:lnTo>
                        <a:pt x="52" y="21600"/>
                      </a:lnTo>
                      <a:lnTo>
                        <a:pt x="0" y="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54" name="Arc 37">
                  <a:extLst>
                    <a:ext uri="{FF2B5EF4-FFF2-40B4-BE49-F238E27FC236}">
                      <a16:creationId xmlns:a16="http://schemas.microsoft.com/office/drawing/2014/main" id="{2377DF59-BC23-4956-A239-3FF943850748}"/>
                    </a:ext>
                  </a:extLst>
                </p:cNvPr>
                <p:cNvSpPr>
                  <a:spLocks/>
                </p:cNvSpPr>
                <p:nvPr/>
              </p:nvSpPr>
              <p:spPr bwMode="auto">
                <a:xfrm>
                  <a:off x="5607" y="2835"/>
                  <a:ext cx="365" cy="436"/>
                </a:xfrm>
                <a:custGeom>
                  <a:avLst/>
                  <a:gdLst>
                    <a:gd name="T0" fmla="*/ 0 w 19067"/>
                    <a:gd name="T1" fmla="*/ 0 h 21600"/>
                    <a:gd name="T2" fmla="*/ 0 w 19067"/>
                    <a:gd name="T3" fmla="*/ 0 h 21600"/>
                    <a:gd name="T4" fmla="*/ 0 w 19067"/>
                    <a:gd name="T5" fmla="*/ 0 h 21600"/>
                    <a:gd name="T6" fmla="*/ 0 60000 65536"/>
                    <a:gd name="T7" fmla="*/ 0 60000 65536"/>
                    <a:gd name="T8" fmla="*/ 0 60000 65536"/>
                    <a:gd name="T9" fmla="*/ 0 w 19067"/>
                    <a:gd name="T10" fmla="*/ 0 h 21600"/>
                    <a:gd name="T11" fmla="*/ 19067 w 19067"/>
                    <a:gd name="T12" fmla="*/ 21600 h 21600"/>
                  </a:gdLst>
                  <a:ahLst/>
                  <a:cxnLst>
                    <a:cxn ang="T6">
                      <a:pos x="T0" y="T1"/>
                    </a:cxn>
                    <a:cxn ang="T7">
                      <a:pos x="T2" y="T3"/>
                    </a:cxn>
                    <a:cxn ang="T8">
                      <a:pos x="T4" y="T5"/>
                    </a:cxn>
                  </a:cxnLst>
                  <a:rect l="T9" t="T10" r="T11" b="T12"/>
                  <a:pathLst>
                    <a:path w="19067" h="21600" fill="none" extrusionOk="0">
                      <a:moveTo>
                        <a:pt x="19067" y="10250"/>
                      </a:moveTo>
                      <a:cubicBezTo>
                        <a:pt x="15298" y="17241"/>
                        <a:pt x="7996" y="21599"/>
                        <a:pt x="54" y="21600"/>
                      </a:cubicBezTo>
                      <a:cubicBezTo>
                        <a:pt x="36" y="21600"/>
                        <a:pt x="18" y="21599"/>
                        <a:pt x="0" y="21599"/>
                      </a:cubicBezTo>
                    </a:path>
                    <a:path w="19067" h="21600" stroke="0" extrusionOk="0">
                      <a:moveTo>
                        <a:pt x="19067" y="10250"/>
                      </a:moveTo>
                      <a:cubicBezTo>
                        <a:pt x="15298" y="17241"/>
                        <a:pt x="7996" y="21599"/>
                        <a:pt x="54" y="21600"/>
                      </a:cubicBezTo>
                      <a:cubicBezTo>
                        <a:pt x="36" y="21600"/>
                        <a:pt x="18" y="21599"/>
                        <a:pt x="0" y="21599"/>
                      </a:cubicBezTo>
                      <a:lnTo>
                        <a:pt x="54" y="0"/>
                      </a:lnTo>
                      <a:lnTo>
                        <a:pt x="19067" y="1025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55" name="Arc 38">
                  <a:extLst>
                    <a:ext uri="{FF2B5EF4-FFF2-40B4-BE49-F238E27FC236}">
                      <a16:creationId xmlns:a16="http://schemas.microsoft.com/office/drawing/2014/main" id="{C432D860-A2AF-4A09-A465-1E7BC859D4D3}"/>
                    </a:ext>
                  </a:extLst>
                </p:cNvPr>
                <p:cNvSpPr>
                  <a:spLocks/>
                </p:cNvSpPr>
                <p:nvPr/>
              </p:nvSpPr>
              <p:spPr bwMode="auto">
                <a:xfrm>
                  <a:off x="5607" y="2835"/>
                  <a:ext cx="359" cy="429"/>
                </a:xfrm>
                <a:custGeom>
                  <a:avLst/>
                  <a:gdLst>
                    <a:gd name="T0" fmla="*/ 0 w 19071"/>
                    <a:gd name="T1" fmla="*/ 0 h 21600"/>
                    <a:gd name="T2" fmla="*/ 0 w 19071"/>
                    <a:gd name="T3" fmla="*/ 0 h 21600"/>
                    <a:gd name="T4" fmla="*/ 0 w 19071"/>
                    <a:gd name="T5" fmla="*/ 0 h 21600"/>
                    <a:gd name="T6" fmla="*/ 0 60000 65536"/>
                    <a:gd name="T7" fmla="*/ 0 60000 65536"/>
                    <a:gd name="T8" fmla="*/ 0 60000 65536"/>
                    <a:gd name="T9" fmla="*/ 0 w 19071"/>
                    <a:gd name="T10" fmla="*/ 0 h 21600"/>
                    <a:gd name="T11" fmla="*/ 19071 w 19071"/>
                    <a:gd name="T12" fmla="*/ 21600 h 21600"/>
                  </a:gdLst>
                  <a:ahLst/>
                  <a:cxnLst>
                    <a:cxn ang="T6">
                      <a:pos x="T0" y="T1"/>
                    </a:cxn>
                    <a:cxn ang="T7">
                      <a:pos x="T2" y="T3"/>
                    </a:cxn>
                    <a:cxn ang="T8">
                      <a:pos x="T4" y="T5"/>
                    </a:cxn>
                  </a:cxnLst>
                  <a:rect l="T9" t="T10" r="T11" b="T12"/>
                  <a:pathLst>
                    <a:path w="19071" h="21600" fill="none" extrusionOk="0">
                      <a:moveTo>
                        <a:pt x="19070" y="10242"/>
                      </a:moveTo>
                      <a:cubicBezTo>
                        <a:pt x="15303" y="17238"/>
                        <a:pt x="7999" y="21599"/>
                        <a:pt x="54" y="21600"/>
                      </a:cubicBezTo>
                      <a:cubicBezTo>
                        <a:pt x="36" y="21600"/>
                        <a:pt x="18" y="21599"/>
                        <a:pt x="0" y="21599"/>
                      </a:cubicBezTo>
                    </a:path>
                    <a:path w="19071" h="21600" stroke="0" extrusionOk="0">
                      <a:moveTo>
                        <a:pt x="19070" y="10242"/>
                      </a:moveTo>
                      <a:cubicBezTo>
                        <a:pt x="15303" y="17238"/>
                        <a:pt x="7999" y="21599"/>
                        <a:pt x="54" y="21600"/>
                      </a:cubicBezTo>
                      <a:cubicBezTo>
                        <a:pt x="36" y="21600"/>
                        <a:pt x="18" y="21599"/>
                        <a:pt x="0" y="21599"/>
                      </a:cubicBezTo>
                      <a:lnTo>
                        <a:pt x="54" y="0"/>
                      </a:lnTo>
                      <a:lnTo>
                        <a:pt x="19070" y="10242"/>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56" name="Line 39">
                  <a:extLst>
                    <a:ext uri="{FF2B5EF4-FFF2-40B4-BE49-F238E27FC236}">
                      <a16:creationId xmlns:a16="http://schemas.microsoft.com/office/drawing/2014/main" id="{9BA3C0E0-322B-44AB-A134-470CEE50A42B}"/>
                    </a:ext>
                  </a:extLst>
                </p:cNvPr>
                <p:cNvSpPr>
                  <a:spLocks noChangeShapeType="1"/>
                </p:cNvSpPr>
                <p:nvPr/>
              </p:nvSpPr>
              <p:spPr bwMode="auto">
                <a:xfrm>
                  <a:off x="5470" y="2828"/>
                  <a:ext cx="13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7" name="Line 40">
                  <a:extLst>
                    <a:ext uri="{FF2B5EF4-FFF2-40B4-BE49-F238E27FC236}">
                      <a16:creationId xmlns:a16="http://schemas.microsoft.com/office/drawing/2014/main" id="{FF621945-EB96-427F-891C-74FC48F92F79}"/>
                    </a:ext>
                  </a:extLst>
                </p:cNvPr>
                <p:cNvSpPr>
                  <a:spLocks noChangeShapeType="1"/>
                </p:cNvSpPr>
                <p:nvPr/>
              </p:nvSpPr>
              <p:spPr bwMode="auto">
                <a:xfrm>
                  <a:off x="5470" y="3256"/>
                  <a:ext cx="13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8" name="Line 41">
                  <a:extLst>
                    <a:ext uri="{FF2B5EF4-FFF2-40B4-BE49-F238E27FC236}">
                      <a16:creationId xmlns:a16="http://schemas.microsoft.com/office/drawing/2014/main" id="{8DCCEEC0-8376-439D-A65F-01785BB90ADD}"/>
                    </a:ext>
                  </a:extLst>
                </p:cNvPr>
                <p:cNvSpPr>
                  <a:spLocks noChangeShapeType="1"/>
                </p:cNvSpPr>
                <p:nvPr/>
              </p:nvSpPr>
              <p:spPr bwMode="auto">
                <a:xfrm>
                  <a:off x="5470" y="2828"/>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9" name="Line 42">
                  <a:extLst>
                    <a:ext uri="{FF2B5EF4-FFF2-40B4-BE49-F238E27FC236}">
                      <a16:creationId xmlns:a16="http://schemas.microsoft.com/office/drawing/2014/main" id="{35B4D2BB-321C-4A81-B8AF-75F80254011E}"/>
                    </a:ext>
                  </a:extLst>
                </p:cNvPr>
                <p:cNvSpPr>
                  <a:spLocks noChangeShapeType="1"/>
                </p:cNvSpPr>
                <p:nvPr/>
              </p:nvSpPr>
              <p:spPr bwMode="auto">
                <a:xfrm>
                  <a:off x="5485" y="2858"/>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0" name="Line 43">
                  <a:extLst>
                    <a:ext uri="{FF2B5EF4-FFF2-40B4-BE49-F238E27FC236}">
                      <a16:creationId xmlns:a16="http://schemas.microsoft.com/office/drawing/2014/main" id="{6E236575-3569-435D-8454-E7C0F58BBBBD}"/>
                    </a:ext>
                  </a:extLst>
                </p:cNvPr>
                <p:cNvSpPr>
                  <a:spLocks noChangeShapeType="1"/>
                </p:cNvSpPr>
                <p:nvPr/>
              </p:nvSpPr>
              <p:spPr bwMode="auto">
                <a:xfrm>
                  <a:off x="5500" y="2904"/>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1" name="Line 44">
                  <a:extLst>
                    <a:ext uri="{FF2B5EF4-FFF2-40B4-BE49-F238E27FC236}">
                      <a16:creationId xmlns:a16="http://schemas.microsoft.com/office/drawing/2014/main" id="{23D21665-7FBA-41D7-9BCA-C5DFB88A7432}"/>
                    </a:ext>
                  </a:extLst>
                </p:cNvPr>
                <p:cNvSpPr>
                  <a:spLocks noChangeShapeType="1"/>
                </p:cNvSpPr>
                <p:nvPr/>
              </p:nvSpPr>
              <p:spPr bwMode="auto">
                <a:xfrm>
                  <a:off x="5515" y="2950"/>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2" name="Line 45">
                  <a:extLst>
                    <a:ext uri="{FF2B5EF4-FFF2-40B4-BE49-F238E27FC236}">
                      <a16:creationId xmlns:a16="http://schemas.microsoft.com/office/drawing/2014/main" id="{7B56CA43-3571-4CE4-BBBD-F543E66AC916}"/>
                    </a:ext>
                  </a:extLst>
                </p:cNvPr>
                <p:cNvSpPr>
                  <a:spLocks noChangeShapeType="1"/>
                </p:cNvSpPr>
                <p:nvPr/>
              </p:nvSpPr>
              <p:spPr bwMode="auto">
                <a:xfrm>
                  <a:off x="5531" y="2981"/>
                  <a:ext cx="1" cy="1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3" name="Line 46">
                  <a:extLst>
                    <a:ext uri="{FF2B5EF4-FFF2-40B4-BE49-F238E27FC236}">
                      <a16:creationId xmlns:a16="http://schemas.microsoft.com/office/drawing/2014/main" id="{56B440C7-A753-401D-BD4A-5675AB41DB7E}"/>
                    </a:ext>
                  </a:extLst>
                </p:cNvPr>
                <p:cNvSpPr>
                  <a:spLocks noChangeShapeType="1"/>
                </p:cNvSpPr>
                <p:nvPr/>
              </p:nvSpPr>
              <p:spPr bwMode="auto">
                <a:xfrm>
                  <a:off x="5531" y="2996"/>
                  <a:ext cx="1"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4" name="Line 47">
                  <a:extLst>
                    <a:ext uri="{FF2B5EF4-FFF2-40B4-BE49-F238E27FC236}">
                      <a16:creationId xmlns:a16="http://schemas.microsoft.com/office/drawing/2014/main" id="{4EEAD38D-BB85-457A-B8C5-0672301BF0B3}"/>
                    </a:ext>
                  </a:extLst>
                </p:cNvPr>
                <p:cNvSpPr>
                  <a:spLocks noChangeShapeType="1"/>
                </p:cNvSpPr>
                <p:nvPr/>
              </p:nvSpPr>
              <p:spPr bwMode="auto">
                <a:xfrm>
                  <a:off x="5531" y="3026"/>
                  <a:ext cx="1"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5" name="Line 48">
                  <a:extLst>
                    <a:ext uri="{FF2B5EF4-FFF2-40B4-BE49-F238E27FC236}">
                      <a16:creationId xmlns:a16="http://schemas.microsoft.com/office/drawing/2014/main" id="{EDE94F70-932E-4E91-BD6F-E62CBB1EDC3E}"/>
                    </a:ext>
                  </a:extLst>
                </p:cNvPr>
                <p:cNvSpPr>
                  <a:spLocks noChangeShapeType="1"/>
                </p:cNvSpPr>
                <p:nvPr/>
              </p:nvSpPr>
              <p:spPr bwMode="auto">
                <a:xfrm>
                  <a:off x="5531" y="3072"/>
                  <a:ext cx="1"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6" name="Line 49">
                  <a:extLst>
                    <a:ext uri="{FF2B5EF4-FFF2-40B4-BE49-F238E27FC236}">
                      <a16:creationId xmlns:a16="http://schemas.microsoft.com/office/drawing/2014/main" id="{21720F37-E261-4B80-B00C-B8685FB3627F}"/>
                    </a:ext>
                  </a:extLst>
                </p:cNvPr>
                <p:cNvSpPr>
                  <a:spLocks noChangeShapeType="1"/>
                </p:cNvSpPr>
                <p:nvPr/>
              </p:nvSpPr>
              <p:spPr bwMode="auto">
                <a:xfrm>
                  <a:off x="5531" y="3103"/>
                  <a:ext cx="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7" name="Line 50">
                  <a:extLst>
                    <a:ext uri="{FF2B5EF4-FFF2-40B4-BE49-F238E27FC236}">
                      <a16:creationId xmlns:a16="http://schemas.microsoft.com/office/drawing/2014/main" id="{08B2F062-FFAB-4FFB-B65A-623B19B60A5D}"/>
                    </a:ext>
                  </a:extLst>
                </p:cNvPr>
                <p:cNvSpPr>
                  <a:spLocks noChangeShapeType="1"/>
                </p:cNvSpPr>
                <p:nvPr/>
              </p:nvSpPr>
              <p:spPr bwMode="auto">
                <a:xfrm flipH="1">
                  <a:off x="5515" y="3103"/>
                  <a:ext cx="16"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8" name="Line 51">
                  <a:extLst>
                    <a:ext uri="{FF2B5EF4-FFF2-40B4-BE49-F238E27FC236}">
                      <a16:creationId xmlns:a16="http://schemas.microsoft.com/office/drawing/2014/main" id="{B58E0687-04FB-4618-B888-81A6402829B8}"/>
                    </a:ext>
                  </a:extLst>
                </p:cNvPr>
                <p:cNvSpPr>
                  <a:spLocks noChangeShapeType="1"/>
                </p:cNvSpPr>
                <p:nvPr/>
              </p:nvSpPr>
              <p:spPr bwMode="auto">
                <a:xfrm flipH="1">
                  <a:off x="5500" y="3149"/>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9" name="Line 52">
                  <a:extLst>
                    <a:ext uri="{FF2B5EF4-FFF2-40B4-BE49-F238E27FC236}">
                      <a16:creationId xmlns:a16="http://schemas.microsoft.com/office/drawing/2014/main" id="{0250F4DB-8F48-4F1D-A716-BAC42F3A491C}"/>
                    </a:ext>
                  </a:extLst>
                </p:cNvPr>
                <p:cNvSpPr>
                  <a:spLocks noChangeShapeType="1"/>
                </p:cNvSpPr>
                <p:nvPr/>
              </p:nvSpPr>
              <p:spPr bwMode="auto">
                <a:xfrm flipH="1">
                  <a:off x="5485" y="3179"/>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0" name="Line 53">
                  <a:extLst>
                    <a:ext uri="{FF2B5EF4-FFF2-40B4-BE49-F238E27FC236}">
                      <a16:creationId xmlns:a16="http://schemas.microsoft.com/office/drawing/2014/main" id="{91E66C9A-7B6A-45C8-9AF6-FF413E734EAE}"/>
                    </a:ext>
                  </a:extLst>
                </p:cNvPr>
                <p:cNvSpPr>
                  <a:spLocks noChangeShapeType="1"/>
                </p:cNvSpPr>
                <p:nvPr/>
              </p:nvSpPr>
              <p:spPr bwMode="auto">
                <a:xfrm flipH="1">
                  <a:off x="5470" y="3225"/>
                  <a:ext cx="15"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1" name="Arc 54">
                  <a:extLst>
                    <a:ext uri="{FF2B5EF4-FFF2-40B4-BE49-F238E27FC236}">
                      <a16:creationId xmlns:a16="http://schemas.microsoft.com/office/drawing/2014/main" id="{CA4F03FC-1276-40AB-91FA-F89DCB629533}"/>
                    </a:ext>
                  </a:extLst>
                </p:cNvPr>
                <p:cNvSpPr>
                  <a:spLocks/>
                </p:cNvSpPr>
                <p:nvPr/>
              </p:nvSpPr>
              <p:spPr bwMode="auto">
                <a:xfrm>
                  <a:off x="5607" y="2835"/>
                  <a:ext cx="346" cy="429"/>
                </a:xfrm>
                <a:custGeom>
                  <a:avLst/>
                  <a:gdLst>
                    <a:gd name="T0" fmla="*/ 0 w 18360"/>
                    <a:gd name="T1" fmla="*/ 0 h 21600"/>
                    <a:gd name="T2" fmla="*/ 0 w 18360"/>
                    <a:gd name="T3" fmla="*/ 0 h 21600"/>
                    <a:gd name="T4" fmla="*/ 0 w 18360"/>
                    <a:gd name="T5" fmla="*/ 0 h 21600"/>
                    <a:gd name="T6" fmla="*/ 0 60000 65536"/>
                    <a:gd name="T7" fmla="*/ 0 60000 65536"/>
                    <a:gd name="T8" fmla="*/ 0 60000 65536"/>
                    <a:gd name="T9" fmla="*/ 0 w 18360"/>
                    <a:gd name="T10" fmla="*/ 0 h 21600"/>
                    <a:gd name="T11" fmla="*/ 18360 w 18360"/>
                    <a:gd name="T12" fmla="*/ 21600 h 21600"/>
                  </a:gdLst>
                  <a:ahLst/>
                  <a:cxnLst>
                    <a:cxn ang="T6">
                      <a:pos x="T0" y="T1"/>
                    </a:cxn>
                    <a:cxn ang="T7">
                      <a:pos x="T2" y="T3"/>
                    </a:cxn>
                    <a:cxn ang="T8">
                      <a:pos x="T4" y="T5"/>
                    </a:cxn>
                  </a:cxnLst>
                  <a:rect l="T9" t="T10" r="T11" b="T12"/>
                  <a:pathLst>
                    <a:path w="18360" h="21600" fill="none" extrusionOk="0">
                      <a:moveTo>
                        <a:pt x="0" y="0"/>
                      </a:moveTo>
                      <a:cubicBezTo>
                        <a:pt x="17" y="0"/>
                        <a:pt x="34" y="-1"/>
                        <a:pt x="52" y="0"/>
                      </a:cubicBezTo>
                      <a:cubicBezTo>
                        <a:pt x="7493" y="0"/>
                        <a:pt x="14411" y="3830"/>
                        <a:pt x="18359" y="10138"/>
                      </a:cubicBezTo>
                    </a:path>
                    <a:path w="18360" h="21600" stroke="0" extrusionOk="0">
                      <a:moveTo>
                        <a:pt x="0" y="0"/>
                      </a:moveTo>
                      <a:cubicBezTo>
                        <a:pt x="17" y="0"/>
                        <a:pt x="34" y="-1"/>
                        <a:pt x="52" y="0"/>
                      </a:cubicBezTo>
                      <a:cubicBezTo>
                        <a:pt x="7493" y="0"/>
                        <a:pt x="14411" y="3830"/>
                        <a:pt x="18359" y="10138"/>
                      </a:cubicBezTo>
                      <a:lnTo>
                        <a:pt x="52" y="21600"/>
                      </a:lnTo>
                      <a:lnTo>
                        <a:pt x="0" y="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72" name="Line 55">
                  <a:extLst>
                    <a:ext uri="{FF2B5EF4-FFF2-40B4-BE49-F238E27FC236}">
                      <a16:creationId xmlns:a16="http://schemas.microsoft.com/office/drawing/2014/main" id="{582D8AB2-F8CD-476A-A6A9-2E34FE7232E7}"/>
                    </a:ext>
                  </a:extLst>
                </p:cNvPr>
                <p:cNvSpPr>
                  <a:spLocks noChangeShapeType="1"/>
                </p:cNvSpPr>
                <p:nvPr/>
              </p:nvSpPr>
              <p:spPr bwMode="auto">
                <a:xfrm>
                  <a:off x="5408" y="2828"/>
                  <a:ext cx="16"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3" name="Line 56">
                  <a:extLst>
                    <a:ext uri="{FF2B5EF4-FFF2-40B4-BE49-F238E27FC236}">
                      <a16:creationId xmlns:a16="http://schemas.microsoft.com/office/drawing/2014/main" id="{5CBC7B12-3B38-41D4-B1C3-E2B71F6AD336}"/>
                    </a:ext>
                  </a:extLst>
                </p:cNvPr>
                <p:cNvSpPr>
                  <a:spLocks noChangeShapeType="1"/>
                </p:cNvSpPr>
                <p:nvPr/>
              </p:nvSpPr>
              <p:spPr bwMode="auto">
                <a:xfrm>
                  <a:off x="5424" y="2858"/>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4" name="Line 57">
                  <a:extLst>
                    <a:ext uri="{FF2B5EF4-FFF2-40B4-BE49-F238E27FC236}">
                      <a16:creationId xmlns:a16="http://schemas.microsoft.com/office/drawing/2014/main" id="{5CAC77D2-D4CB-448A-A8E0-E973CBFA6263}"/>
                    </a:ext>
                  </a:extLst>
                </p:cNvPr>
                <p:cNvSpPr>
                  <a:spLocks noChangeShapeType="1"/>
                </p:cNvSpPr>
                <p:nvPr/>
              </p:nvSpPr>
              <p:spPr bwMode="auto">
                <a:xfrm>
                  <a:off x="5439" y="2904"/>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5" name="Line 58">
                  <a:extLst>
                    <a:ext uri="{FF2B5EF4-FFF2-40B4-BE49-F238E27FC236}">
                      <a16:creationId xmlns:a16="http://schemas.microsoft.com/office/drawing/2014/main" id="{289421A1-A725-4512-B503-F1F393615F42}"/>
                    </a:ext>
                  </a:extLst>
                </p:cNvPr>
                <p:cNvSpPr>
                  <a:spLocks noChangeShapeType="1"/>
                </p:cNvSpPr>
                <p:nvPr/>
              </p:nvSpPr>
              <p:spPr bwMode="auto">
                <a:xfrm>
                  <a:off x="5454" y="2950"/>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6" name="Line 59">
                  <a:extLst>
                    <a:ext uri="{FF2B5EF4-FFF2-40B4-BE49-F238E27FC236}">
                      <a16:creationId xmlns:a16="http://schemas.microsoft.com/office/drawing/2014/main" id="{75CFC9B1-D690-415A-A3FC-E0984B28B7A5}"/>
                    </a:ext>
                  </a:extLst>
                </p:cNvPr>
                <p:cNvSpPr>
                  <a:spLocks noChangeShapeType="1"/>
                </p:cNvSpPr>
                <p:nvPr/>
              </p:nvSpPr>
              <p:spPr bwMode="auto">
                <a:xfrm>
                  <a:off x="5470" y="2981"/>
                  <a:ext cx="1" cy="1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7" name="Line 60">
                  <a:extLst>
                    <a:ext uri="{FF2B5EF4-FFF2-40B4-BE49-F238E27FC236}">
                      <a16:creationId xmlns:a16="http://schemas.microsoft.com/office/drawing/2014/main" id="{D952431D-0A13-4734-8F31-B4873E927DF6}"/>
                    </a:ext>
                  </a:extLst>
                </p:cNvPr>
                <p:cNvSpPr>
                  <a:spLocks noChangeShapeType="1"/>
                </p:cNvSpPr>
                <p:nvPr/>
              </p:nvSpPr>
              <p:spPr bwMode="auto">
                <a:xfrm>
                  <a:off x="5470" y="2996"/>
                  <a:ext cx="1"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8" name="Line 61">
                  <a:extLst>
                    <a:ext uri="{FF2B5EF4-FFF2-40B4-BE49-F238E27FC236}">
                      <a16:creationId xmlns:a16="http://schemas.microsoft.com/office/drawing/2014/main" id="{96DCF19A-50C0-49FD-91BF-A056B35C1ADD}"/>
                    </a:ext>
                  </a:extLst>
                </p:cNvPr>
                <p:cNvSpPr>
                  <a:spLocks noChangeShapeType="1"/>
                </p:cNvSpPr>
                <p:nvPr/>
              </p:nvSpPr>
              <p:spPr bwMode="auto">
                <a:xfrm>
                  <a:off x="5470" y="3026"/>
                  <a:ext cx="1"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9" name="Line 62">
                  <a:extLst>
                    <a:ext uri="{FF2B5EF4-FFF2-40B4-BE49-F238E27FC236}">
                      <a16:creationId xmlns:a16="http://schemas.microsoft.com/office/drawing/2014/main" id="{D95D983E-BA7D-4EBB-B67D-0E0C2AD911E9}"/>
                    </a:ext>
                  </a:extLst>
                </p:cNvPr>
                <p:cNvSpPr>
                  <a:spLocks noChangeShapeType="1"/>
                </p:cNvSpPr>
                <p:nvPr/>
              </p:nvSpPr>
              <p:spPr bwMode="auto">
                <a:xfrm>
                  <a:off x="5470" y="3072"/>
                  <a:ext cx="1"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0" name="Line 63">
                  <a:extLst>
                    <a:ext uri="{FF2B5EF4-FFF2-40B4-BE49-F238E27FC236}">
                      <a16:creationId xmlns:a16="http://schemas.microsoft.com/office/drawing/2014/main" id="{221D3077-29E8-49BE-9A95-47B8CA85C508}"/>
                    </a:ext>
                  </a:extLst>
                </p:cNvPr>
                <p:cNvSpPr>
                  <a:spLocks noChangeShapeType="1"/>
                </p:cNvSpPr>
                <p:nvPr/>
              </p:nvSpPr>
              <p:spPr bwMode="auto">
                <a:xfrm>
                  <a:off x="5470" y="3103"/>
                  <a:ext cx="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1" name="Line 64">
                  <a:extLst>
                    <a:ext uri="{FF2B5EF4-FFF2-40B4-BE49-F238E27FC236}">
                      <a16:creationId xmlns:a16="http://schemas.microsoft.com/office/drawing/2014/main" id="{AD2DCD75-D10D-4712-8FFB-3F051AC422F0}"/>
                    </a:ext>
                  </a:extLst>
                </p:cNvPr>
                <p:cNvSpPr>
                  <a:spLocks noChangeShapeType="1"/>
                </p:cNvSpPr>
                <p:nvPr/>
              </p:nvSpPr>
              <p:spPr bwMode="auto">
                <a:xfrm flipH="1">
                  <a:off x="5454" y="3103"/>
                  <a:ext cx="16"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2" name="Line 65">
                  <a:extLst>
                    <a:ext uri="{FF2B5EF4-FFF2-40B4-BE49-F238E27FC236}">
                      <a16:creationId xmlns:a16="http://schemas.microsoft.com/office/drawing/2014/main" id="{6BF99F36-D409-441E-A3A6-86C24983847D}"/>
                    </a:ext>
                  </a:extLst>
                </p:cNvPr>
                <p:cNvSpPr>
                  <a:spLocks noChangeShapeType="1"/>
                </p:cNvSpPr>
                <p:nvPr/>
              </p:nvSpPr>
              <p:spPr bwMode="auto">
                <a:xfrm flipH="1">
                  <a:off x="5439" y="3149"/>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3" name="Line 66">
                  <a:extLst>
                    <a:ext uri="{FF2B5EF4-FFF2-40B4-BE49-F238E27FC236}">
                      <a16:creationId xmlns:a16="http://schemas.microsoft.com/office/drawing/2014/main" id="{7CF10241-0A31-4005-AB40-EEACC70C37C3}"/>
                    </a:ext>
                  </a:extLst>
                </p:cNvPr>
                <p:cNvSpPr>
                  <a:spLocks noChangeShapeType="1"/>
                </p:cNvSpPr>
                <p:nvPr/>
              </p:nvSpPr>
              <p:spPr bwMode="auto">
                <a:xfrm flipH="1">
                  <a:off x="5424" y="3179"/>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4" name="Line 67">
                  <a:extLst>
                    <a:ext uri="{FF2B5EF4-FFF2-40B4-BE49-F238E27FC236}">
                      <a16:creationId xmlns:a16="http://schemas.microsoft.com/office/drawing/2014/main" id="{9D2F525B-E0C7-4D22-A7A3-452854799F67}"/>
                    </a:ext>
                  </a:extLst>
                </p:cNvPr>
                <p:cNvSpPr>
                  <a:spLocks noChangeShapeType="1"/>
                </p:cNvSpPr>
                <p:nvPr/>
              </p:nvSpPr>
              <p:spPr bwMode="auto">
                <a:xfrm flipH="1">
                  <a:off x="5408" y="3225"/>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5" name="Rectangle 68">
                  <a:extLst>
                    <a:ext uri="{FF2B5EF4-FFF2-40B4-BE49-F238E27FC236}">
                      <a16:creationId xmlns:a16="http://schemas.microsoft.com/office/drawing/2014/main" id="{7DBB4F80-DC69-43F6-8DF1-D5FBAE92DB4F}"/>
                    </a:ext>
                  </a:extLst>
                </p:cNvPr>
                <p:cNvSpPr>
                  <a:spLocks noChangeArrowheads="1"/>
                </p:cNvSpPr>
                <p:nvPr/>
              </p:nvSpPr>
              <p:spPr bwMode="auto">
                <a:xfrm>
                  <a:off x="5454" y="3608"/>
                  <a:ext cx="245" cy="428"/>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586" name="Line 69">
                  <a:extLst>
                    <a:ext uri="{FF2B5EF4-FFF2-40B4-BE49-F238E27FC236}">
                      <a16:creationId xmlns:a16="http://schemas.microsoft.com/office/drawing/2014/main" id="{3FE9A400-159E-4E73-82F4-D934A1CD91DE}"/>
                    </a:ext>
                  </a:extLst>
                </p:cNvPr>
                <p:cNvSpPr>
                  <a:spLocks noChangeShapeType="1"/>
                </p:cNvSpPr>
                <p:nvPr/>
              </p:nvSpPr>
              <p:spPr bwMode="auto">
                <a:xfrm flipH="1">
                  <a:off x="5454" y="3608"/>
                  <a:ext cx="24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7" name="Line 70">
                  <a:extLst>
                    <a:ext uri="{FF2B5EF4-FFF2-40B4-BE49-F238E27FC236}">
                      <a16:creationId xmlns:a16="http://schemas.microsoft.com/office/drawing/2014/main" id="{52FD4D56-D71F-4B8C-AEDB-2C493AEF324E}"/>
                    </a:ext>
                  </a:extLst>
                </p:cNvPr>
                <p:cNvSpPr>
                  <a:spLocks noChangeShapeType="1"/>
                </p:cNvSpPr>
                <p:nvPr/>
              </p:nvSpPr>
              <p:spPr bwMode="auto">
                <a:xfrm>
                  <a:off x="5454" y="3608"/>
                  <a:ext cx="1" cy="428"/>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8" name="Line 71">
                  <a:extLst>
                    <a:ext uri="{FF2B5EF4-FFF2-40B4-BE49-F238E27FC236}">
                      <a16:creationId xmlns:a16="http://schemas.microsoft.com/office/drawing/2014/main" id="{772F04ED-8E22-4D56-A596-A1803D91BFFA}"/>
                    </a:ext>
                  </a:extLst>
                </p:cNvPr>
                <p:cNvSpPr>
                  <a:spLocks noChangeShapeType="1"/>
                </p:cNvSpPr>
                <p:nvPr/>
              </p:nvSpPr>
              <p:spPr bwMode="auto">
                <a:xfrm>
                  <a:off x="5454" y="4036"/>
                  <a:ext cx="24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9" name="Arc 72">
                  <a:extLst>
                    <a:ext uri="{FF2B5EF4-FFF2-40B4-BE49-F238E27FC236}">
                      <a16:creationId xmlns:a16="http://schemas.microsoft.com/office/drawing/2014/main" id="{889E2ECC-CF6F-4451-B683-B8662DA1B26D}"/>
                    </a:ext>
                  </a:extLst>
                </p:cNvPr>
                <p:cNvSpPr>
                  <a:spLocks/>
                </p:cNvSpPr>
                <p:nvPr/>
              </p:nvSpPr>
              <p:spPr bwMode="auto">
                <a:xfrm>
                  <a:off x="5698" y="3608"/>
                  <a:ext cx="261" cy="444"/>
                </a:xfrm>
                <a:custGeom>
                  <a:avLst/>
                  <a:gdLst>
                    <a:gd name="T0" fmla="*/ 0 w 22337"/>
                    <a:gd name="T1" fmla="*/ 0 h 43200"/>
                    <a:gd name="T2" fmla="*/ 0 w 22337"/>
                    <a:gd name="T3" fmla="*/ 0 h 43200"/>
                    <a:gd name="T4" fmla="*/ 0 w 22337"/>
                    <a:gd name="T5" fmla="*/ 0 h 43200"/>
                    <a:gd name="T6" fmla="*/ 0 60000 65536"/>
                    <a:gd name="T7" fmla="*/ 0 60000 65536"/>
                    <a:gd name="T8" fmla="*/ 0 60000 65536"/>
                    <a:gd name="T9" fmla="*/ 0 w 22337"/>
                    <a:gd name="T10" fmla="*/ 0 h 43200"/>
                    <a:gd name="T11" fmla="*/ 22337 w 22337"/>
                    <a:gd name="T12" fmla="*/ 43200 h 43200"/>
                  </a:gdLst>
                  <a:ahLst/>
                  <a:cxnLst>
                    <a:cxn ang="T6">
                      <a:pos x="T0" y="T1"/>
                    </a:cxn>
                    <a:cxn ang="T7">
                      <a:pos x="T2" y="T3"/>
                    </a:cxn>
                    <a:cxn ang="T8">
                      <a:pos x="T4" y="T5"/>
                    </a:cxn>
                  </a:cxnLst>
                  <a:rect l="T9" t="T10" r="T11" b="T12"/>
                  <a:pathLst>
                    <a:path w="22337" h="43200" fill="none" extrusionOk="0">
                      <a:moveTo>
                        <a:pt x="52" y="10"/>
                      </a:moveTo>
                      <a:cubicBezTo>
                        <a:pt x="280" y="3"/>
                        <a:pt x="508" y="-1"/>
                        <a:pt x="737" y="0"/>
                      </a:cubicBezTo>
                      <a:cubicBezTo>
                        <a:pt x="12666" y="0"/>
                        <a:pt x="22337" y="9670"/>
                        <a:pt x="22337" y="21600"/>
                      </a:cubicBezTo>
                      <a:cubicBezTo>
                        <a:pt x="22337" y="33529"/>
                        <a:pt x="12666" y="43200"/>
                        <a:pt x="737" y="43200"/>
                      </a:cubicBezTo>
                      <a:cubicBezTo>
                        <a:pt x="491" y="43200"/>
                        <a:pt x="245" y="43195"/>
                        <a:pt x="-1" y="43187"/>
                      </a:cubicBezTo>
                    </a:path>
                    <a:path w="22337" h="43200" stroke="0" extrusionOk="0">
                      <a:moveTo>
                        <a:pt x="52" y="10"/>
                      </a:moveTo>
                      <a:cubicBezTo>
                        <a:pt x="280" y="3"/>
                        <a:pt x="508" y="-1"/>
                        <a:pt x="737" y="0"/>
                      </a:cubicBezTo>
                      <a:cubicBezTo>
                        <a:pt x="12666" y="0"/>
                        <a:pt x="22337" y="9670"/>
                        <a:pt x="22337" y="21600"/>
                      </a:cubicBezTo>
                      <a:cubicBezTo>
                        <a:pt x="22337" y="33529"/>
                        <a:pt x="12666" y="43200"/>
                        <a:pt x="737" y="43200"/>
                      </a:cubicBezTo>
                      <a:cubicBezTo>
                        <a:pt x="491" y="43200"/>
                        <a:pt x="245" y="43195"/>
                        <a:pt x="-1" y="43187"/>
                      </a:cubicBezTo>
                      <a:lnTo>
                        <a:pt x="737" y="21600"/>
                      </a:lnTo>
                      <a:lnTo>
                        <a:pt x="52" y="1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90" name="Arc 73">
                  <a:extLst>
                    <a:ext uri="{FF2B5EF4-FFF2-40B4-BE49-F238E27FC236}">
                      <a16:creationId xmlns:a16="http://schemas.microsoft.com/office/drawing/2014/main" id="{8A039F5C-B85F-4FFD-AADA-E4A53CCBF623}"/>
                    </a:ext>
                  </a:extLst>
                </p:cNvPr>
                <p:cNvSpPr>
                  <a:spLocks/>
                </p:cNvSpPr>
                <p:nvPr/>
              </p:nvSpPr>
              <p:spPr bwMode="auto">
                <a:xfrm>
                  <a:off x="5699" y="3615"/>
                  <a:ext cx="254" cy="430"/>
                </a:xfrm>
                <a:custGeom>
                  <a:avLst/>
                  <a:gdLst>
                    <a:gd name="T0" fmla="*/ 0 w 22334"/>
                    <a:gd name="T1" fmla="*/ 0 h 43200"/>
                    <a:gd name="T2" fmla="*/ 0 w 22334"/>
                    <a:gd name="T3" fmla="*/ 0 h 43200"/>
                    <a:gd name="T4" fmla="*/ 0 w 22334"/>
                    <a:gd name="T5" fmla="*/ 0 h 43200"/>
                    <a:gd name="T6" fmla="*/ 0 60000 65536"/>
                    <a:gd name="T7" fmla="*/ 0 60000 65536"/>
                    <a:gd name="T8" fmla="*/ 0 60000 65536"/>
                    <a:gd name="T9" fmla="*/ 0 w 22334"/>
                    <a:gd name="T10" fmla="*/ 0 h 43200"/>
                    <a:gd name="T11" fmla="*/ 22334 w 22334"/>
                    <a:gd name="T12" fmla="*/ 43200 h 43200"/>
                  </a:gdLst>
                  <a:ahLst/>
                  <a:cxnLst>
                    <a:cxn ang="T6">
                      <a:pos x="T0" y="T1"/>
                    </a:cxn>
                    <a:cxn ang="T7">
                      <a:pos x="T2" y="T3"/>
                    </a:cxn>
                    <a:cxn ang="T8">
                      <a:pos x="T4" y="T5"/>
                    </a:cxn>
                  </a:cxnLst>
                  <a:rect l="T9" t="T10" r="T11" b="T12"/>
                  <a:pathLst>
                    <a:path w="22334" h="43200" fill="none" extrusionOk="0">
                      <a:moveTo>
                        <a:pt x="52" y="10"/>
                      </a:moveTo>
                      <a:cubicBezTo>
                        <a:pt x="279" y="3"/>
                        <a:pt x="506" y="-1"/>
                        <a:pt x="734" y="0"/>
                      </a:cubicBezTo>
                      <a:cubicBezTo>
                        <a:pt x="12663" y="0"/>
                        <a:pt x="22334" y="9670"/>
                        <a:pt x="22334" y="21600"/>
                      </a:cubicBezTo>
                      <a:cubicBezTo>
                        <a:pt x="22334" y="33529"/>
                        <a:pt x="12663" y="43200"/>
                        <a:pt x="734" y="43200"/>
                      </a:cubicBezTo>
                      <a:cubicBezTo>
                        <a:pt x="489" y="43200"/>
                        <a:pt x="244" y="43195"/>
                        <a:pt x="0" y="43187"/>
                      </a:cubicBezTo>
                    </a:path>
                    <a:path w="22334" h="43200" stroke="0" extrusionOk="0">
                      <a:moveTo>
                        <a:pt x="52" y="10"/>
                      </a:moveTo>
                      <a:cubicBezTo>
                        <a:pt x="279" y="3"/>
                        <a:pt x="506" y="-1"/>
                        <a:pt x="734" y="0"/>
                      </a:cubicBezTo>
                      <a:cubicBezTo>
                        <a:pt x="12663" y="0"/>
                        <a:pt x="22334" y="9670"/>
                        <a:pt x="22334" y="21600"/>
                      </a:cubicBezTo>
                      <a:cubicBezTo>
                        <a:pt x="22334" y="33529"/>
                        <a:pt x="12663" y="43200"/>
                        <a:pt x="734" y="43200"/>
                      </a:cubicBezTo>
                      <a:cubicBezTo>
                        <a:pt x="489" y="43200"/>
                        <a:pt x="244" y="43195"/>
                        <a:pt x="0" y="43187"/>
                      </a:cubicBezTo>
                      <a:lnTo>
                        <a:pt x="734" y="21600"/>
                      </a:lnTo>
                      <a:lnTo>
                        <a:pt x="52" y="1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91" name="Line 74">
                  <a:extLst>
                    <a:ext uri="{FF2B5EF4-FFF2-40B4-BE49-F238E27FC236}">
                      <a16:creationId xmlns:a16="http://schemas.microsoft.com/office/drawing/2014/main" id="{EE45BDF0-040C-4D09-8B0A-FAE26A782A47}"/>
                    </a:ext>
                  </a:extLst>
                </p:cNvPr>
                <p:cNvSpPr>
                  <a:spLocks noChangeShapeType="1"/>
                </p:cNvSpPr>
                <p:nvPr/>
              </p:nvSpPr>
              <p:spPr bwMode="auto">
                <a:xfrm flipH="1">
                  <a:off x="5240" y="3700"/>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2" name="Line 75">
                  <a:extLst>
                    <a:ext uri="{FF2B5EF4-FFF2-40B4-BE49-F238E27FC236}">
                      <a16:creationId xmlns:a16="http://schemas.microsoft.com/office/drawing/2014/main" id="{D67B4D06-12D6-4156-9DE6-FBAA6B8A7EFD}"/>
                    </a:ext>
                  </a:extLst>
                </p:cNvPr>
                <p:cNvSpPr>
                  <a:spLocks noChangeShapeType="1"/>
                </p:cNvSpPr>
                <p:nvPr/>
              </p:nvSpPr>
              <p:spPr bwMode="auto">
                <a:xfrm flipH="1">
                  <a:off x="5240" y="3944"/>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3" name="Line 76">
                  <a:extLst>
                    <a:ext uri="{FF2B5EF4-FFF2-40B4-BE49-F238E27FC236}">
                      <a16:creationId xmlns:a16="http://schemas.microsoft.com/office/drawing/2014/main" id="{A0045055-9097-45BC-9135-BD8FA083E2D1}"/>
                    </a:ext>
                  </a:extLst>
                </p:cNvPr>
                <p:cNvSpPr>
                  <a:spLocks noChangeShapeType="1"/>
                </p:cNvSpPr>
                <p:nvPr/>
              </p:nvSpPr>
              <p:spPr bwMode="auto">
                <a:xfrm flipH="1">
                  <a:off x="5944" y="3822"/>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4" name="Rectangle 77">
                  <a:extLst>
                    <a:ext uri="{FF2B5EF4-FFF2-40B4-BE49-F238E27FC236}">
                      <a16:creationId xmlns:a16="http://schemas.microsoft.com/office/drawing/2014/main" id="{ACFDC0A7-A43F-48E3-9A3B-48BA975F64B4}"/>
                    </a:ext>
                  </a:extLst>
                </p:cNvPr>
                <p:cNvSpPr>
                  <a:spLocks noChangeArrowheads="1"/>
                </p:cNvSpPr>
                <p:nvPr/>
              </p:nvSpPr>
              <p:spPr bwMode="auto">
                <a:xfrm>
                  <a:off x="4582" y="2797"/>
                  <a:ext cx="16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A </a:t>
                  </a:r>
                  <a:endParaRPr lang="en-US" altLang="en-US">
                    <a:latin typeface="Arial" panose="020B0604020202020204" pitchFamily="34" charset="0"/>
                  </a:endParaRPr>
                </a:p>
              </p:txBody>
            </p:sp>
            <p:sp>
              <p:nvSpPr>
                <p:cNvPr id="107595" name="Rectangle 79">
                  <a:extLst>
                    <a:ext uri="{FF2B5EF4-FFF2-40B4-BE49-F238E27FC236}">
                      <a16:creationId xmlns:a16="http://schemas.microsoft.com/office/drawing/2014/main" id="{9E5FB660-F7C0-472B-B20F-A199A73F8206}"/>
                    </a:ext>
                  </a:extLst>
                </p:cNvPr>
                <p:cNvSpPr>
                  <a:spLocks noChangeArrowheads="1"/>
                </p:cNvSpPr>
                <p:nvPr/>
              </p:nvSpPr>
              <p:spPr bwMode="auto">
                <a:xfrm>
                  <a:off x="4582" y="3042"/>
                  <a:ext cx="17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B </a:t>
                  </a:r>
                  <a:endParaRPr lang="en-US" altLang="en-US">
                    <a:latin typeface="Arial" panose="020B0604020202020204" pitchFamily="34" charset="0"/>
                  </a:endParaRPr>
                </a:p>
              </p:txBody>
            </p:sp>
            <p:sp>
              <p:nvSpPr>
                <p:cNvPr id="107596" name="Rectangle 81">
                  <a:extLst>
                    <a:ext uri="{FF2B5EF4-FFF2-40B4-BE49-F238E27FC236}">
                      <a16:creationId xmlns:a16="http://schemas.microsoft.com/office/drawing/2014/main" id="{E7518515-97F4-402A-8803-F83A981346A3}"/>
                    </a:ext>
                  </a:extLst>
                </p:cNvPr>
                <p:cNvSpPr>
                  <a:spLocks noChangeArrowheads="1"/>
                </p:cNvSpPr>
                <p:nvPr/>
              </p:nvSpPr>
              <p:spPr bwMode="auto">
                <a:xfrm>
                  <a:off x="6034" y="2826"/>
                  <a:ext cx="18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D </a:t>
                  </a:r>
                  <a:endParaRPr lang="en-US" altLang="en-US">
                    <a:latin typeface="Arial" panose="020B0604020202020204" pitchFamily="34" charset="0"/>
                  </a:endParaRPr>
                </a:p>
              </p:txBody>
            </p:sp>
            <p:sp>
              <p:nvSpPr>
                <p:cNvPr id="107597" name="Rectangle 83">
                  <a:extLst>
                    <a:ext uri="{FF2B5EF4-FFF2-40B4-BE49-F238E27FC236}">
                      <a16:creationId xmlns:a16="http://schemas.microsoft.com/office/drawing/2014/main" id="{B0CAD773-B89D-482C-9549-AC60C6E06A00}"/>
                    </a:ext>
                  </a:extLst>
                </p:cNvPr>
                <p:cNvSpPr>
                  <a:spLocks noChangeArrowheads="1"/>
                </p:cNvSpPr>
                <p:nvPr/>
              </p:nvSpPr>
              <p:spPr bwMode="auto">
                <a:xfrm>
                  <a:off x="6012" y="3546"/>
                  <a:ext cx="2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C</a:t>
                  </a:r>
                  <a:r>
                    <a:rPr lang="en-US" altLang="en-US" sz="2300" baseline="-25000">
                      <a:solidFill>
                        <a:srgbClr val="000000"/>
                      </a:solidFill>
                      <a:latin typeface="Helv"/>
                    </a:rPr>
                    <a:t>1</a:t>
                  </a:r>
                  <a:endParaRPr lang="en-US" altLang="en-US">
                    <a:latin typeface="Arial" panose="020B0604020202020204" pitchFamily="34" charset="0"/>
                  </a:endParaRPr>
                </a:p>
              </p:txBody>
            </p:sp>
            <p:sp>
              <p:nvSpPr>
                <p:cNvPr id="107598" name="Line 85">
                  <a:extLst>
                    <a:ext uri="{FF2B5EF4-FFF2-40B4-BE49-F238E27FC236}">
                      <a16:creationId xmlns:a16="http://schemas.microsoft.com/office/drawing/2014/main" id="{FF153B5F-62ED-469D-A0B0-885172B30FCD}"/>
                    </a:ext>
                  </a:extLst>
                </p:cNvPr>
                <p:cNvSpPr>
                  <a:spLocks noChangeShapeType="1"/>
                </p:cNvSpPr>
                <p:nvPr/>
              </p:nvSpPr>
              <p:spPr bwMode="auto">
                <a:xfrm flipH="1">
                  <a:off x="4796" y="2919"/>
                  <a:ext cx="520"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9" name="Line 86">
                  <a:extLst>
                    <a:ext uri="{FF2B5EF4-FFF2-40B4-BE49-F238E27FC236}">
                      <a16:creationId xmlns:a16="http://schemas.microsoft.com/office/drawing/2014/main" id="{A39175E3-3027-4495-AA48-A8CBC69AE517}"/>
                    </a:ext>
                  </a:extLst>
                </p:cNvPr>
                <p:cNvSpPr>
                  <a:spLocks noChangeShapeType="1"/>
                </p:cNvSpPr>
                <p:nvPr/>
              </p:nvSpPr>
              <p:spPr bwMode="auto">
                <a:xfrm flipH="1">
                  <a:off x="4811" y="3164"/>
                  <a:ext cx="52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0" name="Line 87">
                  <a:extLst>
                    <a:ext uri="{FF2B5EF4-FFF2-40B4-BE49-F238E27FC236}">
                      <a16:creationId xmlns:a16="http://schemas.microsoft.com/office/drawing/2014/main" id="{FFFDCEEE-CF78-445A-8BE2-5E435BA5FC60}"/>
                    </a:ext>
                  </a:extLst>
                </p:cNvPr>
                <p:cNvSpPr>
                  <a:spLocks noChangeShapeType="1"/>
                </p:cNvSpPr>
                <p:nvPr/>
              </p:nvSpPr>
              <p:spPr bwMode="auto">
                <a:xfrm>
                  <a:off x="4980" y="3179"/>
                  <a:ext cx="1" cy="76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1" name="Line 88">
                  <a:extLst>
                    <a:ext uri="{FF2B5EF4-FFF2-40B4-BE49-F238E27FC236}">
                      <a16:creationId xmlns:a16="http://schemas.microsoft.com/office/drawing/2014/main" id="{0CCB0125-6F68-4812-B166-9EA22419594D}"/>
                    </a:ext>
                  </a:extLst>
                </p:cNvPr>
                <p:cNvSpPr>
                  <a:spLocks noChangeShapeType="1"/>
                </p:cNvSpPr>
                <p:nvPr/>
              </p:nvSpPr>
              <p:spPr bwMode="auto">
                <a:xfrm flipH="1">
                  <a:off x="4980" y="3944"/>
                  <a:ext cx="27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2" name="Line 89">
                  <a:extLst>
                    <a:ext uri="{FF2B5EF4-FFF2-40B4-BE49-F238E27FC236}">
                      <a16:creationId xmlns:a16="http://schemas.microsoft.com/office/drawing/2014/main" id="{9DEF363D-EB2E-42F9-8BEC-16AB2F6588E9}"/>
                    </a:ext>
                  </a:extLst>
                </p:cNvPr>
                <p:cNvSpPr>
                  <a:spLocks noChangeShapeType="1"/>
                </p:cNvSpPr>
                <p:nvPr/>
              </p:nvSpPr>
              <p:spPr bwMode="auto">
                <a:xfrm flipV="1">
                  <a:off x="5225" y="2935"/>
                  <a:ext cx="1" cy="76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3" name="Oval 90">
                  <a:extLst>
                    <a:ext uri="{FF2B5EF4-FFF2-40B4-BE49-F238E27FC236}">
                      <a16:creationId xmlns:a16="http://schemas.microsoft.com/office/drawing/2014/main" id="{7FEB3959-3F01-42F0-80CA-F55D923F2863}"/>
                    </a:ext>
                  </a:extLst>
                </p:cNvPr>
                <p:cNvSpPr>
                  <a:spLocks noChangeArrowheads="1"/>
                </p:cNvSpPr>
                <p:nvPr/>
              </p:nvSpPr>
              <p:spPr bwMode="auto">
                <a:xfrm>
                  <a:off x="4956" y="3156"/>
                  <a:ext cx="63" cy="62"/>
                </a:xfrm>
                <a:prstGeom prst="ellipse">
                  <a:avLst/>
                </a:prstGeom>
                <a:solidFill>
                  <a:srgbClr val="000000"/>
                </a:solid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604" name="Oval 91">
                  <a:extLst>
                    <a:ext uri="{FF2B5EF4-FFF2-40B4-BE49-F238E27FC236}">
                      <a16:creationId xmlns:a16="http://schemas.microsoft.com/office/drawing/2014/main" id="{259D097A-755B-4F61-8D52-B68D8F7A3DA3}"/>
                    </a:ext>
                  </a:extLst>
                </p:cNvPr>
                <p:cNvSpPr>
                  <a:spLocks noChangeArrowheads="1"/>
                </p:cNvSpPr>
                <p:nvPr/>
              </p:nvSpPr>
              <p:spPr bwMode="auto">
                <a:xfrm>
                  <a:off x="5201" y="2911"/>
                  <a:ext cx="63" cy="47"/>
                </a:xfrm>
                <a:prstGeom prst="ellipse">
                  <a:avLst/>
                </a:prstGeom>
                <a:solidFill>
                  <a:srgbClr val="000000"/>
                </a:solid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605" name="Oval 92">
                  <a:extLst>
                    <a:ext uri="{FF2B5EF4-FFF2-40B4-BE49-F238E27FC236}">
                      <a16:creationId xmlns:a16="http://schemas.microsoft.com/office/drawing/2014/main" id="{F70D6D64-2E10-4A9F-A269-24871FF1C881}"/>
                    </a:ext>
                  </a:extLst>
                </p:cNvPr>
                <p:cNvSpPr>
                  <a:spLocks noChangeArrowheads="1"/>
                </p:cNvSpPr>
                <p:nvPr/>
              </p:nvSpPr>
              <p:spPr bwMode="auto">
                <a:xfrm>
                  <a:off x="5385" y="3676"/>
                  <a:ext cx="62" cy="63"/>
                </a:xfrm>
                <a:prstGeom prst="ellipse">
                  <a:avLst/>
                </a:prstGeom>
                <a:blipFill dpi="0" rotWithShape="0">
                  <a:blip r:embed="rId2"/>
                  <a:srcRect/>
                  <a:tile tx="0" ty="0" sx="100000" sy="100000" flip="none" algn="tl"/>
                </a:blip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grpSp>
        <p:sp>
          <p:nvSpPr>
            <p:cNvPr id="107533" name="Rectangle 204">
              <a:extLst>
                <a:ext uri="{FF2B5EF4-FFF2-40B4-BE49-F238E27FC236}">
                  <a16:creationId xmlns:a16="http://schemas.microsoft.com/office/drawing/2014/main" id="{38A6CB28-394B-4DFB-950F-BBDC987269AA}"/>
                </a:ext>
              </a:extLst>
            </p:cNvPr>
            <p:cNvSpPr>
              <a:spLocks noChangeArrowheads="1"/>
            </p:cNvSpPr>
            <p:nvPr/>
          </p:nvSpPr>
          <p:spPr bwMode="auto">
            <a:xfrm>
              <a:off x="7453255" y="975692"/>
              <a:ext cx="1614545"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D</a:t>
              </a:r>
              <a:r>
                <a:rPr lang="en-US" altLang="en-US" sz="1800" b="1" baseline="-25000">
                  <a:latin typeface="Courier New" panose="02070309020205020404" pitchFamily="49" charset="0"/>
                </a:rPr>
                <a:t> </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 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sp>
          <p:nvSpPr>
            <p:cNvPr id="107534" name="Rectangle 5">
              <a:extLst>
                <a:ext uri="{FF2B5EF4-FFF2-40B4-BE49-F238E27FC236}">
                  <a16:creationId xmlns:a16="http://schemas.microsoft.com/office/drawing/2014/main" id="{C2402F36-591D-4D7A-B4DD-22A84109CD62}"/>
                </a:ext>
              </a:extLst>
            </p:cNvPr>
            <p:cNvSpPr>
              <a:spLocks noChangeArrowheads="1"/>
            </p:cNvSpPr>
            <p:nvPr/>
          </p:nvSpPr>
          <p:spPr bwMode="auto">
            <a:xfrm>
              <a:off x="8229600" y="1005679"/>
              <a:ext cx="381000" cy="3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7535" name="Rectangle 206">
              <a:extLst>
                <a:ext uri="{FF2B5EF4-FFF2-40B4-BE49-F238E27FC236}">
                  <a16:creationId xmlns:a16="http://schemas.microsoft.com/office/drawing/2014/main" id="{1B349819-CF4F-4D22-A041-80427C28DC31}"/>
                </a:ext>
              </a:extLst>
            </p:cNvPr>
            <p:cNvSpPr>
              <a:spLocks noChangeArrowheads="1"/>
            </p:cNvSpPr>
            <p:nvPr/>
          </p:nvSpPr>
          <p:spPr bwMode="auto">
            <a:xfrm>
              <a:off x="7467600" y="2195166"/>
              <a:ext cx="1521570"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C</a:t>
              </a:r>
              <a:r>
                <a:rPr lang="en-US" altLang="en-US" sz="1800" b="1" baseline="-25000">
                  <a:latin typeface="Courier New" panose="02070309020205020404" pitchFamily="49" charset="0"/>
                </a:rPr>
                <a:t>1</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grpSp>
      <p:sp>
        <p:nvSpPr>
          <p:cNvPr id="107524" name="Rectangle 18">
            <a:extLst>
              <a:ext uri="{FF2B5EF4-FFF2-40B4-BE49-F238E27FC236}">
                <a16:creationId xmlns:a16="http://schemas.microsoft.com/office/drawing/2014/main" id="{9B9EA6C4-1825-491F-8A0B-AE588B5CC72B}"/>
              </a:ext>
            </a:extLst>
          </p:cNvPr>
          <p:cNvSpPr>
            <a:spLocks noChangeArrowheads="1"/>
          </p:cNvSpPr>
          <p:nvPr/>
        </p:nvSpPr>
        <p:spPr bwMode="auto">
          <a:xfrm>
            <a:off x="4827589" y="-55563"/>
            <a:ext cx="2681287"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Half Subtractor </a:t>
            </a:r>
          </a:p>
        </p:txBody>
      </p:sp>
      <p:grpSp>
        <p:nvGrpSpPr>
          <p:cNvPr id="107525" name="Group 99">
            <a:extLst>
              <a:ext uri="{FF2B5EF4-FFF2-40B4-BE49-F238E27FC236}">
                <a16:creationId xmlns:a16="http://schemas.microsoft.com/office/drawing/2014/main" id="{5B62FCC5-BA6A-4E27-82F3-D0287EB370E7}"/>
              </a:ext>
            </a:extLst>
          </p:cNvPr>
          <p:cNvGrpSpPr>
            <a:grpSpLocks/>
          </p:cNvGrpSpPr>
          <p:nvPr/>
        </p:nvGrpSpPr>
        <p:grpSpPr bwMode="auto">
          <a:xfrm>
            <a:off x="5873751" y="727075"/>
            <a:ext cx="3719513" cy="2844800"/>
            <a:chOff x="537585" y="3197551"/>
            <a:chExt cx="3719926" cy="2845457"/>
          </a:xfrm>
        </p:grpSpPr>
        <p:grpSp>
          <p:nvGrpSpPr>
            <p:cNvPr id="107526" name="Group 210">
              <a:extLst>
                <a:ext uri="{FF2B5EF4-FFF2-40B4-BE49-F238E27FC236}">
                  <a16:creationId xmlns:a16="http://schemas.microsoft.com/office/drawing/2014/main" id="{E1932796-CD3E-4007-A563-490654DF717C}"/>
                </a:ext>
              </a:extLst>
            </p:cNvPr>
            <p:cNvGrpSpPr>
              <a:grpSpLocks/>
            </p:cNvGrpSpPr>
            <p:nvPr/>
          </p:nvGrpSpPr>
          <p:grpSpPr bwMode="auto">
            <a:xfrm>
              <a:off x="537585" y="3197551"/>
              <a:ext cx="1790502" cy="2845457"/>
              <a:chOff x="7543800" y="381000"/>
              <a:chExt cx="1376362" cy="2286000"/>
            </a:xfrm>
          </p:grpSpPr>
          <p:pic>
            <p:nvPicPr>
              <p:cNvPr id="107530" name="Picture 2">
                <a:extLst>
                  <a:ext uri="{FF2B5EF4-FFF2-40B4-BE49-F238E27FC236}">
                    <a16:creationId xmlns:a16="http://schemas.microsoft.com/office/drawing/2014/main" id="{6D4210A8-BFBE-457B-925C-ABC6E4A05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376362" cy="1148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31" name="Picture 3">
                <a:extLst>
                  <a:ext uri="{FF2B5EF4-FFF2-40B4-BE49-F238E27FC236}">
                    <a16:creationId xmlns:a16="http://schemas.microsoft.com/office/drawing/2014/main" id="{71139124-A73A-49FC-B4FA-22D8272799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1600200"/>
                <a:ext cx="1371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7527" name="Rectangle 204">
              <a:extLst>
                <a:ext uri="{FF2B5EF4-FFF2-40B4-BE49-F238E27FC236}">
                  <a16:creationId xmlns:a16="http://schemas.microsoft.com/office/drawing/2014/main" id="{2CE69EB1-C5BE-4996-B4E7-DF9B442332E6}"/>
                </a:ext>
              </a:extLst>
            </p:cNvPr>
            <p:cNvSpPr>
              <a:spLocks noChangeArrowheads="1"/>
            </p:cNvSpPr>
            <p:nvPr/>
          </p:nvSpPr>
          <p:spPr bwMode="auto">
            <a:xfrm>
              <a:off x="2642966" y="3885926"/>
              <a:ext cx="1614545"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D</a:t>
              </a:r>
              <a:r>
                <a:rPr lang="en-US" altLang="en-US" sz="1800" b="1" baseline="-25000">
                  <a:latin typeface="Courier New" panose="02070309020205020404" pitchFamily="49" charset="0"/>
                </a:rPr>
                <a:t> </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 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sp>
          <p:nvSpPr>
            <p:cNvPr id="107528" name="Rectangle 5">
              <a:extLst>
                <a:ext uri="{FF2B5EF4-FFF2-40B4-BE49-F238E27FC236}">
                  <a16:creationId xmlns:a16="http://schemas.microsoft.com/office/drawing/2014/main" id="{2B79D367-A003-482A-8093-9AEA96E11354}"/>
                </a:ext>
              </a:extLst>
            </p:cNvPr>
            <p:cNvSpPr>
              <a:spLocks noChangeArrowheads="1"/>
            </p:cNvSpPr>
            <p:nvPr/>
          </p:nvSpPr>
          <p:spPr bwMode="auto">
            <a:xfrm>
              <a:off x="3419311" y="3915913"/>
              <a:ext cx="381000" cy="3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7529" name="Rectangle 206">
              <a:extLst>
                <a:ext uri="{FF2B5EF4-FFF2-40B4-BE49-F238E27FC236}">
                  <a16:creationId xmlns:a16="http://schemas.microsoft.com/office/drawing/2014/main" id="{84AE87E6-A558-491D-A282-AD98EF1F8579}"/>
                </a:ext>
              </a:extLst>
            </p:cNvPr>
            <p:cNvSpPr>
              <a:spLocks noChangeArrowheads="1"/>
            </p:cNvSpPr>
            <p:nvPr/>
          </p:nvSpPr>
          <p:spPr bwMode="auto">
            <a:xfrm>
              <a:off x="2657311" y="5105400"/>
              <a:ext cx="1521570"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C</a:t>
              </a:r>
              <a:r>
                <a:rPr lang="en-US" altLang="en-US" sz="1800" b="1" baseline="-25000">
                  <a:latin typeface="Courier New" panose="02070309020205020404" pitchFamily="49" charset="0"/>
                </a:rPr>
                <a:t>1</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BB37AF74-3101-4E0E-8FE8-D119185DCD95}"/>
              </a:ext>
            </a:extLst>
          </p:cNvPr>
          <p:cNvSpPr>
            <a:spLocks noChangeArrowheads="1"/>
          </p:cNvSpPr>
          <p:nvPr/>
        </p:nvSpPr>
        <p:spPr bwMode="auto">
          <a:xfrm>
            <a:off x="1731963" y="558801"/>
            <a:ext cx="8763000" cy="591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23838" indent="-2238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full subtractor is a combinational circuit which is used to perform subtraction of three input bits</a:t>
            </a: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the minuend  Ai, subtrahend Bi, and borrow in C</a:t>
            </a:r>
            <a:r>
              <a:rPr lang="en-US" altLang="en-US" sz="1800" baseline="-25000">
                <a:solidFill>
                  <a:srgbClr val="C00000"/>
                </a:solidFill>
                <a:latin typeface="Arial" panose="020B0604020202020204" pitchFamily="34" charset="0"/>
              </a:rPr>
              <a:t>in</a:t>
            </a:r>
            <a:r>
              <a:rPr lang="en-US" altLang="en-US" sz="1800">
                <a:solidFill>
                  <a:srgbClr val="C00000"/>
                </a:solidFill>
                <a:latin typeface="Arial" panose="020B0604020202020204" pitchFamily="34" charset="0"/>
              </a:rPr>
              <a:t> </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C00000"/>
                </a:solidFill>
                <a:latin typeface="Arial" panose="020B0604020202020204" pitchFamily="34" charset="0"/>
              </a:rPr>
              <a:t>full subtractor generates two output bits: the difference D and borrow out </a:t>
            </a:r>
            <a:r>
              <a:rPr lang="en-US" altLang="en-US" sz="1800">
                <a:solidFill>
                  <a:srgbClr val="2B0BB5"/>
                </a:solidFill>
                <a:latin typeface="Arial" panose="020B0604020202020204" pitchFamily="34" charset="0"/>
              </a:rPr>
              <a:t>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D60093"/>
                </a:solidFill>
                <a:latin typeface="Arial" panose="020B0604020202020204" pitchFamily="34" charset="0"/>
              </a:rPr>
              <a:t>C</a:t>
            </a:r>
            <a:r>
              <a:rPr lang="en-US" altLang="en-US" sz="1800" baseline="-25000">
                <a:solidFill>
                  <a:srgbClr val="D60093"/>
                </a:solidFill>
                <a:latin typeface="Arial" panose="020B0604020202020204" pitchFamily="34" charset="0"/>
              </a:rPr>
              <a:t>in </a:t>
            </a:r>
            <a:r>
              <a:rPr lang="en-US" altLang="en-US" sz="1800">
                <a:solidFill>
                  <a:srgbClr val="D60093"/>
                </a:solidFill>
                <a:latin typeface="Arial" panose="020B0604020202020204" pitchFamily="34" charset="0"/>
              </a:rPr>
              <a:t>is set when the previous digit borrowed from  A</a:t>
            </a:r>
            <a:r>
              <a:rPr lang="en-US" altLang="en-US" sz="1800" baseline="-25000">
                <a:solidFill>
                  <a:srgbClr val="D60093"/>
                </a:solidFill>
                <a:latin typeface="Arial" panose="020B0604020202020204" pitchFamily="34" charset="0"/>
              </a:rPr>
              <a:t>i</a:t>
            </a:r>
            <a:r>
              <a:rPr lang="en-US" altLang="en-US" sz="1800">
                <a:solidFill>
                  <a:srgbClr val="D60093"/>
                </a:solidFill>
                <a:latin typeface="Arial" panose="020B0604020202020204" pitchFamily="34" charset="0"/>
              </a:rPr>
              <a:t> .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Thus,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is also subtracted from  Ai  as well as the subtrahend Bi .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 Or in symbols:  </a:t>
            </a:r>
            <a:r>
              <a:rPr lang="en-US" altLang="en-US" sz="1800">
                <a:solidFill>
                  <a:srgbClr val="FF0000"/>
                </a:solidFill>
                <a:latin typeface="Arial" panose="020B0604020202020204" pitchFamily="34" charset="0"/>
              </a:rPr>
              <a:t>Ai – Bi – C</a:t>
            </a:r>
            <a:r>
              <a:rPr lang="en-US" altLang="en-US" sz="1800" baseline="-25000">
                <a:solidFill>
                  <a:srgbClr val="FF0000"/>
                </a:solidFill>
                <a:latin typeface="Arial" panose="020B0604020202020204" pitchFamily="34" charset="0"/>
              </a:rPr>
              <a:t>in</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Like the half subtractor, the </a:t>
            </a:r>
            <a:r>
              <a:rPr lang="en-US" altLang="en-US" sz="1800">
                <a:solidFill>
                  <a:srgbClr val="C00000"/>
                </a:solidFill>
                <a:latin typeface="Arial" panose="020B0604020202020204" pitchFamily="34" charset="0"/>
              </a:rPr>
              <a:t>full subtractor generates a borrow out when it needs to borrow from the next digit.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Since we are subtracting  </a:t>
            </a:r>
            <a:r>
              <a:rPr lang="en-US" altLang="en-US" sz="1800">
                <a:solidFill>
                  <a:srgbClr val="FF0000"/>
                </a:solidFill>
                <a:latin typeface="Arial" panose="020B0604020202020204" pitchFamily="34" charset="0"/>
              </a:rPr>
              <a:t>Bi  and C</a:t>
            </a:r>
            <a:r>
              <a:rPr lang="en-US" altLang="en-US" sz="1800" baseline="-25000">
                <a:solidFill>
                  <a:srgbClr val="FF0000"/>
                </a:solidFill>
                <a:latin typeface="Arial" panose="020B0604020202020204" pitchFamily="34" charset="0"/>
              </a:rPr>
              <a:t>in  </a:t>
            </a:r>
            <a:r>
              <a:rPr lang="en-US" altLang="en-US" sz="1800">
                <a:solidFill>
                  <a:srgbClr val="FF0000"/>
                </a:solidFill>
                <a:latin typeface="Arial" panose="020B0604020202020204" pitchFamily="34" charset="0"/>
              </a:rPr>
              <a:t>by Ai, a borrow out needs to be generated when Ai &lt; Bi +C</a:t>
            </a:r>
            <a:r>
              <a:rPr lang="en-US" altLang="en-US" sz="1800" baseline="-25000">
                <a:solidFill>
                  <a:srgbClr val="FF0000"/>
                </a:solidFill>
                <a:latin typeface="Arial" panose="020B0604020202020204" pitchFamily="34" charset="0"/>
              </a:rPr>
              <a:t>in</a:t>
            </a:r>
            <a:r>
              <a:rPr lang="en-US" altLang="en-US" sz="1800">
                <a:solidFill>
                  <a:srgbClr val="FF0000"/>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08839"/>
                </a:solidFill>
                <a:latin typeface="Arial" panose="020B0604020202020204" pitchFamily="34" charset="0"/>
              </a:rPr>
              <a:t>When a borrow out is generated, 2 is added in the current digit</a:t>
            </a:r>
            <a:r>
              <a:rPr lang="en-US" altLang="en-US" sz="1800">
                <a:solidFill>
                  <a:srgbClr val="2B0BB5"/>
                </a:solidFill>
                <a:latin typeface="Arial" panose="020B0604020202020204" pitchFamily="34" charset="0"/>
              </a:rPr>
              <a:t>. (This is similar to the subtraction algorithm in decimal. Instead of adding 2, we add 10 when we borrow.).</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Therefore,    D = Ai – Bi –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+ 2 C</a:t>
            </a:r>
            <a:r>
              <a:rPr lang="en-US" altLang="en-US" sz="1800" baseline="-25000">
                <a:solidFill>
                  <a:srgbClr val="2B0BB5"/>
                </a:solidFill>
                <a:latin typeface="Arial" panose="020B0604020202020204" pitchFamily="34" charset="0"/>
              </a:rPr>
              <a:t>out</a:t>
            </a:r>
          </a:p>
        </p:txBody>
      </p:sp>
      <p:sp>
        <p:nvSpPr>
          <p:cNvPr id="108547" name="Rectangle 21">
            <a:extLst>
              <a:ext uri="{FF2B5EF4-FFF2-40B4-BE49-F238E27FC236}">
                <a16:creationId xmlns:a16="http://schemas.microsoft.com/office/drawing/2014/main" id="{5CD0FEF7-86E5-4662-9459-B8AAED3A1921}"/>
              </a:ext>
            </a:extLst>
          </p:cNvPr>
          <p:cNvSpPr>
            <a:spLocks noChangeArrowheads="1"/>
          </p:cNvSpPr>
          <p:nvPr/>
        </p:nvSpPr>
        <p:spPr bwMode="auto">
          <a:xfrm>
            <a:off x="4856163" y="88901"/>
            <a:ext cx="262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Full Subtractor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6">
            <a:extLst>
              <a:ext uri="{FF2B5EF4-FFF2-40B4-BE49-F238E27FC236}">
                <a16:creationId xmlns:a16="http://schemas.microsoft.com/office/drawing/2014/main" id="{2A8D14B9-2D7F-424F-89C4-D9B1EF307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533400"/>
            <a:ext cx="87630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Rectangle 21">
            <a:extLst>
              <a:ext uri="{FF2B5EF4-FFF2-40B4-BE49-F238E27FC236}">
                <a16:creationId xmlns:a16="http://schemas.microsoft.com/office/drawing/2014/main" id="{60A9A784-E20E-4EA9-B42B-0AB7511DDD66}"/>
              </a:ext>
            </a:extLst>
          </p:cNvPr>
          <p:cNvSpPr>
            <a:spLocks noChangeArrowheads="1"/>
          </p:cNvSpPr>
          <p:nvPr/>
        </p:nvSpPr>
        <p:spPr bwMode="auto">
          <a:xfrm>
            <a:off x="4876800" y="1"/>
            <a:ext cx="262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Full Subtractor </a:t>
            </a: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2" descr="Half adder using NAND gate only.">
            <a:extLst>
              <a:ext uri="{FF2B5EF4-FFF2-40B4-BE49-F238E27FC236}">
                <a16:creationId xmlns:a16="http://schemas.microsoft.com/office/drawing/2014/main" id="{1A6368AB-1FF7-47C9-9119-7238919B90A9}"/>
              </a:ext>
            </a:extLst>
          </p:cNvPr>
          <p:cNvSpPr>
            <a:spLocks noChangeAspect="1" noChangeArrowheads="1"/>
          </p:cNvSpPr>
          <p:nvPr/>
        </p:nvSpPr>
        <p:spPr bwMode="auto">
          <a:xfrm>
            <a:off x="1679576" y="-784225"/>
            <a:ext cx="31718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pic>
        <p:nvPicPr>
          <p:cNvPr id="110595" name="Picture 3">
            <a:extLst>
              <a:ext uri="{FF2B5EF4-FFF2-40B4-BE49-F238E27FC236}">
                <a16:creationId xmlns:a16="http://schemas.microsoft.com/office/drawing/2014/main" id="{72AE8700-9ADA-4C84-B8A0-9E4BCB04B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838200"/>
            <a:ext cx="8102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92D27327-579A-4C81-9839-DBAD3ADAAAEE}"/>
              </a:ext>
            </a:extLst>
          </p:cNvPr>
          <p:cNvSpPr txBox="1">
            <a:spLocks noChangeArrowheads="1"/>
          </p:cNvSpPr>
          <p:nvPr/>
        </p:nvSpPr>
        <p:spPr>
          <a:xfrm>
            <a:off x="1981200" y="77788"/>
            <a:ext cx="8229600" cy="531812"/>
          </a:xfrm>
          <a:prstGeom prst="rect">
            <a:avLst/>
          </a:prstGeom>
        </p:spPr>
        <p:txBody>
          <a:bodyPr/>
          <a:lstStyle/>
          <a:p>
            <a:pPr algn="ctr">
              <a:defRPr/>
            </a:pPr>
            <a:r>
              <a:rPr lang="en-US" sz="2800" u="sng" dirty="0">
                <a:solidFill>
                  <a:srgbClr val="FF0000"/>
                </a:solidFill>
                <a:latin typeface="+mj-lt"/>
                <a:ea typeface="+mj-ea"/>
                <a:cs typeface="+mj-cs"/>
              </a:rPr>
              <a:t>Half </a:t>
            </a:r>
            <a:r>
              <a:rPr lang="en-US" sz="2800" u="sng" dirty="0" err="1">
                <a:solidFill>
                  <a:srgbClr val="FF0000"/>
                </a:solidFill>
                <a:latin typeface="+mj-lt"/>
                <a:ea typeface="+mj-ea"/>
                <a:cs typeface="+mj-cs"/>
              </a:rPr>
              <a:t>Subtractor</a:t>
            </a:r>
            <a:r>
              <a:rPr lang="en-US" sz="2800" u="sng" dirty="0">
                <a:solidFill>
                  <a:srgbClr val="FF0000"/>
                </a:solidFill>
                <a:latin typeface="+mj-lt"/>
                <a:ea typeface="+mj-ea"/>
                <a:cs typeface="+mj-cs"/>
              </a:rPr>
              <a:t> Using </a:t>
            </a:r>
            <a:r>
              <a:rPr lang="en-US" sz="2800" u="sng" dirty="0" err="1">
                <a:solidFill>
                  <a:srgbClr val="FF0000"/>
                </a:solidFill>
                <a:latin typeface="+mj-lt"/>
                <a:ea typeface="+mj-ea"/>
                <a:cs typeface="+mj-cs"/>
              </a:rPr>
              <a:t>Nand</a:t>
            </a:r>
            <a:r>
              <a:rPr lang="en-US" sz="2800" u="sng" dirty="0">
                <a:solidFill>
                  <a:srgbClr val="FF0000"/>
                </a:solidFill>
                <a:latin typeface="+mj-lt"/>
                <a:ea typeface="+mj-ea"/>
                <a:cs typeface="+mj-cs"/>
              </a:rPr>
              <a:t> only Gate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7E58A46-4147-41EB-8F89-AE452E6BE2E3}"/>
              </a:ext>
            </a:extLst>
          </p:cNvPr>
          <p:cNvSpPr>
            <a:spLocks noGrp="1"/>
          </p:cNvSpPr>
          <p:nvPr>
            <p:ph type="title"/>
          </p:nvPr>
        </p:nvSpPr>
        <p:spPr>
          <a:xfrm>
            <a:off x="1600200" y="19050"/>
            <a:ext cx="8915400" cy="609600"/>
          </a:xfrm>
        </p:spPr>
        <p:txBody>
          <a:bodyPr/>
          <a:lstStyle/>
          <a:p>
            <a:r>
              <a:rPr lang="en-US" altLang="en-US" sz="2800" u="sng">
                <a:solidFill>
                  <a:srgbClr val="FF0000"/>
                </a:solidFill>
              </a:rPr>
              <a:t>Full Subtractor using Two Half Adder and a OR Gate</a:t>
            </a:r>
          </a:p>
        </p:txBody>
      </p:sp>
      <p:grpSp>
        <p:nvGrpSpPr>
          <p:cNvPr id="111619" name="Group 10">
            <a:extLst>
              <a:ext uri="{FF2B5EF4-FFF2-40B4-BE49-F238E27FC236}">
                <a16:creationId xmlns:a16="http://schemas.microsoft.com/office/drawing/2014/main" id="{CEAFCC39-1A87-411B-8176-BEB400F01DDD}"/>
              </a:ext>
            </a:extLst>
          </p:cNvPr>
          <p:cNvGrpSpPr>
            <a:grpSpLocks/>
          </p:cNvGrpSpPr>
          <p:nvPr/>
        </p:nvGrpSpPr>
        <p:grpSpPr bwMode="auto">
          <a:xfrm>
            <a:off x="2133600" y="2982914"/>
            <a:ext cx="8153400" cy="3722687"/>
            <a:chOff x="685800" y="609600"/>
            <a:chExt cx="8153400" cy="3722689"/>
          </a:xfrm>
        </p:grpSpPr>
        <p:graphicFrame>
          <p:nvGraphicFramePr>
            <p:cNvPr id="111625" name="Object 2">
              <a:extLst>
                <a:ext uri="{FF2B5EF4-FFF2-40B4-BE49-F238E27FC236}">
                  <a16:creationId xmlns:a16="http://schemas.microsoft.com/office/drawing/2014/main" id="{F3BEC847-7E66-4841-B113-EC3C89B24E7F}"/>
                </a:ext>
              </a:extLst>
            </p:cNvPr>
            <p:cNvGraphicFramePr>
              <a:graphicFrameLocks noChangeAspect="1"/>
            </p:cNvGraphicFramePr>
            <p:nvPr/>
          </p:nvGraphicFramePr>
          <p:xfrm>
            <a:off x="685800" y="644525"/>
            <a:ext cx="8153400" cy="3165475"/>
          </p:xfrm>
          <a:graphic>
            <a:graphicData uri="http://schemas.openxmlformats.org/presentationml/2006/ole">
              <mc:AlternateContent xmlns:mc="http://schemas.openxmlformats.org/markup-compatibility/2006">
                <mc:Choice xmlns:v="urn:schemas-microsoft-com:vml" Requires="v">
                  <p:oleObj spid="_x0000_s6152" name="Document" r:id="rId3" imgW="3994855" imgH="1702201" progId="Word.Document.8">
                    <p:embed/>
                  </p:oleObj>
                </mc:Choice>
                <mc:Fallback>
                  <p:oleObj name="Document" r:id="rId3" imgW="3994855" imgH="1702201" progId="Word.Document.8">
                    <p:embed/>
                    <p:pic>
                      <p:nvPicPr>
                        <p:cNvPr id="111625" name="Object 2">
                          <a:extLst>
                            <a:ext uri="{FF2B5EF4-FFF2-40B4-BE49-F238E27FC236}">
                              <a16:creationId xmlns:a16="http://schemas.microsoft.com/office/drawing/2014/main" id="{F3BEC847-7E66-4841-B113-EC3C89B24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644525"/>
                          <a:ext cx="8153400"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26" name="Rectangle 6">
              <a:extLst>
                <a:ext uri="{FF2B5EF4-FFF2-40B4-BE49-F238E27FC236}">
                  <a16:creationId xmlns:a16="http://schemas.microsoft.com/office/drawing/2014/main" id="{D4CF28EB-A2F8-4A2D-9E99-E374F04C4BFF}"/>
                </a:ext>
              </a:extLst>
            </p:cNvPr>
            <p:cNvSpPr>
              <a:spLocks noChangeArrowheads="1"/>
            </p:cNvSpPr>
            <p:nvPr/>
          </p:nvSpPr>
          <p:spPr bwMode="auto">
            <a:xfrm>
              <a:off x="1371600" y="1219200"/>
              <a:ext cx="2438400" cy="2667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1627" name="Rectangle 7">
              <a:extLst>
                <a:ext uri="{FF2B5EF4-FFF2-40B4-BE49-F238E27FC236}">
                  <a16:creationId xmlns:a16="http://schemas.microsoft.com/office/drawing/2014/main" id="{DD59BB26-9DAC-4EB7-AB84-D9ECD796B718}"/>
                </a:ext>
              </a:extLst>
            </p:cNvPr>
            <p:cNvSpPr>
              <a:spLocks noChangeArrowheads="1"/>
            </p:cNvSpPr>
            <p:nvPr/>
          </p:nvSpPr>
          <p:spPr bwMode="auto">
            <a:xfrm>
              <a:off x="4191000" y="609600"/>
              <a:ext cx="2362200" cy="29718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111628" name="Group 8">
              <a:extLst>
                <a:ext uri="{FF2B5EF4-FFF2-40B4-BE49-F238E27FC236}">
                  <a16:creationId xmlns:a16="http://schemas.microsoft.com/office/drawing/2014/main" id="{E1BF578B-37C4-4454-BF38-285F59F5119A}"/>
                </a:ext>
              </a:extLst>
            </p:cNvPr>
            <p:cNvGrpSpPr>
              <a:grpSpLocks/>
            </p:cNvGrpSpPr>
            <p:nvPr/>
          </p:nvGrpSpPr>
          <p:grpSpPr bwMode="auto">
            <a:xfrm>
              <a:off x="1431925" y="3565526"/>
              <a:ext cx="5045076" cy="766763"/>
              <a:chOff x="902" y="3446"/>
              <a:chExt cx="3178" cy="483"/>
            </a:xfrm>
          </p:grpSpPr>
          <p:sp>
            <p:nvSpPr>
              <p:cNvPr id="111629" name="Text Box 9">
                <a:extLst>
                  <a:ext uri="{FF2B5EF4-FFF2-40B4-BE49-F238E27FC236}">
                    <a16:creationId xmlns:a16="http://schemas.microsoft.com/office/drawing/2014/main" id="{751BD9A7-50F0-4EF8-BB25-3274ADD54DC9}"/>
                  </a:ext>
                </a:extLst>
              </p:cNvPr>
              <p:cNvSpPr txBox="1">
                <a:spLocks noChangeArrowheads="1"/>
              </p:cNvSpPr>
              <p:nvPr/>
            </p:nvSpPr>
            <p:spPr bwMode="auto">
              <a:xfrm>
                <a:off x="902" y="3638"/>
                <a:ext cx="13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C00000"/>
                    </a:solidFill>
                    <a:latin typeface="Arial" panose="020B0604020202020204" pitchFamily="34" charset="0"/>
                  </a:rPr>
                  <a:t>half subtractor</a:t>
                </a:r>
              </a:p>
            </p:txBody>
          </p:sp>
          <p:sp>
            <p:nvSpPr>
              <p:cNvPr id="111630" name="Text Box 10">
                <a:extLst>
                  <a:ext uri="{FF2B5EF4-FFF2-40B4-BE49-F238E27FC236}">
                    <a16:creationId xmlns:a16="http://schemas.microsoft.com/office/drawing/2014/main" id="{B6B6FBAA-C24E-494D-AFEB-6C4F09166E73}"/>
                  </a:ext>
                </a:extLst>
              </p:cNvPr>
              <p:cNvSpPr txBox="1">
                <a:spLocks noChangeArrowheads="1"/>
              </p:cNvSpPr>
              <p:nvPr/>
            </p:nvSpPr>
            <p:spPr bwMode="auto">
              <a:xfrm>
                <a:off x="2735" y="3446"/>
                <a:ext cx="13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C00000"/>
                    </a:solidFill>
                    <a:latin typeface="Arial" panose="020B0604020202020204" pitchFamily="34" charset="0"/>
                  </a:rPr>
                  <a:t>half subtractor</a:t>
                </a:r>
              </a:p>
            </p:txBody>
          </p:sp>
        </p:grpSp>
      </p:grpSp>
      <p:sp>
        <p:nvSpPr>
          <p:cNvPr id="111620" name="Rectangle 11">
            <a:extLst>
              <a:ext uri="{FF2B5EF4-FFF2-40B4-BE49-F238E27FC236}">
                <a16:creationId xmlns:a16="http://schemas.microsoft.com/office/drawing/2014/main" id="{9588D299-F838-49D5-B9BD-728D7F03CECD}"/>
              </a:ext>
            </a:extLst>
          </p:cNvPr>
          <p:cNvSpPr>
            <a:spLocks noChangeArrowheads="1"/>
          </p:cNvSpPr>
          <p:nvPr/>
        </p:nvSpPr>
        <p:spPr bwMode="auto">
          <a:xfrm>
            <a:off x="3657600" y="1371601"/>
            <a:ext cx="4953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borrow out  </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i+1</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p>
          <a:p>
            <a:pPr eaLnBrk="1" hangingPunct="1">
              <a:spcBef>
                <a:spcPct val="0"/>
              </a:spcBef>
              <a:buFontTx/>
              <a:buNone/>
            </a:pPr>
            <a:r>
              <a:rPr lang="en-US" altLang="en-US" sz="1800" b="1" baseline="-25000">
                <a:solidFill>
                  <a:srgbClr val="C00000"/>
                </a:solidFill>
                <a:latin typeface="Courier New" panose="02070309020205020404" pitchFamily="49" charset="0"/>
              </a:rPr>
              <a:t>                </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p>
          <a:p>
            <a:pPr eaLnBrk="1" hangingPunct="1">
              <a:spcBef>
                <a:spcPct val="0"/>
              </a:spcBef>
              <a:buFontTx/>
              <a:buNone/>
            </a:pP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p>
          <a:p>
            <a:pPr eaLnBrk="1" hangingPunct="1">
              <a:spcBef>
                <a:spcPct val="0"/>
              </a:spcBef>
              <a:buFontTx/>
              <a:buNone/>
            </a:pPr>
            <a:r>
              <a:rPr lang="en-US" altLang="en-US" sz="1800" b="1">
                <a:solidFill>
                  <a:srgbClr val="C00000"/>
                </a:solidFill>
                <a:latin typeface="Courier New" panose="02070309020205020404" pitchFamily="49" charset="0"/>
              </a:rPr>
              <a:t>           +A’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p>
          <a:p>
            <a:pPr eaLnBrk="1" hangingPunct="1">
              <a:spcBef>
                <a:spcPct val="0"/>
              </a:spcBef>
              <a:buFontTx/>
              <a:buNone/>
            </a:pP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  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p>
        </p:txBody>
      </p:sp>
      <p:sp>
        <p:nvSpPr>
          <p:cNvPr id="111621" name="Rectangle 12">
            <a:extLst>
              <a:ext uri="{FF2B5EF4-FFF2-40B4-BE49-F238E27FC236}">
                <a16:creationId xmlns:a16="http://schemas.microsoft.com/office/drawing/2014/main" id="{B9F157E8-91BD-4324-8CD2-76D47B67CD25}"/>
              </a:ext>
            </a:extLst>
          </p:cNvPr>
          <p:cNvSpPr>
            <a:spLocks noChangeArrowheads="1"/>
          </p:cNvSpPr>
          <p:nvPr/>
        </p:nvSpPr>
        <p:spPr bwMode="auto">
          <a:xfrm>
            <a:off x="3581400" y="762000"/>
            <a:ext cx="425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borrow out  </a:t>
            </a:r>
            <a:r>
              <a:rPr lang="en-US" altLang="en-US" sz="1800" b="1">
                <a:solidFill>
                  <a:srgbClr val="C00000"/>
                </a:solidFill>
                <a:latin typeface="Courier New" panose="02070309020205020404" pitchFamily="49" charset="0"/>
              </a:rPr>
              <a:t>D</a:t>
            </a:r>
            <a:r>
              <a:rPr lang="en-US" altLang="en-US" sz="1800" b="1" baseline="-25000">
                <a:solidFill>
                  <a:srgbClr val="C00000"/>
                </a:solidFill>
                <a:latin typeface="Courier New" panose="02070309020205020404" pitchFamily="49" charset="0"/>
              </a:rPr>
              <a:t> </a:t>
            </a: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 (A</a:t>
            </a:r>
            <a:r>
              <a:rPr lang="en-US" altLang="en-US" sz="1800" b="1" baseline="-25000">
                <a:solidFill>
                  <a:srgbClr val="C00000"/>
                </a:solidFill>
                <a:latin typeface="Courier New" panose="02070309020205020404" pitchFamily="49" charset="0"/>
              </a:rPr>
              <a:t>i  </a:t>
            </a:r>
            <a:r>
              <a:rPr lang="en-US" altLang="en-US" sz="1800" b="1">
                <a:solidFill>
                  <a:srgbClr val="C00000"/>
                </a:solidFill>
                <a:latin typeface="Courier New" panose="02070309020205020404" pitchFamily="49" charset="0"/>
              </a:rPr>
              <a:t> 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endParaRPr lang="en-US" altLang="en-US" sz="1800">
              <a:solidFill>
                <a:srgbClr val="C00000"/>
              </a:solidFill>
              <a:latin typeface="Arial" panose="020B0604020202020204" pitchFamily="34" charset="0"/>
            </a:endParaRPr>
          </a:p>
        </p:txBody>
      </p:sp>
      <p:sp>
        <p:nvSpPr>
          <p:cNvPr id="111622" name="Rectangle 5">
            <a:extLst>
              <a:ext uri="{FF2B5EF4-FFF2-40B4-BE49-F238E27FC236}">
                <a16:creationId xmlns:a16="http://schemas.microsoft.com/office/drawing/2014/main" id="{FFEF9C5A-FDBB-4873-9D14-38CAA1BB2A81}"/>
              </a:ext>
            </a:extLst>
          </p:cNvPr>
          <p:cNvSpPr>
            <a:spLocks noChangeArrowheads="1"/>
          </p:cNvSpPr>
          <p:nvPr/>
        </p:nvSpPr>
        <p:spPr bwMode="auto">
          <a:xfrm>
            <a:off x="6096000" y="7810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11623" name="Rectangle 5">
            <a:extLst>
              <a:ext uri="{FF2B5EF4-FFF2-40B4-BE49-F238E27FC236}">
                <a16:creationId xmlns:a16="http://schemas.microsoft.com/office/drawing/2014/main" id="{24A30835-B0B0-4B2C-97E5-75F272595939}"/>
              </a:ext>
            </a:extLst>
          </p:cNvPr>
          <p:cNvSpPr>
            <a:spLocks noChangeArrowheads="1"/>
          </p:cNvSpPr>
          <p:nvPr/>
        </p:nvSpPr>
        <p:spPr bwMode="auto">
          <a:xfrm>
            <a:off x="5524500" y="7810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11624" name="Rectangle 5">
            <a:extLst>
              <a:ext uri="{FF2B5EF4-FFF2-40B4-BE49-F238E27FC236}">
                <a16:creationId xmlns:a16="http://schemas.microsoft.com/office/drawing/2014/main" id="{AA171188-DC11-4121-8783-1129EBAE23BF}"/>
              </a:ext>
            </a:extLst>
          </p:cNvPr>
          <p:cNvSpPr>
            <a:spLocks noChangeArrowheads="1"/>
          </p:cNvSpPr>
          <p:nvPr/>
        </p:nvSpPr>
        <p:spPr bwMode="auto">
          <a:xfrm>
            <a:off x="4800600" y="24955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
            <a:extLst>
              <a:ext uri="{FF2B5EF4-FFF2-40B4-BE49-F238E27FC236}">
                <a16:creationId xmlns:a16="http://schemas.microsoft.com/office/drawing/2014/main" id="{1DFE11EE-98B7-40FC-A4D5-CD3F82E5D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087"/>
          <a:stretch>
            <a:fillRect/>
          </a:stretch>
        </p:blipFill>
        <p:spPr bwMode="auto">
          <a:xfrm>
            <a:off x="1905000" y="641350"/>
            <a:ext cx="8382000" cy="591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Rectangle 2">
            <a:extLst>
              <a:ext uri="{FF2B5EF4-FFF2-40B4-BE49-F238E27FC236}">
                <a16:creationId xmlns:a16="http://schemas.microsoft.com/office/drawing/2014/main" id="{C6F786CE-CF65-4FFB-A5B0-FEB066170C4C}"/>
              </a:ext>
            </a:extLst>
          </p:cNvPr>
          <p:cNvSpPr>
            <a:spLocks noGrp="1"/>
          </p:cNvSpPr>
          <p:nvPr>
            <p:ph type="title"/>
          </p:nvPr>
        </p:nvSpPr>
        <p:spPr>
          <a:xfrm>
            <a:off x="2209800" y="0"/>
            <a:ext cx="7772400" cy="533400"/>
          </a:xfrm>
        </p:spPr>
        <p:txBody>
          <a:bodyPr/>
          <a:lstStyle/>
          <a:p>
            <a:r>
              <a:rPr lang="en-US" altLang="en-US" sz="3200" u="sng">
                <a:solidFill>
                  <a:srgbClr val="FF0000"/>
                </a:solidFill>
              </a:rPr>
              <a:t> Mode Controlled Full Adder/Subtractor</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D9E9351-A980-45B5-AFC1-33AF3E583D31}"/>
              </a:ext>
            </a:extLst>
          </p:cNvPr>
          <p:cNvSpPr>
            <a:spLocks noGrp="1"/>
          </p:cNvSpPr>
          <p:nvPr>
            <p:ph type="title"/>
          </p:nvPr>
        </p:nvSpPr>
        <p:spPr>
          <a:xfrm>
            <a:off x="2209800" y="76200"/>
            <a:ext cx="7772400" cy="533400"/>
          </a:xfrm>
        </p:spPr>
        <p:txBody>
          <a:bodyPr/>
          <a:lstStyle/>
          <a:p>
            <a:r>
              <a:rPr lang="en-US" altLang="en-US" sz="3200" u="sng">
                <a:solidFill>
                  <a:srgbClr val="FF0000"/>
                </a:solidFill>
              </a:rPr>
              <a:t> Controlled Full Adder/Subtractor</a:t>
            </a:r>
          </a:p>
        </p:txBody>
      </p:sp>
      <p:sp>
        <p:nvSpPr>
          <p:cNvPr id="113667" name="Line 3">
            <a:extLst>
              <a:ext uri="{FF2B5EF4-FFF2-40B4-BE49-F238E27FC236}">
                <a16:creationId xmlns:a16="http://schemas.microsoft.com/office/drawing/2014/main" id="{FCA63574-26E1-49DE-8A82-985518D07ECF}"/>
              </a:ext>
            </a:extLst>
          </p:cNvPr>
          <p:cNvSpPr>
            <a:spLocks noChangeShapeType="1"/>
          </p:cNvSpPr>
          <p:nvPr/>
        </p:nvSpPr>
        <p:spPr bwMode="auto">
          <a:xfrm>
            <a:off x="3813175" y="2058989"/>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68" name="Line 4">
            <a:extLst>
              <a:ext uri="{FF2B5EF4-FFF2-40B4-BE49-F238E27FC236}">
                <a16:creationId xmlns:a16="http://schemas.microsoft.com/office/drawing/2014/main" id="{D84ED1EB-BE6D-426B-AC12-1CAA316C2E40}"/>
              </a:ext>
            </a:extLst>
          </p:cNvPr>
          <p:cNvSpPr>
            <a:spLocks noChangeShapeType="1"/>
          </p:cNvSpPr>
          <p:nvPr/>
        </p:nvSpPr>
        <p:spPr bwMode="auto">
          <a:xfrm>
            <a:off x="3786189" y="20050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69" name="Line 5">
            <a:extLst>
              <a:ext uri="{FF2B5EF4-FFF2-40B4-BE49-F238E27FC236}">
                <a16:creationId xmlns:a16="http://schemas.microsoft.com/office/drawing/2014/main" id="{20AC0F6B-324A-438E-B295-ACD9C4178D06}"/>
              </a:ext>
            </a:extLst>
          </p:cNvPr>
          <p:cNvSpPr>
            <a:spLocks noChangeShapeType="1"/>
          </p:cNvSpPr>
          <p:nvPr/>
        </p:nvSpPr>
        <p:spPr bwMode="auto">
          <a:xfrm>
            <a:off x="3678239" y="20050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0" name="Line 6">
            <a:extLst>
              <a:ext uri="{FF2B5EF4-FFF2-40B4-BE49-F238E27FC236}">
                <a16:creationId xmlns:a16="http://schemas.microsoft.com/office/drawing/2014/main" id="{0FED3563-3E88-4FEE-BA56-6ED47624BAD1}"/>
              </a:ext>
            </a:extLst>
          </p:cNvPr>
          <p:cNvSpPr>
            <a:spLocks noChangeShapeType="1"/>
          </p:cNvSpPr>
          <p:nvPr/>
        </p:nvSpPr>
        <p:spPr bwMode="auto">
          <a:xfrm>
            <a:off x="3678239" y="31892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1" name="Line 7">
            <a:extLst>
              <a:ext uri="{FF2B5EF4-FFF2-40B4-BE49-F238E27FC236}">
                <a16:creationId xmlns:a16="http://schemas.microsoft.com/office/drawing/2014/main" id="{8DD9CA59-30DD-454E-9087-351C52BB590D}"/>
              </a:ext>
            </a:extLst>
          </p:cNvPr>
          <p:cNvSpPr>
            <a:spLocks noChangeShapeType="1"/>
          </p:cNvSpPr>
          <p:nvPr/>
        </p:nvSpPr>
        <p:spPr bwMode="auto">
          <a:xfrm>
            <a:off x="7043739" y="18430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2" name="Line 8">
            <a:extLst>
              <a:ext uri="{FF2B5EF4-FFF2-40B4-BE49-F238E27FC236}">
                <a16:creationId xmlns:a16="http://schemas.microsoft.com/office/drawing/2014/main" id="{2E62D99E-20D0-40E6-9CF9-36BD102C2393}"/>
              </a:ext>
            </a:extLst>
          </p:cNvPr>
          <p:cNvSpPr>
            <a:spLocks noChangeShapeType="1"/>
          </p:cNvSpPr>
          <p:nvPr/>
        </p:nvSpPr>
        <p:spPr bwMode="auto">
          <a:xfrm>
            <a:off x="7043739" y="17891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3" name="Line 9">
            <a:extLst>
              <a:ext uri="{FF2B5EF4-FFF2-40B4-BE49-F238E27FC236}">
                <a16:creationId xmlns:a16="http://schemas.microsoft.com/office/drawing/2014/main" id="{B7009436-29F5-4BA5-B3D0-7D3CC10C92D8}"/>
              </a:ext>
            </a:extLst>
          </p:cNvPr>
          <p:cNvSpPr>
            <a:spLocks noChangeShapeType="1"/>
          </p:cNvSpPr>
          <p:nvPr/>
        </p:nvSpPr>
        <p:spPr bwMode="auto">
          <a:xfrm>
            <a:off x="6937375" y="1789114"/>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4" name="Line 10">
            <a:extLst>
              <a:ext uri="{FF2B5EF4-FFF2-40B4-BE49-F238E27FC236}">
                <a16:creationId xmlns:a16="http://schemas.microsoft.com/office/drawing/2014/main" id="{19CA2369-7047-4C9B-B795-3D30217D4144}"/>
              </a:ext>
            </a:extLst>
          </p:cNvPr>
          <p:cNvSpPr>
            <a:spLocks noChangeShapeType="1"/>
          </p:cNvSpPr>
          <p:nvPr/>
        </p:nvSpPr>
        <p:spPr bwMode="auto">
          <a:xfrm>
            <a:off x="6937375" y="3405189"/>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5" name="Line 11">
            <a:extLst>
              <a:ext uri="{FF2B5EF4-FFF2-40B4-BE49-F238E27FC236}">
                <a16:creationId xmlns:a16="http://schemas.microsoft.com/office/drawing/2014/main" id="{2DFB36F7-AC1E-4826-9B5B-4B714DA83C07}"/>
              </a:ext>
            </a:extLst>
          </p:cNvPr>
          <p:cNvSpPr>
            <a:spLocks noChangeShapeType="1"/>
          </p:cNvSpPr>
          <p:nvPr/>
        </p:nvSpPr>
        <p:spPr bwMode="auto">
          <a:xfrm>
            <a:off x="8526464" y="38623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6" name="Line 12">
            <a:extLst>
              <a:ext uri="{FF2B5EF4-FFF2-40B4-BE49-F238E27FC236}">
                <a16:creationId xmlns:a16="http://schemas.microsoft.com/office/drawing/2014/main" id="{04EBADE3-6DFE-4E71-97C7-15942C894D43}"/>
              </a:ext>
            </a:extLst>
          </p:cNvPr>
          <p:cNvSpPr>
            <a:spLocks noChangeShapeType="1"/>
          </p:cNvSpPr>
          <p:nvPr/>
        </p:nvSpPr>
        <p:spPr bwMode="auto">
          <a:xfrm>
            <a:off x="8499475" y="3808414"/>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7" name="Rectangle 13">
            <a:extLst>
              <a:ext uri="{FF2B5EF4-FFF2-40B4-BE49-F238E27FC236}">
                <a16:creationId xmlns:a16="http://schemas.microsoft.com/office/drawing/2014/main" id="{A1FD15B8-C6D8-4658-A212-C2E962D2A658}"/>
              </a:ext>
            </a:extLst>
          </p:cNvPr>
          <p:cNvSpPr>
            <a:spLocks noChangeArrowheads="1"/>
          </p:cNvSpPr>
          <p:nvPr/>
        </p:nvSpPr>
        <p:spPr bwMode="auto">
          <a:xfrm>
            <a:off x="10058400" y="3505201"/>
            <a:ext cx="46513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i+1 </a:t>
            </a:r>
            <a:endParaRPr lang="en-US" altLang="en-US">
              <a:latin typeface="Arial" panose="020B0604020202020204" pitchFamily="34" charset="0"/>
            </a:endParaRPr>
          </a:p>
        </p:txBody>
      </p:sp>
      <p:grpSp>
        <p:nvGrpSpPr>
          <p:cNvPr id="113678" name="Group 14">
            <a:extLst>
              <a:ext uri="{FF2B5EF4-FFF2-40B4-BE49-F238E27FC236}">
                <a16:creationId xmlns:a16="http://schemas.microsoft.com/office/drawing/2014/main" id="{C89C5729-9A71-478B-A85E-8616246F840F}"/>
              </a:ext>
            </a:extLst>
          </p:cNvPr>
          <p:cNvGrpSpPr>
            <a:grpSpLocks/>
          </p:cNvGrpSpPr>
          <p:nvPr/>
        </p:nvGrpSpPr>
        <p:grpSpPr bwMode="auto">
          <a:xfrm>
            <a:off x="1828801" y="685800"/>
            <a:ext cx="8323263" cy="3962400"/>
            <a:chOff x="192" y="1183"/>
            <a:chExt cx="5243" cy="2225"/>
          </a:xfrm>
        </p:grpSpPr>
        <p:sp>
          <p:nvSpPr>
            <p:cNvPr id="113680" name="Rectangle 15">
              <a:extLst>
                <a:ext uri="{FF2B5EF4-FFF2-40B4-BE49-F238E27FC236}">
                  <a16:creationId xmlns:a16="http://schemas.microsoft.com/office/drawing/2014/main" id="{6311C93C-CE96-4AC4-9192-63BCE3AFF4BC}"/>
                </a:ext>
              </a:extLst>
            </p:cNvPr>
            <p:cNvSpPr>
              <a:spLocks noChangeArrowheads="1"/>
            </p:cNvSpPr>
            <p:nvPr/>
          </p:nvSpPr>
          <p:spPr bwMode="auto">
            <a:xfrm>
              <a:off x="339" y="1573"/>
              <a:ext cx="18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A </a:t>
              </a:r>
              <a:endParaRPr lang="en-US" altLang="en-US">
                <a:latin typeface="Arial" panose="020B0604020202020204" pitchFamily="34" charset="0"/>
              </a:endParaRPr>
            </a:p>
          </p:txBody>
        </p:sp>
        <p:sp>
          <p:nvSpPr>
            <p:cNvPr id="113681" name="Rectangle 16">
              <a:extLst>
                <a:ext uri="{FF2B5EF4-FFF2-40B4-BE49-F238E27FC236}">
                  <a16:creationId xmlns:a16="http://schemas.microsoft.com/office/drawing/2014/main" id="{B5F23E51-4362-431A-B04B-6DE993572B9B}"/>
                </a:ext>
              </a:extLst>
            </p:cNvPr>
            <p:cNvSpPr>
              <a:spLocks noChangeArrowheads="1"/>
            </p:cNvSpPr>
            <p:nvPr/>
          </p:nvSpPr>
          <p:spPr bwMode="auto">
            <a:xfrm>
              <a:off x="322" y="1861"/>
              <a:ext cx="19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B </a:t>
              </a:r>
              <a:endParaRPr lang="en-US" altLang="en-US">
                <a:latin typeface="Arial" panose="020B0604020202020204" pitchFamily="34" charset="0"/>
              </a:endParaRPr>
            </a:p>
          </p:txBody>
        </p:sp>
        <p:sp>
          <p:nvSpPr>
            <p:cNvPr id="113682" name="Rectangle 17">
              <a:extLst>
                <a:ext uri="{FF2B5EF4-FFF2-40B4-BE49-F238E27FC236}">
                  <a16:creationId xmlns:a16="http://schemas.microsoft.com/office/drawing/2014/main" id="{660187F5-7EB0-4D48-A08D-20FECBAF903A}"/>
                </a:ext>
              </a:extLst>
            </p:cNvPr>
            <p:cNvSpPr>
              <a:spLocks noChangeArrowheads="1"/>
            </p:cNvSpPr>
            <p:nvPr/>
          </p:nvSpPr>
          <p:spPr bwMode="auto">
            <a:xfrm>
              <a:off x="5208" y="1573"/>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D </a:t>
              </a:r>
              <a:endParaRPr lang="en-US" altLang="en-US">
                <a:latin typeface="Arial" panose="020B0604020202020204" pitchFamily="34" charset="0"/>
              </a:endParaRPr>
            </a:p>
          </p:txBody>
        </p:sp>
        <p:sp>
          <p:nvSpPr>
            <p:cNvPr id="113683" name="Rectangle 18">
              <a:extLst>
                <a:ext uri="{FF2B5EF4-FFF2-40B4-BE49-F238E27FC236}">
                  <a16:creationId xmlns:a16="http://schemas.microsoft.com/office/drawing/2014/main" id="{6B93D51E-9127-4050-9026-4E09CEE70243}"/>
                </a:ext>
              </a:extLst>
            </p:cNvPr>
            <p:cNvSpPr>
              <a:spLocks noChangeArrowheads="1"/>
            </p:cNvSpPr>
            <p:nvPr/>
          </p:nvSpPr>
          <p:spPr bwMode="auto">
            <a:xfrm>
              <a:off x="322" y="1183"/>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C </a:t>
              </a:r>
              <a:endParaRPr lang="en-US" altLang="en-US">
                <a:latin typeface="Arial" panose="020B0604020202020204" pitchFamily="34" charset="0"/>
              </a:endParaRPr>
            </a:p>
          </p:txBody>
        </p:sp>
        <p:sp>
          <p:nvSpPr>
            <p:cNvPr id="113684" name="Line 19">
              <a:extLst>
                <a:ext uri="{FF2B5EF4-FFF2-40B4-BE49-F238E27FC236}">
                  <a16:creationId xmlns:a16="http://schemas.microsoft.com/office/drawing/2014/main" id="{CE9F99E6-19AA-4DC3-BCB2-D87DB0F922D4}"/>
                </a:ext>
              </a:extLst>
            </p:cNvPr>
            <p:cNvSpPr>
              <a:spLocks noChangeShapeType="1"/>
            </p:cNvSpPr>
            <p:nvPr/>
          </p:nvSpPr>
          <p:spPr bwMode="auto">
            <a:xfrm flipH="1">
              <a:off x="1204" y="1726"/>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5" name="Line 20">
              <a:extLst>
                <a:ext uri="{FF2B5EF4-FFF2-40B4-BE49-F238E27FC236}">
                  <a16:creationId xmlns:a16="http://schemas.microsoft.com/office/drawing/2014/main" id="{DFC90FDE-341D-4606-B904-BCD3DB985824}"/>
                </a:ext>
              </a:extLst>
            </p:cNvPr>
            <p:cNvSpPr>
              <a:spLocks noChangeShapeType="1"/>
            </p:cNvSpPr>
            <p:nvPr/>
          </p:nvSpPr>
          <p:spPr bwMode="auto">
            <a:xfrm flipH="1">
              <a:off x="1204" y="1997"/>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6" name="Line 21">
              <a:extLst>
                <a:ext uri="{FF2B5EF4-FFF2-40B4-BE49-F238E27FC236}">
                  <a16:creationId xmlns:a16="http://schemas.microsoft.com/office/drawing/2014/main" id="{A9839D20-B892-4A0A-852D-AE478D6E91FA}"/>
                </a:ext>
              </a:extLst>
            </p:cNvPr>
            <p:cNvSpPr>
              <a:spLocks noChangeShapeType="1"/>
            </p:cNvSpPr>
            <p:nvPr/>
          </p:nvSpPr>
          <p:spPr bwMode="auto">
            <a:xfrm flipH="1">
              <a:off x="1917" y="1861"/>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7" name="Freeform 22">
              <a:extLst>
                <a:ext uri="{FF2B5EF4-FFF2-40B4-BE49-F238E27FC236}">
                  <a16:creationId xmlns:a16="http://schemas.microsoft.com/office/drawing/2014/main" id="{7CA7DDF2-FCFE-49F2-A4BB-B7CABCD6B916}"/>
                </a:ext>
              </a:extLst>
            </p:cNvPr>
            <p:cNvSpPr>
              <a:spLocks/>
            </p:cNvSpPr>
            <p:nvPr/>
          </p:nvSpPr>
          <p:spPr bwMode="auto">
            <a:xfrm>
              <a:off x="1374" y="1624"/>
              <a:ext cx="526" cy="492"/>
            </a:xfrm>
            <a:custGeom>
              <a:avLst/>
              <a:gdLst>
                <a:gd name="T0" fmla="*/ 0 w 526"/>
                <a:gd name="T1" fmla="*/ 0 h 492"/>
                <a:gd name="T2" fmla="*/ 68 w 526"/>
                <a:gd name="T3" fmla="*/ 153 h 492"/>
                <a:gd name="T4" fmla="*/ 68 w 526"/>
                <a:gd name="T5" fmla="*/ 322 h 492"/>
                <a:gd name="T6" fmla="*/ 0 w 526"/>
                <a:gd name="T7" fmla="*/ 492 h 492"/>
                <a:gd name="T8" fmla="*/ 186 w 526"/>
                <a:gd name="T9" fmla="*/ 492 h 492"/>
                <a:gd name="T10" fmla="*/ 526 w 526"/>
                <a:gd name="T11" fmla="*/ 254 h 492"/>
                <a:gd name="T12" fmla="*/ 186 w 526"/>
                <a:gd name="T13" fmla="*/ 0 h 492"/>
                <a:gd name="T14" fmla="*/ 0 w 526"/>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26"/>
                <a:gd name="T25" fmla="*/ 0 h 492"/>
                <a:gd name="T26" fmla="*/ 526 w 526"/>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6" h="492">
                  <a:moveTo>
                    <a:pt x="0" y="0"/>
                  </a:moveTo>
                  <a:lnTo>
                    <a:pt x="68" y="153"/>
                  </a:lnTo>
                  <a:lnTo>
                    <a:pt x="68" y="322"/>
                  </a:lnTo>
                  <a:lnTo>
                    <a:pt x="0" y="492"/>
                  </a:lnTo>
                  <a:lnTo>
                    <a:pt x="186" y="492"/>
                  </a:lnTo>
                  <a:lnTo>
                    <a:pt x="526" y="254"/>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88" name="Line 23">
              <a:extLst>
                <a:ext uri="{FF2B5EF4-FFF2-40B4-BE49-F238E27FC236}">
                  <a16:creationId xmlns:a16="http://schemas.microsoft.com/office/drawing/2014/main" id="{CFDB6703-3498-474E-847A-2BC4F1355D36}"/>
                </a:ext>
              </a:extLst>
            </p:cNvPr>
            <p:cNvSpPr>
              <a:spLocks noChangeShapeType="1"/>
            </p:cNvSpPr>
            <p:nvPr/>
          </p:nvSpPr>
          <p:spPr bwMode="auto">
            <a:xfrm>
              <a:off x="1374" y="1624"/>
              <a:ext cx="68"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9" name="Line 24">
              <a:extLst>
                <a:ext uri="{FF2B5EF4-FFF2-40B4-BE49-F238E27FC236}">
                  <a16:creationId xmlns:a16="http://schemas.microsoft.com/office/drawing/2014/main" id="{69C7E9DE-9F06-4209-83DC-695D7713B56A}"/>
                </a:ext>
              </a:extLst>
            </p:cNvPr>
            <p:cNvSpPr>
              <a:spLocks noChangeShapeType="1"/>
            </p:cNvSpPr>
            <p:nvPr/>
          </p:nvSpPr>
          <p:spPr bwMode="auto">
            <a:xfrm>
              <a:off x="1442" y="1777"/>
              <a:ext cx="1"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0" name="Line 25">
              <a:extLst>
                <a:ext uri="{FF2B5EF4-FFF2-40B4-BE49-F238E27FC236}">
                  <a16:creationId xmlns:a16="http://schemas.microsoft.com/office/drawing/2014/main" id="{EC653B83-3B40-466C-83C4-8BB8657D6E8E}"/>
                </a:ext>
              </a:extLst>
            </p:cNvPr>
            <p:cNvSpPr>
              <a:spLocks noChangeShapeType="1"/>
            </p:cNvSpPr>
            <p:nvPr/>
          </p:nvSpPr>
          <p:spPr bwMode="auto">
            <a:xfrm flipH="1">
              <a:off x="1374" y="1946"/>
              <a:ext cx="68"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1" name="Line 26">
              <a:extLst>
                <a:ext uri="{FF2B5EF4-FFF2-40B4-BE49-F238E27FC236}">
                  <a16:creationId xmlns:a16="http://schemas.microsoft.com/office/drawing/2014/main" id="{1D6AEBC7-36B5-4B2F-B14E-2D38661871FE}"/>
                </a:ext>
              </a:extLst>
            </p:cNvPr>
            <p:cNvSpPr>
              <a:spLocks noChangeShapeType="1"/>
            </p:cNvSpPr>
            <p:nvPr/>
          </p:nvSpPr>
          <p:spPr bwMode="auto">
            <a:xfrm>
              <a:off x="1374" y="2116"/>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2" name="Line 27">
              <a:extLst>
                <a:ext uri="{FF2B5EF4-FFF2-40B4-BE49-F238E27FC236}">
                  <a16:creationId xmlns:a16="http://schemas.microsoft.com/office/drawing/2014/main" id="{4C8715E8-35C8-472F-BA9F-6CB82A95174A}"/>
                </a:ext>
              </a:extLst>
            </p:cNvPr>
            <p:cNvSpPr>
              <a:spLocks noChangeShapeType="1"/>
            </p:cNvSpPr>
            <p:nvPr/>
          </p:nvSpPr>
          <p:spPr bwMode="auto">
            <a:xfrm flipV="1">
              <a:off x="1560" y="1878"/>
              <a:ext cx="340" cy="238"/>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3" name="Line 28">
              <a:extLst>
                <a:ext uri="{FF2B5EF4-FFF2-40B4-BE49-F238E27FC236}">
                  <a16:creationId xmlns:a16="http://schemas.microsoft.com/office/drawing/2014/main" id="{02F197A7-9DE1-45B4-952D-FE4D88E2A550}"/>
                </a:ext>
              </a:extLst>
            </p:cNvPr>
            <p:cNvSpPr>
              <a:spLocks noChangeShapeType="1"/>
            </p:cNvSpPr>
            <p:nvPr/>
          </p:nvSpPr>
          <p:spPr bwMode="auto">
            <a:xfrm flipH="1" flipV="1">
              <a:off x="1560" y="1624"/>
              <a:ext cx="340" cy="254"/>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4" name="Line 29">
              <a:extLst>
                <a:ext uri="{FF2B5EF4-FFF2-40B4-BE49-F238E27FC236}">
                  <a16:creationId xmlns:a16="http://schemas.microsoft.com/office/drawing/2014/main" id="{FF74F59C-5BA1-4240-80F1-6B3A549E287F}"/>
                </a:ext>
              </a:extLst>
            </p:cNvPr>
            <p:cNvSpPr>
              <a:spLocks noChangeShapeType="1"/>
            </p:cNvSpPr>
            <p:nvPr/>
          </p:nvSpPr>
          <p:spPr bwMode="auto">
            <a:xfrm flipH="1">
              <a:off x="1374" y="1624"/>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5" name="Arc 30">
              <a:extLst>
                <a:ext uri="{FF2B5EF4-FFF2-40B4-BE49-F238E27FC236}">
                  <a16:creationId xmlns:a16="http://schemas.microsoft.com/office/drawing/2014/main" id="{FD8DE2BD-633F-4407-8E6D-CF0CA288D522}"/>
                </a:ext>
              </a:extLst>
            </p:cNvPr>
            <p:cNvSpPr>
              <a:spLocks/>
            </p:cNvSpPr>
            <p:nvPr/>
          </p:nvSpPr>
          <p:spPr bwMode="auto">
            <a:xfrm>
              <a:off x="1526" y="1624"/>
              <a:ext cx="393" cy="492"/>
            </a:xfrm>
            <a:custGeom>
              <a:avLst/>
              <a:gdLst>
                <a:gd name="T0" fmla="*/ 0 w 18493"/>
                <a:gd name="T1" fmla="*/ 0 h 21600"/>
                <a:gd name="T2" fmla="*/ 0 w 18493"/>
                <a:gd name="T3" fmla="*/ 0 h 21600"/>
                <a:gd name="T4" fmla="*/ 0 w 18493"/>
                <a:gd name="T5" fmla="*/ 0 h 21600"/>
                <a:gd name="T6" fmla="*/ 0 60000 65536"/>
                <a:gd name="T7" fmla="*/ 0 60000 65536"/>
                <a:gd name="T8" fmla="*/ 0 60000 65536"/>
                <a:gd name="T9" fmla="*/ 0 w 18493"/>
                <a:gd name="T10" fmla="*/ 0 h 21600"/>
                <a:gd name="T11" fmla="*/ 18493 w 18493"/>
                <a:gd name="T12" fmla="*/ 21600 h 21600"/>
              </a:gdLst>
              <a:ahLst/>
              <a:cxnLst>
                <a:cxn ang="T6">
                  <a:pos x="T0" y="T1"/>
                </a:cxn>
                <a:cxn ang="T7">
                  <a:pos x="T2" y="T3"/>
                </a:cxn>
                <a:cxn ang="T8">
                  <a:pos x="T4" y="T5"/>
                </a:cxn>
              </a:cxnLst>
              <a:rect l="T9" t="T10" r="T11" b="T12"/>
              <a:pathLst>
                <a:path w="18493" h="21600" fill="none" extrusionOk="0">
                  <a:moveTo>
                    <a:pt x="0" y="0"/>
                  </a:moveTo>
                  <a:cubicBezTo>
                    <a:pt x="15" y="0"/>
                    <a:pt x="31" y="-1"/>
                    <a:pt x="47" y="0"/>
                  </a:cubicBezTo>
                  <a:cubicBezTo>
                    <a:pt x="7581" y="0"/>
                    <a:pt x="14572" y="3926"/>
                    <a:pt x="18492" y="10361"/>
                  </a:cubicBezTo>
                </a:path>
                <a:path w="18493" h="21600" stroke="0" extrusionOk="0">
                  <a:moveTo>
                    <a:pt x="0" y="0"/>
                  </a:moveTo>
                  <a:cubicBezTo>
                    <a:pt x="15" y="0"/>
                    <a:pt x="31" y="-1"/>
                    <a:pt x="47" y="0"/>
                  </a:cubicBezTo>
                  <a:cubicBezTo>
                    <a:pt x="7581" y="0"/>
                    <a:pt x="14572" y="3926"/>
                    <a:pt x="18492" y="10361"/>
                  </a:cubicBezTo>
                  <a:lnTo>
                    <a:pt x="47" y="2160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96" name="Arc 31">
              <a:extLst>
                <a:ext uri="{FF2B5EF4-FFF2-40B4-BE49-F238E27FC236}">
                  <a16:creationId xmlns:a16="http://schemas.microsoft.com/office/drawing/2014/main" id="{BE688FE2-7798-4507-8067-27971CD47302}"/>
                </a:ext>
              </a:extLst>
            </p:cNvPr>
            <p:cNvSpPr>
              <a:spLocks/>
            </p:cNvSpPr>
            <p:nvPr/>
          </p:nvSpPr>
          <p:spPr bwMode="auto">
            <a:xfrm>
              <a:off x="1526" y="1632"/>
              <a:ext cx="386" cy="484"/>
            </a:xfrm>
            <a:custGeom>
              <a:avLst/>
              <a:gdLst>
                <a:gd name="T0" fmla="*/ 0 w 18499"/>
                <a:gd name="T1" fmla="*/ 0 h 21600"/>
                <a:gd name="T2" fmla="*/ 0 w 18499"/>
                <a:gd name="T3" fmla="*/ 0 h 21600"/>
                <a:gd name="T4" fmla="*/ 0 w 18499"/>
                <a:gd name="T5" fmla="*/ 0 h 21600"/>
                <a:gd name="T6" fmla="*/ 0 60000 65536"/>
                <a:gd name="T7" fmla="*/ 0 60000 65536"/>
                <a:gd name="T8" fmla="*/ 0 60000 65536"/>
                <a:gd name="T9" fmla="*/ 0 w 18499"/>
                <a:gd name="T10" fmla="*/ 0 h 21600"/>
                <a:gd name="T11" fmla="*/ 18499 w 18499"/>
                <a:gd name="T12" fmla="*/ 21600 h 21600"/>
              </a:gdLst>
              <a:ahLst/>
              <a:cxnLst>
                <a:cxn ang="T6">
                  <a:pos x="T0" y="T1"/>
                </a:cxn>
                <a:cxn ang="T7">
                  <a:pos x="T2" y="T3"/>
                </a:cxn>
                <a:cxn ang="T8">
                  <a:pos x="T4" y="T5"/>
                </a:cxn>
              </a:cxnLst>
              <a:rect l="T9" t="T10" r="T11" b="T12"/>
              <a:pathLst>
                <a:path w="18499" h="21600" fill="none" extrusionOk="0">
                  <a:moveTo>
                    <a:pt x="0" y="0"/>
                  </a:moveTo>
                  <a:cubicBezTo>
                    <a:pt x="15" y="0"/>
                    <a:pt x="31" y="-1"/>
                    <a:pt x="47" y="0"/>
                  </a:cubicBezTo>
                  <a:cubicBezTo>
                    <a:pt x="7586" y="0"/>
                    <a:pt x="14579" y="3930"/>
                    <a:pt x="18498" y="10371"/>
                  </a:cubicBezTo>
                </a:path>
                <a:path w="18499" h="21600" stroke="0" extrusionOk="0">
                  <a:moveTo>
                    <a:pt x="0" y="0"/>
                  </a:moveTo>
                  <a:cubicBezTo>
                    <a:pt x="15" y="0"/>
                    <a:pt x="31" y="-1"/>
                    <a:pt x="47" y="0"/>
                  </a:cubicBezTo>
                  <a:cubicBezTo>
                    <a:pt x="7586" y="0"/>
                    <a:pt x="14579" y="3930"/>
                    <a:pt x="18498" y="10371"/>
                  </a:cubicBezTo>
                  <a:lnTo>
                    <a:pt x="47" y="21600"/>
                  </a:lnTo>
                  <a:lnTo>
                    <a:pt x="0"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7" name="Arc 32">
              <a:extLst>
                <a:ext uri="{FF2B5EF4-FFF2-40B4-BE49-F238E27FC236}">
                  <a16:creationId xmlns:a16="http://schemas.microsoft.com/office/drawing/2014/main" id="{AC3643A1-5E21-483D-9361-266B44F106FB}"/>
                </a:ext>
              </a:extLst>
            </p:cNvPr>
            <p:cNvSpPr>
              <a:spLocks/>
            </p:cNvSpPr>
            <p:nvPr/>
          </p:nvSpPr>
          <p:spPr bwMode="auto">
            <a:xfrm>
              <a:off x="1526" y="1641"/>
              <a:ext cx="400" cy="492"/>
            </a:xfrm>
            <a:custGeom>
              <a:avLst/>
              <a:gdLst>
                <a:gd name="T0" fmla="*/ 0 w 18842"/>
                <a:gd name="T1" fmla="*/ 0 h 21600"/>
                <a:gd name="T2" fmla="*/ 0 w 18842"/>
                <a:gd name="T3" fmla="*/ 0 h 21600"/>
                <a:gd name="T4" fmla="*/ 0 w 18842"/>
                <a:gd name="T5" fmla="*/ 0 h 21600"/>
                <a:gd name="T6" fmla="*/ 0 60000 65536"/>
                <a:gd name="T7" fmla="*/ 0 60000 65536"/>
                <a:gd name="T8" fmla="*/ 0 60000 65536"/>
                <a:gd name="T9" fmla="*/ 0 w 18842"/>
                <a:gd name="T10" fmla="*/ 0 h 21600"/>
                <a:gd name="T11" fmla="*/ 18842 w 18842"/>
                <a:gd name="T12" fmla="*/ 21600 h 21600"/>
              </a:gdLst>
              <a:ahLst/>
              <a:cxnLst>
                <a:cxn ang="T6">
                  <a:pos x="T0" y="T1"/>
                </a:cxn>
                <a:cxn ang="T7">
                  <a:pos x="T2" y="T3"/>
                </a:cxn>
                <a:cxn ang="T8">
                  <a:pos x="T4" y="T5"/>
                </a:cxn>
              </a:cxnLst>
              <a:rect l="T9" t="T10" r="T11" b="T12"/>
              <a:pathLst>
                <a:path w="18842" h="21600" fill="none" extrusionOk="0">
                  <a:moveTo>
                    <a:pt x="18842" y="10644"/>
                  </a:moveTo>
                  <a:cubicBezTo>
                    <a:pt x="15007" y="17414"/>
                    <a:pt x="7828" y="21599"/>
                    <a:pt x="47" y="21600"/>
                  </a:cubicBezTo>
                  <a:cubicBezTo>
                    <a:pt x="31" y="21600"/>
                    <a:pt x="15" y="21599"/>
                    <a:pt x="0" y="21599"/>
                  </a:cubicBezTo>
                </a:path>
                <a:path w="18842" h="21600" stroke="0" extrusionOk="0">
                  <a:moveTo>
                    <a:pt x="18842" y="10644"/>
                  </a:moveTo>
                  <a:cubicBezTo>
                    <a:pt x="15007" y="17414"/>
                    <a:pt x="7828" y="21599"/>
                    <a:pt x="47" y="21600"/>
                  </a:cubicBezTo>
                  <a:cubicBezTo>
                    <a:pt x="31" y="21600"/>
                    <a:pt x="15" y="21599"/>
                    <a:pt x="0" y="21599"/>
                  </a:cubicBezTo>
                  <a:lnTo>
                    <a:pt x="47" y="0"/>
                  </a:lnTo>
                  <a:lnTo>
                    <a:pt x="18842" y="10644"/>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98" name="Arc 33">
              <a:extLst>
                <a:ext uri="{FF2B5EF4-FFF2-40B4-BE49-F238E27FC236}">
                  <a16:creationId xmlns:a16="http://schemas.microsoft.com/office/drawing/2014/main" id="{D1B8E2E4-DCDE-404F-AECE-3901FA3816D0}"/>
                </a:ext>
              </a:extLst>
            </p:cNvPr>
            <p:cNvSpPr>
              <a:spLocks/>
            </p:cNvSpPr>
            <p:nvPr/>
          </p:nvSpPr>
          <p:spPr bwMode="auto">
            <a:xfrm>
              <a:off x="1526" y="1641"/>
              <a:ext cx="393" cy="484"/>
            </a:xfrm>
            <a:custGeom>
              <a:avLst/>
              <a:gdLst>
                <a:gd name="T0" fmla="*/ 0 w 18848"/>
                <a:gd name="T1" fmla="*/ 0 h 21600"/>
                <a:gd name="T2" fmla="*/ 0 w 18848"/>
                <a:gd name="T3" fmla="*/ 0 h 21600"/>
                <a:gd name="T4" fmla="*/ 0 w 18848"/>
                <a:gd name="T5" fmla="*/ 0 h 21600"/>
                <a:gd name="T6" fmla="*/ 0 60000 65536"/>
                <a:gd name="T7" fmla="*/ 0 60000 65536"/>
                <a:gd name="T8" fmla="*/ 0 60000 65536"/>
                <a:gd name="T9" fmla="*/ 0 w 18848"/>
                <a:gd name="T10" fmla="*/ 0 h 21600"/>
                <a:gd name="T11" fmla="*/ 18848 w 18848"/>
                <a:gd name="T12" fmla="*/ 21600 h 21600"/>
              </a:gdLst>
              <a:ahLst/>
              <a:cxnLst>
                <a:cxn ang="T6">
                  <a:pos x="T0" y="T1"/>
                </a:cxn>
                <a:cxn ang="T7">
                  <a:pos x="T2" y="T3"/>
                </a:cxn>
                <a:cxn ang="T8">
                  <a:pos x="T4" y="T5"/>
                </a:cxn>
              </a:cxnLst>
              <a:rect l="T9" t="T10" r="T11" b="T12"/>
              <a:pathLst>
                <a:path w="18848" h="21600" fill="none" extrusionOk="0">
                  <a:moveTo>
                    <a:pt x="18848" y="10634"/>
                  </a:moveTo>
                  <a:cubicBezTo>
                    <a:pt x="15015" y="17410"/>
                    <a:pt x="7832" y="21599"/>
                    <a:pt x="47" y="21600"/>
                  </a:cubicBezTo>
                  <a:cubicBezTo>
                    <a:pt x="31" y="21600"/>
                    <a:pt x="15" y="21599"/>
                    <a:pt x="0" y="21599"/>
                  </a:cubicBezTo>
                </a:path>
                <a:path w="18848" h="21600" stroke="0" extrusionOk="0">
                  <a:moveTo>
                    <a:pt x="18848" y="10634"/>
                  </a:moveTo>
                  <a:cubicBezTo>
                    <a:pt x="15015" y="17410"/>
                    <a:pt x="7832" y="21599"/>
                    <a:pt x="47" y="21600"/>
                  </a:cubicBezTo>
                  <a:cubicBezTo>
                    <a:pt x="31" y="21600"/>
                    <a:pt x="15" y="21599"/>
                    <a:pt x="0" y="21599"/>
                  </a:cubicBezTo>
                  <a:lnTo>
                    <a:pt x="47" y="0"/>
                  </a:lnTo>
                  <a:lnTo>
                    <a:pt x="18848" y="10634"/>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9" name="Line 34">
              <a:extLst>
                <a:ext uri="{FF2B5EF4-FFF2-40B4-BE49-F238E27FC236}">
                  <a16:creationId xmlns:a16="http://schemas.microsoft.com/office/drawing/2014/main" id="{FB5330B2-A0C3-4161-88BD-85FDE12F8ED2}"/>
                </a:ext>
              </a:extLst>
            </p:cNvPr>
            <p:cNvSpPr>
              <a:spLocks noChangeShapeType="1"/>
            </p:cNvSpPr>
            <p:nvPr/>
          </p:nvSpPr>
          <p:spPr bwMode="auto">
            <a:xfrm>
              <a:off x="1374" y="1624"/>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0" name="Line 35">
              <a:extLst>
                <a:ext uri="{FF2B5EF4-FFF2-40B4-BE49-F238E27FC236}">
                  <a16:creationId xmlns:a16="http://schemas.microsoft.com/office/drawing/2014/main" id="{459DD64C-60D8-4D06-A7F9-3CF68CFFA53B}"/>
                </a:ext>
              </a:extLst>
            </p:cNvPr>
            <p:cNvSpPr>
              <a:spLocks noChangeShapeType="1"/>
            </p:cNvSpPr>
            <p:nvPr/>
          </p:nvSpPr>
          <p:spPr bwMode="auto">
            <a:xfrm>
              <a:off x="1374" y="2116"/>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1" name="Line 36">
              <a:extLst>
                <a:ext uri="{FF2B5EF4-FFF2-40B4-BE49-F238E27FC236}">
                  <a16:creationId xmlns:a16="http://schemas.microsoft.com/office/drawing/2014/main" id="{4555A9D7-DFDD-4708-B193-6D5A80AF9DA3}"/>
                </a:ext>
              </a:extLst>
            </p:cNvPr>
            <p:cNvSpPr>
              <a:spLocks noChangeShapeType="1"/>
            </p:cNvSpPr>
            <p:nvPr/>
          </p:nvSpPr>
          <p:spPr bwMode="auto">
            <a:xfrm>
              <a:off x="1374" y="1624"/>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2" name="Line 37">
              <a:extLst>
                <a:ext uri="{FF2B5EF4-FFF2-40B4-BE49-F238E27FC236}">
                  <a16:creationId xmlns:a16="http://schemas.microsoft.com/office/drawing/2014/main" id="{012C09E7-F158-4662-94E1-16E294E6F16C}"/>
                </a:ext>
              </a:extLst>
            </p:cNvPr>
            <p:cNvSpPr>
              <a:spLocks noChangeShapeType="1"/>
            </p:cNvSpPr>
            <p:nvPr/>
          </p:nvSpPr>
          <p:spPr bwMode="auto">
            <a:xfrm>
              <a:off x="1391" y="165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3" name="Line 38">
              <a:extLst>
                <a:ext uri="{FF2B5EF4-FFF2-40B4-BE49-F238E27FC236}">
                  <a16:creationId xmlns:a16="http://schemas.microsoft.com/office/drawing/2014/main" id="{1E03FFF7-2621-463A-8070-962D303A0813}"/>
                </a:ext>
              </a:extLst>
            </p:cNvPr>
            <p:cNvSpPr>
              <a:spLocks noChangeShapeType="1"/>
            </p:cNvSpPr>
            <p:nvPr/>
          </p:nvSpPr>
          <p:spPr bwMode="auto">
            <a:xfrm>
              <a:off x="1408" y="170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4" name="Line 39">
              <a:extLst>
                <a:ext uri="{FF2B5EF4-FFF2-40B4-BE49-F238E27FC236}">
                  <a16:creationId xmlns:a16="http://schemas.microsoft.com/office/drawing/2014/main" id="{0E3A69D9-67DD-4340-B846-CB6C463F2ECC}"/>
                </a:ext>
              </a:extLst>
            </p:cNvPr>
            <p:cNvSpPr>
              <a:spLocks noChangeShapeType="1"/>
            </p:cNvSpPr>
            <p:nvPr/>
          </p:nvSpPr>
          <p:spPr bwMode="auto">
            <a:xfrm>
              <a:off x="1425" y="1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5" name="Line 40">
              <a:extLst>
                <a:ext uri="{FF2B5EF4-FFF2-40B4-BE49-F238E27FC236}">
                  <a16:creationId xmlns:a16="http://schemas.microsoft.com/office/drawing/2014/main" id="{9952E487-B664-422D-B5D5-37467C3CAA7E}"/>
                </a:ext>
              </a:extLst>
            </p:cNvPr>
            <p:cNvSpPr>
              <a:spLocks noChangeShapeType="1"/>
            </p:cNvSpPr>
            <p:nvPr/>
          </p:nvSpPr>
          <p:spPr bwMode="auto">
            <a:xfrm>
              <a:off x="1442"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6" name="Line 41">
              <a:extLst>
                <a:ext uri="{FF2B5EF4-FFF2-40B4-BE49-F238E27FC236}">
                  <a16:creationId xmlns:a16="http://schemas.microsoft.com/office/drawing/2014/main" id="{E26B7155-65E5-4756-B0B6-847BFF754891}"/>
                </a:ext>
              </a:extLst>
            </p:cNvPr>
            <p:cNvSpPr>
              <a:spLocks noChangeShapeType="1"/>
            </p:cNvSpPr>
            <p:nvPr/>
          </p:nvSpPr>
          <p:spPr bwMode="auto">
            <a:xfrm>
              <a:off x="1442" y="1811"/>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7" name="Line 42">
              <a:extLst>
                <a:ext uri="{FF2B5EF4-FFF2-40B4-BE49-F238E27FC236}">
                  <a16:creationId xmlns:a16="http://schemas.microsoft.com/office/drawing/2014/main" id="{3AB87CE4-C6F8-4CD0-9247-BD67D0B2F1BC}"/>
                </a:ext>
              </a:extLst>
            </p:cNvPr>
            <p:cNvSpPr>
              <a:spLocks noChangeShapeType="1"/>
            </p:cNvSpPr>
            <p:nvPr/>
          </p:nvSpPr>
          <p:spPr bwMode="auto">
            <a:xfrm>
              <a:off x="1442" y="1844"/>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8" name="Line 43">
              <a:extLst>
                <a:ext uri="{FF2B5EF4-FFF2-40B4-BE49-F238E27FC236}">
                  <a16:creationId xmlns:a16="http://schemas.microsoft.com/office/drawing/2014/main" id="{288EF8BF-44ED-45D9-9C1C-0D71061A1B92}"/>
                </a:ext>
              </a:extLst>
            </p:cNvPr>
            <p:cNvSpPr>
              <a:spLocks noChangeShapeType="1"/>
            </p:cNvSpPr>
            <p:nvPr/>
          </p:nvSpPr>
          <p:spPr bwMode="auto">
            <a:xfrm>
              <a:off x="1442" y="189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9" name="Line 44">
              <a:extLst>
                <a:ext uri="{FF2B5EF4-FFF2-40B4-BE49-F238E27FC236}">
                  <a16:creationId xmlns:a16="http://schemas.microsoft.com/office/drawing/2014/main" id="{39255349-E0D0-4BA5-AC59-E3942106A389}"/>
                </a:ext>
              </a:extLst>
            </p:cNvPr>
            <p:cNvSpPr>
              <a:spLocks noChangeShapeType="1"/>
            </p:cNvSpPr>
            <p:nvPr/>
          </p:nvSpPr>
          <p:spPr bwMode="auto">
            <a:xfrm>
              <a:off x="1442" y="1929"/>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0" name="Line 45">
              <a:extLst>
                <a:ext uri="{FF2B5EF4-FFF2-40B4-BE49-F238E27FC236}">
                  <a16:creationId xmlns:a16="http://schemas.microsoft.com/office/drawing/2014/main" id="{95EB7088-7233-4915-84F3-B87EECADA443}"/>
                </a:ext>
              </a:extLst>
            </p:cNvPr>
            <p:cNvSpPr>
              <a:spLocks noChangeShapeType="1"/>
            </p:cNvSpPr>
            <p:nvPr/>
          </p:nvSpPr>
          <p:spPr bwMode="auto">
            <a:xfrm flipH="1">
              <a:off x="1425" y="192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1" name="Line 46">
              <a:extLst>
                <a:ext uri="{FF2B5EF4-FFF2-40B4-BE49-F238E27FC236}">
                  <a16:creationId xmlns:a16="http://schemas.microsoft.com/office/drawing/2014/main" id="{F249DB1E-B212-40D6-9ED8-B7F1B899955C}"/>
                </a:ext>
              </a:extLst>
            </p:cNvPr>
            <p:cNvSpPr>
              <a:spLocks noChangeShapeType="1"/>
            </p:cNvSpPr>
            <p:nvPr/>
          </p:nvSpPr>
          <p:spPr bwMode="auto">
            <a:xfrm flipH="1">
              <a:off x="1408" y="198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2" name="Line 47">
              <a:extLst>
                <a:ext uri="{FF2B5EF4-FFF2-40B4-BE49-F238E27FC236}">
                  <a16:creationId xmlns:a16="http://schemas.microsoft.com/office/drawing/2014/main" id="{E0B3FEB6-3404-420A-9D33-41F68D5D4BEC}"/>
                </a:ext>
              </a:extLst>
            </p:cNvPr>
            <p:cNvSpPr>
              <a:spLocks noChangeShapeType="1"/>
            </p:cNvSpPr>
            <p:nvPr/>
          </p:nvSpPr>
          <p:spPr bwMode="auto">
            <a:xfrm flipH="1">
              <a:off x="1391" y="201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3" name="Line 48">
              <a:extLst>
                <a:ext uri="{FF2B5EF4-FFF2-40B4-BE49-F238E27FC236}">
                  <a16:creationId xmlns:a16="http://schemas.microsoft.com/office/drawing/2014/main" id="{3FB3D736-0748-494B-B21A-B5DBBC65D76F}"/>
                </a:ext>
              </a:extLst>
            </p:cNvPr>
            <p:cNvSpPr>
              <a:spLocks noChangeShapeType="1"/>
            </p:cNvSpPr>
            <p:nvPr/>
          </p:nvSpPr>
          <p:spPr bwMode="auto">
            <a:xfrm flipH="1">
              <a:off x="1374" y="2065"/>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4" name="Arc 49">
              <a:extLst>
                <a:ext uri="{FF2B5EF4-FFF2-40B4-BE49-F238E27FC236}">
                  <a16:creationId xmlns:a16="http://schemas.microsoft.com/office/drawing/2014/main" id="{1602AFBE-FD6E-4FF5-9274-3846A66029D2}"/>
                </a:ext>
              </a:extLst>
            </p:cNvPr>
            <p:cNvSpPr>
              <a:spLocks/>
            </p:cNvSpPr>
            <p:nvPr/>
          </p:nvSpPr>
          <p:spPr bwMode="auto">
            <a:xfrm>
              <a:off x="1526" y="1632"/>
              <a:ext cx="386" cy="484"/>
            </a:xfrm>
            <a:custGeom>
              <a:avLst/>
              <a:gdLst>
                <a:gd name="T0" fmla="*/ 0 w 18499"/>
                <a:gd name="T1" fmla="*/ 0 h 21600"/>
                <a:gd name="T2" fmla="*/ 0 w 18499"/>
                <a:gd name="T3" fmla="*/ 0 h 21600"/>
                <a:gd name="T4" fmla="*/ 0 w 18499"/>
                <a:gd name="T5" fmla="*/ 0 h 21600"/>
                <a:gd name="T6" fmla="*/ 0 60000 65536"/>
                <a:gd name="T7" fmla="*/ 0 60000 65536"/>
                <a:gd name="T8" fmla="*/ 0 60000 65536"/>
                <a:gd name="T9" fmla="*/ 0 w 18499"/>
                <a:gd name="T10" fmla="*/ 0 h 21600"/>
                <a:gd name="T11" fmla="*/ 18499 w 18499"/>
                <a:gd name="T12" fmla="*/ 21600 h 21600"/>
              </a:gdLst>
              <a:ahLst/>
              <a:cxnLst>
                <a:cxn ang="T6">
                  <a:pos x="T0" y="T1"/>
                </a:cxn>
                <a:cxn ang="T7">
                  <a:pos x="T2" y="T3"/>
                </a:cxn>
                <a:cxn ang="T8">
                  <a:pos x="T4" y="T5"/>
                </a:cxn>
              </a:cxnLst>
              <a:rect l="T9" t="T10" r="T11" b="T12"/>
              <a:pathLst>
                <a:path w="18499" h="21600" fill="none" extrusionOk="0">
                  <a:moveTo>
                    <a:pt x="0" y="0"/>
                  </a:moveTo>
                  <a:cubicBezTo>
                    <a:pt x="15" y="0"/>
                    <a:pt x="31" y="-1"/>
                    <a:pt x="47" y="0"/>
                  </a:cubicBezTo>
                  <a:cubicBezTo>
                    <a:pt x="7586" y="0"/>
                    <a:pt x="14579" y="3930"/>
                    <a:pt x="18498" y="10371"/>
                  </a:cubicBezTo>
                </a:path>
                <a:path w="18499" h="21600" stroke="0" extrusionOk="0">
                  <a:moveTo>
                    <a:pt x="0" y="0"/>
                  </a:moveTo>
                  <a:cubicBezTo>
                    <a:pt x="15" y="0"/>
                    <a:pt x="31" y="-1"/>
                    <a:pt x="47" y="0"/>
                  </a:cubicBezTo>
                  <a:cubicBezTo>
                    <a:pt x="7586" y="0"/>
                    <a:pt x="14579" y="3930"/>
                    <a:pt x="18498" y="10371"/>
                  </a:cubicBezTo>
                  <a:lnTo>
                    <a:pt x="47" y="21600"/>
                  </a:lnTo>
                  <a:lnTo>
                    <a:pt x="0"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15" name="Line 50">
              <a:extLst>
                <a:ext uri="{FF2B5EF4-FFF2-40B4-BE49-F238E27FC236}">
                  <a16:creationId xmlns:a16="http://schemas.microsoft.com/office/drawing/2014/main" id="{8A207632-02E1-4E14-A7C8-A5E5B672B0E0}"/>
                </a:ext>
              </a:extLst>
            </p:cNvPr>
            <p:cNvSpPr>
              <a:spLocks noChangeShapeType="1"/>
            </p:cNvSpPr>
            <p:nvPr/>
          </p:nvSpPr>
          <p:spPr bwMode="auto">
            <a:xfrm>
              <a:off x="1306" y="1624"/>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6" name="Line 51">
              <a:extLst>
                <a:ext uri="{FF2B5EF4-FFF2-40B4-BE49-F238E27FC236}">
                  <a16:creationId xmlns:a16="http://schemas.microsoft.com/office/drawing/2014/main" id="{A0068CF3-044E-4435-8309-B80D6997CA51}"/>
                </a:ext>
              </a:extLst>
            </p:cNvPr>
            <p:cNvSpPr>
              <a:spLocks noChangeShapeType="1"/>
            </p:cNvSpPr>
            <p:nvPr/>
          </p:nvSpPr>
          <p:spPr bwMode="auto">
            <a:xfrm>
              <a:off x="1323" y="165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7" name="Line 52">
              <a:extLst>
                <a:ext uri="{FF2B5EF4-FFF2-40B4-BE49-F238E27FC236}">
                  <a16:creationId xmlns:a16="http://schemas.microsoft.com/office/drawing/2014/main" id="{079CE71D-892B-4CCD-806D-25037514120A}"/>
                </a:ext>
              </a:extLst>
            </p:cNvPr>
            <p:cNvSpPr>
              <a:spLocks noChangeShapeType="1"/>
            </p:cNvSpPr>
            <p:nvPr/>
          </p:nvSpPr>
          <p:spPr bwMode="auto">
            <a:xfrm>
              <a:off x="1340" y="170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8" name="Line 53">
              <a:extLst>
                <a:ext uri="{FF2B5EF4-FFF2-40B4-BE49-F238E27FC236}">
                  <a16:creationId xmlns:a16="http://schemas.microsoft.com/office/drawing/2014/main" id="{617BACC7-7876-4F83-8218-F37A50EDFCAC}"/>
                </a:ext>
              </a:extLst>
            </p:cNvPr>
            <p:cNvSpPr>
              <a:spLocks noChangeShapeType="1"/>
            </p:cNvSpPr>
            <p:nvPr/>
          </p:nvSpPr>
          <p:spPr bwMode="auto">
            <a:xfrm>
              <a:off x="1357" y="1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9" name="Line 54">
              <a:extLst>
                <a:ext uri="{FF2B5EF4-FFF2-40B4-BE49-F238E27FC236}">
                  <a16:creationId xmlns:a16="http://schemas.microsoft.com/office/drawing/2014/main" id="{92D5F7FD-3803-4579-93D2-EEC6FB2AECEB}"/>
                </a:ext>
              </a:extLst>
            </p:cNvPr>
            <p:cNvSpPr>
              <a:spLocks noChangeShapeType="1"/>
            </p:cNvSpPr>
            <p:nvPr/>
          </p:nvSpPr>
          <p:spPr bwMode="auto">
            <a:xfrm>
              <a:off x="1374"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0" name="Line 55">
              <a:extLst>
                <a:ext uri="{FF2B5EF4-FFF2-40B4-BE49-F238E27FC236}">
                  <a16:creationId xmlns:a16="http://schemas.microsoft.com/office/drawing/2014/main" id="{EC84DD25-BD96-41CE-B384-0FC4C661AE12}"/>
                </a:ext>
              </a:extLst>
            </p:cNvPr>
            <p:cNvSpPr>
              <a:spLocks noChangeShapeType="1"/>
            </p:cNvSpPr>
            <p:nvPr/>
          </p:nvSpPr>
          <p:spPr bwMode="auto">
            <a:xfrm>
              <a:off x="1374" y="1811"/>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1" name="Line 56">
              <a:extLst>
                <a:ext uri="{FF2B5EF4-FFF2-40B4-BE49-F238E27FC236}">
                  <a16:creationId xmlns:a16="http://schemas.microsoft.com/office/drawing/2014/main" id="{0136BF4A-4A60-4E84-B737-C2B2A8B5E81E}"/>
                </a:ext>
              </a:extLst>
            </p:cNvPr>
            <p:cNvSpPr>
              <a:spLocks noChangeShapeType="1"/>
            </p:cNvSpPr>
            <p:nvPr/>
          </p:nvSpPr>
          <p:spPr bwMode="auto">
            <a:xfrm>
              <a:off x="1374" y="1844"/>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2" name="Line 57">
              <a:extLst>
                <a:ext uri="{FF2B5EF4-FFF2-40B4-BE49-F238E27FC236}">
                  <a16:creationId xmlns:a16="http://schemas.microsoft.com/office/drawing/2014/main" id="{34F4CB92-9BAD-41A1-9466-6EAACBABDB48}"/>
                </a:ext>
              </a:extLst>
            </p:cNvPr>
            <p:cNvSpPr>
              <a:spLocks noChangeShapeType="1"/>
            </p:cNvSpPr>
            <p:nvPr/>
          </p:nvSpPr>
          <p:spPr bwMode="auto">
            <a:xfrm>
              <a:off x="1374" y="189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3" name="Line 58">
              <a:extLst>
                <a:ext uri="{FF2B5EF4-FFF2-40B4-BE49-F238E27FC236}">
                  <a16:creationId xmlns:a16="http://schemas.microsoft.com/office/drawing/2014/main" id="{3157B528-9A88-4EE8-BE9D-5E09B13463C5}"/>
                </a:ext>
              </a:extLst>
            </p:cNvPr>
            <p:cNvSpPr>
              <a:spLocks noChangeShapeType="1"/>
            </p:cNvSpPr>
            <p:nvPr/>
          </p:nvSpPr>
          <p:spPr bwMode="auto">
            <a:xfrm>
              <a:off x="1374" y="1929"/>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4" name="Line 59">
              <a:extLst>
                <a:ext uri="{FF2B5EF4-FFF2-40B4-BE49-F238E27FC236}">
                  <a16:creationId xmlns:a16="http://schemas.microsoft.com/office/drawing/2014/main" id="{2312A071-64C5-49EB-A705-77E144856E32}"/>
                </a:ext>
              </a:extLst>
            </p:cNvPr>
            <p:cNvSpPr>
              <a:spLocks noChangeShapeType="1"/>
            </p:cNvSpPr>
            <p:nvPr/>
          </p:nvSpPr>
          <p:spPr bwMode="auto">
            <a:xfrm flipH="1">
              <a:off x="1357" y="192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5" name="Line 60">
              <a:extLst>
                <a:ext uri="{FF2B5EF4-FFF2-40B4-BE49-F238E27FC236}">
                  <a16:creationId xmlns:a16="http://schemas.microsoft.com/office/drawing/2014/main" id="{1A4ABCF9-DAE9-4BD6-9A10-E04D14A3BE50}"/>
                </a:ext>
              </a:extLst>
            </p:cNvPr>
            <p:cNvSpPr>
              <a:spLocks noChangeShapeType="1"/>
            </p:cNvSpPr>
            <p:nvPr/>
          </p:nvSpPr>
          <p:spPr bwMode="auto">
            <a:xfrm flipH="1">
              <a:off x="1340" y="198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6" name="Line 61">
              <a:extLst>
                <a:ext uri="{FF2B5EF4-FFF2-40B4-BE49-F238E27FC236}">
                  <a16:creationId xmlns:a16="http://schemas.microsoft.com/office/drawing/2014/main" id="{F1358203-DBAF-4F4F-8C1A-6B53FEDE0009}"/>
                </a:ext>
              </a:extLst>
            </p:cNvPr>
            <p:cNvSpPr>
              <a:spLocks noChangeShapeType="1"/>
            </p:cNvSpPr>
            <p:nvPr/>
          </p:nvSpPr>
          <p:spPr bwMode="auto">
            <a:xfrm flipH="1">
              <a:off x="1323" y="201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7" name="Line 62">
              <a:extLst>
                <a:ext uri="{FF2B5EF4-FFF2-40B4-BE49-F238E27FC236}">
                  <a16:creationId xmlns:a16="http://schemas.microsoft.com/office/drawing/2014/main" id="{8D0DFB68-FDAB-452C-9D3C-887B4DB8FFB4}"/>
                </a:ext>
              </a:extLst>
            </p:cNvPr>
            <p:cNvSpPr>
              <a:spLocks noChangeShapeType="1"/>
            </p:cNvSpPr>
            <p:nvPr/>
          </p:nvSpPr>
          <p:spPr bwMode="auto">
            <a:xfrm flipH="1">
              <a:off x="1306" y="2065"/>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8" name="Rectangle 63">
              <a:extLst>
                <a:ext uri="{FF2B5EF4-FFF2-40B4-BE49-F238E27FC236}">
                  <a16:creationId xmlns:a16="http://schemas.microsoft.com/office/drawing/2014/main" id="{57AD8766-172F-4270-A462-B3A422075534}"/>
                </a:ext>
              </a:extLst>
            </p:cNvPr>
            <p:cNvSpPr>
              <a:spLocks noChangeArrowheads="1"/>
            </p:cNvSpPr>
            <p:nvPr/>
          </p:nvSpPr>
          <p:spPr bwMode="auto">
            <a:xfrm>
              <a:off x="1357" y="2489"/>
              <a:ext cx="271" cy="47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29" name="Line 64">
              <a:extLst>
                <a:ext uri="{FF2B5EF4-FFF2-40B4-BE49-F238E27FC236}">
                  <a16:creationId xmlns:a16="http://schemas.microsoft.com/office/drawing/2014/main" id="{A950DFD1-BA2F-410E-8BBB-A05A7339D68A}"/>
                </a:ext>
              </a:extLst>
            </p:cNvPr>
            <p:cNvSpPr>
              <a:spLocks noChangeShapeType="1"/>
            </p:cNvSpPr>
            <p:nvPr/>
          </p:nvSpPr>
          <p:spPr bwMode="auto">
            <a:xfrm flipH="1">
              <a:off x="1357" y="2489"/>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0" name="Line 65">
              <a:extLst>
                <a:ext uri="{FF2B5EF4-FFF2-40B4-BE49-F238E27FC236}">
                  <a16:creationId xmlns:a16="http://schemas.microsoft.com/office/drawing/2014/main" id="{ABBACF45-7A27-4922-BF13-3CF030209892}"/>
                </a:ext>
              </a:extLst>
            </p:cNvPr>
            <p:cNvSpPr>
              <a:spLocks noChangeShapeType="1"/>
            </p:cNvSpPr>
            <p:nvPr/>
          </p:nvSpPr>
          <p:spPr bwMode="auto">
            <a:xfrm>
              <a:off x="1357" y="2489"/>
              <a:ext cx="1" cy="475"/>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1" name="Line 66">
              <a:extLst>
                <a:ext uri="{FF2B5EF4-FFF2-40B4-BE49-F238E27FC236}">
                  <a16:creationId xmlns:a16="http://schemas.microsoft.com/office/drawing/2014/main" id="{70880EF7-B748-4D3B-8422-C9CD208A86A0}"/>
                </a:ext>
              </a:extLst>
            </p:cNvPr>
            <p:cNvSpPr>
              <a:spLocks noChangeShapeType="1"/>
            </p:cNvSpPr>
            <p:nvPr/>
          </p:nvSpPr>
          <p:spPr bwMode="auto">
            <a:xfrm>
              <a:off x="1357" y="2964"/>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2" name="Arc 67">
              <a:extLst>
                <a:ext uri="{FF2B5EF4-FFF2-40B4-BE49-F238E27FC236}">
                  <a16:creationId xmlns:a16="http://schemas.microsoft.com/office/drawing/2014/main" id="{21BE03FE-15FB-4BCA-B7B2-1391DC14A47B}"/>
                </a:ext>
              </a:extLst>
            </p:cNvPr>
            <p:cNvSpPr>
              <a:spLocks/>
            </p:cNvSpPr>
            <p:nvPr/>
          </p:nvSpPr>
          <p:spPr bwMode="auto">
            <a:xfrm>
              <a:off x="1627" y="2489"/>
              <a:ext cx="290" cy="492"/>
            </a:xfrm>
            <a:custGeom>
              <a:avLst/>
              <a:gdLst>
                <a:gd name="T0" fmla="*/ 0 w 22345"/>
                <a:gd name="T1" fmla="*/ 0 h 43200"/>
                <a:gd name="T2" fmla="*/ 0 w 22345"/>
                <a:gd name="T3" fmla="*/ 0 h 43200"/>
                <a:gd name="T4" fmla="*/ 0 w 22345"/>
                <a:gd name="T5" fmla="*/ 0 h 43200"/>
                <a:gd name="T6" fmla="*/ 0 60000 65536"/>
                <a:gd name="T7" fmla="*/ 0 60000 65536"/>
                <a:gd name="T8" fmla="*/ 0 60000 65536"/>
                <a:gd name="T9" fmla="*/ 0 w 22345"/>
                <a:gd name="T10" fmla="*/ 0 h 43200"/>
                <a:gd name="T11" fmla="*/ 22345 w 22345"/>
                <a:gd name="T12" fmla="*/ 43200 h 43200"/>
              </a:gdLst>
              <a:ahLst/>
              <a:cxnLst>
                <a:cxn ang="T6">
                  <a:pos x="T0" y="T1"/>
                </a:cxn>
                <a:cxn ang="T7">
                  <a:pos x="T2" y="T3"/>
                </a:cxn>
                <a:cxn ang="T8">
                  <a:pos x="T4" y="T5"/>
                </a:cxn>
              </a:cxnLst>
              <a:rect l="T9" t="T10" r="T11" b="T12"/>
              <a:pathLst>
                <a:path w="22345" h="43200" fill="none" extrusionOk="0">
                  <a:moveTo>
                    <a:pt x="51" y="11"/>
                  </a:moveTo>
                  <a:cubicBezTo>
                    <a:pt x="282" y="3"/>
                    <a:pt x="513" y="-1"/>
                    <a:pt x="745" y="0"/>
                  </a:cubicBezTo>
                  <a:cubicBezTo>
                    <a:pt x="12674" y="0"/>
                    <a:pt x="22345" y="9670"/>
                    <a:pt x="22345" y="21600"/>
                  </a:cubicBezTo>
                  <a:cubicBezTo>
                    <a:pt x="22345" y="33529"/>
                    <a:pt x="12674" y="43200"/>
                    <a:pt x="745" y="43200"/>
                  </a:cubicBezTo>
                  <a:cubicBezTo>
                    <a:pt x="496" y="43200"/>
                    <a:pt x="248" y="43195"/>
                    <a:pt x="-1" y="43187"/>
                  </a:cubicBezTo>
                </a:path>
                <a:path w="22345" h="43200" stroke="0" extrusionOk="0">
                  <a:moveTo>
                    <a:pt x="51" y="11"/>
                  </a:moveTo>
                  <a:cubicBezTo>
                    <a:pt x="282" y="3"/>
                    <a:pt x="513" y="-1"/>
                    <a:pt x="745" y="0"/>
                  </a:cubicBezTo>
                  <a:cubicBezTo>
                    <a:pt x="12674" y="0"/>
                    <a:pt x="22345" y="9670"/>
                    <a:pt x="22345" y="21600"/>
                  </a:cubicBezTo>
                  <a:cubicBezTo>
                    <a:pt x="22345" y="33529"/>
                    <a:pt x="12674" y="43200"/>
                    <a:pt x="745" y="43200"/>
                  </a:cubicBezTo>
                  <a:cubicBezTo>
                    <a:pt x="496" y="43200"/>
                    <a:pt x="248" y="43195"/>
                    <a:pt x="-1" y="43187"/>
                  </a:cubicBezTo>
                  <a:lnTo>
                    <a:pt x="745" y="21600"/>
                  </a:lnTo>
                  <a:lnTo>
                    <a:pt x="51"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33" name="Arc 68">
              <a:extLst>
                <a:ext uri="{FF2B5EF4-FFF2-40B4-BE49-F238E27FC236}">
                  <a16:creationId xmlns:a16="http://schemas.microsoft.com/office/drawing/2014/main" id="{227254FA-758F-4596-B3A8-ECE8A4E9AC5E}"/>
                </a:ext>
              </a:extLst>
            </p:cNvPr>
            <p:cNvSpPr>
              <a:spLocks/>
            </p:cNvSpPr>
            <p:nvPr/>
          </p:nvSpPr>
          <p:spPr bwMode="auto">
            <a:xfrm>
              <a:off x="1628" y="2497"/>
              <a:ext cx="281" cy="476"/>
            </a:xfrm>
            <a:custGeom>
              <a:avLst/>
              <a:gdLst>
                <a:gd name="T0" fmla="*/ 0 w 22342"/>
                <a:gd name="T1" fmla="*/ 0 h 43200"/>
                <a:gd name="T2" fmla="*/ 0 w 22342"/>
                <a:gd name="T3" fmla="*/ 0 h 43200"/>
                <a:gd name="T4" fmla="*/ 0 w 22342"/>
                <a:gd name="T5" fmla="*/ 0 h 43200"/>
                <a:gd name="T6" fmla="*/ 0 60000 65536"/>
                <a:gd name="T7" fmla="*/ 0 60000 65536"/>
                <a:gd name="T8" fmla="*/ 0 60000 65536"/>
                <a:gd name="T9" fmla="*/ 0 w 22342"/>
                <a:gd name="T10" fmla="*/ 0 h 43200"/>
                <a:gd name="T11" fmla="*/ 22342 w 22342"/>
                <a:gd name="T12" fmla="*/ 43200 h 43200"/>
              </a:gdLst>
              <a:ahLst/>
              <a:cxnLst>
                <a:cxn ang="T6">
                  <a:pos x="T0" y="T1"/>
                </a:cxn>
                <a:cxn ang="T7">
                  <a:pos x="T2" y="T3"/>
                </a:cxn>
                <a:cxn ang="T8">
                  <a:pos x="T4" y="T5"/>
                </a:cxn>
              </a:cxnLst>
              <a:rect l="T9" t="T10" r="T11" b="T12"/>
              <a:pathLst>
                <a:path w="22342" h="43200" fill="none" extrusionOk="0">
                  <a:moveTo>
                    <a:pt x="51" y="11"/>
                  </a:moveTo>
                  <a:cubicBezTo>
                    <a:pt x="281" y="3"/>
                    <a:pt x="511" y="-1"/>
                    <a:pt x="742" y="0"/>
                  </a:cubicBezTo>
                  <a:cubicBezTo>
                    <a:pt x="12671" y="0"/>
                    <a:pt x="22342" y="9670"/>
                    <a:pt x="22342" y="21600"/>
                  </a:cubicBezTo>
                  <a:cubicBezTo>
                    <a:pt x="22342" y="33529"/>
                    <a:pt x="12671" y="43200"/>
                    <a:pt x="742" y="43200"/>
                  </a:cubicBezTo>
                  <a:cubicBezTo>
                    <a:pt x="494" y="43200"/>
                    <a:pt x="247" y="43195"/>
                    <a:pt x="-1" y="43187"/>
                  </a:cubicBezTo>
                </a:path>
                <a:path w="22342" h="43200" stroke="0" extrusionOk="0">
                  <a:moveTo>
                    <a:pt x="51" y="11"/>
                  </a:moveTo>
                  <a:cubicBezTo>
                    <a:pt x="281" y="3"/>
                    <a:pt x="511" y="-1"/>
                    <a:pt x="742" y="0"/>
                  </a:cubicBezTo>
                  <a:cubicBezTo>
                    <a:pt x="12671" y="0"/>
                    <a:pt x="22342" y="9670"/>
                    <a:pt x="22342" y="21600"/>
                  </a:cubicBezTo>
                  <a:cubicBezTo>
                    <a:pt x="22342" y="33529"/>
                    <a:pt x="12671" y="43200"/>
                    <a:pt x="742" y="43200"/>
                  </a:cubicBezTo>
                  <a:cubicBezTo>
                    <a:pt x="494" y="43200"/>
                    <a:pt x="247" y="43195"/>
                    <a:pt x="-1" y="43187"/>
                  </a:cubicBezTo>
                  <a:lnTo>
                    <a:pt x="742" y="21600"/>
                  </a:lnTo>
                  <a:lnTo>
                    <a:pt x="51" y="11"/>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34" name="Line 69">
              <a:extLst>
                <a:ext uri="{FF2B5EF4-FFF2-40B4-BE49-F238E27FC236}">
                  <a16:creationId xmlns:a16="http://schemas.microsoft.com/office/drawing/2014/main" id="{DEBA2749-E117-4318-B6B4-5FDC3E18DE45}"/>
                </a:ext>
              </a:extLst>
            </p:cNvPr>
            <p:cNvSpPr>
              <a:spLocks noChangeShapeType="1"/>
            </p:cNvSpPr>
            <p:nvPr/>
          </p:nvSpPr>
          <p:spPr bwMode="auto">
            <a:xfrm flipH="1">
              <a:off x="1119"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5" name="Line 70">
              <a:extLst>
                <a:ext uri="{FF2B5EF4-FFF2-40B4-BE49-F238E27FC236}">
                  <a16:creationId xmlns:a16="http://schemas.microsoft.com/office/drawing/2014/main" id="{B4869B10-083C-40EA-9C41-F58D170B6E98}"/>
                </a:ext>
              </a:extLst>
            </p:cNvPr>
            <p:cNvSpPr>
              <a:spLocks noChangeShapeType="1"/>
            </p:cNvSpPr>
            <p:nvPr/>
          </p:nvSpPr>
          <p:spPr bwMode="auto">
            <a:xfrm flipH="1">
              <a:off x="1900" y="2726"/>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6" name="Line 71">
              <a:extLst>
                <a:ext uri="{FF2B5EF4-FFF2-40B4-BE49-F238E27FC236}">
                  <a16:creationId xmlns:a16="http://schemas.microsoft.com/office/drawing/2014/main" id="{71D26A51-46CA-4935-990B-B910C1C41481}"/>
                </a:ext>
              </a:extLst>
            </p:cNvPr>
            <p:cNvSpPr>
              <a:spLocks noChangeShapeType="1"/>
            </p:cNvSpPr>
            <p:nvPr/>
          </p:nvSpPr>
          <p:spPr bwMode="auto">
            <a:xfrm flipH="1">
              <a:off x="627" y="1726"/>
              <a:ext cx="57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7" name="Line 72">
              <a:extLst>
                <a:ext uri="{FF2B5EF4-FFF2-40B4-BE49-F238E27FC236}">
                  <a16:creationId xmlns:a16="http://schemas.microsoft.com/office/drawing/2014/main" id="{EB96DBE2-E369-4821-8183-57EFC150FDF8}"/>
                </a:ext>
              </a:extLst>
            </p:cNvPr>
            <p:cNvSpPr>
              <a:spLocks noChangeShapeType="1"/>
            </p:cNvSpPr>
            <p:nvPr/>
          </p:nvSpPr>
          <p:spPr bwMode="auto">
            <a:xfrm flipH="1">
              <a:off x="644" y="1997"/>
              <a:ext cx="57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8" name="Line 73">
              <a:extLst>
                <a:ext uri="{FF2B5EF4-FFF2-40B4-BE49-F238E27FC236}">
                  <a16:creationId xmlns:a16="http://schemas.microsoft.com/office/drawing/2014/main" id="{A9CF6989-3E7E-492F-B30D-C004E2E14778}"/>
                </a:ext>
              </a:extLst>
            </p:cNvPr>
            <p:cNvSpPr>
              <a:spLocks noChangeShapeType="1"/>
            </p:cNvSpPr>
            <p:nvPr/>
          </p:nvSpPr>
          <p:spPr bwMode="auto">
            <a:xfrm>
              <a:off x="831" y="2014"/>
              <a:ext cx="1" cy="83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9" name="Line 74">
              <a:extLst>
                <a:ext uri="{FF2B5EF4-FFF2-40B4-BE49-F238E27FC236}">
                  <a16:creationId xmlns:a16="http://schemas.microsoft.com/office/drawing/2014/main" id="{588B66D3-883E-47B9-925C-B5E9CE84268E}"/>
                </a:ext>
              </a:extLst>
            </p:cNvPr>
            <p:cNvSpPr>
              <a:spLocks noChangeShapeType="1"/>
            </p:cNvSpPr>
            <p:nvPr/>
          </p:nvSpPr>
          <p:spPr bwMode="auto">
            <a:xfrm flipH="1">
              <a:off x="831" y="2862"/>
              <a:ext cx="30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0" name="Line 75">
              <a:extLst>
                <a:ext uri="{FF2B5EF4-FFF2-40B4-BE49-F238E27FC236}">
                  <a16:creationId xmlns:a16="http://schemas.microsoft.com/office/drawing/2014/main" id="{C45A85E8-0982-4A1D-BB6C-9D67DC7EE53E}"/>
                </a:ext>
              </a:extLst>
            </p:cNvPr>
            <p:cNvSpPr>
              <a:spLocks noChangeShapeType="1"/>
            </p:cNvSpPr>
            <p:nvPr/>
          </p:nvSpPr>
          <p:spPr bwMode="auto">
            <a:xfrm flipV="1">
              <a:off x="1055" y="1743"/>
              <a:ext cx="1" cy="848"/>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1" name="Oval 76">
              <a:extLst>
                <a:ext uri="{FF2B5EF4-FFF2-40B4-BE49-F238E27FC236}">
                  <a16:creationId xmlns:a16="http://schemas.microsoft.com/office/drawing/2014/main" id="{2DEA4ADC-774E-4137-A97F-6770AD5C6215}"/>
                </a:ext>
              </a:extLst>
            </p:cNvPr>
            <p:cNvSpPr>
              <a:spLocks noChangeArrowheads="1"/>
            </p:cNvSpPr>
            <p:nvPr/>
          </p:nvSpPr>
          <p:spPr bwMode="auto">
            <a:xfrm>
              <a:off x="805" y="1971"/>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42" name="Oval 77">
              <a:extLst>
                <a:ext uri="{FF2B5EF4-FFF2-40B4-BE49-F238E27FC236}">
                  <a16:creationId xmlns:a16="http://schemas.microsoft.com/office/drawing/2014/main" id="{F0C27D12-4608-4BDD-99CC-B49CB9E09A6A}"/>
                </a:ext>
              </a:extLst>
            </p:cNvPr>
            <p:cNvSpPr>
              <a:spLocks noChangeArrowheads="1"/>
            </p:cNvSpPr>
            <p:nvPr/>
          </p:nvSpPr>
          <p:spPr bwMode="auto">
            <a:xfrm>
              <a:off x="1035" y="1717"/>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43" name="Line 78">
              <a:extLst>
                <a:ext uri="{FF2B5EF4-FFF2-40B4-BE49-F238E27FC236}">
                  <a16:creationId xmlns:a16="http://schemas.microsoft.com/office/drawing/2014/main" id="{29926961-6AF9-4E04-9D00-91CA9489F27F}"/>
                </a:ext>
              </a:extLst>
            </p:cNvPr>
            <p:cNvSpPr>
              <a:spLocks noChangeShapeType="1"/>
            </p:cNvSpPr>
            <p:nvPr/>
          </p:nvSpPr>
          <p:spPr bwMode="auto">
            <a:xfrm flipH="1">
              <a:off x="3257" y="1590"/>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4" name="Line 79">
              <a:extLst>
                <a:ext uri="{FF2B5EF4-FFF2-40B4-BE49-F238E27FC236}">
                  <a16:creationId xmlns:a16="http://schemas.microsoft.com/office/drawing/2014/main" id="{8DC0001F-F899-45DE-B3D8-6F5BDCB7FABC}"/>
                </a:ext>
              </a:extLst>
            </p:cNvPr>
            <p:cNvSpPr>
              <a:spLocks noChangeShapeType="1"/>
            </p:cNvSpPr>
            <p:nvPr/>
          </p:nvSpPr>
          <p:spPr bwMode="auto">
            <a:xfrm flipH="1">
              <a:off x="3257" y="1861"/>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5" name="Line 80">
              <a:extLst>
                <a:ext uri="{FF2B5EF4-FFF2-40B4-BE49-F238E27FC236}">
                  <a16:creationId xmlns:a16="http://schemas.microsoft.com/office/drawing/2014/main" id="{1B2F9801-5616-411F-A25D-774A9582F0D3}"/>
                </a:ext>
              </a:extLst>
            </p:cNvPr>
            <p:cNvSpPr>
              <a:spLocks noChangeShapeType="1"/>
            </p:cNvSpPr>
            <p:nvPr/>
          </p:nvSpPr>
          <p:spPr bwMode="auto">
            <a:xfrm flipH="1">
              <a:off x="3969" y="1726"/>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6" name="Freeform 81">
              <a:extLst>
                <a:ext uri="{FF2B5EF4-FFF2-40B4-BE49-F238E27FC236}">
                  <a16:creationId xmlns:a16="http://schemas.microsoft.com/office/drawing/2014/main" id="{5953147D-B27E-4AE6-8303-DD9CDDD5BA6E}"/>
                </a:ext>
              </a:extLst>
            </p:cNvPr>
            <p:cNvSpPr>
              <a:spLocks/>
            </p:cNvSpPr>
            <p:nvPr/>
          </p:nvSpPr>
          <p:spPr bwMode="auto">
            <a:xfrm>
              <a:off x="3427" y="1488"/>
              <a:ext cx="508" cy="492"/>
            </a:xfrm>
            <a:custGeom>
              <a:avLst/>
              <a:gdLst>
                <a:gd name="T0" fmla="*/ 0 w 508"/>
                <a:gd name="T1" fmla="*/ 0 h 492"/>
                <a:gd name="T2" fmla="*/ 50 w 508"/>
                <a:gd name="T3" fmla="*/ 153 h 492"/>
                <a:gd name="T4" fmla="*/ 67 w 508"/>
                <a:gd name="T5" fmla="*/ 323 h 492"/>
                <a:gd name="T6" fmla="*/ 0 w 508"/>
                <a:gd name="T7" fmla="*/ 492 h 492"/>
                <a:gd name="T8" fmla="*/ 186 w 508"/>
                <a:gd name="T9" fmla="*/ 492 h 492"/>
                <a:gd name="T10" fmla="*/ 508 w 508"/>
                <a:gd name="T11" fmla="*/ 255 h 492"/>
                <a:gd name="T12" fmla="*/ 186 w 508"/>
                <a:gd name="T13" fmla="*/ 0 h 492"/>
                <a:gd name="T14" fmla="*/ 0 w 508"/>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08"/>
                <a:gd name="T25" fmla="*/ 0 h 492"/>
                <a:gd name="T26" fmla="*/ 508 w 508"/>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08" h="492">
                  <a:moveTo>
                    <a:pt x="0" y="0"/>
                  </a:moveTo>
                  <a:lnTo>
                    <a:pt x="50" y="153"/>
                  </a:lnTo>
                  <a:lnTo>
                    <a:pt x="67" y="323"/>
                  </a:lnTo>
                  <a:lnTo>
                    <a:pt x="0" y="492"/>
                  </a:lnTo>
                  <a:lnTo>
                    <a:pt x="186" y="492"/>
                  </a:lnTo>
                  <a:lnTo>
                    <a:pt x="508" y="255"/>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47" name="Line 82">
              <a:extLst>
                <a:ext uri="{FF2B5EF4-FFF2-40B4-BE49-F238E27FC236}">
                  <a16:creationId xmlns:a16="http://schemas.microsoft.com/office/drawing/2014/main" id="{70A54751-66B0-4838-9D8D-C0274B3D3A2B}"/>
                </a:ext>
              </a:extLst>
            </p:cNvPr>
            <p:cNvSpPr>
              <a:spLocks noChangeShapeType="1"/>
            </p:cNvSpPr>
            <p:nvPr/>
          </p:nvSpPr>
          <p:spPr bwMode="auto">
            <a:xfrm>
              <a:off x="3427" y="1488"/>
              <a:ext cx="50"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8" name="Line 83">
              <a:extLst>
                <a:ext uri="{FF2B5EF4-FFF2-40B4-BE49-F238E27FC236}">
                  <a16:creationId xmlns:a16="http://schemas.microsoft.com/office/drawing/2014/main" id="{98F41F6A-AF4D-4D23-8771-B7B2E24EF960}"/>
                </a:ext>
              </a:extLst>
            </p:cNvPr>
            <p:cNvSpPr>
              <a:spLocks noChangeShapeType="1"/>
            </p:cNvSpPr>
            <p:nvPr/>
          </p:nvSpPr>
          <p:spPr bwMode="auto">
            <a:xfrm>
              <a:off x="3477" y="1641"/>
              <a:ext cx="17"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9" name="Line 84">
              <a:extLst>
                <a:ext uri="{FF2B5EF4-FFF2-40B4-BE49-F238E27FC236}">
                  <a16:creationId xmlns:a16="http://schemas.microsoft.com/office/drawing/2014/main" id="{D80B97CB-8A90-47F2-B6B2-FDAB96B76554}"/>
                </a:ext>
              </a:extLst>
            </p:cNvPr>
            <p:cNvSpPr>
              <a:spLocks noChangeShapeType="1"/>
            </p:cNvSpPr>
            <p:nvPr/>
          </p:nvSpPr>
          <p:spPr bwMode="auto">
            <a:xfrm flipH="1">
              <a:off x="3427" y="1811"/>
              <a:ext cx="67"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0" name="Line 85">
              <a:extLst>
                <a:ext uri="{FF2B5EF4-FFF2-40B4-BE49-F238E27FC236}">
                  <a16:creationId xmlns:a16="http://schemas.microsoft.com/office/drawing/2014/main" id="{8548BF7A-4A47-4C64-BD70-1964E4743788}"/>
                </a:ext>
              </a:extLst>
            </p:cNvPr>
            <p:cNvSpPr>
              <a:spLocks noChangeShapeType="1"/>
            </p:cNvSpPr>
            <p:nvPr/>
          </p:nvSpPr>
          <p:spPr bwMode="auto">
            <a:xfrm>
              <a:off x="3427" y="1980"/>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1" name="Line 86">
              <a:extLst>
                <a:ext uri="{FF2B5EF4-FFF2-40B4-BE49-F238E27FC236}">
                  <a16:creationId xmlns:a16="http://schemas.microsoft.com/office/drawing/2014/main" id="{23041354-2D8F-4504-AE0B-767FC410ADE5}"/>
                </a:ext>
              </a:extLst>
            </p:cNvPr>
            <p:cNvSpPr>
              <a:spLocks noChangeShapeType="1"/>
            </p:cNvSpPr>
            <p:nvPr/>
          </p:nvSpPr>
          <p:spPr bwMode="auto">
            <a:xfrm flipV="1">
              <a:off x="3613" y="1743"/>
              <a:ext cx="322" cy="237"/>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2" name="Line 87">
              <a:extLst>
                <a:ext uri="{FF2B5EF4-FFF2-40B4-BE49-F238E27FC236}">
                  <a16:creationId xmlns:a16="http://schemas.microsoft.com/office/drawing/2014/main" id="{2E6E04D0-7F2C-4BCC-BE01-660BE615FDD1}"/>
                </a:ext>
              </a:extLst>
            </p:cNvPr>
            <p:cNvSpPr>
              <a:spLocks noChangeShapeType="1"/>
            </p:cNvSpPr>
            <p:nvPr/>
          </p:nvSpPr>
          <p:spPr bwMode="auto">
            <a:xfrm flipH="1" flipV="1">
              <a:off x="3613" y="1488"/>
              <a:ext cx="322" cy="255"/>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3" name="Line 88">
              <a:extLst>
                <a:ext uri="{FF2B5EF4-FFF2-40B4-BE49-F238E27FC236}">
                  <a16:creationId xmlns:a16="http://schemas.microsoft.com/office/drawing/2014/main" id="{726AD82F-97F3-4B4B-A3D6-0EFBE24357AF}"/>
                </a:ext>
              </a:extLst>
            </p:cNvPr>
            <p:cNvSpPr>
              <a:spLocks noChangeShapeType="1"/>
            </p:cNvSpPr>
            <p:nvPr/>
          </p:nvSpPr>
          <p:spPr bwMode="auto">
            <a:xfrm flipH="1">
              <a:off x="3427" y="1488"/>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4" name="Arc 89">
              <a:extLst>
                <a:ext uri="{FF2B5EF4-FFF2-40B4-BE49-F238E27FC236}">
                  <a16:creationId xmlns:a16="http://schemas.microsoft.com/office/drawing/2014/main" id="{B7CE8215-60BB-47DF-BFB9-BD77983B6396}"/>
                </a:ext>
              </a:extLst>
            </p:cNvPr>
            <p:cNvSpPr>
              <a:spLocks/>
            </p:cNvSpPr>
            <p:nvPr/>
          </p:nvSpPr>
          <p:spPr bwMode="auto">
            <a:xfrm>
              <a:off x="3579" y="1488"/>
              <a:ext cx="392" cy="492"/>
            </a:xfrm>
            <a:custGeom>
              <a:avLst/>
              <a:gdLst>
                <a:gd name="T0" fmla="*/ 0 w 18471"/>
                <a:gd name="T1" fmla="*/ 0 h 21600"/>
                <a:gd name="T2" fmla="*/ 0 w 18471"/>
                <a:gd name="T3" fmla="*/ 0 h 21600"/>
                <a:gd name="T4" fmla="*/ 0 w 18471"/>
                <a:gd name="T5" fmla="*/ 0 h 21600"/>
                <a:gd name="T6" fmla="*/ 0 60000 65536"/>
                <a:gd name="T7" fmla="*/ 0 60000 65536"/>
                <a:gd name="T8" fmla="*/ 0 60000 65536"/>
                <a:gd name="T9" fmla="*/ 0 w 18471"/>
                <a:gd name="T10" fmla="*/ 0 h 21600"/>
                <a:gd name="T11" fmla="*/ 18471 w 18471"/>
                <a:gd name="T12" fmla="*/ 21600 h 21600"/>
              </a:gdLst>
              <a:ahLst/>
              <a:cxnLst>
                <a:cxn ang="T6">
                  <a:pos x="T0" y="T1"/>
                </a:cxn>
                <a:cxn ang="T7">
                  <a:pos x="T2" y="T3"/>
                </a:cxn>
                <a:cxn ang="T8">
                  <a:pos x="T4" y="T5"/>
                </a:cxn>
              </a:cxnLst>
              <a:rect l="T9" t="T10" r="T11" b="T12"/>
              <a:pathLst>
                <a:path w="18471" h="21600" fill="none" extrusionOk="0">
                  <a:moveTo>
                    <a:pt x="-1" y="0"/>
                  </a:moveTo>
                  <a:cubicBezTo>
                    <a:pt x="7552" y="0"/>
                    <a:pt x="14555" y="3944"/>
                    <a:pt x="18470" y="10402"/>
                  </a:cubicBezTo>
                </a:path>
                <a:path w="18471" h="21600" stroke="0" extrusionOk="0">
                  <a:moveTo>
                    <a:pt x="-1" y="0"/>
                  </a:moveTo>
                  <a:cubicBezTo>
                    <a:pt x="7552" y="0"/>
                    <a:pt x="14555" y="3944"/>
                    <a:pt x="18470" y="10402"/>
                  </a:cubicBezTo>
                  <a:lnTo>
                    <a:pt x="0" y="21600"/>
                  </a:lnTo>
                  <a:lnTo>
                    <a:pt x="-1"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55" name="Arc 90">
              <a:extLst>
                <a:ext uri="{FF2B5EF4-FFF2-40B4-BE49-F238E27FC236}">
                  <a16:creationId xmlns:a16="http://schemas.microsoft.com/office/drawing/2014/main" id="{F5C14D0E-DF56-49AE-866F-08FE5FCC357F}"/>
                </a:ext>
              </a:extLst>
            </p:cNvPr>
            <p:cNvSpPr>
              <a:spLocks/>
            </p:cNvSpPr>
            <p:nvPr/>
          </p:nvSpPr>
          <p:spPr bwMode="auto">
            <a:xfrm>
              <a:off x="3579" y="1496"/>
              <a:ext cx="385" cy="484"/>
            </a:xfrm>
            <a:custGeom>
              <a:avLst/>
              <a:gdLst>
                <a:gd name="T0" fmla="*/ 0 w 18477"/>
                <a:gd name="T1" fmla="*/ 0 h 21600"/>
                <a:gd name="T2" fmla="*/ 0 w 18477"/>
                <a:gd name="T3" fmla="*/ 0 h 21600"/>
                <a:gd name="T4" fmla="*/ 0 w 18477"/>
                <a:gd name="T5" fmla="*/ 0 h 21600"/>
                <a:gd name="T6" fmla="*/ 0 60000 65536"/>
                <a:gd name="T7" fmla="*/ 0 60000 65536"/>
                <a:gd name="T8" fmla="*/ 0 60000 65536"/>
                <a:gd name="T9" fmla="*/ 0 w 18477"/>
                <a:gd name="T10" fmla="*/ 0 h 21600"/>
                <a:gd name="T11" fmla="*/ 18477 w 18477"/>
                <a:gd name="T12" fmla="*/ 21600 h 21600"/>
              </a:gdLst>
              <a:ahLst/>
              <a:cxnLst>
                <a:cxn ang="T6">
                  <a:pos x="T0" y="T1"/>
                </a:cxn>
                <a:cxn ang="T7">
                  <a:pos x="T2" y="T3"/>
                </a:cxn>
                <a:cxn ang="T8">
                  <a:pos x="T4" y="T5"/>
                </a:cxn>
              </a:cxnLst>
              <a:rect l="T9" t="T10" r="T11" b="T12"/>
              <a:pathLst>
                <a:path w="18477" h="21600" fill="none" extrusionOk="0">
                  <a:moveTo>
                    <a:pt x="-1" y="0"/>
                  </a:moveTo>
                  <a:cubicBezTo>
                    <a:pt x="7556" y="0"/>
                    <a:pt x="14563" y="3948"/>
                    <a:pt x="18476" y="10412"/>
                  </a:cubicBezTo>
                </a:path>
                <a:path w="18477" h="21600" stroke="0" extrusionOk="0">
                  <a:moveTo>
                    <a:pt x="-1" y="0"/>
                  </a:moveTo>
                  <a:cubicBezTo>
                    <a:pt x="7556" y="0"/>
                    <a:pt x="14563" y="3948"/>
                    <a:pt x="18476" y="1041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56" name="Arc 91">
              <a:extLst>
                <a:ext uri="{FF2B5EF4-FFF2-40B4-BE49-F238E27FC236}">
                  <a16:creationId xmlns:a16="http://schemas.microsoft.com/office/drawing/2014/main" id="{01D7AFB0-E906-47C7-AAE2-AA53DEE36E6F}"/>
                </a:ext>
              </a:extLst>
            </p:cNvPr>
            <p:cNvSpPr>
              <a:spLocks/>
            </p:cNvSpPr>
            <p:nvPr/>
          </p:nvSpPr>
          <p:spPr bwMode="auto">
            <a:xfrm>
              <a:off x="3579" y="1505"/>
              <a:ext cx="398" cy="492"/>
            </a:xfrm>
            <a:custGeom>
              <a:avLst/>
              <a:gdLst>
                <a:gd name="T0" fmla="*/ 0 w 18781"/>
                <a:gd name="T1" fmla="*/ 0 h 21600"/>
                <a:gd name="T2" fmla="*/ 0 w 18781"/>
                <a:gd name="T3" fmla="*/ 0 h 21600"/>
                <a:gd name="T4" fmla="*/ 0 w 18781"/>
                <a:gd name="T5" fmla="*/ 0 h 21600"/>
                <a:gd name="T6" fmla="*/ 0 60000 65536"/>
                <a:gd name="T7" fmla="*/ 0 60000 65536"/>
                <a:gd name="T8" fmla="*/ 0 60000 65536"/>
                <a:gd name="T9" fmla="*/ 0 w 18781"/>
                <a:gd name="T10" fmla="*/ 0 h 21600"/>
                <a:gd name="T11" fmla="*/ 18781 w 18781"/>
                <a:gd name="T12" fmla="*/ 21600 h 21600"/>
              </a:gdLst>
              <a:ahLst/>
              <a:cxnLst>
                <a:cxn ang="T6">
                  <a:pos x="T0" y="T1"/>
                </a:cxn>
                <a:cxn ang="T7">
                  <a:pos x="T2" y="T3"/>
                </a:cxn>
                <a:cxn ang="T8">
                  <a:pos x="T4" y="T5"/>
                </a:cxn>
              </a:cxnLst>
              <a:rect l="T9" t="T10" r="T11" b="T12"/>
              <a:pathLst>
                <a:path w="18781" h="21600" fill="none" extrusionOk="0">
                  <a:moveTo>
                    <a:pt x="18781" y="10669"/>
                  </a:moveTo>
                  <a:cubicBezTo>
                    <a:pt x="14942" y="17425"/>
                    <a:pt x="7770" y="21599"/>
                    <a:pt x="0" y="21600"/>
                  </a:cubicBezTo>
                </a:path>
                <a:path w="18781" h="21600" stroke="0" extrusionOk="0">
                  <a:moveTo>
                    <a:pt x="18781" y="10669"/>
                  </a:moveTo>
                  <a:cubicBezTo>
                    <a:pt x="14942" y="17425"/>
                    <a:pt x="7770" y="21599"/>
                    <a:pt x="0" y="21600"/>
                  </a:cubicBezTo>
                  <a:lnTo>
                    <a:pt x="0" y="0"/>
                  </a:lnTo>
                  <a:lnTo>
                    <a:pt x="18781" y="10669"/>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57" name="Arc 92">
              <a:extLst>
                <a:ext uri="{FF2B5EF4-FFF2-40B4-BE49-F238E27FC236}">
                  <a16:creationId xmlns:a16="http://schemas.microsoft.com/office/drawing/2014/main" id="{CAFDB3C8-FEFF-4B2D-AFD6-752D2BF1CD2F}"/>
                </a:ext>
              </a:extLst>
            </p:cNvPr>
            <p:cNvSpPr>
              <a:spLocks/>
            </p:cNvSpPr>
            <p:nvPr/>
          </p:nvSpPr>
          <p:spPr bwMode="auto">
            <a:xfrm>
              <a:off x="3579" y="1505"/>
              <a:ext cx="391" cy="484"/>
            </a:xfrm>
            <a:custGeom>
              <a:avLst/>
              <a:gdLst>
                <a:gd name="T0" fmla="*/ 0 w 18787"/>
                <a:gd name="T1" fmla="*/ 0 h 21600"/>
                <a:gd name="T2" fmla="*/ 0 w 18787"/>
                <a:gd name="T3" fmla="*/ 0 h 21600"/>
                <a:gd name="T4" fmla="*/ 0 w 18787"/>
                <a:gd name="T5" fmla="*/ 0 h 21600"/>
                <a:gd name="T6" fmla="*/ 0 60000 65536"/>
                <a:gd name="T7" fmla="*/ 0 60000 65536"/>
                <a:gd name="T8" fmla="*/ 0 60000 65536"/>
                <a:gd name="T9" fmla="*/ 0 w 18787"/>
                <a:gd name="T10" fmla="*/ 0 h 21600"/>
                <a:gd name="T11" fmla="*/ 18787 w 18787"/>
                <a:gd name="T12" fmla="*/ 21600 h 21600"/>
              </a:gdLst>
              <a:ahLst/>
              <a:cxnLst>
                <a:cxn ang="T6">
                  <a:pos x="T0" y="T1"/>
                </a:cxn>
                <a:cxn ang="T7">
                  <a:pos x="T2" y="T3"/>
                </a:cxn>
                <a:cxn ang="T8">
                  <a:pos x="T4" y="T5"/>
                </a:cxn>
              </a:cxnLst>
              <a:rect l="T9" t="T10" r="T11" b="T12"/>
              <a:pathLst>
                <a:path w="18787" h="21600" fill="none" extrusionOk="0">
                  <a:moveTo>
                    <a:pt x="18786" y="10658"/>
                  </a:moveTo>
                  <a:cubicBezTo>
                    <a:pt x="14950" y="17421"/>
                    <a:pt x="7775" y="21599"/>
                    <a:pt x="0" y="21600"/>
                  </a:cubicBezTo>
                </a:path>
                <a:path w="18787" h="21600" stroke="0" extrusionOk="0">
                  <a:moveTo>
                    <a:pt x="18786" y="10658"/>
                  </a:moveTo>
                  <a:cubicBezTo>
                    <a:pt x="14950" y="17421"/>
                    <a:pt x="7775" y="21599"/>
                    <a:pt x="0" y="21600"/>
                  </a:cubicBezTo>
                  <a:lnTo>
                    <a:pt x="0" y="0"/>
                  </a:lnTo>
                  <a:lnTo>
                    <a:pt x="18786" y="10658"/>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58" name="Line 93">
              <a:extLst>
                <a:ext uri="{FF2B5EF4-FFF2-40B4-BE49-F238E27FC236}">
                  <a16:creationId xmlns:a16="http://schemas.microsoft.com/office/drawing/2014/main" id="{90197A0E-BAB8-4B99-8156-5411E77D32C8}"/>
                </a:ext>
              </a:extLst>
            </p:cNvPr>
            <p:cNvSpPr>
              <a:spLocks noChangeShapeType="1"/>
            </p:cNvSpPr>
            <p:nvPr/>
          </p:nvSpPr>
          <p:spPr bwMode="auto">
            <a:xfrm>
              <a:off x="3427" y="1488"/>
              <a:ext cx="13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9" name="Line 94">
              <a:extLst>
                <a:ext uri="{FF2B5EF4-FFF2-40B4-BE49-F238E27FC236}">
                  <a16:creationId xmlns:a16="http://schemas.microsoft.com/office/drawing/2014/main" id="{4D8CA423-1D9B-4776-8DA0-AAC69374E2E7}"/>
                </a:ext>
              </a:extLst>
            </p:cNvPr>
            <p:cNvSpPr>
              <a:spLocks noChangeShapeType="1"/>
            </p:cNvSpPr>
            <p:nvPr/>
          </p:nvSpPr>
          <p:spPr bwMode="auto">
            <a:xfrm>
              <a:off x="3427" y="1980"/>
              <a:ext cx="13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0" name="Line 95">
              <a:extLst>
                <a:ext uri="{FF2B5EF4-FFF2-40B4-BE49-F238E27FC236}">
                  <a16:creationId xmlns:a16="http://schemas.microsoft.com/office/drawing/2014/main" id="{8513A361-0643-41F9-8522-F734CD31F80A}"/>
                </a:ext>
              </a:extLst>
            </p:cNvPr>
            <p:cNvSpPr>
              <a:spLocks noChangeShapeType="1"/>
            </p:cNvSpPr>
            <p:nvPr/>
          </p:nvSpPr>
          <p:spPr bwMode="auto">
            <a:xfrm>
              <a:off x="3427" y="1488"/>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1" name="Line 96">
              <a:extLst>
                <a:ext uri="{FF2B5EF4-FFF2-40B4-BE49-F238E27FC236}">
                  <a16:creationId xmlns:a16="http://schemas.microsoft.com/office/drawing/2014/main" id="{243A7DC3-5197-4D5D-AAAD-8EDAF5BBA9A0}"/>
                </a:ext>
              </a:extLst>
            </p:cNvPr>
            <p:cNvSpPr>
              <a:spLocks noChangeShapeType="1"/>
            </p:cNvSpPr>
            <p:nvPr/>
          </p:nvSpPr>
          <p:spPr bwMode="auto">
            <a:xfrm>
              <a:off x="3444" y="1522"/>
              <a:ext cx="16"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2" name="Line 97">
              <a:extLst>
                <a:ext uri="{FF2B5EF4-FFF2-40B4-BE49-F238E27FC236}">
                  <a16:creationId xmlns:a16="http://schemas.microsoft.com/office/drawing/2014/main" id="{CB1B8958-C849-48FE-AEDC-07C7DC776A2F}"/>
                </a:ext>
              </a:extLst>
            </p:cNvPr>
            <p:cNvSpPr>
              <a:spLocks noChangeShapeType="1"/>
            </p:cNvSpPr>
            <p:nvPr/>
          </p:nvSpPr>
          <p:spPr bwMode="auto">
            <a:xfrm>
              <a:off x="3460" y="1573"/>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3" name="Line 98">
              <a:extLst>
                <a:ext uri="{FF2B5EF4-FFF2-40B4-BE49-F238E27FC236}">
                  <a16:creationId xmlns:a16="http://schemas.microsoft.com/office/drawing/2014/main" id="{D0E7E31E-F985-45C4-9CD7-7FF76E4D79BE}"/>
                </a:ext>
              </a:extLst>
            </p:cNvPr>
            <p:cNvSpPr>
              <a:spLocks noChangeShapeType="1"/>
            </p:cNvSpPr>
            <p:nvPr/>
          </p:nvSpPr>
          <p:spPr bwMode="auto">
            <a:xfrm>
              <a:off x="3477" y="1624"/>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4" name="Line 99">
              <a:extLst>
                <a:ext uri="{FF2B5EF4-FFF2-40B4-BE49-F238E27FC236}">
                  <a16:creationId xmlns:a16="http://schemas.microsoft.com/office/drawing/2014/main" id="{41485A64-B520-41A5-922F-125779A01CF0}"/>
                </a:ext>
              </a:extLst>
            </p:cNvPr>
            <p:cNvSpPr>
              <a:spLocks noChangeShapeType="1"/>
            </p:cNvSpPr>
            <p:nvPr/>
          </p:nvSpPr>
          <p:spPr bwMode="auto">
            <a:xfrm>
              <a:off x="3477" y="1658"/>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5" name="Line 100">
              <a:extLst>
                <a:ext uri="{FF2B5EF4-FFF2-40B4-BE49-F238E27FC236}">
                  <a16:creationId xmlns:a16="http://schemas.microsoft.com/office/drawing/2014/main" id="{94165373-35EF-4546-9D24-CEAED8757AAF}"/>
                </a:ext>
              </a:extLst>
            </p:cNvPr>
            <p:cNvSpPr>
              <a:spLocks noChangeShapeType="1"/>
            </p:cNvSpPr>
            <p:nvPr/>
          </p:nvSpPr>
          <p:spPr bwMode="auto">
            <a:xfrm>
              <a:off x="3477" y="167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6" name="Line 101">
              <a:extLst>
                <a:ext uri="{FF2B5EF4-FFF2-40B4-BE49-F238E27FC236}">
                  <a16:creationId xmlns:a16="http://schemas.microsoft.com/office/drawing/2014/main" id="{30458FAF-1240-4CDB-9EFD-040F81D235B6}"/>
                </a:ext>
              </a:extLst>
            </p:cNvPr>
            <p:cNvSpPr>
              <a:spLocks noChangeShapeType="1"/>
            </p:cNvSpPr>
            <p:nvPr/>
          </p:nvSpPr>
          <p:spPr bwMode="auto">
            <a:xfrm>
              <a:off x="3477" y="1709"/>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7" name="Line 102">
              <a:extLst>
                <a:ext uri="{FF2B5EF4-FFF2-40B4-BE49-F238E27FC236}">
                  <a16:creationId xmlns:a16="http://schemas.microsoft.com/office/drawing/2014/main" id="{34EDD55E-05C1-452A-A86A-A1452097A52C}"/>
                </a:ext>
              </a:extLst>
            </p:cNvPr>
            <p:cNvSpPr>
              <a:spLocks noChangeShapeType="1"/>
            </p:cNvSpPr>
            <p:nvPr/>
          </p:nvSpPr>
          <p:spPr bwMode="auto">
            <a:xfrm>
              <a:off x="3477" y="1760"/>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8" name="Line 103">
              <a:extLst>
                <a:ext uri="{FF2B5EF4-FFF2-40B4-BE49-F238E27FC236}">
                  <a16:creationId xmlns:a16="http://schemas.microsoft.com/office/drawing/2014/main" id="{E2187A63-6706-45A1-805D-4957EDC38E4B}"/>
                </a:ext>
              </a:extLst>
            </p:cNvPr>
            <p:cNvSpPr>
              <a:spLocks noChangeShapeType="1"/>
            </p:cNvSpPr>
            <p:nvPr/>
          </p:nvSpPr>
          <p:spPr bwMode="auto">
            <a:xfrm>
              <a:off x="3477"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9" name="Line 104">
              <a:extLst>
                <a:ext uri="{FF2B5EF4-FFF2-40B4-BE49-F238E27FC236}">
                  <a16:creationId xmlns:a16="http://schemas.microsoft.com/office/drawing/2014/main" id="{60F8F5A0-4581-4B94-BED6-BDE2FDB955FF}"/>
                </a:ext>
              </a:extLst>
            </p:cNvPr>
            <p:cNvSpPr>
              <a:spLocks noChangeShapeType="1"/>
            </p:cNvSpPr>
            <p:nvPr/>
          </p:nvSpPr>
          <p:spPr bwMode="auto">
            <a:xfrm>
              <a:off x="3477" y="1811"/>
              <a:ext cx="1" cy="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0" name="Line 105">
              <a:extLst>
                <a:ext uri="{FF2B5EF4-FFF2-40B4-BE49-F238E27FC236}">
                  <a16:creationId xmlns:a16="http://schemas.microsoft.com/office/drawing/2014/main" id="{984E555A-8ADB-4A08-9F2B-3E9B2EA79C6A}"/>
                </a:ext>
              </a:extLst>
            </p:cNvPr>
            <p:cNvSpPr>
              <a:spLocks noChangeShapeType="1"/>
            </p:cNvSpPr>
            <p:nvPr/>
          </p:nvSpPr>
          <p:spPr bwMode="auto">
            <a:xfrm flipH="1">
              <a:off x="3460" y="1827"/>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1" name="Line 106">
              <a:extLst>
                <a:ext uri="{FF2B5EF4-FFF2-40B4-BE49-F238E27FC236}">
                  <a16:creationId xmlns:a16="http://schemas.microsoft.com/office/drawing/2014/main" id="{2CD218B4-1444-424C-B9CD-473684F6D6E7}"/>
                </a:ext>
              </a:extLst>
            </p:cNvPr>
            <p:cNvSpPr>
              <a:spLocks noChangeShapeType="1"/>
            </p:cNvSpPr>
            <p:nvPr/>
          </p:nvSpPr>
          <p:spPr bwMode="auto">
            <a:xfrm flipH="1">
              <a:off x="3444" y="1878"/>
              <a:ext cx="16"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2" name="Line 107">
              <a:extLst>
                <a:ext uri="{FF2B5EF4-FFF2-40B4-BE49-F238E27FC236}">
                  <a16:creationId xmlns:a16="http://schemas.microsoft.com/office/drawing/2014/main" id="{43941F3C-B192-43B4-8B26-EA51465A1EC1}"/>
                </a:ext>
              </a:extLst>
            </p:cNvPr>
            <p:cNvSpPr>
              <a:spLocks noChangeShapeType="1"/>
            </p:cNvSpPr>
            <p:nvPr/>
          </p:nvSpPr>
          <p:spPr bwMode="auto">
            <a:xfrm flipH="1">
              <a:off x="3427" y="1929"/>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3" name="Arc 108">
              <a:extLst>
                <a:ext uri="{FF2B5EF4-FFF2-40B4-BE49-F238E27FC236}">
                  <a16:creationId xmlns:a16="http://schemas.microsoft.com/office/drawing/2014/main" id="{C052A6CC-4AA1-4913-8005-B5CC13260618}"/>
                </a:ext>
              </a:extLst>
            </p:cNvPr>
            <p:cNvSpPr>
              <a:spLocks/>
            </p:cNvSpPr>
            <p:nvPr/>
          </p:nvSpPr>
          <p:spPr bwMode="auto">
            <a:xfrm>
              <a:off x="3579" y="1496"/>
              <a:ext cx="385" cy="484"/>
            </a:xfrm>
            <a:custGeom>
              <a:avLst/>
              <a:gdLst>
                <a:gd name="T0" fmla="*/ 0 w 18477"/>
                <a:gd name="T1" fmla="*/ 0 h 21600"/>
                <a:gd name="T2" fmla="*/ 0 w 18477"/>
                <a:gd name="T3" fmla="*/ 0 h 21600"/>
                <a:gd name="T4" fmla="*/ 0 w 18477"/>
                <a:gd name="T5" fmla="*/ 0 h 21600"/>
                <a:gd name="T6" fmla="*/ 0 60000 65536"/>
                <a:gd name="T7" fmla="*/ 0 60000 65536"/>
                <a:gd name="T8" fmla="*/ 0 60000 65536"/>
                <a:gd name="T9" fmla="*/ 0 w 18477"/>
                <a:gd name="T10" fmla="*/ 0 h 21600"/>
                <a:gd name="T11" fmla="*/ 18477 w 18477"/>
                <a:gd name="T12" fmla="*/ 21600 h 21600"/>
              </a:gdLst>
              <a:ahLst/>
              <a:cxnLst>
                <a:cxn ang="T6">
                  <a:pos x="T0" y="T1"/>
                </a:cxn>
                <a:cxn ang="T7">
                  <a:pos x="T2" y="T3"/>
                </a:cxn>
                <a:cxn ang="T8">
                  <a:pos x="T4" y="T5"/>
                </a:cxn>
              </a:cxnLst>
              <a:rect l="T9" t="T10" r="T11" b="T12"/>
              <a:pathLst>
                <a:path w="18477" h="21600" fill="none" extrusionOk="0">
                  <a:moveTo>
                    <a:pt x="-1" y="0"/>
                  </a:moveTo>
                  <a:cubicBezTo>
                    <a:pt x="7556" y="0"/>
                    <a:pt x="14563" y="3948"/>
                    <a:pt x="18476" y="10412"/>
                  </a:cubicBezTo>
                </a:path>
                <a:path w="18477" h="21600" stroke="0" extrusionOk="0">
                  <a:moveTo>
                    <a:pt x="-1" y="0"/>
                  </a:moveTo>
                  <a:cubicBezTo>
                    <a:pt x="7556" y="0"/>
                    <a:pt x="14563" y="3948"/>
                    <a:pt x="18476" y="1041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74" name="Line 109">
              <a:extLst>
                <a:ext uri="{FF2B5EF4-FFF2-40B4-BE49-F238E27FC236}">
                  <a16:creationId xmlns:a16="http://schemas.microsoft.com/office/drawing/2014/main" id="{3A19607A-E7CA-44F6-9CD1-7D79E7D51B1B}"/>
                </a:ext>
              </a:extLst>
            </p:cNvPr>
            <p:cNvSpPr>
              <a:spLocks noChangeShapeType="1"/>
            </p:cNvSpPr>
            <p:nvPr/>
          </p:nvSpPr>
          <p:spPr bwMode="auto">
            <a:xfrm>
              <a:off x="3359" y="1488"/>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5" name="Line 110">
              <a:extLst>
                <a:ext uri="{FF2B5EF4-FFF2-40B4-BE49-F238E27FC236}">
                  <a16:creationId xmlns:a16="http://schemas.microsoft.com/office/drawing/2014/main" id="{3FBB6FAB-850A-42D9-BBF3-CEF92A6EDE72}"/>
                </a:ext>
              </a:extLst>
            </p:cNvPr>
            <p:cNvSpPr>
              <a:spLocks noChangeShapeType="1"/>
            </p:cNvSpPr>
            <p:nvPr/>
          </p:nvSpPr>
          <p:spPr bwMode="auto">
            <a:xfrm>
              <a:off x="3376" y="1522"/>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6" name="Line 111">
              <a:extLst>
                <a:ext uri="{FF2B5EF4-FFF2-40B4-BE49-F238E27FC236}">
                  <a16:creationId xmlns:a16="http://schemas.microsoft.com/office/drawing/2014/main" id="{54DC2CCB-C6B2-45DD-B934-8D44ACC8513F}"/>
                </a:ext>
              </a:extLst>
            </p:cNvPr>
            <p:cNvSpPr>
              <a:spLocks noChangeShapeType="1"/>
            </p:cNvSpPr>
            <p:nvPr/>
          </p:nvSpPr>
          <p:spPr bwMode="auto">
            <a:xfrm>
              <a:off x="3393" y="1573"/>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7" name="Line 112">
              <a:extLst>
                <a:ext uri="{FF2B5EF4-FFF2-40B4-BE49-F238E27FC236}">
                  <a16:creationId xmlns:a16="http://schemas.microsoft.com/office/drawing/2014/main" id="{35E7B5E6-B546-4133-8C6A-C4203A6AF8A5}"/>
                </a:ext>
              </a:extLst>
            </p:cNvPr>
            <p:cNvSpPr>
              <a:spLocks noChangeShapeType="1"/>
            </p:cNvSpPr>
            <p:nvPr/>
          </p:nvSpPr>
          <p:spPr bwMode="auto">
            <a:xfrm>
              <a:off x="3410" y="1624"/>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8" name="Line 113">
              <a:extLst>
                <a:ext uri="{FF2B5EF4-FFF2-40B4-BE49-F238E27FC236}">
                  <a16:creationId xmlns:a16="http://schemas.microsoft.com/office/drawing/2014/main" id="{6DD02D60-D6C5-4C59-B2E6-A319FEFCE788}"/>
                </a:ext>
              </a:extLst>
            </p:cNvPr>
            <p:cNvSpPr>
              <a:spLocks noChangeShapeType="1"/>
            </p:cNvSpPr>
            <p:nvPr/>
          </p:nvSpPr>
          <p:spPr bwMode="auto">
            <a:xfrm>
              <a:off x="3410" y="1658"/>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9" name="Line 114">
              <a:extLst>
                <a:ext uri="{FF2B5EF4-FFF2-40B4-BE49-F238E27FC236}">
                  <a16:creationId xmlns:a16="http://schemas.microsoft.com/office/drawing/2014/main" id="{6C16EEC3-0C50-4A4F-8960-DA02845D00E7}"/>
                </a:ext>
              </a:extLst>
            </p:cNvPr>
            <p:cNvSpPr>
              <a:spLocks noChangeShapeType="1"/>
            </p:cNvSpPr>
            <p:nvPr/>
          </p:nvSpPr>
          <p:spPr bwMode="auto">
            <a:xfrm>
              <a:off x="3410" y="167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0" name="Line 115">
              <a:extLst>
                <a:ext uri="{FF2B5EF4-FFF2-40B4-BE49-F238E27FC236}">
                  <a16:creationId xmlns:a16="http://schemas.microsoft.com/office/drawing/2014/main" id="{22EAB260-E88F-4786-B9AA-2CED8BB7AD6C}"/>
                </a:ext>
              </a:extLst>
            </p:cNvPr>
            <p:cNvSpPr>
              <a:spLocks noChangeShapeType="1"/>
            </p:cNvSpPr>
            <p:nvPr/>
          </p:nvSpPr>
          <p:spPr bwMode="auto">
            <a:xfrm>
              <a:off x="3410" y="1709"/>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1" name="Line 116">
              <a:extLst>
                <a:ext uri="{FF2B5EF4-FFF2-40B4-BE49-F238E27FC236}">
                  <a16:creationId xmlns:a16="http://schemas.microsoft.com/office/drawing/2014/main" id="{25A36333-28FD-4672-838A-3245A45B080F}"/>
                </a:ext>
              </a:extLst>
            </p:cNvPr>
            <p:cNvSpPr>
              <a:spLocks noChangeShapeType="1"/>
            </p:cNvSpPr>
            <p:nvPr/>
          </p:nvSpPr>
          <p:spPr bwMode="auto">
            <a:xfrm>
              <a:off x="3410" y="1760"/>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2" name="Line 117">
              <a:extLst>
                <a:ext uri="{FF2B5EF4-FFF2-40B4-BE49-F238E27FC236}">
                  <a16:creationId xmlns:a16="http://schemas.microsoft.com/office/drawing/2014/main" id="{9DCB79C6-C352-42B1-818A-93759E9F4E21}"/>
                </a:ext>
              </a:extLst>
            </p:cNvPr>
            <p:cNvSpPr>
              <a:spLocks noChangeShapeType="1"/>
            </p:cNvSpPr>
            <p:nvPr/>
          </p:nvSpPr>
          <p:spPr bwMode="auto">
            <a:xfrm>
              <a:off x="3410"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3" name="Line 118">
              <a:extLst>
                <a:ext uri="{FF2B5EF4-FFF2-40B4-BE49-F238E27FC236}">
                  <a16:creationId xmlns:a16="http://schemas.microsoft.com/office/drawing/2014/main" id="{8DD2DB12-FFB9-487D-9C4F-908D91A9FC96}"/>
                </a:ext>
              </a:extLst>
            </p:cNvPr>
            <p:cNvSpPr>
              <a:spLocks noChangeShapeType="1"/>
            </p:cNvSpPr>
            <p:nvPr/>
          </p:nvSpPr>
          <p:spPr bwMode="auto">
            <a:xfrm>
              <a:off x="3410" y="1811"/>
              <a:ext cx="1" cy="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4" name="Line 119">
              <a:extLst>
                <a:ext uri="{FF2B5EF4-FFF2-40B4-BE49-F238E27FC236}">
                  <a16:creationId xmlns:a16="http://schemas.microsoft.com/office/drawing/2014/main" id="{F9F6403C-372D-4CE3-9E9E-AAB8CFD791C3}"/>
                </a:ext>
              </a:extLst>
            </p:cNvPr>
            <p:cNvSpPr>
              <a:spLocks noChangeShapeType="1"/>
            </p:cNvSpPr>
            <p:nvPr/>
          </p:nvSpPr>
          <p:spPr bwMode="auto">
            <a:xfrm flipH="1">
              <a:off x="3393" y="1827"/>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5" name="Line 120">
              <a:extLst>
                <a:ext uri="{FF2B5EF4-FFF2-40B4-BE49-F238E27FC236}">
                  <a16:creationId xmlns:a16="http://schemas.microsoft.com/office/drawing/2014/main" id="{96EA2994-B8E0-4408-BC64-68C21D0E9846}"/>
                </a:ext>
              </a:extLst>
            </p:cNvPr>
            <p:cNvSpPr>
              <a:spLocks noChangeShapeType="1"/>
            </p:cNvSpPr>
            <p:nvPr/>
          </p:nvSpPr>
          <p:spPr bwMode="auto">
            <a:xfrm flipH="1">
              <a:off x="3376" y="187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6" name="Line 121">
              <a:extLst>
                <a:ext uri="{FF2B5EF4-FFF2-40B4-BE49-F238E27FC236}">
                  <a16:creationId xmlns:a16="http://schemas.microsoft.com/office/drawing/2014/main" id="{E8335D69-26A5-494E-94E7-1CA81C6DAA39}"/>
                </a:ext>
              </a:extLst>
            </p:cNvPr>
            <p:cNvSpPr>
              <a:spLocks noChangeShapeType="1"/>
            </p:cNvSpPr>
            <p:nvPr/>
          </p:nvSpPr>
          <p:spPr bwMode="auto">
            <a:xfrm flipH="1">
              <a:off x="3359" y="1929"/>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7" name="Rectangle 122">
              <a:extLst>
                <a:ext uri="{FF2B5EF4-FFF2-40B4-BE49-F238E27FC236}">
                  <a16:creationId xmlns:a16="http://schemas.microsoft.com/office/drawing/2014/main" id="{EC6F139F-6BBC-4B12-BEE8-4E7A16F2DB3D}"/>
                </a:ext>
              </a:extLst>
            </p:cNvPr>
            <p:cNvSpPr>
              <a:spLocks noChangeArrowheads="1"/>
            </p:cNvSpPr>
            <p:nvPr/>
          </p:nvSpPr>
          <p:spPr bwMode="auto">
            <a:xfrm>
              <a:off x="3410" y="2625"/>
              <a:ext cx="271" cy="47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88" name="Line 123">
              <a:extLst>
                <a:ext uri="{FF2B5EF4-FFF2-40B4-BE49-F238E27FC236}">
                  <a16:creationId xmlns:a16="http://schemas.microsoft.com/office/drawing/2014/main" id="{4B246348-CD3E-46E0-A57C-0E68CEB5C607}"/>
                </a:ext>
              </a:extLst>
            </p:cNvPr>
            <p:cNvSpPr>
              <a:spLocks noChangeShapeType="1"/>
            </p:cNvSpPr>
            <p:nvPr/>
          </p:nvSpPr>
          <p:spPr bwMode="auto">
            <a:xfrm flipH="1">
              <a:off x="3410" y="2625"/>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9" name="Line 124">
              <a:extLst>
                <a:ext uri="{FF2B5EF4-FFF2-40B4-BE49-F238E27FC236}">
                  <a16:creationId xmlns:a16="http://schemas.microsoft.com/office/drawing/2014/main" id="{1FD9B4A4-7231-4DC9-9473-3D534E43AB47}"/>
                </a:ext>
              </a:extLst>
            </p:cNvPr>
            <p:cNvSpPr>
              <a:spLocks noChangeShapeType="1"/>
            </p:cNvSpPr>
            <p:nvPr/>
          </p:nvSpPr>
          <p:spPr bwMode="auto">
            <a:xfrm>
              <a:off x="3410" y="2625"/>
              <a:ext cx="1" cy="47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0" name="Line 125">
              <a:extLst>
                <a:ext uri="{FF2B5EF4-FFF2-40B4-BE49-F238E27FC236}">
                  <a16:creationId xmlns:a16="http://schemas.microsoft.com/office/drawing/2014/main" id="{6ACE0EB6-ACD9-4D5E-BE66-C8DC3A1D28EA}"/>
                </a:ext>
              </a:extLst>
            </p:cNvPr>
            <p:cNvSpPr>
              <a:spLocks noChangeShapeType="1"/>
            </p:cNvSpPr>
            <p:nvPr/>
          </p:nvSpPr>
          <p:spPr bwMode="auto">
            <a:xfrm>
              <a:off x="3410" y="3099"/>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1" name="Arc 126">
              <a:extLst>
                <a:ext uri="{FF2B5EF4-FFF2-40B4-BE49-F238E27FC236}">
                  <a16:creationId xmlns:a16="http://schemas.microsoft.com/office/drawing/2014/main" id="{800AF60C-16CA-4C4D-82AF-2A63A9C030D2}"/>
                </a:ext>
              </a:extLst>
            </p:cNvPr>
            <p:cNvSpPr>
              <a:spLocks/>
            </p:cNvSpPr>
            <p:nvPr/>
          </p:nvSpPr>
          <p:spPr bwMode="auto">
            <a:xfrm>
              <a:off x="3680" y="2625"/>
              <a:ext cx="289" cy="491"/>
            </a:xfrm>
            <a:custGeom>
              <a:avLst/>
              <a:gdLst>
                <a:gd name="T0" fmla="*/ 0 w 22348"/>
                <a:gd name="T1" fmla="*/ 0 h 43200"/>
                <a:gd name="T2" fmla="*/ 0 w 22348"/>
                <a:gd name="T3" fmla="*/ 0 h 43200"/>
                <a:gd name="T4" fmla="*/ 0 w 22348"/>
                <a:gd name="T5" fmla="*/ 0 h 43200"/>
                <a:gd name="T6" fmla="*/ 0 60000 65536"/>
                <a:gd name="T7" fmla="*/ 0 60000 65536"/>
                <a:gd name="T8" fmla="*/ 0 60000 65536"/>
                <a:gd name="T9" fmla="*/ 0 w 22348"/>
                <a:gd name="T10" fmla="*/ 0 h 43200"/>
                <a:gd name="T11" fmla="*/ 22348 w 22348"/>
                <a:gd name="T12" fmla="*/ 43200 h 43200"/>
              </a:gdLst>
              <a:ahLst/>
              <a:cxnLst>
                <a:cxn ang="T6">
                  <a:pos x="T0" y="T1"/>
                </a:cxn>
                <a:cxn ang="T7">
                  <a:pos x="T2" y="T3"/>
                </a:cxn>
                <a:cxn ang="T8">
                  <a:pos x="T4" y="T5"/>
                </a:cxn>
              </a:cxnLst>
              <a:rect l="T9" t="T10" r="T11" b="T12"/>
              <a:pathLst>
                <a:path w="22348" h="43200" fill="none" extrusionOk="0">
                  <a:moveTo>
                    <a:pt x="54" y="11"/>
                  </a:moveTo>
                  <a:cubicBezTo>
                    <a:pt x="285" y="3"/>
                    <a:pt x="516" y="-1"/>
                    <a:pt x="748" y="0"/>
                  </a:cubicBezTo>
                  <a:cubicBezTo>
                    <a:pt x="12677" y="0"/>
                    <a:pt x="22348" y="9670"/>
                    <a:pt x="22348" y="21600"/>
                  </a:cubicBezTo>
                  <a:cubicBezTo>
                    <a:pt x="22348" y="33529"/>
                    <a:pt x="12677" y="43200"/>
                    <a:pt x="748" y="43200"/>
                  </a:cubicBezTo>
                  <a:cubicBezTo>
                    <a:pt x="498" y="43200"/>
                    <a:pt x="249" y="43195"/>
                    <a:pt x="-1" y="43187"/>
                  </a:cubicBezTo>
                </a:path>
                <a:path w="22348" h="43200" stroke="0" extrusionOk="0">
                  <a:moveTo>
                    <a:pt x="54" y="11"/>
                  </a:moveTo>
                  <a:cubicBezTo>
                    <a:pt x="285" y="3"/>
                    <a:pt x="516" y="-1"/>
                    <a:pt x="748" y="0"/>
                  </a:cubicBezTo>
                  <a:cubicBezTo>
                    <a:pt x="12677" y="0"/>
                    <a:pt x="22348" y="9670"/>
                    <a:pt x="22348" y="21600"/>
                  </a:cubicBezTo>
                  <a:cubicBezTo>
                    <a:pt x="22348" y="33529"/>
                    <a:pt x="12677" y="43200"/>
                    <a:pt x="748" y="43200"/>
                  </a:cubicBezTo>
                  <a:cubicBezTo>
                    <a:pt x="498" y="43200"/>
                    <a:pt x="249" y="43195"/>
                    <a:pt x="-1" y="43187"/>
                  </a:cubicBezTo>
                  <a:lnTo>
                    <a:pt x="748" y="21600"/>
                  </a:lnTo>
                  <a:lnTo>
                    <a:pt x="54"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92" name="Arc 127">
              <a:extLst>
                <a:ext uri="{FF2B5EF4-FFF2-40B4-BE49-F238E27FC236}">
                  <a16:creationId xmlns:a16="http://schemas.microsoft.com/office/drawing/2014/main" id="{5A77608F-BEE8-4076-A06E-8648BE0113B6}"/>
                </a:ext>
              </a:extLst>
            </p:cNvPr>
            <p:cNvSpPr>
              <a:spLocks/>
            </p:cNvSpPr>
            <p:nvPr/>
          </p:nvSpPr>
          <p:spPr bwMode="auto">
            <a:xfrm>
              <a:off x="3681" y="2633"/>
              <a:ext cx="281" cy="475"/>
            </a:xfrm>
            <a:custGeom>
              <a:avLst/>
              <a:gdLst>
                <a:gd name="T0" fmla="*/ 0 w 22345"/>
                <a:gd name="T1" fmla="*/ 0 h 43200"/>
                <a:gd name="T2" fmla="*/ 0 w 22345"/>
                <a:gd name="T3" fmla="*/ 0 h 43200"/>
                <a:gd name="T4" fmla="*/ 0 w 22345"/>
                <a:gd name="T5" fmla="*/ 0 h 43200"/>
                <a:gd name="T6" fmla="*/ 0 60000 65536"/>
                <a:gd name="T7" fmla="*/ 0 60000 65536"/>
                <a:gd name="T8" fmla="*/ 0 60000 65536"/>
                <a:gd name="T9" fmla="*/ 0 w 22345"/>
                <a:gd name="T10" fmla="*/ 0 h 43200"/>
                <a:gd name="T11" fmla="*/ 22345 w 22345"/>
                <a:gd name="T12" fmla="*/ 43200 h 43200"/>
              </a:gdLst>
              <a:ahLst/>
              <a:cxnLst>
                <a:cxn ang="T6">
                  <a:pos x="T0" y="T1"/>
                </a:cxn>
                <a:cxn ang="T7">
                  <a:pos x="T2" y="T3"/>
                </a:cxn>
                <a:cxn ang="T8">
                  <a:pos x="T4" y="T5"/>
                </a:cxn>
              </a:cxnLst>
              <a:rect l="T9" t="T10" r="T11" b="T12"/>
              <a:pathLst>
                <a:path w="22345" h="43200" fill="none" extrusionOk="0">
                  <a:moveTo>
                    <a:pt x="54" y="11"/>
                  </a:moveTo>
                  <a:cubicBezTo>
                    <a:pt x="284" y="3"/>
                    <a:pt x="514" y="-1"/>
                    <a:pt x="745" y="0"/>
                  </a:cubicBezTo>
                  <a:cubicBezTo>
                    <a:pt x="12674" y="0"/>
                    <a:pt x="22345" y="9670"/>
                    <a:pt x="22345" y="21600"/>
                  </a:cubicBezTo>
                  <a:cubicBezTo>
                    <a:pt x="22345" y="33529"/>
                    <a:pt x="12674" y="43200"/>
                    <a:pt x="745" y="43200"/>
                  </a:cubicBezTo>
                  <a:cubicBezTo>
                    <a:pt x="496" y="43200"/>
                    <a:pt x="248" y="43195"/>
                    <a:pt x="-1" y="43187"/>
                  </a:cubicBezTo>
                </a:path>
                <a:path w="22345" h="43200" stroke="0" extrusionOk="0">
                  <a:moveTo>
                    <a:pt x="54" y="11"/>
                  </a:moveTo>
                  <a:cubicBezTo>
                    <a:pt x="284" y="3"/>
                    <a:pt x="514" y="-1"/>
                    <a:pt x="745" y="0"/>
                  </a:cubicBezTo>
                  <a:cubicBezTo>
                    <a:pt x="12674" y="0"/>
                    <a:pt x="22345" y="9670"/>
                    <a:pt x="22345" y="21600"/>
                  </a:cubicBezTo>
                  <a:cubicBezTo>
                    <a:pt x="22345" y="33529"/>
                    <a:pt x="12674" y="43200"/>
                    <a:pt x="745" y="43200"/>
                  </a:cubicBezTo>
                  <a:cubicBezTo>
                    <a:pt x="496" y="43200"/>
                    <a:pt x="248" y="43195"/>
                    <a:pt x="-1" y="43187"/>
                  </a:cubicBezTo>
                  <a:lnTo>
                    <a:pt x="745" y="21600"/>
                  </a:lnTo>
                  <a:lnTo>
                    <a:pt x="54" y="11"/>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93" name="Line 128">
              <a:extLst>
                <a:ext uri="{FF2B5EF4-FFF2-40B4-BE49-F238E27FC236}">
                  <a16:creationId xmlns:a16="http://schemas.microsoft.com/office/drawing/2014/main" id="{1303912B-093C-4224-BA3B-DB6A4CEAA0E8}"/>
                </a:ext>
              </a:extLst>
            </p:cNvPr>
            <p:cNvSpPr>
              <a:spLocks noChangeShapeType="1"/>
            </p:cNvSpPr>
            <p:nvPr/>
          </p:nvSpPr>
          <p:spPr bwMode="auto">
            <a:xfrm flipH="1">
              <a:off x="3172" y="2998"/>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4" name="Line 129">
              <a:extLst>
                <a:ext uri="{FF2B5EF4-FFF2-40B4-BE49-F238E27FC236}">
                  <a16:creationId xmlns:a16="http://schemas.microsoft.com/office/drawing/2014/main" id="{F3E9BA39-5F5A-4346-ADEE-BFB0CB1B7286}"/>
                </a:ext>
              </a:extLst>
            </p:cNvPr>
            <p:cNvSpPr>
              <a:spLocks noChangeShapeType="1"/>
            </p:cNvSpPr>
            <p:nvPr/>
          </p:nvSpPr>
          <p:spPr bwMode="auto">
            <a:xfrm flipH="1">
              <a:off x="3952"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5" name="Line 130">
              <a:extLst>
                <a:ext uri="{FF2B5EF4-FFF2-40B4-BE49-F238E27FC236}">
                  <a16:creationId xmlns:a16="http://schemas.microsoft.com/office/drawing/2014/main" id="{C895D480-991E-42B5-B465-36C79832097C}"/>
                </a:ext>
              </a:extLst>
            </p:cNvPr>
            <p:cNvSpPr>
              <a:spLocks noChangeShapeType="1"/>
            </p:cNvSpPr>
            <p:nvPr/>
          </p:nvSpPr>
          <p:spPr bwMode="auto">
            <a:xfrm flipH="1">
              <a:off x="2884" y="1590"/>
              <a:ext cx="39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6" name="Line 131">
              <a:extLst>
                <a:ext uri="{FF2B5EF4-FFF2-40B4-BE49-F238E27FC236}">
                  <a16:creationId xmlns:a16="http://schemas.microsoft.com/office/drawing/2014/main" id="{AFAAFE85-9F81-406F-AF7A-FED3CAE7534D}"/>
                </a:ext>
              </a:extLst>
            </p:cNvPr>
            <p:cNvSpPr>
              <a:spLocks noChangeShapeType="1"/>
            </p:cNvSpPr>
            <p:nvPr/>
          </p:nvSpPr>
          <p:spPr bwMode="auto">
            <a:xfrm>
              <a:off x="2884" y="2150"/>
              <a:ext cx="1" cy="83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7" name="Line 132">
              <a:extLst>
                <a:ext uri="{FF2B5EF4-FFF2-40B4-BE49-F238E27FC236}">
                  <a16:creationId xmlns:a16="http://schemas.microsoft.com/office/drawing/2014/main" id="{A1451A58-AAF0-4218-9904-F218D6DFD694}"/>
                </a:ext>
              </a:extLst>
            </p:cNvPr>
            <p:cNvSpPr>
              <a:spLocks noChangeShapeType="1"/>
            </p:cNvSpPr>
            <p:nvPr/>
          </p:nvSpPr>
          <p:spPr bwMode="auto">
            <a:xfrm flipH="1">
              <a:off x="2884" y="2998"/>
              <a:ext cx="28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8" name="Line 133">
              <a:extLst>
                <a:ext uri="{FF2B5EF4-FFF2-40B4-BE49-F238E27FC236}">
                  <a16:creationId xmlns:a16="http://schemas.microsoft.com/office/drawing/2014/main" id="{C400CE25-64EA-41C6-8104-4A3F2A0ADF6E}"/>
                </a:ext>
              </a:extLst>
            </p:cNvPr>
            <p:cNvSpPr>
              <a:spLocks noChangeShapeType="1"/>
            </p:cNvSpPr>
            <p:nvPr/>
          </p:nvSpPr>
          <p:spPr bwMode="auto">
            <a:xfrm flipV="1">
              <a:off x="3072" y="1878"/>
              <a:ext cx="1" cy="848"/>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9" name="Oval 134">
              <a:extLst>
                <a:ext uri="{FF2B5EF4-FFF2-40B4-BE49-F238E27FC236}">
                  <a16:creationId xmlns:a16="http://schemas.microsoft.com/office/drawing/2014/main" id="{F722BD97-5731-4FF5-A783-DE8A5B12E60B}"/>
                </a:ext>
              </a:extLst>
            </p:cNvPr>
            <p:cNvSpPr>
              <a:spLocks noChangeArrowheads="1"/>
            </p:cNvSpPr>
            <p:nvPr/>
          </p:nvSpPr>
          <p:spPr bwMode="auto">
            <a:xfrm>
              <a:off x="2858" y="2955"/>
              <a:ext cx="52"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00" name="Oval 135">
              <a:extLst>
                <a:ext uri="{FF2B5EF4-FFF2-40B4-BE49-F238E27FC236}">
                  <a16:creationId xmlns:a16="http://schemas.microsoft.com/office/drawing/2014/main" id="{6D84B548-74A9-41B5-A23D-95B1D7F3FE10}"/>
                </a:ext>
              </a:extLst>
            </p:cNvPr>
            <p:cNvSpPr>
              <a:spLocks noChangeArrowheads="1"/>
            </p:cNvSpPr>
            <p:nvPr/>
          </p:nvSpPr>
          <p:spPr bwMode="auto">
            <a:xfrm>
              <a:off x="3024" y="1852"/>
              <a:ext cx="52"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01" name="Line 136">
              <a:extLst>
                <a:ext uri="{FF2B5EF4-FFF2-40B4-BE49-F238E27FC236}">
                  <a16:creationId xmlns:a16="http://schemas.microsoft.com/office/drawing/2014/main" id="{4D3AFD31-624A-42AE-BEFD-A5F530CFC7C5}"/>
                </a:ext>
              </a:extLst>
            </p:cNvPr>
            <p:cNvSpPr>
              <a:spLocks noChangeShapeType="1"/>
            </p:cNvSpPr>
            <p:nvPr/>
          </p:nvSpPr>
          <p:spPr bwMode="auto">
            <a:xfrm>
              <a:off x="2884" y="1319"/>
              <a:ext cx="1" cy="81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2" name="Line 137">
              <a:extLst>
                <a:ext uri="{FF2B5EF4-FFF2-40B4-BE49-F238E27FC236}">
                  <a16:creationId xmlns:a16="http://schemas.microsoft.com/office/drawing/2014/main" id="{DC5BD26B-CC44-46AE-9D42-C801D787FAC2}"/>
                </a:ext>
              </a:extLst>
            </p:cNvPr>
            <p:cNvSpPr>
              <a:spLocks noChangeShapeType="1"/>
            </p:cNvSpPr>
            <p:nvPr/>
          </p:nvSpPr>
          <p:spPr bwMode="auto">
            <a:xfrm flipH="1">
              <a:off x="559" y="1319"/>
              <a:ext cx="232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3" name="Line 138">
              <a:extLst>
                <a:ext uri="{FF2B5EF4-FFF2-40B4-BE49-F238E27FC236}">
                  <a16:creationId xmlns:a16="http://schemas.microsoft.com/office/drawing/2014/main" id="{E5317378-695F-4519-8A9D-ACC59C787327}"/>
                </a:ext>
              </a:extLst>
            </p:cNvPr>
            <p:cNvSpPr>
              <a:spLocks noChangeShapeType="1"/>
            </p:cNvSpPr>
            <p:nvPr/>
          </p:nvSpPr>
          <p:spPr bwMode="auto">
            <a:xfrm flipH="1">
              <a:off x="4173"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4" name="Line 139">
              <a:extLst>
                <a:ext uri="{FF2B5EF4-FFF2-40B4-BE49-F238E27FC236}">
                  <a16:creationId xmlns:a16="http://schemas.microsoft.com/office/drawing/2014/main" id="{85F01513-3E7E-4214-94B9-A944D0EB19B3}"/>
                </a:ext>
              </a:extLst>
            </p:cNvPr>
            <p:cNvSpPr>
              <a:spLocks noChangeShapeType="1"/>
            </p:cNvSpPr>
            <p:nvPr/>
          </p:nvSpPr>
          <p:spPr bwMode="auto">
            <a:xfrm flipH="1">
              <a:off x="4173" y="3133"/>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5" name="Line 140">
              <a:extLst>
                <a:ext uri="{FF2B5EF4-FFF2-40B4-BE49-F238E27FC236}">
                  <a16:creationId xmlns:a16="http://schemas.microsoft.com/office/drawing/2014/main" id="{7DB2FB75-EB8B-4941-BDB9-A7CA1D7D3068}"/>
                </a:ext>
              </a:extLst>
            </p:cNvPr>
            <p:cNvSpPr>
              <a:spLocks noChangeShapeType="1"/>
            </p:cNvSpPr>
            <p:nvPr/>
          </p:nvSpPr>
          <p:spPr bwMode="auto">
            <a:xfrm flipH="1">
              <a:off x="4886" y="2998"/>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6" name="Freeform 141">
              <a:extLst>
                <a:ext uri="{FF2B5EF4-FFF2-40B4-BE49-F238E27FC236}">
                  <a16:creationId xmlns:a16="http://schemas.microsoft.com/office/drawing/2014/main" id="{AA71A062-03A2-48A5-98C9-562D93855416}"/>
                </a:ext>
              </a:extLst>
            </p:cNvPr>
            <p:cNvSpPr>
              <a:spLocks/>
            </p:cNvSpPr>
            <p:nvPr/>
          </p:nvSpPr>
          <p:spPr bwMode="auto">
            <a:xfrm>
              <a:off x="4343" y="2760"/>
              <a:ext cx="526" cy="492"/>
            </a:xfrm>
            <a:custGeom>
              <a:avLst/>
              <a:gdLst>
                <a:gd name="T0" fmla="*/ 0 w 526"/>
                <a:gd name="T1" fmla="*/ 0 h 492"/>
                <a:gd name="T2" fmla="*/ 68 w 526"/>
                <a:gd name="T3" fmla="*/ 153 h 492"/>
                <a:gd name="T4" fmla="*/ 68 w 526"/>
                <a:gd name="T5" fmla="*/ 322 h 492"/>
                <a:gd name="T6" fmla="*/ 0 w 526"/>
                <a:gd name="T7" fmla="*/ 492 h 492"/>
                <a:gd name="T8" fmla="*/ 186 w 526"/>
                <a:gd name="T9" fmla="*/ 492 h 492"/>
                <a:gd name="T10" fmla="*/ 526 w 526"/>
                <a:gd name="T11" fmla="*/ 255 h 492"/>
                <a:gd name="T12" fmla="*/ 186 w 526"/>
                <a:gd name="T13" fmla="*/ 0 h 492"/>
                <a:gd name="T14" fmla="*/ 0 w 526"/>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26"/>
                <a:gd name="T25" fmla="*/ 0 h 492"/>
                <a:gd name="T26" fmla="*/ 526 w 526"/>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6" h="492">
                  <a:moveTo>
                    <a:pt x="0" y="0"/>
                  </a:moveTo>
                  <a:lnTo>
                    <a:pt x="68" y="153"/>
                  </a:lnTo>
                  <a:lnTo>
                    <a:pt x="68" y="322"/>
                  </a:lnTo>
                  <a:lnTo>
                    <a:pt x="0" y="492"/>
                  </a:lnTo>
                  <a:lnTo>
                    <a:pt x="186" y="492"/>
                  </a:lnTo>
                  <a:lnTo>
                    <a:pt x="526" y="255"/>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07" name="Line 142">
              <a:extLst>
                <a:ext uri="{FF2B5EF4-FFF2-40B4-BE49-F238E27FC236}">
                  <a16:creationId xmlns:a16="http://schemas.microsoft.com/office/drawing/2014/main" id="{7B6DE5D4-96F9-4787-A3FB-0751E19ABC3F}"/>
                </a:ext>
              </a:extLst>
            </p:cNvPr>
            <p:cNvSpPr>
              <a:spLocks noChangeShapeType="1"/>
            </p:cNvSpPr>
            <p:nvPr/>
          </p:nvSpPr>
          <p:spPr bwMode="auto">
            <a:xfrm>
              <a:off x="4343" y="2760"/>
              <a:ext cx="68"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8" name="Line 143">
              <a:extLst>
                <a:ext uri="{FF2B5EF4-FFF2-40B4-BE49-F238E27FC236}">
                  <a16:creationId xmlns:a16="http://schemas.microsoft.com/office/drawing/2014/main" id="{50C99FB6-FAC3-48BF-84D1-B8E68C878C1E}"/>
                </a:ext>
              </a:extLst>
            </p:cNvPr>
            <p:cNvSpPr>
              <a:spLocks noChangeShapeType="1"/>
            </p:cNvSpPr>
            <p:nvPr/>
          </p:nvSpPr>
          <p:spPr bwMode="auto">
            <a:xfrm>
              <a:off x="4411" y="2913"/>
              <a:ext cx="1"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9" name="Line 144">
              <a:extLst>
                <a:ext uri="{FF2B5EF4-FFF2-40B4-BE49-F238E27FC236}">
                  <a16:creationId xmlns:a16="http://schemas.microsoft.com/office/drawing/2014/main" id="{F0B9A9C2-0FB6-4C03-9EBD-AB1E09C90C25}"/>
                </a:ext>
              </a:extLst>
            </p:cNvPr>
            <p:cNvSpPr>
              <a:spLocks noChangeShapeType="1"/>
            </p:cNvSpPr>
            <p:nvPr/>
          </p:nvSpPr>
          <p:spPr bwMode="auto">
            <a:xfrm flipH="1">
              <a:off x="4343" y="3082"/>
              <a:ext cx="68"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0" name="Line 145">
              <a:extLst>
                <a:ext uri="{FF2B5EF4-FFF2-40B4-BE49-F238E27FC236}">
                  <a16:creationId xmlns:a16="http://schemas.microsoft.com/office/drawing/2014/main" id="{77423DB0-EADE-462D-8E19-8B3F0C24D824}"/>
                </a:ext>
              </a:extLst>
            </p:cNvPr>
            <p:cNvSpPr>
              <a:spLocks noChangeShapeType="1"/>
            </p:cNvSpPr>
            <p:nvPr/>
          </p:nvSpPr>
          <p:spPr bwMode="auto">
            <a:xfrm>
              <a:off x="4343" y="3252"/>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1" name="Line 146">
              <a:extLst>
                <a:ext uri="{FF2B5EF4-FFF2-40B4-BE49-F238E27FC236}">
                  <a16:creationId xmlns:a16="http://schemas.microsoft.com/office/drawing/2014/main" id="{5A92CE35-AC13-4311-9EB6-5CEBBF758FB4}"/>
                </a:ext>
              </a:extLst>
            </p:cNvPr>
            <p:cNvSpPr>
              <a:spLocks noChangeShapeType="1"/>
            </p:cNvSpPr>
            <p:nvPr/>
          </p:nvSpPr>
          <p:spPr bwMode="auto">
            <a:xfrm flipV="1">
              <a:off x="4529" y="3015"/>
              <a:ext cx="340" cy="237"/>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2" name="Line 147">
              <a:extLst>
                <a:ext uri="{FF2B5EF4-FFF2-40B4-BE49-F238E27FC236}">
                  <a16:creationId xmlns:a16="http://schemas.microsoft.com/office/drawing/2014/main" id="{2C4C0403-D86D-4220-A80D-FBE753C04F52}"/>
                </a:ext>
              </a:extLst>
            </p:cNvPr>
            <p:cNvSpPr>
              <a:spLocks noChangeShapeType="1"/>
            </p:cNvSpPr>
            <p:nvPr/>
          </p:nvSpPr>
          <p:spPr bwMode="auto">
            <a:xfrm flipH="1" flipV="1">
              <a:off x="4529" y="2760"/>
              <a:ext cx="340" cy="255"/>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3" name="Line 148">
              <a:extLst>
                <a:ext uri="{FF2B5EF4-FFF2-40B4-BE49-F238E27FC236}">
                  <a16:creationId xmlns:a16="http://schemas.microsoft.com/office/drawing/2014/main" id="{E29E8BB6-5F32-4503-9DAD-5D57764C60DC}"/>
                </a:ext>
              </a:extLst>
            </p:cNvPr>
            <p:cNvSpPr>
              <a:spLocks noChangeShapeType="1"/>
            </p:cNvSpPr>
            <p:nvPr/>
          </p:nvSpPr>
          <p:spPr bwMode="auto">
            <a:xfrm flipH="1">
              <a:off x="4343" y="2760"/>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4" name="Arc 149">
              <a:extLst>
                <a:ext uri="{FF2B5EF4-FFF2-40B4-BE49-F238E27FC236}">
                  <a16:creationId xmlns:a16="http://schemas.microsoft.com/office/drawing/2014/main" id="{D2DFA830-90D3-418C-AFF1-C125C95D23D3}"/>
                </a:ext>
              </a:extLst>
            </p:cNvPr>
            <p:cNvSpPr>
              <a:spLocks/>
            </p:cNvSpPr>
            <p:nvPr/>
          </p:nvSpPr>
          <p:spPr bwMode="auto">
            <a:xfrm>
              <a:off x="4495" y="2760"/>
              <a:ext cx="392" cy="492"/>
            </a:xfrm>
            <a:custGeom>
              <a:avLst/>
              <a:gdLst>
                <a:gd name="T0" fmla="*/ 0 w 18483"/>
                <a:gd name="T1" fmla="*/ 0 h 21600"/>
                <a:gd name="T2" fmla="*/ 0 w 18483"/>
                <a:gd name="T3" fmla="*/ 0 h 21600"/>
                <a:gd name="T4" fmla="*/ 0 w 18483"/>
                <a:gd name="T5" fmla="*/ 0 h 21600"/>
                <a:gd name="T6" fmla="*/ 0 60000 65536"/>
                <a:gd name="T7" fmla="*/ 0 60000 65536"/>
                <a:gd name="T8" fmla="*/ 0 60000 65536"/>
                <a:gd name="T9" fmla="*/ 0 w 18483"/>
                <a:gd name="T10" fmla="*/ 0 h 21600"/>
                <a:gd name="T11" fmla="*/ 18483 w 18483"/>
                <a:gd name="T12" fmla="*/ 21600 h 21600"/>
              </a:gdLst>
              <a:ahLst/>
              <a:cxnLst>
                <a:cxn ang="T6">
                  <a:pos x="T0" y="T1"/>
                </a:cxn>
                <a:cxn ang="T7">
                  <a:pos x="T2" y="T3"/>
                </a:cxn>
                <a:cxn ang="T8">
                  <a:pos x="T4" y="T5"/>
                </a:cxn>
              </a:cxnLst>
              <a:rect l="T9" t="T10" r="T11" b="T12"/>
              <a:pathLst>
                <a:path w="18483" h="21600" fill="none" extrusionOk="0">
                  <a:moveTo>
                    <a:pt x="-1" y="0"/>
                  </a:moveTo>
                  <a:cubicBezTo>
                    <a:pt x="7560" y="0"/>
                    <a:pt x="14570" y="3953"/>
                    <a:pt x="18483" y="10422"/>
                  </a:cubicBezTo>
                </a:path>
                <a:path w="18483" h="21600" stroke="0" extrusionOk="0">
                  <a:moveTo>
                    <a:pt x="-1" y="0"/>
                  </a:moveTo>
                  <a:cubicBezTo>
                    <a:pt x="7560" y="0"/>
                    <a:pt x="14570" y="3953"/>
                    <a:pt x="18483" y="10422"/>
                  </a:cubicBezTo>
                  <a:lnTo>
                    <a:pt x="0" y="21600"/>
                  </a:lnTo>
                  <a:lnTo>
                    <a:pt x="-1"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15" name="Arc 150">
              <a:extLst>
                <a:ext uri="{FF2B5EF4-FFF2-40B4-BE49-F238E27FC236}">
                  <a16:creationId xmlns:a16="http://schemas.microsoft.com/office/drawing/2014/main" id="{3CFC412A-E628-4196-A7C3-7266AA65D3E7}"/>
                </a:ext>
              </a:extLst>
            </p:cNvPr>
            <p:cNvSpPr>
              <a:spLocks/>
            </p:cNvSpPr>
            <p:nvPr/>
          </p:nvSpPr>
          <p:spPr bwMode="auto">
            <a:xfrm>
              <a:off x="4495" y="2768"/>
              <a:ext cx="385" cy="484"/>
            </a:xfrm>
            <a:custGeom>
              <a:avLst/>
              <a:gdLst>
                <a:gd name="T0" fmla="*/ 0 w 18489"/>
                <a:gd name="T1" fmla="*/ 0 h 21600"/>
                <a:gd name="T2" fmla="*/ 0 w 18489"/>
                <a:gd name="T3" fmla="*/ 0 h 21600"/>
                <a:gd name="T4" fmla="*/ 0 w 18489"/>
                <a:gd name="T5" fmla="*/ 0 h 21600"/>
                <a:gd name="T6" fmla="*/ 0 60000 65536"/>
                <a:gd name="T7" fmla="*/ 0 60000 65536"/>
                <a:gd name="T8" fmla="*/ 0 60000 65536"/>
                <a:gd name="T9" fmla="*/ 0 w 18489"/>
                <a:gd name="T10" fmla="*/ 0 h 21600"/>
                <a:gd name="T11" fmla="*/ 18489 w 18489"/>
                <a:gd name="T12" fmla="*/ 21600 h 21600"/>
              </a:gdLst>
              <a:ahLst/>
              <a:cxnLst>
                <a:cxn ang="T6">
                  <a:pos x="T0" y="T1"/>
                </a:cxn>
                <a:cxn ang="T7">
                  <a:pos x="T2" y="T3"/>
                </a:cxn>
                <a:cxn ang="T8">
                  <a:pos x="T4" y="T5"/>
                </a:cxn>
              </a:cxnLst>
              <a:rect l="T9" t="T10" r="T11" b="T12"/>
              <a:pathLst>
                <a:path w="18489" h="21600" fill="none" extrusionOk="0">
                  <a:moveTo>
                    <a:pt x="-1" y="0"/>
                  </a:moveTo>
                  <a:cubicBezTo>
                    <a:pt x="7564" y="0"/>
                    <a:pt x="14578" y="3957"/>
                    <a:pt x="18489" y="10432"/>
                  </a:cubicBezTo>
                </a:path>
                <a:path w="18489" h="21600" stroke="0" extrusionOk="0">
                  <a:moveTo>
                    <a:pt x="-1" y="0"/>
                  </a:moveTo>
                  <a:cubicBezTo>
                    <a:pt x="7564" y="0"/>
                    <a:pt x="14578" y="3957"/>
                    <a:pt x="18489" y="1043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16" name="Arc 151">
              <a:extLst>
                <a:ext uri="{FF2B5EF4-FFF2-40B4-BE49-F238E27FC236}">
                  <a16:creationId xmlns:a16="http://schemas.microsoft.com/office/drawing/2014/main" id="{9B5EAB25-BC6D-4459-A8A3-F1ABBF3BD984}"/>
                </a:ext>
              </a:extLst>
            </p:cNvPr>
            <p:cNvSpPr>
              <a:spLocks/>
            </p:cNvSpPr>
            <p:nvPr/>
          </p:nvSpPr>
          <p:spPr bwMode="auto">
            <a:xfrm>
              <a:off x="4495" y="2777"/>
              <a:ext cx="398" cy="492"/>
            </a:xfrm>
            <a:custGeom>
              <a:avLst/>
              <a:gdLst>
                <a:gd name="T0" fmla="*/ 0 w 18793"/>
                <a:gd name="T1" fmla="*/ 0 h 21600"/>
                <a:gd name="T2" fmla="*/ 0 w 18793"/>
                <a:gd name="T3" fmla="*/ 0 h 21600"/>
                <a:gd name="T4" fmla="*/ 0 w 18793"/>
                <a:gd name="T5" fmla="*/ 0 h 21600"/>
                <a:gd name="T6" fmla="*/ 0 60000 65536"/>
                <a:gd name="T7" fmla="*/ 0 60000 65536"/>
                <a:gd name="T8" fmla="*/ 0 60000 65536"/>
                <a:gd name="T9" fmla="*/ 0 w 18793"/>
                <a:gd name="T10" fmla="*/ 0 h 21600"/>
                <a:gd name="T11" fmla="*/ 18793 w 18793"/>
                <a:gd name="T12" fmla="*/ 21600 h 21600"/>
              </a:gdLst>
              <a:ahLst/>
              <a:cxnLst>
                <a:cxn ang="T6">
                  <a:pos x="T0" y="T1"/>
                </a:cxn>
                <a:cxn ang="T7">
                  <a:pos x="T2" y="T3"/>
                </a:cxn>
                <a:cxn ang="T8">
                  <a:pos x="T4" y="T5"/>
                </a:cxn>
              </a:cxnLst>
              <a:rect l="T9" t="T10" r="T11" b="T12"/>
              <a:pathLst>
                <a:path w="18793" h="21600" fill="none" extrusionOk="0">
                  <a:moveTo>
                    <a:pt x="18792" y="10648"/>
                  </a:moveTo>
                  <a:cubicBezTo>
                    <a:pt x="14957" y="17416"/>
                    <a:pt x="7779" y="21599"/>
                    <a:pt x="0" y="21600"/>
                  </a:cubicBezTo>
                </a:path>
                <a:path w="18793" h="21600" stroke="0" extrusionOk="0">
                  <a:moveTo>
                    <a:pt x="18792" y="10648"/>
                  </a:moveTo>
                  <a:cubicBezTo>
                    <a:pt x="14957" y="17416"/>
                    <a:pt x="7779" y="21599"/>
                    <a:pt x="0" y="21600"/>
                  </a:cubicBezTo>
                  <a:lnTo>
                    <a:pt x="0" y="0"/>
                  </a:lnTo>
                  <a:lnTo>
                    <a:pt x="18792" y="10648"/>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17" name="Arc 152">
              <a:extLst>
                <a:ext uri="{FF2B5EF4-FFF2-40B4-BE49-F238E27FC236}">
                  <a16:creationId xmlns:a16="http://schemas.microsoft.com/office/drawing/2014/main" id="{08A7AAD5-9F50-44B4-9AD1-DC6D4EDB2F59}"/>
                </a:ext>
              </a:extLst>
            </p:cNvPr>
            <p:cNvSpPr>
              <a:spLocks/>
            </p:cNvSpPr>
            <p:nvPr/>
          </p:nvSpPr>
          <p:spPr bwMode="auto">
            <a:xfrm>
              <a:off x="4495" y="2777"/>
              <a:ext cx="392" cy="484"/>
            </a:xfrm>
            <a:custGeom>
              <a:avLst/>
              <a:gdLst>
                <a:gd name="T0" fmla="*/ 0 w 18798"/>
                <a:gd name="T1" fmla="*/ 0 h 21600"/>
                <a:gd name="T2" fmla="*/ 0 w 18798"/>
                <a:gd name="T3" fmla="*/ 0 h 21600"/>
                <a:gd name="T4" fmla="*/ 0 w 18798"/>
                <a:gd name="T5" fmla="*/ 0 h 21600"/>
                <a:gd name="T6" fmla="*/ 0 60000 65536"/>
                <a:gd name="T7" fmla="*/ 0 60000 65536"/>
                <a:gd name="T8" fmla="*/ 0 60000 65536"/>
                <a:gd name="T9" fmla="*/ 0 w 18798"/>
                <a:gd name="T10" fmla="*/ 0 h 21600"/>
                <a:gd name="T11" fmla="*/ 18798 w 18798"/>
                <a:gd name="T12" fmla="*/ 21600 h 21600"/>
              </a:gdLst>
              <a:ahLst/>
              <a:cxnLst>
                <a:cxn ang="T6">
                  <a:pos x="T0" y="T1"/>
                </a:cxn>
                <a:cxn ang="T7">
                  <a:pos x="T2" y="T3"/>
                </a:cxn>
                <a:cxn ang="T8">
                  <a:pos x="T4" y="T5"/>
                </a:cxn>
              </a:cxnLst>
              <a:rect l="T9" t="T10" r="T11" b="T12"/>
              <a:pathLst>
                <a:path w="18798" h="21600" fill="none" extrusionOk="0">
                  <a:moveTo>
                    <a:pt x="18798" y="10639"/>
                  </a:moveTo>
                  <a:cubicBezTo>
                    <a:pt x="14964" y="17412"/>
                    <a:pt x="7783" y="21599"/>
                    <a:pt x="0" y="21600"/>
                  </a:cubicBezTo>
                </a:path>
                <a:path w="18798" h="21600" stroke="0" extrusionOk="0">
                  <a:moveTo>
                    <a:pt x="18798" y="10639"/>
                  </a:moveTo>
                  <a:cubicBezTo>
                    <a:pt x="14964" y="17412"/>
                    <a:pt x="7783" y="21599"/>
                    <a:pt x="0" y="21600"/>
                  </a:cubicBezTo>
                  <a:lnTo>
                    <a:pt x="0" y="0"/>
                  </a:lnTo>
                  <a:lnTo>
                    <a:pt x="18798" y="10639"/>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18" name="Line 153">
              <a:extLst>
                <a:ext uri="{FF2B5EF4-FFF2-40B4-BE49-F238E27FC236}">
                  <a16:creationId xmlns:a16="http://schemas.microsoft.com/office/drawing/2014/main" id="{F745C523-EE46-458B-B75A-7AF8751FC36C}"/>
                </a:ext>
              </a:extLst>
            </p:cNvPr>
            <p:cNvSpPr>
              <a:spLocks noChangeShapeType="1"/>
            </p:cNvSpPr>
            <p:nvPr/>
          </p:nvSpPr>
          <p:spPr bwMode="auto">
            <a:xfrm>
              <a:off x="4343" y="2760"/>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9" name="Line 154">
              <a:extLst>
                <a:ext uri="{FF2B5EF4-FFF2-40B4-BE49-F238E27FC236}">
                  <a16:creationId xmlns:a16="http://schemas.microsoft.com/office/drawing/2014/main" id="{7D41DFE6-79C1-4E49-B2F1-1B1C028476B1}"/>
                </a:ext>
              </a:extLst>
            </p:cNvPr>
            <p:cNvSpPr>
              <a:spLocks noChangeShapeType="1"/>
            </p:cNvSpPr>
            <p:nvPr/>
          </p:nvSpPr>
          <p:spPr bwMode="auto">
            <a:xfrm>
              <a:off x="4343" y="3252"/>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0" name="Line 155">
              <a:extLst>
                <a:ext uri="{FF2B5EF4-FFF2-40B4-BE49-F238E27FC236}">
                  <a16:creationId xmlns:a16="http://schemas.microsoft.com/office/drawing/2014/main" id="{42F7693B-2A92-4C29-8D84-056D6A50827A}"/>
                </a:ext>
              </a:extLst>
            </p:cNvPr>
            <p:cNvSpPr>
              <a:spLocks noChangeShapeType="1"/>
            </p:cNvSpPr>
            <p:nvPr/>
          </p:nvSpPr>
          <p:spPr bwMode="auto">
            <a:xfrm>
              <a:off x="4343" y="2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1" name="Line 156">
              <a:extLst>
                <a:ext uri="{FF2B5EF4-FFF2-40B4-BE49-F238E27FC236}">
                  <a16:creationId xmlns:a16="http://schemas.microsoft.com/office/drawing/2014/main" id="{11CE4F64-EEB4-482F-8014-B5D5F8254049}"/>
                </a:ext>
              </a:extLst>
            </p:cNvPr>
            <p:cNvSpPr>
              <a:spLocks noChangeShapeType="1"/>
            </p:cNvSpPr>
            <p:nvPr/>
          </p:nvSpPr>
          <p:spPr bwMode="auto">
            <a:xfrm>
              <a:off x="4360" y="279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2" name="Line 157">
              <a:extLst>
                <a:ext uri="{FF2B5EF4-FFF2-40B4-BE49-F238E27FC236}">
                  <a16:creationId xmlns:a16="http://schemas.microsoft.com/office/drawing/2014/main" id="{555FF1FC-22FF-4EAE-AD20-91E2FAB644ED}"/>
                </a:ext>
              </a:extLst>
            </p:cNvPr>
            <p:cNvSpPr>
              <a:spLocks noChangeShapeType="1"/>
            </p:cNvSpPr>
            <p:nvPr/>
          </p:nvSpPr>
          <p:spPr bwMode="auto">
            <a:xfrm>
              <a:off x="4377" y="2845"/>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3" name="Line 158">
              <a:extLst>
                <a:ext uri="{FF2B5EF4-FFF2-40B4-BE49-F238E27FC236}">
                  <a16:creationId xmlns:a16="http://schemas.microsoft.com/office/drawing/2014/main" id="{66B26F3B-5766-4520-A8CB-9278ED2EB949}"/>
                </a:ext>
              </a:extLst>
            </p:cNvPr>
            <p:cNvSpPr>
              <a:spLocks noChangeShapeType="1"/>
            </p:cNvSpPr>
            <p:nvPr/>
          </p:nvSpPr>
          <p:spPr bwMode="auto">
            <a:xfrm>
              <a:off x="4394" y="2896"/>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4" name="Line 159">
              <a:extLst>
                <a:ext uri="{FF2B5EF4-FFF2-40B4-BE49-F238E27FC236}">
                  <a16:creationId xmlns:a16="http://schemas.microsoft.com/office/drawing/2014/main" id="{A36E5E0E-7664-46EE-B31D-2710800DD015}"/>
                </a:ext>
              </a:extLst>
            </p:cNvPr>
            <p:cNvSpPr>
              <a:spLocks noChangeShapeType="1"/>
            </p:cNvSpPr>
            <p:nvPr/>
          </p:nvSpPr>
          <p:spPr bwMode="auto">
            <a:xfrm>
              <a:off x="4411" y="2930"/>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5" name="Line 160">
              <a:extLst>
                <a:ext uri="{FF2B5EF4-FFF2-40B4-BE49-F238E27FC236}">
                  <a16:creationId xmlns:a16="http://schemas.microsoft.com/office/drawing/2014/main" id="{1C30EC17-4CCE-46C0-A36D-5A0236F4F77B}"/>
                </a:ext>
              </a:extLst>
            </p:cNvPr>
            <p:cNvSpPr>
              <a:spLocks noChangeShapeType="1"/>
            </p:cNvSpPr>
            <p:nvPr/>
          </p:nvSpPr>
          <p:spPr bwMode="auto">
            <a:xfrm>
              <a:off x="4411" y="2947"/>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6" name="Line 161">
              <a:extLst>
                <a:ext uri="{FF2B5EF4-FFF2-40B4-BE49-F238E27FC236}">
                  <a16:creationId xmlns:a16="http://schemas.microsoft.com/office/drawing/2014/main" id="{59ABC46F-FF02-4A89-B60E-4304B082349F}"/>
                </a:ext>
              </a:extLst>
            </p:cNvPr>
            <p:cNvSpPr>
              <a:spLocks noChangeShapeType="1"/>
            </p:cNvSpPr>
            <p:nvPr/>
          </p:nvSpPr>
          <p:spPr bwMode="auto">
            <a:xfrm>
              <a:off x="4411" y="2981"/>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7" name="Line 162">
              <a:extLst>
                <a:ext uri="{FF2B5EF4-FFF2-40B4-BE49-F238E27FC236}">
                  <a16:creationId xmlns:a16="http://schemas.microsoft.com/office/drawing/2014/main" id="{89F2009C-59BF-414C-8E4F-57E57E391370}"/>
                </a:ext>
              </a:extLst>
            </p:cNvPr>
            <p:cNvSpPr>
              <a:spLocks noChangeShapeType="1"/>
            </p:cNvSpPr>
            <p:nvPr/>
          </p:nvSpPr>
          <p:spPr bwMode="auto">
            <a:xfrm>
              <a:off x="4411" y="3032"/>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8" name="Line 163">
              <a:extLst>
                <a:ext uri="{FF2B5EF4-FFF2-40B4-BE49-F238E27FC236}">
                  <a16:creationId xmlns:a16="http://schemas.microsoft.com/office/drawing/2014/main" id="{0795179E-629E-4EB3-BA19-B522495E4D2E}"/>
                </a:ext>
              </a:extLst>
            </p:cNvPr>
            <p:cNvSpPr>
              <a:spLocks noChangeShapeType="1"/>
            </p:cNvSpPr>
            <p:nvPr/>
          </p:nvSpPr>
          <p:spPr bwMode="auto">
            <a:xfrm>
              <a:off x="4411" y="3065"/>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9" name="Line 164">
              <a:extLst>
                <a:ext uri="{FF2B5EF4-FFF2-40B4-BE49-F238E27FC236}">
                  <a16:creationId xmlns:a16="http://schemas.microsoft.com/office/drawing/2014/main" id="{F05A091D-BFFA-41A2-A540-0EE2BD68CE12}"/>
                </a:ext>
              </a:extLst>
            </p:cNvPr>
            <p:cNvSpPr>
              <a:spLocks noChangeShapeType="1"/>
            </p:cNvSpPr>
            <p:nvPr/>
          </p:nvSpPr>
          <p:spPr bwMode="auto">
            <a:xfrm flipH="1">
              <a:off x="4394" y="3065"/>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0" name="Line 165">
              <a:extLst>
                <a:ext uri="{FF2B5EF4-FFF2-40B4-BE49-F238E27FC236}">
                  <a16:creationId xmlns:a16="http://schemas.microsoft.com/office/drawing/2014/main" id="{971435D3-11F1-4528-B9A8-76BBC64C6D4D}"/>
                </a:ext>
              </a:extLst>
            </p:cNvPr>
            <p:cNvSpPr>
              <a:spLocks noChangeShapeType="1"/>
            </p:cNvSpPr>
            <p:nvPr/>
          </p:nvSpPr>
          <p:spPr bwMode="auto">
            <a:xfrm flipH="1">
              <a:off x="4377" y="3116"/>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1" name="Line 166">
              <a:extLst>
                <a:ext uri="{FF2B5EF4-FFF2-40B4-BE49-F238E27FC236}">
                  <a16:creationId xmlns:a16="http://schemas.microsoft.com/office/drawing/2014/main" id="{14552631-8305-4795-8DC5-95F7CD89F1FF}"/>
                </a:ext>
              </a:extLst>
            </p:cNvPr>
            <p:cNvSpPr>
              <a:spLocks noChangeShapeType="1"/>
            </p:cNvSpPr>
            <p:nvPr/>
          </p:nvSpPr>
          <p:spPr bwMode="auto">
            <a:xfrm flipH="1">
              <a:off x="4360" y="3150"/>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2" name="Line 167">
              <a:extLst>
                <a:ext uri="{FF2B5EF4-FFF2-40B4-BE49-F238E27FC236}">
                  <a16:creationId xmlns:a16="http://schemas.microsoft.com/office/drawing/2014/main" id="{61FF2E2F-6AA7-4AC8-B807-55CDB5ED2F15}"/>
                </a:ext>
              </a:extLst>
            </p:cNvPr>
            <p:cNvSpPr>
              <a:spLocks noChangeShapeType="1"/>
            </p:cNvSpPr>
            <p:nvPr/>
          </p:nvSpPr>
          <p:spPr bwMode="auto">
            <a:xfrm flipH="1">
              <a:off x="4343" y="3201"/>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3" name="Arc 168">
              <a:extLst>
                <a:ext uri="{FF2B5EF4-FFF2-40B4-BE49-F238E27FC236}">
                  <a16:creationId xmlns:a16="http://schemas.microsoft.com/office/drawing/2014/main" id="{682DD214-B264-4149-B848-9B004EB9BB6D}"/>
                </a:ext>
              </a:extLst>
            </p:cNvPr>
            <p:cNvSpPr>
              <a:spLocks/>
            </p:cNvSpPr>
            <p:nvPr/>
          </p:nvSpPr>
          <p:spPr bwMode="auto">
            <a:xfrm>
              <a:off x="4495" y="2768"/>
              <a:ext cx="385" cy="484"/>
            </a:xfrm>
            <a:custGeom>
              <a:avLst/>
              <a:gdLst>
                <a:gd name="T0" fmla="*/ 0 w 18489"/>
                <a:gd name="T1" fmla="*/ 0 h 21600"/>
                <a:gd name="T2" fmla="*/ 0 w 18489"/>
                <a:gd name="T3" fmla="*/ 0 h 21600"/>
                <a:gd name="T4" fmla="*/ 0 w 18489"/>
                <a:gd name="T5" fmla="*/ 0 h 21600"/>
                <a:gd name="T6" fmla="*/ 0 60000 65536"/>
                <a:gd name="T7" fmla="*/ 0 60000 65536"/>
                <a:gd name="T8" fmla="*/ 0 60000 65536"/>
                <a:gd name="T9" fmla="*/ 0 w 18489"/>
                <a:gd name="T10" fmla="*/ 0 h 21600"/>
                <a:gd name="T11" fmla="*/ 18489 w 18489"/>
                <a:gd name="T12" fmla="*/ 21600 h 21600"/>
              </a:gdLst>
              <a:ahLst/>
              <a:cxnLst>
                <a:cxn ang="T6">
                  <a:pos x="T0" y="T1"/>
                </a:cxn>
                <a:cxn ang="T7">
                  <a:pos x="T2" y="T3"/>
                </a:cxn>
                <a:cxn ang="T8">
                  <a:pos x="T4" y="T5"/>
                </a:cxn>
              </a:cxnLst>
              <a:rect l="T9" t="T10" r="T11" b="T12"/>
              <a:pathLst>
                <a:path w="18489" h="21600" fill="none" extrusionOk="0">
                  <a:moveTo>
                    <a:pt x="-1" y="0"/>
                  </a:moveTo>
                  <a:cubicBezTo>
                    <a:pt x="7564" y="0"/>
                    <a:pt x="14578" y="3957"/>
                    <a:pt x="18489" y="10432"/>
                  </a:cubicBezTo>
                </a:path>
                <a:path w="18489" h="21600" stroke="0" extrusionOk="0">
                  <a:moveTo>
                    <a:pt x="-1" y="0"/>
                  </a:moveTo>
                  <a:cubicBezTo>
                    <a:pt x="7564" y="0"/>
                    <a:pt x="14578" y="3957"/>
                    <a:pt x="18489" y="1043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34" name="Line 169">
              <a:extLst>
                <a:ext uri="{FF2B5EF4-FFF2-40B4-BE49-F238E27FC236}">
                  <a16:creationId xmlns:a16="http://schemas.microsoft.com/office/drawing/2014/main" id="{F6BB09B1-BA27-440D-9FE7-02904822CCC2}"/>
                </a:ext>
              </a:extLst>
            </p:cNvPr>
            <p:cNvSpPr>
              <a:spLocks noChangeShapeType="1"/>
            </p:cNvSpPr>
            <p:nvPr/>
          </p:nvSpPr>
          <p:spPr bwMode="auto">
            <a:xfrm flipH="1">
              <a:off x="2137" y="3133"/>
              <a:ext cx="203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5" name="Line 170">
              <a:extLst>
                <a:ext uri="{FF2B5EF4-FFF2-40B4-BE49-F238E27FC236}">
                  <a16:creationId xmlns:a16="http://schemas.microsoft.com/office/drawing/2014/main" id="{407177CF-7DAA-4802-BB19-5C63E2AE8AE3}"/>
                </a:ext>
              </a:extLst>
            </p:cNvPr>
            <p:cNvSpPr>
              <a:spLocks noChangeShapeType="1"/>
            </p:cNvSpPr>
            <p:nvPr/>
          </p:nvSpPr>
          <p:spPr bwMode="auto">
            <a:xfrm>
              <a:off x="2137" y="2726"/>
              <a:ext cx="1" cy="40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6" name="Line 171">
              <a:extLst>
                <a:ext uri="{FF2B5EF4-FFF2-40B4-BE49-F238E27FC236}">
                  <a16:creationId xmlns:a16="http://schemas.microsoft.com/office/drawing/2014/main" id="{DE80562A-D5FC-4E92-84A0-FB779B8E1491}"/>
                </a:ext>
              </a:extLst>
            </p:cNvPr>
            <p:cNvSpPr>
              <a:spLocks noChangeShapeType="1"/>
            </p:cNvSpPr>
            <p:nvPr/>
          </p:nvSpPr>
          <p:spPr bwMode="auto">
            <a:xfrm>
              <a:off x="4190" y="1726"/>
              <a:ext cx="96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7" name="Rectangle 172">
              <a:extLst>
                <a:ext uri="{FF2B5EF4-FFF2-40B4-BE49-F238E27FC236}">
                  <a16:creationId xmlns:a16="http://schemas.microsoft.com/office/drawing/2014/main" id="{965B2C90-9750-4604-9CE3-C1FF3A2F4DF5}"/>
                </a:ext>
              </a:extLst>
            </p:cNvPr>
            <p:cNvSpPr>
              <a:spLocks noChangeArrowheads="1"/>
            </p:cNvSpPr>
            <p:nvPr/>
          </p:nvSpPr>
          <p:spPr bwMode="auto">
            <a:xfrm>
              <a:off x="5225" y="2878"/>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C </a:t>
              </a:r>
              <a:endParaRPr lang="en-US" altLang="en-US">
                <a:latin typeface="Arial" panose="020B0604020202020204" pitchFamily="34" charset="0"/>
              </a:endParaRPr>
            </a:p>
          </p:txBody>
        </p:sp>
        <p:sp>
          <p:nvSpPr>
            <p:cNvPr id="113838" name="Rectangle 173">
              <a:extLst>
                <a:ext uri="{FF2B5EF4-FFF2-40B4-BE49-F238E27FC236}">
                  <a16:creationId xmlns:a16="http://schemas.microsoft.com/office/drawing/2014/main" id="{CF4CB03D-889F-4CAB-8196-19D292BFA11B}"/>
                </a:ext>
              </a:extLst>
            </p:cNvPr>
            <p:cNvSpPr>
              <a:spLocks noChangeArrowheads="1"/>
            </p:cNvSpPr>
            <p:nvPr/>
          </p:nvSpPr>
          <p:spPr bwMode="auto">
            <a:xfrm>
              <a:off x="475" y="1640"/>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39" name="Rectangle 174">
              <a:extLst>
                <a:ext uri="{FF2B5EF4-FFF2-40B4-BE49-F238E27FC236}">
                  <a16:creationId xmlns:a16="http://schemas.microsoft.com/office/drawing/2014/main" id="{923013B2-12EE-4EC4-B010-B201C243EB02}"/>
                </a:ext>
              </a:extLst>
            </p:cNvPr>
            <p:cNvSpPr>
              <a:spLocks noChangeArrowheads="1"/>
            </p:cNvSpPr>
            <p:nvPr/>
          </p:nvSpPr>
          <p:spPr bwMode="auto">
            <a:xfrm>
              <a:off x="475" y="1878"/>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40" name="Rectangle 175">
              <a:extLst>
                <a:ext uri="{FF2B5EF4-FFF2-40B4-BE49-F238E27FC236}">
                  <a16:creationId xmlns:a16="http://schemas.microsoft.com/office/drawing/2014/main" id="{FF11EB22-9561-4DE9-BFC6-03A3CA3FCDD1}"/>
                </a:ext>
              </a:extLst>
            </p:cNvPr>
            <p:cNvSpPr>
              <a:spLocks noChangeArrowheads="1"/>
            </p:cNvSpPr>
            <p:nvPr/>
          </p:nvSpPr>
          <p:spPr bwMode="auto">
            <a:xfrm>
              <a:off x="475" y="1233"/>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41" name="Oval 176">
              <a:extLst>
                <a:ext uri="{FF2B5EF4-FFF2-40B4-BE49-F238E27FC236}">
                  <a16:creationId xmlns:a16="http://schemas.microsoft.com/office/drawing/2014/main" id="{7230A683-3354-4E53-AE75-8D650C6A1514}"/>
                </a:ext>
              </a:extLst>
            </p:cNvPr>
            <p:cNvSpPr>
              <a:spLocks noChangeArrowheads="1"/>
            </p:cNvSpPr>
            <p:nvPr/>
          </p:nvSpPr>
          <p:spPr bwMode="auto">
            <a:xfrm>
              <a:off x="2858" y="1564"/>
              <a:ext cx="52" cy="52"/>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42" name="Line 177">
              <a:extLst>
                <a:ext uri="{FF2B5EF4-FFF2-40B4-BE49-F238E27FC236}">
                  <a16:creationId xmlns:a16="http://schemas.microsoft.com/office/drawing/2014/main" id="{F2931B5B-69E7-4170-A311-1DAC037742CF}"/>
                </a:ext>
              </a:extLst>
            </p:cNvPr>
            <p:cNvSpPr>
              <a:spLocks noChangeShapeType="1"/>
            </p:cNvSpPr>
            <p:nvPr/>
          </p:nvSpPr>
          <p:spPr bwMode="auto">
            <a:xfrm>
              <a:off x="2154" y="1861"/>
              <a:ext cx="112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43" name="Rectangle 178">
              <a:extLst>
                <a:ext uri="{FF2B5EF4-FFF2-40B4-BE49-F238E27FC236}">
                  <a16:creationId xmlns:a16="http://schemas.microsoft.com/office/drawing/2014/main" id="{BD537BF0-FE6D-4958-A1F9-DD5DEB285008}"/>
                </a:ext>
              </a:extLst>
            </p:cNvPr>
            <p:cNvSpPr>
              <a:spLocks noChangeArrowheads="1"/>
            </p:cNvSpPr>
            <p:nvPr/>
          </p:nvSpPr>
          <p:spPr bwMode="auto">
            <a:xfrm>
              <a:off x="5310" y="1640"/>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grpSp>
          <p:nvGrpSpPr>
            <p:cNvPr id="113844" name="Group 179">
              <a:extLst>
                <a:ext uri="{FF2B5EF4-FFF2-40B4-BE49-F238E27FC236}">
                  <a16:creationId xmlns:a16="http://schemas.microsoft.com/office/drawing/2014/main" id="{B459EDE3-21B3-41DB-8F79-D02BDBB1781D}"/>
                </a:ext>
              </a:extLst>
            </p:cNvPr>
            <p:cNvGrpSpPr>
              <a:grpSpLocks/>
            </p:cNvGrpSpPr>
            <p:nvPr/>
          </p:nvGrpSpPr>
          <p:grpSpPr bwMode="auto">
            <a:xfrm>
              <a:off x="3072" y="2688"/>
              <a:ext cx="336" cy="173"/>
              <a:chOff x="2489" y="2263"/>
              <a:chExt cx="539" cy="269"/>
            </a:xfrm>
          </p:grpSpPr>
          <p:sp>
            <p:nvSpPr>
              <p:cNvPr id="113886" name="Line 180">
                <a:extLst>
                  <a:ext uri="{FF2B5EF4-FFF2-40B4-BE49-F238E27FC236}">
                    <a16:creationId xmlns:a16="http://schemas.microsoft.com/office/drawing/2014/main" id="{3BEEF3A4-85DE-426C-AE38-381AEDADCFA9}"/>
                  </a:ext>
                </a:extLst>
              </p:cNvPr>
              <p:cNvSpPr>
                <a:spLocks noChangeShapeType="1"/>
              </p:cNvSpPr>
              <p:nvPr/>
            </p:nvSpPr>
            <p:spPr bwMode="auto">
              <a:xfrm>
                <a:off x="2489" y="2327"/>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7" name="Line 181">
                <a:extLst>
                  <a:ext uri="{FF2B5EF4-FFF2-40B4-BE49-F238E27FC236}">
                    <a16:creationId xmlns:a16="http://schemas.microsoft.com/office/drawing/2014/main" id="{E04937D0-AED1-4DEC-8626-E13AB5503487}"/>
                  </a:ext>
                </a:extLst>
              </p:cNvPr>
              <p:cNvSpPr>
                <a:spLocks noChangeShapeType="1"/>
              </p:cNvSpPr>
              <p:nvPr/>
            </p:nvSpPr>
            <p:spPr bwMode="auto">
              <a:xfrm>
                <a:off x="2489" y="2453"/>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8" name="Line 182">
                <a:extLst>
                  <a:ext uri="{FF2B5EF4-FFF2-40B4-BE49-F238E27FC236}">
                    <a16:creationId xmlns:a16="http://schemas.microsoft.com/office/drawing/2014/main" id="{654B03F6-FEEB-4A23-9CD2-55807857ADD3}"/>
                  </a:ext>
                </a:extLst>
              </p:cNvPr>
              <p:cNvSpPr>
                <a:spLocks noChangeShapeType="1"/>
              </p:cNvSpPr>
              <p:nvPr/>
            </p:nvSpPr>
            <p:spPr bwMode="auto">
              <a:xfrm>
                <a:off x="2933" y="2390"/>
                <a:ext cx="9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9" name="Line 183">
                <a:extLst>
                  <a:ext uri="{FF2B5EF4-FFF2-40B4-BE49-F238E27FC236}">
                    <a16:creationId xmlns:a16="http://schemas.microsoft.com/office/drawing/2014/main" id="{EDA359DE-4364-404B-BF56-2026BD8DC48F}"/>
                  </a:ext>
                </a:extLst>
              </p:cNvPr>
              <p:cNvSpPr>
                <a:spLocks noChangeShapeType="1"/>
              </p:cNvSpPr>
              <p:nvPr/>
            </p:nvSpPr>
            <p:spPr bwMode="auto">
              <a:xfrm>
                <a:off x="2553" y="2263"/>
                <a:ext cx="15"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0" name="Line 184">
                <a:extLst>
                  <a:ext uri="{FF2B5EF4-FFF2-40B4-BE49-F238E27FC236}">
                    <a16:creationId xmlns:a16="http://schemas.microsoft.com/office/drawing/2014/main" id="{B75F03ED-F1F1-4919-AA07-F6485B3FF872}"/>
                  </a:ext>
                </a:extLst>
              </p:cNvPr>
              <p:cNvSpPr>
                <a:spLocks noChangeShapeType="1"/>
              </p:cNvSpPr>
              <p:nvPr/>
            </p:nvSpPr>
            <p:spPr bwMode="auto">
              <a:xfrm>
                <a:off x="2568"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1" name="Line 185">
                <a:extLst>
                  <a:ext uri="{FF2B5EF4-FFF2-40B4-BE49-F238E27FC236}">
                    <a16:creationId xmlns:a16="http://schemas.microsoft.com/office/drawing/2014/main" id="{EEEA938C-8B52-48E9-83C1-35206B28C179}"/>
                  </a:ext>
                </a:extLst>
              </p:cNvPr>
              <p:cNvSpPr>
                <a:spLocks noChangeShapeType="1"/>
              </p:cNvSpPr>
              <p:nvPr/>
            </p:nvSpPr>
            <p:spPr bwMode="auto">
              <a:xfrm>
                <a:off x="2584"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2" name="Line 186">
                <a:extLst>
                  <a:ext uri="{FF2B5EF4-FFF2-40B4-BE49-F238E27FC236}">
                    <a16:creationId xmlns:a16="http://schemas.microsoft.com/office/drawing/2014/main" id="{CBE184E2-69E2-4CF2-835F-8E37552267D1}"/>
                  </a:ext>
                </a:extLst>
              </p:cNvPr>
              <p:cNvSpPr>
                <a:spLocks noChangeShapeType="1"/>
              </p:cNvSpPr>
              <p:nvPr/>
            </p:nvSpPr>
            <p:spPr bwMode="auto">
              <a:xfrm>
                <a:off x="2584"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3" name="Line 187">
                <a:extLst>
                  <a:ext uri="{FF2B5EF4-FFF2-40B4-BE49-F238E27FC236}">
                    <a16:creationId xmlns:a16="http://schemas.microsoft.com/office/drawing/2014/main" id="{32DC4E1C-38AC-4A29-AFEA-8824BC5FF91F}"/>
                  </a:ext>
                </a:extLst>
              </p:cNvPr>
              <p:cNvSpPr>
                <a:spLocks noChangeShapeType="1"/>
              </p:cNvSpPr>
              <p:nvPr/>
            </p:nvSpPr>
            <p:spPr bwMode="auto">
              <a:xfrm>
                <a:off x="2584"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4" name="Line 188">
                <a:extLst>
                  <a:ext uri="{FF2B5EF4-FFF2-40B4-BE49-F238E27FC236}">
                    <a16:creationId xmlns:a16="http://schemas.microsoft.com/office/drawing/2014/main" id="{08D030A2-8D66-4303-8E37-CD6861A377E0}"/>
                  </a:ext>
                </a:extLst>
              </p:cNvPr>
              <p:cNvSpPr>
                <a:spLocks noChangeShapeType="1"/>
              </p:cNvSpPr>
              <p:nvPr/>
            </p:nvSpPr>
            <p:spPr bwMode="auto">
              <a:xfrm flipH="1">
                <a:off x="2568"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5" name="Line 189">
                <a:extLst>
                  <a:ext uri="{FF2B5EF4-FFF2-40B4-BE49-F238E27FC236}">
                    <a16:creationId xmlns:a16="http://schemas.microsoft.com/office/drawing/2014/main" id="{CD3062BF-3330-4394-B31F-C150BA7ACAE1}"/>
                  </a:ext>
                </a:extLst>
              </p:cNvPr>
              <p:cNvSpPr>
                <a:spLocks noChangeShapeType="1"/>
              </p:cNvSpPr>
              <p:nvPr/>
            </p:nvSpPr>
            <p:spPr bwMode="auto">
              <a:xfrm>
                <a:off x="2568"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6" name="Line 190">
                <a:extLst>
                  <a:ext uri="{FF2B5EF4-FFF2-40B4-BE49-F238E27FC236}">
                    <a16:creationId xmlns:a16="http://schemas.microsoft.com/office/drawing/2014/main" id="{0546127B-67F2-4F61-B3E6-A7BAD35A1714}"/>
                  </a:ext>
                </a:extLst>
              </p:cNvPr>
              <p:cNvSpPr>
                <a:spLocks noChangeShapeType="1"/>
              </p:cNvSpPr>
              <p:nvPr/>
            </p:nvSpPr>
            <p:spPr bwMode="auto">
              <a:xfrm flipH="1">
                <a:off x="2553" y="2485"/>
                <a:ext cx="15"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7" name="Freeform 191">
                <a:extLst>
                  <a:ext uri="{FF2B5EF4-FFF2-40B4-BE49-F238E27FC236}">
                    <a16:creationId xmlns:a16="http://schemas.microsoft.com/office/drawing/2014/main" id="{06A2E209-240D-46E4-817B-48259237C421}"/>
                  </a:ext>
                </a:extLst>
              </p:cNvPr>
              <p:cNvSpPr>
                <a:spLocks/>
              </p:cNvSpPr>
              <p:nvPr/>
            </p:nvSpPr>
            <p:spPr bwMode="auto">
              <a:xfrm>
                <a:off x="2616" y="2263"/>
                <a:ext cx="301" cy="254"/>
              </a:xfrm>
              <a:custGeom>
                <a:avLst/>
                <a:gdLst>
                  <a:gd name="T0" fmla="*/ 0 w 301"/>
                  <a:gd name="T1" fmla="*/ 0 h 254"/>
                  <a:gd name="T2" fmla="*/ 48 w 301"/>
                  <a:gd name="T3" fmla="*/ 95 h 254"/>
                  <a:gd name="T4" fmla="*/ 48 w 301"/>
                  <a:gd name="T5" fmla="*/ 159 h 254"/>
                  <a:gd name="T6" fmla="*/ 0 w 301"/>
                  <a:gd name="T7" fmla="*/ 254 h 254"/>
                  <a:gd name="T8" fmla="*/ 143 w 301"/>
                  <a:gd name="T9" fmla="*/ 254 h 254"/>
                  <a:gd name="T10" fmla="*/ 301 w 301"/>
                  <a:gd name="T11" fmla="*/ 143 h 254"/>
                  <a:gd name="T12" fmla="*/ 143 w 301"/>
                  <a:gd name="T13" fmla="*/ 16 h 254"/>
                  <a:gd name="T14" fmla="*/ 0 w 301"/>
                  <a:gd name="T15" fmla="*/ 16 h 254"/>
                  <a:gd name="T16" fmla="*/ 0 w 301"/>
                  <a:gd name="T17" fmla="*/ 0 h 2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254"/>
                  <a:gd name="T29" fmla="*/ 301 w 301"/>
                  <a:gd name="T30" fmla="*/ 254 h 2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254">
                    <a:moveTo>
                      <a:pt x="0" y="0"/>
                    </a:moveTo>
                    <a:lnTo>
                      <a:pt x="48" y="95"/>
                    </a:lnTo>
                    <a:lnTo>
                      <a:pt x="48" y="159"/>
                    </a:lnTo>
                    <a:lnTo>
                      <a:pt x="0" y="254"/>
                    </a:lnTo>
                    <a:lnTo>
                      <a:pt x="143" y="254"/>
                    </a:lnTo>
                    <a:lnTo>
                      <a:pt x="301" y="143"/>
                    </a:lnTo>
                    <a:lnTo>
                      <a:pt x="143" y="16"/>
                    </a:lnTo>
                    <a:lnTo>
                      <a:pt x="0" y="16"/>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98" name="Line 192">
                <a:extLst>
                  <a:ext uri="{FF2B5EF4-FFF2-40B4-BE49-F238E27FC236}">
                    <a16:creationId xmlns:a16="http://schemas.microsoft.com/office/drawing/2014/main" id="{23F7EC99-3D85-46BB-8471-490CC1C31722}"/>
                  </a:ext>
                </a:extLst>
              </p:cNvPr>
              <p:cNvSpPr>
                <a:spLocks noChangeShapeType="1"/>
              </p:cNvSpPr>
              <p:nvPr/>
            </p:nvSpPr>
            <p:spPr bwMode="auto">
              <a:xfrm>
                <a:off x="2616" y="2263"/>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9" name="Line 193">
                <a:extLst>
                  <a:ext uri="{FF2B5EF4-FFF2-40B4-BE49-F238E27FC236}">
                    <a16:creationId xmlns:a16="http://schemas.microsoft.com/office/drawing/2014/main" id="{CCE5B309-8413-4670-A905-295F949B3EF4}"/>
                  </a:ext>
                </a:extLst>
              </p:cNvPr>
              <p:cNvSpPr>
                <a:spLocks noChangeShapeType="1"/>
              </p:cNvSpPr>
              <p:nvPr/>
            </p:nvSpPr>
            <p:spPr bwMode="auto">
              <a:xfrm>
                <a:off x="2664" y="2358"/>
                <a:ext cx="1" cy="64"/>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0" name="Line 194">
                <a:extLst>
                  <a:ext uri="{FF2B5EF4-FFF2-40B4-BE49-F238E27FC236}">
                    <a16:creationId xmlns:a16="http://schemas.microsoft.com/office/drawing/2014/main" id="{B3CE7226-9E8C-49C6-9675-ADB7535AA15B}"/>
                  </a:ext>
                </a:extLst>
              </p:cNvPr>
              <p:cNvSpPr>
                <a:spLocks noChangeShapeType="1"/>
              </p:cNvSpPr>
              <p:nvPr/>
            </p:nvSpPr>
            <p:spPr bwMode="auto">
              <a:xfrm flipH="1">
                <a:off x="2616" y="2422"/>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1" name="Line 195">
                <a:extLst>
                  <a:ext uri="{FF2B5EF4-FFF2-40B4-BE49-F238E27FC236}">
                    <a16:creationId xmlns:a16="http://schemas.microsoft.com/office/drawing/2014/main" id="{3620831E-2246-4A0E-A1C7-4BA1CDAEAC04}"/>
                  </a:ext>
                </a:extLst>
              </p:cNvPr>
              <p:cNvSpPr>
                <a:spLocks noChangeShapeType="1"/>
              </p:cNvSpPr>
              <p:nvPr/>
            </p:nvSpPr>
            <p:spPr bwMode="auto">
              <a:xfrm>
                <a:off x="2616" y="2517"/>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2" name="Line 196">
                <a:extLst>
                  <a:ext uri="{FF2B5EF4-FFF2-40B4-BE49-F238E27FC236}">
                    <a16:creationId xmlns:a16="http://schemas.microsoft.com/office/drawing/2014/main" id="{9500B1CC-892C-4DDE-9BE8-90BDB73CE279}"/>
                  </a:ext>
                </a:extLst>
              </p:cNvPr>
              <p:cNvSpPr>
                <a:spLocks noChangeShapeType="1"/>
              </p:cNvSpPr>
              <p:nvPr/>
            </p:nvSpPr>
            <p:spPr bwMode="auto">
              <a:xfrm flipV="1">
                <a:off x="2759" y="2406"/>
                <a:ext cx="158" cy="11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3" name="Line 197">
                <a:extLst>
                  <a:ext uri="{FF2B5EF4-FFF2-40B4-BE49-F238E27FC236}">
                    <a16:creationId xmlns:a16="http://schemas.microsoft.com/office/drawing/2014/main" id="{2A17A530-756A-4927-B3CE-90C72C2D6795}"/>
                  </a:ext>
                </a:extLst>
              </p:cNvPr>
              <p:cNvSpPr>
                <a:spLocks noChangeShapeType="1"/>
              </p:cNvSpPr>
              <p:nvPr/>
            </p:nvSpPr>
            <p:spPr bwMode="auto">
              <a:xfrm flipH="1" flipV="1">
                <a:off x="2759" y="2279"/>
                <a:ext cx="158" cy="127"/>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4" name="Line 198">
                <a:extLst>
                  <a:ext uri="{FF2B5EF4-FFF2-40B4-BE49-F238E27FC236}">
                    <a16:creationId xmlns:a16="http://schemas.microsoft.com/office/drawing/2014/main" id="{9D0B1AF8-52B3-4ACA-BE9A-CDBC66C27FDA}"/>
                  </a:ext>
                </a:extLst>
              </p:cNvPr>
              <p:cNvSpPr>
                <a:spLocks noChangeShapeType="1"/>
              </p:cNvSpPr>
              <p:nvPr/>
            </p:nvSpPr>
            <p:spPr bwMode="auto">
              <a:xfrm flipH="1">
                <a:off x="2616" y="2279"/>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5" name="Arc 199">
                <a:extLst>
                  <a:ext uri="{FF2B5EF4-FFF2-40B4-BE49-F238E27FC236}">
                    <a16:creationId xmlns:a16="http://schemas.microsoft.com/office/drawing/2014/main" id="{2847FF94-FDF4-427E-9FB7-7BFCE658B95B}"/>
                  </a:ext>
                </a:extLst>
              </p:cNvPr>
              <p:cNvSpPr>
                <a:spLocks/>
              </p:cNvSpPr>
              <p:nvPr/>
            </p:nvSpPr>
            <p:spPr bwMode="auto">
              <a:xfrm>
                <a:off x="2727" y="2263"/>
                <a:ext cx="215" cy="262"/>
              </a:xfrm>
              <a:custGeom>
                <a:avLst/>
                <a:gdLst>
                  <a:gd name="T0" fmla="*/ 0 w 18894"/>
                  <a:gd name="T1" fmla="*/ 0 h 21600"/>
                  <a:gd name="T2" fmla="*/ 0 w 18894"/>
                  <a:gd name="T3" fmla="*/ 0 h 21600"/>
                  <a:gd name="T4" fmla="*/ 0 w 18894"/>
                  <a:gd name="T5" fmla="*/ 0 h 21600"/>
                  <a:gd name="T6" fmla="*/ 0 60000 65536"/>
                  <a:gd name="T7" fmla="*/ 0 60000 65536"/>
                  <a:gd name="T8" fmla="*/ 0 60000 65536"/>
                  <a:gd name="T9" fmla="*/ 0 w 18894"/>
                  <a:gd name="T10" fmla="*/ 0 h 21600"/>
                  <a:gd name="T11" fmla="*/ 18894 w 18894"/>
                  <a:gd name="T12" fmla="*/ 21600 h 21600"/>
                </a:gdLst>
                <a:ahLst/>
                <a:cxnLst>
                  <a:cxn ang="T6">
                    <a:pos x="T0" y="T1"/>
                  </a:cxn>
                  <a:cxn ang="T7">
                    <a:pos x="T2" y="T3"/>
                  </a:cxn>
                  <a:cxn ang="T8">
                    <a:pos x="T4" y="T5"/>
                  </a:cxn>
                </a:cxnLst>
                <a:rect l="T9" t="T10" r="T11" b="T12"/>
                <a:pathLst>
                  <a:path w="18894" h="21600" fill="none" extrusionOk="0">
                    <a:moveTo>
                      <a:pt x="0" y="11"/>
                    </a:moveTo>
                    <a:cubicBezTo>
                      <a:pt x="233" y="3"/>
                      <a:pt x="467" y="-1"/>
                      <a:pt x="702" y="0"/>
                    </a:cubicBezTo>
                    <a:cubicBezTo>
                      <a:pt x="8066" y="0"/>
                      <a:pt x="14923" y="3752"/>
                      <a:pt x="18894" y="9954"/>
                    </a:cubicBezTo>
                  </a:path>
                  <a:path w="18894" h="21600" stroke="0" extrusionOk="0">
                    <a:moveTo>
                      <a:pt x="0" y="11"/>
                    </a:moveTo>
                    <a:cubicBezTo>
                      <a:pt x="233" y="3"/>
                      <a:pt x="467" y="-1"/>
                      <a:pt x="702" y="0"/>
                    </a:cubicBezTo>
                    <a:cubicBezTo>
                      <a:pt x="8066" y="0"/>
                      <a:pt x="14923" y="3752"/>
                      <a:pt x="18894" y="9954"/>
                    </a:cubicBezTo>
                    <a:lnTo>
                      <a:pt x="702" y="21600"/>
                    </a:lnTo>
                    <a:lnTo>
                      <a:pt x="0"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906" name="Arc 200">
                <a:extLst>
                  <a:ext uri="{FF2B5EF4-FFF2-40B4-BE49-F238E27FC236}">
                    <a16:creationId xmlns:a16="http://schemas.microsoft.com/office/drawing/2014/main" id="{3B044EB0-C65B-40C1-ACBE-D69E55AF237F}"/>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907" name="Arc 201">
                <a:extLst>
                  <a:ext uri="{FF2B5EF4-FFF2-40B4-BE49-F238E27FC236}">
                    <a16:creationId xmlns:a16="http://schemas.microsoft.com/office/drawing/2014/main" id="{59BD63BC-A73E-4A9B-B3BE-9559B7DF316D}"/>
                  </a:ext>
                </a:extLst>
              </p:cNvPr>
              <p:cNvSpPr>
                <a:spLocks/>
              </p:cNvSpPr>
              <p:nvPr/>
            </p:nvSpPr>
            <p:spPr bwMode="auto">
              <a:xfrm>
                <a:off x="2727" y="2271"/>
                <a:ext cx="229" cy="261"/>
              </a:xfrm>
              <a:custGeom>
                <a:avLst/>
                <a:gdLst>
                  <a:gd name="T0" fmla="*/ 0 w 20148"/>
                  <a:gd name="T1" fmla="*/ 0 h 21600"/>
                  <a:gd name="T2" fmla="*/ 0 w 20148"/>
                  <a:gd name="T3" fmla="*/ 0 h 21600"/>
                  <a:gd name="T4" fmla="*/ 0 w 20148"/>
                  <a:gd name="T5" fmla="*/ 0 h 21600"/>
                  <a:gd name="T6" fmla="*/ 0 60000 65536"/>
                  <a:gd name="T7" fmla="*/ 0 60000 65536"/>
                  <a:gd name="T8" fmla="*/ 0 60000 65536"/>
                  <a:gd name="T9" fmla="*/ 0 w 20148"/>
                  <a:gd name="T10" fmla="*/ 0 h 21600"/>
                  <a:gd name="T11" fmla="*/ 20148 w 20148"/>
                  <a:gd name="T12" fmla="*/ 21600 h 21600"/>
                </a:gdLst>
                <a:ahLst/>
                <a:cxnLst>
                  <a:cxn ang="T6">
                    <a:pos x="T0" y="T1"/>
                  </a:cxn>
                  <a:cxn ang="T7">
                    <a:pos x="T2" y="T3"/>
                  </a:cxn>
                  <a:cxn ang="T8">
                    <a:pos x="T4" y="T5"/>
                  </a:cxn>
                </a:cxnLst>
                <a:rect l="T9" t="T10" r="T11" b="T12"/>
                <a:pathLst>
                  <a:path w="20148" h="21600" fill="none" extrusionOk="0">
                    <a:moveTo>
                      <a:pt x="20147" y="9493"/>
                    </a:moveTo>
                    <a:cubicBezTo>
                      <a:pt x="16522" y="16902"/>
                      <a:pt x="8994" y="21599"/>
                      <a:pt x="746" y="21600"/>
                    </a:cubicBezTo>
                    <a:cubicBezTo>
                      <a:pt x="497" y="21600"/>
                      <a:pt x="248" y="21595"/>
                      <a:pt x="-1" y="21587"/>
                    </a:cubicBezTo>
                  </a:path>
                  <a:path w="20148" h="21600" stroke="0" extrusionOk="0">
                    <a:moveTo>
                      <a:pt x="20147" y="9493"/>
                    </a:moveTo>
                    <a:cubicBezTo>
                      <a:pt x="16522" y="16902"/>
                      <a:pt x="8994" y="21599"/>
                      <a:pt x="746" y="21600"/>
                    </a:cubicBezTo>
                    <a:cubicBezTo>
                      <a:pt x="497" y="21600"/>
                      <a:pt x="248" y="21595"/>
                      <a:pt x="-1" y="21587"/>
                    </a:cubicBezTo>
                    <a:lnTo>
                      <a:pt x="746" y="0"/>
                    </a:lnTo>
                    <a:lnTo>
                      <a:pt x="20147" y="9493"/>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908" name="Arc 202">
                <a:extLst>
                  <a:ext uri="{FF2B5EF4-FFF2-40B4-BE49-F238E27FC236}">
                    <a16:creationId xmlns:a16="http://schemas.microsoft.com/office/drawing/2014/main" id="{5F6DBCED-C673-4494-9E5E-55D90CB8167E}"/>
                  </a:ext>
                </a:extLst>
              </p:cNvPr>
              <p:cNvSpPr>
                <a:spLocks/>
              </p:cNvSpPr>
              <p:nvPr/>
            </p:nvSpPr>
            <p:spPr bwMode="auto">
              <a:xfrm>
                <a:off x="2727" y="2271"/>
                <a:ext cx="222" cy="253"/>
              </a:xfrm>
              <a:custGeom>
                <a:avLst/>
                <a:gdLst>
                  <a:gd name="T0" fmla="*/ 0 w 20157"/>
                  <a:gd name="T1" fmla="*/ 0 h 21600"/>
                  <a:gd name="T2" fmla="*/ 0 w 20157"/>
                  <a:gd name="T3" fmla="*/ 0 h 21600"/>
                  <a:gd name="T4" fmla="*/ 0 w 20157"/>
                  <a:gd name="T5" fmla="*/ 0 h 21600"/>
                  <a:gd name="T6" fmla="*/ 0 60000 65536"/>
                  <a:gd name="T7" fmla="*/ 0 60000 65536"/>
                  <a:gd name="T8" fmla="*/ 0 60000 65536"/>
                  <a:gd name="T9" fmla="*/ 0 w 20157"/>
                  <a:gd name="T10" fmla="*/ 0 h 21600"/>
                  <a:gd name="T11" fmla="*/ 20157 w 20157"/>
                  <a:gd name="T12" fmla="*/ 21600 h 21600"/>
                </a:gdLst>
                <a:ahLst/>
                <a:cxnLst>
                  <a:cxn ang="T6">
                    <a:pos x="T0" y="T1"/>
                  </a:cxn>
                  <a:cxn ang="T7">
                    <a:pos x="T2" y="T3"/>
                  </a:cxn>
                  <a:cxn ang="T8">
                    <a:pos x="T4" y="T5"/>
                  </a:cxn>
                </a:cxnLst>
                <a:rect l="T9" t="T10" r="T11" b="T12"/>
                <a:pathLst>
                  <a:path w="20157" h="21600" fill="none" extrusionOk="0">
                    <a:moveTo>
                      <a:pt x="20157" y="9478"/>
                    </a:moveTo>
                    <a:cubicBezTo>
                      <a:pt x="16535" y="16895"/>
                      <a:pt x="9002" y="21599"/>
                      <a:pt x="748" y="21600"/>
                    </a:cubicBezTo>
                    <a:cubicBezTo>
                      <a:pt x="498" y="21600"/>
                      <a:pt x="249" y="21595"/>
                      <a:pt x="-1" y="21587"/>
                    </a:cubicBezTo>
                  </a:path>
                  <a:path w="20157" h="21600" stroke="0" extrusionOk="0">
                    <a:moveTo>
                      <a:pt x="20157" y="9478"/>
                    </a:moveTo>
                    <a:cubicBezTo>
                      <a:pt x="16535" y="16895"/>
                      <a:pt x="9002" y="21599"/>
                      <a:pt x="748" y="21600"/>
                    </a:cubicBezTo>
                    <a:cubicBezTo>
                      <a:pt x="498" y="21600"/>
                      <a:pt x="249" y="21595"/>
                      <a:pt x="-1" y="21587"/>
                    </a:cubicBezTo>
                    <a:lnTo>
                      <a:pt x="748" y="0"/>
                    </a:lnTo>
                    <a:lnTo>
                      <a:pt x="20157" y="9478"/>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909" name="Line 203">
                <a:extLst>
                  <a:ext uri="{FF2B5EF4-FFF2-40B4-BE49-F238E27FC236}">
                    <a16:creationId xmlns:a16="http://schemas.microsoft.com/office/drawing/2014/main" id="{794C2BEE-A1A1-4121-A0F9-1ACD003DDECD}"/>
                  </a:ext>
                </a:extLst>
              </p:cNvPr>
              <p:cNvSpPr>
                <a:spLocks noChangeShapeType="1"/>
              </p:cNvSpPr>
              <p:nvPr/>
            </p:nvSpPr>
            <p:spPr bwMode="auto">
              <a:xfrm>
                <a:off x="2616" y="2263"/>
                <a:ext cx="16"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0" name="Line 204">
                <a:extLst>
                  <a:ext uri="{FF2B5EF4-FFF2-40B4-BE49-F238E27FC236}">
                    <a16:creationId xmlns:a16="http://schemas.microsoft.com/office/drawing/2014/main" id="{310A9BBB-2430-45BC-82CF-64E6A17168AC}"/>
                  </a:ext>
                </a:extLst>
              </p:cNvPr>
              <p:cNvSpPr>
                <a:spLocks noChangeShapeType="1"/>
              </p:cNvSpPr>
              <p:nvPr/>
            </p:nvSpPr>
            <p:spPr bwMode="auto">
              <a:xfrm>
                <a:off x="2632"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1" name="Line 205">
                <a:extLst>
                  <a:ext uri="{FF2B5EF4-FFF2-40B4-BE49-F238E27FC236}">
                    <a16:creationId xmlns:a16="http://schemas.microsoft.com/office/drawing/2014/main" id="{7DB0BB8E-43C8-45FF-8411-6C17D39AA4E0}"/>
                  </a:ext>
                </a:extLst>
              </p:cNvPr>
              <p:cNvSpPr>
                <a:spLocks noChangeShapeType="1"/>
              </p:cNvSpPr>
              <p:nvPr/>
            </p:nvSpPr>
            <p:spPr bwMode="auto">
              <a:xfrm>
                <a:off x="2648"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2" name="Line 206">
                <a:extLst>
                  <a:ext uri="{FF2B5EF4-FFF2-40B4-BE49-F238E27FC236}">
                    <a16:creationId xmlns:a16="http://schemas.microsoft.com/office/drawing/2014/main" id="{85E593C2-DAFE-4C0D-8603-04AB7B600455}"/>
                  </a:ext>
                </a:extLst>
              </p:cNvPr>
              <p:cNvSpPr>
                <a:spLocks noChangeShapeType="1"/>
              </p:cNvSpPr>
              <p:nvPr/>
            </p:nvSpPr>
            <p:spPr bwMode="auto">
              <a:xfrm>
                <a:off x="2648"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3" name="Line 207">
                <a:extLst>
                  <a:ext uri="{FF2B5EF4-FFF2-40B4-BE49-F238E27FC236}">
                    <a16:creationId xmlns:a16="http://schemas.microsoft.com/office/drawing/2014/main" id="{AB2B385A-2B37-4B0B-A483-7C35A5AED2FB}"/>
                  </a:ext>
                </a:extLst>
              </p:cNvPr>
              <p:cNvSpPr>
                <a:spLocks noChangeShapeType="1"/>
              </p:cNvSpPr>
              <p:nvPr/>
            </p:nvSpPr>
            <p:spPr bwMode="auto">
              <a:xfrm>
                <a:off x="2648"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4" name="Line 208">
                <a:extLst>
                  <a:ext uri="{FF2B5EF4-FFF2-40B4-BE49-F238E27FC236}">
                    <a16:creationId xmlns:a16="http://schemas.microsoft.com/office/drawing/2014/main" id="{C3571A79-2C49-42F5-99F4-86E5F90979EC}"/>
                  </a:ext>
                </a:extLst>
              </p:cNvPr>
              <p:cNvSpPr>
                <a:spLocks noChangeShapeType="1"/>
              </p:cNvSpPr>
              <p:nvPr/>
            </p:nvSpPr>
            <p:spPr bwMode="auto">
              <a:xfrm flipH="1">
                <a:off x="2632"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5" name="Line 209">
                <a:extLst>
                  <a:ext uri="{FF2B5EF4-FFF2-40B4-BE49-F238E27FC236}">
                    <a16:creationId xmlns:a16="http://schemas.microsoft.com/office/drawing/2014/main" id="{ADEF1DA8-9EFD-4D7D-A2C1-DB58BC5AFC4B}"/>
                  </a:ext>
                </a:extLst>
              </p:cNvPr>
              <p:cNvSpPr>
                <a:spLocks noChangeShapeType="1"/>
              </p:cNvSpPr>
              <p:nvPr/>
            </p:nvSpPr>
            <p:spPr bwMode="auto">
              <a:xfrm>
                <a:off x="2632"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6" name="Line 210">
                <a:extLst>
                  <a:ext uri="{FF2B5EF4-FFF2-40B4-BE49-F238E27FC236}">
                    <a16:creationId xmlns:a16="http://schemas.microsoft.com/office/drawing/2014/main" id="{C7FC3EFB-81D8-4C53-95F3-32C2BAAC3A1E}"/>
                  </a:ext>
                </a:extLst>
              </p:cNvPr>
              <p:cNvSpPr>
                <a:spLocks noChangeShapeType="1"/>
              </p:cNvSpPr>
              <p:nvPr/>
            </p:nvSpPr>
            <p:spPr bwMode="auto">
              <a:xfrm flipH="1">
                <a:off x="2616" y="2485"/>
                <a:ext cx="16"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7" name="Line 211">
                <a:extLst>
                  <a:ext uri="{FF2B5EF4-FFF2-40B4-BE49-F238E27FC236}">
                    <a16:creationId xmlns:a16="http://schemas.microsoft.com/office/drawing/2014/main" id="{24DC2C7B-2609-4273-87EA-DC9B0C915689}"/>
                  </a:ext>
                </a:extLst>
              </p:cNvPr>
              <p:cNvSpPr>
                <a:spLocks noChangeShapeType="1"/>
              </p:cNvSpPr>
              <p:nvPr/>
            </p:nvSpPr>
            <p:spPr bwMode="auto">
              <a:xfrm>
                <a:off x="2616" y="2263"/>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8" name="Line 212">
                <a:extLst>
                  <a:ext uri="{FF2B5EF4-FFF2-40B4-BE49-F238E27FC236}">
                    <a16:creationId xmlns:a16="http://schemas.microsoft.com/office/drawing/2014/main" id="{7E0D6074-250B-479B-B100-A9E32BD92803}"/>
                  </a:ext>
                </a:extLst>
              </p:cNvPr>
              <p:cNvSpPr>
                <a:spLocks noChangeShapeType="1"/>
              </p:cNvSpPr>
              <p:nvPr/>
            </p:nvSpPr>
            <p:spPr bwMode="auto">
              <a:xfrm>
                <a:off x="2616" y="2517"/>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9" name="Arc 213">
                <a:extLst>
                  <a:ext uri="{FF2B5EF4-FFF2-40B4-BE49-F238E27FC236}">
                    <a16:creationId xmlns:a16="http://schemas.microsoft.com/office/drawing/2014/main" id="{E0556437-2505-4204-8352-8D6C44D3AF1D}"/>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113845" name="Group 214">
              <a:extLst>
                <a:ext uri="{FF2B5EF4-FFF2-40B4-BE49-F238E27FC236}">
                  <a16:creationId xmlns:a16="http://schemas.microsoft.com/office/drawing/2014/main" id="{71A5E759-F271-4E17-9B7E-029B8B410C9D}"/>
                </a:ext>
              </a:extLst>
            </p:cNvPr>
            <p:cNvGrpSpPr>
              <a:grpSpLocks/>
            </p:cNvGrpSpPr>
            <p:nvPr/>
          </p:nvGrpSpPr>
          <p:grpSpPr bwMode="auto">
            <a:xfrm>
              <a:off x="1056" y="2544"/>
              <a:ext cx="336" cy="173"/>
              <a:chOff x="2489" y="2263"/>
              <a:chExt cx="539" cy="269"/>
            </a:xfrm>
          </p:grpSpPr>
          <p:sp>
            <p:nvSpPr>
              <p:cNvPr id="113852" name="Line 215">
                <a:extLst>
                  <a:ext uri="{FF2B5EF4-FFF2-40B4-BE49-F238E27FC236}">
                    <a16:creationId xmlns:a16="http://schemas.microsoft.com/office/drawing/2014/main" id="{396A17A7-8DF6-4011-A558-E36936F3A6EB}"/>
                  </a:ext>
                </a:extLst>
              </p:cNvPr>
              <p:cNvSpPr>
                <a:spLocks noChangeShapeType="1"/>
              </p:cNvSpPr>
              <p:nvPr/>
            </p:nvSpPr>
            <p:spPr bwMode="auto">
              <a:xfrm>
                <a:off x="2489" y="2327"/>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3" name="Line 216">
                <a:extLst>
                  <a:ext uri="{FF2B5EF4-FFF2-40B4-BE49-F238E27FC236}">
                    <a16:creationId xmlns:a16="http://schemas.microsoft.com/office/drawing/2014/main" id="{5CECA43B-6904-41E1-B805-E757D772F369}"/>
                  </a:ext>
                </a:extLst>
              </p:cNvPr>
              <p:cNvSpPr>
                <a:spLocks noChangeShapeType="1"/>
              </p:cNvSpPr>
              <p:nvPr/>
            </p:nvSpPr>
            <p:spPr bwMode="auto">
              <a:xfrm>
                <a:off x="2489" y="2453"/>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4" name="Line 217">
                <a:extLst>
                  <a:ext uri="{FF2B5EF4-FFF2-40B4-BE49-F238E27FC236}">
                    <a16:creationId xmlns:a16="http://schemas.microsoft.com/office/drawing/2014/main" id="{FF4887EE-E1D8-4285-B014-2DE822D70F14}"/>
                  </a:ext>
                </a:extLst>
              </p:cNvPr>
              <p:cNvSpPr>
                <a:spLocks noChangeShapeType="1"/>
              </p:cNvSpPr>
              <p:nvPr/>
            </p:nvSpPr>
            <p:spPr bwMode="auto">
              <a:xfrm>
                <a:off x="2933" y="2390"/>
                <a:ext cx="9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5" name="Line 218">
                <a:extLst>
                  <a:ext uri="{FF2B5EF4-FFF2-40B4-BE49-F238E27FC236}">
                    <a16:creationId xmlns:a16="http://schemas.microsoft.com/office/drawing/2014/main" id="{6D96D5D2-85F8-41A3-B12F-97B4BC8E3703}"/>
                  </a:ext>
                </a:extLst>
              </p:cNvPr>
              <p:cNvSpPr>
                <a:spLocks noChangeShapeType="1"/>
              </p:cNvSpPr>
              <p:nvPr/>
            </p:nvSpPr>
            <p:spPr bwMode="auto">
              <a:xfrm>
                <a:off x="2553" y="2263"/>
                <a:ext cx="15"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6" name="Line 219">
                <a:extLst>
                  <a:ext uri="{FF2B5EF4-FFF2-40B4-BE49-F238E27FC236}">
                    <a16:creationId xmlns:a16="http://schemas.microsoft.com/office/drawing/2014/main" id="{99726C91-0D0C-4F82-B426-55D85F55ECC9}"/>
                  </a:ext>
                </a:extLst>
              </p:cNvPr>
              <p:cNvSpPr>
                <a:spLocks noChangeShapeType="1"/>
              </p:cNvSpPr>
              <p:nvPr/>
            </p:nvSpPr>
            <p:spPr bwMode="auto">
              <a:xfrm>
                <a:off x="2568"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7" name="Line 220">
                <a:extLst>
                  <a:ext uri="{FF2B5EF4-FFF2-40B4-BE49-F238E27FC236}">
                    <a16:creationId xmlns:a16="http://schemas.microsoft.com/office/drawing/2014/main" id="{2E55A603-C45A-4E8C-AB62-399291624B3A}"/>
                  </a:ext>
                </a:extLst>
              </p:cNvPr>
              <p:cNvSpPr>
                <a:spLocks noChangeShapeType="1"/>
              </p:cNvSpPr>
              <p:nvPr/>
            </p:nvSpPr>
            <p:spPr bwMode="auto">
              <a:xfrm>
                <a:off x="2584"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8" name="Line 221">
                <a:extLst>
                  <a:ext uri="{FF2B5EF4-FFF2-40B4-BE49-F238E27FC236}">
                    <a16:creationId xmlns:a16="http://schemas.microsoft.com/office/drawing/2014/main" id="{B83B7B13-3AA2-4F99-98DD-F5383D17778D}"/>
                  </a:ext>
                </a:extLst>
              </p:cNvPr>
              <p:cNvSpPr>
                <a:spLocks noChangeShapeType="1"/>
              </p:cNvSpPr>
              <p:nvPr/>
            </p:nvSpPr>
            <p:spPr bwMode="auto">
              <a:xfrm>
                <a:off x="2584"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9" name="Line 222">
                <a:extLst>
                  <a:ext uri="{FF2B5EF4-FFF2-40B4-BE49-F238E27FC236}">
                    <a16:creationId xmlns:a16="http://schemas.microsoft.com/office/drawing/2014/main" id="{120D9D23-498F-4301-82A2-4B6670237A6A}"/>
                  </a:ext>
                </a:extLst>
              </p:cNvPr>
              <p:cNvSpPr>
                <a:spLocks noChangeShapeType="1"/>
              </p:cNvSpPr>
              <p:nvPr/>
            </p:nvSpPr>
            <p:spPr bwMode="auto">
              <a:xfrm>
                <a:off x="2584"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0" name="Line 223">
                <a:extLst>
                  <a:ext uri="{FF2B5EF4-FFF2-40B4-BE49-F238E27FC236}">
                    <a16:creationId xmlns:a16="http://schemas.microsoft.com/office/drawing/2014/main" id="{72206B5B-38F9-4AF7-9917-8A4988990B95}"/>
                  </a:ext>
                </a:extLst>
              </p:cNvPr>
              <p:cNvSpPr>
                <a:spLocks noChangeShapeType="1"/>
              </p:cNvSpPr>
              <p:nvPr/>
            </p:nvSpPr>
            <p:spPr bwMode="auto">
              <a:xfrm flipH="1">
                <a:off x="2568"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1" name="Line 224">
                <a:extLst>
                  <a:ext uri="{FF2B5EF4-FFF2-40B4-BE49-F238E27FC236}">
                    <a16:creationId xmlns:a16="http://schemas.microsoft.com/office/drawing/2014/main" id="{FE01DBE9-49D4-4EE9-A8E0-A8C1AC885F75}"/>
                  </a:ext>
                </a:extLst>
              </p:cNvPr>
              <p:cNvSpPr>
                <a:spLocks noChangeShapeType="1"/>
              </p:cNvSpPr>
              <p:nvPr/>
            </p:nvSpPr>
            <p:spPr bwMode="auto">
              <a:xfrm>
                <a:off x="2568"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2" name="Line 225">
                <a:extLst>
                  <a:ext uri="{FF2B5EF4-FFF2-40B4-BE49-F238E27FC236}">
                    <a16:creationId xmlns:a16="http://schemas.microsoft.com/office/drawing/2014/main" id="{CC291854-0B81-4936-BDA2-76923C836A70}"/>
                  </a:ext>
                </a:extLst>
              </p:cNvPr>
              <p:cNvSpPr>
                <a:spLocks noChangeShapeType="1"/>
              </p:cNvSpPr>
              <p:nvPr/>
            </p:nvSpPr>
            <p:spPr bwMode="auto">
              <a:xfrm flipH="1">
                <a:off x="2553" y="2485"/>
                <a:ext cx="15"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3" name="Freeform 226">
                <a:extLst>
                  <a:ext uri="{FF2B5EF4-FFF2-40B4-BE49-F238E27FC236}">
                    <a16:creationId xmlns:a16="http://schemas.microsoft.com/office/drawing/2014/main" id="{37C02AF5-7562-4618-9102-6AD2D2CA255F}"/>
                  </a:ext>
                </a:extLst>
              </p:cNvPr>
              <p:cNvSpPr>
                <a:spLocks/>
              </p:cNvSpPr>
              <p:nvPr/>
            </p:nvSpPr>
            <p:spPr bwMode="auto">
              <a:xfrm>
                <a:off x="2616" y="2263"/>
                <a:ext cx="301" cy="254"/>
              </a:xfrm>
              <a:custGeom>
                <a:avLst/>
                <a:gdLst>
                  <a:gd name="T0" fmla="*/ 0 w 301"/>
                  <a:gd name="T1" fmla="*/ 0 h 254"/>
                  <a:gd name="T2" fmla="*/ 48 w 301"/>
                  <a:gd name="T3" fmla="*/ 95 h 254"/>
                  <a:gd name="T4" fmla="*/ 48 w 301"/>
                  <a:gd name="T5" fmla="*/ 159 h 254"/>
                  <a:gd name="T6" fmla="*/ 0 w 301"/>
                  <a:gd name="T7" fmla="*/ 254 h 254"/>
                  <a:gd name="T8" fmla="*/ 143 w 301"/>
                  <a:gd name="T9" fmla="*/ 254 h 254"/>
                  <a:gd name="T10" fmla="*/ 301 w 301"/>
                  <a:gd name="T11" fmla="*/ 143 h 254"/>
                  <a:gd name="T12" fmla="*/ 143 w 301"/>
                  <a:gd name="T13" fmla="*/ 16 h 254"/>
                  <a:gd name="T14" fmla="*/ 0 w 301"/>
                  <a:gd name="T15" fmla="*/ 16 h 254"/>
                  <a:gd name="T16" fmla="*/ 0 w 301"/>
                  <a:gd name="T17" fmla="*/ 0 h 2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254"/>
                  <a:gd name="T29" fmla="*/ 301 w 301"/>
                  <a:gd name="T30" fmla="*/ 254 h 2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254">
                    <a:moveTo>
                      <a:pt x="0" y="0"/>
                    </a:moveTo>
                    <a:lnTo>
                      <a:pt x="48" y="95"/>
                    </a:lnTo>
                    <a:lnTo>
                      <a:pt x="48" y="159"/>
                    </a:lnTo>
                    <a:lnTo>
                      <a:pt x="0" y="254"/>
                    </a:lnTo>
                    <a:lnTo>
                      <a:pt x="143" y="254"/>
                    </a:lnTo>
                    <a:lnTo>
                      <a:pt x="301" y="143"/>
                    </a:lnTo>
                    <a:lnTo>
                      <a:pt x="143" y="16"/>
                    </a:lnTo>
                    <a:lnTo>
                      <a:pt x="0" y="16"/>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64" name="Line 227">
                <a:extLst>
                  <a:ext uri="{FF2B5EF4-FFF2-40B4-BE49-F238E27FC236}">
                    <a16:creationId xmlns:a16="http://schemas.microsoft.com/office/drawing/2014/main" id="{31EAB9C7-CC22-4B44-B073-52B1F7AF9097}"/>
                  </a:ext>
                </a:extLst>
              </p:cNvPr>
              <p:cNvSpPr>
                <a:spLocks noChangeShapeType="1"/>
              </p:cNvSpPr>
              <p:nvPr/>
            </p:nvSpPr>
            <p:spPr bwMode="auto">
              <a:xfrm>
                <a:off x="2616" y="2263"/>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5" name="Line 228">
                <a:extLst>
                  <a:ext uri="{FF2B5EF4-FFF2-40B4-BE49-F238E27FC236}">
                    <a16:creationId xmlns:a16="http://schemas.microsoft.com/office/drawing/2014/main" id="{B81A35EC-A2BD-4406-AC0D-851C348DB7EF}"/>
                  </a:ext>
                </a:extLst>
              </p:cNvPr>
              <p:cNvSpPr>
                <a:spLocks noChangeShapeType="1"/>
              </p:cNvSpPr>
              <p:nvPr/>
            </p:nvSpPr>
            <p:spPr bwMode="auto">
              <a:xfrm>
                <a:off x="2664" y="2358"/>
                <a:ext cx="1" cy="64"/>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6" name="Line 229">
                <a:extLst>
                  <a:ext uri="{FF2B5EF4-FFF2-40B4-BE49-F238E27FC236}">
                    <a16:creationId xmlns:a16="http://schemas.microsoft.com/office/drawing/2014/main" id="{7096E225-C503-4B82-A2B9-2CE3BA5801A7}"/>
                  </a:ext>
                </a:extLst>
              </p:cNvPr>
              <p:cNvSpPr>
                <a:spLocks noChangeShapeType="1"/>
              </p:cNvSpPr>
              <p:nvPr/>
            </p:nvSpPr>
            <p:spPr bwMode="auto">
              <a:xfrm flipH="1">
                <a:off x="2616" y="2422"/>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7" name="Line 230">
                <a:extLst>
                  <a:ext uri="{FF2B5EF4-FFF2-40B4-BE49-F238E27FC236}">
                    <a16:creationId xmlns:a16="http://schemas.microsoft.com/office/drawing/2014/main" id="{25DE6F7F-503D-4235-ACEA-FE1E2F12E127}"/>
                  </a:ext>
                </a:extLst>
              </p:cNvPr>
              <p:cNvSpPr>
                <a:spLocks noChangeShapeType="1"/>
              </p:cNvSpPr>
              <p:nvPr/>
            </p:nvSpPr>
            <p:spPr bwMode="auto">
              <a:xfrm>
                <a:off x="2616" y="2517"/>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8" name="Line 231">
                <a:extLst>
                  <a:ext uri="{FF2B5EF4-FFF2-40B4-BE49-F238E27FC236}">
                    <a16:creationId xmlns:a16="http://schemas.microsoft.com/office/drawing/2014/main" id="{B5B41185-10EB-4AB3-BD1A-888C1802AA4F}"/>
                  </a:ext>
                </a:extLst>
              </p:cNvPr>
              <p:cNvSpPr>
                <a:spLocks noChangeShapeType="1"/>
              </p:cNvSpPr>
              <p:nvPr/>
            </p:nvSpPr>
            <p:spPr bwMode="auto">
              <a:xfrm flipV="1">
                <a:off x="2759" y="2406"/>
                <a:ext cx="158" cy="11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9" name="Line 232">
                <a:extLst>
                  <a:ext uri="{FF2B5EF4-FFF2-40B4-BE49-F238E27FC236}">
                    <a16:creationId xmlns:a16="http://schemas.microsoft.com/office/drawing/2014/main" id="{CD74CA15-65DD-42EA-8E39-71E40B2AA6D2}"/>
                  </a:ext>
                </a:extLst>
              </p:cNvPr>
              <p:cNvSpPr>
                <a:spLocks noChangeShapeType="1"/>
              </p:cNvSpPr>
              <p:nvPr/>
            </p:nvSpPr>
            <p:spPr bwMode="auto">
              <a:xfrm flipH="1" flipV="1">
                <a:off x="2759" y="2279"/>
                <a:ext cx="158" cy="127"/>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0" name="Line 233">
                <a:extLst>
                  <a:ext uri="{FF2B5EF4-FFF2-40B4-BE49-F238E27FC236}">
                    <a16:creationId xmlns:a16="http://schemas.microsoft.com/office/drawing/2014/main" id="{6FD6BE57-C21A-46AE-B986-0A2BEB51429B}"/>
                  </a:ext>
                </a:extLst>
              </p:cNvPr>
              <p:cNvSpPr>
                <a:spLocks noChangeShapeType="1"/>
              </p:cNvSpPr>
              <p:nvPr/>
            </p:nvSpPr>
            <p:spPr bwMode="auto">
              <a:xfrm flipH="1">
                <a:off x="2616" y="2279"/>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1" name="Arc 234">
                <a:extLst>
                  <a:ext uri="{FF2B5EF4-FFF2-40B4-BE49-F238E27FC236}">
                    <a16:creationId xmlns:a16="http://schemas.microsoft.com/office/drawing/2014/main" id="{D12C02FB-C931-41DD-86C0-CC8D295AA0D1}"/>
                  </a:ext>
                </a:extLst>
              </p:cNvPr>
              <p:cNvSpPr>
                <a:spLocks/>
              </p:cNvSpPr>
              <p:nvPr/>
            </p:nvSpPr>
            <p:spPr bwMode="auto">
              <a:xfrm>
                <a:off x="2727" y="2263"/>
                <a:ext cx="215" cy="262"/>
              </a:xfrm>
              <a:custGeom>
                <a:avLst/>
                <a:gdLst>
                  <a:gd name="T0" fmla="*/ 0 w 18894"/>
                  <a:gd name="T1" fmla="*/ 0 h 21600"/>
                  <a:gd name="T2" fmla="*/ 0 w 18894"/>
                  <a:gd name="T3" fmla="*/ 0 h 21600"/>
                  <a:gd name="T4" fmla="*/ 0 w 18894"/>
                  <a:gd name="T5" fmla="*/ 0 h 21600"/>
                  <a:gd name="T6" fmla="*/ 0 60000 65536"/>
                  <a:gd name="T7" fmla="*/ 0 60000 65536"/>
                  <a:gd name="T8" fmla="*/ 0 60000 65536"/>
                  <a:gd name="T9" fmla="*/ 0 w 18894"/>
                  <a:gd name="T10" fmla="*/ 0 h 21600"/>
                  <a:gd name="T11" fmla="*/ 18894 w 18894"/>
                  <a:gd name="T12" fmla="*/ 21600 h 21600"/>
                </a:gdLst>
                <a:ahLst/>
                <a:cxnLst>
                  <a:cxn ang="T6">
                    <a:pos x="T0" y="T1"/>
                  </a:cxn>
                  <a:cxn ang="T7">
                    <a:pos x="T2" y="T3"/>
                  </a:cxn>
                  <a:cxn ang="T8">
                    <a:pos x="T4" y="T5"/>
                  </a:cxn>
                </a:cxnLst>
                <a:rect l="T9" t="T10" r="T11" b="T12"/>
                <a:pathLst>
                  <a:path w="18894" h="21600" fill="none" extrusionOk="0">
                    <a:moveTo>
                      <a:pt x="0" y="11"/>
                    </a:moveTo>
                    <a:cubicBezTo>
                      <a:pt x="233" y="3"/>
                      <a:pt x="467" y="-1"/>
                      <a:pt x="702" y="0"/>
                    </a:cubicBezTo>
                    <a:cubicBezTo>
                      <a:pt x="8066" y="0"/>
                      <a:pt x="14923" y="3752"/>
                      <a:pt x="18894" y="9954"/>
                    </a:cubicBezTo>
                  </a:path>
                  <a:path w="18894" h="21600" stroke="0" extrusionOk="0">
                    <a:moveTo>
                      <a:pt x="0" y="11"/>
                    </a:moveTo>
                    <a:cubicBezTo>
                      <a:pt x="233" y="3"/>
                      <a:pt x="467" y="-1"/>
                      <a:pt x="702" y="0"/>
                    </a:cubicBezTo>
                    <a:cubicBezTo>
                      <a:pt x="8066" y="0"/>
                      <a:pt x="14923" y="3752"/>
                      <a:pt x="18894" y="9954"/>
                    </a:cubicBezTo>
                    <a:lnTo>
                      <a:pt x="702" y="21600"/>
                    </a:lnTo>
                    <a:lnTo>
                      <a:pt x="0"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72" name="Arc 235">
                <a:extLst>
                  <a:ext uri="{FF2B5EF4-FFF2-40B4-BE49-F238E27FC236}">
                    <a16:creationId xmlns:a16="http://schemas.microsoft.com/office/drawing/2014/main" id="{EFCE0012-63E8-4DF4-9601-EFE936ACB2C7}"/>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73" name="Arc 236">
                <a:extLst>
                  <a:ext uri="{FF2B5EF4-FFF2-40B4-BE49-F238E27FC236}">
                    <a16:creationId xmlns:a16="http://schemas.microsoft.com/office/drawing/2014/main" id="{22F9162E-FC3F-491C-88EB-3A543A602455}"/>
                  </a:ext>
                </a:extLst>
              </p:cNvPr>
              <p:cNvSpPr>
                <a:spLocks/>
              </p:cNvSpPr>
              <p:nvPr/>
            </p:nvSpPr>
            <p:spPr bwMode="auto">
              <a:xfrm>
                <a:off x="2727" y="2271"/>
                <a:ext cx="229" cy="261"/>
              </a:xfrm>
              <a:custGeom>
                <a:avLst/>
                <a:gdLst>
                  <a:gd name="T0" fmla="*/ 0 w 20148"/>
                  <a:gd name="T1" fmla="*/ 0 h 21600"/>
                  <a:gd name="T2" fmla="*/ 0 w 20148"/>
                  <a:gd name="T3" fmla="*/ 0 h 21600"/>
                  <a:gd name="T4" fmla="*/ 0 w 20148"/>
                  <a:gd name="T5" fmla="*/ 0 h 21600"/>
                  <a:gd name="T6" fmla="*/ 0 60000 65536"/>
                  <a:gd name="T7" fmla="*/ 0 60000 65536"/>
                  <a:gd name="T8" fmla="*/ 0 60000 65536"/>
                  <a:gd name="T9" fmla="*/ 0 w 20148"/>
                  <a:gd name="T10" fmla="*/ 0 h 21600"/>
                  <a:gd name="T11" fmla="*/ 20148 w 20148"/>
                  <a:gd name="T12" fmla="*/ 21600 h 21600"/>
                </a:gdLst>
                <a:ahLst/>
                <a:cxnLst>
                  <a:cxn ang="T6">
                    <a:pos x="T0" y="T1"/>
                  </a:cxn>
                  <a:cxn ang="T7">
                    <a:pos x="T2" y="T3"/>
                  </a:cxn>
                  <a:cxn ang="T8">
                    <a:pos x="T4" y="T5"/>
                  </a:cxn>
                </a:cxnLst>
                <a:rect l="T9" t="T10" r="T11" b="T12"/>
                <a:pathLst>
                  <a:path w="20148" h="21600" fill="none" extrusionOk="0">
                    <a:moveTo>
                      <a:pt x="20147" y="9493"/>
                    </a:moveTo>
                    <a:cubicBezTo>
                      <a:pt x="16522" y="16902"/>
                      <a:pt x="8994" y="21599"/>
                      <a:pt x="746" y="21600"/>
                    </a:cubicBezTo>
                    <a:cubicBezTo>
                      <a:pt x="497" y="21600"/>
                      <a:pt x="248" y="21595"/>
                      <a:pt x="-1" y="21587"/>
                    </a:cubicBezTo>
                  </a:path>
                  <a:path w="20148" h="21600" stroke="0" extrusionOk="0">
                    <a:moveTo>
                      <a:pt x="20147" y="9493"/>
                    </a:moveTo>
                    <a:cubicBezTo>
                      <a:pt x="16522" y="16902"/>
                      <a:pt x="8994" y="21599"/>
                      <a:pt x="746" y="21600"/>
                    </a:cubicBezTo>
                    <a:cubicBezTo>
                      <a:pt x="497" y="21600"/>
                      <a:pt x="248" y="21595"/>
                      <a:pt x="-1" y="21587"/>
                    </a:cubicBezTo>
                    <a:lnTo>
                      <a:pt x="746" y="0"/>
                    </a:lnTo>
                    <a:lnTo>
                      <a:pt x="20147" y="9493"/>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74" name="Arc 237">
                <a:extLst>
                  <a:ext uri="{FF2B5EF4-FFF2-40B4-BE49-F238E27FC236}">
                    <a16:creationId xmlns:a16="http://schemas.microsoft.com/office/drawing/2014/main" id="{EE9EFAB4-AC71-4AF7-88A8-712E4BEF7E29}"/>
                  </a:ext>
                </a:extLst>
              </p:cNvPr>
              <p:cNvSpPr>
                <a:spLocks/>
              </p:cNvSpPr>
              <p:nvPr/>
            </p:nvSpPr>
            <p:spPr bwMode="auto">
              <a:xfrm>
                <a:off x="2727" y="2271"/>
                <a:ext cx="222" cy="253"/>
              </a:xfrm>
              <a:custGeom>
                <a:avLst/>
                <a:gdLst>
                  <a:gd name="T0" fmla="*/ 0 w 20157"/>
                  <a:gd name="T1" fmla="*/ 0 h 21600"/>
                  <a:gd name="T2" fmla="*/ 0 w 20157"/>
                  <a:gd name="T3" fmla="*/ 0 h 21600"/>
                  <a:gd name="T4" fmla="*/ 0 w 20157"/>
                  <a:gd name="T5" fmla="*/ 0 h 21600"/>
                  <a:gd name="T6" fmla="*/ 0 60000 65536"/>
                  <a:gd name="T7" fmla="*/ 0 60000 65536"/>
                  <a:gd name="T8" fmla="*/ 0 60000 65536"/>
                  <a:gd name="T9" fmla="*/ 0 w 20157"/>
                  <a:gd name="T10" fmla="*/ 0 h 21600"/>
                  <a:gd name="T11" fmla="*/ 20157 w 20157"/>
                  <a:gd name="T12" fmla="*/ 21600 h 21600"/>
                </a:gdLst>
                <a:ahLst/>
                <a:cxnLst>
                  <a:cxn ang="T6">
                    <a:pos x="T0" y="T1"/>
                  </a:cxn>
                  <a:cxn ang="T7">
                    <a:pos x="T2" y="T3"/>
                  </a:cxn>
                  <a:cxn ang="T8">
                    <a:pos x="T4" y="T5"/>
                  </a:cxn>
                </a:cxnLst>
                <a:rect l="T9" t="T10" r="T11" b="T12"/>
                <a:pathLst>
                  <a:path w="20157" h="21600" fill="none" extrusionOk="0">
                    <a:moveTo>
                      <a:pt x="20157" y="9478"/>
                    </a:moveTo>
                    <a:cubicBezTo>
                      <a:pt x="16535" y="16895"/>
                      <a:pt x="9002" y="21599"/>
                      <a:pt x="748" y="21600"/>
                    </a:cubicBezTo>
                    <a:cubicBezTo>
                      <a:pt x="498" y="21600"/>
                      <a:pt x="249" y="21595"/>
                      <a:pt x="-1" y="21587"/>
                    </a:cubicBezTo>
                  </a:path>
                  <a:path w="20157" h="21600" stroke="0" extrusionOk="0">
                    <a:moveTo>
                      <a:pt x="20157" y="9478"/>
                    </a:moveTo>
                    <a:cubicBezTo>
                      <a:pt x="16535" y="16895"/>
                      <a:pt x="9002" y="21599"/>
                      <a:pt x="748" y="21600"/>
                    </a:cubicBezTo>
                    <a:cubicBezTo>
                      <a:pt x="498" y="21600"/>
                      <a:pt x="249" y="21595"/>
                      <a:pt x="-1" y="21587"/>
                    </a:cubicBezTo>
                    <a:lnTo>
                      <a:pt x="748" y="0"/>
                    </a:lnTo>
                    <a:lnTo>
                      <a:pt x="20157" y="9478"/>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75" name="Line 238">
                <a:extLst>
                  <a:ext uri="{FF2B5EF4-FFF2-40B4-BE49-F238E27FC236}">
                    <a16:creationId xmlns:a16="http://schemas.microsoft.com/office/drawing/2014/main" id="{08E647FE-280E-43EC-877D-19DC2D30131F}"/>
                  </a:ext>
                </a:extLst>
              </p:cNvPr>
              <p:cNvSpPr>
                <a:spLocks noChangeShapeType="1"/>
              </p:cNvSpPr>
              <p:nvPr/>
            </p:nvSpPr>
            <p:spPr bwMode="auto">
              <a:xfrm>
                <a:off x="2616" y="2263"/>
                <a:ext cx="16"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6" name="Line 239">
                <a:extLst>
                  <a:ext uri="{FF2B5EF4-FFF2-40B4-BE49-F238E27FC236}">
                    <a16:creationId xmlns:a16="http://schemas.microsoft.com/office/drawing/2014/main" id="{7FDD5A5B-849C-42D6-80FC-01D01243B92F}"/>
                  </a:ext>
                </a:extLst>
              </p:cNvPr>
              <p:cNvSpPr>
                <a:spLocks noChangeShapeType="1"/>
              </p:cNvSpPr>
              <p:nvPr/>
            </p:nvSpPr>
            <p:spPr bwMode="auto">
              <a:xfrm>
                <a:off x="2632"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7" name="Line 240">
                <a:extLst>
                  <a:ext uri="{FF2B5EF4-FFF2-40B4-BE49-F238E27FC236}">
                    <a16:creationId xmlns:a16="http://schemas.microsoft.com/office/drawing/2014/main" id="{63AEC096-DB5A-4F21-AA4C-E390DEAE109B}"/>
                  </a:ext>
                </a:extLst>
              </p:cNvPr>
              <p:cNvSpPr>
                <a:spLocks noChangeShapeType="1"/>
              </p:cNvSpPr>
              <p:nvPr/>
            </p:nvSpPr>
            <p:spPr bwMode="auto">
              <a:xfrm>
                <a:off x="2648"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8" name="Line 241">
                <a:extLst>
                  <a:ext uri="{FF2B5EF4-FFF2-40B4-BE49-F238E27FC236}">
                    <a16:creationId xmlns:a16="http://schemas.microsoft.com/office/drawing/2014/main" id="{82AB5E36-2AA6-4447-B644-2678BB792D01}"/>
                  </a:ext>
                </a:extLst>
              </p:cNvPr>
              <p:cNvSpPr>
                <a:spLocks noChangeShapeType="1"/>
              </p:cNvSpPr>
              <p:nvPr/>
            </p:nvSpPr>
            <p:spPr bwMode="auto">
              <a:xfrm>
                <a:off x="2648"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9" name="Line 242">
                <a:extLst>
                  <a:ext uri="{FF2B5EF4-FFF2-40B4-BE49-F238E27FC236}">
                    <a16:creationId xmlns:a16="http://schemas.microsoft.com/office/drawing/2014/main" id="{F7D0B856-8F4E-41CD-B29C-CEFCF0E3EDF8}"/>
                  </a:ext>
                </a:extLst>
              </p:cNvPr>
              <p:cNvSpPr>
                <a:spLocks noChangeShapeType="1"/>
              </p:cNvSpPr>
              <p:nvPr/>
            </p:nvSpPr>
            <p:spPr bwMode="auto">
              <a:xfrm>
                <a:off x="2648"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0" name="Line 243">
                <a:extLst>
                  <a:ext uri="{FF2B5EF4-FFF2-40B4-BE49-F238E27FC236}">
                    <a16:creationId xmlns:a16="http://schemas.microsoft.com/office/drawing/2014/main" id="{C7074405-8C93-45B6-AC34-D532EA506F20}"/>
                  </a:ext>
                </a:extLst>
              </p:cNvPr>
              <p:cNvSpPr>
                <a:spLocks noChangeShapeType="1"/>
              </p:cNvSpPr>
              <p:nvPr/>
            </p:nvSpPr>
            <p:spPr bwMode="auto">
              <a:xfrm flipH="1">
                <a:off x="2632"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1" name="Line 244">
                <a:extLst>
                  <a:ext uri="{FF2B5EF4-FFF2-40B4-BE49-F238E27FC236}">
                    <a16:creationId xmlns:a16="http://schemas.microsoft.com/office/drawing/2014/main" id="{15FF214B-D530-4ED0-8A98-4A6C9B75ADA5}"/>
                  </a:ext>
                </a:extLst>
              </p:cNvPr>
              <p:cNvSpPr>
                <a:spLocks noChangeShapeType="1"/>
              </p:cNvSpPr>
              <p:nvPr/>
            </p:nvSpPr>
            <p:spPr bwMode="auto">
              <a:xfrm>
                <a:off x="2632"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2" name="Line 245">
                <a:extLst>
                  <a:ext uri="{FF2B5EF4-FFF2-40B4-BE49-F238E27FC236}">
                    <a16:creationId xmlns:a16="http://schemas.microsoft.com/office/drawing/2014/main" id="{960C076D-81BA-4929-ACE2-8FDFFCAB19AE}"/>
                  </a:ext>
                </a:extLst>
              </p:cNvPr>
              <p:cNvSpPr>
                <a:spLocks noChangeShapeType="1"/>
              </p:cNvSpPr>
              <p:nvPr/>
            </p:nvSpPr>
            <p:spPr bwMode="auto">
              <a:xfrm flipH="1">
                <a:off x="2616" y="2485"/>
                <a:ext cx="16"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3" name="Line 246">
                <a:extLst>
                  <a:ext uri="{FF2B5EF4-FFF2-40B4-BE49-F238E27FC236}">
                    <a16:creationId xmlns:a16="http://schemas.microsoft.com/office/drawing/2014/main" id="{C80D3964-213C-4F2A-AA67-CB1822270D0F}"/>
                  </a:ext>
                </a:extLst>
              </p:cNvPr>
              <p:cNvSpPr>
                <a:spLocks noChangeShapeType="1"/>
              </p:cNvSpPr>
              <p:nvPr/>
            </p:nvSpPr>
            <p:spPr bwMode="auto">
              <a:xfrm>
                <a:off x="2616" y="2263"/>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4" name="Line 247">
                <a:extLst>
                  <a:ext uri="{FF2B5EF4-FFF2-40B4-BE49-F238E27FC236}">
                    <a16:creationId xmlns:a16="http://schemas.microsoft.com/office/drawing/2014/main" id="{CC5F88AF-368C-4C3D-8E5F-5E7DFCFB1976}"/>
                  </a:ext>
                </a:extLst>
              </p:cNvPr>
              <p:cNvSpPr>
                <a:spLocks noChangeShapeType="1"/>
              </p:cNvSpPr>
              <p:nvPr/>
            </p:nvSpPr>
            <p:spPr bwMode="auto">
              <a:xfrm>
                <a:off x="2616" y="2517"/>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5" name="Arc 248">
                <a:extLst>
                  <a:ext uri="{FF2B5EF4-FFF2-40B4-BE49-F238E27FC236}">
                    <a16:creationId xmlns:a16="http://schemas.microsoft.com/office/drawing/2014/main" id="{D767321F-CE12-4863-A419-8E9073F7D80E}"/>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p:nvSpPr>
            <p:cNvPr id="113846" name="Line 249">
              <a:extLst>
                <a:ext uri="{FF2B5EF4-FFF2-40B4-BE49-F238E27FC236}">
                  <a16:creationId xmlns:a16="http://schemas.microsoft.com/office/drawing/2014/main" id="{AE44402A-2E84-446F-88A0-02033CDC4945}"/>
                </a:ext>
              </a:extLst>
            </p:cNvPr>
            <p:cNvSpPr>
              <a:spLocks noChangeShapeType="1"/>
            </p:cNvSpPr>
            <p:nvPr/>
          </p:nvSpPr>
          <p:spPr bwMode="auto">
            <a:xfrm flipH="1">
              <a:off x="576" y="2640"/>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7" name="Line 250">
              <a:extLst>
                <a:ext uri="{FF2B5EF4-FFF2-40B4-BE49-F238E27FC236}">
                  <a16:creationId xmlns:a16="http://schemas.microsoft.com/office/drawing/2014/main" id="{2F019B07-97CB-4324-BAA6-A56CF9114BAF}"/>
                </a:ext>
              </a:extLst>
            </p:cNvPr>
            <p:cNvSpPr>
              <a:spLocks noChangeShapeType="1"/>
            </p:cNvSpPr>
            <p:nvPr/>
          </p:nvSpPr>
          <p:spPr bwMode="auto">
            <a:xfrm>
              <a:off x="3072" y="2784"/>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8" name="Line 251">
              <a:extLst>
                <a:ext uri="{FF2B5EF4-FFF2-40B4-BE49-F238E27FC236}">
                  <a16:creationId xmlns:a16="http://schemas.microsoft.com/office/drawing/2014/main" id="{A27FA915-002B-4681-9D69-C8FC2BC0ED1F}"/>
                </a:ext>
              </a:extLst>
            </p:cNvPr>
            <p:cNvSpPr>
              <a:spLocks noChangeShapeType="1"/>
            </p:cNvSpPr>
            <p:nvPr/>
          </p:nvSpPr>
          <p:spPr bwMode="auto">
            <a:xfrm flipH="1">
              <a:off x="192" y="3360"/>
              <a:ext cx="28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9" name="Line 252">
              <a:extLst>
                <a:ext uri="{FF2B5EF4-FFF2-40B4-BE49-F238E27FC236}">
                  <a16:creationId xmlns:a16="http://schemas.microsoft.com/office/drawing/2014/main" id="{768F1892-6D5A-417A-A902-5943DE287A69}"/>
                </a:ext>
              </a:extLst>
            </p:cNvPr>
            <p:cNvSpPr>
              <a:spLocks noChangeShapeType="1"/>
            </p:cNvSpPr>
            <p:nvPr/>
          </p:nvSpPr>
          <p:spPr bwMode="auto">
            <a:xfrm>
              <a:off x="576" y="2640"/>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50" name="Oval 253">
              <a:extLst>
                <a:ext uri="{FF2B5EF4-FFF2-40B4-BE49-F238E27FC236}">
                  <a16:creationId xmlns:a16="http://schemas.microsoft.com/office/drawing/2014/main" id="{63DACB9D-B4FF-4E17-A2CC-3663EE794D7D}"/>
                </a:ext>
              </a:extLst>
            </p:cNvPr>
            <p:cNvSpPr>
              <a:spLocks noChangeArrowheads="1"/>
            </p:cNvSpPr>
            <p:nvPr/>
          </p:nvSpPr>
          <p:spPr bwMode="auto">
            <a:xfrm>
              <a:off x="528" y="3339"/>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51" name="Rectangle 254">
              <a:extLst>
                <a:ext uri="{FF2B5EF4-FFF2-40B4-BE49-F238E27FC236}">
                  <a16:creationId xmlns:a16="http://schemas.microsoft.com/office/drawing/2014/main" id="{1590A796-30E3-4467-B901-85CA052A26CA}"/>
                </a:ext>
              </a:extLst>
            </p:cNvPr>
            <p:cNvSpPr>
              <a:spLocks noChangeArrowheads="1"/>
            </p:cNvSpPr>
            <p:nvPr/>
          </p:nvSpPr>
          <p:spPr bwMode="auto">
            <a:xfrm>
              <a:off x="192" y="3072"/>
              <a:ext cx="19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E </a:t>
              </a:r>
              <a:endParaRPr lang="en-US" altLang="en-US">
                <a:latin typeface="Arial" panose="020B0604020202020204" pitchFamily="34" charset="0"/>
              </a:endParaRPr>
            </a:p>
          </p:txBody>
        </p:sp>
      </p:grpSp>
      <p:sp>
        <p:nvSpPr>
          <p:cNvPr id="15615" name="Text Box 255">
            <a:extLst>
              <a:ext uri="{FF2B5EF4-FFF2-40B4-BE49-F238E27FC236}">
                <a16:creationId xmlns:a16="http://schemas.microsoft.com/office/drawing/2014/main" id="{6EE87E0C-42C8-423D-8EAD-DFDE1961AF69}"/>
              </a:ext>
            </a:extLst>
          </p:cNvPr>
          <p:cNvSpPr txBox="1">
            <a:spLocks noChangeArrowheads="1"/>
          </p:cNvSpPr>
          <p:nvPr/>
        </p:nvSpPr>
        <p:spPr bwMode="auto">
          <a:xfrm>
            <a:off x="4038600" y="5105401"/>
            <a:ext cx="40909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C00000"/>
                </a:solidFill>
                <a:latin typeface="Arial" panose="020B0604020202020204" pitchFamily="34" charset="0"/>
              </a:rPr>
              <a:t>E = 0:  Full adder</a:t>
            </a:r>
          </a:p>
          <a:p>
            <a:pPr eaLnBrk="1" hangingPunct="1">
              <a:spcBef>
                <a:spcPct val="0"/>
              </a:spcBef>
              <a:buFontTx/>
              <a:buNone/>
            </a:pPr>
            <a:r>
              <a:rPr lang="en-US" altLang="en-US">
                <a:solidFill>
                  <a:srgbClr val="C00000"/>
                </a:solidFill>
                <a:latin typeface="Arial" panose="020B0604020202020204" pitchFamily="34" charset="0"/>
              </a:rPr>
              <a:t>E = 1:  Full subtractor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6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15"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BD45D824-A80A-44D8-B81A-91F6500C630D}"/>
              </a:ext>
            </a:extLst>
          </p:cNvPr>
          <p:cNvSpPr>
            <a:spLocks noGrp="1"/>
          </p:cNvSpPr>
          <p:nvPr>
            <p:ph type="title"/>
          </p:nvPr>
        </p:nvSpPr>
        <p:spPr>
          <a:xfrm>
            <a:off x="1981200" y="1"/>
            <a:ext cx="8229600" cy="639763"/>
          </a:xfrm>
        </p:spPr>
        <p:txBody>
          <a:bodyPr>
            <a:normAutofit fontScale="90000"/>
          </a:bodyPr>
          <a:lstStyle/>
          <a:p>
            <a:r>
              <a:rPr lang="en-US" altLang="en-US" u="sng">
                <a:solidFill>
                  <a:srgbClr val="FF0000"/>
                </a:solidFill>
              </a:rPr>
              <a:t>N-Bit Adder/Subtractor</a:t>
            </a:r>
          </a:p>
        </p:txBody>
      </p:sp>
      <p:graphicFrame>
        <p:nvGraphicFramePr>
          <p:cNvPr id="114691" name="Object 2">
            <a:extLst>
              <a:ext uri="{FF2B5EF4-FFF2-40B4-BE49-F238E27FC236}">
                <a16:creationId xmlns:a16="http://schemas.microsoft.com/office/drawing/2014/main" id="{01D3CE25-6272-4231-8625-AD406EE85CD3}"/>
              </a:ext>
            </a:extLst>
          </p:cNvPr>
          <p:cNvGraphicFramePr>
            <a:graphicFrameLocks noChangeAspect="1"/>
          </p:cNvGraphicFramePr>
          <p:nvPr/>
        </p:nvGraphicFramePr>
        <p:xfrm>
          <a:off x="1752600" y="1658938"/>
          <a:ext cx="8534400" cy="3446462"/>
        </p:xfrm>
        <a:graphic>
          <a:graphicData uri="http://schemas.openxmlformats.org/presentationml/2006/ole">
            <mc:AlternateContent xmlns:mc="http://schemas.openxmlformats.org/markup-compatibility/2006">
              <mc:Choice xmlns:v="urn:schemas-microsoft-com:vml" Requires="v">
                <p:oleObj spid="_x0000_s7176" name="Document" r:id="rId3" imgW="5501640" imgH="2221992" progId="Word.Document.8">
                  <p:embed/>
                </p:oleObj>
              </mc:Choice>
              <mc:Fallback>
                <p:oleObj name="Document" r:id="rId3" imgW="5501640" imgH="2221992" progId="Word.Document.8">
                  <p:embed/>
                  <p:pic>
                    <p:nvPicPr>
                      <p:cNvPr id="114691" name="Object 2">
                        <a:extLst>
                          <a:ext uri="{FF2B5EF4-FFF2-40B4-BE49-F238E27FC236}">
                            <a16:creationId xmlns:a16="http://schemas.microsoft.com/office/drawing/2014/main" id="{01D3CE25-6272-4231-8625-AD406EE85C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658938"/>
                        <a:ext cx="8534400" cy="344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Text Box 4">
            <a:extLst>
              <a:ext uri="{FF2B5EF4-FFF2-40B4-BE49-F238E27FC236}">
                <a16:creationId xmlns:a16="http://schemas.microsoft.com/office/drawing/2014/main" id="{9C9EBCB4-3AEB-4BAB-9A58-1859BF46C955}"/>
              </a:ext>
            </a:extLst>
          </p:cNvPr>
          <p:cNvSpPr txBox="1">
            <a:spLocks noChangeArrowheads="1"/>
          </p:cNvSpPr>
          <p:nvPr/>
        </p:nvSpPr>
        <p:spPr bwMode="auto">
          <a:xfrm>
            <a:off x="4200526" y="5181600"/>
            <a:ext cx="37306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C00000"/>
                </a:solidFill>
                <a:latin typeface="Arial" panose="020B0604020202020204" pitchFamily="34" charset="0"/>
              </a:rPr>
              <a:t>For</a:t>
            </a:r>
          </a:p>
          <a:p>
            <a:pPr eaLnBrk="1" hangingPunct="1">
              <a:spcBef>
                <a:spcPct val="0"/>
              </a:spcBef>
              <a:buFontTx/>
              <a:buNone/>
            </a:pPr>
            <a:r>
              <a:rPr lang="en-US" altLang="en-US" sz="2800">
                <a:solidFill>
                  <a:srgbClr val="C00000"/>
                </a:solidFill>
                <a:latin typeface="Arial" panose="020B0604020202020204" pitchFamily="34" charset="0"/>
              </a:rPr>
              <a:t>E = 0:  4-bit adder</a:t>
            </a:r>
          </a:p>
          <a:p>
            <a:pPr eaLnBrk="1" hangingPunct="1">
              <a:spcBef>
                <a:spcPct val="0"/>
              </a:spcBef>
              <a:buFontTx/>
              <a:buNone/>
            </a:pPr>
            <a:r>
              <a:rPr lang="en-US" altLang="en-US" sz="2800">
                <a:solidFill>
                  <a:srgbClr val="C00000"/>
                </a:solidFill>
                <a:latin typeface="Arial" panose="020B0604020202020204" pitchFamily="34" charset="0"/>
              </a:rPr>
              <a:t>E = 1:  4-bit subtractor</a:t>
            </a:r>
          </a:p>
        </p:txBody>
      </p:sp>
      <p:sp>
        <p:nvSpPr>
          <p:cNvPr id="114693" name="Rectangle 2">
            <a:extLst>
              <a:ext uri="{FF2B5EF4-FFF2-40B4-BE49-F238E27FC236}">
                <a16:creationId xmlns:a16="http://schemas.microsoft.com/office/drawing/2014/main" id="{153B7325-2710-4632-9DF6-E93863B36948}"/>
              </a:ext>
            </a:extLst>
          </p:cNvPr>
          <p:cNvSpPr txBox="1">
            <a:spLocks/>
          </p:cNvSpPr>
          <p:nvPr/>
        </p:nvSpPr>
        <p:spPr bwMode="auto">
          <a:xfrm>
            <a:off x="2286000" y="990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rPr>
              <a:t>4-bit Subtractor: E = 0</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6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284D26C-1A53-4CA7-9689-CC14B3302D09}"/>
              </a:ext>
            </a:extLst>
          </p:cNvPr>
          <p:cNvSpPr>
            <a:spLocks noGrp="1"/>
          </p:cNvSpPr>
          <p:nvPr>
            <p:ph type="title"/>
          </p:nvPr>
        </p:nvSpPr>
        <p:spPr>
          <a:xfrm>
            <a:off x="2286000" y="0"/>
            <a:ext cx="7772400" cy="533400"/>
          </a:xfrm>
        </p:spPr>
        <p:txBody>
          <a:bodyPr/>
          <a:lstStyle/>
          <a:p>
            <a:r>
              <a:rPr lang="en-US" altLang="en-US" sz="3200" u="sng">
                <a:solidFill>
                  <a:srgbClr val="FF0000"/>
                </a:solidFill>
              </a:rPr>
              <a:t>4-bit Subtractor: E = 1</a:t>
            </a:r>
          </a:p>
        </p:txBody>
      </p:sp>
      <p:graphicFrame>
        <p:nvGraphicFramePr>
          <p:cNvPr id="115715" name="Object 2">
            <a:extLst>
              <a:ext uri="{FF2B5EF4-FFF2-40B4-BE49-F238E27FC236}">
                <a16:creationId xmlns:a16="http://schemas.microsoft.com/office/drawing/2014/main" id="{2277DB19-AA4A-44CF-9890-BA6AB2F0692B}"/>
              </a:ext>
            </a:extLst>
          </p:cNvPr>
          <p:cNvGraphicFramePr>
            <a:graphicFrameLocks noChangeAspect="1"/>
          </p:cNvGraphicFramePr>
          <p:nvPr/>
        </p:nvGraphicFramePr>
        <p:xfrm>
          <a:off x="1752600" y="838201"/>
          <a:ext cx="8534400" cy="3446463"/>
        </p:xfrm>
        <a:graphic>
          <a:graphicData uri="http://schemas.openxmlformats.org/presentationml/2006/ole">
            <mc:AlternateContent xmlns:mc="http://schemas.openxmlformats.org/markup-compatibility/2006">
              <mc:Choice xmlns:v="urn:schemas-microsoft-com:vml" Requires="v">
                <p:oleObj spid="_x0000_s8200" name="Document" r:id="rId3" imgW="5501640" imgH="2221992" progId="Word.Document.8">
                  <p:embed/>
                </p:oleObj>
              </mc:Choice>
              <mc:Fallback>
                <p:oleObj name="Document" r:id="rId3" imgW="5501640" imgH="2221992" progId="Word.Document.8">
                  <p:embed/>
                  <p:pic>
                    <p:nvPicPr>
                      <p:cNvPr id="115715" name="Object 2">
                        <a:extLst>
                          <a:ext uri="{FF2B5EF4-FFF2-40B4-BE49-F238E27FC236}">
                            <a16:creationId xmlns:a16="http://schemas.microsoft.com/office/drawing/2014/main" id="{2277DB19-AA4A-44CF-9890-BA6AB2F069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838201"/>
                        <a:ext cx="8534400" cy="344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34C742F7-F81E-4EA6-8CC6-E98354B40234}"/>
              </a:ext>
            </a:extLst>
          </p:cNvPr>
          <p:cNvGrpSpPr>
            <a:grpSpLocks/>
          </p:cNvGrpSpPr>
          <p:nvPr/>
        </p:nvGrpSpPr>
        <p:grpSpPr bwMode="auto">
          <a:xfrm>
            <a:off x="2574926" y="2819400"/>
            <a:ext cx="7662863" cy="2108200"/>
            <a:chOff x="662" y="2124"/>
            <a:chExt cx="4827" cy="1328"/>
          </a:xfrm>
        </p:grpSpPr>
        <p:sp>
          <p:nvSpPr>
            <p:cNvPr id="115718" name="Text Box 5">
              <a:extLst>
                <a:ext uri="{FF2B5EF4-FFF2-40B4-BE49-F238E27FC236}">
                  <a16:creationId xmlns:a16="http://schemas.microsoft.com/office/drawing/2014/main" id="{5902C27E-EF52-49FB-AB28-70FB78CF74A9}"/>
                </a:ext>
              </a:extLst>
            </p:cNvPr>
            <p:cNvSpPr txBox="1">
              <a:spLocks noChangeArrowheads="1"/>
            </p:cNvSpPr>
            <p:nvPr/>
          </p:nvSpPr>
          <p:spPr bwMode="auto">
            <a:xfrm>
              <a:off x="5078" y="2124"/>
              <a:ext cx="41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Arial" panose="020B0604020202020204" pitchFamily="34" charset="0"/>
                </a:rPr>
                <a:t>+1</a:t>
              </a:r>
            </a:p>
          </p:txBody>
        </p:sp>
        <p:sp>
          <p:nvSpPr>
            <p:cNvPr id="115719" name="Text Box 6">
              <a:extLst>
                <a:ext uri="{FF2B5EF4-FFF2-40B4-BE49-F238E27FC236}">
                  <a16:creationId xmlns:a16="http://schemas.microsoft.com/office/drawing/2014/main" id="{F52AD829-B34B-4F07-828B-F4002F359604}"/>
                </a:ext>
              </a:extLst>
            </p:cNvPr>
            <p:cNvSpPr txBox="1">
              <a:spLocks noChangeArrowheads="1"/>
            </p:cNvSpPr>
            <p:nvPr/>
          </p:nvSpPr>
          <p:spPr bwMode="auto">
            <a:xfrm>
              <a:off x="662" y="3084"/>
              <a:ext cx="425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C00000"/>
                  </a:solidFill>
                  <a:latin typeface="Arial" panose="020B0604020202020204" pitchFamily="34" charset="0"/>
                </a:rPr>
                <a:t>Add </a:t>
              </a:r>
              <a:r>
                <a:rPr lang="en-US" altLang="en-US" sz="2800" b="1">
                  <a:solidFill>
                    <a:srgbClr val="C00000"/>
                  </a:solidFill>
                  <a:latin typeface="Arial" panose="020B0604020202020204" pitchFamily="34" charset="0"/>
                </a:rPr>
                <a:t>A</a:t>
              </a:r>
              <a:r>
                <a:rPr lang="en-US" altLang="en-US" sz="2800">
                  <a:solidFill>
                    <a:srgbClr val="C00000"/>
                  </a:solidFill>
                  <a:latin typeface="Arial" panose="020B0604020202020204" pitchFamily="34" charset="0"/>
                </a:rPr>
                <a:t> to </a:t>
              </a:r>
              <a:r>
                <a:rPr lang="en-US" altLang="en-US" sz="2800" b="1">
                  <a:solidFill>
                    <a:srgbClr val="C00000"/>
                  </a:solidFill>
                  <a:latin typeface="Arial" panose="020B0604020202020204" pitchFamily="34" charset="0"/>
                </a:rPr>
                <a:t>!B</a:t>
              </a:r>
              <a:r>
                <a:rPr lang="en-US" altLang="en-US" sz="2800">
                  <a:solidFill>
                    <a:srgbClr val="C00000"/>
                  </a:solidFill>
                  <a:latin typeface="Arial" panose="020B0604020202020204" pitchFamily="34" charset="0"/>
                </a:rPr>
                <a:t> (one’s complement)</a:t>
              </a:r>
              <a:r>
                <a:rPr lang="en-US" altLang="en-US">
                  <a:latin typeface="Arial" panose="020B0604020202020204" pitchFamily="34" charset="0"/>
                </a:rPr>
                <a:t>   </a:t>
              </a:r>
              <a:r>
                <a:rPr lang="en-US" altLang="en-US">
                  <a:solidFill>
                    <a:srgbClr val="FF0000"/>
                  </a:solidFill>
                  <a:latin typeface="Arial" panose="020B0604020202020204" pitchFamily="34" charset="0"/>
                </a:rPr>
                <a:t>plus 1</a:t>
              </a:r>
            </a:p>
          </p:txBody>
        </p:sp>
        <p:sp>
          <p:nvSpPr>
            <p:cNvPr id="115720" name="Line 7">
              <a:extLst>
                <a:ext uri="{FF2B5EF4-FFF2-40B4-BE49-F238E27FC236}">
                  <a16:creationId xmlns:a16="http://schemas.microsoft.com/office/drawing/2014/main" id="{0ACF910B-0869-41BC-8EA4-829D50CF5422}"/>
                </a:ext>
              </a:extLst>
            </p:cNvPr>
            <p:cNvSpPr>
              <a:spLocks noChangeShapeType="1"/>
            </p:cNvSpPr>
            <p:nvPr/>
          </p:nvSpPr>
          <p:spPr bwMode="auto">
            <a:xfrm>
              <a:off x="4848" y="3264"/>
              <a:ext cx="4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5721" name="Line 8">
              <a:extLst>
                <a:ext uri="{FF2B5EF4-FFF2-40B4-BE49-F238E27FC236}">
                  <a16:creationId xmlns:a16="http://schemas.microsoft.com/office/drawing/2014/main" id="{37C67DD7-13D1-457E-8046-78E87545D3D3}"/>
                </a:ext>
              </a:extLst>
            </p:cNvPr>
            <p:cNvSpPr>
              <a:spLocks noChangeShapeType="1"/>
            </p:cNvSpPr>
            <p:nvPr/>
          </p:nvSpPr>
          <p:spPr bwMode="auto">
            <a:xfrm flipV="1">
              <a:off x="5280" y="2496"/>
              <a:ext cx="0" cy="76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20489" name="Text Box 9">
            <a:extLst>
              <a:ext uri="{FF2B5EF4-FFF2-40B4-BE49-F238E27FC236}">
                <a16:creationId xmlns:a16="http://schemas.microsoft.com/office/drawing/2014/main" id="{23347D95-0134-41AB-AF06-CF8EB33EF6A9}"/>
              </a:ext>
            </a:extLst>
          </p:cNvPr>
          <p:cNvSpPr txBox="1">
            <a:spLocks noChangeArrowheads="1"/>
          </p:cNvSpPr>
          <p:nvPr/>
        </p:nvSpPr>
        <p:spPr bwMode="auto">
          <a:xfrm>
            <a:off x="2057400" y="5419726"/>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FF0000"/>
                </a:solidFill>
                <a:latin typeface="Arial" panose="020B0604020202020204" pitchFamily="34" charset="0"/>
              </a:rPr>
              <a:t>That is, add </a:t>
            </a:r>
            <a:r>
              <a:rPr lang="en-US" altLang="en-US" sz="2800" b="1">
                <a:solidFill>
                  <a:srgbClr val="FF0000"/>
                </a:solidFill>
                <a:latin typeface="Arial" panose="020B0604020202020204" pitchFamily="34" charset="0"/>
              </a:rPr>
              <a:t>A</a:t>
            </a:r>
            <a:r>
              <a:rPr lang="en-US" altLang="en-US" sz="2800">
                <a:solidFill>
                  <a:srgbClr val="FF0000"/>
                </a:solidFill>
                <a:latin typeface="Arial" panose="020B0604020202020204" pitchFamily="34" charset="0"/>
              </a:rPr>
              <a:t> to two’s complement of </a:t>
            </a:r>
            <a:r>
              <a:rPr lang="en-US" altLang="en-US" sz="2800" b="1">
                <a:solidFill>
                  <a:srgbClr val="FF0000"/>
                </a:solidFill>
                <a:latin typeface="Arial" panose="020B0604020202020204" pitchFamily="34" charset="0"/>
              </a:rPr>
              <a:t>B; D</a:t>
            </a:r>
            <a:r>
              <a:rPr lang="en-US" altLang="en-US" sz="2800">
                <a:solidFill>
                  <a:srgbClr val="FF0000"/>
                </a:solidFill>
                <a:latin typeface="Arial" panose="020B0604020202020204" pitchFamily="34" charset="0"/>
              </a:rPr>
              <a:t> = </a:t>
            </a:r>
            <a:r>
              <a:rPr lang="en-US" altLang="en-US" sz="2800" b="1">
                <a:solidFill>
                  <a:srgbClr val="FF0000"/>
                </a:solidFill>
                <a:latin typeface="Arial" panose="020B0604020202020204" pitchFamily="34" charset="0"/>
              </a:rPr>
              <a:t>A</a:t>
            </a:r>
            <a:r>
              <a:rPr lang="en-US" altLang="en-US" sz="2800">
                <a:solidFill>
                  <a:srgbClr val="FF0000"/>
                </a:solidFill>
                <a:latin typeface="Arial" panose="020B0604020202020204" pitchFamily="34" charset="0"/>
              </a:rPr>
              <a:t> - </a:t>
            </a:r>
            <a:r>
              <a:rPr lang="en-US" altLang="en-US" sz="2800" b="1">
                <a:solidFill>
                  <a:srgbClr val="FF0000"/>
                </a:solidFill>
                <a:latin typeface="Arial" panose="020B0604020202020204" pitchFamily="34" charset="0"/>
              </a:rPr>
              <a:t>B</a:t>
            </a:r>
            <a:endParaRPr lang="en-US" altLang="en-US" sz="2800">
              <a:solidFill>
                <a:srgbClr val="FF0000"/>
              </a:solidFill>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build="p"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CE026ED-1D42-41DD-B112-FD892D1B7B99}"/>
              </a:ext>
            </a:extLst>
          </p:cNvPr>
          <p:cNvSpPr txBox="1">
            <a:spLocks noChangeArrowheads="1"/>
          </p:cNvSpPr>
          <p:nvPr/>
        </p:nvSpPr>
        <p:spPr>
          <a:xfrm>
            <a:off x="2133600" y="560388"/>
            <a:ext cx="8229600" cy="5562600"/>
          </a:xfrm>
          <a:prstGeom prst="rect">
            <a:avLst/>
          </a:prstGeom>
          <a:noFill/>
        </p:spPr>
        <p:txBody>
          <a:bodyPr/>
          <a:lstStyle/>
          <a:p>
            <a:pPr marL="342900" indent="-342900">
              <a:lnSpc>
                <a:spcPct val="150000"/>
              </a:lnSpc>
              <a:spcBef>
                <a:spcPct val="40000"/>
              </a:spcBef>
              <a:buFont typeface="Wingdings" panose="05000000000000000000" pitchFamily="2" charset="2"/>
              <a:buChar char="Ø"/>
              <a:defRPr/>
            </a:pPr>
            <a:r>
              <a:rPr lang="en-US" sz="2200" dirty="0">
                <a:solidFill>
                  <a:srgbClr val="6600FF"/>
                </a:solidFill>
                <a:latin typeface="Times New Roman" panose="02020603050405020304" pitchFamily="18" charset="0"/>
                <a:cs typeface="Times New Roman" panose="02020603050405020304" pitchFamily="18" charset="0"/>
              </a:rPr>
              <a:t>Boolean algebra is a mathematical system for the manipulation of variables that can have one of two values.</a:t>
            </a:r>
          </a:p>
          <a:p>
            <a:pPr marL="80010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In formal logic, these values are “true” and “false.”</a:t>
            </a:r>
          </a:p>
          <a:p>
            <a:pPr marL="80010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In digital systems, these values are “on” and “off,” 1 and 0, or “high” and “low.”</a:t>
            </a:r>
          </a:p>
          <a:p>
            <a:pPr marL="342900" indent="-342900">
              <a:lnSpc>
                <a:spcPct val="150000"/>
              </a:lnSpc>
              <a:spcBef>
                <a:spcPct val="40000"/>
              </a:spcBef>
              <a:buFont typeface="Wingdings" panose="05000000000000000000" pitchFamily="2" charset="2"/>
              <a:buChar char="Ø"/>
              <a:defRPr/>
            </a:pPr>
            <a:r>
              <a:rPr lang="en-US" sz="2200" dirty="0">
                <a:solidFill>
                  <a:srgbClr val="2B0BB5"/>
                </a:solidFill>
                <a:latin typeface="Times New Roman" panose="02020603050405020304" pitchFamily="18" charset="0"/>
                <a:cs typeface="Times New Roman" panose="02020603050405020304" pitchFamily="18" charset="0"/>
              </a:rPr>
              <a:t>Boolean expressions are created by performing operations on Boolean variables.</a:t>
            </a:r>
          </a:p>
          <a:p>
            <a:pPr marL="742950" lvl="1" indent="-342900">
              <a:lnSpc>
                <a:spcPct val="150000"/>
              </a:lnSpc>
              <a:spcBef>
                <a:spcPct val="10000"/>
              </a:spcBef>
              <a:buFont typeface="Wingdings" panose="05000000000000000000" pitchFamily="2" charset="2"/>
              <a:buChar char="v"/>
              <a:defRPr/>
            </a:pPr>
            <a:r>
              <a:rPr lang="en-US" sz="2200" dirty="0">
                <a:solidFill>
                  <a:srgbClr val="FF0000"/>
                </a:solidFill>
                <a:latin typeface="Times New Roman" panose="02020603050405020304" pitchFamily="18" charset="0"/>
                <a:cs typeface="Times New Roman" panose="02020603050405020304" pitchFamily="18" charset="0"/>
              </a:rPr>
              <a:t>Common Boolean operators include AND, OR, and NOT.</a:t>
            </a:r>
          </a:p>
          <a:p>
            <a:pPr marL="344488" lvl="1" indent="-342900">
              <a:lnSpc>
                <a:spcPct val="150000"/>
              </a:lnSpc>
              <a:spcBef>
                <a:spcPct val="10000"/>
              </a:spcBef>
              <a:buFont typeface="Wingdings" panose="05000000000000000000" pitchFamily="2" charset="2"/>
              <a:buChar char="Ø"/>
              <a:defRPr/>
            </a:pPr>
            <a:r>
              <a:rPr lang="en-US" sz="2200" dirty="0">
                <a:solidFill>
                  <a:srgbClr val="2B0BB5"/>
                </a:solidFill>
                <a:latin typeface="Times New Roman" panose="02020603050405020304" pitchFamily="18" charset="0"/>
                <a:cs typeface="Times New Roman" panose="02020603050405020304" pitchFamily="18" charset="0"/>
              </a:rPr>
              <a:t>The electronic circuit which performs/implement these Boolean logic operation are known as LOGIC GATE.</a:t>
            </a:r>
          </a:p>
          <a:p>
            <a:pPr marL="1588" lvl="1">
              <a:lnSpc>
                <a:spcPct val="150000"/>
              </a:lnSpc>
              <a:spcBef>
                <a:spcPct val="10000"/>
              </a:spcBef>
              <a:defRPr/>
            </a:pPr>
            <a:endParaRPr lang="en-US" sz="2000" dirty="0">
              <a:solidFill>
                <a:srgbClr val="6600FF"/>
              </a:solidFill>
              <a:latin typeface="Times New Roman" panose="02020603050405020304" pitchFamily="18" charset="0"/>
              <a:cs typeface="Times New Roman" panose="02020603050405020304" pitchFamily="18" charset="0"/>
            </a:endParaRPr>
          </a:p>
        </p:txBody>
      </p:sp>
      <p:sp>
        <p:nvSpPr>
          <p:cNvPr id="45059" name="TextBox 1">
            <a:extLst>
              <a:ext uri="{FF2B5EF4-FFF2-40B4-BE49-F238E27FC236}">
                <a16:creationId xmlns:a16="http://schemas.microsoft.com/office/drawing/2014/main" id="{360EBF1E-05BD-414F-B5E5-0B9C25FC5EB2}"/>
              </a:ext>
            </a:extLst>
          </p:cNvPr>
          <p:cNvSpPr txBox="1">
            <a:spLocks noChangeArrowheads="1"/>
          </p:cNvSpPr>
          <p:nvPr/>
        </p:nvSpPr>
        <p:spPr bwMode="auto">
          <a:xfrm>
            <a:off x="4648200" y="1"/>
            <a:ext cx="2819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Boolean Algebra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62118B33-6C71-463F-95B0-E87C939BB2FD}"/>
              </a:ext>
            </a:extLst>
          </p:cNvPr>
          <p:cNvSpPr txBox="1">
            <a:spLocks noChangeArrowheads="1"/>
          </p:cNvSpPr>
          <p:nvPr/>
        </p:nvSpPr>
        <p:spPr bwMode="auto">
          <a:xfrm>
            <a:off x="2133600" y="914400"/>
            <a:ext cx="7391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Wingdings" panose="05000000000000000000" pitchFamily="2" charset="2"/>
              <a:buChar char="Ø"/>
            </a:pPr>
            <a:r>
              <a:rPr lang="en-US" altLang="en-US" sz="2200">
                <a:solidFill>
                  <a:srgbClr val="2B0BB5"/>
                </a:solidFill>
                <a:latin typeface="Times New Roman" panose="02020603050405020304" pitchFamily="18" charset="0"/>
                <a:cs typeface="Times New Roman" panose="02020603050405020304" pitchFamily="18" charset="0"/>
              </a:rPr>
              <a:t>A Boolean function has:</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Boolean variable, </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Boolean operator, and </a:t>
            </a:r>
          </a:p>
          <a:p>
            <a:pPr lvl="1">
              <a:buSzPct val="80000"/>
              <a:buFontTx/>
              <a:buChar char="•"/>
            </a:pPr>
            <a:r>
              <a:rPr lang="en-US" altLang="en-US" sz="2200">
                <a:solidFill>
                  <a:srgbClr val="2B0BB5"/>
                </a:solidFill>
                <a:latin typeface="Times New Roman" panose="02020603050405020304" pitchFamily="18" charset="0"/>
                <a:cs typeface="Times New Roman" panose="02020603050405020304" pitchFamily="18" charset="0"/>
              </a:rPr>
              <a:t>At least one input from the set {0,1}.  </a:t>
            </a:r>
          </a:p>
          <a:p>
            <a:pPr>
              <a:spcBef>
                <a:spcPct val="40000"/>
              </a:spcBef>
              <a:buFont typeface="Wingdings" panose="05000000000000000000" pitchFamily="2" charset="2"/>
              <a:buChar char="Ø"/>
            </a:pPr>
            <a:r>
              <a:rPr lang="en-US" altLang="en-US" sz="2200">
                <a:solidFill>
                  <a:srgbClr val="2B0BB5"/>
                </a:solidFill>
                <a:latin typeface="Times New Roman" panose="02020603050405020304" pitchFamily="18" charset="0"/>
                <a:cs typeface="Times New Roman" panose="02020603050405020304" pitchFamily="18" charset="0"/>
              </a:rPr>
              <a:t>It produces an output that is also a member of the set {0,1}.</a:t>
            </a:r>
          </a:p>
        </p:txBody>
      </p:sp>
      <p:sp>
        <p:nvSpPr>
          <p:cNvPr id="46083" name="Rectangle 1">
            <a:extLst>
              <a:ext uri="{FF2B5EF4-FFF2-40B4-BE49-F238E27FC236}">
                <a16:creationId xmlns:a16="http://schemas.microsoft.com/office/drawing/2014/main" id="{1F0368B3-AF0E-42CA-89AC-95E0D1C122D6}"/>
              </a:ext>
            </a:extLst>
          </p:cNvPr>
          <p:cNvSpPr>
            <a:spLocks noChangeArrowheads="1"/>
          </p:cNvSpPr>
          <p:nvPr/>
        </p:nvSpPr>
        <p:spPr bwMode="auto">
          <a:xfrm>
            <a:off x="3581400" y="152401"/>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a:extLst>
              <a:ext uri="{FF2B5EF4-FFF2-40B4-BE49-F238E27FC236}">
                <a16:creationId xmlns:a16="http://schemas.microsoft.com/office/drawing/2014/main" id="{1620DD86-9E5C-4247-9A1C-E60FD133C086}"/>
              </a:ext>
            </a:extLst>
          </p:cNvPr>
          <p:cNvSpPr>
            <a:spLocks noChangeArrowheads="1"/>
          </p:cNvSpPr>
          <p:nvPr/>
        </p:nvSpPr>
        <p:spPr bwMode="auto">
          <a:xfrm>
            <a:off x="2133600" y="685800"/>
            <a:ext cx="8077200" cy="506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1800" b="1">
                <a:solidFill>
                  <a:srgbClr val="FF0000"/>
                </a:solidFill>
                <a:latin typeface="Arial" panose="020B0604020202020204" pitchFamily="34" charset="0"/>
              </a:rPr>
              <a:t>Boolean Algebra is an algebraic structure defined on a set of elements B together with two binary operators ‘+’ and ‘.’ provided the following (Huntington) postulates are satisfied </a:t>
            </a:r>
          </a:p>
          <a:p>
            <a:pPr eaLnBrk="1" hangingPunct="1">
              <a:spcBef>
                <a:spcPct val="0"/>
              </a:spcBef>
              <a:buFontTx/>
              <a:buNone/>
            </a:pPr>
            <a:endParaRPr lang="en-US" altLang="en-US" sz="1800" b="1">
              <a:solidFill>
                <a:srgbClr val="C00000"/>
              </a:solidFill>
              <a:latin typeface="Arial" panose="020B0604020202020204" pitchFamily="34" charset="0"/>
            </a:endParaRPr>
          </a:p>
          <a:p>
            <a:pPr eaLnBrk="1" hangingPunct="1">
              <a:spcBef>
                <a:spcPct val="0"/>
              </a:spcBef>
              <a:buFontTx/>
              <a:buNone/>
            </a:pPr>
            <a:r>
              <a:rPr lang="en-US" altLang="en-US" sz="1800" b="1">
                <a:solidFill>
                  <a:srgbClr val="C00000"/>
                </a:solidFill>
                <a:latin typeface="Arial" panose="020B0604020202020204" pitchFamily="34" charset="0"/>
              </a:rPr>
              <a:t> Postulate 1: Closure Property: For every A, B </a:t>
            </a:r>
            <a:r>
              <a:rPr lang="el-GR" altLang="en-US" sz="2800" b="1">
                <a:solidFill>
                  <a:srgbClr val="C00000"/>
                </a:solidFill>
                <a:latin typeface="Times New Roman" panose="02020603050405020304" pitchFamily="18" charset="0"/>
                <a:cs typeface="Times New Roman" panose="02020603050405020304" pitchFamily="18" charset="0"/>
              </a:rPr>
              <a:t>ϵ</a:t>
            </a:r>
            <a:r>
              <a:rPr lang="en-US"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C00000"/>
                </a:solidFill>
                <a:latin typeface="Arial" panose="020B0604020202020204" pitchFamily="34" charset="0"/>
              </a:rPr>
              <a:t>S</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 D = A + B and D </a:t>
            </a:r>
            <a:r>
              <a:rPr lang="el-GR" altLang="en-US" sz="2800" b="1">
                <a:solidFill>
                  <a:srgbClr val="C00000"/>
                </a:solidFill>
                <a:latin typeface="Times New Roman" panose="02020603050405020304" pitchFamily="18" charset="0"/>
                <a:cs typeface="Times New Roman" panose="02020603050405020304" pitchFamily="18" charset="0"/>
              </a:rPr>
              <a:t>ϵ</a:t>
            </a:r>
            <a:r>
              <a:rPr lang="el-GR"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002060"/>
                </a:solidFill>
                <a:latin typeface="Arial" panose="020B0604020202020204" pitchFamily="34" charset="0"/>
              </a:rPr>
              <a:t>S: This is the closure property for OR operation.</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(ii) G = A.B and G </a:t>
            </a:r>
            <a:r>
              <a:rPr lang="el-GR" altLang="en-US" sz="2800" b="1">
                <a:solidFill>
                  <a:srgbClr val="C00000"/>
                </a:solidFill>
                <a:latin typeface="Times New Roman" panose="02020603050405020304" pitchFamily="18" charset="0"/>
                <a:cs typeface="Times New Roman" panose="02020603050405020304" pitchFamily="18" charset="0"/>
              </a:rPr>
              <a:t>ϵ</a:t>
            </a:r>
            <a:r>
              <a:rPr lang="el-GR"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002060"/>
                </a:solidFill>
                <a:latin typeface="Arial" panose="020B0604020202020204" pitchFamily="34" charset="0"/>
              </a:rPr>
              <a:t>S: This is the closure property for AND operation.</a:t>
            </a:r>
          </a:p>
          <a:p>
            <a:pPr eaLnBrk="1" hangingPunct="1">
              <a:lnSpc>
                <a:spcPct val="150000"/>
              </a:lnSpc>
              <a:spcBef>
                <a:spcPct val="0"/>
              </a:spcBef>
              <a:buFontTx/>
              <a:buNone/>
            </a:pPr>
            <a:endParaRPr lang="en-US" altLang="en-US" sz="1000" b="1">
              <a:solidFill>
                <a:srgbClr val="002060"/>
              </a:solidFill>
              <a:latin typeface="Arial" panose="020B0604020202020204" pitchFamily="34" charset="0"/>
            </a:endParaRPr>
          </a:p>
          <a:p>
            <a:pPr eaLnBrk="1" hangingPunct="1">
              <a:spcBef>
                <a:spcPct val="0"/>
              </a:spcBef>
              <a:buFontTx/>
              <a:buNone/>
            </a:pPr>
            <a:r>
              <a:rPr lang="en-US" altLang="en-US" sz="1800" b="1">
                <a:solidFill>
                  <a:srgbClr val="C00000"/>
                </a:solidFill>
                <a:latin typeface="Arial" panose="020B0604020202020204" pitchFamily="34" charset="0"/>
              </a:rPr>
              <a:t>Postulate 2: Commutative Law: If A and B  </a:t>
            </a:r>
            <a:r>
              <a:rPr lang="el-GR" altLang="en-US" sz="2800" b="1">
                <a:solidFill>
                  <a:srgbClr val="C00000"/>
                </a:solidFill>
                <a:latin typeface="Times New Roman" panose="02020603050405020304" pitchFamily="18" charset="0"/>
                <a:cs typeface="Times New Roman" panose="02020603050405020304" pitchFamily="18" charset="0"/>
              </a:rPr>
              <a:t>ϵ</a:t>
            </a:r>
            <a:r>
              <a:rPr lang="en-US" altLang="en-US" sz="1800" b="1">
                <a:solidFill>
                  <a:srgbClr val="C00000"/>
                </a:solidFill>
                <a:latin typeface="Times New Roman" panose="02020603050405020304" pitchFamily="18" charset="0"/>
                <a:cs typeface="Times New Roman" panose="02020603050405020304" pitchFamily="18" charset="0"/>
              </a:rPr>
              <a:t> </a:t>
            </a:r>
            <a:r>
              <a:rPr lang="en-US" altLang="en-US" sz="1800" b="1">
                <a:solidFill>
                  <a:srgbClr val="C00000"/>
                </a:solidFill>
                <a:latin typeface="Arial" panose="020B0604020202020204" pitchFamily="34" charset="0"/>
              </a:rPr>
              <a:t>S then</a:t>
            </a:r>
          </a:p>
          <a:p>
            <a:pPr eaLnBrk="1" hangingPunct="1">
              <a:lnSpc>
                <a:spcPct val="150000"/>
              </a:lnSpc>
              <a:spcBef>
                <a:spcPct val="0"/>
              </a:spcBef>
              <a:buFontTx/>
              <a:buNone/>
            </a:pPr>
            <a:r>
              <a:rPr lang="en-US" altLang="en-US" sz="1800" b="1">
                <a:solidFill>
                  <a:srgbClr val="002060"/>
                </a:solidFill>
                <a:latin typeface="Arial" panose="020B0604020202020204" pitchFamily="34" charset="0"/>
              </a:rPr>
              <a:t>(i) A + B = B + A</a:t>
            </a:r>
          </a:p>
          <a:p>
            <a:pPr eaLnBrk="1" hangingPunct="1">
              <a:lnSpc>
                <a:spcPct val="150000"/>
              </a:lnSpc>
              <a:spcBef>
                <a:spcPct val="0"/>
              </a:spcBef>
              <a:buFontTx/>
              <a:buNone/>
            </a:pPr>
            <a:r>
              <a:rPr lang="pt-BR" altLang="en-US" sz="1800" b="1">
                <a:solidFill>
                  <a:srgbClr val="002060"/>
                </a:solidFill>
                <a:latin typeface="Arial" panose="020B0604020202020204" pitchFamily="34" charset="0"/>
              </a:rPr>
              <a:t>(ii) A . B = B . A</a:t>
            </a:r>
          </a:p>
          <a:p>
            <a:pPr eaLnBrk="1" hangingPunct="1">
              <a:lnSpc>
                <a:spcPct val="150000"/>
              </a:lnSpc>
              <a:spcBef>
                <a:spcPct val="0"/>
              </a:spcBef>
              <a:buFontTx/>
              <a:buNone/>
            </a:pPr>
            <a:endParaRPr lang="pt-BR" altLang="en-US" sz="1000" b="1">
              <a:solidFill>
                <a:srgbClr val="002060"/>
              </a:solidFill>
              <a:latin typeface="Arial" panose="020B0604020202020204" pitchFamily="34" charset="0"/>
            </a:endParaRPr>
          </a:p>
        </p:txBody>
      </p:sp>
      <p:sp>
        <p:nvSpPr>
          <p:cNvPr id="47107" name="Rectangle 2">
            <a:extLst>
              <a:ext uri="{FF2B5EF4-FFF2-40B4-BE49-F238E27FC236}">
                <a16:creationId xmlns:a16="http://schemas.microsoft.com/office/drawing/2014/main" id="{BE262325-2E22-491D-8688-CE26E0DBDD02}"/>
              </a:ext>
            </a:extLst>
          </p:cNvPr>
          <p:cNvSpPr>
            <a:spLocks noChangeArrowheads="1"/>
          </p:cNvSpPr>
          <p:nvPr/>
        </p:nvSpPr>
        <p:spPr bwMode="auto">
          <a:xfrm>
            <a:off x="3562350" y="1"/>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6A78389-CC2B-4F0B-9FAA-BA926ED162C9}"/>
              </a:ext>
            </a:extLst>
          </p:cNvPr>
          <p:cNvSpPr>
            <a:spLocks noChangeArrowheads="1"/>
          </p:cNvSpPr>
          <p:nvPr/>
        </p:nvSpPr>
        <p:spPr bwMode="auto">
          <a:xfrm>
            <a:off x="3562350" y="85726"/>
            <a:ext cx="550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Postulates of Boolean Algebra</a:t>
            </a:r>
            <a:endParaRPr lang="en-US" altLang="en-US" sz="2800" u="sng">
              <a:solidFill>
                <a:srgbClr val="FF0000"/>
              </a:solidFill>
              <a:latin typeface="Arial" panose="020B0604020202020204" pitchFamily="34" charset="0"/>
            </a:endParaRPr>
          </a:p>
        </p:txBody>
      </p:sp>
      <p:grpSp>
        <p:nvGrpSpPr>
          <p:cNvPr id="48131" name="Group 9">
            <a:extLst>
              <a:ext uri="{FF2B5EF4-FFF2-40B4-BE49-F238E27FC236}">
                <a16:creationId xmlns:a16="http://schemas.microsoft.com/office/drawing/2014/main" id="{13967F1D-4689-4829-9252-9440777BD558}"/>
              </a:ext>
            </a:extLst>
          </p:cNvPr>
          <p:cNvGrpSpPr>
            <a:grpSpLocks/>
          </p:cNvGrpSpPr>
          <p:nvPr/>
        </p:nvGrpSpPr>
        <p:grpSpPr bwMode="auto">
          <a:xfrm>
            <a:off x="1981200" y="857250"/>
            <a:ext cx="8382000" cy="5848350"/>
            <a:chOff x="457200" y="971778"/>
            <a:chExt cx="8382000" cy="5848832"/>
          </a:xfrm>
        </p:grpSpPr>
        <p:sp>
          <p:nvSpPr>
            <p:cNvPr id="2" name="Rectangle 1">
              <a:extLst>
                <a:ext uri="{FF2B5EF4-FFF2-40B4-BE49-F238E27FC236}">
                  <a16:creationId xmlns:a16="http://schemas.microsoft.com/office/drawing/2014/main" id="{70F91063-B810-47A9-B00B-AEBF7A606575}"/>
                </a:ext>
              </a:extLst>
            </p:cNvPr>
            <p:cNvSpPr/>
            <p:nvPr/>
          </p:nvSpPr>
          <p:spPr>
            <a:xfrm>
              <a:off x="457200" y="971778"/>
              <a:ext cx="8382000" cy="5848832"/>
            </a:xfrm>
            <a:prstGeom prst="rect">
              <a:avLst/>
            </a:prstGeom>
          </p:spPr>
          <p:txBody>
            <a:bodyPr>
              <a:spAutoFit/>
            </a:bodyPr>
            <a:lstStyle/>
            <a:p>
              <a:pPr eaLnBrk="1" hangingPunct="1">
                <a:defRPr/>
              </a:pPr>
              <a:r>
                <a:rPr lang="en-US" b="1" dirty="0">
                  <a:solidFill>
                    <a:srgbClr val="C00000"/>
                  </a:solidFill>
                  <a:latin typeface="Arial" charset="0"/>
                </a:rPr>
                <a:t>Postulate 3: Identity Element:</a:t>
              </a:r>
            </a:p>
            <a:p>
              <a:pPr marL="342900" indent="-342900">
                <a:lnSpc>
                  <a:spcPct val="150000"/>
                </a:lnSpc>
                <a:buFontTx/>
                <a:buAutoNum type="romanLcParenBoth"/>
                <a:defRPr/>
              </a:pPr>
              <a:r>
                <a:rPr lang="en-US" b="1" dirty="0">
                  <a:solidFill>
                    <a:srgbClr val="002060"/>
                  </a:solidFill>
                  <a:latin typeface="Arial" charset="0"/>
                </a:rPr>
                <a:t>The identity element for OR operator is 0, if A </a:t>
              </a:r>
              <a:r>
                <a:rPr lang="el-GR" sz="2800" b="1" dirty="0">
                  <a:solidFill>
                    <a:srgbClr val="C00000"/>
                  </a:solidFill>
                  <a:latin typeface="Times New Roman"/>
                  <a:cs typeface="Times New Roman"/>
                </a:rPr>
                <a:t>ϵ</a:t>
              </a:r>
              <a:r>
                <a:rPr lang="en-US" b="1" dirty="0">
                  <a:solidFill>
                    <a:srgbClr val="002060"/>
                  </a:solidFill>
                  <a:latin typeface="Arial" charset="0"/>
                </a:rPr>
                <a:t> S and 0 </a:t>
              </a:r>
              <a:r>
                <a:rPr lang="el-GR" sz="2800" b="1" dirty="0">
                  <a:solidFill>
                    <a:srgbClr val="C00000"/>
                  </a:solidFill>
                  <a:latin typeface="Times New Roman"/>
                  <a:cs typeface="Times New Roman"/>
                </a:rPr>
                <a:t>ϵ</a:t>
              </a:r>
              <a:r>
                <a:rPr lang="en-US" b="1" dirty="0">
                  <a:solidFill>
                    <a:srgbClr val="002060"/>
                  </a:solidFill>
                  <a:latin typeface="Arial" charset="0"/>
                </a:rPr>
                <a:t> S </a:t>
              </a:r>
            </a:p>
            <a:p>
              <a:pPr marL="342900" indent="-342900">
                <a:lnSpc>
                  <a:spcPct val="150000"/>
                </a:lnSpc>
                <a:defRPr/>
              </a:pPr>
              <a:r>
                <a:rPr lang="en-US" b="1" dirty="0">
                  <a:solidFill>
                    <a:srgbClr val="002060"/>
                  </a:solidFill>
                  <a:latin typeface="Arial" charset="0"/>
                </a:rPr>
                <a:t>      then A + 0 = 0 + A = A : 0 is known as addition identity.</a:t>
              </a:r>
            </a:p>
            <a:p>
              <a:pPr eaLnBrk="1" hangingPunct="1">
                <a:lnSpc>
                  <a:spcPct val="150000"/>
                </a:lnSpc>
                <a:defRPr/>
              </a:pPr>
              <a:r>
                <a:rPr lang="en-US" b="1" dirty="0">
                  <a:solidFill>
                    <a:srgbClr val="002060"/>
                  </a:solidFill>
                  <a:latin typeface="Arial" charset="0"/>
                </a:rPr>
                <a:t>(ii) The identity element for AND operator is 1, if A </a:t>
              </a:r>
              <a:r>
                <a:rPr lang="el-GR" sz="2800" b="1" dirty="0">
                  <a:solidFill>
                    <a:srgbClr val="C00000"/>
                  </a:solidFill>
                  <a:latin typeface="Times New Roman"/>
                  <a:cs typeface="Times New Roman"/>
                </a:rPr>
                <a:t>ϵ</a:t>
              </a:r>
              <a:r>
                <a:rPr lang="en-US" b="1" dirty="0">
                  <a:solidFill>
                    <a:srgbClr val="002060"/>
                  </a:solidFill>
                  <a:latin typeface="Arial" charset="0"/>
                </a:rPr>
                <a:t> S and 1 </a:t>
              </a:r>
              <a:r>
                <a:rPr lang="el-GR" sz="2800" b="1" dirty="0">
                  <a:solidFill>
                    <a:srgbClr val="C00000"/>
                  </a:solidFill>
                  <a:latin typeface="Times New Roman"/>
                  <a:cs typeface="Times New Roman"/>
                </a:rPr>
                <a:t>ϵ</a:t>
              </a:r>
              <a:r>
                <a:rPr lang="en-US" b="1" dirty="0">
                  <a:solidFill>
                    <a:srgbClr val="002060"/>
                  </a:solidFill>
                  <a:latin typeface="Arial" charset="0"/>
                </a:rPr>
                <a:t> S</a:t>
              </a:r>
            </a:p>
            <a:p>
              <a:pPr eaLnBrk="1" hangingPunct="1">
                <a:lnSpc>
                  <a:spcPct val="150000"/>
                </a:lnSpc>
                <a:defRPr/>
              </a:pPr>
              <a:r>
                <a:rPr lang="en-US" b="1" dirty="0">
                  <a:solidFill>
                    <a:srgbClr val="002060"/>
                  </a:solidFill>
                  <a:latin typeface="Arial" charset="0"/>
                </a:rPr>
                <a:t>      then A . 1 = 1 . A = A : 1 is known as multiplication identity.</a:t>
              </a:r>
            </a:p>
            <a:p>
              <a:pPr eaLnBrk="1" hangingPunct="1">
                <a:defRPr/>
              </a:pPr>
              <a:r>
                <a:rPr lang="en-US" b="1" dirty="0">
                  <a:solidFill>
                    <a:srgbClr val="C00000"/>
                  </a:solidFill>
                  <a:latin typeface="Arial" charset="0"/>
                </a:rPr>
                <a:t>Postulate 4: Distributive Law: If A, B, C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dirty="0">
                  <a:solidFill>
                    <a:srgbClr val="C00000"/>
                  </a:solidFill>
                  <a:latin typeface="Arial" charset="0"/>
                </a:rPr>
                <a:t>S then</a:t>
              </a:r>
            </a:p>
            <a:p>
              <a:pPr eaLnBrk="1" hangingPunct="1">
                <a:defRPr/>
              </a:pPr>
              <a:r>
                <a:rPr lang="pt-BR" b="1" dirty="0">
                  <a:solidFill>
                    <a:srgbClr val="002060"/>
                  </a:solidFill>
                  <a:latin typeface="Arial" charset="0"/>
                </a:rPr>
                <a:t>(i) A . (B + C) = A . B + A . C</a:t>
              </a:r>
            </a:p>
            <a:p>
              <a:pPr eaLnBrk="1" hangingPunct="1">
                <a:defRPr/>
              </a:pPr>
              <a:r>
                <a:rPr lang="pt-BR" b="1" dirty="0">
                  <a:solidFill>
                    <a:srgbClr val="002060"/>
                  </a:solidFill>
                  <a:latin typeface="Arial" charset="0"/>
                </a:rPr>
                <a:t>(ii) A + B . C = (A + B) . (A + C)</a:t>
              </a:r>
            </a:p>
            <a:p>
              <a:pPr eaLnBrk="1" hangingPunct="1">
                <a:defRPr/>
              </a:pPr>
              <a:endParaRPr lang="pt-BR" sz="800" dirty="0">
                <a:latin typeface="Arial" charset="0"/>
              </a:endParaRPr>
            </a:p>
            <a:p>
              <a:pPr eaLnBrk="1" hangingPunct="1">
                <a:defRPr/>
              </a:pPr>
              <a:r>
                <a:rPr lang="en-US" b="1" dirty="0">
                  <a:solidFill>
                    <a:srgbClr val="C00000"/>
                  </a:solidFill>
                  <a:latin typeface="Arial" charset="0"/>
                </a:rPr>
                <a:t>Postulate 5: Complementing Law: If A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dirty="0">
                  <a:solidFill>
                    <a:srgbClr val="C00000"/>
                  </a:solidFill>
                  <a:latin typeface="Arial" charset="0"/>
                </a:rPr>
                <a:t>S, there exist an element </a:t>
              </a:r>
              <a:r>
                <a:rPr lang="en-US" b="1" i="1" dirty="0">
                  <a:solidFill>
                    <a:srgbClr val="C00000"/>
                  </a:solidFill>
                  <a:latin typeface="Arial" charset="0"/>
                </a:rPr>
                <a:t>    </a:t>
              </a:r>
              <a:r>
                <a:rPr lang="en-US" b="1" i="1" dirty="0">
                  <a:solidFill>
                    <a:srgbClr val="002060"/>
                  </a:solidFill>
                  <a:latin typeface="Arial" charset="0"/>
                </a:rPr>
                <a:t>(known as </a:t>
              </a:r>
              <a:r>
                <a:rPr lang="en-US" b="1" dirty="0">
                  <a:solidFill>
                    <a:srgbClr val="002060"/>
                  </a:solidFill>
                  <a:latin typeface="Arial" charset="0"/>
                </a:rPr>
                <a:t>complement of a) which belong to S (   </a:t>
              </a:r>
              <a:r>
                <a:rPr lang="el-GR" sz="2800" b="1" dirty="0">
                  <a:solidFill>
                    <a:srgbClr val="C00000"/>
                  </a:solidFill>
                  <a:latin typeface="Times New Roman"/>
                  <a:cs typeface="Times New Roman"/>
                </a:rPr>
                <a:t>ϵ</a:t>
              </a:r>
              <a:r>
                <a:rPr lang="en-US" b="1" dirty="0">
                  <a:solidFill>
                    <a:srgbClr val="C00000"/>
                  </a:solidFill>
                  <a:latin typeface="Times New Roman"/>
                  <a:cs typeface="Times New Roman"/>
                </a:rPr>
                <a:t> </a:t>
              </a:r>
              <a:r>
                <a:rPr lang="en-US" b="1" i="1" dirty="0">
                  <a:solidFill>
                    <a:srgbClr val="002060"/>
                  </a:solidFill>
                  <a:latin typeface="Arial" charset="0"/>
                </a:rPr>
                <a:t>S ) such that</a:t>
              </a:r>
            </a:p>
            <a:p>
              <a:pPr marL="342900" indent="-342900">
                <a:buFontTx/>
                <a:buAutoNum type="romanLcParenBoth"/>
                <a:defRPr/>
              </a:pPr>
              <a:r>
                <a:rPr lang="en-US" b="1" i="1" dirty="0">
                  <a:solidFill>
                    <a:srgbClr val="002060"/>
                  </a:solidFill>
                  <a:latin typeface="Arial" charset="0"/>
                </a:rPr>
                <a:t>A+     = 1</a:t>
              </a:r>
            </a:p>
            <a:p>
              <a:pPr marL="342900" indent="-342900">
                <a:buFontTx/>
                <a:buAutoNum type="romanLcParenBoth"/>
                <a:defRPr/>
              </a:pPr>
              <a:endParaRPr lang="en-US" sz="1000" b="1" i="1" dirty="0">
                <a:solidFill>
                  <a:srgbClr val="002060"/>
                </a:solidFill>
                <a:latin typeface="Arial" charset="0"/>
              </a:endParaRPr>
            </a:p>
            <a:p>
              <a:pPr eaLnBrk="1" hangingPunct="1">
                <a:defRPr/>
              </a:pPr>
              <a:r>
                <a:rPr lang="en-US" b="1" dirty="0">
                  <a:solidFill>
                    <a:srgbClr val="002060"/>
                  </a:solidFill>
                  <a:latin typeface="Arial" charset="0"/>
                </a:rPr>
                <a:t>(ii) </a:t>
              </a:r>
              <a:r>
                <a:rPr lang="en-US" b="1" i="1" dirty="0">
                  <a:solidFill>
                    <a:srgbClr val="002060"/>
                  </a:solidFill>
                  <a:latin typeface="Arial" charset="0"/>
                </a:rPr>
                <a:t>A .     = 0</a:t>
              </a:r>
            </a:p>
            <a:p>
              <a:pPr eaLnBrk="1" hangingPunct="1">
                <a:defRPr/>
              </a:pPr>
              <a:endParaRPr lang="en-US" sz="800" b="1" i="1" dirty="0">
                <a:solidFill>
                  <a:srgbClr val="002060"/>
                </a:solidFill>
                <a:latin typeface="Arial" charset="0"/>
              </a:endParaRPr>
            </a:p>
            <a:p>
              <a:pPr eaLnBrk="1" hangingPunct="1">
                <a:defRPr/>
              </a:pPr>
              <a:r>
                <a:rPr lang="en-US" b="1" dirty="0">
                  <a:solidFill>
                    <a:srgbClr val="C00000"/>
                  </a:solidFill>
                  <a:latin typeface="Arial" charset="0"/>
                </a:rPr>
                <a:t>Postulate 6 : There are at least two elements A , B Î S such that </a:t>
              </a:r>
              <a:r>
                <a:rPr lang="en-US" b="1" i="1" dirty="0">
                  <a:solidFill>
                    <a:srgbClr val="C00000"/>
                  </a:solidFill>
                  <a:latin typeface="Arial" charset="0"/>
                </a:rPr>
                <a:t>A </a:t>
              </a:r>
              <a:r>
                <a:rPr lang="en-US" sz="2800" strike="sngStrike" dirty="0">
                  <a:latin typeface="Arial" charset="0"/>
                  <a:sym typeface="Symbol"/>
                </a:rPr>
                <a:t></a:t>
              </a:r>
              <a:r>
                <a:rPr lang="en-US" b="1" i="1" dirty="0">
                  <a:solidFill>
                    <a:srgbClr val="C00000"/>
                  </a:solidFill>
                  <a:latin typeface="Arial" charset="0"/>
                </a:rPr>
                <a:t> B .</a:t>
              </a:r>
            </a:p>
            <a:p>
              <a:pPr eaLnBrk="1" hangingPunct="1">
                <a:defRPr/>
              </a:pPr>
              <a:endParaRPr lang="en-US" sz="800" b="1" i="1" dirty="0">
                <a:solidFill>
                  <a:srgbClr val="C00000"/>
                </a:solidFill>
                <a:latin typeface="Arial" charset="0"/>
              </a:endParaRPr>
            </a:p>
          </p:txBody>
        </p:sp>
        <p:graphicFrame>
          <p:nvGraphicFramePr>
            <p:cNvPr id="48133" name="Object 2">
              <a:extLst>
                <a:ext uri="{FF2B5EF4-FFF2-40B4-BE49-F238E27FC236}">
                  <a16:creationId xmlns:a16="http://schemas.microsoft.com/office/drawing/2014/main" id="{5B616D52-A0C5-49AB-A2BF-C81AF9D9B4F6}"/>
                </a:ext>
              </a:extLst>
            </p:cNvPr>
            <p:cNvGraphicFramePr>
              <a:graphicFrameLocks noChangeAspect="1"/>
            </p:cNvGraphicFramePr>
            <p:nvPr/>
          </p:nvGraphicFramePr>
          <p:xfrm>
            <a:off x="4876800" y="4931502"/>
            <a:ext cx="215900" cy="355600"/>
          </p:xfrm>
          <a:graphic>
            <a:graphicData uri="http://schemas.openxmlformats.org/presentationml/2006/ole">
              <mc:AlternateContent xmlns:mc="http://schemas.openxmlformats.org/markup-compatibility/2006">
                <mc:Choice xmlns:v="urn:schemas-microsoft-com:vml" Requires="v">
                  <p:oleObj spid="_x0000_s9242" name="Equation" r:id="rId3" imgW="215619" imgH="266353" progId="Equation.3">
                    <p:embed/>
                  </p:oleObj>
                </mc:Choice>
                <mc:Fallback>
                  <p:oleObj name="Equation" r:id="rId3" imgW="215619" imgH="266353" progId="Equation.3">
                    <p:embed/>
                    <p:pic>
                      <p:nvPicPr>
                        <p:cNvPr id="48133" name="Object 2">
                          <a:extLst>
                            <a:ext uri="{FF2B5EF4-FFF2-40B4-BE49-F238E27FC236}">
                              <a16:creationId xmlns:a16="http://schemas.microsoft.com/office/drawing/2014/main" id="{5B616D52-A0C5-49AB-A2BF-C81AF9D9B4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931502"/>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4" name="Object 5">
              <a:extLst>
                <a:ext uri="{FF2B5EF4-FFF2-40B4-BE49-F238E27FC236}">
                  <a16:creationId xmlns:a16="http://schemas.microsoft.com/office/drawing/2014/main" id="{BF79654A-7CBF-4DF5-A317-E70514357393}"/>
                </a:ext>
              </a:extLst>
            </p:cNvPr>
            <p:cNvGraphicFramePr>
              <a:graphicFrameLocks noChangeAspect="1"/>
            </p:cNvGraphicFramePr>
            <p:nvPr/>
          </p:nvGraphicFramePr>
          <p:xfrm>
            <a:off x="1219200" y="5296329"/>
            <a:ext cx="215900" cy="355600"/>
          </p:xfrm>
          <a:graphic>
            <a:graphicData uri="http://schemas.openxmlformats.org/presentationml/2006/ole">
              <mc:AlternateContent xmlns:mc="http://schemas.openxmlformats.org/markup-compatibility/2006">
                <mc:Choice xmlns:v="urn:schemas-microsoft-com:vml" Requires="v">
                  <p:oleObj spid="_x0000_s9243" name="Equation" r:id="rId5" imgW="215619" imgH="266353" progId="Equation.3">
                    <p:embed/>
                  </p:oleObj>
                </mc:Choice>
                <mc:Fallback>
                  <p:oleObj name="Equation" r:id="rId5" imgW="215619" imgH="266353" progId="Equation.3">
                    <p:embed/>
                    <p:pic>
                      <p:nvPicPr>
                        <p:cNvPr id="48134" name="Object 5">
                          <a:extLst>
                            <a:ext uri="{FF2B5EF4-FFF2-40B4-BE49-F238E27FC236}">
                              <a16:creationId xmlns:a16="http://schemas.microsoft.com/office/drawing/2014/main" id="{BF79654A-7CBF-4DF5-A317-E705143573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29632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5" name="Object 6">
              <a:extLst>
                <a:ext uri="{FF2B5EF4-FFF2-40B4-BE49-F238E27FC236}">
                  <a16:creationId xmlns:a16="http://schemas.microsoft.com/office/drawing/2014/main" id="{4AF00135-D867-4116-B543-5E83CDC0526C}"/>
                </a:ext>
              </a:extLst>
            </p:cNvPr>
            <p:cNvGraphicFramePr>
              <a:graphicFrameLocks noChangeAspect="1"/>
            </p:cNvGraphicFramePr>
            <p:nvPr/>
          </p:nvGraphicFramePr>
          <p:xfrm>
            <a:off x="7620000" y="4534189"/>
            <a:ext cx="215900" cy="355600"/>
          </p:xfrm>
          <a:graphic>
            <a:graphicData uri="http://schemas.openxmlformats.org/presentationml/2006/ole">
              <mc:AlternateContent xmlns:mc="http://schemas.openxmlformats.org/markup-compatibility/2006">
                <mc:Choice xmlns:v="urn:schemas-microsoft-com:vml" Requires="v">
                  <p:oleObj spid="_x0000_s9244" name="Equation" r:id="rId6" imgW="215619" imgH="266353" progId="Equation.3">
                    <p:embed/>
                  </p:oleObj>
                </mc:Choice>
                <mc:Fallback>
                  <p:oleObj name="Equation" r:id="rId6" imgW="215619" imgH="266353" progId="Equation.3">
                    <p:embed/>
                    <p:pic>
                      <p:nvPicPr>
                        <p:cNvPr id="48135" name="Object 6">
                          <a:extLst>
                            <a:ext uri="{FF2B5EF4-FFF2-40B4-BE49-F238E27FC236}">
                              <a16:creationId xmlns:a16="http://schemas.microsoft.com/office/drawing/2014/main" id="{4AF00135-D867-4116-B543-5E83CDC05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453418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6" name="Object 7">
              <a:extLst>
                <a:ext uri="{FF2B5EF4-FFF2-40B4-BE49-F238E27FC236}">
                  <a16:creationId xmlns:a16="http://schemas.microsoft.com/office/drawing/2014/main" id="{72D55297-45BA-4650-8D51-F4779845B318}"/>
                </a:ext>
              </a:extLst>
            </p:cNvPr>
            <p:cNvGraphicFramePr>
              <a:graphicFrameLocks noChangeAspect="1"/>
            </p:cNvGraphicFramePr>
            <p:nvPr/>
          </p:nvGraphicFramePr>
          <p:xfrm>
            <a:off x="1189220" y="5677399"/>
            <a:ext cx="215900" cy="355600"/>
          </p:xfrm>
          <a:graphic>
            <a:graphicData uri="http://schemas.openxmlformats.org/presentationml/2006/ole">
              <mc:AlternateContent xmlns:mc="http://schemas.openxmlformats.org/markup-compatibility/2006">
                <mc:Choice xmlns:v="urn:schemas-microsoft-com:vml" Requires="v">
                  <p:oleObj spid="_x0000_s9245" name="Equation" r:id="rId7" imgW="215619" imgH="266353" progId="Equation.3">
                    <p:embed/>
                  </p:oleObj>
                </mc:Choice>
                <mc:Fallback>
                  <p:oleObj name="Equation" r:id="rId7" imgW="215619" imgH="266353" progId="Equation.3">
                    <p:embed/>
                    <p:pic>
                      <p:nvPicPr>
                        <p:cNvPr id="48136" name="Object 7">
                          <a:extLst>
                            <a:ext uri="{FF2B5EF4-FFF2-40B4-BE49-F238E27FC236}">
                              <a16:creationId xmlns:a16="http://schemas.microsoft.com/office/drawing/2014/main" id="{72D55297-45BA-4650-8D51-F4779845B3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220" y="5677399"/>
                          <a:ext cx="2159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556804-75F6-46F8-9309-BB7354050123}"/>
              </a:ext>
            </a:extLst>
          </p:cNvPr>
          <p:cNvSpPr/>
          <p:nvPr/>
        </p:nvSpPr>
        <p:spPr>
          <a:xfrm>
            <a:off x="1981200" y="698501"/>
            <a:ext cx="8305800" cy="4524375"/>
          </a:xfrm>
          <a:prstGeom prst="rect">
            <a:avLst/>
          </a:prstGeom>
        </p:spPr>
        <p:txBody>
          <a:bodyPr>
            <a:spAutoFit/>
          </a:bodyPr>
          <a:lstStyle/>
          <a:p>
            <a:pPr eaLnBrk="1" hangingPunct="1">
              <a:defRPr/>
            </a:pPr>
            <a:r>
              <a:rPr lang="en-US" b="1" dirty="0">
                <a:solidFill>
                  <a:srgbClr val="C00000"/>
                </a:solidFill>
                <a:latin typeface="Arial" charset="0"/>
              </a:rPr>
              <a:t>Boolean algebra differs with ordinary algebra on the following points:</a:t>
            </a:r>
          </a:p>
          <a:p>
            <a:pPr eaLnBrk="1" hangingPunct="1">
              <a:defRPr/>
            </a:pPr>
            <a:endParaRPr lang="en-US" b="1" dirty="0">
              <a:solidFill>
                <a:srgbClr val="002060"/>
              </a:solidFill>
              <a:latin typeface="Arial" charset="0"/>
            </a:endParaRPr>
          </a:p>
          <a:p>
            <a:pPr marL="225425" indent="-225425">
              <a:buFontTx/>
              <a:buAutoNum type="arabicPeriod"/>
              <a:defRPr/>
            </a:pPr>
            <a:r>
              <a:rPr lang="en-US" dirty="0">
                <a:solidFill>
                  <a:srgbClr val="2B0BB5"/>
                </a:solidFill>
                <a:latin typeface="Arial" charset="0"/>
              </a:rPr>
              <a:t>The associative law doesn’t include in Huntington postulates but holds for </a:t>
            </a:r>
            <a:r>
              <a:rPr lang="en-US" dirty="0" err="1">
                <a:solidFill>
                  <a:srgbClr val="2B0BB5"/>
                </a:solidFill>
                <a:latin typeface="Arial" charset="0"/>
              </a:rPr>
              <a:t>boolean</a:t>
            </a:r>
            <a:r>
              <a:rPr lang="en-US" dirty="0">
                <a:solidFill>
                  <a:srgbClr val="2B0BB5"/>
                </a:solidFill>
                <a:latin typeface="Arial" charset="0"/>
              </a:rPr>
              <a:t> algebra</a:t>
            </a:r>
          </a:p>
          <a:p>
            <a:pPr marL="225425" indent="-225425">
              <a:defRPr/>
            </a:pPr>
            <a:r>
              <a:rPr lang="en-US" dirty="0">
                <a:solidFill>
                  <a:srgbClr val="2B0BB5"/>
                </a:solidFill>
                <a:latin typeface="Arial" charset="0"/>
              </a:rPr>
              <a:t>2. The </a:t>
            </a:r>
            <a:r>
              <a:rPr lang="en-US" b="1" dirty="0">
                <a:solidFill>
                  <a:srgbClr val="2B0BB5"/>
                </a:solidFill>
                <a:latin typeface="Arial" charset="0"/>
              </a:rPr>
              <a:t>distributive law  A + B . C = (A + B) . (A + C) </a:t>
            </a:r>
            <a:r>
              <a:rPr lang="en-US" dirty="0">
                <a:solidFill>
                  <a:srgbClr val="2B0BB5"/>
                </a:solidFill>
                <a:latin typeface="Arial" charset="0"/>
              </a:rPr>
              <a:t>does not hold in ordinary</a:t>
            </a:r>
          </a:p>
          <a:p>
            <a:pPr eaLnBrk="1" hangingPunct="1">
              <a:defRPr/>
            </a:pPr>
            <a:r>
              <a:rPr lang="en-US" dirty="0">
                <a:solidFill>
                  <a:srgbClr val="2B0BB5"/>
                </a:solidFill>
                <a:latin typeface="Arial" charset="0"/>
              </a:rPr>
              <a:t>    algebra.</a:t>
            </a:r>
          </a:p>
          <a:p>
            <a:pPr eaLnBrk="1" hangingPunct="1">
              <a:defRPr/>
            </a:pPr>
            <a:r>
              <a:rPr lang="en-US" dirty="0">
                <a:solidFill>
                  <a:srgbClr val="2B0BB5"/>
                </a:solidFill>
                <a:latin typeface="Arial" charset="0"/>
              </a:rPr>
              <a:t>3. </a:t>
            </a:r>
            <a:r>
              <a:rPr lang="en-US" b="1" dirty="0">
                <a:solidFill>
                  <a:srgbClr val="2B0BB5"/>
                </a:solidFill>
                <a:latin typeface="Arial" charset="0"/>
              </a:rPr>
              <a:t>Complementing law does not hold in ordinary algebra</a:t>
            </a:r>
            <a:r>
              <a:rPr lang="en-US" dirty="0">
                <a:solidFill>
                  <a:srgbClr val="2B0BB5"/>
                </a:solidFill>
                <a:latin typeface="Arial" charset="0"/>
              </a:rPr>
              <a:t>, i.e., there is no</a:t>
            </a:r>
          </a:p>
          <a:p>
            <a:pPr eaLnBrk="1" hangingPunct="1">
              <a:defRPr/>
            </a:pPr>
            <a:r>
              <a:rPr lang="en-US" dirty="0">
                <a:solidFill>
                  <a:srgbClr val="2B0BB5"/>
                </a:solidFill>
                <a:latin typeface="Arial" charset="0"/>
              </a:rPr>
              <a:t>    equivalent of the unary operator (NOT operation) in ordinary algebra.</a:t>
            </a:r>
          </a:p>
          <a:p>
            <a:pPr eaLnBrk="1" hangingPunct="1">
              <a:defRPr/>
            </a:pPr>
            <a:r>
              <a:rPr lang="en-US" dirty="0">
                <a:solidFill>
                  <a:srgbClr val="2B0BB5"/>
                </a:solidFill>
                <a:latin typeface="Arial" charset="0"/>
              </a:rPr>
              <a:t>4. </a:t>
            </a:r>
            <a:r>
              <a:rPr lang="en-US" b="1" dirty="0">
                <a:solidFill>
                  <a:srgbClr val="2B0BB5"/>
                </a:solidFill>
                <a:latin typeface="Arial" charset="0"/>
              </a:rPr>
              <a:t>Boolean algebra does not have the additive inverse and multiplicative </a:t>
            </a:r>
          </a:p>
          <a:p>
            <a:pPr eaLnBrk="1" hangingPunct="1">
              <a:defRPr/>
            </a:pPr>
            <a:r>
              <a:rPr lang="en-US" b="1" dirty="0">
                <a:solidFill>
                  <a:srgbClr val="2B0BB5"/>
                </a:solidFill>
                <a:latin typeface="Arial" charset="0"/>
              </a:rPr>
              <a:t>    inverse </a:t>
            </a:r>
            <a:r>
              <a:rPr lang="en-US" dirty="0">
                <a:solidFill>
                  <a:srgbClr val="2B0BB5"/>
                </a:solidFill>
                <a:latin typeface="Arial" charset="0"/>
              </a:rPr>
              <a:t>due to which no subtraction or division operations exist.</a:t>
            </a:r>
          </a:p>
          <a:p>
            <a:pPr eaLnBrk="1" hangingPunct="1">
              <a:defRPr/>
            </a:pPr>
            <a:r>
              <a:rPr lang="en-US" dirty="0">
                <a:solidFill>
                  <a:srgbClr val="2B0BB5"/>
                </a:solidFill>
                <a:latin typeface="Arial" charset="0"/>
              </a:rPr>
              <a:t>5. </a:t>
            </a:r>
            <a:r>
              <a:rPr lang="en-US" b="1" dirty="0">
                <a:solidFill>
                  <a:srgbClr val="2B0BB5"/>
                </a:solidFill>
                <a:latin typeface="Arial" charset="0"/>
              </a:rPr>
              <a:t>Boolean algebra has only finite set of elements </a:t>
            </a:r>
            <a:r>
              <a:rPr lang="en-US" dirty="0">
                <a:solidFill>
                  <a:srgbClr val="2B0BB5"/>
                </a:solidFill>
                <a:latin typeface="Arial" charset="0"/>
              </a:rPr>
              <a:t>where as the ordinary </a:t>
            </a:r>
          </a:p>
          <a:p>
            <a:pPr eaLnBrk="1" hangingPunct="1">
              <a:defRPr/>
            </a:pPr>
            <a:r>
              <a:rPr lang="en-US" dirty="0">
                <a:solidFill>
                  <a:srgbClr val="2B0BB5"/>
                </a:solidFill>
                <a:latin typeface="Arial" charset="0"/>
              </a:rPr>
              <a:t>    algebra deals with real numbers which constitute a set with infinite number of</a:t>
            </a:r>
          </a:p>
          <a:p>
            <a:pPr eaLnBrk="1" hangingPunct="1">
              <a:defRPr/>
            </a:pPr>
            <a:r>
              <a:rPr lang="en-US" dirty="0">
                <a:solidFill>
                  <a:srgbClr val="2B0BB5"/>
                </a:solidFill>
                <a:latin typeface="Arial" charset="0"/>
              </a:rPr>
              <a:t>    elements. </a:t>
            </a:r>
          </a:p>
          <a:p>
            <a:pPr marL="225425" indent="-225425">
              <a:buFont typeface="Wingdings" pitchFamily="2" charset="2"/>
              <a:buChar char="Ø"/>
              <a:defRPr/>
            </a:pPr>
            <a:r>
              <a:rPr lang="en-US" dirty="0">
                <a:solidFill>
                  <a:srgbClr val="C00000"/>
                </a:solidFill>
                <a:latin typeface="Arial" charset="0"/>
              </a:rPr>
              <a:t>Switching algebra, a special class of Boolean algebra however, deals with two valued elements</a:t>
            </a:r>
            <a:r>
              <a:rPr lang="en-US" dirty="0">
                <a:solidFill>
                  <a:srgbClr val="2B0BB5"/>
                </a:solidFill>
                <a:latin typeface="Arial" charset="0"/>
              </a:rPr>
              <a:t>. </a:t>
            </a:r>
          </a:p>
          <a:p>
            <a:pPr marL="225425" indent="-225425">
              <a:buFont typeface="Wingdings" pitchFamily="2" charset="2"/>
              <a:buChar char="Ø"/>
              <a:defRPr/>
            </a:pPr>
            <a:r>
              <a:rPr lang="en-US" dirty="0">
                <a:solidFill>
                  <a:srgbClr val="C00000"/>
                </a:solidFill>
                <a:latin typeface="Arial" charset="0"/>
              </a:rPr>
              <a:t>In Boolean algebra the elements should have the values 0 and 1 only.</a:t>
            </a:r>
          </a:p>
        </p:txBody>
      </p:sp>
      <p:sp>
        <p:nvSpPr>
          <p:cNvPr id="49155" name="Rectangle 2">
            <a:extLst>
              <a:ext uri="{FF2B5EF4-FFF2-40B4-BE49-F238E27FC236}">
                <a16:creationId xmlns:a16="http://schemas.microsoft.com/office/drawing/2014/main" id="{03CE3E32-8E91-44F1-8936-2CF7EFE29F6C}"/>
              </a:ext>
            </a:extLst>
          </p:cNvPr>
          <p:cNvSpPr>
            <a:spLocks noChangeArrowheads="1"/>
          </p:cNvSpPr>
          <p:nvPr/>
        </p:nvSpPr>
        <p:spPr bwMode="auto">
          <a:xfrm>
            <a:off x="3886200" y="87314"/>
            <a:ext cx="419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Boolean algebra Vs ordinary algebra </a:t>
            </a:r>
            <a:endParaRPr lang="en-US" altLang="en-US" sz="1800" u="sng">
              <a:solidFill>
                <a:srgbClr val="FF0000"/>
              </a:solidFill>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a:extLst>
              <a:ext uri="{FF2B5EF4-FFF2-40B4-BE49-F238E27FC236}">
                <a16:creationId xmlns:a16="http://schemas.microsoft.com/office/drawing/2014/main" id="{FBCE80B4-82EE-449D-9250-43B5BEDFA1DC}"/>
              </a:ext>
            </a:extLst>
          </p:cNvPr>
          <p:cNvSpPr>
            <a:spLocks noChangeArrowheads="1"/>
          </p:cNvSpPr>
          <p:nvPr/>
        </p:nvSpPr>
        <p:spPr bwMode="auto">
          <a:xfrm>
            <a:off x="4343400" y="76200"/>
            <a:ext cx="3595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Two – Valued Boolean Algebra:</a:t>
            </a:r>
            <a:endParaRPr lang="en-US" altLang="en-US" sz="1800" u="sng">
              <a:solidFill>
                <a:srgbClr val="FF0000"/>
              </a:solidFill>
              <a:latin typeface="Arial" panose="020B0604020202020204" pitchFamily="34" charset="0"/>
            </a:endParaRPr>
          </a:p>
        </p:txBody>
      </p:sp>
      <p:sp>
        <p:nvSpPr>
          <p:cNvPr id="3" name="Rectangle 2">
            <a:extLst>
              <a:ext uri="{FF2B5EF4-FFF2-40B4-BE49-F238E27FC236}">
                <a16:creationId xmlns:a16="http://schemas.microsoft.com/office/drawing/2014/main" id="{088A8F60-2699-4DC6-85FD-03327C927839}"/>
              </a:ext>
            </a:extLst>
          </p:cNvPr>
          <p:cNvSpPr/>
          <p:nvPr/>
        </p:nvSpPr>
        <p:spPr>
          <a:xfrm>
            <a:off x="1905000" y="457200"/>
            <a:ext cx="8229600" cy="1200150"/>
          </a:xfrm>
          <a:prstGeom prst="rect">
            <a:avLst/>
          </a:prstGeom>
        </p:spPr>
        <p:txBody>
          <a:bodyPr>
            <a:spAutoFit/>
          </a:bodyPr>
          <a:lstStyle/>
          <a:p>
            <a:pPr marL="225425" indent="-225425" algn="just">
              <a:buFont typeface="Wingdings" pitchFamily="2" charset="2"/>
              <a:buChar char="Ø"/>
              <a:defRPr/>
            </a:pPr>
            <a:r>
              <a:rPr lang="en-US" dirty="0">
                <a:solidFill>
                  <a:srgbClr val="6600FF"/>
                </a:solidFill>
                <a:latin typeface="Arial" charset="0"/>
              </a:rPr>
              <a:t>The postulates of </a:t>
            </a:r>
            <a:r>
              <a:rPr lang="en-US" b="1" dirty="0">
                <a:solidFill>
                  <a:srgbClr val="C00000"/>
                </a:solidFill>
                <a:latin typeface="Arial" charset="0"/>
              </a:rPr>
              <a:t>special class of Boolean algebra known as </a:t>
            </a:r>
            <a:r>
              <a:rPr lang="en-US" b="1" u="sng" dirty="0">
                <a:solidFill>
                  <a:srgbClr val="C00000"/>
                </a:solidFill>
                <a:latin typeface="Arial" charset="0"/>
              </a:rPr>
              <a:t>two valued Boolean algebra</a:t>
            </a:r>
            <a:r>
              <a:rPr lang="en-US" u="sng" dirty="0">
                <a:solidFill>
                  <a:srgbClr val="6600FF"/>
                </a:solidFill>
                <a:latin typeface="Arial" charset="0"/>
              </a:rPr>
              <a:t> </a:t>
            </a:r>
            <a:r>
              <a:rPr lang="en-US" dirty="0">
                <a:solidFill>
                  <a:srgbClr val="6600FF"/>
                </a:solidFill>
                <a:latin typeface="Arial" charset="0"/>
              </a:rPr>
              <a:t>or </a:t>
            </a:r>
            <a:r>
              <a:rPr lang="en-US" u="sng" dirty="0">
                <a:solidFill>
                  <a:srgbClr val="C00000"/>
                </a:solidFill>
                <a:latin typeface="Arial" charset="0"/>
              </a:rPr>
              <a:t>switching algebra, if a set of two elements 0 &amp; 1 </a:t>
            </a:r>
            <a:r>
              <a:rPr lang="en-US" dirty="0">
                <a:solidFill>
                  <a:srgbClr val="6600FF"/>
                </a:solidFill>
                <a:latin typeface="Arial" charset="0"/>
              </a:rPr>
              <a:t>are assumed. </a:t>
            </a:r>
          </a:p>
          <a:p>
            <a:pPr eaLnBrk="1" hangingPunct="1">
              <a:defRPr/>
            </a:pPr>
            <a:r>
              <a:rPr lang="en-US" dirty="0">
                <a:solidFill>
                  <a:srgbClr val="C00000"/>
                </a:solidFill>
                <a:latin typeface="Arial" charset="0"/>
              </a:rPr>
              <a:t>The postulates are summarized below: </a:t>
            </a:r>
            <a:r>
              <a:rPr lang="en-US" dirty="0">
                <a:solidFill>
                  <a:srgbClr val="2B0BB5"/>
                </a:solidFill>
                <a:latin typeface="Arial" charset="0"/>
              </a:rPr>
              <a:t>This first group is rather intuitive</a:t>
            </a:r>
            <a:r>
              <a:rPr lang="en-US" dirty="0">
                <a:latin typeface="Arial" charset="0"/>
              </a:rPr>
              <a:t>:</a:t>
            </a:r>
            <a:endParaRPr lang="en-US" dirty="0">
              <a:solidFill>
                <a:srgbClr val="C00000"/>
              </a:solidFill>
              <a:latin typeface="Arial" charset="0"/>
            </a:endParaRPr>
          </a:p>
        </p:txBody>
      </p:sp>
      <p:pic>
        <p:nvPicPr>
          <p:cNvPr id="50180" name="Picture 2">
            <a:extLst>
              <a:ext uri="{FF2B5EF4-FFF2-40B4-BE49-F238E27FC236}">
                <a16:creationId xmlns:a16="http://schemas.microsoft.com/office/drawing/2014/main" id="{6F97B8EF-BE2B-4FAB-9040-0DD2F6CC7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5698"/>
          <a:stretch>
            <a:fillRect/>
          </a:stretch>
        </p:blipFill>
        <p:spPr bwMode="auto">
          <a:xfrm>
            <a:off x="3810000" y="1643064"/>
            <a:ext cx="4495800"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4">
            <a:extLst>
              <a:ext uri="{FF2B5EF4-FFF2-40B4-BE49-F238E27FC236}">
                <a16:creationId xmlns:a16="http://schemas.microsoft.com/office/drawing/2014/main" id="{0C7466E2-8D30-4D85-9518-2A4A878111B5}"/>
              </a:ext>
            </a:extLst>
          </p:cNvPr>
          <p:cNvSpPr>
            <a:spLocks noChangeArrowheads="1"/>
          </p:cNvSpPr>
          <p:nvPr/>
        </p:nvSpPr>
        <p:spPr bwMode="auto">
          <a:xfrm>
            <a:off x="1981200" y="3200400"/>
            <a:ext cx="586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These postulates are also given in the general form as:</a:t>
            </a:r>
          </a:p>
        </p:txBody>
      </p:sp>
      <p:pic>
        <p:nvPicPr>
          <p:cNvPr id="50182" name="Picture 3">
            <a:extLst>
              <a:ext uri="{FF2B5EF4-FFF2-40B4-BE49-F238E27FC236}">
                <a16:creationId xmlns:a16="http://schemas.microsoft.com/office/drawing/2014/main" id="{8A88568C-28FB-4927-BD1F-3CBB6EE76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581400"/>
            <a:ext cx="14287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4">
            <a:extLst>
              <a:ext uri="{FF2B5EF4-FFF2-40B4-BE49-F238E27FC236}">
                <a16:creationId xmlns:a16="http://schemas.microsoft.com/office/drawing/2014/main" id="{E75B1751-0E44-4C0E-BE99-F72CE2978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581401"/>
            <a:ext cx="11620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9">
            <a:extLst>
              <a:ext uri="{FF2B5EF4-FFF2-40B4-BE49-F238E27FC236}">
                <a16:creationId xmlns:a16="http://schemas.microsoft.com/office/drawing/2014/main" id="{CC63B7C1-5D51-4E27-9C66-061E8B79A1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4537076"/>
            <a:ext cx="49530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a:extLst>
              <a:ext uri="{FF2B5EF4-FFF2-40B4-BE49-F238E27FC236}">
                <a16:creationId xmlns:a16="http://schemas.microsoft.com/office/drawing/2014/main" id="{B918579F-DA7C-46BD-874B-D5D6A9044568}"/>
              </a:ext>
            </a:extLst>
          </p:cNvPr>
          <p:cNvSpPr>
            <a:spLocks noChangeArrowheads="1"/>
          </p:cNvSpPr>
          <p:nvPr/>
        </p:nvSpPr>
        <p:spPr bwMode="auto">
          <a:xfrm>
            <a:off x="3657601" y="1"/>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sp>
        <p:nvSpPr>
          <p:cNvPr id="51203" name="Rectangle 2">
            <a:extLst>
              <a:ext uri="{FF2B5EF4-FFF2-40B4-BE49-F238E27FC236}">
                <a16:creationId xmlns:a16="http://schemas.microsoft.com/office/drawing/2014/main" id="{D84F2911-4D63-4366-B4D8-187CA13A32F3}"/>
              </a:ext>
            </a:extLst>
          </p:cNvPr>
          <p:cNvSpPr>
            <a:spLocks noChangeArrowheads="1"/>
          </p:cNvSpPr>
          <p:nvPr/>
        </p:nvSpPr>
        <p:spPr bwMode="auto">
          <a:xfrm>
            <a:off x="2057400" y="457200"/>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The following are the general theorems or rules of Boolean algebra:</a:t>
            </a:r>
          </a:p>
        </p:txBody>
      </p:sp>
      <p:pic>
        <p:nvPicPr>
          <p:cNvPr id="51204" name="Picture 2">
            <a:extLst>
              <a:ext uri="{FF2B5EF4-FFF2-40B4-BE49-F238E27FC236}">
                <a16:creationId xmlns:a16="http://schemas.microsoft.com/office/drawing/2014/main" id="{B4912889-1865-4417-A21E-1C152D2B03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838200"/>
            <a:ext cx="80295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5" name="Group 7">
            <a:extLst>
              <a:ext uri="{FF2B5EF4-FFF2-40B4-BE49-F238E27FC236}">
                <a16:creationId xmlns:a16="http://schemas.microsoft.com/office/drawing/2014/main" id="{980B7927-C3ED-4DF8-8C9E-D87F038857CD}"/>
              </a:ext>
            </a:extLst>
          </p:cNvPr>
          <p:cNvGrpSpPr>
            <a:grpSpLocks/>
          </p:cNvGrpSpPr>
          <p:nvPr/>
        </p:nvGrpSpPr>
        <p:grpSpPr bwMode="auto">
          <a:xfrm>
            <a:off x="2133600" y="2438400"/>
            <a:ext cx="8001000" cy="1506538"/>
            <a:chOff x="609600" y="2895600"/>
            <a:chExt cx="8001000" cy="1506355"/>
          </a:xfrm>
        </p:grpSpPr>
        <p:pic>
          <p:nvPicPr>
            <p:cNvPr id="51208" name="Picture 3">
              <a:extLst>
                <a:ext uri="{FF2B5EF4-FFF2-40B4-BE49-F238E27FC236}">
                  <a16:creationId xmlns:a16="http://schemas.microsoft.com/office/drawing/2014/main" id="{F0F90F5C-158B-4542-B883-1ECC57565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895600"/>
              <a:ext cx="80010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Picture 4">
              <a:extLst>
                <a:ext uri="{FF2B5EF4-FFF2-40B4-BE49-F238E27FC236}">
                  <a16:creationId xmlns:a16="http://schemas.microsoft.com/office/drawing/2014/main" id="{F9391C19-D20F-4AEC-B862-F77CE55FC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535180"/>
              <a:ext cx="80010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1206" name="Picture 5">
            <a:extLst>
              <a:ext uri="{FF2B5EF4-FFF2-40B4-BE49-F238E27FC236}">
                <a16:creationId xmlns:a16="http://schemas.microsoft.com/office/drawing/2014/main" id="{4F076E17-81E8-47A1-BDEA-213E17D2D8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26" y="3962400"/>
            <a:ext cx="799147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Rectangle 8">
            <a:extLst>
              <a:ext uri="{FF2B5EF4-FFF2-40B4-BE49-F238E27FC236}">
                <a16:creationId xmlns:a16="http://schemas.microsoft.com/office/drawing/2014/main" id="{8BBCF826-A125-4671-944A-8EFCD28B429F}"/>
              </a:ext>
            </a:extLst>
          </p:cNvPr>
          <p:cNvSpPr>
            <a:spLocks noChangeArrowheads="1"/>
          </p:cNvSpPr>
          <p:nvPr/>
        </p:nvSpPr>
        <p:spPr bwMode="auto">
          <a:xfrm>
            <a:off x="1981200" y="6381750"/>
            <a:ext cx="731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FF0000"/>
                </a:solidFill>
                <a:latin typeface="Arial" panose="020B0604020202020204" pitchFamily="34" charset="0"/>
              </a:rPr>
              <a:t>This theorem 3 (a) and (b) is also called as absorption theorem</a:t>
            </a:r>
            <a:r>
              <a:rPr lang="en-US" altLang="en-US" sz="1800">
                <a:latin typeface="Arial" panose="020B0604020202020204" pitchFamily="34" charset="0"/>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a:extLst>
              <a:ext uri="{FF2B5EF4-FFF2-40B4-BE49-F238E27FC236}">
                <a16:creationId xmlns:a16="http://schemas.microsoft.com/office/drawing/2014/main" id="{4F9F45EA-0990-4C38-83CB-A9658B2E780F}"/>
              </a:ext>
            </a:extLst>
          </p:cNvPr>
          <p:cNvSpPr>
            <a:spLocks noChangeArrowheads="1"/>
          </p:cNvSpPr>
          <p:nvPr/>
        </p:nvSpPr>
        <p:spPr bwMode="auto">
          <a:xfrm>
            <a:off x="1828800" y="457200"/>
            <a:ext cx="640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6600FF"/>
                </a:solidFill>
                <a:latin typeface="Arial" panose="020B0604020202020204" pitchFamily="34" charset="0"/>
              </a:rPr>
              <a:t>Corollary of the absorption theorem is given as follows:</a:t>
            </a:r>
          </a:p>
        </p:txBody>
      </p:sp>
      <p:sp>
        <p:nvSpPr>
          <p:cNvPr id="52227" name="Rectangle 2">
            <a:extLst>
              <a:ext uri="{FF2B5EF4-FFF2-40B4-BE49-F238E27FC236}">
                <a16:creationId xmlns:a16="http://schemas.microsoft.com/office/drawing/2014/main" id="{6BD6B622-69EE-4ADC-89A2-D5BF8AE5983B}"/>
              </a:ext>
            </a:extLst>
          </p:cNvPr>
          <p:cNvSpPr>
            <a:spLocks noChangeArrowheads="1"/>
          </p:cNvSpPr>
          <p:nvPr/>
        </p:nvSpPr>
        <p:spPr bwMode="auto">
          <a:xfrm>
            <a:off x="3657601" y="1"/>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pic>
        <p:nvPicPr>
          <p:cNvPr id="52228" name="Picture 2">
            <a:extLst>
              <a:ext uri="{FF2B5EF4-FFF2-40B4-BE49-F238E27FC236}">
                <a16:creationId xmlns:a16="http://schemas.microsoft.com/office/drawing/2014/main" id="{433E44CE-439E-4AAA-9B3C-00E211E19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838200"/>
            <a:ext cx="22764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3">
            <a:extLst>
              <a:ext uri="{FF2B5EF4-FFF2-40B4-BE49-F238E27FC236}">
                <a16:creationId xmlns:a16="http://schemas.microsoft.com/office/drawing/2014/main" id="{9E63A60C-2509-4EFE-83C6-6DF8154AB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838200"/>
            <a:ext cx="245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4">
            <a:extLst>
              <a:ext uri="{FF2B5EF4-FFF2-40B4-BE49-F238E27FC236}">
                <a16:creationId xmlns:a16="http://schemas.microsoft.com/office/drawing/2014/main" id="{D248DA4C-F1E6-4C48-934F-862FA2F2BB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6" y="1314450"/>
            <a:ext cx="82010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31" name="Group 9">
            <a:extLst>
              <a:ext uri="{FF2B5EF4-FFF2-40B4-BE49-F238E27FC236}">
                <a16:creationId xmlns:a16="http://schemas.microsoft.com/office/drawing/2014/main" id="{CFE0AAA0-AD9B-4482-9AFB-03A2314BA8FF}"/>
              </a:ext>
            </a:extLst>
          </p:cNvPr>
          <p:cNvGrpSpPr>
            <a:grpSpLocks/>
          </p:cNvGrpSpPr>
          <p:nvPr/>
        </p:nvGrpSpPr>
        <p:grpSpPr bwMode="auto">
          <a:xfrm>
            <a:off x="1981201" y="3124200"/>
            <a:ext cx="8181975" cy="2865438"/>
            <a:chOff x="457200" y="3524250"/>
            <a:chExt cx="8181975" cy="2864882"/>
          </a:xfrm>
        </p:grpSpPr>
        <p:pic>
          <p:nvPicPr>
            <p:cNvPr id="52234" name="Picture 5">
              <a:extLst>
                <a:ext uri="{FF2B5EF4-FFF2-40B4-BE49-F238E27FC236}">
                  <a16:creationId xmlns:a16="http://schemas.microsoft.com/office/drawing/2014/main" id="{6B9F93D3-13D5-4B9B-8C5C-BF4427B76E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524250"/>
              <a:ext cx="81819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5" name="Picture 6">
              <a:extLst>
                <a:ext uri="{FF2B5EF4-FFF2-40B4-BE49-F238E27FC236}">
                  <a16:creationId xmlns:a16="http://schemas.microsoft.com/office/drawing/2014/main" id="{A9A38CFF-64C3-4540-A119-DE8CCE7BEB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943350"/>
              <a:ext cx="81534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6" name="Rectangle 8">
              <a:extLst>
                <a:ext uri="{FF2B5EF4-FFF2-40B4-BE49-F238E27FC236}">
                  <a16:creationId xmlns:a16="http://schemas.microsoft.com/office/drawing/2014/main" id="{27185F7C-8291-4CF5-A633-D2D29660414C}"/>
                </a:ext>
              </a:extLst>
            </p:cNvPr>
            <p:cNvSpPr>
              <a:spLocks noChangeArrowheads="1"/>
            </p:cNvSpPr>
            <p:nvPr/>
          </p:nvSpPr>
          <p:spPr bwMode="auto">
            <a:xfrm>
              <a:off x="457200" y="6019800"/>
              <a:ext cx="6096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FF0000"/>
                  </a:solidFill>
                  <a:latin typeface="Arial" panose="020B0604020202020204" pitchFamily="34" charset="0"/>
                </a:rPr>
                <a:t>This theorem is also called second absorption theorem.</a:t>
              </a:r>
            </a:p>
          </p:txBody>
        </p:sp>
      </p:grpSp>
      <p:sp>
        <p:nvSpPr>
          <p:cNvPr id="52232" name="Rectangle 1">
            <a:extLst>
              <a:ext uri="{FF2B5EF4-FFF2-40B4-BE49-F238E27FC236}">
                <a16:creationId xmlns:a16="http://schemas.microsoft.com/office/drawing/2014/main" id="{9AD1B78E-8069-4187-9E01-7DFDA93DEEF6}"/>
              </a:ext>
            </a:extLst>
          </p:cNvPr>
          <p:cNvSpPr>
            <a:spLocks noChangeArrowheads="1"/>
          </p:cNvSpPr>
          <p:nvPr/>
        </p:nvSpPr>
        <p:spPr bwMode="auto">
          <a:xfrm>
            <a:off x="1981200" y="5991225"/>
            <a:ext cx="548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FF0000"/>
                </a:solidFill>
                <a:latin typeface="Arial" panose="020B0604020202020204" pitchFamily="34" charset="0"/>
              </a:rPr>
              <a:t>Corollary of theorem 5 is given as</a:t>
            </a:r>
          </a:p>
        </p:txBody>
      </p:sp>
      <p:pic>
        <p:nvPicPr>
          <p:cNvPr id="52233" name="Picture 2">
            <a:extLst>
              <a:ext uri="{FF2B5EF4-FFF2-40B4-BE49-F238E27FC236}">
                <a16:creationId xmlns:a16="http://schemas.microsoft.com/office/drawing/2014/main" id="{A27E69DA-55E2-4E29-8A70-6E7EFD7B58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6448426"/>
            <a:ext cx="5562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CC3A178-68FC-433F-9083-9F5A28275184}"/>
              </a:ext>
            </a:extLst>
          </p:cNvPr>
          <p:cNvSpPr>
            <a:spLocks noChangeArrowheads="1"/>
          </p:cNvSpPr>
          <p:nvPr/>
        </p:nvSpPr>
        <p:spPr bwMode="auto">
          <a:xfrm>
            <a:off x="3657601" y="-76200"/>
            <a:ext cx="4549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Theorems of Boolean Algebra</a:t>
            </a:r>
            <a:endParaRPr lang="en-US" altLang="en-US" sz="2400" u="sng">
              <a:solidFill>
                <a:srgbClr val="FF0000"/>
              </a:solidFill>
              <a:latin typeface="Arial" panose="020B0604020202020204" pitchFamily="34" charset="0"/>
            </a:endParaRPr>
          </a:p>
        </p:txBody>
      </p:sp>
      <p:pic>
        <p:nvPicPr>
          <p:cNvPr id="53251" name="Picture 3">
            <a:extLst>
              <a:ext uri="{FF2B5EF4-FFF2-40B4-BE49-F238E27FC236}">
                <a16:creationId xmlns:a16="http://schemas.microsoft.com/office/drawing/2014/main" id="{D24B4960-AE11-4E39-B47B-74A165FCB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381001"/>
            <a:ext cx="844867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4">
            <a:extLst>
              <a:ext uri="{FF2B5EF4-FFF2-40B4-BE49-F238E27FC236}">
                <a16:creationId xmlns:a16="http://schemas.microsoft.com/office/drawing/2014/main" id="{30D557DD-85FC-4607-9D62-33BE5C719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447801"/>
            <a:ext cx="83915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5">
            <a:extLst>
              <a:ext uri="{FF2B5EF4-FFF2-40B4-BE49-F238E27FC236}">
                <a16:creationId xmlns:a16="http://schemas.microsoft.com/office/drawing/2014/main" id="{398056E1-42A7-4472-9C0E-3FEC80E3F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027238"/>
            <a:ext cx="58674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a:extLst>
              <a:ext uri="{FF2B5EF4-FFF2-40B4-BE49-F238E27FC236}">
                <a16:creationId xmlns:a16="http://schemas.microsoft.com/office/drawing/2014/main" id="{B45D66E9-1ADE-4C34-9F9D-8BCD33DF2D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7664" y="3629026"/>
            <a:ext cx="90201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3">
            <a:extLst>
              <a:ext uri="{FF2B5EF4-FFF2-40B4-BE49-F238E27FC236}">
                <a16:creationId xmlns:a16="http://schemas.microsoft.com/office/drawing/2014/main" id="{0100961C-BC5E-4EE7-B73B-D55ABB06C6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6065838"/>
            <a:ext cx="6019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2">
            <a:extLst>
              <a:ext uri="{FF2B5EF4-FFF2-40B4-BE49-F238E27FC236}">
                <a16:creationId xmlns:a16="http://schemas.microsoft.com/office/drawing/2014/main" id="{640A7D8C-2045-495D-9EAD-BB97D6807F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5288" y="5715000"/>
            <a:ext cx="55435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2EB37ABC-C6E9-4917-8782-24668F90B05C}"/>
              </a:ext>
            </a:extLst>
          </p:cNvPr>
          <p:cNvSpPr>
            <a:spLocks noGrp="1"/>
          </p:cNvSpPr>
          <p:nvPr>
            <p:ph type="title"/>
          </p:nvPr>
        </p:nvSpPr>
        <p:spPr>
          <a:xfrm>
            <a:off x="1981200" y="1"/>
            <a:ext cx="8229600" cy="487363"/>
          </a:xfrm>
        </p:spPr>
        <p:txBody>
          <a:bodyPr>
            <a:normAutofit fontScale="90000"/>
          </a:bodyPr>
          <a:lstStyle/>
          <a:p>
            <a:r>
              <a:rPr lang="en-US" altLang="en-US" sz="3200" u="sng">
                <a:solidFill>
                  <a:srgbClr val="FF0000"/>
                </a:solidFill>
              </a:rPr>
              <a:t>DeMorgan’s Theorem</a:t>
            </a:r>
          </a:p>
        </p:txBody>
      </p:sp>
      <p:pic>
        <p:nvPicPr>
          <p:cNvPr id="38916" name="Picture 4">
            <a:extLst>
              <a:ext uri="{FF2B5EF4-FFF2-40B4-BE49-F238E27FC236}">
                <a16:creationId xmlns:a16="http://schemas.microsoft.com/office/drawing/2014/main" id="{469EC82D-27DE-4ECB-A9AA-894B8680F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143000"/>
            <a:ext cx="5773738"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5">
            <a:extLst>
              <a:ext uri="{FF2B5EF4-FFF2-40B4-BE49-F238E27FC236}">
                <a16:creationId xmlns:a16="http://schemas.microsoft.com/office/drawing/2014/main" id="{13F3E687-9337-4B40-A872-21F32A81C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038600"/>
            <a:ext cx="57975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8515AD94-BEB4-4F39-982A-8A88F0EE0480}"/>
              </a:ext>
            </a:extLst>
          </p:cNvPr>
          <p:cNvSpPr txBox="1">
            <a:spLocks noChangeArrowheads="1"/>
          </p:cNvSpPr>
          <p:nvPr/>
        </p:nvSpPr>
        <p:spPr bwMode="auto">
          <a:xfrm>
            <a:off x="2640014" y="2438400"/>
            <a:ext cx="6884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A NAND gate is equivalent to an inversion followed by an OR</a:t>
            </a:r>
          </a:p>
        </p:txBody>
      </p:sp>
      <p:sp>
        <p:nvSpPr>
          <p:cNvPr id="3" name="TextBox 2">
            <a:extLst>
              <a:ext uri="{FF2B5EF4-FFF2-40B4-BE49-F238E27FC236}">
                <a16:creationId xmlns:a16="http://schemas.microsoft.com/office/drawing/2014/main" id="{AAE90B3B-A573-4D3B-86B6-CCF1C7FA7419}"/>
              </a:ext>
            </a:extLst>
          </p:cNvPr>
          <p:cNvSpPr txBox="1">
            <a:spLocks noChangeArrowheads="1"/>
          </p:cNvSpPr>
          <p:nvPr/>
        </p:nvSpPr>
        <p:spPr bwMode="auto">
          <a:xfrm>
            <a:off x="2894013" y="5641975"/>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A NOR gate is equivalent to an inversion followed by and AND</a:t>
            </a:r>
          </a:p>
        </p:txBody>
      </p:sp>
      <p:sp>
        <p:nvSpPr>
          <p:cNvPr id="54279" name="Rectangle 6">
            <a:extLst>
              <a:ext uri="{FF2B5EF4-FFF2-40B4-BE49-F238E27FC236}">
                <a16:creationId xmlns:a16="http://schemas.microsoft.com/office/drawing/2014/main" id="{E0D41ECD-556A-4041-93D9-8B254660C4F6}"/>
              </a:ext>
            </a:extLst>
          </p:cNvPr>
          <p:cNvSpPr>
            <a:spLocks noChangeArrowheads="1"/>
          </p:cNvSpPr>
          <p:nvPr/>
        </p:nvSpPr>
        <p:spPr bwMode="auto">
          <a:xfrm>
            <a:off x="1752600" y="533401"/>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(a) </a:t>
            </a:r>
            <a:r>
              <a:rPr lang="en-US" altLang="en-US" sz="1800" b="1">
                <a:solidFill>
                  <a:srgbClr val="7030A0"/>
                </a:solidFill>
                <a:latin typeface="Arial" panose="020B0604020202020204" pitchFamily="34" charset="0"/>
              </a:rPr>
              <a:t>Complement of product of two or more Boolean numbers is equivalent to sum of complement of those Boolean numbers</a:t>
            </a:r>
          </a:p>
        </p:txBody>
      </p:sp>
      <p:sp>
        <p:nvSpPr>
          <p:cNvPr id="54280" name="Rectangle 7">
            <a:extLst>
              <a:ext uri="{FF2B5EF4-FFF2-40B4-BE49-F238E27FC236}">
                <a16:creationId xmlns:a16="http://schemas.microsoft.com/office/drawing/2014/main" id="{C5B17035-844C-416C-92A4-63489570BF64}"/>
              </a:ext>
            </a:extLst>
          </p:cNvPr>
          <p:cNvSpPr>
            <a:spLocks noChangeArrowheads="1"/>
          </p:cNvSpPr>
          <p:nvPr/>
        </p:nvSpPr>
        <p:spPr bwMode="auto">
          <a:xfrm>
            <a:off x="1752600" y="3048001"/>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(b) </a:t>
            </a:r>
            <a:r>
              <a:rPr lang="en-US" altLang="en-US" sz="1800" b="1">
                <a:solidFill>
                  <a:srgbClr val="7030A0"/>
                </a:solidFill>
                <a:latin typeface="Arial" panose="020B0604020202020204" pitchFamily="34" charset="0"/>
              </a:rPr>
              <a:t>Complement of sum of two or more Boolean numbers is equivalent to product of complement of those Boolean numbers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 calcmode="lin" valueType="num">
                                      <p:cBhvr additive="base">
                                        <p:cTn id="7" dur="500" fill="hold"/>
                                        <p:tgtEl>
                                          <p:spTgt spid="38916"/>
                                        </p:tgtEl>
                                        <p:attrNameLst>
                                          <p:attrName>ppt_x</p:attrName>
                                        </p:attrNameLst>
                                      </p:cBhvr>
                                      <p:tavLst>
                                        <p:tav tm="0">
                                          <p:val>
                                            <p:strVal val="#ppt_x"/>
                                          </p:val>
                                        </p:tav>
                                        <p:tav tm="100000">
                                          <p:val>
                                            <p:strVal val="#ppt_x"/>
                                          </p:val>
                                        </p:tav>
                                      </p:tavLst>
                                    </p:anim>
                                    <p:anim calcmode="lin" valueType="num">
                                      <p:cBhvr additive="base">
                                        <p:cTn id="8"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ppt_x"/>
                                          </p:val>
                                        </p:tav>
                                        <p:tav tm="100000">
                                          <p:val>
                                            <p:strVal val="#ppt_x"/>
                                          </p:val>
                                        </p:tav>
                                      </p:tavLst>
                                    </p:anim>
                                    <p:anim calcmode="lin" valueType="num">
                                      <p:cBhvr additive="base">
                                        <p:cTn id="20"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1E545B69-C20D-4DA9-89C5-C31EECB0238A}"/>
              </a:ext>
            </a:extLst>
          </p:cNvPr>
          <p:cNvSpPr>
            <a:spLocks noGrp="1"/>
          </p:cNvSpPr>
          <p:nvPr>
            <p:ph type="title"/>
          </p:nvPr>
        </p:nvSpPr>
        <p:spPr>
          <a:xfrm>
            <a:off x="1981200" y="1"/>
            <a:ext cx="8229600" cy="487363"/>
          </a:xfrm>
        </p:spPr>
        <p:txBody>
          <a:bodyPr>
            <a:normAutofit fontScale="90000"/>
          </a:bodyPr>
          <a:lstStyle/>
          <a:p>
            <a:r>
              <a:rPr lang="en-US" altLang="en-US" sz="3200" u="sng">
                <a:solidFill>
                  <a:srgbClr val="FF0000"/>
                </a:solidFill>
              </a:rPr>
              <a:t>DeMorgan Truth Table</a:t>
            </a:r>
          </a:p>
        </p:txBody>
      </p:sp>
      <p:graphicFrame>
        <p:nvGraphicFramePr>
          <p:cNvPr id="5" name="Table 4">
            <a:extLst>
              <a:ext uri="{FF2B5EF4-FFF2-40B4-BE49-F238E27FC236}">
                <a16:creationId xmlns:a16="http://schemas.microsoft.com/office/drawing/2014/main" id="{F6FC433C-5F30-4D81-9931-0C34E9B4BBCF}"/>
              </a:ext>
            </a:extLst>
          </p:cNvPr>
          <p:cNvGraphicFramePr>
            <a:graphicFrameLocks noGrp="1"/>
          </p:cNvGraphicFramePr>
          <p:nvPr/>
        </p:nvGraphicFramePr>
        <p:xfrm>
          <a:off x="2590801" y="533400"/>
          <a:ext cx="7068407" cy="1981200"/>
        </p:xfrm>
        <a:graphic>
          <a:graphicData uri="http://schemas.openxmlformats.org/drawingml/2006/table">
            <a:tbl>
              <a:tblPr firstRow="1" firstCol="1" bandRow="1">
                <a:tableStyleId>{16D9F66E-5EB9-4882-86FB-DCBF35E3C3E4}</a:tableStyleId>
              </a:tblPr>
              <a:tblGrid>
                <a:gridCol w="731215">
                  <a:extLst>
                    <a:ext uri="{9D8B030D-6E8A-4147-A177-3AD203B41FA5}">
                      <a16:colId xmlns:a16="http://schemas.microsoft.com/office/drawing/2014/main" val="20000"/>
                    </a:ext>
                  </a:extLst>
                </a:gridCol>
                <a:gridCol w="731215">
                  <a:extLst>
                    <a:ext uri="{9D8B030D-6E8A-4147-A177-3AD203B41FA5}">
                      <a16:colId xmlns:a16="http://schemas.microsoft.com/office/drawing/2014/main" val="20001"/>
                    </a:ext>
                  </a:extLst>
                </a:gridCol>
                <a:gridCol w="1218690">
                  <a:extLst>
                    <a:ext uri="{9D8B030D-6E8A-4147-A177-3AD203B41FA5}">
                      <a16:colId xmlns:a16="http://schemas.microsoft.com/office/drawing/2014/main" val="20002"/>
                    </a:ext>
                  </a:extLst>
                </a:gridCol>
                <a:gridCol w="1462429">
                  <a:extLst>
                    <a:ext uri="{9D8B030D-6E8A-4147-A177-3AD203B41FA5}">
                      <a16:colId xmlns:a16="http://schemas.microsoft.com/office/drawing/2014/main" val="20003"/>
                    </a:ext>
                  </a:extLst>
                </a:gridCol>
                <a:gridCol w="1462429">
                  <a:extLst>
                    <a:ext uri="{9D8B030D-6E8A-4147-A177-3AD203B41FA5}">
                      <a16:colId xmlns:a16="http://schemas.microsoft.com/office/drawing/2014/main" val="20004"/>
                    </a:ext>
                  </a:extLst>
                </a:gridCol>
                <a:gridCol w="1462429">
                  <a:extLst>
                    <a:ext uri="{9D8B030D-6E8A-4147-A177-3AD203B41FA5}">
                      <a16:colId xmlns:a16="http://schemas.microsoft.com/office/drawing/2014/main" val="20005"/>
                    </a:ext>
                  </a:extLst>
                </a:gridCol>
              </a:tblGrid>
              <a:tr h="396240">
                <a:tc>
                  <a:txBody>
                    <a:bodyPr/>
                    <a:lstStyle/>
                    <a:p>
                      <a:pPr marL="0" marR="0" algn="ctr">
                        <a:spcBef>
                          <a:spcPts val="0"/>
                        </a:spcBef>
                        <a:spcAft>
                          <a:spcPts val="0"/>
                        </a:spcAft>
                      </a:pPr>
                      <a:r>
                        <a:rPr lang="en-US" sz="1600" dirty="0">
                          <a:effectLst/>
                        </a:rPr>
                        <a:t>A</a:t>
                      </a:r>
                      <a:endParaRPr lang="en-US" sz="1600" dirty="0">
                        <a:solidFill>
                          <a:schemeClr val="tx1"/>
                        </a:solidFill>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B</a:t>
                      </a:r>
                      <a:endParaRPr lang="en-US" sz="1600" dirty="0">
                        <a:solidFill>
                          <a:schemeClr val="tx1"/>
                        </a:solidFill>
                        <a:effectLst/>
                        <a:latin typeface="Arial"/>
                        <a:ea typeface="Calibri"/>
                      </a:endParaRPr>
                    </a:p>
                  </a:txBody>
                  <a:tcPr marL="182804" marR="182804" marT="0" marB="0"/>
                </a:tc>
                <a:tc>
                  <a:txBody>
                    <a:bodyPr/>
                    <a:lstStyle/>
                    <a:p>
                      <a:endParaRPr lang="en-US" sz="1600"/>
                    </a:p>
                  </a:txBody>
                  <a:tcPr marL="182804" marR="182804" marT="0" marB="0">
                    <a:blipFill rotWithShape="1">
                      <a:blip r:embed="rId2"/>
                      <a:stretch>
                        <a:fillRect l="-120000" t="-25000" r="-360000" b="-451250"/>
                      </a:stretch>
                    </a:blipFill>
                  </a:tcPr>
                </a:tc>
                <a:tc>
                  <a:txBody>
                    <a:bodyPr/>
                    <a:lstStyle/>
                    <a:p>
                      <a:endParaRPr lang="en-US" sz="1600"/>
                    </a:p>
                  </a:txBody>
                  <a:tcPr marL="182804" marR="182804" marT="0" marB="0">
                    <a:blipFill rotWithShape="1">
                      <a:blip r:embed="rId2"/>
                      <a:stretch>
                        <a:fillRect l="-183333" t="-25000" r="-200000" b="-451250"/>
                      </a:stretch>
                    </a:blipFill>
                  </a:tcPr>
                </a:tc>
                <a:tc>
                  <a:txBody>
                    <a:bodyPr/>
                    <a:lstStyle/>
                    <a:p>
                      <a:endParaRPr lang="en-US" sz="1600"/>
                    </a:p>
                  </a:txBody>
                  <a:tcPr marL="182804" marR="182804" marT="0" marB="0">
                    <a:blipFill rotWithShape="1">
                      <a:blip r:embed="rId2"/>
                      <a:stretch>
                        <a:fillRect l="-283333" t="-25000" r="-100000" b="-451250"/>
                      </a:stretch>
                    </a:blipFill>
                  </a:tcPr>
                </a:tc>
                <a:tc>
                  <a:txBody>
                    <a:bodyPr/>
                    <a:lstStyle/>
                    <a:p>
                      <a:endParaRPr lang="en-US" sz="1600"/>
                    </a:p>
                  </a:txBody>
                  <a:tcPr marL="182804" marR="182804" marT="0" marB="0">
                    <a:blipFill rotWithShape="1">
                      <a:blip r:embed="rId2"/>
                      <a:stretch>
                        <a:fillRect l="-383333" t="-25000" b="-451250"/>
                      </a:stretch>
                    </a:blipFill>
                  </a:tcPr>
                </a:tc>
                <a:extLst>
                  <a:ext uri="{0D108BD9-81ED-4DB2-BD59-A6C34878D82A}">
                    <a16:rowId xmlns:a16="http://schemas.microsoft.com/office/drawing/2014/main" val="10000"/>
                  </a:ext>
                </a:extLst>
              </a:tr>
              <a:tr h="396240">
                <a:tc>
                  <a:txBody>
                    <a:bodyPr/>
                    <a:lstStyle/>
                    <a:p>
                      <a:pPr marL="0" marR="0" algn="ctr">
                        <a:spcBef>
                          <a:spcPts val="0"/>
                        </a:spcBef>
                        <a:spcAft>
                          <a:spcPts val="0"/>
                        </a:spcAft>
                      </a:pPr>
                      <a:r>
                        <a:rPr lang="en-US" sz="1600" b="0" dirty="0">
                          <a:effectLst/>
                        </a:rPr>
                        <a:t>0</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extLst>
                  <a:ext uri="{0D108BD9-81ED-4DB2-BD59-A6C34878D82A}">
                    <a16:rowId xmlns:a16="http://schemas.microsoft.com/office/drawing/2014/main" val="10001"/>
                  </a:ext>
                </a:extLst>
              </a:tr>
              <a:tr h="396240">
                <a:tc>
                  <a:txBody>
                    <a:bodyPr/>
                    <a:lstStyle/>
                    <a:p>
                      <a:pPr marL="0" marR="0" algn="ctr">
                        <a:spcBef>
                          <a:spcPts val="0"/>
                        </a:spcBef>
                        <a:spcAft>
                          <a:spcPts val="0"/>
                        </a:spcAft>
                      </a:pPr>
                      <a:r>
                        <a:rPr lang="en-US" sz="1600" b="0" dirty="0">
                          <a:effectLst/>
                        </a:rPr>
                        <a:t>0</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2"/>
                  </a:ext>
                </a:extLst>
              </a:tr>
              <a:tr h="396240">
                <a:tc>
                  <a:txBody>
                    <a:bodyPr/>
                    <a:lstStyle/>
                    <a:p>
                      <a:pPr marL="0" marR="0" algn="ctr">
                        <a:spcBef>
                          <a:spcPts val="0"/>
                        </a:spcBef>
                        <a:spcAft>
                          <a:spcPts val="0"/>
                        </a:spcAft>
                      </a:pPr>
                      <a:r>
                        <a:rPr lang="en-US" sz="1600" b="0" dirty="0">
                          <a:effectLst/>
                        </a:rPr>
                        <a:t>1</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1</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latin typeface="+mn-lt"/>
                          <a:ea typeface="+mn-ea"/>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3"/>
                  </a:ext>
                </a:extLst>
              </a:tr>
              <a:tr h="396240">
                <a:tc>
                  <a:txBody>
                    <a:bodyPr/>
                    <a:lstStyle/>
                    <a:p>
                      <a:pPr marL="0" marR="0" algn="ctr">
                        <a:spcBef>
                          <a:spcPts val="0"/>
                        </a:spcBef>
                        <a:spcAft>
                          <a:spcPts val="0"/>
                        </a:spcAft>
                      </a:pPr>
                      <a:r>
                        <a:rPr lang="en-US" sz="1600" b="0" dirty="0">
                          <a:effectLst/>
                        </a:rPr>
                        <a:t>1</a:t>
                      </a:r>
                      <a:endParaRPr lang="en-US" sz="1600" b="0" dirty="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1</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a:effectLst/>
                        </a:rPr>
                        <a:t>0</a:t>
                      </a:r>
                      <a:endParaRPr lang="en-US" sz="160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tc>
                  <a:txBody>
                    <a:bodyPr/>
                    <a:lstStyle/>
                    <a:p>
                      <a:pPr marL="0" marR="0" algn="ctr">
                        <a:spcBef>
                          <a:spcPts val="0"/>
                        </a:spcBef>
                        <a:spcAft>
                          <a:spcPts val="0"/>
                        </a:spcAft>
                      </a:pPr>
                      <a:r>
                        <a:rPr lang="en-US" sz="1600" dirty="0">
                          <a:effectLst/>
                        </a:rPr>
                        <a:t>0</a:t>
                      </a:r>
                      <a:endParaRPr lang="en-US" sz="1600" dirty="0">
                        <a:effectLst/>
                        <a:latin typeface="Arial"/>
                        <a:ea typeface="Calibri"/>
                      </a:endParaRPr>
                    </a:p>
                  </a:txBody>
                  <a:tcPr marL="182804" marR="182804" marT="0" marB="0"/>
                </a:tc>
                <a:extLst>
                  <a:ext uri="{0D108BD9-81ED-4DB2-BD59-A6C34878D82A}">
                    <a16:rowId xmlns:a16="http://schemas.microsoft.com/office/drawing/2014/main" val="10004"/>
                  </a:ext>
                </a:extLst>
              </a:tr>
            </a:tbl>
          </a:graphicData>
        </a:graphic>
      </p:graphicFrame>
      <p:sp>
        <p:nvSpPr>
          <p:cNvPr id="55300" name="TextBox 5">
            <a:extLst>
              <a:ext uri="{FF2B5EF4-FFF2-40B4-BE49-F238E27FC236}">
                <a16:creationId xmlns:a16="http://schemas.microsoft.com/office/drawing/2014/main" id="{F0960B2E-0C7E-4821-A5E3-7A0821B2C874}"/>
              </a:ext>
            </a:extLst>
          </p:cNvPr>
          <p:cNvSpPr txBox="1">
            <a:spLocks noChangeArrowheads="1"/>
          </p:cNvSpPr>
          <p:nvPr/>
        </p:nvSpPr>
        <p:spPr bwMode="auto">
          <a:xfrm>
            <a:off x="4267200" y="2524125"/>
            <a:ext cx="1054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NAND</a:t>
            </a:r>
          </a:p>
        </p:txBody>
      </p:sp>
      <p:sp>
        <p:nvSpPr>
          <p:cNvPr id="55301" name="TextBox 6">
            <a:extLst>
              <a:ext uri="{FF2B5EF4-FFF2-40B4-BE49-F238E27FC236}">
                <a16:creationId xmlns:a16="http://schemas.microsoft.com/office/drawing/2014/main" id="{602778DE-F757-4CB7-B29A-1A835EC9B5AA}"/>
              </a:ext>
            </a:extLst>
          </p:cNvPr>
          <p:cNvSpPr txBox="1">
            <a:spLocks noChangeArrowheads="1"/>
          </p:cNvSpPr>
          <p:nvPr/>
        </p:nvSpPr>
        <p:spPr bwMode="auto">
          <a:xfrm>
            <a:off x="7162800" y="2524125"/>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NOR</a:t>
            </a:r>
          </a:p>
        </p:txBody>
      </p:sp>
      <p:sp>
        <p:nvSpPr>
          <p:cNvPr id="6" name="Rectangle 5">
            <a:extLst>
              <a:ext uri="{FF2B5EF4-FFF2-40B4-BE49-F238E27FC236}">
                <a16:creationId xmlns:a16="http://schemas.microsoft.com/office/drawing/2014/main" id="{75F586C9-8FCB-4435-9E47-157280EBF1FE}"/>
              </a:ext>
            </a:extLst>
          </p:cNvPr>
          <p:cNvSpPr/>
          <p:nvPr/>
        </p:nvSpPr>
        <p:spPr>
          <a:xfrm>
            <a:off x="1752600" y="3429000"/>
            <a:ext cx="8763000" cy="3416300"/>
          </a:xfrm>
          <a:prstGeom prst="rect">
            <a:avLst/>
          </a:prstGeom>
        </p:spPr>
        <p:txBody>
          <a:bodyPr>
            <a:spAutoFit/>
          </a:bodyPr>
          <a:lstStyle/>
          <a:p>
            <a:pPr algn="just" eaLnBrk="1" hangingPunct="1">
              <a:defRPr/>
            </a:pPr>
            <a:r>
              <a:rPr lang="en-US" sz="2000" b="1" dirty="0">
                <a:solidFill>
                  <a:srgbClr val="C00000"/>
                </a:solidFill>
                <a:latin typeface="Arial" charset="0"/>
              </a:rPr>
              <a:t>According to this principle</a:t>
            </a:r>
          </a:p>
          <a:p>
            <a:pPr algn="just" eaLnBrk="1" hangingPunct="1">
              <a:defRPr/>
            </a:pPr>
            <a:r>
              <a:rPr lang="en-US" sz="2000" b="1" dirty="0">
                <a:solidFill>
                  <a:srgbClr val="C00000"/>
                </a:solidFill>
                <a:latin typeface="Arial" charset="0"/>
              </a:rPr>
              <a:t>“</a:t>
            </a:r>
            <a:r>
              <a:rPr lang="en-US" sz="2000" b="1" dirty="0">
                <a:solidFill>
                  <a:srgbClr val="7030A0"/>
                </a:solidFill>
                <a:latin typeface="Arial" charset="0"/>
              </a:rPr>
              <a:t>It states that every algebraic expression deducible from the postulates of Boolean algebra remain valid if the operators and the identity elements are interchanged</a:t>
            </a:r>
            <a:r>
              <a:rPr lang="en-US" sz="2000" b="1" dirty="0">
                <a:solidFill>
                  <a:srgbClr val="C00000"/>
                </a:solidFill>
                <a:latin typeface="Arial" charset="0"/>
              </a:rPr>
              <a:t>”</a:t>
            </a:r>
          </a:p>
          <a:p>
            <a:pPr algn="just" eaLnBrk="1" hangingPunct="1">
              <a:defRPr/>
            </a:pPr>
            <a:endParaRPr lang="en-US" sz="800" b="1" dirty="0">
              <a:solidFill>
                <a:srgbClr val="C00000"/>
              </a:solidFill>
              <a:latin typeface="Arial" charset="0"/>
            </a:endParaRPr>
          </a:p>
          <a:p>
            <a:pPr algn="just" eaLnBrk="1" hangingPunct="1">
              <a:defRPr/>
            </a:pPr>
            <a:r>
              <a:rPr lang="en-US" b="1" dirty="0">
                <a:solidFill>
                  <a:srgbClr val="C00000"/>
                </a:solidFill>
                <a:latin typeface="Arial" charset="0"/>
              </a:rPr>
              <a:t> So, the postulates or theorems of:-</a:t>
            </a:r>
            <a:r>
              <a:rPr lang="en-US" sz="2000" b="1" dirty="0">
                <a:solidFill>
                  <a:srgbClr val="C00000"/>
                </a:solidFill>
                <a:latin typeface="Arial" charset="0"/>
              </a:rPr>
              <a:t> </a:t>
            </a:r>
            <a:endParaRPr lang="en-US" sz="800" b="1" dirty="0">
              <a:solidFill>
                <a:srgbClr val="C00000"/>
              </a:solidFill>
              <a:latin typeface="Arial" charset="0"/>
            </a:endParaRPr>
          </a:p>
          <a:p>
            <a:pPr marL="284163" indent="-284163" algn="just">
              <a:buFont typeface="Wingdings" pitchFamily="2" charset="2"/>
              <a:buChar char="§"/>
              <a:defRPr/>
            </a:pPr>
            <a:r>
              <a:rPr lang="en-US" b="1" dirty="0">
                <a:solidFill>
                  <a:srgbClr val="2B0BB5"/>
                </a:solidFill>
                <a:latin typeface="Arial" charset="0"/>
              </a:rPr>
              <a:t>Boolean algebra are given for one type of operation may be converted to other type of operation</a:t>
            </a:r>
            <a:r>
              <a:rPr lang="en-US" dirty="0">
                <a:solidFill>
                  <a:srgbClr val="2B0BB5"/>
                </a:solidFill>
                <a:latin typeface="Arial" charset="0"/>
              </a:rPr>
              <a:t> (i.e. OR to AND or vice versa) </a:t>
            </a:r>
            <a:r>
              <a:rPr lang="en-US" b="1" dirty="0">
                <a:solidFill>
                  <a:srgbClr val="C00000"/>
                </a:solidFill>
                <a:latin typeface="Arial" charset="0"/>
              </a:rPr>
              <a:t>just by interchanging 0 with 1 and ‘+’ with ‘.’</a:t>
            </a:r>
          </a:p>
          <a:p>
            <a:pPr marL="284163" indent="-284163" algn="just">
              <a:buFont typeface="Wingdings" pitchFamily="2" charset="2"/>
              <a:buChar char="§"/>
              <a:defRPr/>
            </a:pPr>
            <a:r>
              <a:rPr lang="en-US" dirty="0">
                <a:solidFill>
                  <a:srgbClr val="C00000"/>
                </a:solidFill>
                <a:latin typeface="Arial" charset="0"/>
              </a:rPr>
              <a:t>This principle ensures that </a:t>
            </a:r>
            <a:r>
              <a:rPr lang="en-US" b="1" dirty="0">
                <a:solidFill>
                  <a:srgbClr val="7030A0"/>
                </a:solidFill>
                <a:latin typeface="Arial" charset="0"/>
              </a:rPr>
              <a:t>if a theorem is proved using the postulates of Boolean algebra then dual of this theorem automatically holds </a:t>
            </a:r>
            <a:r>
              <a:rPr lang="en-US" dirty="0">
                <a:solidFill>
                  <a:srgbClr val="C00000"/>
                </a:solidFill>
                <a:latin typeface="Arial" charset="0"/>
              </a:rPr>
              <a:t>and need not to be proved separately.</a:t>
            </a:r>
          </a:p>
        </p:txBody>
      </p:sp>
      <p:sp>
        <p:nvSpPr>
          <p:cNvPr id="55303" name="Rectangle 6">
            <a:extLst>
              <a:ext uri="{FF2B5EF4-FFF2-40B4-BE49-F238E27FC236}">
                <a16:creationId xmlns:a16="http://schemas.microsoft.com/office/drawing/2014/main" id="{4FEA693C-3BF7-412D-BF9D-644EFFCE3625}"/>
              </a:ext>
            </a:extLst>
          </p:cNvPr>
          <p:cNvSpPr>
            <a:spLocks noChangeArrowheads="1"/>
          </p:cNvSpPr>
          <p:nvPr/>
        </p:nvSpPr>
        <p:spPr bwMode="auto">
          <a:xfrm>
            <a:off x="4648200" y="2828926"/>
            <a:ext cx="299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Duality Principle</a:t>
            </a:r>
            <a:endParaRPr lang="en-US" altLang="en-US" sz="2800" u="sng">
              <a:latin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a:extLst>
              <a:ext uri="{FF2B5EF4-FFF2-40B4-BE49-F238E27FC236}">
                <a16:creationId xmlns:a16="http://schemas.microsoft.com/office/drawing/2014/main" id="{9E7ECD44-8268-4FB8-BA10-5EC82447A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8635"/>
          <a:stretch>
            <a:fillRect/>
          </a:stretch>
        </p:blipFill>
        <p:spPr bwMode="auto">
          <a:xfrm>
            <a:off x="3048000" y="685800"/>
            <a:ext cx="58674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Rectangle 2">
            <a:extLst>
              <a:ext uri="{FF2B5EF4-FFF2-40B4-BE49-F238E27FC236}">
                <a16:creationId xmlns:a16="http://schemas.microsoft.com/office/drawing/2014/main" id="{B153B052-44B9-44AB-B090-D190E9CFE25A}"/>
              </a:ext>
            </a:extLst>
          </p:cNvPr>
          <p:cNvSpPr>
            <a:spLocks noChangeArrowheads="1"/>
          </p:cNvSpPr>
          <p:nvPr/>
        </p:nvSpPr>
        <p:spPr bwMode="auto">
          <a:xfrm>
            <a:off x="4505326" y="76200"/>
            <a:ext cx="3190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a:t>
            </a:r>
          </a:p>
        </p:txBody>
      </p:sp>
      <p:pic>
        <p:nvPicPr>
          <p:cNvPr id="56324" name="Picture 9">
            <a:extLst>
              <a:ext uri="{FF2B5EF4-FFF2-40B4-BE49-F238E27FC236}">
                <a16:creationId xmlns:a16="http://schemas.microsoft.com/office/drawing/2014/main" id="{10051DE1-6FC2-4204-80C1-1C49B05C9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537076"/>
            <a:ext cx="49530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330D8E3-8E9C-4853-874D-A87ECB5146C5}"/>
              </a:ext>
            </a:extLst>
          </p:cNvPr>
          <p:cNvSpPr>
            <a:spLocks noChangeArrowheads="1"/>
          </p:cNvSpPr>
          <p:nvPr/>
        </p:nvSpPr>
        <p:spPr bwMode="auto">
          <a:xfrm>
            <a:off x="3822701" y="-61913"/>
            <a:ext cx="4557713"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grpSp>
        <p:nvGrpSpPr>
          <p:cNvPr id="57347" name="Group 4">
            <a:extLst>
              <a:ext uri="{FF2B5EF4-FFF2-40B4-BE49-F238E27FC236}">
                <a16:creationId xmlns:a16="http://schemas.microsoft.com/office/drawing/2014/main" id="{41118B0E-5879-499E-A719-F47459DCF504}"/>
              </a:ext>
            </a:extLst>
          </p:cNvPr>
          <p:cNvGrpSpPr>
            <a:grpSpLocks/>
          </p:cNvGrpSpPr>
          <p:nvPr/>
        </p:nvGrpSpPr>
        <p:grpSpPr bwMode="auto">
          <a:xfrm>
            <a:off x="2667000" y="609600"/>
            <a:ext cx="6781800" cy="3810000"/>
            <a:chOff x="1143000" y="762000"/>
            <a:chExt cx="7010400" cy="4876800"/>
          </a:xfrm>
        </p:grpSpPr>
        <p:pic>
          <p:nvPicPr>
            <p:cNvPr id="57349" name="Picture 2">
              <a:extLst>
                <a:ext uri="{FF2B5EF4-FFF2-40B4-BE49-F238E27FC236}">
                  <a16:creationId xmlns:a16="http://schemas.microsoft.com/office/drawing/2014/main" id="{E58239C1-FF13-4E24-AC3C-066A78E86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62000"/>
              <a:ext cx="7010400" cy="357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3">
              <a:extLst>
                <a:ext uri="{FF2B5EF4-FFF2-40B4-BE49-F238E27FC236}">
                  <a16:creationId xmlns:a16="http://schemas.microsoft.com/office/drawing/2014/main" id="{E2EA1AC0-8419-43E0-9D46-D615DB3A8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297180"/>
              <a:ext cx="5638800" cy="1341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48" name="Picture 6">
            <a:extLst>
              <a:ext uri="{FF2B5EF4-FFF2-40B4-BE49-F238E27FC236}">
                <a16:creationId xmlns:a16="http://schemas.microsoft.com/office/drawing/2014/main" id="{8B5D687F-F16A-4130-A311-606D832D59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632326"/>
            <a:ext cx="83185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7">
            <a:extLst>
              <a:ext uri="{FF2B5EF4-FFF2-40B4-BE49-F238E27FC236}">
                <a16:creationId xmlns:a16="http://schemas.microsoft.com/office/drawing/2014/main" id="{545BDE98-0AF2-4AAD-A9AE-22BB1065D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743200"/>
            <a:ext cx="7011988"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2">
            <a:extLst>
              <a:ext uri="{FF2B5EF4-FFF2-40B4-BE49-F238E27FC236}">
                <a16:creationId xmlns:a16="http://schemas.microsoft.com/office/drawing/2014/main" id="{D3AFCE3A-E154-4142-B282-3060CE4137C8}"/>
              </a:ext>
            </a:extLst>
          </p:cNvPr>
          <p:cNvSpPr>
            <a:spLocks noChangeArrowheads="1"/>
          </p:cNvSpPr>
          <p:nvPr/>
        </p:nvSpPr>
        <p:spPr bwMode="auto">
          <a:xfrm>
            <a:off x="3822701" y="-61913"/>
            <a:ext cx="4557713" cy="58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pic>
        <p:nvPicPr>
          <p:cNvPr id="58372" name="Picture 2">
            <a:extLst>
              <a:ext uri="{FF2B5EF4-FFF2-40B4-BE49-F238E27FC236}">
                <a16:creationId xmlns:a16="http://schemas.microsoft.com/office/drawing/2014/main" id="{D03B6B5F-5FC7-40D7-815A-B18056469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762000"/>
            <a:ext cx="4648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3">
            <a:extLst>
              <a:ext uri="{FF2B5EF4-FFF2-40B4-BE49-F238E27FC236}">
                <a16:creationId xmlns:a16="http://schemas.microsoft.com/office/drawing/2014/main" id="{2FA171CB-8719-443F-B737-A26E18AC84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1752600"/>
            <a:ext cx="4648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C52FEA6B-C2B2-4197-97E2-8409190E995E}"/>
              </a:ext>
            </a:extLst>
          </p:cNvPr>
          <p:cNvSpPr txBox="1">
            <a:spLocks noChangeArrowheads="1"/>
          </p:cNvSpPr>
          <p:nvPr/>
        </p:nvSpPr>
        <p:spPr bwMode="auto">
          <a:xfrm>
            <a:off x="2133600" y="895350"/>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40000"/>
              </a:lnSpc>
              <a:spcBef>
                <a:spcPct val="10000"/>
              </a:spcBef>
            </a:pPr>
            <a:r>
              <a:rPr lang="en-US" altLang="en-US" sz="2600">
                <a:solidFill>
                  <a:srgbClr val="2B0BB5"/>
                </a:solidFill>
                <a:latin typeface="Arial" panose="020B0604020202020204" pitchFamily="34" charset="0"/>
              </a:rPr>
              <a:t>We can use Boolean identities to simplify the function:</a:t>
            </a:r>
          </a:p>
          <a:p>
            <a:pPr>
              <a:lnSpc>
                <a:spcPct val="120000"/>
              </a:lnSpc>
              <a:spcBef>
                <a:spcPct val="10000"/>
              </a:spcBef>
              <a:buFontTx/>
              <a:buNone/>
            </a:pPr>
            <a:r>
              <a:rPr lang="en-US" altLang="en-US" sz="2600">
                <a:solidFill>
                  <a:srgbClr val="2B0BB5"/>
                </a:solidFill>
                <a:latin typeface="Arial" panose="020B0604020202020204" pitchFamily="34" charset="0"/>
              </a:rPr>
              <a:t>	as follows:</a:t>
            </a:r>
          </a:p>
        </p:txBody>
      </p:sp>
      <p:pic>
        <p:nvPicPr>
          <p:cNvPr id="59395" name="Picture 5">
            <a:extLst>
              <a:ext uri="{FF2B5EF4-FFF2-40B4-BE49-F238E27FC236}">
                <a16:creationId xmlns:a16="http://schemas.microsoft.com/office/drawing/2014/main" id="{BB8B0B51-2D64-45BF-B4C2-5BD9D7F65E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1" y="1535114"/>
            <a:ext cx="49641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6" name="Picture 6">
            <a:extLst>
              <a:ext uri="{FF2B5EF4-FFF2-40B4-BE49-F238E27FC236}">
                <a16:creationId xmlns:a16="http://schemas.microsoft.com/office/drawing/2014/main" id="{E668F2E0-4CEC-4376-9025-B97B562F6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71750"/>
            <a:ext cx="85280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Rectangle 2">
            <a:extLst>
              <a:ext uri="{FF2B5EF4-FFF2-40B4-BE49-F238E27FC236}">
                <a16:creationId xmlns:a16="http://schemas.microsoft.com/office/drawing/2014/main" id="{1B8F16D4-B46C-4AAF-A7A3-3ADBE996A506}"/>
              </a:ext>
            </a:extLst>
          </p:cNvPr>
          <p:cNvSpPr>
            <a:spLocks noChangeArrowheads="1"/>
          </p:cNvSpPr>
          <p:nvPr/>
        </p:nvSpPr>
        <p:spPr bwMode="auto">
          <a:xfrm>
            <a:off x="3124200" y="0"/>
            <a:ext cx="6427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Simplifying Algebraic Expressions </a:t>
            </a:r>
          </a:p>
        </p:txBody>
      </p:sp>
      <p:sp>
        <p:nvSpPr>
          <p:cNvPr id="59398" name="Rectangle 5">
            <a:extLst>
              <a:ext uri="{FF2B5EF4-FFF2-40B4-BE49-F238E27FC236}">
                <a16:creationId xmlns:a16="http://schemas.microsoft.com/office/drawing/2014/main" id="{AE3B542A-922D-4A40-8DA8-1E5565DADDC5}"/>
              </a:ext>
            </a:extLst>
          </p:cNvPr>
          <p:cNvSpPr>
            <a:spLocks noChangeArrowheads="1"/>
          </p:cNvSpPr>
          <p:nvPr/>
        </p:nvSpPr>
        <p:spPr bwMode="auto">
          <a:xfrm>
            <a:off x="4800601" y="533400"/>
            <a:ext cx="3089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u="sng">
                <a:solidFill>
                  <a:srgbClr val="7030A0"/>
                </a:solidFill>
                <a:latin typeface="Arial" panose="020B0604020202020204" pitchFamily="34" charset="0"/>
              </a:rPr>
              <a:t>Algebraic manipulation </a:t>
            </a:r>
            <a:endParaRPr lang="en-US" altLang="en-US" sz="2000" u="sng">
              <a:latin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3">
            <a:extLst>
              <a:ext uri="{FF2B5EF4-FFF2-40B4-BE49-F238E27FC236}">
                <a16:creationId xmlns:a16="http://schemas.microsoft.com/office/drawing/2014/main" id="{E935B069-9BD8-4FDC-9387-1267DADB0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762000"/>
            <a:ext cx="80772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Rectangle 3">
            <a:extLst>
              <a:ext uri="{FF2B5EF4-FFF2-40B4-BE49-F238E27FC236}">
                <a16:creationId xmlns:a16="http://schemas.microsoft.com/office/drawing/2014/main" id="{3814E5FA-16BE-4713-B296-68086E63194C}"/>
              </a:ext>
            </a:extLst>
          </p:cNvPr>
          <p:cNvSpPr>
            <a:spLocks noChangeArrowheads="1"/>
          </p:cNvSpPr>
          <p:nvPr/>
        </p:nvSpPr>
        <p:spPr bwMode="auto">
          <a:xfrm>
            <a:off x="2374900" y="76201"/>
            <a:ext cx="7302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Postulates and theorems of Boolean Algebra</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2A9C62A3-2F55-4D15-B52E-DBEA9869AADB}"/>
              </a:ext>
            </a:extLst>
          </p:cNvPr>
          <p:cNvSpPr>
            <a:spLocks noChangeArrowheads="1"/>
          </p:cNvSpPr>
          <p:nvPr/>
        </p:nvSpPr>
        <p:spPr bwMode="auto">
          <a:xfrm>
            <a:off x="4419601" y="9526"/>
            <a:ext cx="3821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Operator Precedence</a:t>
            </a:r>
          </a:p>
        </p:txBody>
      </p:sp>
      <p:sp>
        <p:nvSpPr>
          <p:cNvPr id="6" name="Rectangle 5">
            <a:extLst>
              <a:ext uri="{FF2B5EF4-FFF2-40B4-BE49-F238E27FC236}">
                <a16:creationId xmlns:a16="http://schemas.microsoft.com/office/drawing/2014/main" id="{662EF8FA-3F79-4FB0-BF21-CB23E07FDF04}"/>
              </a:ext>
            </a:extLst>
          </p:cNvPr>
          <p:cNvSpPr/>
          <p:nvPr/>
        </p:nvSpPr>
        <p:spPr>
          <a:xfrm>
            <a:off x="1981200" y="457200"/>
            <a:ext cx="8229600" cy="2986088"/>
          </a:xfrm>
          <a:prstGeom prst="rect">
            <a:avLst/>
          </a:prstGeom>
        </p:spPr>
        <p:txBody>
          <a:bodyPr>
            <a:spAutoFit/>
          </a:bodyPr>
          <a:lstStyle/>
          <a:p>
            <a:pPr eaLnBrk="1" hangingPunct="1">
              <a:buFont typeface="Wingdings" pitchFamily="2" charset="2"/>
              <a:buChar char="Ø"/>
              <a:defRPr/>
            </a:pPr>
            <a:r>
              <a:rPr lang="en-US" dirty="0">
                <a:solidFill>
                  <a:srgbClr val="2B0BB5"/>
                </a:solidFill>
                <a:latin typeface="Arial" charset="0"/>
              </a:rPr>
              <a:t>The Operator Precedence for evaluating Boolean expression is </a:t>
            </a:r>
          </a:p>
          <a:p>
            <a:pPr marL="688975" indent="-404813">
              <a:buFontTx/>
              <a:buAutoNum type="arabicParenBoth"/>
              <a:defRPr/>
            </a:pPr>
            <a:r>
              <a:rPr lang="en-US" dirty="0">
                <a:solidFill>
                  <a:srgbClr val="C00000"/>
                </a:solidFill>
                <a:latin typeface="Arial" charset="0"/>
              </a:rPr>
              <a:t>Parentheses </a:t>
            </a:r>
          </a:p>
          <a:p>
            <a:pPr marL="688975" indent="-404813">
              <a:buFontTx/>
              <a:buAutoNum type="arabicParenBoth"/>
              <a:defRPr/>
            </a:pPr>
            <a:r>
              <a:rPr lang="en-US" dirty="0">
                <a:solidFill>
                  <a:srgbClr val="C00000"/>
                </a:solidFill>
                <a:latin typeface="Arial" charset="0"/>
              </a:rPr>
              <a:t>NOT</a:t>
            </a:r>
          </a:p>
          <a:p>
            <a:pPr marL="688975" indent="-404813">
              <a:buFontTx/>
              <a:buAutoNum type="arabicParenBoth"/>
              <a:defRPr/>
            </a:pPr>
            <a:r>
              <a:rPr lang="en-US" dirty="0">
                <a:solidFill>
                  <a:srgbClr val="C00000"/>
                </a:solidFill>
                <a:latin typeface="Arial" charset="0"/>
              </a:rPr>
              <a:t>AND</a:t>
            </a:r>
          </a:p>
          <a:p>
            <a:pPr marL="688975" indent="-404813">
              <a:buFontTx/>
              <a:buAutoNum type="arabicParenBoth"/>
              <a:defRPr/>
            </a:pPr>
            <a:r>
              <a:rPr lang="en-US" dirty="0">
                <a:solidFill>
                  <a:srgbClr val="C00000"/>
                </a:solidFill>
                <a:latin typeface="Arial" charset="0"/>
              </a:rPr>
              <a:t>OR</a:t>
            </a:r>
          </a:p>
          <a:p>
            <a:pPr marL="342900" indent="-342900">
              <a:defRPr/>
            </a:pPr>
            <a:endParaRPr lang="en-US" sz="800" dirty="0">
              <a:solidFill>
                <a:srgbClr val="2B0BB5"/>
              </a:solidFill>
              <a:latin typeface="Arial" charset="0"/>
            </a:endParaRPr>
          </a:p>
          <a:p>
            <a:pPr marL="342900" indent="-342900" algn="just">
              <a:buFont typeface="Wingdings" pitchFamily="2" charset="2"/>
              <a:buChar char="Ø"/>
              <a:defRPr/>
            </a:pPr>
            <a:r>
              <a:rPr lang="en-US" dirty="0">
                <a:solidFill>
                  <a:srgbClr val="2B0BB5"/>
                </a:solidFill>
                <a:latin typeface="Arial" charset="0"/>
              </a:rPr>
              <a:t>So the </a:t>
            </a:r>
            <a:r>
              <a:rPr lang="en-US" dirty="0">
                <a:solidFill>
                  <a:srgbClr val="C00000"/>
                </a:solidFill>
                <a:latin typeface="Arial" charset="0"/>
              </a:rPr>
              <a:t>expression inside the parentheses must be evaluated first </a:t>
            </a:r>
            <a:r>
              <a:rPr lang="en-US" dirty="0">
                <a:solidFill>
                  <a:srgbClr val="2B0BB5"/>
                </a:solidFill>
                <a:latin typeface="Arial" charset="0"/>
              </a:rPr>
              <a:t>before all other operations. The next operation precedence is the </a:t>
            </a:r>
            <a:r>
              <a:rPr lang="en-US" dirty="0">
                <a:solidFill>
                  <a:srgbClr val="C00000"/>
                </a:solidFill>
                <a:latin typeface="Arial" charset="0"/>
              </a:rPr>
              <a:t>complement operator.</a:t>
            </a:r>
          </a:p>
          <a:p>
            <a:pPr marL="342900" indent="-342900">
              <a:buFont typeface="Wingdings" pitchFamily="2" charset="2"/>
              <a:buChar char="Ø"/>
              <a:defRPr/>
            </a:pPr>
            <a:r>
              <a:rPr lang="en-US" dirty="0">
                <a:solidFill>
                  <a:srgbClr val="2B0BB5"/>
                </a:solidFill>
                <a:latin typeface="Arial" charset="0"/>
              </a:rPr>
              <a:t>Then </a:t>
            </a:r>
            <a:r>
              <a:rPr lang="en-US" dirty="0">
                <a:solidFill>
                  <a:srgbClr val="C00000"/>
                </a:solidFill>
                <a:latin typeface="Arial" charset="0"/>
              </a:rPr>
              <a:t>follows the AND and finally the OR operation </a:t>
            </a:r>
            <a:r>
              <a:rPr lang="en-US" dirty="0">
                <a:solidFill>
                  <a:srgbClr val="2B0BB5"/>
                </a:solidFill>
                <a:latin typeface="Arial" charset="0"/>
              </a:rPr>
              <a:t>is considered</a:t>
            </a:r>
          </a:p>
          <a:p>
            <a:pPr marL="342900" indent="-342900" algn="just">
              <a:buFont typeface="Wingdings" pitchFamily="2" charset="2"/>
              <a:buChar char="Ø"/>
              <a:defRPr/>
            </a:pPr>
            <a:r>
              <a:rPr lang="en-US" dirty="0">
                <a:solidFill>
                  <a:srgbClr val="FF0000"/>
                </a:solidFill>
                <a:latin typeface="Arial" charset="0"/>
              </a:rPr>
              <a:t>For example </a:t>
            </a:r>
            <a:r>
              <a:rPr lang="en-US" dirty="0">
                <a:solidFill>
                  <a:srgbClr val="2B0BB5"/>
                </a:solidFill>
                <a:latin typeface="Arial" charset="0"/>
              </a:rPr>
              <a:t>in the truth table for </a:t>
            </a:r>
            <a:r>
              <a:rPr lang="en-US" dirty="0" err="1">
                <a:solidFill>
                  <a:srgbClr val="FF0000"/>
                </a:solidFill>
                <a:latin typeface="Arial" charset="0"/>
              </a:rPr>
              <a:t>Demorgon’s</a:t>
            </a:r>
            <a:r>
              <a:rPr lang="en-US" dirty="0">
                <a:solidFill>
                  <a:srgbClr val="FF0000"/>
                </a:solidFill>
                <a:latin typeface="Arial" charset="0"/>
              </a:rPr>
              <a:t> theorem</a:t>
            </a:r>
            <a:r>
              <a:rPr lang="en-US" dirty="0">
                <a:solidFill>
                  <a:srgbClr val="2B0BB5"/>
                </a:solidFill>
                <a:latin typeface="Arial" charset="0"/>
              </a:rPr>
              <a:t>.    </a:t>
            </a:r>
          </a:p>
        </p:txBody>
      </p:sp>
      <p:pic>
        <p:nvPicPr>
          <p:cNvPr id="61444" name="Picture 5">
            <a:extLst>
              <a:ext uri="{FF2B5EF4-FFF2-40B4-BE49-F238E27FC236}">
                <a16:creationId xmlns:a16="http://schemas.microsoft.com/office/drawing/2014/main" id="{D745B42F-ACED-48F1-AD54-A1BECD971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448" b="6897"/>
          <a:stretch>
            <a:fillRect/>
          </a:stretch>
        </p:blipFill>
        <p:spPr bwMode="auto">
          <a:xfrm>
            <a:off x="1981201" y="3429000"/>
            <a:ext cx="81248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Rectangle 10">
            <a:extLst>
              <a:ext uri="{FF2B5EF4-FFF2-40B4-BE49-F238E27FC236}">
                <a16:creationId xmlns:a16="http://schemas.microsoft.com/office/drawing/2014/main" id="{F7F56812-FBAC-460E-86B7-9EA63CFBDBB3}"/>
              </a:ext>
            </a:extLst>
          </p:cNvPr>
          <p:cNvSpPr>
            <a:spLocks noChangeArrowheads="1"/>
          </p:cNvSpPr>
          <p:nvPr/>
        </p:nvSpPr>
        <p:spPr bwMode="auto">
          <a:xfrm>
            <a:off x="1828800" y="5505450"/>
            <a:ext cx="838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LHS </a:t>
            </a:r>
            <a:r>
              <a:rPr lang="en-US" altLang="en-US" sz="1800">
                <a:solidFill>
                  <a:srgbClr val="FF0000"/>
                </a:solidFill>
                <a:latin typeface="Arial" panose="020B0604020202020204" pitchFamily="34" charset="0"/>
              </a:rPr>
              <a:t>expression is (x+y)’, </a:t>
            </a:r>
            <a:r>
              <a:rPr lang="en-US" altLang="en-US" sz="1800">
                <a:solidFill>
                  <a:srgbClr val="2B0BB5"/>
                </a:solidFill>
                <a:latin typeface="Arial" panose="020B0604020202020204" pitchFamily="34" charset="0"/>
              </a:rPr>
              <a:t>therefore the </a:t>
            </a:r>
            <a:r>
              <a:rPr lang="en-US" altLang="en-US" sz="1800">
                <a:solidFill>
                  <a:srgbClr val="C00000"/>
                </a:solidFill>
                <a:latin typeface="Arial" panose="020B0604020202020204" pitchFamily="34" charset="0"/>
              </a:rPr>
              <a:t>expression inside the parentheses is evaluated first</a:t>
            </a:r>
            <a:r>
              <a:rPr lang="en-US" altLang="en-US" sz="1800">
                <a:solidFill>
                  <a:srgbClr val="2B0BB5"/>
                </a:solidFill>
                <a:latin typeface="Arial" panose="020B0604020202020204" pitchFamily="34" charset="0"/>
              </a:rPr>
              <a:t> and the result </a:t>
            </a:r>
            <a:r>
              <a:rPr lang="en-US" altLang="en-US" sz="1800" b="1">
                <a:solidFill>
                  <a:srgbClr val="C00000"/>
                </a:solidFill>
                <a:latin typeface="Arial" panose="020B0604020202020204" pitchFamily="34" charset="0"/>
              </a:rPr>
              <a:t>then complemented</a:t>
            </a:r>
            <a:r>
              <a:rPr lang="en-US" altLang="en-US" sz="1800">
                <a:solidFill>
                  <a:srgbClr val="2B0BB5"/>
                </a:solidFill>
                <a:latin typeface="Arial" panose="020B0604020202020204" pitchFamily="34" charset="0"/>
              </a:rPr>
              <a:t>. </a:t>
            </a:r>
          </a:p>
          <a:p>
            <a:pPr algn="just"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right side of the expression is x’y’. </a:t>
            </a:r>
            <a:r>
              <a:rPr lang="en-US" altLang="en-US" sz="1800">
                <a:solidFill>
                  <a:srgbClr val="2B0BB5"/>
                </a:solidFill>
                <a:latin typeface="Arial" panose="020B0604020202020204" pitchFamily="34" charset="0"/>
              </a:rPr>
              <a:t>Therefore </a:t>
            </a:r>
            <a:r>
              <a:rPr lang="en-US" altLang="en-US" sz="1800">
                <a:solidFill>
                  <a:srgbClr val="C00000"/>
                </a:solidFill>
                <a:latin typeface="Arial" panose="020B0604020202020204" pitchFamily="34" charset="0"/>
              </a:rPr>
              <a:t>the complement of x and complement of y both are evaluated first </a:t>
            </a:r>
            <a:r>
              <a:rPr lang="en-US" altLang="en-US" sz="1800">
                <a:solidFill>
                  <a:srgbClr val="2B0BB5"/>
                </a:solidFill>
                <a:latin typeface="Arial" panose="020B0604020202020204" pitchFamily="34" charset="0"/>
              </a:rPr>
              <a:t>and the result is </a:t>
            </a:r>
            <a:r>
              <a:rPr lang="en-US" altLang="en-US" sz="1800" b="1">
                <a:solidFill>
                  <a:srgbClr val="C00000"/>
                </a:solidFill>
                <a:latin typeface="Arial" panose="020B0604020202020204" pitchFamily="34" charset="0"/>
              </a:rPr>
              <a:t>then ANDed</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324A60DC-E2DA-4E9E-BF9F-1EF808B0D1C9}"/>
              </a:ext>
            </a:extLst>
          </p:cNvPr>
          <p:cNvSpPr>
            <a:spLocks noChangeArrowheads="1"/>
          </p:cNvSpPr>
          <p:nvPr/>
        </p:nvSpPr>
        <p:spPr bwMode="auto">
          <a:xfrm>
            <a:off x="3822701" y="0"/>
            <a:ext cx="4557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latin typeface="Arial" panose="020B0604020202020204" pitchFamily="34" charset="0"/>
              </a:rPr>
              <a:t>Boolean Algebra (Cont.)</a:t>
            </a:r>
          </a:p>
        </p:txBody>
      </p:sp>
      <p:pic>
        <p:nvPicPr>
          <p:cNvPr id="62467" name="Picture 4">
            <a:extLst>
              <a:ext uri="{FF2B5EF4-FFF2-40B4-BE49-F238E27FC236}">
                <a16:creationId xmlns:a16="http://schemas.microsoft.com/office/drawing/2014/main" id="{71E850B8-F1A8-4C3E-BB5E-0A86102409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078"/>
          <a:stretch>
            <a:fillRect/>
          </a:stretch>
        </p:blipFill>
        <p:spPr bwMode="auto">
          <a:xfrm>
            <a:off x="3352800" y="533400"/>
            <a:ext cx="52530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2">
            <a:extLst>
              <a:ext uri="{FF2B5EF4-FFF2-40B4-BE49-F238E27FC236}">
                <a16:creationId xmlns:a16="http://schemas.microsoft.com/office/drawing/2014/main" id="{19CEC87C-829A-4407-B578-3903EC06F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352800"/>
            <a:ext cx="5562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5">
            <a:extLst>
              <a:ext uri="{FF2B5EF4-FFF2-40B4-BE49-F238E27FC236}">
                <a16:creationId xmlns:a16="http://schemas.microsoft.com/office/drawing/2014/main" id="{2968366F-8B51-4322-9222-77AC1026841A}"/>
              </a:ext>
            </a:extLst>
          </p:cNvPr>
          <p:cNvGrpSpPr>
            <a:grpSpLocks/>
          </p:cNvGrpSpPr>
          <p:nvPr/>
        </p:nvGrpSpPr>
        <p:grpSpPr bwMode="auto">
          <a:xfrm>
            <a:off x="1981200" y="228601"/>
            <a:ext cx="8305800" cy="6448425"/>
            <a:chOff x="457200" y="409575"/>
            <a:chExt cx="8305800" cy="6448425"/>
          </a:xfrm>
        </p:grpSpPr>
        <p:pic>
          <p:nvPicPr>
            <p:cNvPr id="63491" name="Picture 4">
              <a:extLst>
                <a:ext uri="{FF2B5EF4-FFF2-40B4-BE49-F238E27FC236}">
                  <a16:creationId xmlns:a16="http://schemas.microsoft.com/office/drawing/2014/main" id="{47866262-168B-458C-AC15-EE716B5B9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09575"/>
              <a:ext cx="8305800"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5">
              <a:extLst>
                <a:ext uri="{FF2B5EF4-FFF2-40B4-BE49-F238E27FC236}">
                  <a16:creationId xmlns:a16="http://schemas.microsoft.com/office/drawing/2014/main" id="{E3388AD7-1335-49BE-92BD-80624FC51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638800"/>
              <a:ext cx="8305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a:extLst>
              <a:ext uri="{FF2B5EF4-FFF2-40B4-BE49-F238E27FC236}">
                <a16:creationId xmlns:a16="http://schemas.microsoft.com/office/drawing/2014/main" id="{E1C3EBCC-89C4-457C-8A1D-1E226053A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66714"/>
            <a:ext cx="81534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a:extLst>
              <a:ext uri="{FF2B5EF4-FFF2-40B4-BE49-F238E27FC236}">
                <a16:creationId xmlns:a16="http://schemas.microsoft.com/office/drawing/2014/main" id="{A4ED9F8A-DFB1-4FBB-81E5-AA8330990771}"/>
              </a:ext>
            </a:extLst>
          </p:cNvPr>
          <p:cNvSpPr>
            <a:spLocks noChangeArrowheads="1"/>
          </p:cNvSpPr>
          <p:nvPr/>
        </p:nvSpPr>
        <p:spPr bwMode="auto">
          <a:xfrm>
            <a:off x="1905000" y="990600"/>
            <a:ext cx="86106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FF0000"/>
                </a:solidFill>
                <a:latin typeface="Arial" panose="020B0604020202020204" pitchFamily="34" charset="0"/>
              </a:rPr>
              <a:t>Two methods of simplifying algebraic expressions </a:t>
            </a:r>
            <a:r>
              <a:rPr lang="en-US" altLang="en-US" sz="1800">
                <a:solidFill>
                  <a:srgbClr val="2B0BB5"/>
                </a:solidFill>
                <a:latin typeface="Arial" panose="020B0604020202020204" pitchFamily="34" charset="0"/>
              </a:rPr>
              <a:t>are the map method and tabular method.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map method is </a:t>
            </a:r>
            <a:r>
              <a:rPr lang="en-US" altLang="en-US" sz="1800">
                <a:solidFill>
                  <a:srgbClr val="C00000"/>
                </a:solidFill>
                <a:latin typeface="Arial" panose="020B0604020202020204" pitchFamily="34" charset="0"/>
              </a:rPr>
              <a:t>used for functions up to six variable</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2B0BB5"/>
                </a:solidFill>
                <a:latin typeface="Arial" panose="020B0604020202020204" pitchFamily="34" charset="0"/>
              </a:rPr>
              <a:t>map method </a:t>
            </a:r>
            <a:r>
              <a:rPr lang="en-US" altLang="en-US" sz="1800">
                <a:solidFill>
                  <a:srgbClr val="2B0BB5"/>
                </a:solidFill>
                <a:latin typeface="Arial" panose="020B0604020202020204" pitchFamily="34" charset="0"/>
              </a:rPr>
              <a:t>is also known as the </a:t>
            </a:r>
            <a:r>
              <a:rPr lang="en-US" altLang="en-US" sz="1800" u="sng">
                <a:solidFill>
                  <a:srgbClr val="C00000"/>
                </a:solidFill>
                <a:latin typeface="Arial" panose="020B0604020202020204" pitchFamily="34" charset="0"/>
              </a:rPr>
              <a:t>Karnaugh map </a:t>
            </a:r>
            <a:r>
              <a:rPr lang="en-US" altLang="en-US" sz="1800">
                <a:solidFill>
                  <a:srgbClr val="2B0BB5"/>
                </a:solidFill>
                <a:latin typeface="Arial" panose="020B0604020202020204" pitchFamily="34" charset="0"/>
              </a:rPr>
              <a:t>or </a:t>
            </a:r>
            <a:r>
              <a:rPr lang="en-US" altLang="en-US" sz="1800">
                <a:solidFill>
                  <a:srgbClr val="C00000"/>
                </a:solidFill>
                <a:latin typeface="Arial" panose="020B0604020202020204" pitchFamily="34" charset="0"/>
              </a:rPr>
              <a:t>k-map Method</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To </a:t>
            </a:r>
            <a:r>
              <a:rPr lang="en-US" altLang="en-US" sz="1800" b="1">
                <a:solidFill>
                  <a:srgbClr val="2B0BB5"/>
                </a:solidFill>
                <a:latin typeface="Arial" panose="020B0604020202020204" pitchFamily="34" charset="0"/>
              </a:rPr>
              <a:t>manipulate functions of many variables </a:t>
            </a:r>
            <a:r>
              <a:rPr lang="en-US" altLang="en-US" sz="1800">
                <a:solidFill>
                  <a:srgbClr val="2B0BB5"/>
                </a:solidFill>
                <a:latin typeface="Arial" panose="020B0604020202020204" pitchFamily="34" charset="0"/>
              </a:rPr>
              <a:t>, the tabular method is used which is also known as </a:t>
            </a:r>
            <a:r>
              <a:rPr lang="en-US" altLang="en-US" sz="1800" u="sng">
                <a:solidFill>
                  <a:srgbClr val="C00000"/>
                </a:solidFill>
                <a:latin typeface="Arial" panose="020B0604020202020204" pitchFamily="34" charset="0"/>
              </a:rPr>
              <a:t>Quine-McCluskey method</a:t>
            </a:r>
            <a:r>
              <a:rPr lang="en-US" altLang="en-US" sz="1800">
                <a:solidFill>
                  <a:srgbClr val="2B0BB5"/>
                </a:solidFill>
                <a:latin typeface="Arial" panose="020B0604020202020204" pitchFamily="34" charset="0"/>
              </a:rPr>
              <a:t>. </a:t>
            </a:r>
          </a:p>
        </p:txBody>
      </p:sp>
      <p:sp>
        <p:nvSpPr>
          <p:cNvPr id="65539" name="Rectangle 2">
            <a:extLst>
              <a:ext uri="{FF2B5EF4-FFF2-40B4-BE49-F238E27FC236}">
                <a16:creationId xmlns:a16="http://schemas.microsoft.com/office/drawing/2014/main" id="{97C80E0D-337E-4598-9DFF-DB3F3F31E01D}"/>
              </a:ext>
            </a:extLst>
          </p:cNvPr>
          <p:cNvSpPr>
            <a:spLocks noChangeArrowheads="1"/>
          </p:cNvSpPr>
          <p:nvPr/>
        </p:nvSpPr>
        <p:spPr bwMode="auto">
          <a:xfrm>
            <a:off x="3124200" y="76200"/>
            <a:ext cx="6427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Simplifying Algebraic Expressions </a:t>
            </a:r>
          </a:p>
        </p:txBody>
      </p:sp>
      <p:sp>
        <p:nvSpPr>
          <p:cNvPr id="65540" name="Rectangle 3">
            <a:extLst>
              <a:ext uri="{FF2B5EF4-FFF2-40B4-BE49-F238E27FC236}">
                <a16:creationId xmlns:a16="http://schemas.microsoft.com/office/drawing/2014/main" id="{2A13B0E7-6D67-4C05-8CCF-5DF12238DFFD}"/>
              </a:ext>
            </a:extLst>
          </p:cNvPr>
          <p:cNvSpPr>
            <a:spLocks noChangeArrowheads="1"/>
          </p:cNvSpPr>
          <p:nvPr/>
        </p:nvSpPr>
        <p:spPr bwMode="auto">
          <a:xfrm>
            <a:off x="4876801" y="609601"/>
            <a:ext cx="2720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FF0000"/>
                </a:solidFill>
                <a:latin typeface="Arial" panose="020B0604020202020204" pitchFamily="34" charset="0"/>
              </a:rPr>
              <a:t>Logic Minimization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8FECA2-6CA7-4A3A-84E5-697D65A58032}"/>
              </a:ext>
            </a:extLst>
          </p:cNvPr>
          <p:cNvSpPr/>
          <p:nvPr/>
        </p:nvSpPr>
        <p:spPr>
          <a:xfrm>
            <a:off x="1828800" y="514350"/>
            <a:ext cx="8686800" cy="6032500"/>
          </a:xfrm>
          <a:prstGeom prst="rect">
            <a:avLst/>
          </a:prstGeom>
        </p:spPr>
        <p:txBody>
          <a:bodyPr>
            <a:spAutoFit/>
          </a:bodyPr>
          <a:lstStyle/>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Minimization is the process of </a:t>
            </a:r>
            <a:r>
              <a:rPr lang="en-US" dirty="0">
                <a:solidFill>
                  <a:srgbClr val="C00000"/>
                </a:solidFill>
                <a:latin typeface="Arial" charset="0"/>
              </a:rPr>
              <a:t>reducing a complex logic expression or equation into a simpler form </a:t>
            </a:r>
            <a:r>
              <a:rPr lang="en-US" dirty="0">
                <a:solidFill>
                  <a:srgbClr val="2B0BB5"/>
                </a:solidFill>
                <a:latin typeface="Arial" charset="0"/>
              </a:rPr>
              <a:t>with fewer terms by removing redundancies and terms having no effect on the output.</a:t>
            </a:r>
          </a:p>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This is like simplifying and reducing complex algebraic expressions by collecting and combining like terms. </a:t>
            </a:r>
          </a:p>
          <a:p>
            <a:pPr marL="230188" indent="-230188" algn="just">
              <a:spcBef>
                <a:spcPts val="600"/>
              </a:spcBef>
              <a:spcAft>
                <a:spcPts val="600"/>
              </a:spcAft>
              <a:buFont typeface="Wingdings" pitchFamily="2" charset="2"/>
              <a:buChar char="Ø"/>
              <a:defRPr/>
            </a:pPr>
            <a:r>
              <a:rPr lang="en-US" dirty="0">
                <a:solidFill>
                  <a:srgbClr val="2B0BB5"/>
                </a:solidFill>
                <a:latin typeface="Arial" charset="0"/>
              </a:rPr>
              <a:t>As in algebraic reduction, rules must be followed that guarantee the value of the expression is not changed by the simplification.</a:t>
            </a:r>
          </a:p>
          <a:p>
            <a:pPr marL="225425" indent="-225425" algn="just">
              <a:spcBef>
                <a:spcPts val="600"/>
              </a:spcBef>
              <a:spcAft>
                <a:spcPts val="600"/>
              </a:spcAft>
              <a:buFont typeface="Wingdings" pitchFamily="2" charset="2"/>
              <a:buChar char="Ø"/>
              <a:defRPr/>
            </a:pPr>
            <a:r>
              <a:rPr lang="en-US" dirty="0">
                <a:solidFill>
                  <a:srgbClr val="2B0BB5"/>
                </a:solidFill>
                <a:latin typeface="Arial" charset="0"/>
              </a:rPr>
              <a:t>Any Boolean function can be implemented directly using combinational logic (gates).</a:t>
            </a:r>
          </a:p>
          <a:p>
            <a:pPr marL="225425" indent="-225425" algn="just">
              <a:spcBef>
                <a:spcPts val="600"/>
              </a:spcBef>
              <a:spcAft>
                <a:spcPts val="600"/>
              </a:spcAft>
              <a:buFont typeface="Wingdings" pitchFamily="2" charset="2"/>
              <a:buChar char="Ø"/>
              <a:defRPr/>
            </a:pPr>
            <a:r>
              <a:rPr lang="en-US" dirty="0">
                <a:solidFill>
                  <a:srgbClr val="2B0BB5"/>
                </a:solidFill>
                <a:latin typeface="Arial" charset="0"/>
              </a:rPr>
              <a:t>However, simplifying the Boolean function will enable the number of gates required to be reduced</a:t>
            </a:r>
            <a:r>
              <a:rPr lang="en-US" dirty="0">
                <a:latin typeface="Arial" charset="0"/>
              </a:rPr>
              <a:t>. </a:t>
            </a:r>
          </a:p>
          <a:p>
            <a:pPr>
              <a:spcBef>
                <a:spcPts val="600"/>
              </a:spcBef>
              <a:spcAft>
                <a:spcPts val="600"/>
              </a:spcAft>
              <a:buFont typeface="Wingdings" pitchFamily="2" charset="2"/>
              <a:buChar char="Ø"/>
              <a:defRPr/>
            </a:pPr>
            <a:r>
              <a:rPr lang="en-US" dirty="0">
                <a:solidFill>
                  <a:srgbClr val="FF0000"/>
                </a:solidFill>
                <a:latin typeface="Arial" charset="0"/>
              </a:rPr>
              <a:t>Available Minimization Techniques include</a:t>
            </a:r>
            <a:r>
              <a:rPr lang="en-US" dirty="0">
                <a:latin typeface="Arial" charset="0"/>
              </a:rPr>
              <a:t>:</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Algebraic manipulation </a:t>
            </a:r>
            <a:r>
              <a:rPr lang="en-US" dirty="0">
                <a:solidFill>
                  <a:srgbClr val="7030A0"/>
                </a:solidFill>
                <a:latin typeface="Arial" charset="0"/>
              </a:rPr>
              <a:t>(see in some previous slides examples)</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Karnaugh (K) mapping </a:t>
            </a:r>
            <a:r>
              <a:rPr lang="en-US" dirty="0">
                <a:solidFill>
                  <a:srgbClr val="7030A0"/>
                </a:solidFill>
                <a:latin typeface="Arial" charset="0"/>
              </a:rPr>
              <a:t>(a visual approach)</a:t>
            </a:r>
          </a:p>
          <a:p>
            <a:pPr marL="569913" indent="-285750">
              <a:spcAft>
                <a:spcPts val="600"/>
              </a:spcAft>
              <a:buFont typeface="Wingdings" pitchFamily="2" charset="2"/>
              <a:buChar char="§"/>
              <a:defRPr/>
            </a:pPr>
            <a:r>
              <a:rPr lang="en-US" dirty="0">
                <a:solidFill>
                  <a:srgbClr val="7030A0"/>
                </a:solidFill>
                <a:latin typeface="Arial" charset="0"/>
              </a:rPr>
              <a:t>– </a:t>
            </a:r>
            <a:r>
              <a:rPr lang="en-US" b="1" dirty="0">
                <a:solidFill>
                  <a:srgbClr val="7030A0"/>
                </a:solidFill>
                <a:latin typeface="Arial" charset="0"/>
              </a:rPr>
              <a:t>Tabular approaches </a:t>
            </a:r>
            <a:r>
              <a:rPr lang="en-US" dirty="0">
                <a:solidFill>
                  <a:srgbClr val="7030A0"/>
                </a:solidFill>
                <a:latin typeface="Arial" charset="0"/>
              </a:rPr>
              <a:t>(usually implemented by computer, e.g., </a:t>
            </a:r>
            <a:r>
              <a:rPr lang="en-US" b="1" dirty="0">
                <a:solidFill>
                  <a:srgbClr val="7030A0"/>
                </a:solidFill>
                <a:latin typeface="Arial" charset="0"/>
              </a:rPr>
              <a:t>Quine- </a:t>
            </a:r>
          </a:p>
          <a:p>
            <a:pPr marL="284163">
              <a:spcAft>
                <a:spcPts val="600"/>
              </a:spcAft>
              <a:defRPr/>
            </a:pPr>
            <a:r>
              <a:rPr lang="en-US" b="1" dirty="0">
                <a:solidFill>
                  <a:srgbClr val="7030A0"/>
                </a:solidFill>
                <a:latin typeface="Arial" charset="0"/>
              </a:rPr>
              <a:t>         McCluskey method</a:t>
            </a:r>
            <a:r>
              <a:rPr lang="en-US" dirty="0">
                <a:solidFill>
                  <a:srgbClr val="7030A0"/>
                </a:solidFill>
                <a:latin typeface="Arial" charset="0"/>
              </a:rPr>
              <a:t>)</a:t>
            </a:r>
          </a:p>
          <a:p>
            <a:pPr>
              <a:spcBef>
                <a:spcPts val="600"/>
              </a:spcBef>
              <a:spcAft>
                <a:spcPts val="600"/>
              </a:spcAft>
              <a:buFont typeface="Wingdings" pitchFamily="2" charset="2"/>
              <a:buChar char="Ø"/>
              <a:defRPr/>
            </a:pPr>
            <a:r>
              <a:rPr lang="en-US" dirty="0">
                <a:latin typeface="Arial" charset="0"/>
              </a:rPr>
              <a:t>  </a:t>
            </a:r>
            <a:r>
              <a:rPr lang="en-US" dirty="0">
                <a:solidFill>
                  <a:srgbClr val="C00000"/>
                </a:solidFill>
                <a:latin typeface="Arial" charset="0"/>
              </a:rPr>
              <a:t>K mapping is the preferred technique for up to about 4-5 variables</a:t>
            </a:r>
          </a:p>
        </p:txBody>
      </p:sp>
      <p:sp>
        <p:nvSpPr>
          <p:cNvPr id="67587" name="Rectangle 2">
            <a:extLst>
              <a:ext uri="{FF2B5EF4-FFF2-40B4-BE49-F238E27FC236}">
                <a16:creationId xmlns:a16="http://schemas.microsoft.com/office/drawing/2014/main" id="{D6539577-3931-4535-B33E-BA7CD131888D}"/>
              </a:ext>
            </a:extLst>
          </p:cNvPr>
          <p:cNvSpPr>
            <a:spLocks noChangeArrowheads="1"/>
          </p:cNvSpPr>
          <p:nvPr/>
        </p:nvSpPr>
        <p:spPr bwMode="auto">
          <a:xfrm>
            <a:off x="4876801" y="-47625"/>
            <a:ext cx="2949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Logic Minimization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AE51D74-62AF-41F6-BD2B-17C6E0F8E49D}"/>
              </a:ext>
            </a:extLst>
          </p:cNvPr>
          <p:cNvSpPr txBox="1">
            <a:spLocks noChangeArrowheads="1"/>
          </p:cNvSpPr>
          <p:nvPr/>
        </p:nvSpPr>
        <p:spPr>
          <a:xfrm>
            <a:off x="1898650" y="317500"/>
            <a:ext cx="8382000" cy="2590800"/>
          </a:xfrm>
          <a:prstGeom prst="rect">
            <a:avLst/>
          </a:prstGeom>
        </p:spPr>
        <p:txBody>
          <a:bodyPr/>
          <a:lstStyle/>
          <a:p>
            <a:pPr marL="342900" indent="-342900" algn="just">
              <a:lnSpc>
                <a:spcPct val="90000"/>
              </a:lnSpc>
              <a:spcBef>
                <a:spcPts val="600"/>
              </a:spcBef>
              <a:spcAft>
                <a:spcPts val="600"/>
              </a:spcAft>
              <a:buFont typeface="Wingdings" panose="05000000000000000000" pitchFamily="2" charset="2"/>
              <a:buChar char="§"/>
              <a:defRPr/>
            </a:pPr>
            <a:r>
              <a:rPr lang="en-US" sz="2000" dirty="0">
                <a:solidFill>
                  <a:srgbClr val="2B0BB5"/>
                </a:solidFill>
                <a:latin typeface="Arial" charset="0"/>
              </a:rPr>
              <a:t>A </a:t>
            </a:r>
            <a:r>
              <a:rPr lang="en-US" sz="2000" b="1" u="sng" dirty="0">
                <a:solidFill>
                  <a:srgbClr val="FF0000"/>
                </a:solidFill>
                <a:latin typeface="Arial" charset="0"/>
              </a:rPr>
              <a:t>Product term </a:t>
            </a:r>
            <a:r>
              <a:rPr lang="en-US" sz="2000" dirty="0">
                <a:solidFill>
                  <a:srgbClr val="2B0BB5"/>
                </a:solidFill>
                <a:latin typeface="Arial" charset="0"/>
              </a:rPr>
              <a:t>is the </a:t>
            </a:r>
            <a:r>
              <a:rPr lang="en-US" sz="2000" b="1" u="sng" dirty="0">
                <a:solidFill>
                  <a:srgbClr val="2B0BB5"/>
                </a:solidFill>
                <a:latin typeface="Arial" charset="0"/>
              </a:rPr>
              <a:t>entity of the binary expression</a:t>
            </a:r>
            <a:r>
              <a:rPr lang="en-US" sz="2000" dirty="0">
                <a:solidFill>
                  <a:srgbClr val="2B0BB5"/>
                </a:solidFill>
                <a:latin typeface="Arial" charset="0"/>
              </a:rPr>
              <a:t>, which </a:t>
            </a:r>
            <a:r>
              <a:rPr lang="en-US" sz="2000" dirty="0">
                <a:solidFill>
                  <a:srgbClr val="C00000"/>
                </a:solidFill>
                <a:latin typeface="Arial" charset="0"/>
              </a:rPr>
              <a:t>associates multiple literals (variable or its complement) together in single item/entity </a:t>
            </a:r>
            <a:r>
              <a:rPr lang="en-US" sz="2000" b="1" dirty="0">
                <a:solidFill>
                  <a:srgbClr val="C00000"/>
                </a:solidFill>
                <a:latin typeface="Arial" charset="0"/>
              </a:rPr>
              <a:t>using Product operator (.)</a:t>
            </a:r>
          </a:p>
          <a:p>
            <a:pPr algn="just">
              <a:lnSpc>
                <a:spcPct val="90000"/>
              </a:lnSpc>
              <a:spcBef>
                <a:spcPts val="600"/>
              </a:spcBef>
              <a:spcAft>
                <a:spcPts val="600"/>
              </a:spcAft>
              <a:defRPr/>
            </a:pPr>
            <a:r>
              <a:rPr lang="en-US" sz="2000" b="1" dirty="0">
                <a:solidFill>
                  <a:srgbClr val="C00000"/>
                </a:solidFill>
                <a:latin typeface="Arial" charset="0"/>
              </a:rPr>
              <a:t>     Exp.: </a:t>
            </a:r>
            <a:r>
              <a:rPr lang="en-US" altLang="en-US" sz="2000" b="1" dirty="0">
                <a:solidFill>
                  <a:schemeClr val="hlink"/>
                </a:solidFill>
                <a:latin typeface="Arial" charset="0"/>
              </a:rPr>
              <a:t>A' B , B' C‘ ,  A B' C etc.</a:t>
            </a:r>
          </a:p>
          <a:p>
            <a:pPr marL="342900" indent="-342900" algn="just">
              <a:spcBef>
                <a:spcPts val="600"/>
              </a:spcBef>
              <a:spcAft>
                <a:spcPts val="600"/>
              </a:spcAft>
              <a:buFont typeface="Wingdings" panose="05000000000000000000" pitchFamily="2" charset="2"/>
              <a:buChar char="§"/>
              <a:defRPr/>
            </a:pPr>
            <a:r>
              <a:rPr lang="en-US" altLang="en-US" sz="2000" b="1" dirty="0">
                <a:solidFill>
                  <a:srgbClr val="FF0000"/>
                </a:solidFill>
                <a:latin typeface="Arial" charset="0"/>
              </a:rPr>
              <a:t>SOP Term: </a:t>
            </a:r>
            <a:r>
              <a:rPr lang="en-US" altLang="en-US" sz="2000" b="1" dirty="0">
                <a:solidFill>
                  <a:srgbClr val="2B0BB5"/>
                </a:solidFill>
                <a:latin typeface="Arial" charset="0"/>
              </a:rPr>
              <a:t>The Sum expression</a:t>
            </a:r>
            <a:r>
              <a:rPr lang="en-US" altLang="en-US" sz="2000" dirty="0">
                <a:solidFill>
                  <a:srgbClr val="C00000"/>
                </a:solidFill>
                <a:latin typeface="Arial" charset="0"/>
              </a:rPr>
              <a:t> formed by combining product terms using sum operators </a:t>
            </a:r>
            <a:r>
              <a:rPr lang="en-US" altLang="en-US" sz="2000" b="1" dirty="0">
                <a:solidFill>
                  <a:srgbClr val="2B0BB5"/>
                </a:solidFill>
                <a:latin typeface="Arial" charset="0"/>
              </a:rPr>
              <a:t>are known as </a:t>
            </a:r>
            <a:r>
              <a:rPr lang="en-US" altLang="en-US" sz="2000" b="1" u="sng" dirty="0">
                <a:solidFill>
                  <a:srgbClr val="FF0000"/>
                </a:solidFill>
                <a:latin typeface="Arial" charset="0"/>
              </a:rPr>
              <a:t>sum of product (SOP) terms</a:t>
            </a:r>
          </a:p>
          <a:p>
            <a:pPr algn="just" eaLnBrk="1" hangingPunct="1">
              <a:lnSpc>
                <a:spcPct val="90000"/>
              </a:lnSpc>
              <a:spcBef>
                <a:spcPct val="20000"/>
              </a:spcBef>
              <a:defRPr/>
            </a:pPr>
            <a:r>
              <a:rPr lang="en-US" altLang="zh-CN" sz="2000" b="1" dirty="0">
                <a:solidFill>
                  <a:srgbClr val="FF0000"/>
                </a:solidFill>
              </a:rPr>
              <a:t>       </a:t>
            </a:r>
            <a:r>
              <a:rPr lang="en-US" sz="2000" b="1" dirty="0">
                <a:solidFill>
                  <a:srgbClr val="C00000"/>
                </a:solidFill>
                <a:latin typeface="Arial" charset="0"/>
              </a:rPr>
              <a:t>Exp.: </a:t>
            </a:r>
            <a:r>
              <a:rPr lang="en-US" altLang="zh-CN" sz="2000" b="1" dirty="0">
                <a:solidFill>
                  <a:srgbClr val="FF0000"/>
                </a:solidFill>
              </a:rPr>
              <a:t> </a:t>
            </a:r>
            <a:r>
              <a:rPr lang="en-US" altLang="en-US" sz="2000" b="1" dirty="0">
                <a:solidFill>
                  <a:schemeClr val="hlink"/>
                </a:solidFill>
                <a:latin typeface="Arial" charset="0"/>
              </a:rPr>
              <a:t>A' B  + B' C' + A B' C</a:t>
            </a:r>
            <a:endParaRPr lang="en-US" altLang="zh-CN" sz="2000" b="1" dirty="0">
              <a:solidFill>
                <a:srgbClr val="FF0000"/>
              </a:solidFill>
            </a:endParaRPr>
          </a:p>
          <a:p>
            <a:pPr algn="just" eaLnBrk="1" hangingPunct="1">
              <a:lnSpc>
                <a:spcPct val="90000"/>
              </a:lnSpc>
              <a:spcBef>
                <a:spcPct val="20000"/>
              </a:spcBef>
              <a:defRPr/>
            </a:pPr>
            <a:endParaRPr lang="en-US" altLang="zh-CN" sz="2000" b="1" dirty="0">
              <a:solidFill>
                <a:srgbClr val="FF0000"/>
              </a:solidFill>
            </a:endParaRPr>
          </a:p>
        </p:txBody>
      </p:sp>
      <p:sp>
        <p:nvSpPr>
          <p:cNvPr id="68611" name="TextBox 2">
            <a:extLst>
              <a:ext uri="{FF2B5EF4-FFF2-40B4-BE49-F238E27FC236}">
                <a16:creationId xmlns:a16="http://schemas.microsoft.com/office/drawing/2014/main" id="{2526F9BD-FF26-471D-9646-B96DE8ECF991}"/>
              </a:ext>
            </a:extLst>
          </p:cNvPr>
          <p:cNvSpPr txBox="1">
            <a:spLocks noChangeArrowheads="1"/>
          </p:cNvSpPr>
          <p:nvPr/>
        </p:nvSpPr>
        <p:spPr bwMode="auto">
          <a:xfrm>
            <a:off x="3657600" y="-39688"/>
            <a:ext cx="5410200" cy="40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1">
              <a:spcBef>
                <a:spcPct val="0"/>
              </a:spcBef>
              <a:buNone/>
            </a:pPr>
            <a:r>
              <a:rPr lang="en-US" altLang="zh-CN" sz="2000" b="1" u="sng">
                <a:solidFill>
                  <a:srgbClr val="FF0000"/>
                </a:solidFill>
                <a:latin typeface="Arial" panose="020B0604020202020204" pitchFamily="34" charset="0"/>
              </a:rPr>
              <a:t>Product and Sum of Product (SOP) Term</a:t>
            </a:r>
          </a:p>
        </p:txBody>
      </p:sp>
      <p:sp>
        <p:nvSpPr>
          <p:cNvPr id="4" name="Rectangle 3">
            <a:extLst>
              <a:ext uri="{FF2B5EF4-FFF2-40B4-BE49-F238E27FC236}">
                <a16:creationId xmlns:a16="http://schemas.microsoft.com/office/drawing/2014/main" id="{14480806-3F10-47F4-AE27-DCB333EF9A6E}"/>
              </a:ext>
            </a:extLst>
          </p:cNvPr>
          <p:cNvSpPr txBox="1">
            <a:spLocks noChangeArrowheads="1"/>
          </p:cNvSpPr>
          <p:nvPr/>
        </p:nvSpPr>
        <p:spPr>
          <a:xfrm>
            <a:off x="2051050" y="3513138"/>
            <a:ext cx="8382000" cy="3027362"/>
          </a:xfrm>
          <a:prstGeom prst="rect">
            <a:avLst/>
          </a:prstGeom>
        </p:spPr>
        <p:txBody>
          <a:bodyPr/>
          <a:lstStyle/>
          <a:p>
            <a:pPr marL="342900" indent="-342900" algn="just">
              <a:lnSpc>
                <a:spcPct val="90000"/>
              </a:lnSpc>
              <a:spcBef>
                <a:spcPts val="600"/>
              </a:spcBef>
              <a:spcAft>
                <a:spcPts val="600"/>
              </a:spcAft>
              <a:buFont typeface="Wingdings" panose="05000000000000000000" pitchFamily="2" charset="2"/>
              <a:buChar char="§"/>
              <a:defRPr/>
            </a:pPr>
            <a:r>
              <a:rPr lang="en-US" sz="2000" dirty="0">
                <a:solidFill>
                  <a:srgbClr val="2B0BB5"/>
                </a:solidFill>
                <a:latin typeface="Arial" charset="0"/>
              </a:rPr>
              <a:t>A </a:t>
            </a:r>
            <a:r>
              <a:rPr lang="en-US" sz="2000" b="1" u="sng" dirty="0">
                <a:solidFill>
                  <a:srgbClr val="FF0000"/>
                </a:solidFill>
                <a:latin typeface="Arial" charset="0"/>
              </a:rPr>
              <a:t>SUM term </a:t>
            </a:r>
            <a:r>
              <a:rPr lang="en-US" sz="2000" dirty="0">
                <a:solidFill>
                  <a:srgbClr val="2B0BB5"/>
                </a:solidFill>
                <a:latin typeface="Arial" charset="0"/>
              </a:rPr>
              <a:t>is the </a:t>
            </a:r>
            <a:r>
              <a:rPr lang="en-US" sz="2000" b="1" u="sng" dirty="0">
                <a:solidFill>
                  <a:srgbClr val="2B0BB5"/>
                </a:solidFill>
                <a:latin typeface="Arial" charset="0"/>
              </a:rPr>
              <a:t>entity of the binary expression</a:t>
            </a:r>
            <a:r>
              <a:rPr lang="en-US" sz="2000" dirty="0">
                <a:solidFill>
                  <a:srgbClr val="2B0BB5"/>
                </a:solidFill>
                <a:latin typeface="Arial" charset="0"/>
              </a:rPr>
              <a:t>, which </a:t>
            </a:r>
            <a:r>
              <a:rPr lang="en-US" sz="2000" dirty="0">
                <a:solidFill>
                  <a:srgbClr val="C00000"/>
                </a:solidFill>
                <a:latin typeface="Arial" charset="0"/>
              </a:rPr>
              <a:t>associates multiple literals (variable or its complement) together in single item/entity </a:t>
            </a:r>
            <a:r>
              <a:rPr lang="en-US" sz="2000" b="1" dirty="0">
                <a:solidFill>
                  <a:srgbClr val="C00000"/>
                </a:solidFill>
                <a:latin typeface="Arial" charset="0"/>
              </a:rPr>
              <a:t>using SUM operator (+)</a:t>
            </a:r>
          </a:p>
          <a:p>
            <a:pPr algn="just">
              <a:lnSpc>
                <a:spcPct val="90000"/>
              </a:lnSpc>
              <a:spcBef>
                <a:spcPts val="600"/>
              </a:spcBef>
              <a:spcAft>
                <a:spcPts val="600"/>
              </a:spcAft>
              <a:defRPr/>
            </a:pPr>
            <a:r>
              <a:rPr lang="en-US" sz="2000" b="1" dirty="0">
                <a:solidFill>
                  <a:srgbClr val="C00000"/>
                </a:solidFill>
                <a:latin typeface="Arial" charset="0"/>
              </a:rPr>
              <a:t>     Exp.: </a:t>
            </a:r>
            <a:r>
              <a:rPr lang="en-US" altLang="en-US" sz="2000" b="1" dirty="0">
                <a:solidFill>
                  <a:schemeClr val="hlink"/>
                </a:solidFill>
                <a:latin typeface="Arial" charset="0"/>
              </a:rPr>
              <a:t>A‘ + B , B‘ + C‘ ,  A + B' + C etc.</a:t>
            </a:r>
          </a:p>
          <a:p>
            <a:pPr marL="342900" indent="-342900" algn="just">
              <a:spcBef>
                <a:spcPts val="600"/>
              </a:spcBef>
              <a:spcAft>
                <a:spcPts val="600"/>
              </a:spcAft>
              <a:buFont typeface="Wingdings" panose="05000000000000000000" pitchFamily="2" charset="2"/>
              <a:buChar char="§"/>
              <a:defRPr/>
            </a:pPr>
            <a:r>
              <a:rPr lang="en-US" altLang="en-US" sz="2000" b="1" dirty="0">
                <a:solidFill>
                  <a:srgbClr val="FF0000"/>
                </a:solidFill>
                <a:latin typeface="Arial" charset="0"/>
              </a:rPr>
              <a:t>POS Term: </a:t>
            </a:r>
            <a:r>
              <a:rPr lang="en-US" altLang="en-US" sz="2000" b="1" dirty="0">
                <a:solidFill>
                  <a:srgbClr val="2B0BB5"/>
                </a:solidFill>
                <a:latin typeface="Arial" charset="0"/>
              </a:rPr>
              <a:t>The Product expression</a:t>
            </a:r>
            <a:r>
              <a:rPr lang="en-US" altLang="en-US" sz="2000" dirty="0">
                <a:solidFill>
                  <a:srgbClr val="C00000"/>
                </a:solidFill>
                <a:latin typeface="Arial" charset="0"/>
              </a:rPr>
              <a:t> formed by combining Sum terms using Product operators </a:t>
            </a:r>
            <a:r>
              <a:rPr lang="en-US" altLang="en-US" sz="2000" b="1" dirty="0">
                <a:solidFill>
                  <a:srgbClr val="2B0BB5"/>
                </a:solidFill>
                <a:latin typeface="Arial" charset="0"/>
              </a:rPr>
              <a:t>are known as </a:t>
            </a:r>
            <a:r>
              <a:rPr lang="en-US" altLang="en-US" sz="2000" b="1" dirty="0">
                <a:solidFill>
                  <a:srgbClr val="FF0000"/>
                </a:solidFill>
                <a:latin typeface="Arial" charset="0"/>
              </a:rPr>
              <a:t>product of sum (POS) terms</a:t>
            </a:r>
          </a:p>
          <a:p>
            <a:pPr algn="just" eaLnBrk="1" hangingPunct="1">
              <a:lnSpc>
                <a:spcPct val="90000"/>
              </a:lnSpc>
              <a:spcBef>
                <a:spcPct val="20000"/>
              </a:spcBef>
              <a:defRPr/>
            </a:pPr>
            <a:r>
              <a:rPr lang="en-US" altLang="zh-CN" sz="2000" b="1" dirty="0">
                <a:solidFill>
                  <a:srgbClr val="FF0000"/>
                </a:solidFill>
              </a:rPr>
              <a:t>       </a:t>
            </a:r>
            <a:r>
              <a:rPr lang="en-US" sz="2000" b="1" dirty="0">
                <a:solidFill>
                  <a:srgbClr val="C00000"/>
                </a:solidFill>
                <a:latin typeface="Arial" charset="0"/>
              </a:rPr>
              <a:t>Exp.: </a:t>
            </a:r>
            <a:r>
              <a:rPr lang="en-US" altLang="zh-CN" sz="2000" b="1" dirty="0">
                <a:solidFill>
                  <a:srgbClr val="FF0000"/>
                </a:solidFill>
              </a:rPr>
              <a:t> (</a:t>
            </a:r>
            <a:r>
              <a:rPr lang="en-US" altLang="en-US" sz="2000" b="1" dirty="0">
                <a:solidFill>
                  <a:schemeClr val="hlink"/>
                </a:solidFill>
                <a:latin typeface="Arial" charset="0"/>
              </a:rPr>
              <a:t>A' + B). (B' + C‘) + (A +B'+ C)</a:t>
            </a:r>
            <a:endParaRPr lang="en-US" altLang="zh-CN" sz="2000" b="1" dirty="0">
              <a:solidFill>
                <a:srgbClr val="FF0000"/>
              </a:solidFill>
            </a:endParaRPr>
          </a:p>
          <a:p>
            <a:pPr algn="just" eaLnBrk="1" hangingPunct="1">
              <a:lnSpc>
                <a:spcPct val="90000"/>
              </a:lnSpc>
              <a:spcBef>
                <a:spcPct val="20000"/>
              </a:spcBef>
              <a:defRPr/>
            </a:pPr>
            <a:endParaRPr lang="en-US" altLang="zh-CN" sz="2000" b="1" dirty="0">
              <a:solidFill>
                <a:srgbClr val="FF0000"/>
              </a:solidFill>
            </a:endParaRPr>
          </a:p>
        </p:txBody>
      </p:sp>
      <p:sp>
        <p:nvSpPr>
          <p:cNvPr id="68613" name="TextBox 4">
            <a:extLst>
              <a:ext uri="{FF2B5EF4-FFF2-40B4-BE49-F238E27FC236}">
                <a16:creationId xmlns:a16="http://schemas.microsoft.com/office/drawing/2014/main" id="{4D4A92A2-0BD6-443C-99B2-5C6BB55C48E6}"/>
              </a:ext>
            </a:extLst>
          </p:cNvPr>
          <p:cNvSpPr txBox="1">
            <a:spLocks noChangeArrowheads="1"/>
          </p:cNvSpPr>
          <p:nvPr/>
        </p:nvSpPr>
        <p:spPr bwMode="auto">
          <a:xfrm>
            <a:off x="3733800" y="3124200"/>
            <a:ext cx="472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1">
              <a:spcBef>
                <a:spcPct val="0"/>
              </a:spcBef>
              <a:buNone/>
            </a:pPr>
            <a:r>
              <a:rPr lang="en-US" altLang="zh-CN" sz="2000" b="1" u="sng">
                <a:solidFill>
                  <a:srgbClr val="FF0000"/>
                </a:solidFill>
                <a:latin typeface="Arial" panose="020B0604020202020204" pitchFamily="34" charset="0"/>
              </a:rPr>
              <a:t>SUM and product of sum (POS)Term</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8700916-B907-4B5F-9CEB-38BD4EB259C6}"/>
              </a:ext>
            </a:extLst>
          </p:cNvPr>
          <p:cNvSpPr txBox="1">
            <a:spLocks noRot="1" noChangeArrowheads="1"/>
          </p:cNvSpPr>
          <p:nvPr/>
        </p:nvSpPr>
        <p:spPr>
          <a:xfrm>
            <a:off x="1981200" y="2333626"/>
            <a:ext cx="8229600" cy="487363"/>
          </a:xfrm>
          <a:prstGeom prst="rect">
            <a:avLst/>
          </a:prstGeom>
        </p:spPr>
        <p:txBody>
          <a:bodyPr/>
          <a:lstStyle/>
          <a:p>
            <a:pPr algn="ctr" eaLnBrk="1" hangingPunct="1">
              <a:defRPr/>
            </a:pPr>
            <a:r>
              <a:rPr lang="en-US" altLang="zh-CN" sz="2800" b="1" u="sng" dirty="0">
                <a:solidFill>
                  <a:srgbClr val="FF0000"/>
                </a:solidFill>
                <a:latin typeface="+mj-lt"/>
                <a:ea typeface="+mj-ea"/>
                <a:cs typeface="+mj-cs"/>
              </a:rPr>
              <a:t>Canonical Form</a:t>
            </a:r>
          </a:p>
        </p:txBody>
      </p:sp>
      <p:sp>
        <p:nvSpPr>
          <p:cNvPr id="4" name="Rectangle 3">
            <a:extLst>
              <a:ext uri="{FF2B5EF4-FFF2-40B4-BE49-F238E27FC236}">
                <a16:creationId xmlns:a16="http://schemas.microsoft.com/office/drawing/2014/main" id="{9C0206F6-BDFF-4C66-838E-2290E08B90FE}"/>
              </a:ext>
            </a:extLst>
          </p:cNvPr>
          <p:cNvSpPr txBox="1">
            <a:spLocks noChangeArrowheads="1"/>
          </p:cNvSpPr>
          <p:nvPr/>
        </p:nvSpPr>
        <p:spPr>
          <a:xfrm>
            <a:off x="1905000" y="2738438"/>
            <a:ext cx="8382000" cy="2838450"/>
          </a:xfrm>
          <a:prstGeom prst="rect">
            <a:avLst/>
          </a:prstGeom>
        </p:spPr>
        <p:txBody>
          <a:bodyPr/>
          <a:lstStyle/>
          <a:p>
            <a:pPr algn="just" eaLnBrk="1" hangingPunct="1">
              <a:lnSpc>
                <a:spcPct val="90000"/>
              </a:lnSpc>
              <a:spcBef>
                <a:spcPct val="20000"/>
              </a:spcBef>
              <a:defRPr/>
            </a:pPr>
            <a:r>
              <a:rPr lang="en-US" altLang="zh-CN" sz="2000" dirty="0">
                <a:solidFill>
                  <a:srgbClr val="2B0BB5"/>
                </a:solidFill>
                <a:latin typeface="Arial" charset="0"/>
              </a:rPr>
              <a:t>Any</a:t>
            </a:r>
            <a:r>
              <a:rPr lang="en-US" altLang="zh-CN" sz="2000" dirty="0">
                <a:solidFill>
                  <a:srgbClr val="2B0BB5"/>
                </a:solidFill>
              </a:rPr>
              <a:t> </a:t>
            </a:r>
            <a:r>
              <a:rPr lang="en-US" altLang="zh-CN" sz="2000" dirty="0">
                <a:solidFill>
                  <a:srgbClr val="2B0BB5"/>
                </a:solidFill>
                <a:latin typeface="+mj-lt"/>
              </a:rPr>
              <a:t>Boolean</a:t>
            </a:r>
            <a:r>
              <a:rPr lang="en-US" altLang="zh-CN" sz="2000" dirty="0">
                <a:solidFill>
                  <a:srgbClr val="2B0BB5"/>
                </a:solidFill>
              </a:rPr>
              <a:t> function F( ) can be expressed as a </a:t>
            </a:r>
            <a:r>
              <a:rPr lang="en-US" altLang="zh-CN" sz="2000" i="1" dirty="0">
                <a:solidFill>
                  <a:srgbClr val="2B0BB5"/>
                </a:solidFill>
              </a:rPr>
              <a:t>unique</a:t>
            </a:r>
            <a:r>
              <a:rPr lang="en-US" altLang="zh-CN" sz="2000" dirty="0">
                <a:solidFill>
                  <a:srgbClr val="2B0BB5"/>
                </a:solidFill>
              </a:rPr>
              <a:t> </a:t>
            </a:r>
            <a:r>
              <a:rPr lang="en-US" altLang="zh-CN" sz="2000" b="1" dirty="0">
                <a:solidFill>
                  <a:srgbClr val="C00000"/>
                </a:solidFill>
              </a:rPr>
              <a:t>sum</a:t>
            </a:r>
            <a:r>
              <a:rPr lang="en-US" altLang="zh-CN" sz="2000" dirty="0">
                <a:solidFill>
                  <a:srgbClr val="C00000"/>
                </a:solidFill>
              </a:rPr>
              <a:t> of </a:t>
            </a:r>
            <a:r>
              <a:rPr lang="en-US" altLang="zh-CN" sz="2000" b="1" dirty="0" err="1">
                <a:solidFill>
                  <a:srgbClr val="C00000"/>
                </a:solidFill>
              </a:rPr>
              <a:t>min</a:t>
            </a:r>
            <a:r>
              <a:rPr lang="en-US" altLang="zh-CN" sz="2000" dirty="0" err="1">
                <a:solidFill>
                  <a:srgbClr val="C00000"/>
                </a:solidFill>
              </a:rPr>
              <a:t>terms</a:t>
            </a:r>
            <a:r>
              <a:rPr lang="en-US" altLang="zh-CN" sz="2000" baseline="30000" dirty="0">
                <a:solidFill>
                  <a:srgbClr val="C00000"/>
                </a:solidFill>
              </a:rPr>
              <a:t>*</a:t>
            </a:r>
            <a:r>
              <a:rPr lang="en-US" altLang="zh-CN" sz="2000" dirty="0">
                <a:solidFill>
                  <a:srgbClr val="2B0BB5"/>
                </a:solidFill>
              </a:rPr>
              <a:t> and a unique </a:t>
            </a:r>
            <a:r>
              <a:rPr lang="en-US" altLang="zh-CN" sz="2000" b="1" dirty="0">
                <a:solidFill>
                  <a:srgbClr val="C00000"/>
                </a:solidFill>
              </a:rPr>
              <a:t>product</a:t>
            </a:r>
            <a:r>
              <a:rPr lang="en-US" altLang="zh-CN" sz="2000" dirty="0">
                <a:solidFill>
                  <a:srgbClr val="C00000"/>
                </a:solidFill>
              </a:rPr>
              <a:t> of </a:t>
            </a:r>
            <a:r>
              <a:rPr lang="en-US" altLang="zh-CN" sz="2000" b="1" dirty="0" err="1">
                <a:solidFill>
                  <a:srgbClr val="C00000"/>
                </a:solidFill>
              </a:rPr>
              <a:t>max</a:t>
            </a:r>
            <a:r>
              <a:rPr lang="en-US" altLang="zh-CN" sz="2000" dirty="0" err="1">
                <a:solidFill>
                  <a:srgbClr val="C00000"/>
                </a:solidFill>
              </a:rPr>
              <a:t>terms</a:t>
            </a:r>
            <a:r>
              <a:rPr lang="en-US" altLang="zh-CN" sz="2000" baseline="30000" dirty="0">
                <a:solidFill>
                  <a:srgbClr val="C00000"/>
                </a:solidFill>
              </a:rPr>
              <a:t>**</a:t>
            </a:r>
            <a:r>
              <a:rPr lang="en-US" altLang="zh-CN" sz="2000" dirty="0">
                <a:solidFill>
                  <a:srgbClr val="C00000"/>
                </a:solidFill>
              </a:rPr>
              <a:t>) </a:t>
            </a:r>
            <a:r>
              <a:rPr lang="en-US" altLang="zh-CN" sz="2000" dirty="0">
                <a:solidFill>
                  <a:srgbClr val="2B0BB5"/>
                </a:solidFill>
              </a:rPr>
              <a:t>(under a fixed variable ordering). </a:t>
            </a:r>
          </a:p>
          <a:p>
            <a:pPr marL="342900" indent="-342900" algn="just">
              <a:lnSpc>
                <a:spcPct val="90000"/>
              </a:lnSpc>
              <a:spcBef>
                <a:spcPct val="20000"/>
              </a:spcBef>
              <a:buFont typeface="Arial" charset="0"/>
              <a:buChar char="•"/>
              <a:defRPr/>
            </a:pPr>
            <a:r>
              <a:rPr lang="en-US" altLang="zh-CN" sz="2000" b="1" dirty="0">
                <a:solidFill>
                  <a:srgbClr val="FF0000"/>
                </a:solidFill>
              </a:rPr>
              <a:t>Every term of such function contains all variables </a:t>
            </a:r>
            <a:r>
              <a:rPr lang="en-US" altLang="zh-CN" sz="2000" dirty="0">
                <a:solidFill>
                  <a:srgbClr val="2B0BB5"/>
                </a:solidFill>
              </a:rPr>
              <a:t>in either complement or </a:t>
            </a:r>
            <a:r>
              <a:rPr lang="en-US" altLang="zh-CN" sz="2000" dirty="0" err="1">
                <a:solidFill>
                  <a:srgbClr val="2B0BB5"/>
                </a:solidFill>
              </a:rPr>
              <a:t>uncomplemented</a:t>
            </a:r>
            <a:r>
              <a:rPr lang="en-US" altLang="zh-CN" sz="2000" dirty="0">
                <a:solidFill>
                  <a:srgbClr val="2B0BB5"/>
                </a:solidFill>
              </a:rPr>
              <a:t> form. </a:t>
            </a:r>
            <a:r>
              <a:rPr lang="en-US" altLang="zh-CN" sz="2000" dirty="0">
                <a:solidFill>
                  <a:srgbClr val="FF0000"/>
                </a:solidFill>
              </a:rPr>
              <a:t>This form of the Boolean function is known as</a:t>
            </a:r>
            <a:r>
              <a:rPr lang="en-US" altLang="zh-CN" sz="2000" dirty="0">
                <a:solidFill>
                  <a:srgbClr val="2B0BB5"/>
                </a:solidFill>
              </a:rPr>
              <a:t> </a:t>
            </a:r>
            <a:r>
              <a:rPr lang="en-US" altLang="zh-CN" sz="2000" b="1" dirty="0">
                <a:solidFill>
                  <a:srgbClr val="FF0000"/>
                </a:solidFill>
              </a:rPr>
              <a:t>‘Canonical Form’ </a:t>
            </a:r>
          </a:p>
          <a:p>
            <a:pPr marL="342900" indent="-342900" algn="just">
              <a:lnSpc>
                <a:spcPct val="90000"/>
              </a:lnSpc>
              <a:spcBef>
                <a:spcPct val="20000"/>
              </a:spcBef>
              <a:buFont typeface="Arial" charset="0"/>
              <a:buChar char="•"/>
              <a:defRPr/>
            </a:pPr>
            <a:r>
              <a:rPr lang="en-US" altLang="zh-CN" sz="2000" dirty="0">
                <a:solidFill>
                  <a:srgbClr val="2B0BB5"/>
                </a:solidFill>
              </a:rPr>
              <a:t>In other words, every function F() has two canonical forms:</a:t>
            </a:r>
          </a:p>
          <a:p>
            <a:pPr marL="742950" lvl="1" indent="-285750" algn="just">
              <a:lnSpc>
                <a:spcPct val="90000"/>
              </a:lnSpc>
              <a:spcBef>
                <a:spcPct val="20000"/>
              </a:spcBef>
              <a:buFont typeface="Arial" charset="0"/>
              <a:buChar char="–"/>
              <a:defRPr/>
            </a:pPr>
            <a:r>
              <a:rPr lang="en-US" altLang="zh-CN" sz="2000" dirty="0">
                <a:solidFill>
                  <a:srgbClr val="2B0BB5"/>
                </a:solidFill>
              </a:rPr>
              <a:t>Canonical Sum-Of-Products SOP       (sum of </a:t>
            </a:r>
            <a:r>
              <a:rPr lang="en-US" altLang="zh-CN" sz="2000" dirty="0" err="1">
                <a:solidFill>
                  <a:srgbClr val="2B0BB5"/>
                </a:solidFill>
              </a:rPr>
              <a:t>minterms</a:t>
            </a:r>
            <a:r>
              <a:rPr lang="en-US" altLang="zh-CN" sz="2000" dirty="0">
                <a:solidFill>
                  <a:srgbClr val="2B0BB5"/>
                </a:solidFill>
              </a:rPr>
              <a:t>)</a:t>
            </a:r>
          </a:p>
          <a:p>
            <a:pPr marL="742950" lvl="1" indent="-285750" algn="just">
              <a:lnSpc>
                <a:spcPct val="90000"/>
              </a:lnSpc>
              <a:spcBef>
                <a:spcPct val="20000"/>
              </a:spcBef>
              <a:buFont typeface="Arial" charset="0"/>
              <a:buChar char="–"/>
              <a:defRPr/>
            </a:pPr>
            <a:r>
              <a:rPr lang="en-US" altLang="zh-CN" sz="2000" dirty="0">
                <a:solidFill>
                  <a:srgbClr val="2B0BB5"/>
                </a:solidFill>
              </a:rPr>
              <a:t>Canonical Product-Of-Sums POS       (</a:t>
            </a:r>
            <a:r>
              <a:rPr lang="en-US" altLang="zh-CN" sz="2000" dirty="0" err="1">
                <a:solidFill>
                  <a:srgbClr val="2B0BB5"/>
                </a:solidFill>
              </a:rPr>
              <a:t>poduct</a:t>
            </a:r>
            <a:r>
              <a:rPr lang="en-US" altLang="zh-CN" sz="2000" dirty="0">
                <a:solidFill>
                  <a:srgbClr val="2B0BB5"/>
                </a:solidFill>
              </a:rPr>
              <a:t> of </a:t>
            </a:r>
            <a:r>
              <a:rPr lang="en-US" altLang="zh-CN" sz="2000" dirty="0" err="1">
                <a:solidFill>
                  <a:srgbClr val="2B0BB5"/>
                </a:solidFill>
              </a:rPr>
              <a:t>maxterms</a:t>
            </a:r>
            <a:r>
              <a:rPr lang="en-US" altLang="zh-CN" sz="2000" dirty="0">
                <a:solidFill>
                  <a:srgbClr val="2B0BB5"/>
                </a:solidFill>
              </a:rPr>
              <a:t>)</a:t>
            </a:r>
            <a:endParaRPr lang="en-US" altLang="zh-CN" sz="2400" dirty="0">
              <a:solidFill>
                <a:srgbClr val="2B0BB5"/>
              </a:solidFill>
            </a:endParaRPr>
          </a:p>
          <a:p>
            <a:pPr marL="0" lvl="1" algn="just">
              <a:lnSpc>
                <a:spcPct val="90000"/>
              </a:lnSpc>
              <a:spcBef>
                <a:spcPct val="20000"/>
              </a:spcBef>
              <a:defRPr/>
            </a:pPr>
            <a:endParaRPr lang="en-US" altLang="zh-CN" sz="2000" dirty="0">
              <a:solidFill>
                <a:srgbClr val="2B0BB5"/>
              </a:solidFill>
              <a:latin typeface="Arial" charset="0"/>
            </a:endParaRPr>
          </a:p>
          <a:p>
            <a:pPr marL="0" lvl="1" algn="just">
              <a:lnSpc>
                <a:spcPct val="90000"/>
              </a:lnSpc>
              <a:spcBef>
                <a:spcPct val="20000"/>
              </a:spcBef>
              <a:defRPr/>
            </a:pPr>
            <a:endParaRPr lang="en-US" altLang="zh-CN" sz="2000" dirty="0">
              <a:solidFill>
                <a:srgbClr val="2B0BB5"/>
              </a:solidFill>
              <a:latin typeface="Arial" charset="0"/>
            </a:endParaRPr>
          </a:p>
        </p:txBody>
      </p:sp>
      <p:sp>
        <p:nvSpPr>
          <p:cNvPr id="5" name="Text Box 54">
            <a:extLst>
              <a:ext uri="{FF2B5EF4-FFF2-40B4-BE49-F238E27FC236}">
                <a16:creationId xmlns:a16="http://schemas.microsoft.com/office/drawing/2014/main" id="{8AA3880B-C1D7-443D-B6A1-C87F97FD076C}"/>
              </a:ext>
            </a:extLst>
          </p:cNvPr>
          <p:cNvSpPr txBox="1">
            <a:spLocks noChangeArrowheads="1"/>
          </p:cNvSpPr>
          <p:nvPr/>
        </p:nvSpPr>
        <p:spPr bwMode="auto">
          <a:xfrm>
            <a:off x="2743200" y="5257800"/>
            <a:ext cx="563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B C + A B' C' + A B' C + A B C' + A B C</a:t>
            </a:r>
          </a:p>
        </p:txBody>
      </p:sp>
      <p:sp>
        <p:nvSpPr>
          <p:cNvPr id="69637" name="Rectangle 5">
            <a:extLst>
              <a:ext uri="{FF2B5EF4-FFF2-40B4-BE49-F238E27FC236}">
                <a16:creationId xmlns:a16="http://schemas.microsoft.com/office/drawing/2014/main" id="{19DE9E4E-A8D9-4D94-B3CF-C211780DA823}"/>
              </a:ext>
            </a:extLst>
          </p:cNvPr>
          <p:cNvSpPr>
            <a:spLocks noChangeArrowheads="1"/>
          </p:cNvSpPr>
          <p:nvPr/>
        </p:nvSpPr>
        <p:spPr bwMode="auto">
          <a:xfrm>
            <a:off x="2743200" y="5562600"/>
            <a:ext cx="518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 B +C) (A + B + C‘) • (A + B' + C)</a:t>
            </a:r>
          </a:p>
        </p:txBody>
      </p:sp>
      <p:sp>
        <p:nvSpPr>
          <p:cNvPr id="7" name="Text Box 54">
            <a:extLst>
              <a:ext uri="{FF2B5EF4-FFF2-40B4-BE49-F238E27FC236}">
                <a16:creationId xmlns:a16="http://schemas.microsoft.com/office/drawing/2014/main" id="{A94CC5D2-F116-46BE-A59C-E1765DCE07EE}"/>
              </a:ext>
            </a:extLst>
          </p:cNvPr>
          <p:cNvSpPr txBox="1">
            <a:spLocks noChangeArrowheads="1"/>
          </p:cNvSpPr>
          <p:nvPr/>
        </p:nvSpPr>
        <p:spPr bwMode="auto">
          <a:xfrm>
            <a:off x="3502025" y="1517650"/>
            <a:ext cx="5638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B  + B' C' + A B' C</a:t>
            </a:r>
          </a:p>
        </p:txBody>
      </p:sp>
      <p:sp>
        <p:nvSpPr>
          <p:cNvPr id="69639" name="Rectangle 7">
            <a:extLst>
              <a:ext uri="{FF2B5EF4-FFF2-40B4-BE49-F238E27FC236}">
                <a16:creationId xmlns:a16="http://schemas.microsoft.com/office/drawing/2014/main" id="{4580765F-07EE-488F-8505-DE820DA0D3DF}"/>
              </a:ext>
            </a:extLst>
          </p:cNvPr>
          <p:cNvSpPr>
            <a:spLocks noChangeArrowheads="1"/>
          </p:cNvSpPr>
          <p:nvPr/>
        </p:nvSpPr>
        <p:spPr bwMode="auto">
          <a:xfrm>
            <a:off x="3505200" y="1905000"/>
            <a:ext cx="518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0375" indent="-4603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chemeClr val="hlink"/>
                </a:solidFill>
                <a:latin typeface="Arial" panose="020B0604020202020204" pitchFamily="34" charset="0"/>
              </a:rPr>
              <a:t>F = (A + B) (A + B + C’) • (A + B‘ )</a:t>
            </a:r>
          </a:p>
        </p:txBody>
      </p:sp>
      <p:sp>
        <p:nvSpPr>
          <p:cNvPr id="69640" name="Rectangle 8">
            <a:extLst>
              <a:ext uri="{FF2B5EF4-FFF2-40B4-BE49-F238E27FC236}">
                <a16:creationId xmlns:a16="http://schemas.microsoft.com/office/drawing/2014/main" id="{D85C8B33-3BEA-43A8-B6D8-6F1F4AE771BA}"/>
              </a:ext>
            </a:extLst>
          </p:cNvPr>
          <p:cNvSpPr>
            <a:spLocks noChangeArrowheads="1"/>
          </p:cNvSpPr>
          <p:nvPr/>
        </p:nvSpPr>
        <p:spPr bwMode="auto">
          <a:xfrm>
            <a:off x="4325938" y="-58738"/>
            <a:ext cx="3733800" cy="47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gn="just" eaLnBrk="1" hangingPunct="1">
              <a:lnSpc>
                <a:spcPct val="90000"/>
              </a:lnSpc>
              <a:buFontTx/>
              <a:buNone/>
            </a:pPr>
            <a:r>
              <a:rPr lang="en-US" altLang="zh-CN" b="1" u="sng">
                <a:solidFill>
                  <a:srgbClr val="FF0000"/>
                </a:solidFill>
              </a:rPr>
              <a:t>Standard Forms</a:t>
            </a:r>
            <a:endParaRPr lang="en-US" altLang="zh-CN" b="1">
              <a:solidFill>
                <a:srgbClr val="2B0BB5"/>
              </a:solidFill>
            </a:endParaRPr>
          </a:p>
        </p:txBody>
      </p:sp>
      <p:sp>
        <p:nvSpPr>
          <p:cNvPr id="3" name="Rectangle 2">
            <a:extLst>
              <a:ext uri="{FF2B5EF4-FFF2-40B4-BE49-F238E27FC236}">
                <a16:creationId xmlns:a16="http://schemas.microsoft.com/office/drawing/2014/main" id="{7846738E-C67F-4B5A-B690-C99261F23A6F}"/>
              </a:ext>
            </a:extLst>
          </p:cNvPr>
          <p:cNvSpPr/>
          <p:nvPr/>
        </p:nvSpPr>
        <p:spPr>
          <a:xfrm>
            <a:off x="1870076" y="385763"/>
            <a:ext cx="8645525" cy="1200150"/>
          </a:xfrm>
          <a:prstGeom prst="rect">
            <a:avLst/>
          </a:prstGeom>
        </p:spPr>
        <p:txBody>
          <a:bodyPr>
            <a:spAutoFit/>
          </a:bodyPr>
          <a:lstStyle/>
          <a:p>
            <a:pPr marL="0" lvl="1" algn="just">
              <a:lnSpc>
                <a:spcPct val="90000"/>
              </a:lnSpc>
              <a:spcBef>
                <a:spcPct val="20000"/>
              </a:spcBef>
              <a:defRPr/>
            </a:pPr>
            <a:r>
              <a:rPr lang="en-US" altLang="zh-CN" sz="2000" dirty="0">
                <a:solidFill>
                  <a:srgbClr val="2B0BB5"/>
                </a:solidFill>
                <a:latin typeface="+mj-lt"/>
              </a:rPr>
              <a:t>A Boolean function F( ) can be expressed </a:t>
            </a:r>
            <a:r>
              <a:rPr lang="en-US" altLang="zh-CN" sz="2000" dirty="0">
                <a:solidFill>
                  <a:srgbClr val="FF0000"/>
                </a:solidFill>
                <a:latin typeface="+mj-lt"/>
              </a:rPr>
              <a:t>in simplified form</a:t>
            </a:r>
            <a:r>
              <a:rPr lang="en-US" altLang="zh-CN" sz="2000" dirty="0">
                <a:solidFill>
                  <a:srgbClr val="2B0BB5"/>
                </a:solidFill>
                <a:latin typeface="+mj-lt"/>
              </a:rPr>
              <a:t> in which </a:t>
            </a:r>
            <a:r>
              <a:rPr lang="en-US" altLang="zh-CN" sz="2000" b="1" dirty="0">
                <a:solidFill>
                  <a:srgbClr val="FF0000"/>
                </a:solidFill>
                <a:latin typeface="+mj-lt"/>
              </a:rPr>
              <a:t>the term of the function does not contains all variables </a:t>
            </a:r>
            <a:r>
              <a:rPr lang="en-US" altLang="zh-CN" sz="2000" dirty="0">
                <a:solidFill>
                  <a:srgbClr val="C00000"/>
                </a:solidFill>
                <a:latin typeface="+mj-lt"/>
              </a:rPr>
              <a:t>(</a:t>
            </a:r>
            <a:r>
              <a:rPr lang="en-US" altLang="zh-CN" sz="2000" dirty="0">
                <a:solidFill>
                  <a:srgbClr val="2B0BB5"/>
                </a:solidFill>
                <a:latin typeface="+mj-lt"/>
              </a:rPr>
              <a:t>in either complement or                  uncomplemented form, </a:t>
            </a:r>
            <a:r>
              <a:rPr lang="en-US" altLang="zh-CN" sz="2000" b="1" dirty="0">
                <a:solidFill>
                  <a:srgbClr val="FF0000"/>
                </a:solidFill>
                <a:latin typeface="+mj-lt"/>
              </a:rPr>
              <a:t>literals</a:t>
            </a:r>
            <a:r>
              <a:rPr lang="en-US" altLang="zh-CN" sz="2000" dirty="0">
                <a:solidFill>
                  <a:srgbClr val="2B0BB5"/>
                </a:solidFill>
                <a:latin typeface="+mj-lt"/>
              </a:rPr>
              <a:t>). </a:t>
            </a:r>
            <a:r>
              <a:rPr lang="en-US" altLang="zh-CN" sz="2000" dirty="0">
                <a:solidFill>
                  <a:srgbClr val="FF0000"/>
                </a:solidFill>
                <a:latin typeface="+mj-lt"/>
              </a:rPr>
              <a:t>This form of the Boolean function is known as</a:t>
            </a:r>
            <a:r>
              <a:rPr lang="en-US" altLang="zh-CN" sz="2000" dirty="0">
                <a:solidFill>
                  <a:srgbClr val="2B0BB5"/>
                </a:solidFill>
                <a:latin typeface="+mj-lt"/>
              </a:rPr>
              <a:t> </a:t>
            </a:r>
            <a:r>
              <a:rPr lang="en-US" altLang="zh-CN" sz="2000" b="1" dirty="0">
                <a:solidFill>
                  <a:srgbClr val="FF0000"/>
                </a:solidFill>
                <a:latin typeface="+mj-lt"/>
              </a:rPr>
              <a:t>‘Standard Form’ </a:t>
            </a:r>
          </a:p>
        </p:txBody>
      </p:sp>
      <p:sp>
        <p:nvSpPr>
          <p:cNvPr id="69642" name="Rectangle 5">
            <a:extLst>
              <a:ext uri="{FF2B5EF4-FFF2-40B4-BE49-F238E27FC236}">
                <a16:creationId xmlns:a16="http://schemas.microsoft.com/office/drawing/2014/main" id="{954503D7-1CE0-44A0-B68D-6970928455BE}"/>
              </a:ext>
            </a:extLst>
          </p:cNvPr>
          <p:cNvSpPr>
            <a:spLocks noChangeArrowheads="1"/>
          </p:cNvSpPr>
          <p:nvPr/>
        </p:nvSpPr>
        <p:spPr bwMode="auto">
          <a:xfrm>
            <a:off x="1512888" y="6135688"/>
            <a:ext cx="9220201"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1800">
                <a:solidFill>
                  <a:srgbClr val="C00000"/>
                </a:solidFill>
                <a:latin typeface="Arial" panose="020B0604020202020204" pitchFamily="34" charset="0"/>
              </a:rPr>
              <a:t>*Minterm:A Product term </a:t>
            </a:r>
            <a:r>
              <a:rPr lang="en-US" altLang="zh-CN" sz="1800">
                <a:solidFill>
                  <a:srgbClr val="FF0000"/>
                </a:solidFill>
                <a:latin typeface="Arial" panose="020B0604020202020204" pitchFamily="34" charset="0"/>
              </a:rPr>
              <a:t>containing all variables </a:t>
            </a:r>
            <a:r>
              <a:rPr lang="en-US" altLang="zh-CN" sz="1800">
                <a:solidFill>
                  <a:srgbClr val="2B0BB5"/>
                </a:solidFill>
                <a:latin typeface="Arial" panose="020B0604020202020204" pitchFamily="34" charset="0"/>
              </a:rPr>
              <a:t>in complement or uncomplemented form.</a:t>
            </a:r>
            <a:endParaRPr lang="en-US" altLang="zh-CN" sz="1800">
              <a:solidFill>
                <a:srgbClr val="C00000"/>
              </a:solidFill>
              <a:latin typeface="Arial" panose="020B0604020202020204" pitchFamily="34" charset="0"/>
            </a:endParaRPr>
          </a:p>
          <a:p>
            <a:pPr eaLnBrk="1" hangingPunct="1">
              <a:spcBef>
                <a:spcPct val="0"/>
              </a:spcBef>
              <a:buFontTx/>
              <a:buNone/>
            </a:pPr>
            <a:r>
              <a:rPr lang="en-US" altLang="zh-CN" sz="1800">
                <a:solidFill>
                  <a:srgbClr val="C00000"/>
                </a:solidFill>
                <a:latin typeface="Arial" panose="020B0604020202020204" pitchFamily="34" charset="0"/>
              </a:rPr>
              <a:t>**Maxterm: A Sum term </a:t>
            </a:r>
            <a:r>
              <a:rPr lang="en-US" altLang="zh-CN" sz="1800">
                <a:solidFill>
                  <a:srgbClr val="FF0000"/>
                </a:solidFill>
                <a:latin typeface="Arial" panose="020B0604020202020204" pitchFamily="34" charset="0"/>
              </a:rPr>
              <a:t>containing all variables </a:t>
            </a:r>
            <a:r>
              <a:rPr lang="en-US" altLang="zh-CN" sz="1800">
                <a:solidFill>
                  <a:srgbClr val="2B0BB5"/>
                </a:solidFill>
                <a:latin typeface="Arial" panose="020B0604020202020204" pitchFamily="34" charset="0"/>
              </a:rPr>
              <a:t>in complement or uncomplemented form.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a:extLst>
              <a:ext uri="{FF2B5EF4-FFF2-40B4-BE49-F238E27FC236}">
                <a16:creationId xmlns:a16="http://schemas.microsoft.com/office/drawing/2014/main" id="{E84CAAEB-F715-4730-BAA4-C1FF0CEEE6E5}"/>
              </a:ext>
            </a:extLst>
          </p:cNvPr>
          <p:cNvSpPr>
            <a:spLocks noChangeArrowheads="1"/>
          </p:cNvSpPr>
          <p:nvPr/>
        </p:nvSpPr>
        <p:spPr bwMode="auto">
          <a:xfrm>
            <a:off x="5181601" y="1"/>
            <a:ext cx="1484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Minterm</a:t>
            </a:r>
          </a:p>
        </p:txBody>
      </p:sp>
      <p:sp>
        <p:nvSpPr>
          <p:cNvPr id="70659" name="Rectangle 3">
            <a:extLst>
              <a:ext uri="{FF2B5EF4-FFF2-40B4-BE49-F238E27FC236}">
                <a16:creationId xmlns:a16="http://schemas.microsoft.com/office/drawing/2014/main" id="{C8DA9429-43B0-49DC-B15C-38DE96C25A32}"/>
              </a:ext>
            </a:extLst>
          </p:cNvPr>
          <p:cNvSpPr>
            <a:spLocks noChangeArrowheads="1"/>
          </p:cNvSpPr>
          <p:nvPr/>
        </p:nvSpPr>
        <p:spPr bwMode="auto">
          <a:xfrm>
            <a:off x="5257800" y="533400"/>
            <a:ext cx="52578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A  Boolean expression </a:t>
            </a:r>
            <a:r>
              <a:rPr lang="en-US" altLang="en-US" sz="1800">
                <a:solidFill>
                  <a:srgbClr val="2B0BB5"/>
                </a:solidFill>
                <a:latin typeface="Arial" panose="020B0604020202020204" pitchFamily="34" charset="0"/>
              </a:rPr>
              <a:t>can be written as </a:t>
            </a:r>
            <a:r>
              <a:rPr lang="en-US" altLang="en-US" sz="1800" b="1">
                <a:solidFill>
                  <a:srgbClr val="7030A0"/>
                </a:solidFill>
                <a:latin typeface="Arial" panose="020B0604020202020204" pitchFamily="34" charset="0"/>
              </a:rPr>
              <a:t>sum of minterms,</a:t>
            </a:r>
            <a:r>
              <a:rPr lang="en-US" altLang="en-US" sz="1800" b="1">
                <a:solidFill>
                  <a:srgbClr val="FF0000"/>
                </a:solidFill>
                <a:latin typeface="Arial" panose="020B0604020202020204" pitchFamily="34" charset="0"/>
              </a:rPr>
              <a:t> of the row having 1 value</a:t>
            </a:r>
          </a:p>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Minterm </a:t>
            </a:r>
            <a:r>
              <a:rPr lang="en-US" altLang="en-US" sz="1800" b="1">
                <a:solidFill>
                  <a:srgbClr val="C00000"/>
                </a:solidFill>
                <a:latin typeface="Arial" panose="020B0604020202020204" pitchFamily="34" charset="0"/>
              </a:rPr>
              <a:t>corresponds to a product term</a:t>
            </a:r>
            <a:r>
              <a:rPr lang="en-US" altLang="en-US" sz="1800">
                <a:solidFill>
                  <a:srgbClr val="C00000"/>
                </a:solidFill>
                <a:latin typeface="Arial" panose="020B0604020202020204" pitchFamily="34" charset="0"/>
              </a:rPr>
              <a:t> </a:t>
            </a:r>
            <a:r>
              <a:rPr lang="en-US" altLang="en-US" sz="1800" b="1" i="1">
                <a:solidFill>
                  <a:srgbClr val="FF0000"/>
                </a:solidFill>
                <a:latin typeface="Arial" panose="020B0604020202020204" pitchFamily="34" charset="0"/>
              </a:rPr>
              <a:t>contain </a:t>
            </a:r>
            <a:r>
              <a:rPr lang="en-US" altLang="en-US" sz="1800" b="1">
                <a:solidFill>
                  <a:srgbClr val="FF0000"/>
                </a:solidFill>
                <a:latin typeface="Arial" panose="020B0604020202020204" pitchFamily="34" charset="0"/>
              </a:rPr>
              <a:t>all variables </a:t>
            </a:r>
            <a:r>
              <a:rPr lang="en-US" altLang="en-US" sz="1800">
                <a:solidFill>
                  <a:srgbClr val="2B0BB5"/>
                </a:solidFill>
                <a:latin typeface="Arial" panose="020B0604020202020204" pitchFamily="34" charset="0"/>
              </a:rPr>
              <a:t>(in either complement or uncomplemented form)</a:t>
            </a:r>
          </a:p>
          <a:p>
            <a:pPr eaLnBrk="1" hangingPunct="1">
              <a:lnSpc>
                <a:spcPct val="150000"/>
              </a:lnSpc>
              <a:spcBef>
                <a:spcPct val="0"/>
              </a:spcBef>
              <a:buFont typeface="Wingdings" panose="05000000000000000000" pitchFamily="2" charset="2"/>
              <a:buChar char="§"/>
            </a:pPr>
            <a:r>
              <a:rPr lang="en-US" altLang="en-US" sz="1800" b="1">
                <a:solidFill>
                  <a:srgbClr val="208839"/>
                </a:solidFill>
                <a:latin typeface="Arial" panose="020B0604020202020204" pitchFamily="34" charset="0"/>
              </a:rPr>
              <a:t>So </a:t>
            </a:r>
            <a:r>
              <a:rPr lang="en-US" altLang="en-US" sz="1800" b="1" i="1">
                <a:solidFill>
                  <a:srgbClr val="FF0000"/>
                </a:solidFill>
                <a:latin typeface="Arial" panose="020B0604020202020204" pitchFamily="34" charset="0"/>
              </a:rPr>
              <a:t>x . y . z is a minterm </a:t>
            </a:r>
            <a:r>
              <a:rPr lang="en-US" altLang="en-US" sz="1800" b="1" i="1">
                <a:solidFill>
                  <a:srgbClr val="7030A0"/>
                </a:solidFill>
                <a:latin typeface="Arial" panose="020B0604020202020204" pitchFamily="34" charset="0"/>
              </a:rPr>
              <a:t>but y . z is not</a:t>
            </a:r>
            <a:endParaRPr lang="en-US" altLang="en-US" sz="1800">
              <a:solidFill>
                <a:srgbClr val="7030A0"/>
              </a:solidFill>
              <a:latin typeface="Arial" panose="020B0604020202020204" pitchFamily="34" charset="0"/>
            </a:endParaRPr>
          </a:p>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Note </a:t>
            </a:r>
            <a:r>
              <a:rPr lang="en-US" altLang="en-US" sz="1800" b="1" u="sng">
                <a:solidFill>
                  <a:srgbClr val="2B0BB5"/>
                </a:solidFill>
                <a:latin typeface="Arial" panose="020B0604020202020204" pitchFamily="34" charset="0"/>
              </a:rPr>
              <a:t>variables in a minterm are ANDed</a:t>
            </a:r>
          </a:p>
          <a:p>
            <a:pPr eaLnBrk="1" hangingPunct="1">
              <a:lnSpc>
                <a:spcPct val="150000"/>
              </a:lnSpc>
              <a:spcBef>
                <a:spcPct val="0"/>
              </a:spcBef>
              <a:buFontTx/>
              <a:buNone/>
            </a:pPr>
            <a:r>
              <a:rPr lang="en-US" altLang="en-US" sz="1800" b="1">
                <a:solidFill>
                  <a:srgbClr val="2B0BB5"/>
                </a:solidFill>
                <a:latin typeface="Arial" panose="020B0604020202020204" pitchFamily="34" charset="0"/>
              </a:rPr>
              <a:t>     </a:t>
            </a:r>
            <a:r>
              <a:rPr lang="en-US" altLang="en-US" sz="1800" b="1" u="sng">
                <a:solidFill>
                  <a:srgbClr val="2B0BB5"/>
                </a:solidFill>
                <a:latin typeface="Arial" panose="020B0604020202020204" pitchFamily="34" charset="0"/>
              </a:rPr>
              <a:t>together</a:t>
            </a:r>
            <a:r>
              <a:rPr lang="en-US" altLang="en-US" sz="1800">
                <a:solidFill>
                  <a:srgbClr val="2B0BB5"/>
                </a:solidFill>
                <a:latin typeface="Arial" panose="020B0604020202020204" pitchFamily="34" charset="0"/>
              </a:rPr>
              <a:t> (conjunction)</a:t>
            </a:r>
          </a:p>
        </p:txBody>
      </p:sp>
      <p:pic>
        <p:nvPicPr>
          <p:cNvPr id="70660" name="Picture 8">
            <a:extLst>
              <a:ext uri="{FF2B5EF4-FFF2-40B4-BE49-F238E27FC236}">
                <a16:creationId xmlns:a16="http://schemas.microsoft.com/office/drawing/2014/main" id="{174C3553-5AB7-4AA3-BFF7-BBDEF31973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953000"/>
            <a:ext cx="3429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6">
            <a:extLst>
              <a:ext uri="{FF2B5EF4-FFF2-40B4-BE49-F238E27FC236}">
                <a16:creationId xmlns:a16="http://schemas.microsoft.com/office/drawing/2014/main" id="{FC040D01-C492-4D5F-9508-D36C370469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3576" y="4953001"/>
            <a:ext cx="461962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8">
            <a:extLst>
              <a:ext uri="{FF2B5EF4-FFF2-40B4-BE49-F238E27FC236}">
                <a16:creationId xmlns:a16="http://schemas.microsoft.com/office/drawing/2014/main" id="{A9987DCE-5657-452E-A680-3E2C65DC7A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533400"/>
            <a:ext cx="3657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313325-7A15-4F04-820F-71B723BD69AB}"/>
              </a:ext>
            </a:extLst>
          </p:cNvPr>
          <p:cNvSpPr/>
          <p:nvPr/>
        </p:nvSpPr>
        <p:spPr>
          <a:xfrm>
            <a:off x="1752600" y="2870200"/>
            <a:ext cx="8763000" cy="3232150"/>
          </a:xfrm>
          <a:prstGeom prst="rect">
            <a:avLst/>
          </a:prstGeom>
        </p:spPr>
        <p:txBody>
          <a:bodyPr>
            <a:spAutoFit/>
          </a:bodyPr>
          <a:lstStyle/>
          <a:p>
            <a:pPr marL="284163" indent="-284163" algn="just">
              <a:lnSpc>
                <a:spcPct val="150000"/>
              </a:lnSpc>
              <a:defRPr/>
            </a:pPr>
            <a:r>
              <a:rPr lang="en-US" b="1" dirty="0">
                <a:solidFill>
                  <a:srgbClr val="7030A0"/>
                </a:solidFill>
                <a:latin typeface="Arial" charset="0"/>
              </a:rPr>
              <a:t>Any Boolean function can be expressed as </a:t>
            </a:r>
          </a:p>
          <a:p>
            <a:pPr marL="284163" indent="-284163" algn="just">
              <a:lnSpc>
                <a:spcPct val="150000"/>
              </a:lnSpc>
              <a:buFont typeface="Wingdings" pitchFamily="2" charset="2"/>
              <a:buChar char="Ø"/>
              <a:defRPr/>
            </a:pPr>
            <a:r>
              <a:rPr lang="en-US" b="1" u="sng" dirty="0" err="1">
                <a:solidFill>
                  <a:srgbClr val="C00000"/>
                </a:solidFill>
                <a:latin typeface="Arial" charset="0"/>
              </a:rPr>
              <a:t>ORing</a:t>
            </a:r>
            <a:r>
              <a:rPr lang="en-US" dirty="0">
                <a:solidFill>
                  <a:srgbClr val="2B0BB5"/>
                </a:solidFill>
                <a:latin typeface="Arial" charset="0"/>
              </a:rPr>
              <a:t>  of </a:t>
            </a:r>
            <a:r>
              <a:rPr lang="en-US" b="1" u="sng" dirty="0">
                <a:solidFill>
                  <a:srgbClr val="C00000"/>
                </a:solidFill>
                <a:latin typeface="Arial" charset="0"/>
              </a:rPr>
              <a:t>its minterms,</a:t>
            </a:r>
            <a:r>
              <a:rPr lang="en-US" b="1" dirty="0">
                <a:solidFill>
                  <a:srgbClr val="C00000"/>
                </a:solidFill>
                <a:latin typeface="Arial" charset="0"/>
              </a:rPr>
              <a:t> for which function is 1 (True), </a:t>
            </a:r>
            <a:r>
              <a:rPr lang="en-US" b="1" dirty="0">
                <a:solidFill>
                  <a:srgbClr val="7030A0"/>
                </a:solidFill>
                <a:latin typeface="Arial" charset="0"/>
              </a:rPr>
              <a:t>expressing Boolean function</a:t>
            </a:r>
            <a:r>
              <a:rPr lang="en-US" dirty="0">
                <a:solidFill>
                  <a:srgbClr val="2B0BB5"/>
                </a:solidFill>
                <a:latin typeface="Arial" charset="0"/>
              </a:rPr>
              <a:t> in this form </a:t>
            </a:r>
            <a:r>
              <a:rPr lang="en-US" b="1" dirty="0">
                <a:solidFill>
                  <a:srgbClr val="2B0BB5"/>
                </a:solidFill>
                <a:latin typeface="Arial" charset="0"/>
              </a:rPr>
              <a:t>is said  to be </a:t>
            </a:r>
            <a:r>
              <a:rPr lang="en-US" dirty="0">
                <a:solidFill>
                  <a:srgbClr val="2B0BB5"/>
                </a:solidFill>
                <a:latin typeface="Arial" charset="0"/>
              </a:rPr>
              <a:t>in </a:t>
            </a:r>
            <a:r>
              <a:rPr lang="en-US" b="1" u="sng" dirty="0">
                <a:solidFill>
                  <a:srgbClr val="FF0000"/>
                </a:solidFill>
                <a:latin typeface="Arial" charset="0"/>
              </a:rPr>
              <a:t>Sum of Products (SOP) </a:t>
            </a:r>
            <a:r>
              <a:rPr lang="en-US" b="1" dirty="0">
                <a:solidFill>
                  <a:srgbClr val="FF0000"/>
                </a:solidFill>
                <a:latin typeface="Arial" charset="0"/>
              </a:rPr>
              <a:t>form</a:t>
            </a:r>
            <a:r>
              <a:rPr lang="en-US" dirty="0">
                <a:solidFill>
                  <a:srgbClr val="2B0BB5"/>
                </a:solidFill>
                <a:latin typeface="Arial" charset="0"/>
              </a:rPr>
              <a:t>, </a:t>
            </a:r>
            <a:r>
              <a:rPr lang="en-US" dirty="0">
                <a:solidFill>
                  <a:srgbClr val="C00000"/>
                </a:solidFill>
                <a:latin typeface="Arial" charset="0"/>
              </a:rPr>
              <a:t>here all variables present in each term</a:t>
            </a:r>
          </a:p>
          <a:p>
            <a:pPr marL="225425" indent="-225425" algn="just">
              <a:lnSpc>
                <a:spcPct val="150000"/>
              </a:lnSpc>
              <a:buFont typeface="Wingdings" pitchFamily="2" charset="2"/>
              <a:buChar char="§"/>
              <a:defRPr/>
            </a:pPr>
            <a:endParaRPr lang="en-US" sz="1000" dirty="0">
              <a:solidFill>
                <a:srgbClr val="2B0BB5"/>
              </a:solidFill>
              <a:latin typeface="Arial" charset="0"/>
            </a:endParaRPr>
          </a:p>
          <a:p>
            <a:pPr marL="225425" indent="-225425" algn="just">
              <a:lnSpc>
                <a:spcPct val="150000"/>
              </a:lnSpc>
              <a:buFont typeface="Wingdings" pitchFamily="2" charset="2"/>
              <a:buChar char="§"/>
              <a:defRPr/>
            </a:pPr>
            <a:endParaRPr lang="en-US" dirty="0">
              <a:solidFill>
                <a:srgbClr val="2B0BB5"/>
              </a:solidFill>
              <a:latin typeface="Arial" charset="0"/>
            </a:endParaRPr>
          </a:p>
          <a:p>
            <a:pPr marL="225425" indent="-225425" algn="just">
              <a:lnSpc>
                <a:spcPct val="150000"/>
              </a:lnSpc>
              <a:buFont typeface="Wingdings" pitchFamily="2" charset="2"/>
              <a:buChar char="Ø"/>
              <a:defRPr/>
            </a:pPr>
            <a:r>
              <a:rPr lang="en-US" dirty="0">
                <a:solidFill>
                  <a:srgbClr val="2B0BB5"/>
                </a:solidFill>
                <a:latin typeface="Arial" charset="0"/>
              </a:rPr>
              <a:t>• </a:t>
            </a:r>
            <a:r>
              <a:rPr lang="en-US" u="sng" dirty="0">
                <a:solidFill>
                  <a:srgbClr val="C00000"/>
                </a:solidFill>
                <a:latin typeface="Arial" charset="0"/>
              </a:rPr>
              <a:t>Boolean function can also be expressed as the </a:t>
            </a:r>
            <a:r>
              <a:rPr lang="en-US" b="1" u="sng" dirty="0">
                <a:solidFill>
                  <a:srgbClr val="C00000"/>
                </a:solidFill>
                <a:latin typeface="Arial" charset="0"/>
              </a:rPr>
              <a:t>ORing of AND terms </a:t>
            </a:r>
            <a:r>
              <a:rPr lang="en-US" dirty="0">
                <a:solidFill>
                  <a:srgbClr val="2B0BB5"/>
                </a:solidFill>
                <a:latin typeface="Arial" charset="0"/>
              </a:rPr>
              <a:t>(not necessarily minterms</a:t>
            </a:r>
            <a:r>
              <a:rPr lang="en-US" dirty="0">
                <a:latin typeface="Arial" charset="0"/>
              </a:rPr>
              <a:t>) </a:t>
            </a:r>
            <a:r>
              <a:rPr lang="en-US" dirty="0">
                <a:solidFill>
                  <a:srgbClr val="2B0BB5"/>
                </a:solidFill>
                <a:latin typeface="Arial" charset="0"/>
              </a:rPr>
              <a:t>is </a:t>
            </a:r>
            <a:r>
              <a:rPr lang="en-US" b="1" dirty="0">
                <a:solidFill>
                  <a:srgbClr val="2B0BB5"/>
                </a:solidFill>
                <a:latin typeface="Arial" charset="0"/>
              </a:rPr>
              <a:t>also</a:t>
            </a:r>
            <a:r>
              <a:rPr lang="en-US" dirty="0">
                <a:solidFill>
                  <a:srgbClr val="2B0BB5"/>
                </a:solidFill>
                <a:latin typeface="Arial" charset="0"/>
              </a:rPr>
              <a:t> </a:t>
            </a:r>
            <a:r>
              <a:rPr lang="en-US" b="1" dirty="0">
                <a:solidFill>
                  <a:srgbClr val="2B0BB5"/>
                </a:solidFill>
                <a:latin typeface="Arial" charset="0"/>
              </a:rPr>
              <a:t>said to be in </a:t>
            </a:r>
            <a:r>
              <a:rPr lang="en-US" b="1" u="sng" dirty="0">
                <a:solidFill>
                  <a:srgbClr val="FF0000"/>
                </a:solidFill>
                <a:latin typeface="Arial" charset="0"/>
              </a:rPr>
              <a:t>Sum of Products (SOP) </a:t>
            </a:r>
            <a:r>
              <a:rPr lang="en-US" dirty="0">
                <a:solidFill>
                  <a:srgbClr val="FF0000"/>
                </a:solidFill>
                <a:latin typeface="Arial" charset="0"/>
              </a:rPr>
              <a:t>form</a:t>
            </a:r>
            <a:r>
              <a:rPr lang="en-US" dirty="0">
                <a:latin typeface="Arial" charset="0"/>
              </a:rPr>
              <a:t>, e.g.,</a:t>
            </a:r>
          </a:p>
        </p:txBody>
      </p:sp>
      <p:sp>
        <p:nvSpPr>
          <p:cNvPr id="71683" name="Rectangle 2">
            <a:extLst>
              <a:ext uri="{FF2B5EF4-FFF2-40B4-BE49-F238E27FC236}">
                <a16:creationId xmlns:a16="http://schemas.microsoft.com/office/drawing/2014/main" id="{FB82AB1E-874E-41D8-BFC9-4A807A94DF32}"/>
              </a:ext>
            </a:extLst>
          </p:cNvPr>
          <p:cNvSpPr>
            <a:spLocks noChangeArrowheads="1"/>
          </p:cNvSpPr>
          <p:nvPr/>
        </p:nvSpPr>
        <p:spPr bwMode="auto">
          <a:xfrm>
            <a:off x="4114800" y="2133601"/>
            <a:ext cx="426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Sum of Products (SOP)</a:t>
            </a:r>
          </a:p>
        </p:txBody>
      </p:sp>
      <p:graphicFrame>
        <p:nvGraphicFramePr>
          <p:cNvPr id="71684" name="Object 21">
            <a:extLst>
              <a:ext uri="{FF2B5EF4-FFF2-40B4-BE49-F238E27FC236}">
                <a16:creationId xmlns:a16="http://schemas.microsoft.com/office/drawing/2014/main" id="{06B3DFC1-DA9F-42E7-A24A-206DE244C2E3}"/>
              </a:ext>
            </a:extLst>
          </p:cNvPr>
          <p:cNvGraphicFramePr>
            <a:graphicFrameLocks noChangeAspect="1"/>
          </p:cNvGraphicFramePr>
          <p:nvPr/>
        </p:nvGraphicFramePr>
        <p:xfrm>
          <a:off x="2590800" y="4622801"/>
          <a:ext cx="6248400" cy="474663"/>
        </p:xfrm>
        <a:graphic>
          <a:graphicData uri="http://schemas.openxmlformats.org/presentationml/2006/ole">
            <mc:AlternateContent xmlns:mc="http://schemas.openxmlformats.org/markup-compatibility/2006">
              <mc:Choice xmlns:v="urn:schemas-microsoft-com:vml" Requires="v">
                <p:oleObj spid="_x0000_s10248" name="Equation" r:id="rId3" imgW="3175000" imgH="330200" progId="Equation.3">
                  <p:embed/>
                </p:oleObj>
              </mc:Choice>
              <mc:Fallback>
                <p:oleObj name="Equation" r:id="rId3" imgW="3175000" imgH="330200" progId="Equation.3">
                  <p:embed/>
                  <p:pic>
                    <p:nvPicPr>
                      <p:cNvPr id="71684" name="Object 21">
                        <a:extLst>
                          <a:ext uri="{FF2B5EF4-FFF2-40B4-BE49-F238E27FC236}">
                            <a16:creationId xmlns:a16="http://schemas.microsoft.com/office/drawing/2014/main" id="{06B3DFC1-DA9F-42E7-A24A-206DE244C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622801"/>
                        <a:ext cx="6248400"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5" name="Rectangle 6">
            <a:extLst>
              <a:ext uri="{FF2B5EF4-FFF2-40B4-BE49-F238E27FC236}">
                <a16:creationId xmlns:a16="http://schemas.microsoft.com/office/drawing/2014/main" id="{943DE8B3-EF55-46DF-9EF4-59A00AA587AE}"/>
              </a:ext>
            </a:extLst>
          </p:cNvPr>
          <p:cNvSpPr>
            <a:spLocks noChangeArrowheads="1"/>
          </p:cNvSpPr>
          <p:nvPr/>
        </p:nvSpPr>
        <p:spPr bwMode="auto">
          <a:xfrm>
            <a:off x="4665664" y="6146800"/>
            <a:ext cx="1354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i="1">
                <a:latin typeface="Arial" panose="020B0604020202020204" pitchFamily="34" charset="0"/>
              </a:rPr>
              <a:t>F = x + y.z</a:t>
            </a:r>
            <a:endParaRPr lang="en-US" altLang="en-US" sz="2000">
              <a:latin typeface="Arial" panose="020B0604020202020204" pitchFamily="34" charset="0"/>
            </a:endParaRPr>
          </a:p>
        </p:txBody>
      </p:sp>
      <p:sp>
        <p:nvSpPr>
          <p:cNvPr id="71686" name="Rectangle 6">
            <a:extLst>
              <a:ext uri="{FF2B5EF4-FFF2-40B4-BE49-F238E27FC236}">
                <a16:creationId xmlns:a16="http://schemas.microsoft.com/office/drawing/2014/main" id="{6BE2D819-12CF-4405-A469-78BC3A1434F0}"/>
              </a:ext>
            </a:extLst>
          </p:cNvPr>
          <p:cNvSpPr>
            <a:spLocks noChangeArrowheads="1"/>
          </p:cNvSpPr>
          <p:nvPr/>
        </p:nvSpPr>
        <p:spPr bwMode="auto">
          <a:xfrm>
            <a:off x="1752600" y="381000"/>
            <a:ext cx="8686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C00000"/>
                </a:solidFill>
                <a:latin typeface="Arial" panose="020B0604020202020204" pitchFamily="34" charset="0"/>
              </a:rPr>
              <a:t>One minterm exists for each row of truth table and denoted as m0, m1,m2… ….. m2</a:t>
            </a:r>
            <a:r>
              <a:rPr lang="en-US" altLang="en-US" sz="1800" b="1" baseline="30000">
                <a:solidFill>
                  <a:srgbClr val="C00000"/>
                </a:solidFill>
                <a:latin typeface="Arial" panose="020B0604020202020204" pitchFamily="34" charset="0"/>
              </a:rPr>
              <a:t>n</a:t>
            </a:r>
            <a:r>
              <a:rPr lang="en-US" altLang="en-US" sz="1800" b="1">
                <a:solidFill>
                  <a:srgbClr val="C00000"/>
                </a:solidFill>
                <a:latin typeface="Arial" panose="020B0604020202020204" pitchFamily="34" charset="0"/>
              </a:rPr>
              <a:t> - 1 </a:t>
            </a:r>
          </a:p>
          <a:p>
            <a:pPr eaLnBrk="1" hangingPunct="1">
              <a:lnSpc>
                <a:spcPct val="150000"/>
              </a:lnSpc>
              <a:spcBef>
                <a:spcPct val="0"/>
              </a:spcBef>
              <a:buFont typeface="Wingdings" panose="05000000000000000000" pitchFamily="2" charset="2"/>
              <a:buChar char="§"/>
            </a:pPr>
            <a:r>
              <a:rPr lang="en-US" altLang="en-US" sz="1800" b="1">
                <a:solidFill>
                  <a:srgbClr val="C00000"/>
                </a:solidFill>
                <a:latin typeface="Arial" panose="020B0604020202020204" pitchFamily="34" charset="0"/>
              </a:rPr>
              <a:t>Total m2</a:t>
            </a:r>
            <a:r>
              <a:rPr lang="en-US" altLang="en-US" sz="1800" b="1" baseline="30000">
                <a:solidFill>
                  <a:srgbClr val="C00000"/>
                </a:solidFill>
                <a:latin typeface="Arial" panose="020B0604020202020204" pitchFamily="34" charset="0"/>
              </a:rPr>
              <a:t>n</a:t>
            </a:r>
            <a:r>
              <a:rPr lang="en-US" altLang="en-US" sz="1800" b="1">
                <a:solidFill>
                  <a:srgbClr val="C00000"/>
                </a:solidFill>
                <a:latin typeface="Arial" panose="020B0604020202020204" pitchFamily="34" charset="0"/>
              </a:rPr>
              <a:t> – 1 minterms </a:t>
            </a:r>
            <a:r>
              <a:rPr lang="en-US" altLang="en-US" sz="1800">
                <a:solidFill>
                  <a:srgbClr val="2B0BB5"/>
                </a:solidFill>
                <a:latin typeface="Arial" panose="020B0604020202020204" pitchFamily="34" charset="0"/>
              </a:rPr>
              <a:t>are there for n variable truth table/function </a:t>
            </a:r>
            <a:endParaRPr lang="en-US" altLang="en-US" sz="1800" i="1">
              <a:solidFill>
                <a:srgbClr val="2B0BB5"/>
              </a:solidFill>
              <a:latin typeface="Arial" panose="020B0604020202020204" pitchFamily="34" charset="0"/>
            </a:endParaRPr>
          </a:p>
          <a:p>
            <a:pPr eaLnBrk="1" hangingPunct="1">
              <a:lnSpc>
                <a:spcPct val="150000"/>
              </a:lnSpc>
              <a:spcBef>
                <a:spcPct val="0"/>
              </a:spcBef>
              <a:buFont typeface="Wingdings" panose="05000000000000000000" pitchFamily="2" charset="2"/>
              <a:buChar char="§"/>
            </a:pPr>
            <a:r>
              <a:rPr lang="en-US" altLang="en-US" sz="1800" b="1" i="1">
                <a:solidFill>
                  <a:srgbClr val="C00000"/>
                </a:solidFill>
                <a:latin typeface="Arial" panose="020B0604020202020204" pitchFamily="34" charset="0"/>
              </a:rPr>
              <a:t>A Boolean function formed by ORing </a:t>
            </a:r>
            <a:r>
              <a:rPr lang="en-US" altLang="en-US" sz="1800" i="1">
                <a:solidFill>
                  <a:srgbClr val="2B0BB5"/>
                </a:solidFill>
                <a:latin typeface="Arial" panose="020B0604020202020204" pitchFamily="34" charset="0"/>
              </a:rPr>
              <a:t>each minterms for which f is 1(TRUE)</a:t>
            </a:r>
          </a:p>
        </p:txBody>
      </p:sp>
      <p:sp>
        <p:nvSpPr>
          <p:cNvPr id="71687" name="Rectangle 1">
            <a:extLst>
              <a:ext uri="{FF2B5EF4-FFF2-40B4-BE49-F238E27FC236}">
                <a16:creationId xmlns:a16="http://schemas.microsoft.com/office/drawing/2014/main" id="{70949194-E1C7-48B3-917A-8673DFFC192C}"/>
              </a:ext>
            </a:extLst>
          </p:cNvPr>
          <p:cNvSpPr>
            <a:spLocks noChangeArrowheads="1"/>
          </p:cNvSpPr>
          <p:nvPr/>
        </p:nvSpPr>
        <p:spPr bwMode="auto">
          <a:xfrm>
            <a:off x="5181601" y="-76200"/>
            <a:ext cx="1484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Minterm</a:t>
            </a:r>
          </a:p>
        </p:txBody>
      </p:sp>
      <p:sp>
        <p:nvSpPr>
          <p:cNvPr id="71688" name="Rectangle 8">
            <a:extLst>
              <a:ext uri="{FF2B5EF4-FFF2-40B4-BE49-F238E27FC236}">
                <a16:creationId xmlns:a16="http://schemas.microsoft.com/office/drawing/2014/main" id="{B3A56926-7D88-4746-8F4F-02B8AE99A9E7}"/>
              </a:ext>
            </a:extLst>
          </p:cNvPr>
          <p:cNvSpPr>
            <a:spLocks noChangeArrowheads="1"/>
          </p:cNvSpPr>
          <p:nvPr/>
        </p:nvSpPr>
        <p:spPr bwMode="auto">
          <a:xfrm>
            <a:off x="8839201" y="4683125"/>
            <a:ext cx="186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Canonical form</a:t>
            </a:r>
          </a:p>
        </p:txBody>
      </p:sp>
      <p:sp>
        <p:nvSpPr>
          <p:cNvPr id="71689" name="Rectangle 9">
            <a:extLst>
              <a:ext uri="{FF2B5EF4-FFF2-40B4-BE49-F238E27FC236}">
                <a16:creationId xmlns:a16="http://schemas.microsoft.com/office/drawing/2014/main" id="{7196D02F-8837-447A-BE12-BA4DC2C267BA}"/>
              </a:ext>
            </a:extLst>
          </p:cNvPr>
          <p:cNvSpPr>
            <a:spLocks noChangeArrowheads="1"/>
          </p:cNvSpPr>
          <p:nvPr/>
        </p:nvSpPr>
        <p:spPr bwMode="auto">
          <a:xfrm>
            <a:off x="8839201" y="6146800"/>
            <a:ext cx="1825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Standard form</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a:extLst>
              <a:ext uri="{FF2B5EF4-FFF2-40B4-BE49-F238E27FC236}">
                <a16:creationId xmlns:a16="http://schemas.microsoft.com/office/drawing/2014/main" id="{7872C08B-802C-4931-A519-C8522FC4846B}"/>
              </a:ext>
            </a:extLst>
          </p:cNvPr>
          <p:cNvSpPr>
            <a:spLocks noChangeArrowheads="1"/>
          </p:cNvSpPr>
          <p:nvPr/>
        </p:nvSpPr>
        <p:spPr bwMode="auto">
          <a:xfrm>
            <a:off x="5257800" y="-50800"/>
            <a:ext cx="1982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Maxterms</a:t>
            </a:r>
          </a:p>
        </p:txBody>
      </p:sp>
      <p:sp>
        <p:nvSpPr>
          <p:cNvPr id="72707" name="Rectangle 2">
            <a:extLst>
              <a:ext uri="{FF2B5EF4-FFF2-40B4-BE49-F238E27FC236}">
                <a16:creationId xmlns:a16="http://schemas.microsoft.com/office/drawing/2014/main" id="{EBD47D98-A301-48DE-A869-0A9FD2137100}"/>
              </a:ext>
            </a:extLst>
          </p:cNvPr>
          <p:cNvSpPr>
            <a:spLocks noChangeArrowheads="1"/>
          </p:cNvSpPr>
          <p:nvPr/>
        </p:nvSpPr>
        <p:spPr bwMode="auto">
          <a:xfrm>
            <a:off x="5638800" y="685801"/>
            <a:ext cx="49530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5100" indent="-1651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A  Boolean expression </a:t>
            </a:r>
            <a:r>
              <a:rPr lang="en-US" altLang="en-US" sz="1800">
                <a:solidFill>
                  <a:srgbClr val="2B0BB5"/>
                </a:solidFill>
                <a:latin typeface="Arial" panose="020B0604020202020204" pitchFamily="34" charset="0"/>
              </a:rPr>
              <a:t>can be written as </a:t>
            </a:r>
            <a:r>
              <a:rPr lang="en-US" altLang="en-US" sz="1800" b="1">
                <a:solidFill>
                  <a:srgbClr val="7030A0"/>
                </a:solidFill>
                <a:latin typeface="Arial" panose="020B0604020202020204" pitchFamily="34" charset="0"/>
              </a:rPr>
              <a:t>Product of maxterms,</a:t>
            </a:r>
            <a:r>
              <a:rPr lang="en-US" altLang="en-US" sz="1800" b="1">
                <a:solidFill>
                  <a:srgbClr val="FF0000"/>
                </a:solidFill>
                <a:latin typeface="Arial" panose="020B0604020202020204" pitchFamily="34" charset="0"/>
              </a:rPr>
              <a:t> of the row having ‘0’ value</a:t>
            </a:r>
          </a:p>
          <a:p>
            <a:pPr eaLnBrk="1" hangingPunct="1">
              <a:lnSpc>
                <a:spcPct val="150000"/>
              </a:lnSpc>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Maxterm </a:t>
            </a:r>
            <a:r>
              <a:rPr lang="en-US" altLang="en-US" sz="1800" b="1">
                <a:solidFill>
                  <a:srgbClr val="C00000"/>
                </a:solidFill>
                <a:latin typeface="Arial" panose="020B0604020202020204" pitchFamily="34" charset="0"/>
              </a:rPr>
              <a:t>corresponds to a sum term</a:t>
            </a:r>
            <a:r>
              <a:rPr lang="en-US" altLang="en-US" sz="1800">
                <a:solidFill>
                  <a:srgbClr val="C00000"/>
                </a:solidFill>
                <a:latin typeface="Arial" panose="020B0604020202020204" pitchFamily="34" charset="0"/>
              </a:rPr>
              <a:t> </a:t>
            </a:r>
            <a:r>
              <a:rPr lang="en-US" altLang="en-US" sz="1800" b="1" i="1">
                <a:solidFill>
                  <a:srgbClr val="FF0000"/>
                </a:solidFill>
                <a:latin typeface="Arial" panose="020B0604020202020204" pitchFamily="34" charset="0"/>
              </a:rPr>
              <a:t>contains </a:t>
            </a:r>
            <a:r>
              <a:rPr lang="en-US" altLang="en-US" sz="1800" b="1">
                <a:solidFill>
                  <a:srgbClr val="FF0000"/>
                </a:solidFill>
                <a:latin typeface="Arial" panose="020B0604020202020204" pitchFamily="34" charset="0"/>
              </a:rPr>
              <a:t>all variables </a:t>
            </a:r>
            <a:r>
              <a:rPr lang="en-US" altLang="en-US" sz="1800">
                <a:solidFill>
                  <a:srgbClr val="2B0BB5"/>
                </a:solidFill>
                <a:latin typeface="Arial" panose="020B0604020202020204" pitchFamily="34" charset="0"/>
              </a:rPr>
              <a:t>(in either complement or uncomplemented form)</a:t>
            </a:r>
          </a:p>
          <a:p>
            <a:pPr eaLnBrk="1" hangingPunct="1">
              <a:lnSpc>
                <a:spcPct val="150000"/>
              </a:lnSpc>
              <a:spcBef>
                <a:spcPct val="0"/>
              </a:spcBef>
              <a:buFont typeface="Wingdings" panose="05000000000000000000" pitchFamily="2" charset="2"/>
              <a:buChar char="§"/>
            </a:pPr>
            <a:r>
              <a:rPr lang="en-US" altLang="en-US" sz="1800" b="1">
                <a:solidFill>
                  <a:srgbClr val="208839"/>
                </a:solidFill>
                <a:latin typeface="Arial" panose="020B0604020202020204" pitchFamily="34" charset="0"/>
              </a:rPr>
              <a:t>So </a:t>
            </a:r>
            <a:r>
              <a:rPr lang="en-US" altLang="en-US" sz="1800" b="1" i="1">
                <a:solidFill>
                  <a:srgbClr val="FF0000"/>
                </a:solidFill>
                <a:latin typeface="Arial" panose="020B0604020202020204" pitchFamily="34" charset="0"/>
              </a:rPr>
              <a:t>x + y + z is a maxterm </a:t>
            </a:r>
            <a:r>
              <a:rPr lang="en-US" altLang="en-US" sz="1800" b="1" i="1">
                <a:solidFill>
                  <a:srgbClr val="7030A0"/>
                </a:solidFill>
                <a:latin typeface="Arial" panose="020B0604020202020204" pitchFamily="34" charset="0"/>
              </a:rPr>
              <a:t>but y + z is not</a:t>
            </a:r>
            <a:endParaRPr lang="en-US" altLang="en-US" sz="1800">
              <a:solidFill>
                <a:srgbClr val="7030A0"/>
              </a:solidFill>
              <a:latin typeface="Arial" panose="020B0604020202020204" pitchFamily="34" charset="0"/>
            </a:endParaRPr>
          </a:p>
        </p:txBody>
      </p:sp>
      <p:pic>
        <p:nvPicPr>
          <p:cNvPr id="72708" name="Picture 7">
            <a:extLst>
              <a:ext uri="{FF2B5EF4-FFF2-40B4-BE49-F238E27FC236}">
                <a16:creationId xmlns:a16="http://schemas.microsoft.com/office/drawing/2014/main" id="{ECB613D1-3D9F-4F73-B9B7-57EA7EB6B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57200"/>
            <a:ext cx="3810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2">
            <a:extLst>
              <a:ext uri="{FF2B5EF4-FFF2-40B4-BE49-F238E27FC236}">
                <a16:creationId xmlns:a16="http://schemas.microsoft.com/office/drawing/2014/main" id="{8DE04AAE-0F21-4C07-AE47-46806C838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876801"/>
            <a:ext cx="37338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0" name="Picture 8">
            <a:extLst>
              <a:ext uri="{FF2B5EF4-FFF2-40B4-BE49-F238E27FC236}">
                <a16:creationId xmlns:a16="http://schemas.microsoft.com/office/drawing/2014/main" id="{386791E0-E6D4-4FCF-BDBD-3AB680B410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1" y="4876800"/>
            <a:ext cx="4581525"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21">
            <a:extLst>
              <a:ext uri="{FF2B5EF4-FFF2-40B4-BE49-F238E27FC236}">
                <a16:creationId xmlns:a16="http://schemas.microsoft.com/office/drawing/2014/main" id="{3BBEEEE0-E3A2-4245-B4BE-0ADDCBAA3E9C}"/>
              </a:ext>
            </a:extLst>
          </p:cNvPr>
          <p:cNvGraphicFramePr>
            <a:graphicFrameLocks noChangeAspect="1"/>
          </p:cNvGraphicFramePr>
          <p:nvPr/>
        </p:nvGraphicFramePr>
        <p:xfrm>
          <a:off x="5715000" y="1814513"/>
          <a:ext cx="2819400" cy="474662"/>
        </p:xfrm>
        <a:graphic>
          <a:graphicData uri="http://schemas.openxmlformats.org/presentationml/2006/ole">
            <mc:AlternateContent xmlns:mc="http://schemas.openxmlformats.org/markup-compatibility/2006">
              <mc:Choice xmlns:v="urn:schemas-microsoft-com:vml" Requires="v">
                <p:oleObj spid="_x0000_s11278" name="Equation" r:id="rId3" imgW="2032000" imgH="330200" progId="Equation.3">
                  <p:embed/>
                </p:oleObj>
              </mc:Choice>
              <mc:Fallback>
                <p:oleObj name="Equation" r:id="rId3" imgW="2032000" imgH="330200" progId="Equation.3">
                  <p:embed/>
                  <p:pic>
                    <p:nvPicPr>
                      <p:cNvPr id="73730" name="Object 21">
                        <a:extLst>
                          <a:ext uri="{FF2B5EF4-FFF2-40B4-BE49-F238E27FC236}">
                            <a16:creationId xmlns:a16="http://schemas.microsoft.com/office/drawing/2014/main" id="{3BBEEEE0-E3A2-4245-B4BE-0ADDCBAA3E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814513"/>
                        <a:ext cx="28194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1" name="Object 21">
            <a:extLst>
              <a:ext uri="{FF2B5EF4-FFF2-40B4-BE49-F238E27FC236}">
                <a16:creationId xmlns:a16="http://schemas.microsoft.com/office/drawing/2014/main" id="{64B1FC6E-4996-447D-B59E-AA0BE82F607C}"/>
              </a:ext>
            </a:extLst>
          </p:cNvPr>
          <p:cNvGraphicFramePr>
            <a:graphicFrameLocks noChangeAspect="1"/>
          </p:cNvGraphicFramePr>
          <p:nvPr/>
        </p:nvGraphicFramePr>
        <p:xfrm>
          <a:off x="4343401" y="2667000"/>
          <a:ext cx="4283075" cy="457200"/>
        </p:xfrm>
        <a:graphic>
          <a:graphicData uri="http://schemas.openxmlformats.org/presentationml/2006/ole">
            <mc:AlternateContent xmlns:mc="http://schemas.openxmlformats.org/markup-compatibility/2006">
              <mc:Choice xmlns:v="urn:schemas-microsoft-com:vml" Requires="v">
                <p:oleObj spid="_x0000_s11279" name="Equation" r:id="rId5" imgW="3517900" imgH="330200" progId="Equation.3">
                  <p:embed/>
                </p:oleObj>
              </mc:Choice>
              <mc:Fallback>
                <p:oleObj name="Equation" r:id="rId5" imgW="3517900" imgH="330200" progId="Equation.3">
                  <p:embed/>
                  <p:pic>
                    <p:nvPicPr>
                      <p:cNvPr id="73731" name="Object 21">
                        <a:extLst>
                          <a:ext uri="{FF2B5EF4-FFF2-40B4-BE49-F238E27FC236}">
                            <a16:creationId xmlns:a16="http://schemas.microsoft.com/office/drawing/2014/main" id="{64B1FC6E-4996-447D-B59E-AA0BE82F6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1" y="2667000"/>
                        <a:ext cx="4283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2" name="Rectangle 1">
            <a:extLst>
              <a:ext uri="{FF2B5EF4-FFF2-40B4-BE49-F238E27FC236}">
                <a16:creationId xmlns:a16="http://schemas.microsoft.com/office/drawing/2014/main" id="{BB3FFB09-02DE-4B11-BE6B-E31E2C809145}"/>
              </a:ext>
            </a:extLst>
          </p:cNvPr>
          <p:cNvSpPr>
            <a:spLocks noChangeArrowheads="1"/>
          </p:cNvSpPr>
          <p:nvPr/>
        </p:nvSpPr>
        <p:spPr bwMode="auto">
          <a:xfrm>
            <a:off x="5181600" y="9525"/>
            <a:ext cx="19827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u="sng">
                <a:solidFill>
                  <a:srgbClr val="FF0000"/>
                </a:solidFill>
                <a:latin typeface="Arial" panose="020B0604020202020204" pitchFamily="34" charset="0"/>
              </a:rPr>
              <a:t>Maxterms</a:t>
            </a:r>
          </a:p>
        </p:txBody>
      </p:sp>
      <p:sp>
        <p:nvSpPr>
          <p:cNvPr id="7" name="Rectangle 6">
            <a:extLst>
              <a:ext uri="{FF2B5EF4-FFF2-40B4-BE49-F238E27FC236}">
                <a16:creationId xmlns:a16="http://schemas.microsoft.com/office/drawing/2014/main" id="{BFB34E5C-0B9A-4FA7-B8F4-5BD7CA1DB944}"/>
              </a:ext>
            </a:extLst>
          </p:cNvPr>
          <p:cNvSpPr/>
          <p:nvPr/>
        </p:nvSpPr>
        <p:spPr>
          <a:xfrm>
            <a:off x="1752600" y="533401"/>
            <a:ext cx="8686800" cy="3133725"/>
          </a:xfrm>
          <a:prstGeom prst="rect">
            <a:avLst/>
          </a:prstGeom>
        </p:spPr>
        <p:txBody>
          <a:bodyPr>
            <a:spAutoFit/>
          </a:bodyPr>
          <a:lstStyle/>
          <a:p>
            <a:pPr marL="165100" indent="-165100">
              <a:lnSpc>
                <a:spcPct val="150000"/>
              </a:lnSpc>
              <a:buFont typeface="Wingdings" pitchFamily="2" charset="2"/>
              <a:buChar char="§"/>
              <a:defRPr/>
            </a:pPr>
            <a:r>
              <a:rPr lang="en-US" b="1" dirty="0">
                <a:solidFill>
                  <a:srgbClr val="C00000"/>
                </a:solidFill>
                <a:latin typeface="Arial" charset="0"/>
              </a:rPr>
              <a:t>One </a:t>
            </a:r>
            <a:r>
              <a:rPr lang="en-US" b="1" dirty="0" err="1">
                <a:solidFill>
                  <a:srgbClr val="C00000"/>
                </a:solidFill>
                <a:latin typeface="Arial" charset="0"/>
              </a:rPr>
              <a:t>Maxterm</a:t>
            </a:r>
            <a:r>
              <a:rPr lang="en-US" b="1" dirty="0">
                <a:solidFill>
                  <a:srgbClr val="C00000"/>
                </a:solidFill>
                <a:latin typeface="Arial" charset="0"/>
              </a:rPr>
              <a:t> exists for each row of truth table as M0, M1 ………. M2</a:t>
            </a:r>
            <a:r>
              <a:rPr lang="en-US" b="1" baseline="30000" dirty="0">
                <a:solidFill>
                  <a:srgbClr val="C00000"/>
                </a:solidFill>
                <a:latin typeface="Arial" charset="0"/>
              </a:rPr>
              <a:t>n</a:t>
            </a:r>
            <a:r>
              <a:rPr lang="en-US" b="1" dirty="0">
                <a:solidFill>
                  <a:srgbClr val="C00000"/>
                </a:solidFill>
                <a:latin typeface="Arial" charset="0"/>
              </a:rPr>
              <a:t> - 1 </a:t>
            </a:r>
          </a:p>
          <a:p>
            <a:pPr marL="165100" indent="-165100">
              <a:lnSpc>
                <a:spcPct val="150000"/>
              </a:lnSpc>
              <a:buFont typeface="Wingdings" pitchFamily="2" charset="2"/>
              <a:buChar char="§"/>
              <a:defRPr/>
            </a:pPr>
            <a:r>
              <a:rPr lang="en-US" b="1" dirty="0">
                <a:solidFill>
                  <a:srgbClr val="C00000"/>
                </a:solidFill>
                <a:latin typeface="Arial" charset="0"/>
              </a:rPr>
              <a:t>Total M2</a:t>
            </a:r>
            <a:r>
              <a:rPr lang="en-US" b="1" baseline="30000" dirty="0">
                <a:solidFill>
                  <a:srgbClr val="C00000"/>
                </a:solidFill>
                <a:latin typeface="Arial" charset="0"/>
              </a:rPr>
              <a:t>n</a:t>
            </a:r>
            <a:r>
              <a:rPr lang="en-US" b="1" dirty="0">
                <a:solidFill>
                  <a:srgbClr val="C00000"/>
                </a:solidFill>
                <a:latin typeface="Arial" charset="0"/>
              </a:rPr>
              <a:t> – 1 maxterms </a:t>
            </a:r>
            <a:r>
              <a:rPr lang="en-US" dirty="0">
                <a:solidFill>
                  <a:srgbClr val="2B0BB5"/>
                </a:solidFill>
                <a:latin typeface="Arial" charset="0"/>
              </a:rPr>
              <a:t>are there for n variable truth table/function </a:t>
            </a:r>
            <a:endParaRPr lang="en-US" i="1" dirty="0">
              <a:solidFill>
                <a:srgbClr val="2B0BB5"/>
              </a:solidFill>
              <a:latin typeface="Arial" charset="0"/>
            </a:endParaRPr>
          </a:p>
          <a:p>
            <a:pPr marL="165100" indent="-165100">
              <a:lnSpc>
                <a:spcPct val="150000"/>
              </a:lnSpc>
              <a:buFont typeface="Wingdings" pitchFamily="2" charset="2"/>
              <a:buChar char="§"/>
              <a:defRPr/>
            </a:pPr>
            <a:r>
              <a:rPr lang="en-US" b="1" i="1" dirty="0">
                <a:solidFill>
                  <a:srgbClr val="C00000"/>
                </a:solidFill>
                <a:latin typeface="Arial" charset="0"/>
              </a:rPr>
              <a:t>A Boolean function formed by ANDing </a:t>
            </a:r>
            <a:r>
              <a:rPr lang="en-US" i="1" dirty="0">
                <a:solidFill>
                  <a:srgbClr val="2B0BB5"/>
                </a:solidFill>
                <a:latin typeface="Arial" charset="0"/>
              </a:rPr>
              <a:t>each maxterms for which f is 0.</a:t>
            </a:r>
          </a:p>
          <a:p>
            <a:pPr marL="225425" indent="-225425">
              <a:lnSpc>
                <a:spcPct val="150000"/>
              </a:lnSpc>
              <a:buFont typeface="Wingdings" pitchFamily="2" charset="2"/>
              <a:buChar char="Ø"/>
              <a:defRPr/>
            </a:pPr>
            <a:r>
              <a:rPr lang="en-US" dirty="0">
                <a:solidFill>
                  <a:srgbClr val="2B0BB5"/>
                </a:solidFill>
                <a:latin typeface="Arial" charset="0"/>
              </a:rPr>
              <a:t>Let a Boolean expression as,   </a:t>
            </a:r>
            <a:r>
              <a:rPr lang="en-US" i="1" dirty="0">
                <a:latin typeface="Arial" charset="0"/>
              </a:rPr>
              <a:t>			                     </a:t>
            </a:r>
            <a:r>
              <a:rPr lang="en-US" i="1" dirty="0">
                <a:solidFill>
                  <a:srgbClr val="C00000"/>
                </a:solidFill>
                <a:latin typeface="Arial" charset="0"/>
              </a:rPr>
              <a:t>min term only        </a:t>
            </a:r>
            <a:endParaRPr lang="en-US" dirty="0">
              <a:solidFill>
                <a:srgbClr val="C00000"/>
              </a:solidFill>
              <a:latin typeface="Arial" charset="0"/>
            </a:endParaRPr>
          </a:p>
          <a:p>
            <a:pPr marL="225425" indent="-225425">
              <a:lnSpc>
                <a:spcPct val="150000"/>
              </a:lnSpc>
              <a:buFont typeface="Wingdings" pitchFamily="2" charset="2"/>
              <a:buChar char="Ø"/>
              <a:defRPr/>
            </a:pPr>
            <a:r>
              <a:rPr lang="en-US" dirty="0">
                <a:solidFill>
                  <a:srgbClr val="2B0BB5"/>
                </a:solidFill>
                <a:latin typeface="Arial" charset="0"/>
              </a:rPr>
              <a:t>Applying De Morgan (and complementing) gives </a:t>
            </a:r>
          </a:p>
          <a:p>
            <a:pPr marL="225425" indent="-225425">
              <a:lnSpc>
                <a:spcPct val="150000"/>
              </a:lnSpc>
              <a:defRPr/>
            </a:pPr>
            <a:r>
              <a:rPr lang="en-US" i="1" dirty="0">
                <a:latin typeface="Arial" charset="0"/>
              </a:rPr>
              <a:t>                                                                                                               </a:t>
            </a:r>
            <a:r>
              <a:rPr lang="en-US" i="1" dirty="0">
                <a:solidFill>
                  <a:srgbClr val="C00000"/>
                </a:solidFill>
                <a:latin typeface="Arial" charset="0"/>
              </a:rPr>
              <a:t>max term only</a:t>
            </a:r>
          </a:p>
          <a:p>
            <a:pPr marL="225425" indent="-225425">
              <a:lnSpc>
                <a:spcPct val="150000"/>
              </a:lnSpc>
              <a:defRPr/>
            </a:pPr>
            <a:endParaRPr lang="en-US" sz="800" i="1" dirty="0">
              <a:solidFill>
                <a:srgbClr val="C00000"/>
              </a:solidFill>
              <a:latin typeface="Arial" charset="0"/>
            </a:endParaRPr>
          </a:p>
          <a:p>
            <a:pPr marL="165100" indent="-165100">
              <a:lnSpc>
                <a:spcPct val="150000"/>
              </a:lnSpc>
              <a:buFont typeface="Wingdings" pitchFamily="2" charset="2"/>
              <a:buChar char="§"/>
              <a:defRPr/>
            </a:pPr>
            <a:endParaRPr lang="en-US" i="1" dirty="0">
              <a:solidFill>
                <a:srgbClr val="2B0BB5"/>
              </a:solidFill>
              <a:latin typeface="Arial"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52D56E24-E0D6-49FC-A7D4-8139998893FD}"/>
              </a:ext>
            </a:extLst>
          </p:cNvPr>
          <p:cNvSpPr>
            <a:spLocks noChangeArrowheads="1"/>
          </p:cNvSpPr>
          <p:nvPr/>
        </p:nvSpPr>
        <p:spPr bwMode="auto">
          <a:xfrm>
            <a:off x="3657600" y="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u="sng">
                <a:solidFill>
                  <a:srgbClr val="FF0000"/>
                </a:solidFill>
                <a:latin typeface="Arial" panose="020B0604020202020204" pitchFamily="34" charset="0"/>
              </a:rPr>
              <a:t>Products of Sum (POS) </a:t>
            </a:r>
          </a:p>
        </p:txBody>
      </p:sp>
      <p:graphicFrame>
        <p:nvGraphicFramePr>
          <p:cNvPr id="74755" name="Object 21">
            <a:extLst>
              <a:ext uri="{FF2B5EF4-FFF2-40B4-BE49-F238E27FC236}">
                <a16:creationId xmlns:a16="http://schemas.microsoft.com/office/drawing/2014/main" id="{E9F1F5BF-A8ED-47E9-99B5-5504FA7753AA}"/>
              </a:ext>
            </a:extLst>
          </p:cNvPr>
          <p:cNvGraphicFramePr>
            <a:graphicFrameLocks noChangeAspect="1"/>
          </p:cNvGraphicFramePr>
          <p:nvPr/>
        </p:nvGraphicFramePr>
        <p:xfrm>
          <a:off x="2895601" y="2859088"/>
          <a:ext cx="5165725" cy="476250"/>
        </p:xfrm>
        <a:graphic>
          <a:graphicData uri="http://schemas.openxmlformats.org/presentationml/2006/ole">
            <mc:AlternateContent xmlns:mc="http://schemas.openxmlformats.org/markup-compatibility/2006">
              <mc:Choice xmlns:v="urn:schemas-microsoft-com:vml" Requires="v">
                <p:oleObj spid="_x0000_s12296" name="Equation" r:id="rId3" imgW="3517900" imgH="330200" progId="Equation.3">
                  <p:embed/>
                </p:oleObj>
              </mc:Choice>
              <mc:Fallback>
                <p:oleObj name="Equation" r:id="rId3" imgW="3517900" imgH="330200" progId="Equation.3">
                  <p:embed/>
                  <p:pic>
                    <p:nvPicPr>
                      <p:cNvPr id="74755" name="Object 21">
                        <a:extLst>
                          <a:ext uri="{FF2B5EF4-FFF2-40B4-BE49-F238E27FC236}">
                            <a16:creationId xmlns:a16="http://schemas.microsoft.com/office/drawing/2014/main" id="{E9F1F5BF-A8ED-47E9-99B5-5504FA7753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1" y="2859088"/>
                        <a:ext cx="51657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Rectangle 11">
            <a:extLst>
              <a:ext uri="{FF2B5EF4-FFF2-40B4-BE49-F238E27FC236}">
                <a16:creationId xmlns:a16="http://schemas.microsoft.com/office/drawing/2014/main" id="{43B7F038-72BD-4E19-BC1D-D1329DA43360}"/>
              </a:ext>
            </a:extLst>
          </p:cNvPr>
          <p:cNvSpPr/>
          <p:nvPr/>
        </p:nvSpPr>
        <p:spPr>
          <a:xfrm>
            <a:off x="1752600" y="1106489"/>
            <a:ext cx="8763000" cy="3595687"/>
          </a:xfrm>
          <a:prstGeom prst="rect">
            <a:avLst/>
          </a:prstGeom>
        </p:spPr>
        <p:txBody>
          <a:bodyPr>
            <a:spAutoFit/>
          </a:bodyPr>
          <a:lstStyle/>
          <a:p>
            <a:pPr marL="284163" indent="-284163" algn="just">
              <a:lnSpc>
                <a:spcPct val="150000"/>
              </a:lnSpc>
              <a:defRPr/>
            </a:pPr>
            <a:r>
              <a:rPr lang="en-US" b="1" dirty="0">
                <a:solidFill>
                  <a:srgbClr val="7030A0"/>
                </a:solidFill>
                <a:latin typeface="Arial" charset="0"/>
              </a:rPr>
              <a:t>Any Boolean function can be expressed as </a:t>
            </a:r>
          </a:p>
          <a:p>
            <a:pPr marL="284163" indent="-284163" algn="just">
              <a:lnSpc>
                <a:spcPct val="150000"/>
              </a:lnSpc>
              <a:buFont typeface="Wingdings" pitchFamily="2" charset="2"/>
              <a:buChar char="Ø"/>
              <a:defRPr/>
            </a:pPr>
            <a:r>
              <a:rPr lang="en-US" b="1" u="sng" dirty="0">
                <a:solidFill>
                  <a:srgbClr val="C00000"/>
                </a:solidFill>
                <a:latin typeface="Arial" charset="0"/>
              </a:rPr>
              <a:t>ANDing</a:t>
            </a:r>
            <a:r>
              <a:rPr lang="en-US" dirty="0">
                <a:solidFill>
                  <a:srgbClr val="2B0BB5"/>
                </a:solidFill>
                <a:latin typeface="Arial" charset="0"/>
              </a:rPr>
              <a:t> of </a:t>
            </a:r>
            <a:r>
              <a:rPr lang="en-US" b="1" u="sng" dirty="0">
                <a:solidFill>
                  <a:srgbClr val="C00000"/>
                </a:solidFill>
                <a:latin typeface="Arial" charset="0"/>
              </a:rPr>
              <a:t>its Maxterms,</a:t>
            </a:r>
            <a:r>
              <a:rPr lang="en-US" b="1" dirty="0">
                <a:solidFill>
                  <a:srgbClr val="C00000"/>
                </a:solidFill>
                <a:latin typeface="Arial" charset="0"/>
              </a:rPr>
              <a:t> for which function is 0 (False), </a:t>
            </a:r>
            <a:r>
              <a:rPr lang="en-US" b="1" dirty="0">
                <a:solidFill>
                  <a:srgbClr val="7030A0"/>
                </a:solidFill>
                <a:latin typeface="Arial" charset="0"/>
              </a:rPr>
              <a:t>expressing Boolean function</a:t>
            </a:r>
            <a:r>
              <a:rPr lang="en-US" dirty="0">
                <a:solidFill>
                  <a:srgbClr val="2B0BB5"/>
                </a:solidFill>
                <a:latin typeface="Arial" charset="0"/>
              </a:rPr>
              <a:t> in this form </a:t>
            </a:r>
            <a:r>
              <a:rPr lang="en-US" b="1" dirty="0">
                <a:solidFill>
                  <a:srgbClr val="2B0BB5"/>
                </a:solidFill>
                <a:latin typeface="Arial" charset="0"/>
              </a:rPr>
              <a:t>is said to be </a:t>
            </a:r>
            <a:r>
              <a:rPr lang="en-US" dirty="0">
                <a:solidFill>
                  <a:srgbClr val="2B0BB5"/>
                </a:solidFill>
                <a:latin typeface="Arial" charset="0"/>
              </a:rPr>
              <a:t>in </a:t>
            </a:r>
            <a:r>
              <a:rPr lang="en-US" b="1" u="sng" dirty="0">
                <a:solidFill>
                  <a:srgbClr val="FF0000"/>
                </a:solidFill>
                <a:latin typeface="Arial" charset="0"/>
              </a:rPr>
              <a:t>Products of Sum (SOP) </a:t>
            </a:r>
            <a:r>
              <a:rPr lang="en-US" b="1" dirty="0">
                <a:solidFill>
                  <a:srgbClr val="FF0000"/>
                </a:solidFill>
                <a:latin typeface="Arial" charset="0"/>
              </a:rPr>
              <a:t>form</a:t>
            </a:r>
            <a:r>
              <a:rPr lang="en-US" dirty="0">
                <a:solidFill>
                  <a:srgbClr val="2B0BB5"/>
                </a:solidFill>
                <a:latin typeface="Arial" charset="0"/>
              </a:rPr>
              <a:t>, </a:t>
            </a:r>
            <a:r>
              <a:rPr lang="en-US" dirty="0">
                <a:solidFill>
                  <a:srgbClr val="C00000"/>
                </a:solidFill>
                <a:latin typeface="Arial" charset="0"/>
              </a:rPr>
              <a:t>where all variables present in each term</a:t>
            </a:r>
          </a:p>
          <a:p>
            <a:pPr marL="225425" indent="-225425" algn="just">
              <a:lnSpc>
                <a:spcPct val="150000"/>
              </a:lnSpc>
              <a:buFont typeface="Wingdings" pitchFamily="2" charset="2"/>
              <a:buChar char="§"/>
              <a:defRPr/>
            </a:pPr>
            <a:endParaRPr lang="en-US" sz="1000" dirty="0">
              <a:solidFill>
                <a:srgbClr val="2B0BB5"/>
              </a:solidFill>
              <a:latin typeface="Arial" charset="0"/>
            </a:endParaRPr>
          </a:p>
          <a:p>
            <a:pPr algn="just" eaLnBrk="1" hangingPunct="1">
              <a:lnSpc>
                <a:spcPct val="150000"/>
              </a:lnSpc>
              <a:defRPr/>
            </a:pPr>
            <a:endParaRPr lang="en-US" dirty="0">
              <a:solidFill>
                <a:srgbClr val="2B0BB5"/>
              </a:solidFill>
              <a:latin typeface="Arial" charset="0"/>
            </a:endParaRPr>
          </a:p>
          <a:p>
            <a:pPr marL="225425" indent="-225425" algn="just">
              <a:lnSpc>
                <a:spcPct val="150000"/>
              </a:lnSpc>
              <a:buFont typeface="Wingdings" pitchFamily="2" charset="2"/>
              <a:buChar char="Ø"/>
              <a:defRPr/>
            </a:pPr>
            <a:r>
              <a:rPr lang="en-US" u="sng" dirty="0">
                <a:solidFill>
                  <a:srgbClr val="C00000"/>
                </a:solidFill>
                <a:latin typeface="Arial" charset="0"/>
              </a:rPr>
              <a:t>Boolean function can also be expressed as the </a:t>
            </a:r>
            <a:r>
              <a:rPr lang="en-US" b="1" u="sng" dirty="0">
                <a:solidFill>
                  <a:srgbClr val="C00000"/>
                </a:solidFill>
                <a:latin typeface="Arial" charset="0"/>
              </a:rPr>
              <a:t>ANDing of </a:t>
            </a:r>
            <a:r>
              <a:rPr lang="en-US" b="1" u="sng" dirty="0" err="1">
                <a:solidFill>
                  <a:srgbClr val="C00000"/>
                </a:solidFill>
                <a:latin typeface="Arial" charset="0"/>
              </a:rPr>
              <a:t>ORed</a:t>
            </a:r>
            <a:r>
              <a:rPr lang="en-US" b="1" u="sng" dirty="0">
                <a:solidFill>
                  <a:srgbClr val="C00000"/>
                </a:solidFill>
                <a:latin typeface="Arial" charset="0"/>
              </a:rPr>
              <a:t>  terms </a:t>
            </a:r>
            <a:r>
              <a:rPr lang="en-US" dirty="0">
                <a:solidFill>
                  <a:srgbClr val="2B0BB5"/>
                </a:solidFill>
                <a:latin typeface="Arial" charset="0"/>
              </a:rPr>
              <a:t>(not necessarily Maxterms</a:t>
            </a:r>
            <a:r>
              <a:rPr lang="en-US" dirty="0">
                <a:latin typeface="Arial" charset="0"/>
              </a:rPr>
              <a:t>) </a:t>
            </a:r>
            <a:r>
              <a:rPr lang="en-US" dirty="0">
                <a:solidFill>
                  <a:srgbClr val="2B0BB5"/>
                </a:solidFill>
                <a:latin typeface="Arial" charset="0"/>
              </a:rPr>
              <a:t>is </a:t>
            </a:r>
            <a:r>
              <a:rPr lang="en-US" b="1" dirty="0">
                <a:solidFill>
                  <a:srgbClr val="2B0BB5"/>
                </a:solidFill>
                <a:latin typeface="Arial" charset="0"/>
              </a:rPr>
              <a:t>also</a:t>
            </a:r>
            <a:r>
              <a:rPr lang="en-US" dirty="0">
                <a:solidFill>
                  <a:srgbClr val="2B0BB5"/>
                </a:solidFill>
                <a:latin typeface="Arial" charset="0"/>
              </a:rPr>
              <a:t> </a:t>
            </a:r>
            <a:r>
              <a:rPr lang="en-US" b="1" dirty="0">
                <a:solidFill>
                  <a:srgbClr val="2B0BB5"/>
                </a:solidFill>
                <a:latin typeface="Arial" charset="0"/>
              </a:rPr>
              <a:t>said to be in </a:t>
            </a:r>
            <a:r>
              <a:rPr lang="en-US" b="1" u="sng" dirty="0">
                <a:solidFill>
                  <a:srgbClr val="FF0000"/>
                </a:solidFill>
                <a:latin typeface="Arial" charset="0"/>
              </a:rPr>
              <a:t>Products of Sum (SOP) </a:t>
            </a:r>
            <a:r>
              <a:rPr lang="en-US" b="1" dirty="0">
                <a:solidFill>
                  <a:srgbClr val="FF0000"/>
                </a:solidFill>
                <a:latin typeface="Arial" charset="0"/>
              </a:rPr>
              <a:t>form</a:t>
            </a:r>
            <a:r>
              <a:rPr lang="en-US" dirty="0">
                <a:latin typeface="Arial" charset="0"/>
              </a:rPr>
              <a:t>, e.g.,</a:t>
            </a:r>
          </a:p>
          <a:p>
            <a:pPr algn="just" eaLnBrk="1" hangingPunct="1">
              <a:lnSpc>
                <a:spcPct val="150000"/>
              </a:lnSpc>
              <a:defRPr/>
            </a:pPr>
            <a:r>
              <a:rPr lang="en-US" i="1" dirty="0">
                <a:latin typeface="Arial" charset="0"/>
              </a:rPr>
              <a:t>                                         f  =   (x + y).(x + z) </a:t>
            </a:r>
            <a:endParaRPr lang="en-US" dirty="0">
              <a:latin typeface="Arial" charset="0"/>
            </a:endParaRPr>
          </a:p>
        </p:txBody>
      </p:sp>
      <p:sp>
        <p:nvSpPr>
          <p:cNvPr id="74757" name="Rectangle 15">
            <a:extLst>
              <a:ext uri="{FF2B5EF4-FFF2-40B4-BE49-F238E27FC236}">
                <a16:creationId xmlns:a16="http://schemas.microsoft.com/office/drawing/2014/main" id="{B3BF388A-3DED-4865-B35F-548AD3D2BB04}"/>
              </a:ext>
            </a:extLst>
          </p:cNvPr>
          <p:cNvSpPr>
            <a:spLocks noChangeArrowheads="1"/>
          </p:cNvSpPr>
          <p:nvPr/>
        </p:nvSpPr>
        <p:spPr bwMode="auto">
          <a:xfrm>
            <a:off x="8458201" y="2859089"/>
            <a:ext cx="1865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Canonical form</a:t>
            </a:r>
          </a:p>
        </p:txBody>
      </p:sp>
      <p:sp>
        <p:nvSpPr>
          <p:cNvPr id="74758" name="Rectangle 16">
            <a:extLst>
              <a:ext uri="{FF2B5EF4-FFF2-40B4-BE49-F238E27FC236}">
                <a16:creationId xmlns:a16="http://schemas.microsoft.com/office/drawing/2014/main" id="{3F760D6C-2E61-4C51-806B-770C2734D7CC}"/>
              </a:ext>
            </a:extLst>
          </p:cNvPr>
          <p:cNvSpPr>
            <a:spLocks noChangeArrowheads="1"/>
          </p:cNvSpPr>
          <p:nvPr/>
        </p:nvSpPr>
        <p:spPr bwMode="auto">
          <a:xfrm>
            <a:off x="8458201" y="4230689"/>
            <a:ext cx="1825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208839"/>
                </a:solidFill>
                <a:latin typeface="Arial" panose="020B0604020202020204" pitchFamily="34" charset="0"/>
              </a:rPr>
              <a:t>Standard form</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775EA10-35A4-49B6-AEEF-7704BF131642}"/>
              </a:ext>
            </a:extLst>
          </p:cNvPr>
          <p:cNvSpPr txBox="1">
            <a:spLocks noRot="1" noChangeArrowheads="1"/>
          </p:cNvSpPr>
          <p:nvPr/>
        </p:nvSpPr>
        <p:spPr>
          <a:xfrm>
            <a:off x="1981200" y="76201"/>
            <a:ext cx="8229600" cy="411163"/>
          </a:xfrm>
          <a:prstGeom prst="rect">
            <a:avLst/>
          </a:prstGeom>
        </p:spPr>
        <p:txBody>
          <a:bodyPr>
            <a:normAutofit fontScale="90000" lnSpcReduction="20000"/>
          </a:bodyPr>
          <a:lstStyle/>
          <a:p>
            <a:pPr algn="ctr">
              <a:defRPr/>
            </a:pPr>
            <a:r>
              <a:rPr lang="en-US" altLang="zh-CN" sz="2800" b="1" u="sng" dirty="0">
                <a:solidFill>
                  <a:srgbClr val="FF0000"/>
                </a:solidFill>
                <a:latin typeface="+mj-lt"/>
                <a:ea typeface="+mj-ea"/>
                <a:cs typeface="+mj-cs"/>
              </a:rPr>
              <a:t>Conversion of SOP from standard to canonical form</a:t>
            </a:r>
          </a:p>
        </p:txBody>
      </p:sp>
      <p:sp>
        <p:nvSpPr>
          <p:cNvPr id="75779" name="Rectangle 2">
            <a:extLst>
              <a:ext uri="{FF2B5EF4-FFF2-40B4-BE49-F238E27FC236}">
                <a16:creationId xmlns:a16="http://schemas.microsoft.com/office/drawing/2014/main" id="{BEBAC40F-7670-4A65-A07A-44FEB4B9F0E2}"/>
              </a:ext>
            </a:extLst>
          </p:cNvPr>
          <p:cNvSpPr>
            <a:spLocks noChangeArrowheads="1"/>
          </p:cNvSpPr>
          <p:nvPr/>
        </p:nvSpPr>
        <p:spPr bwMode="auto">
          <a:xfrm>
            <a:off x="2057400" y="457201"/>
            <a:ext cx="81534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000">
                <a:solidFill>
                  <a:srgbClr val="6600FF"/>
                </a:solidFill>
                <a:latin typeface="Arial" panose="020B0604020202020204" pitchFamily="34" charset="0"/>
              </a:rPr>
              <a:t>Expand </a:t>
            </a:r>
            <a:r>
              <a:rPr lang="en-US" altLang="zh-CN" sz="2000" i="1">
                <a:solidFill>
                  <a:srgbClr val="6600FF"/>
                </a:solidFill>
                <a:latin typeface="Arial" panose="020B0604020202020204" pitchFamily="34" charset="0"/>
              </a:rPr>
              <a:t>non-canonical</a:t>
            </a:r>
            <a:r>
              <a:rPr lang="en-US" altLang="zh-CN" sz="2000">
                <a:solidFill>
                  <a:srgbClr val="6600FF"/>
                </a:solidFill>
                <a:latin typeface="Arial" panose="020B0604020202020204" pitchFamily="34" charset="0"/>
              </a:rPr>
              <a:t> terms by inserting equivalent of 1 in each missing variable x:</a:t>
            </a:r>
            <a:r>
              <a:rPr lang="en-US" altLang="zh-CN" sz="2000">
                <a:solidFill>
                  <a:srgbClr val="C00000"/>
                </a:solidFill>
                <a:latin typeface="Arial" panose="020B0604020202020204" pitchFamily="34" charset="0"/>
              </a:rPr>
              <a:t>  (x + x’) = 1</a:t>
            </a:r>
          </a:p>
          <a:p>
            <a:pPr eaLnBrk="1" hangingPunct="1">
              <a:spcBef>
                <a:spcPct val="0"/>
              </a:spcBef>
              <a:buFontTx/>
              <a:buNone/>
            </a:pPr>
            <a:r>
              <a:rPr lang="en-US" altLang="zh-CN" sz="2000">
                <a:solidFill>
                  <a:srgbClr val="6600FF"/>
                </a:solidFill>
                <a:latin typeface="Arial" panose="020B0604020202020204" pitchFamily="34" charset="0"/>
              </a:rPr>
              <a:t>Remove duplicate minterms</a:t>
            </a:r>
          </a:p>
          <a:p>
            <a:pPr eaLnBrk="1" hangingPunct="1">
              <a:spcBef>
                <a:spcPct val="0"/>
              </a:spcBef>
              <a:buFontTx/>
              <a:buNone/>
            </a:pPr>
            <a:r>
              <a:rPr lang="en-US" altLang="zh-CN" sz="2400">
                <a:solidFill>
                  <a:srgbClr val="C00000"/>
                </a:solidFill>
                <a:latin typeface="Arial" panose="020B0604020202020204" pitchFamily="34" charset="0"/>
              </a:rPr>
              <a:t>         f</a:t>
            </a:r>
            <a:r>
              <a:rPr lang="en-US" altLang="zh-CN" sz="2400" baseline="-25000">
                <a:solidFill>
                  <a:srgbClr val="C00000"/>
                </a:solidFill>
                <a:latin typeface="Arial" panose="020B0604020202020204" pitchFamily="34" charset="0"/>
              </a:rPr>
              <a:t>1</a:t>
            </a:r>
            <a:r>
              <a:rPr lang="en-US" altLang="zh-CN" sz="2400">
                <a:solidFill>
                  <a:srgbClr val="C00000"/>
                </a:solidFill>
                <a:latin typeface="Arial" panose="020B0604020202020204" pitchFamily="34" charset="0"/>
              </a:rPr>
              <a:t>(a,b,c) = a’b’c + bc’ + ac’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(a+a’)bc’ + a(b+b’)c’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abc’ + a’bc’ + abc’ + ab’c’</a:t>
            </a:r>
            <a:br>
              <a:rPr lang="en-US" altLang="zh-CN" sz="2400">
                <a:solidFill>
                  <a:srgbClr val="C00000"/>
                </a:solidFill>
                <a:latin typeface="Arial" panose="020B0604020202020204" pitchFamily="34" charset="0"/>
              </a:rPr>
            </a:br>
            <a:r>
              <a:rPr lang="en-US" altLang="zh-CN" sz="2400">
                <a:solidFill>
                  <a:srgbClr val="C00000"/>
                </a:solidFill>
                <a:latin typeface="Arial" panose="020B0604020202020204" pitchFamily="34" charset="0"/>
              </a:rPr>
              <a:t>		 = a’b’c + abc’ + a’bc + ab’c’</a:t>
            </a:r>
          </a:p>
        </p:txBody>
      </p:sp>
      <p:sp>
        <p:nvSpPr>
          <p:cNvPr id="4" name="Rectangle 2">
            <a:extLst>
              <a:ext uri="{FF2B5EF4-FFF2-40B4-BE49-F238E27FC236}">
                <a16:creationId xmlns:a16="http://schemas.microsoft.com/office/drawing/2014/main" id="{5956BF22-F828-44D9-859F-CC1FF24C16FE}"/>
              </a:ext>
            </a:extLst>
          </p:cNvPr>
          <p:cNvSpPr txBox="1">
            <a:spLocks noRot="1" noChangeArrowheads="1"/>
          </p:cNvSpPr>
          <p:nvPr/>
        </p:nvSpPr>
        <p:spPr>
          <a:xfrm>
            <a:off x="1981200" y="3033713"/>
            <a:ext cx="8229600" cy="487362"/>
          </a:xfrm>
          <a:prstGeom prst="rect">
            <a:avLst/>
          </a:prstGeom>
        </p:spPr>
        <p:txBody>
          <a:bodyPr/>
          <a:lstStyle/>
          <a:p>
            <a:pPr algn="ctr">
              <a:defRPr/>
            </a:pPr>
            <a:r>
              <a:rPr lang="en-US" altLang="zh-CN" sz="2800" u="sng" dirty="0">
                <a:solidFill>
                  <a:srgbClr val="FF0000"/>
                </a:solidFill>
                <a:latin typeface="+mj-lt"/>
                <a:ea typeface="+mj-ea"/>
                <a:cs typeface="+mj-cs"/>
              </a:rPr>
              <a:t>Conversion of POS from standard to canonical form</a:t>
            </a:r>
          </a:p>
        </p:txBody>
      </p:sp>
      <p:sp>
        <p:nvSpPr>
          <p:cNvPr id="5" name="Rectangle 3">
            <a:extLst>
              <a:ext uri="{FF2B5EF4-FFF2-40B4-BE49-F238E27FC236}">
                <a16:creationId xmlns:a16="http://schemas.microsoft.com/office/drawing/2014/main" id="{50A0C189-A34E-4F0C-BABD-DE6927BA8190}"/>
              </a:ext>
            </a:extLst>
          </p:cNvPr>
          <p:cNvSpPr txBox="1">
            <a:spLocks noChangeArrowheads="1"/>
          </p:cNvSpPr>
          <p:nvPr/>
        </p:nvSpPr>
        <p:spPr>
          <a:xfrm>
            <a:off x="1905000" y="3546476"/>
            <a:ext cx="8382000" cy="3006725"/>
          </a:xfrm>
          <a:prstGeom prst="rect">
            <a:avLst/>
          </a:prstGeom>
        </p:spPr>
        <p:txBody>
          <a:bodyPr/>
          <a:lstStyle/>
          <a:p>
            <a:pPr marL="342900" indent="-342900">
              <a:spcBef>
                <a:spcPct val="20000"/>
              </a:spcBef>
              <a:defRPr/>
            </a:pPr>
            <a:r>
              <a:rPr lang="en-US" altLang="zh-CN" sz="2000" dirty="0">
                <a:solidFill>
                  <a:srgbClr val="6600FF"/>
                </a:solidFill>
                <a:latin typeface="Arial" charset="0"/>
              </a:rPr>
              <a:t>Expand </a:t>
            </a:r>
            <a:r>
              <a:rPr lang="en-US" altLang="zh-CN" sz="2000" dirty="0" err="1">
                <a:solidFill>
                  <a:srgbClr val="6600FF"/>
                </a:solidFill>
                <a:latin typeface="Arial" charset="0"/>
              </a:rPr>
              <a:t>noncanonical</a:t>
            </a:r>
            <a:r>
              <a:rPr lang="en-US" altLang="zh-CN" sz="2000" dirty="0">
                <a:solidFill>
                  <a:srgbClr val="6600FF"/>
                </a:solidFill>
                <a:latin typeface="Arial" charset="0"/>
              </a:rPr>
              <a:t> terms by adding 0 in terms of missing variables </a:t>
            </a:r>
            <a:r>
              <a:rPr lang="en-US" altLang="zh-CN" sz="2000" dirty="0">
                <a:solidFill>
                  <a:srgbClr val="C00000"/>
                </a:solidFill>
                <a:latin typeface="Arial" charset="0"/>
              </a:rPr>
              <a:t>(e.g., xx’ = 0) </a:t>
            </a:r>
            <a:r>
              <a:rPr lang="en-US" altLang="zh-CN" sz="2000" dirty="0">
                <a:solidFill>
                  <a:srgbClr val="6600FF"/>
                </a:solidFill>
                <a:latin typeface="Arial" charset="0"/>
              </a:rPr>
              <a:t>and using the distributive law</a:t>
            </a:r>
          </a:p>
          <a:p>
            <a:pPr marL="342900" indent="-342900">
              <a:spcBef>
                <a:spcPct val="20000"/>
              </a:spcBef>
              <a:defRPr/>
            </a:pPr>
            <a:r>
              <a:rPr lang="en-US" altLang="zh-CN" sz="2000" dirty="0">
                <a:solidFill>
                  <a:srgbClr val="6600FF"/>
                </a:solidFill>
                <a:latin typeface="Arial" charset="0"/>
              </a:rPr>
              <a:t>Remove duplicate </a:t>
            </a:r>
            <a:r>
              <a:rPr lang="en-US" altLang="zh-CN" sz="2000" dirty="0" err="1">
                <a:solidFill>
                  <a:srgbClr val="6600FF"/>
                </a:solidFill>
                <a:latin typeface="Arial" charset="0"/>
              </a:rPr>
              <a:t>maxterms</a:t>
            </a:r>
            <a:endParaRPr lang="en-US" altLang="zh-CN" sz="2000" dirty="0">
              <a:solidFill>
                <a:srgbClr val="6600FF"/>
              </a:solidFill>
              <a:latin typeface="Arial" charset="0"/>
            </a:endParaRPr>
          </a:p>
          <a:p>
            <a:pPr marL="342900" indent="-342900">
              <a:spcBef>
                <a:spcPct val="20000"/>
              </a:spcBef>
              <a:defRPr/>
            </a:pPr>
            <a:r>
              <a:rPr lang="en-US" altLang="zh-CN" sz="2400" dirty="0">
                <a:solidFill>
                  <a:srgbClr val="C00000"/>
                </a:solidFill>
              </a:rPr>
              <a:t>           f</a:t>
            </a:r>
            <a:r>
              <a:rPr lang="en-US" altLang="zh-CN" sz="2400" baseline="-25000" dirty="0">
                <a:solidFill>
                  <a:srgbClr val="C00000"/>
                </a:solidFill>
              </a:rPr>
              <a:t>1</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b’+c</a:t>
            </a:r>
            <a:r>
              <a:rPr lang="en-US" altLang="zh-CN" sz="2400" dirty="0">
                <a:solidFill>
                  <a:srgbClr val="C00000"/>
                </a:solidFill>
              </a:rPr>
              <a:t>’)•(</a:t>
            </a:r>
            <a:r>
              <a:rPr lang="en-US" altLang="zh-CN" sz="2400" dirty="0" err="1">
                <a:solidFill>
                  <a:srgbClr val="C00000"/>
                </a:solidFill>
              </a:rPr>
              <a:t>a’+c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aa’+b’+c</a:t>
            </a:r>
            <a:r>
              <a:rPr lang="en-US" altLang="zh-CN" sz="2400" dirty="0">
                <a:solidFill>
                  <a:srgbClr val="C00000"/>
                </a:solidFill>
              </a:rPr>
              <a:t>’)•(</a:t>
            </a:r>
            <a:r>
              <a:rPr lang="en-US" altLang="zh-CN" sz="2400" dirty="0" err="1">
                <a:solidFill>
                  <a:srgbClr val="C00000"/>
                </a:solidFill>
              </a:rPr>
              <a:t>a’+bb’+c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br>
              <a:rPr lang="en-US" altLang="zh-CN" sz="2400" dirty="0">
                <a:solidFill>
                  <a:srgbClr val="C00000"/>
                </a:solidFill>
              </a:rPr>
            </a:br>
            <a:r>
              <a:rPr lang="en-US" altLang="zh-CN" sz="2400" dirty="0">
                <a:solidFill>
                  <a:srgbClr val="C00000"/>
                </a:solidFill>
              </a:rPr>
              <a:t>		 = (</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r>
              <a:rPr lang="en-US" altLang="zh-CN" sz="2400" dirty="0" err="1">
                <a:solidFill>
                  <a:srgbClr val="C00000"/>
                </a:solidFill>
              </a:rPr>
              <a:t>a’+b+c</a:t>
            </a:r>
            <a:r>
              <a:rPr lang="en-US" altLang="zh-CN" sz="2400" dirty="0">
                <a:solidFill>
                  <a:srgbClr val="C00000"/>
                </a:solidFill>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30111F6-2C23-4479-8A98-F348B82A4E90}"/>
              </a:ext>
            </a:extLst>
          </p:cNvPr>
          <p:cNvSpPr txBox="1">
            <a:spLocks noChangeArrowheads="1"/>
          </p:cNvSpPr>
          <p:nvPr/>
        </p:nvSpPr>
        <p:spPr>
          <a:xfrm>
            <a:off x="4114800" y="0"/>
            <a:ext cx="4114800" cy="609600"/>
          </a:xfrm>
          <a:prstGeom prst="rect">
            <a:avLst/>
          </a:prstGeom>
        </p:spPr>
        <p:txBody>
          <a:bodyPr/>
          <a:lstStyle/>
          <a:p>
            <a:pPr algn="ctr">
              <a:defRPr/>
            </a:pPr>
            <a:r>
              <a:rPr lang="en-US" sz="4400" b="1" u="sng" dirty="0">
                <a:solidFill>
                  <a:srgbClr val="FF0000"/>
                </a:solidFill>
                <a:latin typeface="+mj-lt"/>
                <a:ea typeface="+mj-ea"/>
                <a:cs typeface="+mj-cs"/>
              </a:rPr>
              <a:t>SOP Expressions</a:t>
            </a:r>
          </a:p>
        </p:txBody>
      </p:sp>
      <p:sp>
        <p:nvSpPr>
          <p:cNvPr id="76803" name="Text Box 6">
            <a:extLst>
              <a:ext uri="{FF2B5EF4-FFF2-40B4-BE49-F238E27FC236}">
                <a16:creationId xmlns:a16="http://schemas.microsoft.com/office/drawing/2014/main" id="{8378F96A-8A93-41DE-9F9F-1057228A2BAE}"/>
              </a:ext>
            </a:extLst>
          </p:cNvPr>
          <p:cNvSpPr txBox="1">
            <a:spLocks noChangeArrowheads="1"/>
          </p:cNvSpPr>
          <p:nvPr/>
        </p:nvSpPr>
        <p:spPr bwMode="auto">
          <a:xfrm>
            <a:off x="1828800" y="914400"/>
            <a:ext cx="373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Arial" panose="020B0604020202020204" pitchFamily="34" charset="0"/>
              </a:rPr>
              <a:t>Sample truth table</a:t>
            </a:r>
            <a:endParaRPr lang="en-US" altLang="en-US" sz="2400">
              <a:solidFill>
                <a:srgbClr val="FF0000"/>
              </a:solidFill>
              <a:latin typeface="Arial" panose="020B0604020202020204" pitchFamily="34" charset="0"/>
            </a:endParaRPr>
          </a:p>
        </p:txBody>
      </p:sp>
      <p:sp>
        <p:nvSpPr>
          <p:cNvPr id="11" name="Text Box 54">
            <a:extLst>
              <a:ext uri="{FF2B5EF4-FFF2-40B4-BE49-F238E27FC236}">
                <a16:creationId xmlns:a16="http://schemas.microsoft.com/office/drawing/2014/main" id="{F11B3164-9DD7-4A35-9CD5-B26F81BCE3B5}"/>
              </a:ext>
            </a:extLst>
          </p:cNvPr>
          <p:cNvSpPr txBox="1">
            <a:spLocks noChangeArrowheads="1"/>
          </p:cNvSpPr>
          <p:nvPr/>
        </p:nvSpPr>
        <p:spPr bwMode="auto">
          <a:xfrm>
            <a:off x="4876800" y="1760538"/>
            <a:ext cx="5715000" cy="1814512"/>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B C + A B' C' + A B' C +    A B C' + A B C</a:t>
            </a:r>
          </a:p>
          <a:p>
            <a:pPr marL="460375" indent="-460375">
              <a:defRPr/>
            </a:pPr>
            <a:r>
              <a:rPr lang="en-US" sz="2800" b="1" dirty="0">
                <a:latin typeface="Arial" charset="0"/>
              </a:rPr>
              <a:t>   = </a:t>
            </a:r>
            <a:r>
              <a:rPr lang="en-US" sz="2800" b="1" dirty="0">
                <a:solidFill>
                  <a:srgbClr val="FF0000"/>
                </a:solidFill>
                <a:latin typeface="Arial" charset="0"/>
                <a:sym typeface="Symbol" pitchFamily="18" charset="2"/>
              </a:rPr>
              <a:t> m(3,4,5,6,7) </a:t>
            </a:r>
          </a:p>
          <a:p>
            <a:pPr marL="460375" indent="-460375">
              <a:defRPr/>
            </a:pPr>
            <a:r>
              <a:rPr lang="en-US" sz="2800" b="1" dirty="0">
                <a:solidFill>
                  <a:srgbClr val="FF0000"/>
                </a:solidFill>
                <a:effectLst>
                  <a:outerShdw blurRad="38100" dist="38100" dir="2700000" algn="tl">
                    <a:srgbClr val="FFFFFF"/>
                  </a:outerShdw>
                </a:effectLst>
                <a:latin typeface="Arial" charset="0"/>
                <a:sym typeface="Symbol" pitchFamily="18" charset="2"/>
              </a:rPr>
              <a:t>   </a:t>
            </a:r>
            <a:r>
              <a:rPr lang="en-US" sz="2800" b="1" dirty="0">
                <a:solidFill>
                  <a:srgbClr val="C00000"/>
                </a:solidFill>
                <a:effectLst>
                  <a:outerShdw blurRad="38100" dist="38100" dir="2700000" algn="tl">
                    <a:srgbClr val="FFFFFF"/>
                  </a:outerShdw>
                </a:effectLst>
                <a:latin typeface="Arial" charset="0"/>
              </a:rPr>
              <a:t>Shorthand notation of minterm</a:t>
            </a:r>
            <a:endParaRPr lang="en-US" sz="2800" b="1" dirty="0">
              <a:solidFill>
                <a:srgbClr val="C00000"/>
              </a:solidFill>
              <a:latin typeface="Arial" charset="0"/>
            </a:endParaRPr>
          </a:p>
        </p:txBody>
      </p:sp>
      <p:sp>
        <p:nvSpPr>
          <p:cNvPr id="12" name="Text Box 55">
            <a:extLst>
              <a:ext uri="{FF2B5EF4-FFF2-40B4-BE49-F238E27FC236}">
                <a16:creationId xmlns:a16="http://schemas.microsoft.com/office/drawing/2014/main" id="{8B815B7C-BDF5-4C71-914B-C76B4A70634F}"/>
              </a:ext>
            </a:extLst>
          </p:cNvPr>
          <p:cNvSpPr txBox="1">
            <a:spLocks noChangeArrowheads="1"/>
          </p:cNvSpPr>
          <p:nvPr/>
        </p:nvSpPr>
        <p:spPr bwMode="auto">
          <a:xfrm>
            <a:off x="4953000" y="4025900"/>
            <a:ext cx="5638800" cy="1384300"/>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B' C' + A' B' C + A' B C'</a:t>
            </a:r>
          </a:p>
          <a:p>
            <a:pPr marL="460375" indent="-460375">
              <a:defRPr/>
            </a:pPr>
            <a:r>
              <a:rPr lang="en-US" sz="2800" b="1" dirty="0">
                <a:latin typeface="Arial" charset="0"/>
              </a:rPr>
              <a:t>    = </a:t>
            </a:r>
            <a:r>
              <a:rPr lang="en-US" sz="2800" b="1" dirty="0">
                <a:solidFill>
                  <a:srgbClr val="FF0000"/>
                </a:solidFill>
                <a:latin typeface="Arial" charset="0"/>
                <a:sym typeface="Symbol" pitchFamily="18" charset="2"/>
              </a:rPr>
              <a:t> m(0,1,2)</a:t>
            </a:r>
            <a:r>
              <a:rPr lang="en-US" sz="2800" b="1" dirty="0">
                <a:latin typeface="Arial" charset="0"/>
              </a:rPr>
              <a:t> </a:t>
            </a:r>
          </a:p>
          <a:p>
            <a:pPr marL="460375" indent="-460375">
              <a:defRPr/>
            </a:pPr>
            <a:r>
              <a:rPr lang="en-US" sz="2800" b="1" dirty="0">
                <a:solidFill>
                  <a:srgbClr val="C00000"/>
                </a:solidFill>
                <a:effectLst>
                  <a:outerShdw blurRad="38100" dist="38100" dir="2700000" algn="tl">
                    <a:srgbClr val="FFFFFF"/>
                  </a:outerShdw>
                </a:effectLst>
                <a:latin typeface="Arial" charset="0"/>
              </a:rPr>
              <a:t>Shorthand notation of minterm</a:t>
            </a:r>
            <a:endParaRPr lang="en-US" sz="2800" b="1" dirty="0">
              <a:latin typeface="Arial" charset="0"/>
            </a:endParaRPr>
          </a:p>
        </p:txBody>
      </p:sp>
      <p:pic>
        <p:nvPicPr>
          <p:cNvPr id="76806" name="Picture 2">
            <a:extLst>
              <a:ext uri="{FF2B5EF4-FFF2-40B4-BE49-F238E27FC236}">
                <a16:creationId xmlns:a16="http://schemas.microsoft.com/office/drawing/2014/main" id="{DE92F600-4C0A-43F0-9CD6-3AD3B74D9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600200"/>
            <a:ext cx="30940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7">
            <a:extLst>
              <a:ext uri="{FF2B5EF4-FFF2-40B4-BE49-F238E27FC236}">
                <a16:creationId xmlns:a16="http://schemas.microsoft.com/office/drawing/2014/main" id="{8865B090-C064-40BB-B2ED-580B25CAEEC4}"/>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POS Expressions</a:t>
            </a:r>
          </a:p>
        </p:txBody>
      </p:sp>
      <p:sp>
        <p:nvSpPr>
          <p:cNvPr id="27" name="Text Box 19">
            <a:extLst>
              <a:ext uri="{FF2B5EF4-FFF2-40B4-BE49-F238E27FC236}">
                <a16:creationId xmlns:a16="http://schemas.microsoft.com/office/drawing/2014/main" id="{94729B59-2D91-45FD-9971-16FD365F8A84}"/>
              </a:ext>
            </a:extLst>
          </p:cNvPr>
          <p:cNvSpPr txBox="1">
            <a:spLocks noChangeArrowheads="1"/>
          </p:cNvSpPr>
          <p:nvPr/>
        </p:nvSpPr>
        <p:spPr bwMode="auto">
          <a:xfrm>
            <a:off x="5108576" y="3886200"/>
            <a:ext cx="5178425" cy="1938338"/>
          </a:xfrm>
          <a:prstGeom prst="rect">
            <a:avLst/>
          </a:prstGeom>
          <a:noFill/>
          <a:ln w="12700">
            <a:noFill/>
            <a:miter lim="800000"/>
            <a:headEnd/>
            <a:tailEnd/>
          </a:ln>
          <a:effectLst/>
        </p:spPr>
        <p:txBody>
          <a:bodyPr>
            <a:spAutoFit/>
          </a:bodyPr>
          <a:lstStyle/>
          <a:p>
            <a:pPr marL="460375" indent="-460375">
              <a:defRPr/>
            </a:pPr>
            <a:r>
              <a:rPr lang="en-US" sz="2800" b="1" dirty="0">
                <a:solidFill>
                  <a:srgbClr val="2B0BB5"/>
                </a:solidFill>
                <a:latin typeface="Arial" charset="0"/>
              </a:rPr>
              <a:t>F' = (A + B' +C') (A' + B + C)</a:t>
            </a:r>
          </a:p>
          <a:p>
            <a:pPr marL="460375" indent="-460375">
              <a:defRPr/>
            </a:pPr>
            <a:r>
              <a:rPr lang="en-US" sz="2800" b="1" dirty="0">
                <a:solidFill>
                  <a:srgbClr val="2B0BB5"/>
                </a:solidFill>
                <a:latin typeface="Arial" charset="0"/>
              </a:rPr>
              <a:t>	• (A' + B + C') (A' + B' + C)</a:t>
            </a:r>
          </a:p>
          <a:p>
            <a:pPr marL="460375" indent="-460375">
              <a:defRPr/>
            </a:pPr>
            <a:r>
              <a:rPr lang="en-US" sz="2800" b="1" dirty="0">
                <a:solidFill>
                  <a:srgbClr val="2B0BB5"/>
                </a:solidFill>
                <a:latin typeface="Arial" charset="0"/>
              </a:rPr>
              <a:t>	• (A' + B' + C')</a:t>
            </a:r>
          </a:p>
          <a:p>
            <a:pPr marL="460375" indent="-460375">
              <a:defRPr/>
            </a:pPr>
            <a:r>
              <a:rPr lang="en-US" sz="2400" b="1" dirty="0">
                <a:solidFill>
                  <a:srgbClr val="2B0BB5"/>
                </a:solidFill>
                <a:latin typeface="Arial" charset="0"/>
              </a:rPr>
              <a:t>     = </a:t>
            </a:r>
            <a:r>
              <a:rPr lang="en-US" sz="3200" b="1" dirty="0">
                <a:solidFill>
                  <a:srgbClr val="2B0BB5"/>
                </a:solidFill>
                <a:latin typeface="Arial" charset="0"/>
                <a:sym typeface="Symbol" pitchFamily="18" charset="2"/>
              </a:rPr>
              <a:t> </a:t>
            </a:r>
            <a:r>
              <a:rPr lang="en-US" sz="2400" b="1" dirty="0">
                <a:solidFill>
                  <a:srgbClr val="2B0BB5"/>
                </a:solidFill>
                <a:latin typeface="Arial" charset="0"/>
                <a:sym typeface="Symbol" pitchFamily="18" charset="2"/>
              </a:rPr>
              <a:t>M(3,4,5,6,7)</a:t>
            </a:r>
            <a:endParaRPr lang="en-US" sz="2400" dirty="0">
              <a:solidFill>
                <a:srgbClr val="2B0BB5"/>
              </a:solidFill>
              <a:effectLst>
                <a:outerShdw blurRad="38100" dist="38100" dir="2700000" algn="tl">
                  <a:srgbClr val="FFFFFF"/>
                </a:outerShdw>
              </a:effectLst>
              <a:latin typeface="Arial" charset="0"/>
            </a:endParaRPr>
          </a:p>
        </p:txBody>
      </p:sp>
      <p:sp>
        <p:nvSpPr>
          <p:cNvPr id="28" name="Text Box 20">
            <a:extLst>
              <a:ext uri="{FF2B5EF4-FFF2-40B4-BE49-F238E27FC236}">
                <a16:creationId xmlns:a16="http://schemas.microsoft.com/office/drawing/2014/main" id="{529F202C-8560-4797-A003-4A2064769427}"/>
              </a:ext>
            </a:extLst>
          </p:cNvPr>
          <p:cNvSpPr txBox="1">
            <a:spLocks noChangeArrowheads="1"/>
          </p:cNvSpPr>
          <p:nvPr/>
        </p:nvSpPr>
        <p:spPr bwMode="auto">
          <a:xfrm>
            <a:off x="5181600" y="1524001"/>
            <a:ext cx="5334000" cy="1878013"/>
          </a:xfrm>
          <a:prstGeom prst="rect">
            <a:avLst/>
          </a:prstGeom>
          <a:noFill/>
          <a:ln w="12700">
            <a:noFill/>
            <a:miter lim="800000"/>
            <a:headEnd/>
            <a:tailEnd/>
          </a:ln>
          <a:effectLst/>
        </p:spPr>
        <p:txBody>
          <a:bodyPr>
            <a:spAutoFit/>
          </a:bodyPr>
          <a:lstStyle/>
          <a:p>
            <a:pPr marL="460375" indent="-460375">
              <a:defRPr/>
            </a:pPr>
            <a:r>
              <a:rPr lang="en-US" sz="2800" b="1" dirty="0">
                <a:solidFill>
                  <a:schemeClr val="hlink"/>
                </a:solidFill>
                <a:latin typeface="Arial" charset="0"/>
              </a:rPr>
              <a:t>F = (A + B +C) (A + B + C')</a:t>
            </a:r>
          </a:p>
          <a:p>
            <a:pPr marL="460375" indent="-460375">
              <a:defRPr/>
            </a:pPr>
            <a:r>
              <a:rPr lang="en-US" sz="2800" b="1" dirty="0">
                <a:solidFill>
                  <a:schemeClr val="hlink"/>
                </a:solidFill>
                <a:latin typeface="Arial" charset="0"/>
              </a:rPr>
              <a:t>	• (A + B' + C)</a:t>
            </a:r>
          </a:p>
          <a:p>
            <a:pPr marL="460375" indent="-460375">
              <a:defRPr/>
            </a:pPr>
            <a:r>
              <a:rPr lang="en-US" sz="2800" b="1" dirty="0">
                <a:solidFill>
                  <a:srgbClr val="FF0000"/>
                </a:solidFill>
                <a:latin typeface="Arial" charset="0"/>
              </a:rPr>
              <a:t>   = </a:t>
            </a:r>
            <a:r>
              <a:rPr lang="en-US" sz="3600" b="1" dirty="0">
                <a:solidFill>
                  <a:srgbClr val="FF0000"/>
                </a:solidFill>
                <a:latin typeface="Arial" charset="0"/>
                <a:sym typeface="Symbol" pitchFamily="18" charset="2"/>
              </a:rPr>
              <a:t> </a:t>
            </a:r>
            <a:r>
              <a:rPr lang="en-US" sz="2800" b="1" dirty="0">
                <a:solidFill>
                  <a:srgbClr val="FF0000"/>
                </a:solidFill>
                <a:latin typeface="Arial" charset="0"/>
                <a:sym typeface="Symbol" pitchFamily="18" charset="2"/>
              </a:rPr>
              <a:t>M(0,1,2)</a:t>
            </a:r>
            <a:r>
              <a:rPr lang="en-US" sz="2800" b="1" dirty="0">
                <a:solidFill>
                  <a:schemeClr val="hlink"/>
                </a:solidFill>
                <a:latin typeface="Arial" charset="0"/>
              </a:rPr>
              <a:t> </a:t>
            </a:r>
          </a:p>
          <a:p>
            <a:pPr marL="460375" indent="-460375">
              <a:defRPr/>
            </a:pPr>
            <a:endParaRPr lang="en-US" sz="2400" dirty="0">
              <a:solidFill>
                <a:schemeClr val="hlink"/>
              </a:solidFill>
              <a:effectLst>
                <a:outerShdw blurRad="38100" dist="38100" dir="2700000" algn="tl">
                  <a:srgbClr val="000000"/>
                </a:outerShdw>
              </a:effectLst>
              <a:latin typeface="Arial" charset="0"/>
            </a:endParaRPr>
          </a:p>
        </p:txBody>
      </p:sp>
      <p:sp>
        <p:nvSpPr>
          <p:cNvPr id="77829" name="Text Box 6">
            <a:extLst>
              <a:ext uri="{FF2B5EF4-FFF2-40B4-BE49-F238E27FC236}">
                <a16:creationId xmlns:a16="http://schemas.microsoft.com/office/drawing/2014/main" id="{3636E04A-FD29-4E74-A51A-BCB55F82BF18}"/>
              </a:ext>
            </a:extLst>
          </p:cNvPr>
          <p:cNvSpPr txBox="1">
            <a:spLocks noChangeArrowheads="1"/>
          </p:cNvSpPr>
          <p:nvPr/>
        </p:nvSpPr>
        <p:spPr bwMode="auto">
          <a:xfrm>
            <a:off x="1828800" y="914400"/>
            <a:ext cx="373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latin typeface="Arial" panose="020B0604020202020204" pitchFamily="34" charset="0"/>
              </a:rPr>
              <a:t>Sample truth table</a:t>
            </a:r>
            <a:endParaRPr lang="en-US" altLang="en-US" sz="2400">
              <a:solidFill>
                <a:srgbClr val="FF0000"/>
              </a:solidFill>
              <a:latin typeface="Arial" panose="020B0604020202020204" pitchFamily="34" charset="0"/>
            </a:endParaRPr>
          </a:p>
        </p:txBody>
      </p:sp>
      <p:pic>
        <p:nvPicPr>
          <p:cNvPr id="77830" name="Picture 2">
            <a:extLst>
              <a:ext uri="{FF2B5EF4-FFF2-40B4-BE49-F238E27FC236}">
                <a16:creationId xmlns:a16="http://schemas.microsoft.com/office/drawing/2014/main" id="{08FEDB65-C0F2-4E29-AA48-E2D79F81D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24000"/>
            <a:ext cx="3094038"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2296E312-144E-4670-B49A-B1CD21B01F78}"/>
              </a:ext>
            </a:extLst>
          </p:cNvPr>
          <p:cNvSpPr/>
          <p:nvPr/>
        </p:nvSpPr>
        <p:spPr>
          <a:xfrm>
            <a:off x="5715001" y="2982913"/>
            <a:ext cx="4746625" cy="461962"/>
          </a:xfrm>
          <a:prstGeom prst="rect">
            <a:avLst/>
          </a:prstGeom>
        </p:spPr>
        <p:txBody>
          <a:bodyPr wrap="none">
            <a:spAutoFit/>
          </a:bodyPr>
          <a:lstStyle/>
          <a:p>
            <a:pPr eaLnBrk="1" hangingPunct="1">
              <a:defRPr/>
            </a:pPr>
            <a:r>
              <a:rPr lang="en-US" sz="2400" b="1" dirty="0">
                <a:solidFill>
                  <a:srgbClr val="C00000"/>
                </a:solidFill>
                <a:effectLst>
                  <a:outerShdw blurRad="38100" dist="38100" dir="2700000" algn="tl">
                    <a:srgbClr val="FFFFFF"/>
                  </a:outerShdw>
                </a:effectLst>
                <a:latin typeface="Arial" charset="0"/>
              </a:rPr>
              <a:t>Shorthand notation of Maxterm</a:t>
            </a:r>
            <a:endParaRPr lang="en-US" sz="2400" dirty="0">
              <a:latin typeface="Arial" charset="0"/>
            </a:endParaRPr>
          </a:p>
        </p:txBody>
      </p:sp>
      <p:sp>
        <p:nvSpPr>
          <p:cNvPr id="32" name="Rectangle 31">
            <a:extLst>
              <a:ext uri="{FF2B5EF4-FFF2-40B4-BE49-F238E27FC236}">
                <a16:creationId xmlns:a16="http://schemas.microsoft.com/office/drawing/2014/main" id="{36FB03CF-62C5-417D-B4A1-18F9FA80700D}"/>
              </a:ext>
            </a:extLst>
          </p:cNvPr>
          <p:cNvSpPr/>
          <p:nvPr/>
        </p:nvSpPr>
        <p:spPr>
          <a:xfrm>
            <a:off x="5486401" y="5715001"/>
            <a:ext cx="4746625" cy="461963"/>
          </a:xfrm>
          <a:prstGeom prst="rect">
            <a:avLst/>
          </a:prstGeom>
        </p:spPr>
        <p:txBody>
          <a:bodyPr wrap="none">
            <a:spAutoFit/>
          </a:bodyPr>
          <a:lstStyle/>
          <a:p>
            <a:pPr eaLnBrk="1" hangingPunct="1">
              <a:defRPr/>
            </a:pPr>
            <a:r>
              <a:rPr lang="en-US" sz="2400" b="1" dirty="0">
                <a:solidFill>
                  <a:srgbClr val="C00000"/>
                </a:solidFill>
                <a:effectLst>
                  <a:outerShdw blurRad="38100" dist="38100" dir="2700000" algn="tl">
                    <a:srgbClr val="FFFFFF"/>
                  </a:outerShdw>
                </a:effectLst>
                <a:latin typeface="Arial" charset="0"/>
              </a:rPr>
              <a:t>Shorthand notation of Maxterm</a:t>
            </a:r>
            <a:endParaRPr lang="en-US" sz="24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7">
            <a:extLst>
              <a:ext uri="{FF2B5EF4-FFF2-40B4-BE49-F238E27FC236}">
                <a16:creationId xmlns:a16="http://schemas.microsoft.com/office/drawing/2014/main" id="{04C1F72D-10CC-4E89-8FC3-CC35AB90E141}"/>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p:pic>
        <p:nvPicPr>
          <p:cNvPr id="78851" name="Picture 3">
            <a:extLst>
              <a:ext uri="{FF2B5EF4-FFF2-40B4-BE49-F238E27FC236}">
                <a16:creationId xmlns:a16="http://schemas.microsoft.com/office/drawing/2014/main" id="{21E784B8-40A7-4A11-9C3E-7B6BFA246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3403600"/>
            <a:ext cx="64484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2BF543AD-D62F-42A7-B0E9-98E1F0E8DF5A}"/>
              </a:ext>
            </a:extLst>
          </p:cNvPr>
          <p:cNvSpPr/>
          <p:nvPr/>
        </p:nvSpPr>
        <p:spPr>
          <a:xfrm>
            <a:off x="2286000" y="914401"/>
            <a:ext cx="7924800" cy="2678113"/>
          </a:xfrm>
          <a:prstGeom prst="rect">
            <a:avLst/>
          </a:prstGeom>
        </p:spPr>
        <p:txBody>
          <a:bodyPr>
            <a:spAutoFit/>
          </a:bodyPr>
          <a:lstStyle/>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Each individual term in the SOP form is called as </a:t>
            </a:r>
            <a:r>
              <a:rPr lang="en-US" sz="2000" b="1" dirty="0" err="1">
                <a:effectLst>
                  <a:outerShdw blurRad="38100" dist="38100" dir="2700000" algn="tl">
                    <a:srgbClr val="FFFFFF"/>
                  </a:outerShdw>
                </a:effectLst>
                <a:latin typeface="Times New Roman" panose="02020603050405020304" pitchFamily="18" charset="0"/>
                <a:cs typeface="Times New Roman" panose="02020603050405020304" pitchFamily="18" charset="0"/>
              </a:rPr>
              <a:t>minterm</a:t>
            </a: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t>
            </a:r>
          </a:p>
          <a:p>
            <a:pPr algn="just" eaLnBrk="1" hangingPunct="1">
              <a:defRPr/>
            </a:pPr>
            <a:endPar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Each individual term in the POS form is called as maxterm.</a:t>
            </a:r>
          </a:p>
          <a:p>
            <a:pPr marL="342900" indent="-342900" algn="just">
              <a:buFont typeface="Wingdings" panose="05000000000000000000" pitchFamily="2" charset="2"/>
              <a:buChar char="Ø"/>
              <a:defRPr/>
            </a:pPr>
            <a:endPar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defRPr/>
            </a:pP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 Each maxterm is the complement of the corresponding </a:t>
            </a:r>
            <a:r>
              <a:rPr lang="en-US" sz="2000" b="1" dirty="0" err="1">
                <a:effectLst>
                  <a:outerShdw blurRad="38100" dist="38100" dir="2700000" algn="tl">
                    <a:srgbClr val="FFFFFF"/>
                  </a:outerShdw>
                </a:effectLst>
                <a:latin typeface="Times New Roman" panose="02020603050405020304" pitchFamily="18" charset="0"/>
                <a:cs typeface="Times New Roman" panose="02020603050405020304" pitchFamily="18" charset="0"/>
              </a:rPr>
              <a:t>minterm</a:t>
            </a:r>
            <a:r>
              <a:rPr lang="en-US" sz="2000" b="1" dirty="0">
                <a:effectLst>
                  <a:outerShdw blurRad="38100" dist="38100" dir="2700000" algn="tl">
                    <a:srgbClr val="FFFFFF"/>
                  </a:outerShdw>
                </a:effectLst>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defRPr/>
            </a:pPr>
            <a:endParaRPr lang="en-US" sz="2000" b="1" dirty="0">
              <a:solidFill>
                <a:srgbClr val="C00000"/>
              </a:solidFill>
              <a:effectLst>
                <a:outerShdw blurRad="38100" dist="38100" dir="2700000" algn="tl">
                  <a:srgbClr val="FFFFFF"/>
                </a:outerShdw>
              </a:effectLst>
              <a:latin typeface="Times New Roman" panose="02020603050405020304" pitchFamily="18" charset="0"/>
              <a:cs typeface="Times New Roman" panose="02020603050405020304" pitchFamily="18" charset="0"/>
            </a:endParaRPr>
          </a:p>
          <a:p>
            <a:pPr eaLnBrk="1" hangingPunct="1">
              <a:defRPr/>
            </a:pPr>
            <a:endParaRPr lang="en-US" sz="2400" b="1" dirty="0">
              <a:solidFill>
                <a:srgbClr val="C00000"/>
              </a:solidFill>
              <a:effectLst>
                <a:outerShdw blurRad="38100" dist="38100" dir="2700000" algn="tl">
                  <a:srgbClr val="FFFFFF"/>
                </a:outerShdw>
              </a:effectLst>
              <a:latin typeface="Arial" charset="0"/>
            </a:endParaRPr>
          </a:p>
          <a:p>
            <a:pPr eaLnBrk="1" hangingPunct="1">
              <a:defRPr/>
            </a:pPr>
            <a:endParaRPr lang="en-US" sz="2400" dirty="0">
              <a:latin typeface="Arial"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4">
            <a:extLst>
              <a:ext uri="{FF2B5EF4-FFF2-40B4-BE49-F238E27FC236}">
                <a16:creationId xmlns:a16="http://schemas.microsoft.com/office/drawing/2014/main" id="{22591D05-31AC-4D7D-9AC5-DA77C4B29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071564"/>
            <a:ext cx="6400800" cy="517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7">
            <a:extLst>
              <a:ext uri="{FF2B5EF4-FFF2-40B4-BE49-F238E27FC236}">
                <a16:creationId xmlns:a16="http://schemas.microsoft.com/office/drawing/2014/main" id="{F730A316-56D8-431B-B782-613E8047C06A}"/>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
            <a:extLst>
              <a:ext uri="{FF2B5EF4-FFF2-40B4-BE49-F238E27FC236}">
                <a16:creationId xmlns:a16="http://schemas.microsoft.com/office/drawing/2014/main" id="{2835E0BB-6B76-4935-9158-74AAE6E3976F}"/>
              </a:ext>
            </a:extLst>
          </p:cNvPr>
          <p:cNvSpPr txBox="1">
            <a:spLocks noChangeArrowheads="1"/>
          </p:cNvSpPr>
          <p:nvPr/>
        </p:nvSpPr>
        <p:spPr>
          <a:xfrm>
            <a:off x="3581400" y="12700"/>
            <a:ext cx="4724400" cy="749300"/>
          </a:xfrm>
          <a:prstGeom prst="rect">
            <a:avLst/>
          </a:prstGeom>
        </p:spPr>
        <p:txBody>
          <a:bodyPr/>
          <a:lstStyle/>
          <a:p>
            <a:pPr algn="ctr">
              <a:defRPr/>
            </a:pPr>
            <a:r>
              <a:rPr lang="en-US" sz="4400" b="1" u="sng" dirty="0">
                <a:solidFill>
                  <a:srgbClr val="FF0000"/>
                </a:solidFill>
                <a:latin typeface="+mj-lt"/>
                <a:ea typeface="+mj-ea"/>
                <a:cs typeface="+mj-cs"/>
              </a:rPr>
              <a:t>Example</a:t>
            </a:r>
          </a:p>
        </p:txBody>
      </p:sp>
      <p:pic>
        <p:nvPicPr>
          <p:cNvPr id="80899" name="Picture 1">
            <a:extLst>
              <a:ext uri="{FF2B5EF4-FFF2-40B4-BE49-F238E27FC236}">
                <a16:creationId xmlns:a16="http://schemas.microsoft.com/office/drawing/2014/main" id="{2880CC77-C7BA-44D6-BDBD-65208F069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1"/>
            <a:ext cx="9144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2" name="Group 9">
            <a:extLst>
              <a:ext uri="{FF2B5EF4-FFF2-40B4-BE49-F238E27FC236}">
                <a16:creationId xmlns:a16="http://schemas.microsoft.com/office/drawing/2014/main" id="{6DB5D306-E273-4B48-B8CB-BA3E81D33F58}"/>
              </a:ext>
            </a:extLst>
          </p:cNvPr>
          <p:cNvGrpSpPr>
            <a:grpSpLocks/>
          </p:cNvGrpSpPr>
          <p:nvPr/>
        </p:nvGrpSpPr>
        <p:grpSpPr bwMode="auto">
          <a:xfrm>
            <a:off x="4635500" y="5383214"/>
            <a:ext cx="3505200" cy="485775"/>
            <a:chOff x="2632" y="2006"/>
            <a:chExt cx="2208" cy="306"/>
          </a:xfrm>
        </p:grpSpPr>
        <p:sp>
          <p:nvSpPr>
            <p:cNvPr id="4" name="Rectangle 5">
              <a:extLst>
                <a:ext uri="{FF2B5EF4-FFF2-40B4-BE49-F238E27FC236}">
                  <a16:creationId xmlns:a16="http://schemas.microsoft.com/office/drawing/2014/main" id="{09B0C602-ADE3-425D-8A7E-4AC8BD75E898}"/>
                </a:ext>
              </a:extLst>
            </p:cNvPr>
            <p:cNvSpPr>
              <a:spLocks noChangeArrowheads="1"/>
            </p:cNvSpPr>
            <p:nvPr/>
          </p:nvSpPr>
          <p:spPr bwMode="auto">
            <a:xfrm>
              <a:off x="2632" y="2019"/>
              <a:ext cx="2208" cy="255"/>
            </a:xfrm>
            <a:prstGeom prst="rect">
              <a:avLst/>
            </a:prstGeom>
            <a:noFill/>
            <a:ln w="9525">
              <a:noFill/>
              <a:miter lim="800000"/>
              <a:headEnd/>
              <a:tailEnd/>
            </a:ln>
          </p:spPr>
          <p:txBody>
            <a:bodyPr/>
            <a:lstStyle/>
            <a:p>
              <a:pPr algn="ctr" eaLnBrk="1" hangingPunct="1">
                <a:defRPr/>
              </a:pPr>
              <a:r>
                <a:rPr lang="en-US" sz="2400" b="1">
                  <a:solidFill>
                    <a:schemeClr val="accent2"/>
                  </a:solidFill>
                  <a:effectLst>
                    <a:outerShdw blurRad="38100" dist="38100" dir="2700000" algn="tl">
                      <a:srgbClr val="000000"/>
                    </a:outerShdw>
                  </a:effectLst>
                  <a:latin typeface="Arial" charset="0"/>
                </a:rPr>
                <a:t>SOP</a:t>
              </a:r>
              <a:r>
                <a:rPr lang="en-US" sz="2400" b="1">
                  <a:solidFill>
                    <a:schemeClr val="accent2"/>
                  </a:solidFill>
                  <a:latin typeface="Arial" charset="0"/>
                </a:rPr>
                <a:t>                 </a:t>
              </a:r>
              <a:r>
                <a:rPr lang="en-US" sz="2400" b="1">
                  <a:solidFill>
                    <a:schemeClr val="accent2"/>
                  </a:solidFill>
                  <a:effectLst>
                    <a:outerShdw blurRad="38100" dist="38100" dir="2700000" algn="tl">
                      <a:srgbClr val="000000"/>
                    </a:outerShdw>
                  </a:effectLst>
                  <a:latin typeface="Arial" charset="0"/>
                </a:rPr>
                <a:t>POS</a:t>
              </a:r>
              <a:endParaRPr lang="en-US" sz="2400" b="1">
                <a:solidFill>
                  <a:schemeClr val="accent2"/>
                </a:solidFill>
                <a:latin typeface="Arial" charset="0"/>
              </a:endParaRPr>
            </a:p>
          </p:txBody>
        </p:sp>
        <p:sp>
          <p:nvSpPr>
            <p:cNvPr id="81930" name="AutoShape 8">
              <a:extLst>
                <a:ext uri="{FF2B5EF4-FFF2-40B4-BE49-F238E27FC236}">
                  <a16:creationId xmlns:a16="http://schemas.microsoft.com/office/drawing/2014/main" id="{FE1F0B47-C3B7-4675-B780-E892CAE96315}"/>
                </a:ext>
              </a:extLst>
            </p:cNvPr>
            <p:cNvSpPr>
              <a:spLocks noChangeArrowheads="1"/>
            </p:cNvSpPr>
            <p:nvPr/>
          </p:nvSpPr>
          <p:spPr bwMode="auto">
            <a:xfrm>
              <a:off x="3352" y="2006"/>
              <a:ext cx="765" cy="306"/>
            </a:xfrm>
            <a:prstGeom prst="leftRightArrow">
              <a:avLst>
                <a:gd name="adj1" fmla="val 50000"/>
                <a:gd name="adj2" fmla="val 50000"/>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sp>
        <p:nvSpPr>
          <p:cNvPr id="81923" name="Text Box 12">
            <a:extLst>
              <a:ext uri="{FF2B5EF4-FFF2-40B4-BE49-F238E27FC236}">
                <a16:creationId xmlns:a16="http://schemas.microsoft.com/office/drawing/2014/main" id="{EE9CA305-5F71-42BD-AC5B-824134B3AF2F}"/>
              </a:ext>
            </a:extLst>
          </p:cNvPr>
          <p:cNvSpPr txBox="1">
            <a:spLocks noChangeArrowheads="1"/>
          </p:cNvSpPr>
          <p:nvPr/>
        </p:nvSpPr>
        <p:spPr bwMode="auto">
          <a:xfrm>
            <a:off x="3581401" y="4789488"/>
            <a:ext cx="5656263"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C00000"/>
                </a:solidFill>
                <a:latin typeface="Arial" panose="020B0604020202020204" pitchFamily="34" charset="0"/>
              </a:rPr>
              <a:t>F(A,B,C) = </a:t>
            </a:r>
            <a:r>
              <a:rPr lang="en-US" altLang="en-US" sz="2400" b="1">
                <a:solidFill>
                  <a:srgbClr val="C00000"/>
                </a:solidFill>
                <a:latin typeface="Arial" panose="020B0604020202020204" pitchFamily="34" charset="0"/>
                <a:sym typeface="Symbol" panose="05050102010706020507" pitchFamily="18" charset="2"/>
              </a:rPr>
              <a:t> </a:t>
            </a:r>
            <a:r>
              <a:rPr lang="en-US" altLang="en-US" sz="2400" b="1">
                <a:solidFill>
                  <a:srgbClr val="C00000"/>
                </a:solidFill>
                <a:latin typeface="Arial" panose="020B0604020202020204" pitchFamily="34" charset="0"/>
              </a:rPr>
              <a:t>m(3,4,5,6,7) = </a:t>
            </a:r>
            <a:r>
              <a:rPr lang="en-US" altLang="en-US" sz="4400" b="1" baseline="-2000">
                <a:solidFill>
                  <a:srgbClr val="C00000"/>
                </a:solidFill>
                <a:latin typeface="Arial" panose="020B0604020202020204" pitchFamily="34" charset="0"/>
                <a:sym typeface="Symbol" panose="05050102010706020507" pitchFamily="18" charset="2"/>
              </a:rPr>
              <a:t></a:t>
            </a:r>
            <a:r>
              <a:rPr lang="en-US" altLang="en-US" sz="2400" b="1">
                <a:solidFill>
                  <a:srgbClr val="C00000"/>
                </a:solidFill>
                <a:latin typeface="Arial" panose="020B0604020202020204" pitchFamily="34" charset="0"/>
                <a:sym typeface="Symbol" panose="05050102010706020507" pitchFamily="18" charset="2"/>
              </a:rPr>
              <a:t> </a:t>
            </a:r>
            <a:r>
              <a:rPr lang="en-US" altLang="en-US" sz="2400" b="1">
                <a:solidFill>
                  <a:srgbClr val="C00000"/>
                </a:solidFill>
                <a:latin typeface="Arial" panose="020B0604020202020204" pitchFamily="34" charset="0"/>
              </a:rPr>
              <a:t>M(0,1,2)</a:t>
            </a:r>
          </a:p>
        </p:txBody>
      </p:sp>
      <p:sp>
        <p:nvSpPr>
          <p:cNvPr id="81924" name="Text Box 13">
            <a:extLst>
              <a:ext uri="{FF2B5EF4-FFF2-40B4-BE49-F238E27FC236}">
                <a16:creationId xmlns:a16="http://schemas.microsoft.com/office/drawing/2014/main" id="{258571EF-92F8-4BF7-A13A-5E9AC62EEBBD}"/>
              </a:ext>
            </a:extLst>
          </p:cNvPr>
          <p:cNvSpPr txBox="1">
            <a:spLocks noChangeArrowheads="1"/>
          </p:cNvSpPr>
          <p:nvPr/>
        </p:nvSpPr>
        <p:spPr bwMode="auto">
          <a:xfrm>
            <a:off x="3581401" y="5856288"/>
            <a:ext cx="5668963"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C00000"/>
                </a:solidFill>
                <a:latin typeface="Arial" panose="020B0604020202020204" pitchFamily="34" charset="0"/>
              </a:rPr>
              <a:t>F'(A,B,C) = </a:t>
            </a:r>
            <a:r>
              <a:rPr lang="en-US" altLang="en-US" sz="2400" b="1">
                <a:solidFill>
                  <a:srgbClr val="C00000"/>
                </a:solidFill>
                <a:latin typeface="Arial" panose="020B0604020202020204" pitchFamily="34" charset="0"/>
                <a:sym typeface="Symbol" panose="05050102010706020507" pitchFamily="18" charset="2"/>
              </a:rPr>
              <a:t> </a:t>
            </a:r>
            <a:r>
              <a:rPr lang="en-US" altLang="en-US" sz="2400" b="1">
                <a:solidFill>
                  <a:srgbClr val="C00000"/>
                </a:solidFill>
                <a:latin typeface="Arial" panose="020B0604020202020204" pitchFamily="34" charset="0"/>
              </a:rPr>
              <a:t>m(0,1,2) = </a:t>
            </a:r>
            <a:r>
              <a:rPr lang="en-US" altLang="en-US" sz="4400" b="1" baseline="-2000">
                <a:solidFill>
                  <a:srgbClr val="C00000"/>
                </a:solidFill>
                <a:latin typeface="Arial" panose="020B0604020202020204" pitchFamily="34" charset="0"/>
                <a:sym typeface="Symbol" panose="05050102010706020507" pitchFamily="18" charset="2"/>
              </a:rPr>
              <a:t></a:t>
            </a:r>
            <a:r>
              <a:rPr lang="en-US" altLang="en-US" sz="2400" b="1">
                <a:solidFill>
                  <a:srgbClr val="C00000"/>
                </a:solidFill>
                <a:latin typeface="Arial" panose="020B0604020202020204" pitchFamily="34" charset="0"/>
                <a:sym typeface="Symbol" panose="05050102010706020507" pitchFamily="18" charset="2"/>
              </a:rPr>
              <a:t> </a:t>
            </a:r>
            <a:r>
              <a:rPr lang="en-US" altLang="en-US" sz="2400" b="1">
                <a:solidFill>
                  <a:srgbClr val="C00000"/>
                </a:solidFill>
                <a:latin typeface="Arial" panose="020B0604020202020204" pitchFamily="34" charset="0"/>
              </a:rPr>
              <a:t>M(3,4,5,6,7)</a:t>
            </a:r>
          </a:p>
        </p:txBody>
      </p:sp>
      <p:sp>
        <p:nvSpPr>
          <p:cNvPr id="9" name="Rectangle 8">
            <a:extLst>
              <a:ext uri="{FF2B5EF4-FFF2-40B4-BE49-F238E27FC236}">
                <a16:creationId xmlns:a16="http://schemas.microsoft.com/office/drawing/2014/main" id="{59E54FC1-7C1C-46FD-8D56-B07F5FAAA5BF}"/>
              </a:ext>
            </a:extLst>
          </p:cNvPr>
          <p:cNvSpPr/>
          <p:nvPr/>
        </p:nvSpPr>
        <p:spPr>
          <a:xfrm>
            <a:off x="1828800" y="4343401"/>
            <a:ext cx="8458200" cy="461963"/>
          </a:xfrm>
          <a:prstGeom prst="rect">
            <a:avLst/>
          </a:prstGeom>
        </p:spPr>
        <p:txBody>
          <a:bodyPr>
            <a:spAutoFit/>
          </a:bodyPr>
          <a:lstStyle/>
          <a:p>
            <a:pPr eaLnBrk="1" hangingPunct="1">
              <a:defRPr/>
            </a:pPr>
            <a:r>
              <a:rPr lang="en-US" sz="2400" b="1" dirty="0">
                <a:solidFill>
                  <a:srgbClr val="FF0000"/>
                </a:solidFill>
                <a:effectLst>
                  <a:outerShdw blurRad="38100" dist="38100" dir="2700000" algn="tl">
                    <a:srgbClr val="FFFFFF"/>
                  </a:outerShdw>
                </a:effectLst>
                <a:latin typeface="Arial" charset="0"/>
              </a:rPr>
              <a:t>Complementary relations between </a:t>
            </a:r>
            <a:r>
              <a:rPr lang="en-US" sz="2400" b="1" dirty="0">
                <a:solidFill>
                  <a:srgbClr val="FF0000"/>
                </a:solidFill>
                <a:effectLst>
                  <a:outerShdw blurRad="38100" dist="38100" dir="2700000" algn="tl">
                    <a:srgbClr val="000000"/>
                  </a:outerShdw>
                </a:effectLst>
                <a:latin typeface="Arial" charset="0"/>
              </a:rPr>
              <a:t>minterms</a:t>
            </a:r>
            <a:r>
              <a:rPr lang="en-US" sz="2400" b="1" dirty="0">
                <a:solidFill>
                  <a:srgbClr val="FF0000"/>
                </a:solidFill>
                <a:effectLst>
                  <a:outerShdw blurRad="38100" dist="38100" dir="2700000" algn="tl">
                    <a:srgbClr val="FFFFFF"/>
                  </a:outerShdw>
                </a:effectLst>
                <a:latin typeface="Arial" charset="0"/>
              </a:rPr>
              <a:t> &amp; </a:t>
            </a:r>
            <a:r>
              <a:rPr lang="en-US" sz="2400" b="1" dirty="0" err="1">
                <a:solidFill>
                  <a:srgbClr val="FF0000"/>
                </a:solidFill>
                <a:effectLst>
                  <a:outerShdw blurRad="38100" dist="38100" dir="2700000" algn="tl">
                    <a:srgbClr val="000000"/>
                  </a:outerShdw>
                </a:effectLst>
                <a:latin typeface="Arial" charset="0"/>
              </a:rPr>
              <a:t>Maxterms</a:t>
            </a:r>
            <a:endParaRPr lang="en-US" sz="2400" b="1" dirty="0">
              <a:solidFill>
                <a:srgbClr val="FF0000"/>
              </a:solidFill>
              <a:effectLst>
                <a:outerShdw blurRad="38100" dist="38100" dir="2700000" algn="tl">
                  <a:srgbClr val="FFFFFF"/>
                </a:outerShdw>
              </a:effectLst>
              <a:latin typeface="Arial" charset="0"/>
            </a:endParaRPr>
          </a:p>
        </p:txBody>
      </p:sp>
      <p:sp>
        <p:nvSpPr>
          <p:cNvPr id="10" name="Rectangle 2">
            <a:extLst>
              <a:ext uri="{FF2B5EF4-FFF2-40B4-BE49-F238E27FC236}">
                <a16:creationId xmlns:a16="http://schemas.microsoft.com/office/drawing/2014/main" id="{7BA1E44E-E5D1-4804-9747-80CCD92C45D4}"/>
              </a:ext>
            </a:extLst>
          </p:cNvPr>
          <p:cNvSpPr txBox="1">
            <a:spLocks noRot="1" noChangeArrowheads="1"/>
          </p:cNvSpPr>
          <p:nvPr/>
        </p:nvSpPr>
        <p:spPr>
          <a:xfrm>
            <a:off x="1981200" y="0"/>
            <a:ext cx="8229600" cy="609600"/>
          </a:xfrm>
          <a:prstGeom prst="rect">
            <a:avLst/>
          </a:prstGeom>
        </p:spPr>
        <p:txBody>
          <a:bodyPr/>
          <a:lstStyle/>
          <a:p>
            <a:pPr algn="ctr" eaLnBrk="1" hangingPunct="1">
              <a:defRPr/>
            </a:pPr>
            <a:r>
              <a:rPr lang="en-US" altLang="zh-CN" sz="3600" b="1" u="sng" dirty="0">
                <a:solidFill>
                  <a:srgbClr val="FF0000"/>
                </a:solidFill>
                <a:latin typeface="+mj-lt"/>
                <a:ea typeface="+mj-ea"/>
                <a:cs typeface="+mj-cs"/>
              </a:rPr>
              <a:t>Conversion Between Canonical Forms</a:t>
            </a:r>
          </a:p>
        </p:txBody>
      </p:sp>
      <p:sp>
        <p:nvSpPr>
          <p:cNvPr id="81927" name="Rectangle 3">
            <a:extLst>
              <a:ext uri="{FF2B5EF4-FFF2-40B4-BE49-F238E27FC236}">
                <a16:creationId xmlns:a16="http://schemas.microsoft.com/office/drawing/2014/main" id="{EFF524D5-425B-44D2-B830-2A8D0C079088}"/>
              </a:ext>
            </a:extLst>
          </p:cNvPr>
          <p:cNvSpPr txBox="1">
            <a:spLocks noChangeArrowheads="1"/>
          </p:cNvSpPr>
          <p:nvPr/>
        </p:nvSpPr>
        <p:spPr bwMode="auto">
          <a:xfrm>
            <a:off x="1981200" y="609600"/>
            <a:ext cx="8229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zh-CN" sz="2400">
                <a:solidFill>
                  <a:srgbClr val="2B0BB5"/>
                </a:solidFill>
              </a:rPr>
              <a:t>Replace </a:t>
            </a:r>
            <a:r>
              <a:rPr lang="en-US" altLang="zh-CN">
                <a:solidFill>
                  <a:srgbClr val="C00000"/>
                </a:solidFill>
                <a:cs typeface="Times New Roman" panose="02020603050405020304" pitchFamily="18" charset="0"/>
              </a:rPr>
              <a:t>∑</a:t>
            </a:r>
            <a:r>
              <a:rPr lang="en-US" altLang="zh-CN" sz="2400">
                <a:solidFill>
                  <a:srgbClr val="C00000"/>
                </a:solidFill>
              </a:rPr>
              <a:t> with </a:t>
            </a:r>
            <a:r>
              <a:rPr lang="en-US" altLang="zh-CN">
                <a:solidFill>
                  <a:srgbClr val="C00000"/>
                </a:solidFill>
              </a:rPr>
              <a:t>∏</a:t>
            </a:r>
            <a:r>
              <a:rPr lang="en-US" altLang="zh-CN" sz="2400">
                <a:solidFill>
                  <a:srgbClr val="C00000"/>
                </a:solidFill>
              </a:rPr>
              <a:t> (or </a:t>
            </a:r>
            <a:r>
              <a:rPr lang="en-US" altLang="zh-CN" sz="2400" i="1">
                <a:solidFill>
                  <a:srgbClr val="C00000"/>
                </a:solidFill>
              </a:rPr>
              <a:t>vice versa</a:t>
            </a:r>
            <a:r>
              <a:rPr lang="en-US" altLang="zh-CN" sz="2400">
                <a:solidFill>
                  <a:srgbClr val="C00000"/>
                </a:solidFill>
              </a:rPr>
              <a:t>) </a:t>
            </a:r>
            <a:r>
              <a:rPr lang="en-US" altLang="zh-CN" sz="2400">
                <a:solidFill>
                  <a:srgbClr val="2B0BB5"/>
                </a:solidFill>
              </a:rPr>
              <a:t>and replace those </a:t>
            </a:r>
            <a:r>
              <a:rPr lang="en-US" altLang="zh-CN" sz="2400" i="1">
                <a:solidFill>
                  <a:srgbClr val="2B0BB5"/>
                </a:solidFill>
              </a:rPr>
              <a:t>j’</a:t>
            </a:r>
            <a:r>
              <a:rPr lang="en-US" altLang="zh-CN" sz="2400">
                <a:solidFill>
                  <a:srgbClr val="2B0BB5"/>
                </a:solidFill>
              </a:rPr>
              <a:t>s that appeared in the original form with those that do not.</a:t>
            </a:r>
          </a:p>
          <a:p>
            <a:pPr eaLnBrk="1" hangingPunct="1"/>
            <a:r>
              <a:rPr lang="en-US" altLang="zh-CN" sz="2400">
                <a:solidFill>
                  <a:srgbClr val="2B0BB5"/>
                </a:solidFill>
              </a:rPr>
              <a:t>Example:</a:t>
            </a:r>
            <a:br>
              <a:rPr lang="en-US" altLang="zh-CN" sz="2400">
                <a:solidFill>
                  <a:srgbClr val="2B0BB5"/>
                </a:solidFill>
              </a:rPr>
            </a:br>
            <a:r>
              <a:rPr lang="en-US" altLang="zh-CN" sz="2400">
                <a:solidFill>
                  <a:srgbClr val="C00000"/>
                </a:solidFill>
              </a:rPr>
              <a:t>f</a:t>
            </a:r>
            <a:r>
              <a:rPr lang="en-US" altLang="zh-CN" sz="2400" baseline="-25000">
                <a:solidFill>
                  <a:srgbClr val="C00000"/>
                </a:solidFill>
              </a:rPr>
              <a:t>1</a:t>
            </a:r>
            <a:r>
              <a:rPr lang="en-US" altLang="zh-CN" sz="2400">
                <a:solidFill>
                  <a:srgbClr val="C00000"/>
                </a:solidFill>
              </a:rPr>
              <a:t>(a,b,c)	= a’b’c + a’bc’ + ab’c’ + abc’ </a:t>
            </a:r>
            <a:br>
              <a:rPr lang="en-US" altLang="zh-CN" sz="2400">
                <a:solidFill>
                  <a:srgbClr val="C00000"/>
                </a:solidFill>
              </a:rPr>
            </a:br>
            <a:r>
              <a:rPr lang="en-US" altLang="zh-CN" sz="2400">
                <a:solidFill>
                  <a:srgbClr val="C00000"/>
                </a:solidFill>
              </a:rPr>
              <a:t>		= m</a:t>
            </a:r>
            <a:r>
              <a:rPr lang="en-US" altLang="zh-CN" sz="2400" baseline="-25000">
                <a:solidFill>
                  <a:srgbClr val="C00000"/>
                </a:solidFill>
              </a:rPr>
              <a:t>1</a:t>
            </a:r>
            <a:r>
              <a:rPr lang="en-US" altLang="zh-CN" sz="2400">
                <a:solidFill>
                  <a:srgbClr val="C00000"/>
                </a:solidFill>
              </a:rPr>
              <a:t> + m</a:t>
            </a:r>
            <a:r>
              <a:rPr lang="en-US" altLang="zh-CN" sz="2400" baseline="-25000">
                <a:solidFill>
                  <a:srgbClr val="C00000"/>
                </a:solidFill>
              </a:rPr>
              <a:t>2</a:t>
            </a:r>
            <a:r>
              <a:rPr lang="en-US" altLang="zh-CN" sz="2400">
                <a:solidFill>
                  <a:srgbClr val="C00000"/>
                </a:solidFill>
              </a:rPr>
              <a:t> + m</a:t>
            </a:r>
            <a:r>
              <a:rPr lang="en-US" altLang="zh-CN" sz="2400" baseline="-25000">
                <a:solidFill>
                  <a:srgbClr val="C00000"/>
                </a:solidFill>
              </a:rPr>
              <a:t>4</a:t>
            </a:r>
            <a:r>
              <a:rPr lang="en-US" altLang="zh-CN" sz="2400">
                <a:solidFill>
                  <a:srgbClr val="C00000"/>
                </a:solidFill>
              </a:rPr>
              <a:t> + m</a:t>
            </a:r>
            <a:r>
              <a:rPr lang="en-US" altLang="zh-CN" sz="2400" baseline="-25000">
                <a:solidFill>
                  <a:srgbClr val="C00000"/>
                </a:solidFill>
              </a:rPr>
              <a:t>6</a:t>
            </a:r>
            <a:br>
              <a:rPr lang="en-US" altLang="zh-CN" sz="2400" baseline="-25000">
                <a:solidFill>
                  <a:srgbClr val="C00000"/>
                </a:solidFill>
              </a:rPr>
            </a:br>
            <a:r>
              <a:rPr lang="en-US" altLang="zh-CN" sz="2400" baseline="-25000">
                <a:solidFill>
                  <a:srgbClr val="C00000"/>
                </a:solidFill>
              </a:rPr>
              <a:t>		</a:t>
            </a:r>
            <a:r>
              <a:rPr lang="en-US" altLang="zh-CN" sz="2400">
                <a:solidFill>
                  <a:srgbClr val="C00000"/>
                </a:solidFill>
              </a:rPr>
              <a:t>= </a:t>
            </a:r>
            <a:r>
              <a:rPr lang="en-US" altLang="zh-CN">
                <a:solidFill>
                  <a:srgbClr val="C00000"/>
                </a:solidFill>
              </a:rPr>
              <a:t>∑</a:t>
            </a:r>
            <a:r>
              <a:rPr lang="en-US" altLang="zh-CN" sz="2400">
                <a:solidFill>
                  <a:srgbClr val="C00000"/>
                </a:solidFill>
              </a:rPr>
              <a:t>(1,2,4,6)</a:t>
            </a:r>
            <a:br>
              <a:rPr lang="en-US" altLang="zh-CN" sz="2400">
                <a:solidFill>
                  <a:srgbClr val="C00000"/>
                </a:solidFill>
              </a:rPr>
            </a:br>
            <a:r>
              <a:rPr lang="en-US" altLang="zh-CN" sz="2400">
                <a:solidFill>
                  <a:srgbClr val="C00000"/>
                </a:solidFill>
              </a:rPr>
              <a:t>		= </a:t>
            </a:r>
            <a:r>
              <a:rPr lang="en-US" altLang="zh-CN">
                <a:solidFill>
                  <a:srgbClr val="C00000"/>
                </a:solidFill>
              </a:rPr>
              <a:t>∏</a:t>
            </a:r>
            <a:r>
              <a:rPr lang="en-US" altLang="zh-CN" sz="2400">
                <a:solidFill>
                  <a:srgbClr val="C00000"/>
                </a:solidFill>
              </a:rPr>
              <a:t>(0,3,5,7)</a:t>
            </a:r>
            <a:br>
              <a:rPr lang="en-US" altLang="zh-CN" sz="2400">
                <a:solidFill>
                  <a:srgbClr val="C00000"/>
                </a:solidFill>
              </a:rPr>
            </a:br>
            <a:r>
              <a:rPr lang="en-US" altLang="zh-CN" sz="2400">
                <a:solidFill>
                  <a:srgbClr val="C00000"/>
                </a:solidFill>
              </a:rPr>
              <a:t>	          = (a+b+c)•(a+b’+c’)•(a’+b+c’)•(a’+b’+c’)</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5FC8494-2598-451D-9E9D-474752ED13DF}"/>
                  </a:ext>
                </a:extLst>
              </p14:cNvPr>
              <p14:cNvContentPartPr/>
              <p14:nvPr/>
            </p14:nvContentPartPr>
            <p14:xfrm>
              <a:off x="9903360" y="447120"/>
              <a:ext cx="363600" cy="119880"/>
            </p14:xfrm>
          </p:contentPart>
        </mc:Choice>
        <mc:Fallback xmlns="">
          <p:pic>
            <p:nvPicPr>
              <p:cNvPr id="2" name="Ink 1">
                <a:extLst>
                  <a:ext uri="{FF2B5EF4-FFF2-40B4-BE49-F238E27FC236}">
                    <a16:creationId xmlns:a16="http://schemas.microsoft.com/office/drawing/2014/main" id="{E5FC8494-2598-451D-9E9D-474752ED13DF}"/>
                  </a:ext>
                </a:extLst>
              </p:cNvPr>
              <p:cNvPicPr/>
              <p:nvPr/>
            </p:nvPicPr>
            <p:blipFill>
              <a:blip r:embed="rId3"/>
              <a:stretch>
                <a:fillRect/>
              </a:stretch>
            </p:blipFill>
            <p:spPr>
              <a:xfrm>
                <a:off x="9894000" y="437760"/>
                <a:ext cx="382320" cy="138600"/>
              </a:xfrm>
              <a:prstGeom prst="rect">
                <a:avLst/>
              </a:prstGeom>
            </p:spPr>
          </p:pic>
        </mc:Fallback>
      </mc:AlternateContent>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811E41E-1BE5-4346-B005-46245781CC90}"/>
              </a:ext>
            </a:extLst>
          </p:cNvPr>
          <p:cNvSpPr txBox="1">
            <a:spLocks noChangeArrowheads="1"/>
          </p:cNvSpPr>
          <p:nvPr/>
        </p:nvSpPr>
        <p:spPr bwMode="auto">
          <a:xfrm>
            <a:off x="1676400" y="838200"/>
            <a:ext cx="4495800" cy="2971800"/>
          </a:xfrm>
          <a:prstGeom prst="rect">
            <a:avLst/>
          </a:prstGeom>
          <a:noFill/>
          <a:ln w="9525">
            <a:noFill/>
            <a:miter lim="800000"/>
            <a:headEnd/>
            <a:tailEnd/>
          </a:ln>
        </p:spPr>
        <p:txBody>
          <a:bodyPr/>
          <a:lstStyle/>
          <a:p>
            <a:pPr marL="225425" indent="-225425">
              <a:spcBef>
                <a:spcPct val="20000"/>
              </a:spcBef>
              <a:buFont typeface="Arial" charset="0"/>
              <a:buChar char="•"/>
              <a:defRPr/>
            </a:pPr>
            <a:r>
              <a:rPr lang="en-US" sz="2400" dirty="0">
                <a:solidFill>
                  <a:srgbClr val="C00000"/>
                </a:solidFill>
                <a:latin typeface="Arial" charset="0"/>
              </a:rPr>
              <a:t>Don’t care terms</a:t>
            </a:r>
          </a:p>
          <a:p>
            <a:pPr marL="225425" lvl="1" indent="-225425">
              <a:spcBef>
                <a:spcPct val="20000"/>
              </a:spcBef>
              <a:buFont typeface="Arial" charset="0"/>
              <a:buChar char="–"/>
              <a:defRPr/>
            </a:pPr>
            <a:r>
              <a:rPr lang="en-US" sz="2400" dirty="0">
                <a:solidFill>
                  <a:srgbClr val="FF0000"/>
                </a:solidFill>
                <a:latin typeface="Arial" charset="0"/>
              </a:rPr>
              <a:t>Outputs associated with </a:t>
            </a:r>
            <a:r>
              <a:rPr lang="en-US" sz="2400" b="1" dirty="0">
                <a:solidFill>
                  <a:srgbClr val="FF0000"/>
                </a:solidFill>
                <a:latin typeface="Arial" charset="0"/>
              </a:rPr>
              <a:t>inputs that can be ignored</a:t>
            </a:r>
          </a:p>
          <a:p>
            <a:pPr marL="225425" lvl="1" indent="-225425">
              <a:spcBef>
                <a:spcPct val="20000"/>
              </a:spcBef>
              <a:buFont typeface="Arial" charset="0"/>
              <a:buChar char="–"/>
              <a:defRPr/>
            </a:pPr>
            <a:r>
              <a:rPr lang="en-US" sz="2400" dirty="0">
                <a:solidFill>
                  <a:srgbClr val="2B0BB5"/>
                </a:solidFill>
                <a:latin typeface="Arial" charset="0"/>
              </a:rPr>
              <a:t>These </a:t>
            </a:r>
            <a:r>
              <a:rPr lang="en-US" sz="2400" b="1" dirty="0">
                <a:solidFill>
                  <a:srgbClr val="2B0BB5"/>
                </a:solidFill>
                <a:latin typeface="Arial" charset="0"/>
              </a:rPr>
              <a:t>inputs CANNOT happen in a good design</a:t>
            </a:r>
          </a:p>
          <a:p>
            <a:pPr marL="225425" lvl="1" indent="-225425" algn="just">
              <a:spcBef>
                <a:spcPct val="20000"/>
              </a:spcBef>
              <a:buFont typeface="Arial" charset="0"/>
              <a:buChar char="–"/>
              <a:defRPr/>
            </a:pPr>
            <a:r>
              <a:rPr lang="en-US" sz="2400" dirty="0">
                <a:solidFill>
                  <a:srgbClr val="2B0BB5"/>
                </a:solidFill>
                <a:latin typeface="Arial" charset="0"/>
              </a:rPr>
              <a:t>Assign logic values to these outputs to simplify circuits</a:t>
            </a:r>
          </a:p>
          <a:p>
            <a:pPr marL="342900" indent="-342900">
              <a:spcBef>
                <a:spcPct val="20000"/>
              </a:spcBef>
              <a:buFont typeface="Arial" charset="0"/>
              <a:buChar char="•"/>
              <a:defRPr/>
            </a:pPr>
            <a:r>
              <a:rPr lang="en-US" sz="3200" dirty="0">
                <a:latin typeface="Arial" charset="0"/>
              </a:rPr>
              <a:t>Example: </a:t>
            </a:r>
          </a:p>
          <a:p>
            <a:pPr marL="742950" lvl="1" indent="-285750">
              <a:spcBef>
                <a:spcPct val="20000"/>
              </a:spcBef>
              <a:buFont typeface="Arial" charset="0"/>
              <a:buChar char="–"/>
              <a:defRPr/>
            </a:pPr>
            <a:r>
              <a:rPr lang="en-US" sz="2400" dirty="0">
                <a:solidFill>
                  <a:srgbClr val="FF0000"/>
                </a:solidFill>
                <a:latin typeface="Arial" charset="0"/>
              </a:rPr>
              <a:t>Binary Coded Decimal (BCD)</a:t>
            </a:r>
          </a:p>
        </p:txBody>
      </p:sp>
      <p:sp>
        <p:nvSpPr>
          <p:cNvPr id="82947" name="Rectangle 2">
            <a:extLst>
              <a:ext uri="{FF2B5EF4-FFF2-40B4-BE49-F238E27FC236}">
                <a16:creationId xmlns:a16="http://schemas.microsoft.com/office/drawing/2014/main" id="{23ECAC8A-3F4C-4D06-8BC2-698CBB733B3A}"/>
              </a:ext>
            </a:extLst>
          </p:cNvPr>
          <p:cNvSpPr>
            <a:spLocks noChangeArrowheads="1"/>
          </p:cNvSpPr>
          <p:nvPr/>
        </p:nvSpPr>
        <p:spPr bwMode="auto">
          <a:xfrm>
            <a:off x="4724400" y="25400"/>
            <a:ext cx="3276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Tx/>
              <a:buNone/>
            </a:pPr>
            <a:r>
              <a:rPr lang="en-US" altLang="en-US" u="sng">
                <a:solidFill>
                  <a:srgbClr val="FF0000"/>
                </a:solidFill>
                <a:latin typeface="Arial" panose="020B0604020202020204" pitchFamily="34" charset="0"/>
              </a:rPr>
              <a:t>Don’t care terms</a:t>
            </a:r>
          </a:p>
        </p:txBody>
      </p:sp>
      <p:grpSp>
        <p:nvGrpSpPr>
          <p:cNvPr id="82948" name="Group 15">
            <a:extLst>
              <a:ext uri="{FF2B5EF4-FFF2-40B4-BE49-F238E27FC236}">
                <a16:creationId xmlns:a16="http://schemas.microsoft.com/office/drawing/2014/main" id="{03CBDABF-E5D9-4CB0-A9DF-145AF8DDA220}"/>
              </a:ext>
            </a:extLst>
          </p:cNvPr>
          <p:cNvGrpSpPr>
            <a:grpSpLocks/>
          </p:cNvGrpSpPr>
          <p:nvPr/>
        </p:nvGrpSpPr>
        <p:grpSpPr bwMode="auto">
          <a:xfrm>
            <a:off x="6248401" y="762000"/>
            <a:ext cx="4181475" cy="5791200"/>
            <a:chOff x="4604635" y="762000"/>
            <a:chExt cx="4301240" cy="5791200"/>
          </a:xfrm>
        </p:grpSpPr>
        <p:pic>
          <p:nvPicPr>
            <p:cNvPr id="82949" name="Picture 2">
              <a:extLst>
                <a:ext uri="{FF2B5EF4-FFF2-40B4-BE49-F238E27FC236}">
                  <a16:creationId xmlns:a16="http://schemas.microsoft.com/office/drawing/2014/main" id="{DD546CBA-70C6-4F6A-BF2E-3C1B69B29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762000"/>
              <a:ext cx="220027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3">
              <a:extLst>
                <a:ext uri="{FF2B5EF4-FFF2-40B4-BE49-F238E27FC236}">
                  <a16:creationId xmlns:a16="http://schemas.microsoft.com/office/drawing/2014/main" id="{DAFD0790-E70C-43DE-B1E9-4372D3281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4635" y="762000"/>
              <a:ext cx="216217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175BD2-A238-492A-88E2-59428B545D91}"/>
              </a:ext>
            </a:extLst>
          </p:cNvPr>
          <p:cNvSpPr txBox="1">
            <a:spLocks noChangeArrowheads="1"/>
          </p:cNvSpPr>
          <p:nvPr/>
        </p:nvSpPr>
        <p:spPr>
          <a:xfrm>
            <a:off x="1524000" y="0"/>
            <a:ext cx="9144000" cy="762000"/>
          </a:xfrm>
          <a:prstGeom prst="rect">
            <a:avLst/>
          </a:prstGeom>
        </p:spPr>
        <p:txBody>
          <a:bodyPr/>
          <a:lstStyle/>
          <a:p>
            <a:pPr algn="ctr">
              <a:defRPr/>
            </a:pPr>
            <a:r>
              <a:rPr lang="en-US" sz="4400" u="sng" dirty="0">
                <a:solidFill>
                  <a:srgbClr val="FF0000"/>
                </a:solidFill>
                <a:latin typeface="Arial" charset="0"/>
                <a:ea typeface="+mj-ea"/>
                <a:cs typeface="+mj-cs"/>
              </a:rPr>
              <a:t>Don’t Care &amp; Canonical Forms</a:t>
            </a:r>
          </a:p>
        </p:txBody>
      </p:sp>
      <p:sp>
        <p:nvSpPr>
          <p:cNvPr id="83971" name="Text Box 11">
            <a:extLst>
              <a:ext uri="{FF2B5EF4-FFF2-40B4-BE49-F238E27FC236}">
                <a16:creationId xmlns:a16="http://schemas.microsoft.com/office/drawing/2014/main" id="{9086A5C7-82B5-4FFA-A8B3-833B2C64453D}"/>
              </a:ext>
            </a:extLst>
          </p:cNvPr>
          <p:cNvSpPr txBox="1">
            <a:spLocks noChangeArrowheads="1"/>
          </p:cNvSpPr>
          <p:nvPr/>
        </p:nvSpPr>
        <p:spPr bwMode="auto">
          <a:xfrm>
            <a:off x="1981200" y="1981201"/>
            <a:ext cx="8250238"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25000"/>
              </a:spcBef>
              <a:spcAft>
                <a:spcPct val="25000"/>
              </a:spcAft>
              <a:buFontTx/>
              <a:buNone/>
            </a:pPr>
            <a:r>
              <a:rPr lang="en-US" altLang="en-US" sz="2800" b="1">
                <a:solidFill>
                  <a:srgbClr val="C00000"/>
                </a:solidFill>
                <a:latin typeface="Arial" panose="020B0604020202020204" pitchFamily="34" charset="0"/>
              </a:rPr>
              <a:t>F(A,B,C,D) = m</a:t>
            </a:r>
            <a:r>
              <a:rPr lang="en-US" altLang="en-US" sz="2800" b="1" baseline="-25000">
                <a:solidFill>
                  <a:srgbClr val="C00000"/>
                </a:solidFill>
                <a:latin typeface="Arial" panose="020B0604020202020204" pitchFamily="34" charset="0"/>
              </a:rPr>
              <a:t>1</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3</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5</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7</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9</a:t>
            </a:r>
            <a:r>
              <a:rPr lang="en-US" altLang="en-US" sz="2800" b="1">
                <a:solidFill>
                  <a:srgbClr val="C00000"/>
                </a:solidFill>
                <a:latin typeface="Arial" panose="020B0604020202020204" pitchFamily="34" charset="0"/>
              </a:rPr>
              <a:t> </a:t>
            </a:r>
          </a:p>
          <a:p>
            <a:pPr eaLnBrk="1" hangingPunct="1">
              <a:spcBef>
                <a:spcPct val="25000"/>
              </a:spcBef>
              <a:spcAft>
                <a:spcPct val="25000"/>
              </a:spcAft>
              <a:buFontTx/>
              <a:buNone/>
            </a:pPr>
            <a:r>
              <a:rPr lang="en-US" altLang="en-US" sz="2800" b="1">
                <a:latin typeface="Arial" panose="020B0604020202020204" pitchFamily="34" charset="0"/>
              </a:rPr>
              <a:t>		  </a:t>
            </a:r>
            <a:r>
              <a:rPr lang="en-US" altLang="en-US" sz="2800" b="1">
                <a:solidFill>
                  <a:srgbClr val="FF0000"/>
                </a:solidFill>
                <a:latin typeface="Arial" panose="020B0604020202020204" pitchFamily="34" charset="0"/>
              </a:rPr>
              <a:t>+</a:t>
            </a:r>
            <a:r>
              <a:rPr lang="en-US" altLang="en-US" sz="2800" b="1">
                <a:latin typeface="Arial" panose="020B0604020202020204" pitchFamily="34" charset="0"/>
              </a:rPr>
              <a:t> </a:t>
            </a:r>
            <a:r>
              <a:rPr lang="en-US" altLang="en-US" sz="2800" b="1">
                <a:solidFill>
                  <a:srgbClr val="FF0000"/>
                </a:solidFill>
                <a:latin typeface="Arial" panose="020B0604020202020204" pitchFamily="34" charset="0"/>
              </a:rPr>
              <a:t>d</a:t>
            </a:r>
            <a:r>
              <a:rPr lang="en-US" altLang="en-US" sz="2800" b="1" baseline="-25000">
                <a:solidFill>
                  <a:srgbClr val="FF0000"/>
                </a:solidFill>
                <a:latin typeface="Arial" panose="020B0604020202020204" pitchFamily="34" charset="0"/>
              </a:rPr>
              <a:t>11</a:t>
            </a:r>
            <a:r>
              <a:rPr lang="en-US" altLang="en-US" sz="2800" b="1">
                <a:solidFill>
                  <a:srgbClr val="FF0000"/>
                </a:solidFill>
                <a:latin typeface="Arial" panose="020B0604020202020204" pitchFamily="34" charset="0"/>
              </a:rPr>
              <a:t> + d</a:t>
            </a:r>
            <a:r>
              <a:rPr lang="en-US" altLang="en-US" sz="2800" b="1" baseline="-25000">
                <a:solidFill>
                  <a:srgbClr val="FF0000"/>
                </a:solidFill>
                <a:latin typeface="Arial" panose="020B0604020202020204" pitchFamily="34" charset="0"/>
              </a:rPr>
              <a:t>13</a:t>
            </a:r>
            <a:r>
              <a:rPr lang="en-US" altLang="en-US" sz="2800" b="1">
                <a:solidFill>
                  <a:srgbClr val="FF0000"/>
                </a:solidFill>
                <a:latin typeface="Arial" panose="020B0604020202020204" pitchFamily="34" charset="0"/>
              </a:rPr>
              <a:t> + d</a:t>
            </a:r>
            <a:r>
              <a:rPr lang="en-US" altLang="en-US" sz="2800" b="1" baseline="-25000">
                <a:solidFill>
                  <a:srgbClr val="FF0000"/>
                </a:solidFill>
                <a:latin typeface="Arial" panose="020B0604020202020204" pitchFamily="34" charset="0"/>
              </a:rPr>
              <a:t>15</a:t>
            </a:r>
            <a:r>
              <a:rPr lang="en-US" altLang="en-US" sz="2800" b="1">
                <a:solidFill>
                  <a:srgbClr val="FF0000"/>
                </a:solidFill>
                <a:latin typeface="Arial" panose="020B0604020202020204" pitchFamily="34" charset="0"/>
              </a:rPr>
              <a:t> </a:t>
            </a:r>
          </a:p>
          <a:p>
            <a:pPr eaLnBrk="1" hangingPunct="1">
              <a:spcBef>
                <a:spcPct val="25000"/>
              </a:spcBef>
              <a:spcAft>
                <a:spcPct val="25000"/>
              </a:spcAft>
              <a:buFontTx/>
              <a:buNone/>
            </a:pPr>
            <a:r>
              <a:rPr lang="en-US" altLang="en-US" sz="2800" b="1">
                <a:latin typeface="Arial" panose="020B0604020202020204" pitchFamily="34" charset="0"/>
              </a:rPr>
              <a:t>	</a:t>
            </a:r>
            <a:r>
              <a:rPr lang="en-US" altLang="en-US" sz="2800" b="1">
                <a:solidFill>
                  <a:srgbClr val="C00000"/>
                </a:solidFill>
                <a:latin typeface="Arial" panose="020B0604020202020204" pitchFamily="34" charset="0"/>
              </a:rPr>
              <a:t>= </a:t>
            </a:r>
            <a:r>
              <a:rPr lang="en-US" altLang="en-US" sz="3600" b="1">
                <a:solidFill>
                  <a:srgbClr val="C00000"/>
                </a:solidFill>
                <a:latin typeface="Arial" panose="020B0604020202020204" pitchFamily="34" charset="0"/>
                <a:sym typeface="Symbol" panose="05050102010706020507" pitchFamily="18" charset="2"/>
              </a:rPr>
              <a:t></a:t>
            </a:r>
            <a:r>
              <a:rPr lang="en-US" altLang="en-US" sz="2800" b="1">
                <a:solidFill>
                  <a:srgbClr val="C00000"/>
                </a:solidFill>
                <a:latin typeface="Arial" panose="020B0604020202020204" pitchFamily="34" charset="0"/>
              </a:rPr>
              <a:t>[m(1,3,5,7,9) + </a:t>
            </a:r>
            <a:r>
              <a:rPr lang="en-US" altLang="en-US" sz="2800" b="1">
                <a:solidFill>
                  <a:srgbClr val="FF0000"/>
                </a:solidFill>
                <a:latin typeface="Arial" panose="020B0604020202020204" pitchFamily="34" charset="0"/>
              </a:rPr>
              <a:t>d(11,13,15)</a:t>
            </a:r>
            <a:r>
              <a:rPr lang="en-US" altLang="en-US" sz="2800" b="1">
                <a:latin typeface="Arial" panose="020B0604020202020204" pitchFamily="34" charset="0"/>
              </a:rPr>
              <a:t> </a:t>
            </a:r>
            <a:r>
              <a:rPr lang="en-US" altLang="en-US" sz="2800" b="1">
                <a:solidFill>
                  <a:srgbClr val="C00000"/>
                </a:solidFill>
                <a:latin typeface="Arial" panose="020B0604020202020204" pitchFamily="34" charset="0"/>
              </a:rPr>
              <a:t>]</a:t>
            </a:r>
          </a:p>
        </p:txBody>
      </p:sp>
      <p:sp>
        <p:nvSpPr>
          <p:cNvPr id="83972" name="Text Box 12">
            <a:extLst>
              <a:ext uri="{FF2B5EF4-FFF2-40B4-BE49-F238E27FC236}">
                <a16:creationId xmlns:a16="http://schemas.microsoft.com/office/drawing/2014/main" id="{A56CD6C6-96C9-471E-B4D7-E0D60C42BA46}"/>
              </a:ext>
            </a:extLst>
          </p:cNvPr>
          <p:cNvSpPr txBox="1">
            <a:spLocks noChangeArrowheads="1"/>
          </p:cNvSpPr>
          <p:nvPr/>
        </p:nvSpPr>
        <p:spPr bwMode="auto">
          <a:xfrm>
            <a:off x="2062164" y="4440238"/>
            <a:ext cx="8605837"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25000"/>
              </a:spcBef>
              <a:spcAft>
                <a:spcPct val="25000"/>
              </a:spcAft>
              <a:buFontTx/>
              <a:buNone/>
            </a:pPr>
            <a:r>
              <a:rPr lang="en-US" altLang="en-US" sz="2800" b="1">
                <a:solidFill>
                  <a:srgbClr val="C00000"/>
                </a:solidFill>
                <a:latin typeface="Arial" panose="020B0604020202020204" pitchFamily="34" charset="0"/>
              </a:rPr>
              <a:t>F(A,B,C,D) = M</a:t>
            </a:r>
            <a:r>
              <a:rPr lang="en-US" altLang="en-US" sz="2800" b="1" baseline="-25000">
                <a:solidFill>
                  <a:srgbClr val="C00000"/>
                </a:solidFill>
                <a:latin typeface="Arial" panose="020B0604020202020204" pitchFamily="34" charset="0"/>
              </a:rPr>
              <a:t>0</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2</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4</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6</a:t>
            </a:r>
            <a:r>
              <a:rPr lang="en-US" altLang="en-US" sz="2800" b="1">
                <a:solidFill>
                  <a:srgbClr val="C00000"/>
                </a:solidFill>
                <a:latin typeface="Arial" panose="020B0604020202020204" pitchFamily="34" charset="0"/>
              </a:rPr>
              <a:t> • M</a:t>
            </a:r>
            <a:r>
              <a:rPr lang="en-US" altLang="en-US" sz="2800" b="1" baseline="-25000">
                <a:solidFill>
                  <a:srgbClr val="C00000"/>
                </a:solidFill>
                <a:latin typeface="Arial" panose="020B0604020202020204" pitchFamily="34" charset="0"/>
              </a:rPr>
              <a:t>8</a:t>
            </a:r>
            <a:r>
              <a:rPr lang="en-US" altLang="en-US" sz="2800" b="1">
                <a:solidFill>
                  <a:srgbClr val="C00000"/>
                </a:solidFill>
                <a:latin typeface="Arial" panose="020B0604020202020204" pitchFamily="34" charset="0"/>
              </a:rPr>
              <a:t> </a:t>
            </a:r>
            <a:br>
              <a:rPr lang="en-US" altLang="en-US" sz="2800" b="1" baseline="-25000">
                <a:latin typeface="Arial" panose="020B0604020202020204" pitchFamily="34" charset="0"/>
              </a:rPr>
            </a:br>
            <a:r>
              <a:rPr lang="en-US" altLang="en-US" sz="2800" b="1">
                <a:latin typeface="Arial" panose="020B0604020202020204" pitchFamily="34" charset="0"/>
              </a:rPr>
              <a:t> </a:t>
            </a:r>
            <a:r>
              <a:rPr lang="en-US" altLang="en-US" sz="2800" b="1">
                <a:solidFill>
                  <a:srgbClr val="FF0000"/>
                </a:solidFill>
                <a:latin typeface="Arial" panose="020B0604020202020204" pitchFamily="34" charset="0"/>
              </a:rPr>
              <a:t>		  • D</a:t>
            </a:r>
            <a:r>
              <a:rPr lang="en-US" altLang="en-US" sz="2800" b="1" baseline="-25000">
                <a:solidFill>
                  <a:srgbClr val="FF0000"/>
                </a:solidFill>
                <a:latin typeface="Arial" panose="020B0604020202020204" pitchFamily="34" charset="0"/>
              </a:rPr>
              <a:t>10</a:t>
            </a:r>
            <a:r>
              <a:rPr lang="en-US" altLang="en-US" sz="2800" b="1">
                <a:solidFill>
                  <a:srgbClr val="FF0000"/>
                </a:solidFill>
                <a:latin typeface="Arial" panose="020B0604020202020204" pitchFamily="34" charset="0"/>
              </a:rPr>
              <a:t> • D</a:t>
            </a:r>
            <a:r>
              <a:rPr lang="en-US" altLang="en-US" sz="2800" b="1" baseline="-25000">
                <a:solidFill>
                  <a:srgbClr val="FF0000"/>
                </a:solidFill>
                <a:latin typeface="Arial" panose="020B0604020202020204" pitchFamily="34" charset="0"/>
              </a:rPr>
              <a:t>12</a:t>
            </a:r>
            <a:r>
              <a:rPr lang="en-US" altLang="en-US" sz="2800" b="1">
                <a:solidFill>
                  <a:srgbClr val="FF0000"/>
                </a:solidFill>
                <a:latin typeface="Arial" panose="020B0604020202020204" pitchFamily="34" charset="0"/>
              </a:rPr>
              <a:t> • D</a:t>
            </a:r>
            <a:r>
              <a:rPr lang="en-US" altLang="en-US" sz="2800" b="1" baseline="-25000">
                <a:solidFill>
                  <a:srgbClr val="FF0000"/>
                </a:solidFill>
                <a:latin typeface="Arial" panose="020B0604020202020204" pitchFamily="34" charset="0"/>
              </a:rPr>
              <a:t>14</a:t>
            </a:r>
            <a:r>
              <a:rPr lang="en-US" altLang="en-US" sz="2800" b="1">
                <a:solidFill>
                  <a:srgbClr val="FF0000"/>
                </a:solidFill>
                <a:latin typeface="Arial" panose="020B0604020202020204" pitchFamily="34" charset="0"/>
              </a:rPr>
              <a:t> </a:t>
            </a:r>
          </a:p>
          <a:p>
            <a:pPr eaLnBrk="1" hangingPunct="1">
              <a:spcBef>
                <a:spcPct val="25000"/>
              </a:spcBef>
              <a:spcAft>
                <a:spcPct val="25000"/>
              </a:spcAft>
              <a:buFontTx/>
              <a:buNone/>
            </a:pPr>
            <a:r>
              <a:rPr lang="en-US" altLang="en-US" sz="2800" b="1">
                <a:latin typeface="Arial" panose="020B0604020202020204" pitchFamily="34" charset="0"/>
              </a:rPr>
              <a:t>	</a:t>
            </a:r>
            <a:r>
              <a:rPr lang="en-US" altLang="en-US" sz="2800" b="1">
                <a:solidFill>
                  <a:srgbClr val="C00000"/>
                </a:solidFill>
                <a:latin typeface="Arial" panose="020B0604020202020204" pitchFamily="34" charset="0"/>
              </a:rPr>
              <a:t>= </a:t>
            </a:r>
            <a:r>
              <a:rPr lang="en-US" altLang="en-US" sz="3600" b="1">
                <a:solidFill>
                  <a:srgbClr val="C00000"/>
                </a:solidFill>
                <a:latin typeface="Arial" panose="020B0604020202020204" pitchFamily="34" charset="0"/>
                <a:sym typeface="Symbol" panose="05050102010706020507" pitchFamily="18" charset="2"/>
              </a:rPr>
              <a:t></a:t>
            </a:r>
            <a:r>
              <a:rPr lang="en-US" altLang="en-US" sz="2800" b="1">
                <a:solidFill>
                  <a:srgbClr val="C00000"/>
                </a:solidFill>
                <a:latin typeface="Arial" panose="020B0604020202020204" pitchFamily="34" charset="0"/>
              </a:rPr>
              <a:t>[M(0,2,4,6,8) • </a:t>
            </a:r>
            <a:r>
              <a:rPr lang="en-US" altLang="en-US" sz="2800" b="1">
                <a:solidFill>
                  <a:srgbClr val="FF0000"/>
                </a:solidFill>
                <a:latin typeface="Arial" panose="020B0604020202020204" pitchFamily="34" charset="0"/>
              </a:rPr>
              <a:t>D(10,12,14)</a:t>
            </a:r>
            <a:r>
              <a:rPr lang="en-US" altLang="en-US" sz="2800" b="1">
                <a:solidFill>
                  <a:srgbClr val="C00000"/>
                </a:solidFill>
                <a:latin typeface="Arial" panose="020B0604020202020204" pitchFamily="34" charset="0"/>
              </a:rPr>
              <a:t> ]</a:t>
            </a:r>
          </a:p>
        </p:txBody>
      </p:sp>
      <p:sp>
        <p:nvSpPr>
          <p:cNvPr id="83973" name="Rectangle 6">
            <a:extLst>
              <a:ext uri="{FF2B5EF4-FFF2-40B4-BE49-F238E27FC236}">
                <a16:creationId xmlns:a16="http://schemas.microsoft.com/office/drawing/2014/main" id="{28B92FC2-C820-4483-9721-8E40E9EF446F}"/>
              </a:ext>
            </a:extLst>
          </p:cNvPr>
          <p:cNvSpPr>
            <a:spLocks noChangeArrowheads="1"/>
          </p:cNvSpPr>
          <p:nvPr/>
        </p:nvSpPr>
        <p:spPr bwMode="auto">
          <a:xfrm>
            <a:off x="3990975" y="838201"/>
            <a:ext cx="38417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b="1">
                <a:solidFill>
                  <a:srgbClr val="C00000"/>
                </a:solidFill>
                <a:latin typeface="Arial" panose="020B0604020202020204" pitchFamily="34" charset="0"/>
              </a:rPr>
              <a:t>Representing “d” in BCD</a:t>
            </a:r>
          </a:p>
          <a:p>
            <a:pPr algn="ctr" eaLnBrk="1" hangingPunct="1">
              <a:spcBef>
                <a:spcPct val="0"/>
              </a:spcBef>
              <a:buFontTx/>
              <a:buNone/>
            </a:pPr>
            <a:r>
              <a:rPr lang="en-US" altLang="en-US" sz="2400" b="1">
                <a:solidFill>
                  <a:srgbClr val="C00000"/>
                </a:solidFill>
                <a:latin typeface="Arial" panose="020B0604020202020204" pitchFamily="34" charset="0"/>
              </a:rPr>
              <a:t>d= don’t care term</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a:extLst>
              <a:ext uri="{FF2B5EF4-FFF2-40B4-BE49-F238E27FC236}">
                <a16:creationId xmlns:a16="http://schemas.microsoft.com/office/drawing/2014/main" id="{9D6D67FC-730B-4B77-BE15-8E9F4C253BFB}"/>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sp>
        <p:nvSpPr>
          <p:cNvPr id="84995" name="Rectangle 3">
            <a:extLst>
              <a:ext uri="{FF2B5EF4-FFF2-40B4-BE49-F238E27FC236}">
                <a16:creationId xmlns:a16="http://schemas.microsoft.com/office/drawing/2014/main" id="{7B1C7CE6-179C-4BE6-BB01-46E0C673A5D3}"/>
              </a:ext>
            </a:extLst>
          </p:cNvPr>
          <p:cNvSpPr>
            <a:spLocks noChangeArrowheads="1"/>
          </p:cNvSpPr>
          <p:nvPr/>
        </p:nvSpPr>
        <p:spPr bwMode="auto">
          <a:xfrm>
            <a:off x="2209800" y="773114"/>
            <a:ext cx="792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Consider a Boolean function  f= </a:t>
            </a:r>
            <a:r>
              <a:rPr lang="en-US" altLang="en-US" sz="1800">
                <a:latin typeface="Arial" panose="020B0604020202020204" pitchFamily="34" charset="0"/>
              </a:rPr>
              <a:t>(AB+CD), </a:t>
            </a:r>
            <a:r>
              <a:rPr lang="en-US" altLang="en-US" sz="1800" b="1">
                <a:solidFill>
                  <a:srgbClr val="C00000"/>
                </a:solidFill>
                <a:latin typeface="Arial" panose="020B0604020202020204" pitchFamily="34" charset="0"/>
              </a:rPr>
              <a:t>Implement this function </a:t>
            </a:r>
            <a:endParaRPr lang="en-US" altLang="en-US" sz="1800">
              <a:latin typeface="Arial" panose="020B0604020202020204" pitchFamily="34" charset="0"/>
            </a:endParaRPr>
          </a:p>
        </p:txBody>
      </p:sp>
      <p:pic>
        <p:nvPicPr>
          <p:cNvPr id="84996" name="Picture 2">
            <a:extLst>
              <a:ext uri="{FF2B5EF4-FFF2-40B4-BE49-F238E27FC236}">
                <a16:creationId xmlns:a16="http://schemas.microsoft.com/office/drawing/2014/main" id="{CE30009F-F41B-4BF8-9B3C-2D04621BF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295400"/>
            <a:ext cx="31432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Rectangle 5">
            <a:extLst>
              <a:ext uri="{FF2B5EF4-FFF2-40B4-BE49-F238E27FC236}">
                <a16:creationId xmlns:a16="http://schemas.microsoft.com/office/drawing/2014/main" id="{DCAE4779-8073-4B58-9A92-83074DDE8A7A}"/>
              </a:ext>
            </a:extLst>
          </p:cNvPr>
          <p:cNvSpPr>
            <a:spLocks noChangeArrowheads="1"/>
          </p:cNvSpPr>
          <p:nvPr/>
        </p:nvSpPr>
        <p:spPr bwMode="auto">
          <a:xfrm>
            <a:off x="2209800" y="3516314"/>
            <a:ext cx="7924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4163" indent="-2841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Consider a Boolean function  f= </a:t>
            </a:r>
            <a:r>
              <a:rPr lang="en-US" altLang="en-US" sz="1800">
                <a:latin typeface="Arial" panose="020B0604020202020204" pitchFamily="34" charset="0"/>
              </a:rPr>
              <a:t>(A+B)(C+D), </a:t>
            </a:r>
            <a:r>
              <a:rPr lang="en-US" altLang="en-US" sz="1800" b="1">
                <a:solidFill>
                  <a:srgbClr val="C00000"/>
                </a:solidFill>
                <a:latin typeface="Arial" panose="020B0604020202020204" pitchFamily="34" charset="0"/>
              </a:rPr>
              <a:t>Implement this function </a:t>
            </a:r>
            <a:endParaRPr lang="en-US" altLang="en-US" sz="1800">
              <a:latin typeface="Arial" panose="020B0604020202020204" pitchFamily="34" charset="0"/>
            </a:endParaRPr>
          </a:p>
        </p:txBody>
      </p:sp>
      <p:pic>
        <p:nvPicPr>
          <p:cNvPr id="84998" name="Picture 3">
            <a:extLst>
              <a:ext uri="{FF2B5EF4-FFF2-40B4-BE49-F238E27FC236}">
                <a16:creationId xmlns:a16="http://schemas.microsoft.com/office/drawing/2014/main" id="{A891C79C-8C5C-43AE-BB71-F67FF0500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962400"/>
            <a:ext cx="417195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a:extLst>
              <a:ext uri="{FF2B5EF4-FFF2-40B4-BE49-F238E27FC236}">
                <a16:creationId xmlns:a16="http://schemas.microsoft.com/office/drawing/2014/main" id="{217529E1-C9ED-48DC-96C4-3C351076E632}"/>
              </a:ext>
            </a:extLst>
          </p:cNvPr>
          <p:cNvSpPr txBox="1">
            <a:spLocks noChangeArrowheads="1"/>
          </p:cNvSpPr>
          <p:nvPr/>
        </p:nvSpPr>
        <p:spPr>
          <a:xfrm>
            <a:off x="1752600" y="685800"/>
            <a:ext cx="8763000" cy="457200"/>
          </a:xfrm>
          <a:prstGeom prst="rect">
            <a:avLst/>
          </a:prstGeom>
        </p:spPr>
        <p:txBody>
          <a:bodyPr/>
          <a:lstStyle/>
          <a:p>
            <a:pPr algn="ctr" eaLnBrk="1" hangingPunct="1">
              <a:defRPr/>
            </a:pPr>
            <a:r>
              <a:rPr lang="en-US" sz="2400" b="1" dirty="0">
                <a:solidFill>
                  <a:srgbClr val="C00000"/>
                </a:solidFill>
                <a:latin typeface="+mj-lt"/>
                <a:ea typeface="+mj-ea"/>
                <a:cs typeface="+mj-cs"/>
              </a:rPr>
              <a:t>Logic Circuits </a:t>
            </a:r>
            <a:r>
              <a:rPr lang="en-US" sz="2400" b="1" dirty="0">
                <a:solidFill>
                  <a:srgbClr val="C00000"/>
                </a:solidFill>
                <a:latin typeface="+mj-lt"/>
                <a:ea typeface="+mj-ea"/>
                <a:cs typeface="Arial" charset="0"/>
              </a:rPr>
              <a:t>≡</a:t>
            </a:r>
            <a:r>
              <a:rPr lang="en-US" sz="2400" b="1" dirty="0">
                <a:solidFill>
                  <a:srgbClr val="C00000"/>
                </a:solidFill>
                <a:latin typeface="+mj-lt"/>
                <a:ea typeface="+mj-ea"/>
                <a:cs typeface="+mj-cs"/>
              </a:rPr>
              <a:t> Boolean Expressions</a:t>
            </a:r>
          </a:p>
        </p:txBody>
      </p:sp>
      <p:sp>
        <p:nvSpPr>
          <p:cNvPr id="3" name="Rectangle 1198">
            <a:extLst>
              <a:ext uri="{FF2B5EF4-FFF2-40B4-BE49-F238E27FC236}">
                <a16:creationId xmlns:a16="http://schemas.microsoft.com/office/drawing/2014/main" id="{8D4C58C4-C01B-481D-BA1D-51CB41029FF2}"/>
              </a:ext>
            </a:extLst>
          </p:cNvPr>
          <p:cNvSpPr txBox="1">
            <a:spLocks noChangeArrowheads="1"/>
          </p:cNvSpPr>
          <p:nvPr/>
        </p:nvSpPr>
        <p:spPr>
          <a:xfrm>
            <a:off x="1752600" y="1219200"/>
            <a:ext cx="8763000" cy="1143000"/>
          </a:xfrm>
          <a:prstGeom prst="rect">
            <a:avLst/>
          </a:prstGeom>
        </p:spPr>
        <p:txBody>
          <a:bodyPr/>
          <a:lstStyle/>
          <a:p>
            <a:pPr marL="342900" indent="-342900" algn="just">
              <a:lnSpc>
                <a:spcPct val="80000"/>
              </a:lnSpc>
              <a:spcBef>
                <a:spcPct val="20000"/>
              </a:spcBef>
              <a:buFont typeface="Arial" pitchFamily="34" charset="0"/>
              <a:buChar char="•"/>
              <a:defRPr/>
            </a:pPr>
            <a:r>
              <a:rPr lang="en-US" sz="2000" dirty="0">
                <a:solidFill>
                  <a:srgbClr val="2B0BB5"/>
                </a:solidFill>
              </a:rPr>
              <a:t>All logic circuits are equivalent to Boolean expressions and any </a:t>
            </a:r>
            <a:r>
              <a:rPr lang="en-US" sz="2000" dirty="0" err="1">
                <a:solidFill>
                  <a:srgbClr val="2B0BB5"/>
                </a:solidFill>
              </a:rPr>
              <a:t>boolean</a:t>
            </a:r>
            <a:r>
              <a:rPr lang="en-US" sz="2000" dirty="0">
                <a:solidFill>
                  <a:srgbClr val="2B0BB5"/>
                </a:solidFill>
              </a:rPr>
              <a:t> expression can be rendered as a logic circuit.</a:t>
            </a:r>
          </a:p>
          <a:p>
            <a:pPr marL="342900" indent="-342900" algn="just">
              <a:lnSpc>
                <a:spcPct val="80000"/>
              </a:lnSpc>
              <a:spcBef>
                <a:spcPct val="20000"/>
              </a:spcBef>
              <a:buFont typeface="Arial" pitchFamily="34" charset="0"/>
              <a:buChar char="•"/>
              <a:defRPr/>
            </a:pPr>
            <a:r>
              <a:rPr lang="en-US" sz="2000" dirty="0">
                <a:solidFill>
                  <a:srgbClr val="2B0BB5"/>
                </a:solidFill>
              </a:rPr>
              <a:t>AND-OR logic circuits are equivalent to sum-of-products form.</a:t>
            </a:r>
          </a:p>
          <a:p>
            <a:pPr marL="342900" indent="-342900" algn="just">
              <a:lnSpc>
                <a:spcPct val="80000"/>
              </a:lnSpc>
              <a:spcBef>
                <a:spcPct val="20000"/>
              </a:spcBef>
              <a:buFont typeface="Arial" pitchFamily="34" charset="0"/>
              <a:buChar char="•"/>
              <a:defRPr/>
            </a:pPr>
            <a:r>
              <a:rPr lang="en-US" sz="2000" dirty="0">
                <a:solidFill>
                  <a:srgbClr val="2B0BB5"/>
                </a:solidFill>
              </a:rPr>
              <a:t>Consider the following circuits:</a:t>
            </a:r>
          </a:p>
        </p:txBody>
      </p:sp>
      <p:grpSp>
        <p:nvGrpSpPr>
          <p:cNvPr id="86020" name="Group 21">
            <a:extLst>
              <a:ext uri="{FF2B5EF4-FFF2-40B4-BE49-F238E27FC236}">
                <a16:creationId xmlns:a16="http://schemas.microsoft.com/office/drawing/2014/main" id="{1D8BD17B-DFB8-4DC8-86BC-7ECDCEE4F8F7}"/>
              </a:ext>
            </a:extLst>
          </p:cNvPr>
          <p:cNvGrpSpPr>
            <a:grpSpLocks/>
          </p:cNvGrpSpPr>
          <p:nvPr/>
        </p:nvGrpSpPr>
        <p:grpSpPr bwMode="auto">
          <a:xfrm>
            <a:off x="1524001" y="2362200"/>
            <a:ext cx="9078207" cy="4191000"/>
            <a:chOff x="0" y="2362200"/>
            <a:chExt cx="9078207" cy="4191000"/>
          </a:xfrm>
        </p:grpSpPr>
        <p:graphicFrame>
          <p:nvGraphicFramePr>
            <p:cNvPr id="86022" name="Object 1199">
              <a:extLst>
                <a:ext uri="{FF2B5EF4-FFF2-40B4-BE49-F238E27FC236}">
                  <a16:creationId xmlns:a16="http://schemas.microsoft.com/office/drawing/2014/main" id="{6948F094-0B71-4F08-9B0D-4FE8B7200F5B}"/>
                </a:ext>
              </a:extLst>
            </p:cNvPr>
            <p:cNvGraphicFramePr>
              <a:graphicFrameLocks noChangeAspect="1"/>
            </p:cNvGraphicFramePr>
            <p:nvPr/>
          </p:nvGraphicFramePr>
          <p:xfrm>
            <a:off x="304800" y="2590800"/>
            <a:ext cx="5181600" cy="3409950"/>
          </p:xfrm>
          <a:graphic>
            <a:graphicData uri="http://schemas.openxmlformats.org/presentationml/2006/ole">
              <mc:AlternateContent xmlns:mc="http://schemas.openxmlformats.org/markup-compatibility/2006">
                <mc:Choice xmlns:v="urn:schemas-microsoft-com:vml" Requires="v">
                  <p:oleObj spid="_x0000_s13326" name="Visio" r:id="rId3" imgW="4008730" imgH="1692521" progId="Visio.Drawing.6">
                    <p:embed/>
                  </p:oleObj>
                </mc:Choice>
                <mc:Fallback>
                  <p:oleObj name="Visio" r:id="rId3" imgW="4008730" imgH="1692521" progId="Visio.Drawing.6">
                    <p:embed/>
                    <p:pic>
                      <p:nvPicPr>
                        <p:cNvPr id="86022" name="Object 1199">
                          <a:extLst>
                            <a:ext uri="{FF2B5EF4-FFF2-40B4-BE49-F238E27FC236}">
                              <a16:creationId xmlns:a16="http://schemas.microsoft.com/office/drawing/2014/main" id="{6948F094-0B71-4F08-9B0D-4FE8B7200F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590800"/>
                          <a:ext cx="51816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3" name="Text Box 1200">
              <a:extLst>
                <a:ext uri="{FF2B5EF4-FFF2-40B4-BE49-F238E27FC236}">
                  <a16:creationId xmlns:a16="http://schemas.microsoft.com/office/drawing/2014/main" id="{32265DB5-B52E-4DA9-B7C8-052542C77F2C}"/>
                </a:ext>
              </a:extLst>
            </p:cNvPr>
            <p:cNvSpPr txBox="1">
              <a:spLocks noChangeArrowheads="1"/>
            </p:cNvSpPr>
            <p:nvPr/>
          </p:nvSpPr>
          <p:spPr bwMode="auto">
            <a:xfrm>
              <a:off x="0" y="2438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A</a:t>
              </a:r>
            </a:p>
          </p:txBody>
        </p:sp>
        <p:sp>
          <p:nvSpPr>
            <p:cNvPr id="86024" name="Text Box 1201">
              <a:extLst>
                <a:ext uri="{FF2B5EF4-FFF2-40B4-BE49-F238E27FC236}">
                  <a16:creationId xmlns:a16="http://schemas.microsoft.com/office/drawing/2014/main" id="{6A307C50-3CBF-4EC3-9E75-A084DEF8282E}"/>
                </a:ext>
              </a:extLst>
            </p:cNvPr>
            <p:cNvSpPr txBox="1">
              <a:spLocks noChangeArrowheads="1"/>
            </p:cNvSpPr>
            <p:nvPr/>
          </p:nvSpPr>
          <p:spPr bwMode="auto">
            <a:xfrm>
              <a:off x="0" y="3200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C</a:t>
              </a:r>
            </a:p>
          </p:txBody>
        </p:sp>
        <p:sp>
          <p:nvSpPr>
            <p:cNvPr id="86025" name="Text Box 1202">
              <a:extLst>
                <a:ext uri="{FF2B5EF4-FFF2-40B4-BE49-F238E27FC236}">
                  <a16:creationId xmlns:a16="http://schemas.microsoft.com/office/drawing/2014/main" id="{4ECC8721-1812-4BDB-8F65-6AEC78D072FC}"/>
                </a:ext>
              </a:extLst>
            </p:cNvPr>
            <p:cNvSpPr txBox="1">
              <a:spLocks noChangeArrowheads="1"/>
            </p:cNvSpPr>
            <p:nvPr/>
          </p:nvSpPr>
          <p:spPr bwMode="auto">
            <a:xfrm>
              <a:off x="0" y="281940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B</a:t>
              </a:r>
            </a:p>
          </p:txBody>
        </p:sp>
        <p:sp>
          <p:nvSpPr>
            <p:cNvPr id="86026" name="Text Box 1203">
              <a:extLst>
                <a:ext uri="{FF2B5EF4-FFF2-40B4-BE49-F238E27FC236}">
                  <a16:creationId xmlns:a16="http://schemas.microsoft.com/office/drawing/2014/main" id="{467D770A-DF44-4600-B58D-312B274C5C37}"/>
                </a:ext>
              </a:extLst>
            </p:cNvPr>
            <p:cNvSpPr txBox="1">
              <a:spLocks noChangeArrowheads="1"/>
            </p:cNvSpPr>
            <p:nvPr/>
          </p:nvSpPr>
          <p:spPr bwMode="auto">
            <a:xfrm>
              <a:off x="4114800" y="2667000"/>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ABC</a:t>
              </a:r>
            </a:p>
          </p:txBody>
        </p:sp>
        <p:sp>
          <p:nvSpPr>
            <p:cNvPr id="86027" name="Text Box 1205">
              <a:extLst>
                <a:ext uri="{FF2B5EF4-FFF2-40B4-BE49-F238E27FC236}">
                  <a16:creationId xmlns:a16="http://schemas.microsoft.com/office/drawing/2014/main" id="{E0FFF3AC-487F-4753-9653-DF00DB0C2B76}"/>
                </a:ext>
              </a:extLst>
            </p:cNvPr>
            <p:cNvSpPr txBox="1">
              <a:spLocks noChangeArrowheads="1"/>
            </p:cNvSpPr>
            <p:nvPr/>
          </p:nvSpPr>
          <p:spPr bwMode="auto">
            <a:xfrm>
              <a:off x="3627620" y="3946160"/>
              <a:ext cx="627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AB’C</a:t>
              </a:r>
            </a:p>
          </p:txBody>
        </p:sp>
        <p:sp>
          <p:nvSpPr>
            <p:cNvPr id="86028" name="Text Box 1206">
              <a:extLst>
                <a:ext uri="{FF2B5EF4-FFF2-40B4-BE49-F238E27FC236}">
                  <a16:creationId xmlns:a16="http://schemas.microsoft.com/office/drawing/2014/main" id="{B96C86A4-E803-4ECD-8B0B-2B98A7745B36}"/>
                </a:ext>
              </a:extLst>
            </p:cNvPr>
            <p:cNvSpPr txBox="1">
              <a:spLocks noChangeArrowheads="1"/>
            </p:cNvSpPr>
            <p:nvPr/>
          </p:nvSpPr>
          <p:spPr bwMode="auto">
            <a:xfrm>
              <a:off x="3657600" y="5562600"/>
              <a:ext cx="5027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A’B</a:t>
              </a:r>
            </a:p>
          </p:txBody>
        </p:sp>
        <p:sp>
          <p:nvSpPr>
            <p:cNvPr id="86029" name="Text Box 1207">
              <a:extLst>
                <a:ext uri="{FF2B5EF4-FFF2-40B4-BE49-F238E27FC236}">
                  <a16:creationId xmlns:a16="http://schemas.microsoft.com/office/drawing/2014/main" id="{5029025C-250C-406F-9AAF-18A8F0E4EFEC}"/>
                </a:ext>
              </a:extLst>
            </p:cNvPr>
            <p:cNvSpPr txBox="1">
              <a:spLocks noChangeArrowheads="1"/>
            </p:cNvSpPr>
            <p:nvPr/>
          </p:nvSpPr>
          <p:spPr bwMode="auto">
            <a:xfrm>
              <a:off x="3962400" y="4876800"/>
              <a:ext cx="18563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Y= ABC+AB’C+A’B</a:t>
              </a:r>
            </a:p>
          </p:txBody>
        </p:sp>
        <p:sp>
          <p:nvSpPr>
            <p:cNvPr id="86030" name="Text Box 1208">
              <a:extLst>
                <a:ext uri="{FF2B5EF4-FFF2-40B4-BE49-F238E27FC236}">
                  <a16:creationId xmlns:a16="http://schemas.microsoft.com/office/drawing/2014/main" id="{2B2365AA-11BF-4C3E-A2AC-703A416255E1}"/>
                </a:ext>
              </a:extLst>
            </p:cNvPr>
            <p:cNvSpPr txBox="1">
              <a:spLocks noChangeArrowheads="1"/>
            </p:cNvSpPr>
            <p:nvPr/>
          </p:nvSpPr>
          <p:spPr bwMode="auto">
            <a:xfrm>
              <a:off x="5181600" y="4343400"/>
              <a:ext cx="304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Boolean"/>
                </a:rPr>
                <a:t>Y</a:t>
              </a:r>
            </a:p>
          </p:txBody>
        </p:sp>
        <p:grpSp>
          <p:nvGrpSpPr>
            <p:cNvPr id="86031" name="Group 1210">
              <a:extLst>
                <a:ext uri="{FF2B5EF4-FFF2-40B4-BE49-F238E27FC236}">
                  <a16:creationId xmlns:a16="http://schemas.microsoft.com/office/drawing/2014/main" id="{721A9539-5997-4F9F-AD75-56B2A4DDE913}"/>
                </a:ext>
              </a:extLst>
            </p:cNvPr>
            <p:cNvGrpSpPr>
              <a:grpSpLocks/>
            </p:cNvGrpSpPr>
            <p:nvPr/>
          </p:nvGrpSpPr>
          <p:grpSpPr bwMode="auto">
            <a:xfrm>
              <a:off x="6205538" y="3352800"/>
              <a:ext cx="2872669" cy="1247866"/>
              <a:chOff x="1094" y="1802"/>
              <a:chExt cx="3493" cy="1259"/>
            </a:xfrm>
          </p:grpSpPr>
          <p:graphicFrame>
            <p:nvGraphicFramePr>
              <p:cNvPr id="86034" name="Object 1211">
                <a:extLst>
                  <a:ext uri="{FF2B5EF4-FFF2-40B4-BE49-F238E27FC236}">
                    <a16:creationId xmlns:a16="http://schemas.microsoft.com/office/drawing/2014/main" id="{32FDDD77-5088-4EDB-8452-4087B6467791}"/>
                  </a:ext>
                </a:extLst>
              </p:cNvPr>
              <p:cNvGraphicFramePr>
                <a:graphicFrameLocks noChangeAspect="1"/>
              </p:cNvGraphicFramePr>
              <p:nvPr/>
            </p:nvGraphicFramePr>
            <p:xfrm>
              <a:off x="1488" y="1872"/>
              <a:ext cx="2639" cy="1074"/>
            </p:xfrm>
            <a:graphic>
              <a:graphicData uri="http://schemas.openxmlformats.org/presentationml/2006/ole">
                <mc:AlternateContent xmlns:mc="http://schemas.openxmlformats.org/markup-compatibility/2006">
                  <mc:Choice xmlns:v="urn:schemas-microsoft-com:vml" Requires="v">
                    <p:oleObj spid="_x0000_s13327" name="Visio" r:id="rId5" imgW="2128058" imgH="866716" progId="Visio.Drawing.6">
                      <p:embed/>
                    </p:oleObj>
                  </mc:Choice>
                  <mc:Fallback>
                    <p:oleObj name="Visio" r:id="rId5" imgW="2128058" imgH="866716" progId="Visio.Drawing.6">
                      <p:embed/>
                      <p:pic>
                        <p:nvPicPr>
                          <p:cNvPr id="86034" name="Object 1211">
                            <a:extLst>
                              <a:ext uri="{FF2B5EF4-FFF2-40B4-BE49-F238E27FC236}">
                                <a16:creationId xmlns:a16="http://schemas.microsoft.com/office/drawing/2014/main" id="{32FDDD77-5088-4EDB-8452-4087B646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872"/>
                            <a:ext cx="2639" cy="1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5" name="Text Box 1212">
                <a:extLst>
                  <a:ext uri="{FF2B5EF4-FFF2-40B4-BE49-F238E27FC236}">
                    <a16:creationId xmlns:a16="http://schemas.microsoft.com/office/drawing/2014/main" id="{DF04B4C8-7FDE-4CC6-8454-8F7A3A6356F3}"/>
                  </a:ext>
                </a:extLst>
              </p:cNvPr>
              <p:cNvSpPr txBox="1">
                <a:spLocks noChangeArrowheads="1"/>
              </p:cNvSpPr>
              <p:nvPr/>
            </p:nvSpPr>
            <p:spPr bwMode="auto">
              <a:xfrm>
                <a:off x="1094" y="1802"/>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A</a:t>
                </a:r>
              </a:p>
            </p:txBody>
          </p:sp>
          <p:sp>
            <p:nvSpPr>
              <p:cNvPr id="86036" name="Text Box 1213">
                <a:extLst>
                  <a:ext uri="{FF2B5EF4-FFF2-40B4-BE49-F238E27FC236}">
                    <a16:creationId xmlns:a16="http://schemas.microsoft.com/office/drawing/2014/main" id="{135F7127-5E33-49F0-B05E-CE0347DC3DCE}"/>
                  </a:ext>
                </a:extLst>
              </p:cNvPr>
              <p:cNvSpPr txBox="1">
                <a:spLocks noChangeArrowheads="1"/>
              </p:cNvSpPr>
              <p:nvPr/>
            </p:nvSpPr>
            <p:spPr bwMode="auto">
              <a:xfrm>
                <a:off x="1104" y="2255"/>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B</a:t>
                </a:r>
              </a:p>
            </p:txBody>
          </p:sp>
          <p:sp>
            <p:nvSpPr>
              <p:cNvPr id="86037" name="Text Box 1214">
                <a:extLst>
                  <a:ext uri="{FF2B5EF4-FFF2-40B4-BE49-F238E27FC236}">
                    <a16:creationId xmlns:a16="http://schemas.microsoft.com/office/drawing/2014/main" id="{CC1DAE1D-B065-4E45-BA9A-13DC72E63493}"/>
                  </a:ext>
                </a:extLst>
              </p:cNvPr>
              <p:cNvSpPr txBox="1">
                <a:spLocks noChangeArrowheads="1"/>
              </p:cNvSpPr>
              <p:nvPr/>
            </p:nvSpPr>
            <p:spPr bwMode="auto">
              <a:xfrm>
                <a:off x="1104" y="2688"/>
                <a:ext cx="427"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a:t>
                </a:r>
              </a:p>
            </p:txBody>
          </p:sp>
          <p:sp>
            <p:nvSpPr>
              <p:cNvPr id="86038" name="Text Box 1215">
                <a:extLst>
                  <a:ext uri="{FF2B5EF4-FFF2-40B4-BE49-F238E27FC236}">
                    <a16:creationId xmlns:a16="http://schemas.microsoft.com/office/drawing/2014/main" id="{7EE88511-4881-44E9-B8CC-8E9279A77B15}"/>
                  </a:ext>
                </a:extLst>
              </p:cNvPr>
              <p:cNvSpPr txBox="1">
                <a:spLocks noChangeArrowheads="1"/>
              </p:cNvSpPr>
              <p:nvPr/>
            </p:nvSpPr>
            <p:spPr bwMode="auto">
              <a:xfrm>
                <a:off x="4175" y="2255"/>
                <a:ext cx="412"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Y</a:t>
                </a:r>
              </a:p>
            </p:txBody>
          </p:sp>
        </p:grpSp>
        <p:sp>
          <p:nvSpPr>
            <p:cNvPr id="86032" name="Line 1216">
              <a:extLst>
                <a:ext uri="{FF2B5EF4-FFF2-40B4-BE49-F238E27FC236}">
                  <a16:creationId xmlns:a16="http://schemas.microsoft.com/office/drawing/2014/main" id="{11D210F2-8F07-4161-920C-B15C75AD58AD}"/>
                </a:ext>
              </a:extLst>
            </p:cNvPr>
            <p:cNvSpPr>
              <a:spLocks noChangeShapeType="1"/>
            </p:cNvSpPr>
            <p:nvPr/>
          </p:nvSpPr>
          <p:spPr bwMode="auto">
            <a:xfrm>
              <a:off x="6248400" y="2362200"/>
              <a:ext cx="0" cy="419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86033" name="Text Box 1220">
              <a:extLst>
                <a:ext uri="{FF2B5EF4-FFF2-40B4-BE49-F238E27FC236}">
                  <a16:creationId xmlns:a16="http://schemas.microsoft.com/office/drawing/2014/main" id="{0036577D-C358-4F88-AD3E-A7A19BD1112C}"/>
                </a:ext>
              </a:extLst>
            </p:cNvPr>
            <p:cNvSpPr txBox="1">
              <a:spLocks noChangeArrowheads="1"/>
            </p:cNvSpPr>
            <p:nvPr/>
          </p:nvSpPr>
          <p:spPr bwMode="auto">
            <a:xfrm>
              <a:off x="6537325" y="2501900"/>
              <a:ext cx="13583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C00000"/>
                  </a:solidFill>
                  <a:latin typeface="Boolean"/>
                </a:rPr>
                <a:t>Y=AB’+B’C</a:t>
              </a:r>
            </a:p>
          </p:txBody>
        </p:sp>
      </p:grpSp>
      <p:sp>
        <p:nvSpPr>
          <p:cNvPr id="86021" name="Rectangle 1">
            <a:extLst>
              <a:ext uri="{FF2B5EF4-FFF2-40B4-BE49-F238E27FC236}">
                <a16:creationId xmlns:a16="http://schemas.microsoft.com/office/drawing/2014/main" id="{7206BC57-0804-45A4-BE29-85937497E58D}"/>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
            <a:extLst>
              <a:ext uri="{FF2B5EF4-FFF2-40B4-BE49-F238E27FC236}">
                <a16:creationId xmlns:a16="http://schemas.microsoft.com/office/drawing/2014/main" id="{77416DE0-9AF3-44C5-B4A0-D2E04333C05B}"/>
              </a:ext>
            </a:extLst>
          </p:cNvPr>
          <p:cNvSpPr>
            <a:spLocks noChangeArrowheads="1"/>
          </p:cNvSpPr>
          <p:nvPr/>
        </p:nvSpPr>
        <p:spPr bwMode="auto">
          <a:xfrm>
            <a:off x="1905000" y="533400"/>
            <a:ext cx="4019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Similarly Consider a Boolean function</a:t>
            </a:r>
          </a:p>
        </p:txBody>
      </p:sp>
      <p:sp>
        <p:nvSpPr>
          <p:cNvPr id="87043" name="Rectangle 2">
            <a:extLst>
              <a:ext uri="{FF2B5EF4-FFF2-40B4-BE49-F238E27FC236}">
                <a16:creationId xmlns:a16="http://schemas.microsoft.com/office/drawing/2014/main" id="{09F72B36-C5C4-4D55-BC70-87960F0DF269}"/>
              </a:ext>
            </a:extLst>
          </p:cNvPr>
          <p:cNvSpPr>
            <a:spLocks noChangeArrowheads="1"/>
          </p:cNvSpPr>
          <p:nvPr/>
        </p:nvSpPr>
        <p:spPr bwMode="auto">
          <a:xfrm>
            <a:off x="2209800" y="85726"/>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pic>
        <p:nvPicPr>
          <p:cNvPr id="87044" name="Picture 2">
            <a:extLst>
              <a:ext uri="{FF2B5EF4-FFF2-40B4-BE49-F238E27FC236}">
                <a16:creationId xmlns:a16="http://schemas.microsoft.com/office/drawing/2014/main" id="{8FC1405D-B2F5-49A0-BE76-EEFCAC7A1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900113"/>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5" name="Rectangle 5">
            <a:extLst>
              <a:ext uri="{FF2B5EF4-FFF2-40B4-BE49-F238E27FC236}">
                <a16:creationId xmlns:a16="http://schemas.microsoft.com/office/drawing/2014/main" id="{090995C4-1CBA-439A-B2CD-EF7A98F7AB95}"/>
              </a:ext>
            </a:extLst>
          </p:cNvPr>
          <p:cNvSpPr>
            <a:spLocks noChangeArrowheads="1"/>
          </p:cNvSpPr>
          <p:nvPr/>
        </p:nvSpPr>
        <p:spPr bwMode="auto">
          <a:xfrm>
            <a:off x="1981200" y="1371600"/>
            <a:ext cx="624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Realization of this Boolean function is shown in figure below</a:t>
            </a:r>
          </a:p>
        </p:txBody>
      </p:sp>
      <p:pic>
        <p:nvPicPr>
          <p:cNvPr id="87046" name="Picture 3">
            <a:extLst>
              <a:ext uri="{FF2B5EF4-FFF2-40B4-BE49-F238E27FC236}">
                <a16:creationId xmlns:a16="http://schemas.microsoft.com/office/drawing/2014/main" id="{155802CF-C9C1-4D17-AC4A-D71EB9333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752600"/>
            <a:ext cx="6477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7" name="Rectangle 7">
            <a:extLst>
              <a:ext uri="{FF2B5EF4-FFF2-40B4-BE49-F238E27FC236}">
                <a16:creationId xmlns:a16="http://schemas.microsoft.com/office/drawing/2014/main" id="{C043E048-82B4-4394-A970-0E6554D584AF}"/>
              </a:ext>
            </a:extLst>
          </p:cNvPr>
          <p:cNvSpPr>
            <a:spLocks noChangeArrowheads="1"/>
          </p:cNvSpPr>
          <p:nvPr/>
        </p:nvSpPr>
        <p:spPr bwMode="auto">
          <a:xfrm>
            <a:off x="8534400" y="2133600"/>
            <a:ext cx="223678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Total no of gates </a:t>
            </a:r>
          </a:p>
          <a:p>
            <a:pPr eaLnBrk="1" hangingPunct="1">
              <a:spcBef>
                <a:spcPct val="0"/>
              </a:spcBef>
              <a:buFontTx/>
              <a:buNone/>
            </a:pPr>
            <a:r>
              <a:rPr lang="en-US" altLang="en-US" sz="1800">
                <a:solidFill>
                  <a:srgbClr val="C00000"/>
                </a:solidFill>
                <a:latin typeface="Arial" panose="020B0604020202020204" pitchFamily="34" charset="0"/>
              </a:rPr>
              <a:t>NOT Gate  3</a:t>
            </a:r>
          </a:p>
          <a:p>
            <a:pPr eaLnBrk="1" hangingPunct="1">
              <a:spcBef>
                <a:spcPct val="0"/>
              </a:spcBef>
              <a:buFontTx/>
              <a:buNone/>
            </a:pPr>
            <a:r>
              <a:rPr lang="en-US" altLang="en-US" sz="1800">
                <a:solidFill>
                  <a:srgbClr val="C00000"/>
                </a:solidFill>
                <a:latin typeface="Arial" panose="020B0604020202020204" pitchFamily="34" charset="0"/>
              </a:rPr>
              <a:t>AND Gate  5</a:t>
            </a:r>
          </a:p>
          <a:p>
            <a:pPr eaLnBrk="1" hangingPunct="1">
              <a:spcBef>
                <a:spcPct val="0"/>
              </a:spcBef>
              <a:buFontTx/>
              <a:buNone/>
            </a:pPr>
            <a:r>
              <a:rPr lang="en-US" altLang="en-US" sz="1800">
                <a:solidFill>
                  <a:srgbClr val="C00000"/>
                </a:solidFill>
                <a:latin typeface="Arial" panose="020B0604020202020204" pitchFamily="34" charset="0"/>
              </a:rPr>
              <a:t>OR   Gate  1 </a:t>
            </a:r>
          </a:p>
          <a:p>
            <a:pPr eaLnBrk="1" hangingPunct="1">
              <a:spcBef>
                <a:spcPct val="0"/>
              </a:spcBef>
              <a:buFontTx/>
              <a:buNone/>
            </a:pPr>
            <a:r>
              <a:rPr lang="en-US" altLang="en-US" sz="1800">
                <a:solidFill>
                  <a:srgbClr val="C00000"/>
                </a:solidFill>
                <a:latin typeface="Arial" panose="020B0604020202020204" pitchFamily="34" charset="0"/>
              </a:rPr>
              <a:t>--------------------</a:t>
            </a:r>
          </a:p>
          <a:p>
            <a:pPr eaLnBrk="1" hangingPunct="1">
              <a:spcBef>
                <a:spcPct val="0"/>
              </a:spcBef>
              <a:buFontTx/>
              <a:buNone/>
            </a:pPr>
            <a:r>
              <a:rPr lang="en-US" altLang="en-US" sz="1800" b="1">
                <a:solidFill>
                  <a:srgbClr val="7030A0"/>
                </a:solidFill>
                <a:latin typeface="Arial" panose="020B0604020202020204" pitchFamily="34" charset="0"/>
              </a:rPr>
              <a:t>                  9 Gates </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38416B8-39CD-42A0-889B-CC65748E3133}"/>
                  </a:ext>
                </a:extLst>
              </p14:cNvPr>
              <p14:cNvContentPartPr/>
              <p14:nvPr/>
            </p14:nvContentPartPr>
            <p14:xfrm>
              <a:off x="9898200" y="665640"/>
              <a:ext cx="1968120" cy="2369160"/>
            </p14:xfrm>
          </p:contentPart>
        </mc:Choice>
        <mc:Fallback>
          <p:pic>
            <p:nvPicPr>
              <p:cNvPr id="2" name="Ink 1">
                <a:extLst>
                  <a:ext uri="{FF2B5EF4-FFF2-40B4-BE49-F238E27FC236}">
                    <a16:creationId xmlns:a16="http://schemas.microsoft.com/office/drawing/2014/main" id="{E38416B8-39CD-42A0-889B-CC65748E3133}"/>
                  </a:ext>
                </a:extLst>
              </p:cNvPr>
              <p:cNvPicPr/>
              <p:nvPr/>
            </p:nvPicPr>
            <p:blipFill>
              <a:blip r:embed="rId5"/>
              <a:stretch>
                <a:fillRect/>
              </a:stretch>
            </p:blipFill>
            <p:spPr>
              <a:xfrm>
                <a:off x="9888840" y="656280"/>
                <a:ext cx="1986840" cy="2387880"/>
              </a:xfrm>
              <a:prstGeom prst="rect">
                <a:avLst/>
              </a:prstGeom>
            </p:spPr>
          </p:pic>
        </mc:Fallback>
      </mc:AlternateContent>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
            <a:extLst>
              <a:ext uri="{FF2B5EF4-FFF2-40B4-BE49-F238E27FC236}">
                <a16:creationId xmlns:a16="http://schemas.microsoft.com/office/drawing/2014/main" id="{E934C685-34AB-420C-827A-DDF24DD48A0F}"/>
              </a:ext>
            </a:extLst>
          </p:cNvPr>
          <p:cNvSpPr>
            <a:spLocks noChangeArrowheads="1"/>
          </p:cNvSpPr>
          <p:nvPr/>
        </p:nvSpPr>
        <p:spPr bwMode="auto">
          <a:xfrm>
            <a:off x="1828800" y="544514"/>
            <a:ext cx="883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C00000"/>
                </a:solidFill>
                <a:latin typeface="Arial" panose="020B0604020202020204" pitchFamily="34" charset="0"/>
              </a:rPr>
              <a:t>If we use of Boolean algebra in getting the minimal Boolean function as given below:</a:t>
            </a:r>
          </a:p>
        </p:txBody>
      </p:sp>
      <p:sp>
        <p:nvSpPr>
          <p:cNvPr id="88067" name="Rectangle 2">
            <a:extLst>
              <a:ext uri="{FF2B5EF4-FFF2-40B4-BE49-F238E27FC236}">
                <a16:creationId xmlns:a16="http://schemas.microsoft.com/office/drawing/2014/main" id="{A2AE2730-670C-4378-A4F9-885E56301821}"/>
              </a:ext>
            </a:extLst>
          </p:cNvPr>
          <p:cNvSpPr>
            <a:spLocks noChangeArrowheads="1"/>
          </p:cNvSpPr>
          <p:nvPr/>
        </p:nvSpPr>
        <p:spPr bwMode="auto">
          <a:xfrm>
            <a:off x="2209800" y="1"/>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Realization of Boolean Function Using Gates</a:t>
            </a:r>
            <a:endParaRPr lang="en-US" altLang="en-US" sz="2800" u="sng">
              <a:solidFill>
                <a:srgbClr val="FF0000"/>
              </a:solidFill>
              <a:latin typeface="Arial" panose="020B0604020202020204" pitchFamily="34" charset="0"/>
            </a:endParaRPr>
          </a:p>
        </p:txBody>
      </p:sp>
      <p:pic>
        <p:nvPicPr>
          <p:cNvPr id="88068" name="Picture 2">
            <a:extLst>
              <a:ext uri="{FF2B5EF4-FFF2-40B4-BE49-F238E27FC236}">
                <a16:creationId xmlns:a16="http://schemas.microsoft.com/office/drawing/2014/main" id="{C8F3FC8E-06FE-4735-A4A1-2F25786226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644"/>
          <a:stretch>
            <a:fillRect/>
          </a:stretch>
        </p:blipFill>
        <p:spPr bwMode="auto">
          <a:xfrm>
            <a:off x="1752600" y="990600"/>
            <a:ext cx="4724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5DBA7C6-83F9-4457-B0EB-3688A6149A9E}"/>
              </a:ext>
            </a:extLst>
          </p:cNvPr>
          <p:cNvSpPr/>
          <p:nvPr/>
        </p:nvSpPr>
        <p:spPr>
          <a:xfrm>
            <a:off x="1828800" y="3897314"/>
            <a:ext cx="8534400" cy="2586037"/>
          </a:xfrm>
          <a:prstGeom prst="rect">
            <a:avLst/>
          </a:prstGeom>
        </p:spPr>
        <p:txBody>
          <a:bodyPr>
            <a:spAutoFit/>
          </a:bodyPr>
          <a:lstStyle/>
          <a:p>
            <a:pPr eaLnBrk="1" hangingPunct="1">
              <a:buFont typeface="Wingdings" pitchFamily="2" charset="2"/>
              <a:buChar char="Ø"/>
              <a:defRPr/>
            </a:pPr>
            <a:r>
              <a:rPr lang="en-US" dirty="0">
                <a:solidFill>
                  <a:srgbClr val="C00000"/>
                </a:solidFill>
                <a:latin typeface="Arial" charset="0"/>
              </a:rPr>
              <a:t>This reduced Boolean function need to have only three gates</a:t>
            </a:r>
          </a:p>
          <a:p>
            <a:pPr eaLnBrk="1" hangingPunct="1">
              <a:buFont typeface="Wingdings" pitchFamily="2" charset="2"/>
              <a:buChar char="Ø"/>
              <a:defRPr/>
            </a:pPr>
            <a:r>
              <a:rPr lang="en-US" dirty="0">
                <a:solidFill>
                  <a:srgbClr val="2B0BB5"/>
                </a:solidFill>
                <a:latin typeface="Arial" charset="0"/>
              </a:rPr>
              <a:t> It is clear form the above discussion that </a:t>
            </a:r>
            <a:r>
              <a:rPr lang="en-US" dirty="0">
                <a:solidFill>
                  <a:srgbClr val="FF0000"/>
                </a:solidFill>
                <a:latin typeface="Arial" charset="0"/>
              </a:rPr>
              <a:t>the minimized Boolean function </a:t>
            </a:r>
            <a:r>
              <a:rPr lang="en-US" b="1" u="sng" dirty="0">
                <a:solidFill>
                  <a:srgbClr val="FF0000"/>
                </a:solidFill>
                <a:latin typeface="Arial" charset="0"/>
              </a:rPr>
              <a:t>needs</a:t>
            </a:r>
          </a:p>
          <a:p>
            <a:pPr eaLnBrk="1" hangingPunct="1">
              <a:defRPr/>
            </a:pPr>
            <a:r>
              <a:rPr lang="en-US" b="1" dirty="0">
                <a:solidFill>
                  <a:srgbClr val="FF0000"/>
                </a:solidFill>
                <a:latin typeface="Arial" charset="0"/>
              </a:rPr>
              <a:t>    </a:t>
            </a:r>
            <a:r>
              <a:rPr lang="en-US" b="1" u="sng" dirty="0">
                <a:solidFill>
                  <a:srgbClr val="FF0000"/>
                </a:solidFill>
                <a:latin typeface="Arial" charset="0"/>
              </a:rPr>
              <a:t>less number of gates </a:t>
            </a:r>
            <a:r>
              <a:rPr lang="en-US" dirty="0">
                <a:solidFill>
                  <a:srgbClr val="FF0000"/>
                </a:solidFill>
                <a:latin typeface="Arial" charset="0"/>
              </a:rPr>
              <a:t>for the realization</a:t>
            </a:r>
            <a:r>
              <a:rPr lang="en-US" dirty="0">
                <a:solidFill>
                  <a:srgbClr val="2B0BB5"/>
                </a:solidFill>
                <a:latin typeface="Arial" charset="0"/>
              </a:rPr>
              <a:t>. </a:t>
            </a:r>
          </a:p>
          <a:p>
            <a:pPr eaLnBrk="1" hangingPunct="1">
              <a:buFont typeface="Wingdings" pitchFamily="2" charset="2"/>
              <a:buChar char="Ø"/>
              <a:defRPr/>
            </a:pPr>
            <a:r>
              <a:rPr lang="en-US" b="1" dirty="0">
                <a:solidFill>
                  <a:srgbClr val="FF0000"/>
                </a:solidFill>
                <a:latin typeface="Arial" charset="0"/>
              </a:rPr>
              <a:t>This signifies the importance of Boolean algebra</a:t>
            </a:r>
            <a:r>
              <a:rPr lang="en-US" dirty="0">
                <a:solidFill>
                  <a:srgbClr val="2B0BB5"/>
                </a:solidFill>
                <a:latin typeface="Arial" charset="0"/>
              </a:rPr>
              <a:t>.</a:t>
            </a:r>
          </a:p>
          <a:p>
            <a:pPr eaLnBrk="1" hangingPunct="1">
              <a:defRPr/>
            </a:pPr>
            <a:endParaRPr lang="en-US" dirty="0">
              <a:solidFill>
                <a:srgbClr val="2B0BB5"/>
              </a:solidFill>
              <a:latin typeface="Arial" charset="0"/>
            </a:endParaRPr>
          </a:p>
          <a:p>
            <a:pPr eaLnBrk="1" hangingPunct="1">
              <a:defRPr/>
            </a:pPr>
            <a:r>
              <a:rPr lang="en-US" dirty="0">
                <a:solidFill>
                  <a:srgbClr val="2B0BB5"/>
                </a:solidFill>
                <a:latin typeface="Arial" charset="0"/>
              </a:rPr>
              <a:t>The </a:t>
            </a:r>
            <a:r>
              <a:rPr lang="en-US" b="1" dirty="0">
                <a:solidFill>
                  <a:srgbClr val="2B0BB5"/>
                </a:solidFill>
                <a:latin typeface="Arial" charset="0"/>
              </a:rPr>
              <a:t>minimized functions</a:t>
            </a:r>
            <a:endParaRPr lang="en-US" dirty="0">
              <a:solidFill>
                <a:srgbClr val="2B0BB5"/>
              </a:solidFill>
              <a:latin typeface="Arial" charset="0"/>
            </a:endParaRPr>
          </a:p>
          <a:p>
            <a:pPr marL="225425">
              <a:buFont typeface="Wingdings" pitchFamily="2" charset="2"/>
              <a:buChar char="§"/>
              <a:defRPr/>
            </a:pPr>
            <a:r>
              <a:rPr lang="en-US" dirty="0">
                <a:solidFill>
                  <a:srgbClr val="2B0BB5"/>
                </a:solidFill>
                <a:latin typeface="Arial" charset="0"/>
              </a:rPr>
              <a:t>    </a:t>
            </a:r>
            <a:r>
              <a:rPr lang="en-US" dirty="0">
                <a:solidFill>
                  <a:srgbClr val="C00000"/>
                </a:solidFill>
                <a:latin typeface="Arial" charset="0"/>
              </a:rPr>
              <a:t>help in reducing the number of gates</a:t>
            </a:r>
          </a:p>
          <a:p>
            <a:pPr marL="225425">
              <a:buFont typeface="Wingdings" pitchFamily="2" charset="2"/>
              <a:buChar char="§"/>
              <a:defRPr/>
            </a:pPr>
            <a:r>
              <a:rPr lang="en-US" dirty="0">
                <a:solidFill>
                  <a:srgbClr val="C00000"/>
                </a:solidFill>
                <a:latin typeface="Arial" charset="0"/>
              </a:rPr>
              <a:t>    increase the reliability of the circuit and </a:t>
            </a:r>
          </a:p>
          <a:p>
            <a:pPr marL="225425">
              <a:buFont typeface="Wingdings" pitchFamily="2" charset="2"/>
              <a:buChar char="§"/>
              <a:defRPr/>
            </a:pPr>
            <a:r>
              <a:rPr lang="en-US" dirty="0">
                <a:solidFill>
                  <a:srgbClr val="C00000"/>
                </a:solidFill>
                <a:latin typeface="Arial" charset="0"/>
              </a:rPr>
              <a:t>    increase speed of operation</a:t>
            </a:r>
          </a:p>
        </p:txBody>
      </p:sp>
      <p:pic>
        <p:nvPicPr>
          <p:cNvPr id="88070" name="Picture 3">
            <a:extLst>
              <a:ext uri="{FF2B5EF4-FFF2-40B4-BE49-F238E27FC236}">
                <a16:creationId xmlns:a16="http://schemas.microsoft.com/office/drawing/2014/main" id="{413B46C3-7906-4A08-B1E7-05025213C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1288" y="990600"/>
            <a:ext cx="4038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Rectangle 6">
            <a:extLst>
              <a:ext uri="{FF2B5EF4-FFF2-40B4-BE49-F238E27FC236}">
                <a16:creationId xmlns:a16="http://schemas.microsoft.com/office/drawing/2014/main" id="{F139390A-109E-4587-BF95-AF75AB920F5A}"/>
              </a:ext>
            </a:extLst>
          </p:cNvPr>
          <p:cNvSpPr>
            <a:spLocks noChangeArrowheads="1"/>
          </p:cNvSpPr>
          <p:nvPr/>
        </p:nvSpPr>
        <p:spPr bwMode="auto">
          <a:xfrm>
            <a:off x="9067800" y="2438400"/>
            <a:ext cx="16002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400" b="1" u="sng">
                <a:solidFill>
                  <a:srgbClr val="FF0000"/>
                </a:solidFill>
                <a:latin typeface="Arial" panose="020B0604020202020204" pitchFamily="34" charset="0"/>
              </a:rPr>
              <a:t>Total no of gates </a:t>
            </a:r>
          </a:p>
          <a:p>
            <a:pPr eaLnBrk="1" hangingPunct="1">
              <a:spcBef>
                <a:spcPct val="0"/>
              </a:spcBef>
              <a:buFontTx/>
              <a:buNone/>
            </a:pPr>
            <a:r>
              <a:rPr lang="en-US" altLang="en-US" sz="1400">
                <a:solidFill>
                  <a:srgbClr val="C00000"/>
                </a:solidFill>
                <a:latin typeface="Arial" panose="020B0604020202020204" pitchFamily="34" charset="0"/>
              </a:rPr>
              <a:t>NOT Gate  1</a:t>
            </a:r>
          </a:p>
          <a:p>
            <a:pPr eaLnBrk="1" hangingPunct="1">
              <a:spcBef>
                <a:spcPct val="0"/>
              </a:spcBef>
              <a:buFontTx/>
              <a:buNone/>
            </a:pPr>
            <a:r>
              <a:rPr lang="en-US" altLang="en-US" sz="1400">
                <a:solidFill>
                  <a:srgbClr val="C00000"/>
                </a:solidFill>
                <a:latin typeface="Arial" panose="020B0604020202020204" pitchFamily="34" charset="0"/>
              </a:rPr>
              <a:t>AND Gate  1</a:t>
            </a:r>
          </a:p>
          <a:p>
            <a:pPr eaLnBrk="1" hangingPunct="1">
              <a:spcBef>
                <a:spcPct val="0"/>
              </a:spcBef>
              <a:buFontTx/>
              <a:buNone/>
            </a:pPr>
            <a:r>
              <a:rPr lang="en-US" altLang="en-US" sz="1400">
                <a:solidFill>
                  <a:srgbClr val="C00000"/>
                </a:solidFill>
                <a:latin typeface="Arial" panose="020B0604020202020204" pitchFamily="34" charset="0"/>
              </a:rPr>
              <a:t>OR   Gate  1 </a:t>
            </a:r>
          </a:p>
          <a:p>
            <a:pPr eaLnBrk="1" hangingPunct="1">
              <a:spcBef>
                <a:spcPct val="0"/>
              </a:spcBef>
              <a:buFontTx/>
              <a:buNone/>
            </a:pPr>
            <a:r>
              <a:rPr lang="en-US" altLang="en-US" sz="1400" b="1">
                <a:solidFill>
                  <a:srgbClr val="7030A0"/>
                </a:solidFill>
                <a:latin typeface="Arial" panose="020B0604020202020204" pitchFamily="34" charset="0"/>
              </a:rPr>
              <a:t>Total : 3 Gates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2BE5996-B912-47A7-89C9-C8ACB46441A1}"/>
              </a:ext>
            </a:extLst>
          </p:cNvPr>
          <p:cNvSpPr txBox="1">
            <a:spLocks noChangeArrowheads="1"/>
          </p:cNvSpPr>
          <p:nvPr/>
        </p:nvSpPr>
        <p:spPr>
          <a:xfrm>
            <a:off x="1728788" y="1"/>
            <a:ext cx="8729662" cy="620713"/>
          </a:xfrm>
          <a:prstGeom prst="rect">
            <a:avLst/>
          </a:prstGeom>
          <a:noFill/>
          <a:ln/>
        </p:spPr>
        <p:txBody>
          <a:bodyPr wrap="none"/>
          <a:lstStyle/>
          <a:p>
            <a:pPr algn="ctr">
              <a:defRPr/>
            </a:pPr>
            <a:r>
              <a:rPr lang="en-US" sz="4400" u="sng" dirty="0">
                <a:solidFill>
                  <a:srgbClr val="FF0000"/>
                </a:solidFill>
                <a:latin typeface="+mj-lt"/>
                <a:ea typeface="+mj-ea"/>
                <a:cs typeface="+mj-cs"/>
              </a:rPr>
              <a:t>Advantages for Logic Minimization</a:t>
            </a:r>
          </a:p>
        </p:txBody>
      </p:sp>
      <p:sp>
        <p:nvSpPr>
          <p:cNvPr id="89091" name="Rectangle 4">
            <a:extLst>
              <a:ext uri="{FF2B5EF4-FFF2-40B4-BE49-F238E27FC236}">
                <a16:creationId xmlns:a16="http://schemas.microsoft.com/office/drawing/2014/main" id="{54CBE316-B771-41D8-AEC7-25B78BD151D1}"/>
              </a:ext>
            </a:extLst>
          </p:cNvPr>
          <p:cNvSpPr>
            <a:spLocks noChangeArrowheads="1"/>
          </p:cNvSpPr>
          <p:nvPr/>
        </p:nvSpPr>
        <p:spPr bwMode="auto">
          <a:xfrm>
            <a:off x="3632200" y="1473201"/>
            <a:ext cx="4978400" cy="1458913"/>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literals (gate inputs)</a:t>
            </a:r>
          </a:p>
          <a:p>
            <a:pPr>
              <a:lnSpc>
                <a:spcPct val="85000"/>
              </a:lnSpc>
              <a:spcBef>
                <a:spcPts val="100"/>
              </a:spcBef>
              <a:spcAft>
                <a:spcPts val="100"/>
              </a:spcAft>
              <a:buNone/>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gates</a:t>
            </a:r>
          </a:p>
          <a:p>
            <a:pPr>
              <a:lnSpc>
                <a:spcPct val="85000"/>
              </a:lnSpc>
              <a:spcBef>
                <a:spcPts val="100"/>
              </a:spcBef>
              <a:spcAft>
                <a:spcPts val="100"/>
              </a:spcAft>
              <a:buNone/>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None/>
            </a:pPr>
            <a:r>
              <a:rPr lang="en-US" altLang="en-US" sz="2000" b="1">
                <a:solidFill>
                  <a:srgbClr val="2B0BB5"/>
                </a:solidFill>
                <a:latin typeface="Arial" panose="020B0604020202020204" pitchFamily="34" charset="0"/>
              </a:rPr>
              <a:t>•  reduce number of levels of gates</a:t>
            </a:r>
          </a:p>
        </p:txBody>
      </p:sp>
      <p:sp>
        <p:nvSpPr>
          <p:cNvPr id="89092" name="Rectangle 5">
            <a:extLst>
              <a:ext uri="{FF2B5EF4-FFF2-40B4-BE49-F238E27FC236}">
                <a16:creationId xmlns:a16="http://schemas.microsoft.com/office/drawing/2014/main" id="{57CB7F75-E58E-4942-8802-15C92E7F4E58}"/>
              </a:ext>
            </a:extLst>
          </p:cNvPr>
          <p:cNvSpPr>
            <a:spLocks noChangeArrowheads="1"/>
          </p:cNvSpPr>
          <p:nvPr/>
        </p:nvSpPr>
        <p:spPr bwMode="auto">
          <a:xfrm>
            <a:off x="1803401" y="3124201"/>
            <a:ext cx="8620125" cy="293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fewer inputs </a:t>
            </a:r>
            <a:r>
              <a:rPr lang="en-US" altLang="en-US" sz="2000" b="1">
                <a:solidFill>
                  <a:srgbClr val="2B0BB5"/>
                </a:solidFill>
                <a:latin typeface="Arial" panose="020B0604020202020204" pitchFamily="34" charset="0"/>
              </a:rPr>
              <a:t>implies </a:t>
            </a:r>
            <a:r>
              <a:rPr lang="en-US" altLang="en-US" sz="2000" b="1">
                <a:solidFill>
                  <a:srgbClr val="C00000"/>
                </a:solidFill>
                <a:latin typeface="Arial" panose="020B0604020202020204" pitchFamily="34" charset="0"/>
              </a:rPr>
              <a:t>faster gates </a:t>
            </a:r>
            <a:r>
              <a:rPr lang="en-US" altLang="en-US" sz="2000" b="1">
                <a:solidFill>
                  <a:srgbClr val="2B0BB5"/>
                </a:solidFill>
                <a:latin typeface="Arial" panose="020B0604020202020204" pitchFamily="34" charset="0"/>
              </a:rPr>
              <a:t>in some technologies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C00000"/>
                </a:solidFill>
                <a:latin typeface="Arial" panose="020B0604020202020204" pitchFamily="34" charset="0"/>
              </a:rPr>
              <a:t>fan-ins</a:t>
            </a:r>
            <a:r>
              <a:rPr lang="en-US" altLang="en-US" sz="2000" b="1">
                <a:solidFill>
                  <a:srgbClr val="2B0BB5"/>
                </a:solidFill>
                <a:latin typeface="Arial" panose="020B0604020202020204" pitchFamily="34" charset="0"/>
              </a:rPr>
              <a:t> (number of gate inputs) </a:t>
            </a:r>
            <a:r>
              <a:rPr lang="en-US" altLang="en-US" sz="2000" b="1">
                <a:solidFill>
                  <a:srgbClr val="C00000"/>
                </a:solidFill>
                <a:latin typeface="Arial" panose="020B0604020202020204" pitchFamily="34" charset="0"/>
              </a:rPr>
              <a:t>are limited </a:t>
            </a:r>
            <a:r>
              <a:rPr lang="en-US" altLang="en-US" sz="2000" b="1">
                <a:solidFill>
                  <a:srgbClr val="2B0BB5"/>
                </a:solidFill>
                <a:latin typeface="Arial" panose="020B0604020202020204" pitchFamily="34" charset="0"/>
              </a:rPr>
              <a:t>in some technologies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fewer levels of gates </a:t>
            </a:r>
            <a:r>
              <a:rPr lang="en-US" altLang="en-US" sz="2000" b="1">
                <a:solidFill>
                  <a:srgbClr val="2B0BB5"/>
                </a:solidFill>
                <a:latin typeface="Arial" panose="020B0604020202020204" pitchFamily="34" charset="0"/>
              </a:rPr>
              <a:t>implies </a:t>
            </a:r>
            <a:r>
              <a:rPr lang="en-US" altLang="en-US" sz="2000" b="1">
                <a:solidFill>
                  <a:srgbClr val="C00000"/>
                </a:solidFill>
                <a:latin typeface="Arial" panose="020B0604020202020204" pitchFamily="34" charset="0"/>
              </a:rPr>
              <a:t>reduced signal propagation delays</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minimum delay configuration typically requires more gates </a:t>
            </a:r>
          </a:p>
          <a:p>
            <a:pPr>
              <a:lnSpc>
                <a:spcPct val="85000"/>
              </a:lnSpc>
              <a:spcBef>
                <a:spcPts val="100"/>
              </a:spcBef>
              <a:spcAft>
                <a:spcPts val="100"/>
              </a:spcAft>
              <a:buFontTx/>
              <a:buChar char="•"/>
            </a:pPr>
            <a:endParaRPr lang="en-US" altLang="en-US" sz="2000" b="1">
              <a:solidFill>
                <a:srgbClr val="2B0BB5"/>
              </a:solidFill>
              <a:latin typeface="Arial" panose="020B0604020202020204" pitchFamily="34" charset="0"/>
            </a:endParaRPr>
          </a:p>
          <a:p>
            <a:pPr>
              <a:lnSpc>
                <a:spcPct val="85000"/>
              </a:lnSpc>
              <a:spcBef>
                <a:spcPts val="100"/>
              </a:spcBef>
              <a:spcAft>
                <a:spcPts val="100"/>
              </a:spcAft>
              <a:buFontTx/>
              <a:buChar char="•"/>
            </a:pPr>
            <a:r>
              <a:rPr lang="en-US" altLang="en-US" sz="2000" b="1">
                <a:solidFill>
                  <a:srgbClr val="2B0BB5"/>
                </a:solidFill>
                <a:latin typeface="Arial" panose="020B0604020202020204" pitchFamily="34" charset="0"/>
              </a:rPr>
              <a:t>  </a:t>
            </a:r>
            <a:r>
              <a:rPr lang="en-US" altLang="en-US" sz="2000" b="1">
                <a:solidFill>
                  <a:srgbClr val="FF0000"/>
                </a:solidFill>
                <a:latin typeface="Arial" panose="020B0604020202020204" pitchFamily="34" charset="0"/>
              </a:rPr>
              <a:t>number of gates </a:t>
            </a:r>
            <a:r>
              <a:rPr lang="en-US" altLang="en-US" sz="2000" b="1">
                <a:solidFill>
                  <a:srgbClr val="2B0BB5"/>
                </a:solidFill>
                <a:latin typeface="Arial" panose="020B0604020202020204" pitchFamily="34" charset="0"/>
              </a:rPr>
              <a:t>(or gate packages) </a:t>
            </a:r>
            <a:r>
              <a:rPr lang="en-US" altLang="en-US" sz="2000" b="1">
                <a:solidFill>
                  <a:srgbClr val="C00000"/>
                </a:solidFill>
                <a:latin typeface="Arial" panose="020B0604020202020204" pitchFamily="34" charset="0"/>
              </a:rPr>
              <a:t>influences manufacturing costs</a:t>
            </a:r>
          </a:p>
          <a:p>
            <a:pPr eaLnBrk="1" hangingPunct="1">
              <a:spcBef>
                <a:spcPct val="0"/>
              </a:spcBef>
              <a:buFontTx/>
              <a:buChar char="•"/>
            </a:pPr>
            <a:endParaRPr lang="en-US" altLang="en-US" sz="2000" b="1">
              <a:latin typeface="Arial" panose="020B0604020202020204" pitchFamily="34" charset="0"/>
            </a:endParaRPr>
          </a:p>
        </p:txBody>
      </p:sp>
      <p:sp>
        <p:nvSpPr>
          <p:cNvPr id="89093" name="Rectangle 5">
            <a:extLst>
              <a:ext uri="{FF2B5EF4-FFF2-40B4-BE49-F238E27FC236}">
                <a16:creationId xmlns:a16="http://schemas.microsoft.com/office/drawing/2014/main" id="{5F1F5C05-4CD0-4018-9B9F-884F2CB90335}"/>
              </a:ext>
            </a:extLst>
          </p:cNvPr>
          <p:cNvSpPr>
            <a:spLocks noChangeArrowheads="1"/>
          </p:cNvSpPr>
          <p:nvPr/>
        </p:nvSpPr>
        <p:spPr bwMode="auto">
          <a:xfrm>
            <a:off x="1752600" y="990600"/>
            <a:ext cx="8229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lnSpc>
                <a:spcPct val="85000"/>
              </a:lnSpc>
              <a:spcBef>
                <a:spcPts val="100"/>
              </a:spcBef>
              <a:spcAft>
                <a:spcPts val="100"/>
              </a:spcAft>
              <a:buNone/>
            </a:pPr>
            <a:r>
              <a:rPr lang="en-US" altLang="en-US" sz="2400" b="1">
                <a:solidFill>
                  <a:srgbClr val="C00000"/>
                </a:solidFill>
                <a:latin typeface="Arial" panose="020B0604020202020204" pitchFamily="34" charset="0"/>
              </a:rPr>
              <a:t>Reduce complexity of the gate level implementation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79D61909-21E2-48AF-B6F1-11A720A5C008}"/>
              </a:ext>
            </a:extLst>
          </p:cNvPr>
          <p:cNvSpPr txBox="1">
            <a:spLocks noChangeArrowheads="1"/>
          </p:cNvSpPr>
          <p:nvPr/>
        </p:nvSpPr>
        <p:spPr>
          <a:xfrm>
            <a:off x="1676400" y="609600"/>
            <a:ext cx="8839200" cy="5867400"/>
          </a:xfrm>
          <a:prstGeom prst="rect">
            <a:avLst/>
          </a:prstGeom>
        </p:spPr>
        <p:txBody>
          <a:bodyPr/>
          <a:lstStyle/>
          <a:p>
            <a:pPr marL="342900" indent="-342900" algn="just">
              <a:spcBef>
                <a:spcPct val="20000"/>
              </a:spcBef>
              <a:defRPr/>
            </a:pPr>
            <a:r>
              <a:rPr lang="en-US" altLang="en-US" sz="2800" dirty="0">
                <a:solidFill>
                  <a:srgbClr val="2B0BB5"/>
                </a:solidFill>
              </a:rPr>
              <a:t>There are </a:t>
            </a:r>
            <a:r>
              <a:rPr lang="en-US" altLang="en-US" sz="2800" b="1" dirty="0">
                <a:solidFill>
                  <a:srgbClr val="FF0000"/>
                </a:solidFill>
              </a:rPr>
              <a:t>two general categories</a:t>
            </a:r>
            <a:r>
              <a:rPr lang="en-US" altLang="en-US" sz="2400" b="1" dirty="0">
                <a:solidFill>
                  <a:srgbClr val="FF0000"/>
                </a:solidFill>
              </a:rPr>
              <a:t> </a:t>
            </a:r>
            <a:r>
              <a:rPr lang="en-US" altLang="en-US" sz="2800" b="1" dirty="0">
                <a:solidFill>
                  <a:srgbClr val="FF0000"/>
                </a:solidFill>
              </a:rPr>
              <a:t>of Digital Circuits</a:t>
            </a:r>
          </a:p>
          <a:p>
            <a:pPr marL="342900" indent="-342900" algn="just">
              <a:spcBef>
                <a:spcPct val="20000"/>
              </a:spcBef>
              <a:defRPr/>
            </a:pPr>
            <a:r>
              <a:rPr lang="en-US" altLang="en-US" sz="2400" b="1" dirty="0">
                <a:solidFill>
                  <a:srgbClr val="C00000"/>
                </a:solidFill>
              </a:rPr>
              <a:t>      (</a:t>
            </a:r>
            <a:r>
              <a:rPr lang="en-US" altLang="en-US" sz="2400" b="1" dirty="0" err="1">
                <a:solidFill>
                  <a:srgbClr val="C00000"/>
                </a:solidFill>
              </a:rPr>
              <a:t>i</a:t>
            </a:r>
            <a:r>
              <a:rPr lang="en-US" altLang="en-US" sz="2400" b="1" dirty="0">
                <a:solidFill>
                  <a:srgbClr val="C00000"/>
                </a:solidFill>
              </a:rPr>
              <a:t>). </a:t>
            </a:r>
            <a:r>
              <a:rPr lang="en-US" altLang="en-US" sz="2400" b="1" dirty="0">
                <a:solidFill>
                  <a:srgbClr val="C00000"/>
                </a:solidFill>
                <a:latin typeface="Arial" charset="0"/>
              </a:rPr>
              <a:t>combinational circuit</a:t>
            </a:r>
            <a:endParaRPr lang="en-US" altLang="en-US" sz="2400" b="1" dirty="0">
              <a:solidFill>
                <a:srgbClr val="C00000"/>
              </a:solidFill>
            </a:endParaRPr>
          </a:p>
          <a:p>
            <a:pPr marL="342900" indent="-342900" algn="just">
              <a:spcBef>
                <a:spcPct val="20000"/>
              </a:spcBef>
              <a:defRPr/>
            </a:pPr>
            <a:r>
              <a:rPr lang="en-US" altLang="en-US" sz="2400" b="1" dirty="0">
                <a:solidFill>
                  <a:srgbClr val="C00000"/>
                </a:solidFill>
              </a:rPr>
              <a:t>      (ii)</a:t>
            </a:r>
            <a:r>
              <a:rPr lang="en-US" altLang="en-US" sz="2400" b="1" dirty="0">
                <a:solidFill>
                  <a:srgbClr val="C00000"/>
                </a:solidFill>
                <a:latin typeface="Arial" charset="0"/>
              </a:rPr>
              <a:t> sequential circuit</a:t>
            </a:r>
            <a:endParaRPr lang="en-US" altLang="en-US" sz="2400" b="1" dirty="0">
              <a:solidFill>
                <a:srgbClr val="C00000"/>
              </a:solidFill>
            </a:endParaRPr>
          </a:p>
          <a:p>
            <a:pPr marL="742950" lvl="1" indent="-285750" algn="just">
              <a:spcBef>
                <a:spcPct val="20000"/>
              </a:spcBef>
              <a:buFont typeface="Arial" charset="0"/>
              <a:buChar char="–"/>
              <a:defRPr/>
            </a:pPr>
            <a:r>
              <a:rPr lang="en-US" altLang="en-US" sz="2400" dirty="0">
                <a:solidFill>
                  <a:srgbClr val="2B0BB5"/>
                </a:solidFill>
              </a:rPr>
              <a:t>In a </a:t>
            </a:r>
            <a:r>
              <a:rPr lang="en-US" altLang="en-US" sz="2400" b="1" dirty="0">
                <a:solidFill>
                  <a:srgbClr val="2B0BB5"/>
                </a:solidFill>
              </a:rPr>
              <a:t>combinational circuit</a:t>
            </a:r>
            <a:r>
              <a:rPr lang="en-US" altLang="en-US" sz="2400" dirty="0">
                <a:solidFill>
                  <a:srgbClr val="2B0BB5"/>
                </a:solidFill>
              </a:rPr>
              <a:t>, the </a:t>
            </a:r>
            <a:r>
              <a:rPr lang="en-US" altLang="en-US" sz="2400" u="sng" dirty="0">
                <a:solidFill>
                  <a:srgbClr val="FF0000"/>
                </a:solidFill>
              </a:rPr>
              <a:t>input values explicitly determine the output</a:t>
            </a:r>
          </a:p>
          <a:p>
            <a:pPr marL="742950" lvl="1" indent="-285750" algn="just">
              <a:spcBef>
                <a:spcPct val="20000"/>
              </a:spcBef>
              <a:buFont typeface="Arial" charset="0"/>
              <a:buChar char="–"/>
              <a:defRPr/>
            </a:pPr>
            <a:r>
              <a:rPr lang="en-US" altLang="en-US" sz="2400" dirty="0">
                <a:solidFill>
                  <a:srgbClr val="2B0BB5"/>
                </a:solidFill>
              </a:rPr>
              <a:t>In a </a:t>
            </a:r>
            <a:r>
              <a:rPr lang="en-US" altLang="en-US" sz="2400" b="1" dirty="0">
                <a:solidFill>
                  <a:srgbClr val="2B0BB5"/>
                </a:solidFill>
              </a:rPr>
              <a:t>sequential circuit</a:t>
            </a:r>
            <a:r>
              <a:rPr lang="en-US" altLang="en-US" sz="2400" dirty="0">
                <a:solidFill>
                  <a:srgbClr val="2B0BB5"/>
                </a:solidFill>
              </a:rPr>
              <a:t>, the </a:t>
            </a:r>
            <a:r>
              <a:rPr lang="en-US" altLang="en-US" sz="2400" u="sng" dirty="0">
                <a:solidFill>
                  <a:srgbClr val="FF0000"/>
                </a:solidFill>
              </a:rPr>
              <a:t>output is a function of the input values </a:t>
            </a:r>
            <a:r>
              <a:rPr lang="en-US" altLang="en-US" sz="2400" u="sng" dirty="0">
                <a:solidFill>
                  <a:srgbClr val="7030A0"/>
                </a:solidFill>
              </a:rPr>
              <a:t>as well as the </a:t>
            </a:r>
            <a:r>
              <a:rPr lang="en-US" altLang="en-US" sz="2400" u="sng" dirty="0">
                <a:solidFill>
                  <a:srgbClr val="FF0000"/>
                </a:solidFill>
              </a:rPr>
              <a:t>existing state of the circuit</a:t>
            </a:r>
          </a:p>
          <a:p>
            <a:pPr marL="342900" indent="-342900" algn="just">
              <a:spcBef>
                <a:spcPct val="20000"/>
              </a:spcBef>
              <a:buFont typeface="Arial" charset="0"/>
              <a:buChar char="•"/>
              <a:defRPr/>
            </a:pPr>
            <a:r>
              <a:rPr lang="en-US" altLang="en-US" sz="2800" dirty="0">
                <a:solidFill>
                  <a:srgbClr val="2B0BB5"/>
                </a:solidFill>
              </a:rPr>
              <a:t>As with gates, we can describe the operations </a:t>
            </a:r>
            <a:br>
              <a:rPr lang="en-US" altLang="en-US" sz="2800" dirty="0">
                <a:solidFill>
                  <a:srgbClr val="2B0BB5"/>
                </a:solidFill>
              </a:rPr>
            </a:br>
            <a:r>
              <a:rPr lang="en-US" altLang="en-US" sz="2800" dirty="0">
                <a:solidFill>
                  <a:srgbClr val="2B0BB5"/>
                </a:solidFill>
              </a:rPr>
              <a:t>of entire circuits using three notations</a:t>
            </a:r>
          </a:p>
          <a:p>
            <a:pPr marL="742950" lvl="1" indent="-285750" algn="just">
              <a:spcBef>
                <a:spcPct val="20000"/>
              </a:spcBef>
              <a:buFont typeface="Arial" charset="0"/>
              <a:buChar char="–"/>
              <a:defRPr/>
            </a:pPr>
            <a:r>
              <a:rPr lang="en-US" altLang="en-US" sz="2400" dirty="0">
                <a:solidFill>
                  <a:srgbClr val="2B0BB5"/>
                </a:solidFill>
              </a:rPr>
              <a:t>truth tables</a:t>
            </a:r>
            <a:endParaRPr lang="en-US" altLang="en-US" sz="2800" dirty="0">
              <a:solidFill>
                <a:srgbClr val="2B0BB5"/>
              </a:solidFill>
            </a:endParaRPr>
          </a:p>
          <a:p>
            <a:pPr marL="742950" lvl="1" indent="-285750" algn="just">
              <a:spcBef>
                <a:spcPct val="20000"/>
              </a:spcBef>
              <a:buFont typeface="Arial" charset="0"/>
              <a:buChar char="–"/>
              <a:defRPr/>
            </a:pPr>
            <a:r>
              <a:rPr lang="en-US" altLang="en-US" sz="2400" dirty="0">
                <a:solidFill>
                  <a:srgbClr val="2B0BB5"/>
                </a:solidFill>
              </a:rPr>
              <a:t>Boolean expressions</a:t>
            </a:r>
          </a:p>
          <a:p>
            <a:pPr marL="742950" lvl="1" indent="-285750" algn="just">
              <a:spcBef>
                <a:spcPct val="20000"/>
              </a:spcBef>
              <a:buFont typeface="Arial" charset="0"/>
              <a:buChar char="–"/>
              <a:defRPr/>
            </a:pPr>
            <a:r>
              <a:rPr lang="en-US" altLang="en-US" sz="2400" dirty="0">
                <a:solidFill>
                  <a:srgbClr val="2B0BB5"/>
                </a:solidFill>
              </a:rPr>
              <a:t>logic diagrams</a:t>
            </a:r>
          </a:p>
        </p:txBody>
      </p:sp>
      <p:sp>
        <p:nvSpPr>
          <p:cNvPr id="90115" name="Rectangle 2">
            <a:extLst>
              <a:ext uri="{FF2B5EF4-FFF2-40B4-BE49-F238E27FC236}">
                <a16:creationId xmlns:a16="http://schemas.microsoft.com/office/drawing/2014/main" id="{31F63045-3AC0-41A8-BAF4-D9701B0983F0}"/>
              </a:ext>
            </a:extLst>
          </p:cNvPr>
          <p:cNvSpPr>
            <a:spLocks noChangeArrowheads="1"/>
          </p:cNvSpPr>
          <p:nvPr/>
        </p:nvSpPr>
        <p:spPr bwMode="auto">
          <a:xfrm>
            <a:off x="4572000" y="76201"/>
            <a:ext cx="3379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u="sng">
                <a:solidFill>
                  <a:srgbClr val="FF0000"/>
                </a:solidFill>
                <a:latin typeface="Arial" panose="020B0604020202020204" pitchFamily="34" charset="0"/>
              </a:rPr>
              <a:t>Combinational Circuit</a:t>
            </a:r>
            <a:endParaRPr lang="en-US" altLang="en-US" sz="2400" u="sng">
              <a:solidFill>
                <a:srgbClr val="FF0000"/>
              </a:solidFill>
              <a:latin typeface="Arial" panose="020B0604020202020204"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0E989A-BCF8-4022-B88A-831D3571C64C}"/>
              </a:ext>
            </a:extLst>
          </p:cNvPr>
          <p:cNvSpPr>
            <a:spLocks noGrp="1"/>
          </p:cNvSpPr>
          <p:nvPr>
            <p:ph type="dt" sz="half" idx="10"/>
          </p:nvPr>
        </p:nvSpPr>
        <p:spPr/>
        <p:txBody>
          <a:bodyPr/>
          <a:lstStyle/>
          <a:p>
            <a:fld id="{4CAA89C7-3815-4B3B-9C27-DDD05814FC82}" type="datetime1">
              <a:rPr lang="en-IN" smtClean="0"/>
              <a:pPr/>
              <a:t>16-03-2022</a:t>
            </a:fld>
            <a:endParaRPr lang="en-IN" dirty="0"/>
          </a:p>
        </p:txBody>
      </p:sp>
      <p:sp>
        <p:nvSpPr>
          <p:cNvPr id="3" name="Footer Placeholder 2">
            <a:extLst>
              <a:ext uri="{FF2B5EF4-FFF2-40B4-BE49-F238E27FC236}">
                <a16:creationId xmlns:a16="http://schemas.microsoft.com/office/drawing/2014/main" id="{030A34B3-F0C3-4C16-BEE0-9C63CAC0EFD9}"/>
              </a:ext>
            </a:extLst>
          </p:cNvPr>
          <p:cNvSpPr>
            <a:spLocks noGrp="1"/>
          </p:cNvSpPr>
          <p:nvPr>
            <p:ph type="ftr" sz="quarter" idx="11"/>
          </p:nvPr>
        </p:nvSpPr>
        <p:spPr/>
        <p:txBody>
          <a:bodyPr/>
          <a:lstStyle/>
          <a:p>
            <a:r>
              <a:rPr lang="en-IN"/>
              <a:t>Department of ECE, BIT, Mesra Ranchi</a:t>
            </a:r>
            <a:endParaRPr lang="en-IN" dirty="0"/>
          </a:p>
        </p:txBody>
      </p:sp>
      <p:sp>
        <p:nvSpPr>
          <p:cNvPr id="4" name="Slide Number Placeholder 3">
            <a:extLst>
              <a:ext uri="{FF2B5EF4-FFF2-40B4-BE49-F238E27FC236}">
                <a16:creationId xmlns:a16="http://schemas.microsoft.com/office/drawing/2014/main" id="{B51ACD5D-0BF0-4963-A0AF-A278D73BED5A}"/>
              </a:ext>
            </a:extLst>
          </p:cNvPr>
          <p:cNvSpPr>
            <a:spLocks noGrp="1"/>
          </p:cNvSpPr>
          <p:nvPr>
            <p:ph type="sldNum" sz="quarter" idx="12"/>
          </p:nvPr>
        </p:nvSpPr>
        <p:spPr/>
        <p:txBody>
          <a:bodyPr/>
          <a:lstStyle/>
          <a:p>
            <a:fld id="{780713B5-9296-425E-8DDC-5B86ACA00944}" type="slidenum">
              <a:rPr lang="en-IN" smtClean="0"/>
              <a:pPr/>
              <a:t>117</a:t>
            </a:fld>
            <a:endParaRPr lang="en-IN"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B086DB7D-5AF6-409F-986C-898E1A92DF36}"/>
                  </a:ext>
                </a:extLst>
              </p14:cNvPr>
              <p14:cNvContentPartPr/>
              <p14:nvPr/>
            </p14:nvContentPartPr>
            <p14:xfrm>
              <a:off x="1915920" y="730440"/>
              <a:ext cx="9501120" cy="4285440"/>
            </p14:xfrm>
          </p:contentPart>
        </mc:Choice>
        <mc:Fallback>
          <p:pic>
            <p:nvPicPr>
              <p:cNvPr id="5" name="Ink 4">
                <a:extLst>
                  <a:ext uri="{FF2B5EF4-FFF2-40B4-BE49-F238E27FC236}">
                    <a16:creationId xmlns:a16="http://schemas.microsoft.com/office/drawing/2014/main" id="{B086DB7D-5AF6-409F-986C-898E1A92DF36}"/>
                  </a:ext>
                </a:extLst>
              </p:cNvPr>
              <p:cNvPicPr/>
              <p:nvPr/>
            </p:nvPicPr>
            <p:blipFill>
              <a:blip r:embed="rId3"/>
              <a:stretch>
                <a:fillRect/>
              </a:stretch>
            </p:blipFill>
            <p:spPr>
              <a:xfrm>
                <a:off x="1906560" y="721080"/>
                <a:ext cx="9519840" cy="4304160"/>
              </a:xfrm>
              <a:prstGeom prst="rect">
                <a:avLst/>
              </a:prstGeom>
            </p:spPr>
          </p:pic>
        </mc:Fallback>
      </mc:AlternateContent>
    </p:spTree>
    <p:extLst>
      <p:ext uri="{BB962C8B-B14F-4D97-AF65-F5344CB8AC3E}">
        <p14:creationId xmlns:p14="http://schemas.microsoft.com/office/powerpoint/2010/main" val="36539026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54061F5-E337-497D-810A-F762AB3E4801}"/>
              </a:ext>
            </a:extLst>
          </p:cNvPr>
          <p:cNvSpPr>
            <a:spLocks noGrp="1"/>
          </p:cNvSpPr>
          <p:nvPr>
            <p:ph type="title"/>
          </p:nvPr>
        </p:nvSpPr>
        <p:spPr>
          <a:xfrm>
            <a:off x="2133600" y="0"/>
            <a:ext cx="7772400" cy="457200"/>
          </a:xfrm>
          <a:noFill/>
        </p:spPr>
        <p:txBody>
          <a:bodyPr vert="horz" lIns="92075" tIns="46038" rIns="92075" bIns="46038" rtlCol="0" anchor="ctr">
            <a:normAutofit fontScale="90000"/>
          </a:bodyPr>
          <a:lstStyle/>
          <a:p>
            <a:pPr eaLnBrk="1" hangingPunct="1"/>
            <a:r>
              <a:rPr lang="en-US" altLang="en-US" sz="3200" u="sng">
                <a:solidFill>
                  <a:srgbClr val="FF0000"/>
                </a:solidFill>
              </a:rPr>
              <a:t>BINARY ADDER</a:t>
            </a:r>
            <a:endParaRPr lang="en-US" altLang="en-US" sz="3200" u="sng">
              <a:solidFill>
                <a:srgbClr val="FF0000"/>
              </a:solidFill>
              <a:latin typeface="Arial" panose="020B0604020202020204" pitchFamily="34" charset="0"/>
            </a:endParaRPr>
          </a:p>
        </p:txBody>
      </p:sp>
      <p:sp>
        <p:nvSpPr>
          <p:cNvPr id="4099" name="Rectangle 3">
            <a:extLst>
              <a:ext uri="{FF2B5EF4-FFF2-40B4-BE49-F238E27FC236}">
                <a16:creationId xmlns:a16="http://schemas.microsoft.com/office/drawing/2014/main" id="{4DA881B1-2FA3-4D14-9A24-A598649752FF}"/>
              </a:ext>
            </a:extLst>
          </p:cNvPr>
          <p:cNvSpPr>
            <a:spLocks noGrp="1" noChangeArrowheads="1"/>
          </p:cNvSpPr>
          <p:nvPr>
            <p:ph type="body" idx="1"/>
          </p:nvPr>
        </p:nvSpPr>
        <p:spPr>
          <a:xfrm>
            <a:off x="1712914" y="533400"/>
            <a:ext cx="8726487" cy="5791200"/>
          </a:xfrm>
        </p:spPr>
        <p:txBody>
          <a:bodyPr vert="horz" lIns="92075" tIns="46038" rIns="92075" bIns="46038" rtlCol="0">
            <a:normAutofit/>
          </a:bodyPr>
          <a:lstStyle/>
          <a:p>
            <a:pPr algn="just">
              <a:buFont typeface="Wingdings" pitchFamily="2" charset="2"/>
              <a:buChar char="Ø"/>
              <a:defRPr/>
            </a:pPr>
            <a:r>
              <a:rPr lang="en-US" sz="2000" dirty="0">
                <a:solidFill>
                  <a:srgbClr val="2B0BB5"/>
                </a:solidFill>
              </a:rPr>
              <a:t>The circuits used to perform arithmetic operations are constructed using combinatorial logic. </a:t>
            </a:r>
          </a:p>
          <a:p>
            <a:pPr algn="just">
              <a:buFont typeface="Wingdings" pitchFamily="2" charset="2"/>
              <a:buChar char="Ø"/>
              <a:defRPr/>
            </a:pPr>
            <a:r>
              <a:rPr lang="en-US" sz="2000" dirty="0">
                <a:solidFill>
                  <a:srgbClr val="2B0BB5"/>
                </a:solidFill>
              </a:rPr>
              <a:t>Digital system can perform various operation over binary data</a:t>
            </a:r>
          </a:p>
          <a:p>
            <a:pPr algn="just">
              <a:buFont typeface="Wingdings" pitchFamily="2" charset="2"/>
              <a:buChar char="Ø"/>
              <a:defRPr/>
            </a:pPr>
            <a:r>
              <a:rPr lang="en-US" sz="2000" dirty="0">
                <a:solidFill>
                  <a:srgbClr val="2B0BB5"/>
                </a:solidFill>
              </a:rPr>
              <a:t>The </a:t>
            </a:r>
            <a:r>
              <a:rPr lang="en-US" sz="2000" b="1" dirty="0">
                <a:solidFill>
                  <a:srgbClr val="FF0000"/>
                </a:solidFill>
              </a:rPr>
              <a:t>most basic and most used </a:t>
            </a:r>
            <a:r>
              <a:rPr lang="en-US" sz="2000" dirty="0">
                <a:solidFill>
                  <a:srgbClr val="C00000"/>
                </a:solidFill>
              </a:rPr>
              <a:t>arithmetic operation </a:t>
            </a:r>
            <a:r>
              <a:rPr lang="en-US" sz="2000" dirty="0">
                <a:solidFill>
                  <a:srgbClr val="2B0BB5"/>
                </a:solidFill>
              </a:rPr>
              <a:t>is the </a:t>
            </a:r>
            <a:r>
              <a:rPr lang="en-US" sz="2000" b="1" dirty="0">
                <a:solidFill>
                  <a:srgbClr val="C00000"/>
                </a:solidFill>
              </a:rPr>
              <a:t>addition of two binary digits</a:t>
            </a:r>
            <a:r>
              <a:rPr lang="en-US" sz="2000" dirty="0">
                <a:solidFill>
                  <a:srgbClr val="2B0BB5"/>
                </a:solidFill>
              </a:rPr>
              <a:t>. </a:t>
            </a:r>
          </a:p>
          <a:p>
            <a:pPr algn="just">
              <a:buFont typeface="Wingdings" pitchFamily="2" charset="2"/>
              <a:buChar char="Ø"/>
              <a:defRPr/>
            </a:pPr>
            <a:r>
              <a:rPr lang="en-US" sz="2000" dirty="0">
                <a:solidFill>
                  <a:srgbClr val="2B0BB5"/>
                </a:solidFill>
              </a:rPr>
              <a:t>This </a:t>
            </a:r>
            <a:r>
              <a:rPr lang="en-US" sz="2000" b="1" dirty="0">
                <a:solidFill>
                  <a:srgbClr val="2B0BB5"/>
                </a:solidFill>
              </a:rPr>
              <a:t>simple addition </a:t>
            </a:r>
            <a:r>
              <a:rPr lang="en-US" sz="2000" dirty="0">
                <a:solidFill>
                  <a:srgbClr val="2B0BB5"/>
                </a:solidFill>
              </a:rPr>
              <a:t>consists of </a:t>
            </a:r>
            <a:r>
              <a:rPr lang="en-US" sz="2000" dirty="0">
                <a:solidFill>
                  <a:srgbClr val="C00000"/>
                </a:solidFill>
              </a:rPr>
              <a:t>four possible elementary </a:t>
            </a:r>
            <a:r>
              <a:rPr lang="en-US" sz="2000" dirty="0">
                <a:solidFill>
                  <a:srgbClr val="2B0BB5"/>
                </a:solidFill>
              </a:rPr>
              <a:t>operations: </a:t>
            </a:r>
          </a:p>
          <a:p>
            <a:pPr marL="688975" indent="-344488" algn="just">
              <a:buFont typeface="Arial" charset="0"/>
              <a:buChar char="•"/>
              <a:defRPr/>
            </a:pPr>
            <a:r>
              <a:rPr lang="en-US" sz="2000" b="1" dirty="0">
                <a:solidFill>
                  <a:srgbClr val="FF0000"/>
                </a:solidFill>
              </a:rPr>
              <a:t>0 + 0 = 0;  </a:t>
            </a:r>
          </a:p>
          <a:p>
            <a:pPr marL="688975" indent="-344488" algn="just">
              <a:buFont typeface="Arial" charset="0"/>
              <a:buChar char="•"/>
              <a:defRPr/>
            </a:pPr>
            <a:r>
              <a:rPr lang="en-US" sz="2000" b="1" dirty="0">
                <a:solidFill>
                  <a:srgbClr val="FF0000"/>
                </a:solidFill>
              </a:rPr>
              <a:t>0 + 1 = 1;  </a:t>
            </a:r>
          </a:p>
          <a:p>
            <a:pPr marL="688975" indent="-344488" algn="just">
              <a:buFont typeface="Arial" charset="0"/>
              <a:buChar char="•"/>
              <a:defRPr/>
            </a:pPr>
            <a:r>
              <a:rPr lang="en-US" sz="2000" b="1" dirty="0">
                <a:solidFill>
                  <a:srgbClr val="FF0000"/>
                </a:solidFill>
              </a:rPr>
              <a:t>1 + 0 = 1;  </a:t>
            </a:r>
          </a:p>
          <a:p>
            <a:pPr marL="688975" indent="-344488" algn="just">
              <a:buFont typeface="Arial" charset="0"/>
              <a:buChar char="•"/>
              <a:defRPr/>
            </a:pPr>
            <a:r>
              <a:rPr lang="en-US" sz="2000" b="1" dirty="0">
                <a:solidFill>
                  <a:srgbClr val="FF0000"/>
                </a:solidFill>
              </a:rPr>
              <a:t>And 1 + 1 = 10 (that is binary 2</a:t>
            </a:r>
            <a:r>
              <a:rPr lang="en-US" sz="2000" b="1" baseline="-25000" dirty="0">
                <a:solidFill>
                  <a:srgbClr val="FF0000"/>
                </a:solidFill>
              </a:rPr>
              <a:t>2</a:t>
            </a:r>
            <a:r>
              <a:rPr lang="en-US" sz="2000" b="1" dirty="0">
                <a:solidFill>
                  <a:srgbClr val="FF0000"/>
                </a:solidFill>
              </a:rPr>
              <a:t>). </a:t>
            </a:r>
          </a:p>
          <a:p>
            <a:pPr marL="688975" indent="-344488" algn="just">
              <a:defRPr/>
            </a:pPr>
            <a:r>
              <a:rPr lang="en-US" sz="2000" dirty="0">
                <a:solidFill>
                  <a:srgbClr val="2B0BB5"/>
                </a:solidFill>
              </a:rPr>
              <a:t>The </a:t>
            </a:r>
            <a:r>
              <a:rPr lang="en-US" sz="2000" dirty="0">
                <a:solidFill>
                  <a:srgbClr val="C00000"/>
                </a:solidFill>
              </a:rPr>
              <a:t>first three operations produce a sum of one digit</a:t>
            </a:r>
            <a:r>
              <a:rPr lang="en-US" sz="2000" dirty="0">
                <a:solidFill>
                  <a:srgbClr val="2B0BB5"/>
                </a:solidFill>
              </a:rPr>
              <a:t>, </a:t>
            </a:r>
          </a:p>
          <a:p>
            <a:pPr marL="688975" indent="-344488" algn="just">
              <a:defRPr/>
            </a:pPr>
            <a:r>
              <a:rPr lang="en-US" sz="2000" b="1" dirty="0">
                <a:solidFill>
                  <a:srgbClr val="2B0BB5"/>
                </a:solidFill>
              </a:rPr>
              <a:t>but last operation, when both </a:t>
            </a:r>
            <a:r>
              <a:rPr lang="en-US" sz="2000" b="1" dirty="0">
                <a:solidFill>
                  <a:srgbClr val="7030A0"/>
                </a:solidFill>
              </a:rPr>
              <a:t>augend </a:t>
            </a:r>
            <a:r>
              <a:rPr lang="en-US" sz="2000" b="1" dirty="0">
                <a:solidFill>
                  <a:srgbClr val="2B0BB5"/>
                </a:solidFill>
              </a:rPr>
              <a:t>and </a:t>
            </a:r>
            <a:r>
              <a:rPr lang="en-US" sz="2000" b="1" dirty="0">
                <a:solidFill>
                  <a:srgbClr val="7030A0"/>
                </a:solidFill>
              </a:rPr>
              <a:t>addend </a:t>
            </a:r>
            <a:r>
              <a:rPr lang="en-US" sz="2000" b="1" dirty="0">
                <a:solidFill>
                  <a:srgbClr val="2B0BB5"/>
                </a:solidFill>
              </a:rPr>
              <a:t>bits are equal to 1</a:t>
            </a:r>
            <a:r>
              <a:rPr lang="en-US" sz="2000" dirty="0">
                <a:solidFill>
                  <a:srgbClr val="2B0BB5"/>
                </a:solidFill>
              </a:rPr>
              <a:t>, </a:t>
            </a:r>
            <a:r>
              <a:rPr lang="en-US" sz="2000" b="1" dirty="0">
                <a:solidFill>
                  <a:srgbClr val="C00000"/>
                </a:solidFill>
              </a:rPr>
              <a:t>then the binary sum consists of two digits</a:t>
            </a:r>
            <a:r>
              <a:rPr lang="en-US" sz="2000" dirty="0">
                <a:solidFill>
                  <a:srgbClr val="2B0BB5"/>
                </a:solidFill>
              </a:rPr>
              <a:t>. </a:t>
            </a:r>
          </a:p>
          <a:p>
            <a:pPr algn="just">
              <a:buFont typeface="Wingdings" pitchFamily="2" charset="2"/>
              <a:buChar char="Ø"/>
              <a:defRPr/>
            </a:pPr>
            <a:r>
              <a:rPr lang="en-US" sz="2000" dirty="0">
                <a:solidFill>
                  <a:srgbClr val="2B0BB5"/>
                </a:solidFill>
              </a:rPr>
              <a:t>The </a:t>
            </a:r>
            <a:r>
              <a:rPr lang="en-US" sz="2000" b="1" dirty="0">
                <a:solidFill>
                  <a:srgbClr val="2B0BB5"/>
                </a:solidFill>
              </a:rPr>
              <a:t>higher significant bit of this result </a:t>
            </a:r>
            <a:r>
              <a:rPr lang="en-US" sz="2000" dirty="0">
                <a:solidFill>
                  <a:srgbClr val="C00000"/>
                </a:solidFill>
              </a:rPr>
              <a:t>is called a ‘</a:t>
            </a:r>
            <a:r>
              <a:rPr lang="en-US" sz="2000" b="1" dirty="0">
                <a:solidFill>
                  <a:srgbClr val="FF0000"/>
                </a:solidFill>
              </a:rPr>
              <a:t>Carry’ or C</a:t>
            </a:r>
            <a:r>
              <a:rPr lang="en-US" sz="2000" dirty="0">
                <a:solidFill>
                  <a:srgbClr val="2B0BB5"/>
                </a:solidFill>
              </a:rPr>
              <a:t>.</a:t>
            </a:r>
            <a:r>
              <a:rPr lang="en-US" sz="2000" dirty="0"/>
              <a:t> </a:t>
            </a:r>
          </a:p>
          <a:p>
            <a:pPr algn="just">
              <a:buFont typeface="Wingdings" pitchFamily="2" charset="2"/>
              <a:buChar char="Ø"/>
              <a:defRPr/>
            </a:pPr>
            <a:r>
              <a:rPr lang="en-US" sz="2000" b="1" dirty="0">
                <a:solidFill>
                  <a:srgbClr val="2B0BB5"/>
                </a:solidFill>
              </a:rPr>
              <a:t>Whereas least significant bit </a:t>
            </a:r>
            <a:r>
              <a:rPr lang="en-US" sz="2000" b="1" dirty="0">
                <a:solidFill>
                  <a:srgbClr val="C00000"/>
                </a:solidFill>
              </a:rPr>
              <a:t>in all case</a:t>
            </a:r>
            <a:r>
              <a:rPr lang="en-US" sz="2000" dirty="0">
                <a:solidFill>
                  <a:srgbClr val="C00000"/>
                </a:solidFill>
              </a:rPr>
              <a:t> is called </a:t>
            </a:r>
            <a:r>
              <a:rPr lang="en-US" sz="2000" b="1" dirty="0">
                <a:solidFill>
                  <a:srgbClr val="FF0000"/>
                </a:solidFill>
              </a:rPr>
              <a:t>‘SUM’ or S</a:t>
            </a:r>
          </a:p>
          <a:p>
            <a:pPr>
              <a:buFont typeface="Wingdings" pitchFamily="2" charset="2"/>
              <a:buChar char="Ø"/>
              <a:defRPr/>
            </a:pPr>
            <a:endParaRPr lang="en-US" sz="2000" dirty="0">
              <a:latin typeface="Arial" charset="0"/>
            </a:endParaRPr>
          </a:p>
        </p:txBody>
      </p:sp>
      <p:sp>
        <p:nvSpPr>
          <p:cNvPr id="91140" name="Picture 4">
            <a:extLst>
              <a:ext uri="{FF2B5EF4-FFF2-40B4-BE49-F238E27FC236}">
                <a16:creationId xmlns:a16="http://schemas.microsoft.com/office/drawing/2014/main" id="{7F8415DF-2BB0-4607-9A05-C08366B43F6A}"/>
              </a:ext>
            </a:extLst>
          </p:cNvPr>
          <p:cNvSpPr>
            <a:spLocks noChangeAspect="1" noChangeArrowheads="1"/>
          </p:cNvSpPr>
          <p:nvPr/>
        </p:nvSpPr>
        <p:spPr bwMode="auto">
          <a:xfrm>
            <a:off x="5105400" y="4784726"/>
            <a:ext cx="18288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91141" name="Picture 5">
            <a:extLst>
              <a:ext uri="{FF2B5EF4-FFF2-40B4-BE49-F238E27FC236}">
                <a16:creationId xmlns:a16="http://schemas.microsoft.com/office/drawing/2014/main" id="{138E0816-721A-4D95-A43C-8F72D17C4B64}"/>
              </a:ext>
            </a:extLst>
          </p:cNvPr>
          <p:cNvSpPr>
            <a:spLocks noChangeAspect="1" noChangeArrowheads="1"/>
          </p:cNvSpPr>
          <p:nvPr/>
        </p:nvSpPr>
        <p:spPr bwMode="auto">
          <a:xfrm>
            <a:off x="7543800" y="5257800"/>
            <a:ext cx="1981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91142" name="Picture 6">
            <a:extLst>
              <a:ext uri="{FF2B5EF4-FFF2-40B4-BE49-F238E27FC236}">
                <a16:creationId xmlns:a16="http://schemas.microsoft.com/office/drawing/2014/main" id="{5017C66B-6356-4AE2-B4D4-A3E9DE82FAD7}"/>
              </a:ext>
            </a:extLst>
          </p:cNvPr>
          <p:cNvSpPr>
            <a:spLocks noChangeAspect="1" noChangeArrowheads="1"/>
          </p:cNvSpPr>
          <p:nvPr/>
        </p:nvSpPr>
        <p:spPr bwMode="auto">
          <a:xfrm>
            <a:off x="2895600" y="5181600"/>
            <a:ext cx="13716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a:extLst>
              <a:ext uri="{FF2B5EF4-FFF2-40B4-BE49-F238E27FC236}">
                <a16:creationId xmlns:a16="http://schemas.microsoft.com/office/drawing/2014/main" id="{197A5097-0103-4BA3-9E3F-53BFB28AB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03238"/>
            <a:ext cx="8229600"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518D6253-D31E-4131-AF69-DC2E1596DCDE}"/>
              </a:ext>
            </a:extLst>
          </p:cNvPr>
          <p:cNvSpPr txBox="1">
            <a:spLocks noChangeArrowheads="1"/>
          </p:cNvSpPr>
          <p:nvPr/>
        </p:nvSpPr>
        <p:spPr>
          <a:xfrm>
            <a:off x="2133600" y="0"/>
            <a:ext cx="77724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BINARY Addition</a:t>
            </a:r>
            <a:endParaRPr lang="en-US" sz="2800" u="sng" dirty="0">
              <a:solidFill>
                <a:srgbClr val="FF0000"/>
              </a:solidFill>
              <a:latin typeface="Arial" charset="0"/>
              <a:ea typeface="+mj-ea"/>
              <a:cs typeface="+mj-cs"/>
            </a:endParaRPr>
          </a:p>
        </p:txBody>
      </p:sp>
      <p:pic>
        <p:nvPicPr>
          <p:cNvPr id="93188" name="Picture 6">
            <a:extLst>
              <a:ext uri="{FF2B5EF4-FFF2-40B4-BE49-F238E27FC236}">
                <a16:creationId xmlns:a16="http://schemas.microsoft.com/office/drawing/2014/main" id="{35F1B035-73F3-4A50-BFFF-E984A7DC2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830763"/>
            <a:ext cx="5410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F22978-BAF4-4233-8E55-6554729899AD}"/>
              </a:ext>
            </a:extLst>
          </p:cNvPr>
          <p:cNvSpPr/>
          <p:nvPr/>
        </p:nvSpPr>
        <p:spPr>
          <a:xfrm>
            <a:off x="1524000" y="428626"/>
            <a:ext cx="9144000" cy="4600575"/>
          </a:xfrm>
          <a:prstGeom prst="rect">
            <a:avLst/>
          </a:prstGeom>
        </p:spPr>
        <p:txBody>
          <a:bodyPr>
            <a:spAutoFit/>
          </a:bodyPr>
          <a:lstStyle/>
          <a:p>
            <a:pPr marL="225425" indent="-225425" algn="just">
              <a:lnSpc>
                <a:spcPct val="150000"/>
              </a:lnSpc>
              <a:buFont typeface="Wingdings" pitchFamily="2" charset="2"/>
              <a:buChar char="Ø"/>
              <a:defRPr/>
            </a:pPr>
            <a:r>
              <a:rPr lang="en-US" dirty="0">
                <a:solidFill>
                  <a:srgbClr val="2B0BB5"/>
                </a:solidFill>
                <a:latin typeface="Arial" charset="0"/>
              </a:rPr>
              <a:t>An ‘</a:t>
            </a:r>
            <a:r>
              <a:rPr lang="en-US" b="1" dirty="0">
                <a:solidFill>
                  <a:srgbClr val="C00000"/>
                </a:solidFill>
                <a:latin typeface="Arial" charset="0"/>
              </a:rPr>
              <a:t>ADDER</a:t>
            </a:r>
            <a:r>
              <a:rPr lang="en-US" dirty="0">
                <a:solidFill>
                  <a:srgbClr val="2B0BB5"/>
                </a:solidFill>
                <a:latin typeface="Arial" charset="0"/>
              </a:rPr>
              <a:t>’ is a </a:t>
            </a:r>
            <a:r>
              <a:rPr lang="en-US" b="1" dirty="0">
                <a:solidFill>
                  <a:srgbClr val="2B0BB5"/>
                </a:solidFill>
                <a:latin typeface="Arial" charset="0"/>
              </a:rPr>
              <a:t>combinational circuit </a:t>
            </a:r>
            <a:r>
              <a:rPr lang="en-US" dirty="0">
                <a:solidFill>
                  <a:srgbClr val="2B0BB5"/>
                </a:solidFill>
                <a:latin typeface="Arial" charset="0"/>
              </a:rPr>
              <a:t>that </a:t>
            </a:r>
            <a:r>
              <a:rPr lang="en-US" b="1" dirty="0">
                <a:solidFill>
                  <a:srgbClr val="C00000"/>
                </a:solidFill>
                <a:latin typeface="Arial" charset="0"/>
              </a:rPr>
              <a:t>performs simple binary addition. </a:t>
            </a:r>
          </a:p>
          <a:p>
            <a:pPr marL="225425" indent="-225425">
              <a:lnSpc>
                <a:spcPct val="150000"/>
              </a:lnSpc>
              <a:buFont typeface="Wingdings" pitchFamily="2" charset="2"/>
              <a:buChar char="Ø"/>
              <a:defRPr/>
            </a:pPr>
            <a:r>
              <a:rPr lang="en-US" dirty="0">
                <a:solidFill>
                  <a:srgbClr val="2B0BB5"/>
                </a:solidFill>
                <a:latin typeface="Arial" charset="0"/>
              </a:rPr>
              <a:t>To perform </a:t>
            </a:r>
            <a:r>
              <a:rPr lang="en-US" sz="1600" b="1" u="sng" dirty="0">
                <a:solidFill>
                  <a:srgbClr val="FF0000"/>
                </a:solidFill>
                <a:latin typeface="Arial" charset="0"/>
              </a:rPr>
              <a:t>complete one bit binary addition </a:t>
            </a:r>
            <a:r>
              <a:rPr lang="en-US" sz="1600" dirty="0">
                <a:solidFill>
                  <a:srgbClr val="FF33CC"/>
                </a:solidFill>
                <a:latin typeface="Arial" charset="0"/>
              </a:rPr>
              <a:t>( See column 5 &amp; 6 at HSB in </a:t>
            </a:r>
            <a:r>
              <a:rPr lang="en-US" sz="1600" dirty="0" err="1">
                <a:solidFill>
                  <a:srgbClr val="FF33CC"/>
                </a:solidFill>
                <a:latin typeface="Arial" charset="0"/>
              </a:rPr>
              <a:t>pre.example</a:t>
            </a:r>
            <a:r>
              <a:rPr lang="en-US" sz="1600" dirty="0">
                <a:solidFill>
                  <a:srgbClr val="FF33CC"/>
                </a:solidFill>
                <a:latin typeface="Arial" charset="0"/>
              </a:rPr>
              <a:t>)</a:t>
            </a:r>
            <a:endParaRPr lang="en-US" sz="1600" b="1" u="sng" dirty="0">
              <a:solidFill>
                <a:srgbClr val="FF33CC"/>
              </a:solidFill>
              <a:latin typeface="Arial" charset="0"/>
            </a:endParaRPr>
          </a:p>
          <a:p>
            <a:pPr marL="225425" indent="-225425">
              <a:lnSpc>
                <a:spcPct val="150000"/>
              </a:lnSpc>
              <a:defRPr/>
            </a:pPr>
            <a:r>
              <a:rPr lang="en-US" b="1" dirty="0">
                <a:solidFill>
                  <a:srgbClr val="C00000"/>
                </a:solidFill>
                <a:latin typeface="Arial" charset="0"/>
              </a:rPr>
              <a:t>    </a:t>
            </a:r>
            <a:r>
              <a:rPr lang="en-US" b="1" u="sng" dirty="0">
                <a:solidFill>
                  <a:srgbClr val="C00000"/>
                </a:solidFill>
                <a:latin typeface="Arial" charset="0"/>
              </a:rPr>
              <a:t>An ‘ADDER’ requires </a:t>
            </a:r>
          </a:p>
          <a:p>
            <a:pPr marL="465138" indent="-239713">
              <a:lnSpc>
                <a:spcPct val="150000"/>
              </a:lnSpc>
              <a:buFont typeface="Arial" pitchFamily="34" charset="0"/>
              <a:buChar char="•"/>
              <a:defRPr/>
            </a:pPr>
            <a:r>
              <a:rPr lang="en-US" b="1" u="sng" dirty="0">
                <a:solidFill>
                  <a:srgbClr val="7030A0"/>
                </a:solidFill>
                <a:latin typeface="Arial" charset="0"/>
              </a:rPr>
              <a:t>Three inputs</a:t>
            </a:r>
            <a:r>
              <a:rPr lang="en-US" b="1" dirty="0">
                <a:solidFill>
                  <a:srgbClr val="FF0000"/>
                </a:solidFill>
                <a:latin typeface="Arial" charset="0"/>
              </a:rPr>
              <a:t>, (</a:t>
            </a:r>
            <a:r>
              <a:rPr lang="en-US" b="1" dirty="0">
                <a:solidFill>
                  <a:srgbClr val="C00000"/>
                </a:solidFill>
                <a:latin typeface="Arial" charset="0"/>
              </a:rPr>
              <a:t>two</a:t>
            </a:r>
            <a:r>
              <a:rPr lang="en-US" dirty="0">
                <a:solidFill>
                  <a:srgbClr val="C00000"/>
                </a:solidFill>
                <a:latin typeface="Arial" charset="0"/>
              </a:rPr>
              <a:t> </a:t>
            </a:r>
            <a:r>
              <a:rPr lang="en-US" dirty="0">
                <a:solidFill>
                  <a:srgbClr val="2B0BB5"/>
                </a:solidFill>
                <a:latin typeface="Arial" charset="0"/>
              </a:rPr>
              <a:t>for </a:t>
            </a:r>
            <a:r>
              <a:rPr lang="en-US" b="1" u="sng" dirty="0" err="1">
                <a:solidFill>
                  <a:srgbClr val="208839"/>
                </a:solidFill>
                <a:latin typeface="Arial" charset="0"/>
              </a:rPr>
              <a:t>augend</a:t>
            </a:r>
            <a:r>
              <a:rPr lang="en-US" b="1" u="sng" dirty="0">
                <a:solidFill>
                  <a:srgbClr val="208839"/>
                </a:solidFill>
                <a:latin typeface="Arial" charset="0"/>
              </a:rPr>
              <a:t> and addend </a:t>
            </a:r>
            <a:r>
              <a:rPr lang="en-US" dirty="0">
                <a:solidFill>
                  <a:srgbClr val="2B0BB5"/>
                </a:solidFill>
                <a:latin typeface="Arial" charset="0"/>
              </a:rPr>
              <a:t>&amp; </a:t>
            </a:r>
            <a:r>
              <a:rPr lang="en-US" b="1" dirty="0">
                <a:solidFill>
                  <a:srgbClr val="C00000"/>
                </a:solidFill>
                <a:latin typeface="Arial" charset="0"/>
              </a:rPr>
              <a:t>one</a:t>
            </a:r>
            <a:r>
              <a:rPr lang="en-US" dirty="0">
                <a:solidFill>
                  <a:srgbClr val="2B0BB5"/>
                </a:solidFill>
                <a:latin typeface="Arial" charset="0"/>
              </a:rPr>
              <a:t> for </a:t>
            </a:r>
            <a:r>
              <a:rPr lang="en-US" b="1" dirty="0">
                <a:solidFill>
                  <a:srgbClr val="208839"/>
                </a:solidFill>
                <a:latin typeface="Arial" charset="0"/>
              </a:rPr>
              <a:t>carry)</a:t>
            </a:r>
            <a:r>
              <a:rPr lang="en-US" dirty="0">
                <a:solidFill>
                  <a:srgbClr val="7030A0"/>
                </a:solidFill>
                <a:latin typeface="Arial" charset="0"/>
              </a:rPr>
              <a:t> </a:t>
            </a:r>
            <a:r>
              <a:rPr lang="en-US" dirty="0">
                <a:solidFill>
                  <a:srgbClr val="2B0BB5"/>
                </a:solidFill>
                <a:latin typeface="Arial" charset="0"/>
              </a:rPr>
              <a:t>and </a:t>
            </a:r>
          </a:p>
          <a:p>
            <a:pPr marL="465138" indent="-239713">
              <a:lnSpc>
                <a:spcPct val="150000"/>
              </a:lnSpc>
              <a:buFont typeface="Arial" pitchFamily="34" charset="0"/>
              <a:buChar char="•"/>
              <a:defRPr/>
            </a:pPr>
            <a:r>
              <a:rPr lang="en-US" b="1" dirty="0">
                <a:solidFill>
                  <a:srgbClr val="7030A0"/>
                </a:solidFill>
                <a:latin typeface="Arial" charset="0"/>
              </a:rPr>
              <a:t>Two outputs</a:t>
            </a:r>
            <a:r>
              <a:rPr lang="en-US" b="1" dirty="0">
                <a:solidFill>
                  <a:srgbClr val="FF0000"/>
                </a:solidFill>
                <a:latin typeface="Arial" charset="0"/>
              </a:rPr>
              <a:t>, (</a:t>
            </a:r>
            <a:r>
              <a:rPr lang="en-US" dirty="0">
                <a:solidFill>
                  <a:srgbClr val="2B0BB5"/>
                </a:solidFill>
                <a:latin typeface="Arial" charset="0"/>
              </a:rPr>
              <a:t>for</a:t>
            </a:r>
            <a:r>
              <a:rPr lang="en-US" dirty="0">
                <a:solidFill>
                  <a:srgbClr val="C00000"/>
                </a:solidFill>
                <a:latin typeface="Arial" charset="0"/>
              </a:rPr>
              <a:t> </a:t>
            </a:r>
            <a:r>
              <a:rPr lang="en-US" b="1" dirty="0">
                <a:solidFill>
                  <a:srgbClr val="208839"/>
                </a:solidFill>
                <a:latin typeface="Arial" charset="0"/>
              </a:rPr>
              <a:t>sum and carry)</a:t>
            </a:r>
            <a:r>
              <a:rPr lang="en-US" dirty="0">
                <a:solidFill>
                  <a:srgbClr val="C00000"/>
                </a:solidFill>
                <a:latin typeface="Arial" charset="0"/>
              </a:rPr>
              <a:t>,.              </a:t>
            </a:r>
            <a:r>
              <a:rPr lang="en-US" sz="1600" dirty="0">
                <a:solidFill>
                  <a:srgbClr val="C00000"/>
                </a:solidFill>
                <a:latin typeface="Arial" charset="0"/>
              </a:rPr>
              <a:t>          </a:t>
            </a:r>
            <a:endParaRPr lang="en-US" sz="1600" dirty="0">
              <a:latin typeface="Arial" charset="0"/>
            </a:endParaRPr>
          </a:p>
          <a:p>
            <a:pPr marL="225425" indent="-225425">
              <a:defRPr/>
            </a:pPr>
            <a:r>
              <a:rPr lang="en-US" sz="1600" b="1" dirty="0">
                <a:solidFill>
                  <a:srgbClr val="C00000"/>
                </a:solidFill>
                <a:latin typeface="Arial" charset="0"/>
              </a:rPr>
              <a:t>        Adder, </a:t>
            </a:r>
            <a:r>
              <a:rPr lang="en-US" sz="1600" b="1" dirty="0">
                <a:solidFill>
                  <a:srgbClr val="FF0000"/>
                </a:solidFill>
                <a:latin typeface="Arial" charset="0"/>
              </a:rPr>
              <a:t>which performs </a:t>
            </a:r>
            <a:r>
              <a:rPr lang="en-US" sz="1600" b="1" u="sng" dirty="0">
                <a:solidFill>
                  <a:srgbClr val="FF0000"/>
                </a:solidFill>
                <a:latin typeface="Arial" charset="0"/>
              </a:rPr>
              <a:t>complete one bit binary addition </a:t>
            </a:r>
            <a:r>
              <a:rPr lang="en-US" sz="1600" dirty="0">
                <a:solidFill>
                  <a:srgbClr val="FF0000"/>
                </a:solidFill>
                <a:latin typeface="Arial" charset="0"/>
              </a:rPr>
              <a:t>is known as </a:t>
            </a:r>
            <a:r>
              <a:rPr lang="en-US" sz="1600" dirty="0">
                <a:solidFill>
                  <a:srgbClr val="C00000"/>
                </a:solidFill>
                <a:latin typeface="Arial" charset="0"/>
              </a:rPr>
              <a:t>‘</a:t>
            </a:r>
            <a:r>
              <a:rPr lang="en-US" sz="2000" b="1" dirty="0">
                <a:solidFill>
                  <a:srgbClr val="C00000"/>
                </a:solidFill>
                <a:latin typeface="Arial" charset="0"/>
              </a:rPr>
              <a:t>Full Adder’</a:t>
            </a:r>
          </a:p>
          <a:p>
            <a:pPr marL="225425" indent="-225425">
              <a:buFont typeface="Wingdings" pitchFamily="2" charset="2"/>
              <a:buChar char="Ø"/>
              <a:defRPr/>
            </a:pPr>
            <a:endParaRPr lang="en-US" sz="800" b="1" dirty="0">
              <a:solidFill>
                <a:srgbClr val="FF0000"/>
              </a:solidFill>
              <a:latin typeface="Arial" charset="0"/>
            </a:endParaRPr>
          </a:p>
          <a:p>
            <a:pPr marL="225425" indent="-225425">
              <a:buFont typeface="Wingdings" pitchFamily="2" charset="2"/>
              <a:buChar char="Ø"/>
              <a:defRPr/>
            </a:pPr>
            <a:endParaRPr lang="en-US" sz="800" b="1" dirty="0">
              <a:solidFill>
                <a:srgbClr val="FF0000"/>
              </a:solidFill>
              <a:latin typeface="Arial" charset="0"/>
            </a:endParaRPr>
          </a:p>
          <a:p>
            <a:pPr marL="225425" indent="-225425">
              <a:buFont typeface="Wingdings" pitchFamily="2" charset="2"/>
              <a:buChar char="Ø"/>
              <a:defRPr/>
            </a:pPr>
            <a:r>
              <a:rPr lang="en-US" sz="1600" b="1" dirty="0">
                <a:solidFill>
                  <a:srgbClr val="FF0000"/>
                </a:solidFill>
                <a:latin typeface="Arial" charset="0"/>
              </a:rPr>
              <a:t>But, </a:t>
            </a:r>
            <a:r>
              <a:rPr lang="en-US" sz="1600" dirty="0">
                <a:solidFill>
                  <a:srgbClr val="2B0BB5"/>
                </a:solidFill>
                <a:latin typeface="Arial" charset="0"/>
              </a:rPr>
              <a:t>An</a:t>
            </a:r>
            <a:r>
              <a:rPr lang="en-US" sz="1600" dirty="0">
                <a:solidFill>
                  <a:srgbClr val="FF0000"/>
                </a:solidFill>
                <a:latin typeface="Arial" charset="0"/>
              </a:rPr>
              <a:t> </a:t>
            </a:r>
            <a:r>
              <a:rPr lang="en-US" sz="2000" b="1" u="sng" dirty="0">
                <a:solidFill>
                  <a:srgbClr val="FF0000"/>
                </a:solidFill>
                <a:latin typeface="Arial" charset="0"/>
              </a:rPr>
              <a:t>partial one bit binary addition </a:t>
            </a:r>
            <a:r>
              <a:rPr lang="en-US" sz="1600" b="1" dirty="0">
                <a:solidFill>
                  <a:srgbClr val="2B0BB5"/>
                </a:solidFill>
                <a:latin typeface="Arial" charset="0"/>
              </a:rPr>
              <a:t>can be performed by </a:t>
            </a:r>
            <a:r>
              <a:rPr lang="en-US" sz="1600" b="1" dirty="0">
                <a:solidFill>
                  <a:srgbClr val="7030A0"/>
                </a:solidFill>
                <a:latin typeface="Arial" charset="0"/>
              </a:rPr>
              <a:t>ignoring carry bit.</a:t>
            </a:r>
          </a:p>
          <a:p>
            <a:pPr marL="225425" indent="-225425">
              <a:lnSpc>
                <a:spcPct val="150000"/>
              </a:lnSpc>
              <a:defRPr/>
            </a:pPr>
            <a:r>
              <a:rPr lang="en-US" sz="1600" b="1" dirty="0">
                <a:solidFill>
                  <a:srgbClr val="7030A0"/>
                </a:solidFill>
                <a:latin typeface="Arial" charset="0"/>
              </a:rPr>
              <a:t>    </a:t>
            </a:r>
            <a:r>
              <a:rPr lang="en-US" sz="1600" b="1" dirty="0">
                <a:solidFill>
                  <a:srgbClr val="2B0BB5"/>
                </a:solidFill>
                <a:latin typeface="Arial" charset="0"/>
              </a:rPr>
              <a:t>This partial one bit addition </a:t>
            </a:r>
            <a:r>
              <a:rPr lang="en-US" sz="1600" dirty="0">
                <a:latin typeface="Arial" charset="0"/>
              </a:rPr>
              <a:t>(See column 1, 2, 3 &amp; 4 at LSB in example)</a:t>
            </a:r>
            <a:endParaRPr lang="en-US" sz="1600" b="1" dirty="0">
              <a:solidFill>
                <a:srgbClr val="7030A0"/>
              </a:solidFill>
              <a:latin typeface="Arial" charset="0"/>
            </a:endParaRPr>
          </a:p>
          <a:p>
            <a:pPr marL="465138" indent="-239713">
              <a:lnSpc>
                <a:spcPct val="150000"/>
              </a:lnSpc>
              <a:buFont typeface="Arial" pitchFamily="34" charset="0"/>
              <a:buChar char="•"/>
              <a:defRPr/>
            </a:pPr>
            <a:r>
              <a:rPr lang="en-US" sz="1600" b="1" u="sng" dirty="0">
                <a:solidFill>
                  <a:srgbClr val="7030A0"/>
                </a:solidFill>
                <a:latin typeface="Arial" charset="0"/>
              </a:rPr>
              <a:t>Two  inputs</a:t>
            </a:r>
            <a:r>
              <a:rPr lang="en-US" sz="1600" b="1" dirty="0">
                <a:solidFill>
                  <a:srgbClr val="FF0000"/>
                </a:solidFill>
                <a:latin typeface="Arial" charset="0"/>
              </a:rPr>
              <a:t>, </a:t>
            </a:r>
            <a:r>
              <a:rPr lang="en-US" sz="1600" b="1" dirty="0">
                <a:solidFill>
                  <a:srgbClr val="C00000"/>
                </a:solidFill>
                <a:latin typeface="Arial" charset="0"/>
              </a:rPr>
              <a:t>two</a:t>
            </a:r>
            <a:r>
              <a:rPr lang="en-US" sz="1600" dirty="0">
                <a:solidFill>
                  <a:srgbClr val="C00000"/>
                </a:solidFill>
                <a:latin typeface="Arial" charset="0"/>
              </a:rPr>
              <a:t> </a:t>
            </a:r>
            <a:r>
              <a:rPr lang="en-US" sz="1600" dirty="0">
                <a:solidFill>
                  <a:srgbClr val="2B0BB5"/>
                </a:solidFill>
                <a:latin typeface="Arial" charset="0"/>
              </a:rPr>
              <a:t>for </a:t>
            </a:r>
            <a:r>
              <a:rPr lang="en-US" sz="1600" b="1" u="sng" dirty="0">
                <a:solidFill>
                  <a:srgbClr val="208839"/>
                </a:solidFill>
                <a:latin typeface="Arial" charset="0"/>
              </a:rPr>
              <a:t>augend and addend </a:t>
            </a:r>
            <a:r>
              <a:rPr lang="en-US" sz="1600" dirty="0">
                <a:solidFill>
                  <a:srgbClr val="7030A0"/>
                </a:solidFill>
                <a:latin typeface="Arial" charset="0"/>
              </a:rPr>
              <a:t> </a:t>
            </a:r>
            <a:r>
              <a:rPr lang="en-US" sz="1600" b="1" dirty="0">
                <a:solidFill>
                  <a:srgbClr val="FF0000"/>
                </a:solidFill>
                <a:latin typeface="Arial" charset="0"/>
              </a:rPr>
              <a:t>and </a:t>
            </a:r>
          </a:p>
          <a:p>
            <a:pPr marL="465138" indent="-239713">
              <a:lnSpc>
                <a:spcPct val="150000"/>
              </a:lnSpc>
              <a:buFont typeface="Arial" pitchFamily="34" charset="0"/>
              <a:buChar char="•"/>
              <a:defRPr/>
            </a:pPr>
            <a:r>
              <a:rPr lang="en-US" sz="1600" b="1" dirty="0">
                <a:solidFill>
                  <a:srgbClr val="7030A0"/>
                </a:solidFill>
                <a:latin typeface="Arial" charset="0"/>
              </a:rPr>
              <a:t>Two outputs</a:t>
            </a:r>
            <a:r>
              <a:rPr lang="en-US" sz="1600" b="1" dirty="0">
                <a:solidFill>
                  <a:srgbClr val="FF0000"/>
                </a:solidFill>
                <a:latin typeface="Arial" charset="0"/>
              </a:rPr>
              <a:t>, </a:t>
            </a:r>
            <a:r>
              <a:rPr lang="en-US" sz="1600" dirty="0">
                <a:solidFill>
                  <a:srgbClr val="C00000"/>
                </a:solidFill>
                <a:latin typeface="Arial" charset="0"/>
              </a:rPr>
              <a:t>for </a:t>
            </a:r>
            <a:r>
              <a:rPr lang="en-US" sz="1600" b="1" dirty="0">
                <a:solidFill>
                  <a:srgbClr val="208839"/>
                </a:solidFill>
                <a:latin typeface="Arial" charset="0"/>
              </a:rPr>
              <a:t>sum and carry</a:t>
            </a:r>
            <a:r>
              <a:rPr lang="en-US" sz="1600" dirty="0">
                <a:solidFill>
                  <a:srgbClr val="C00000"/>
                </a:solidFill>
                <a:latin typeface="Arial" charset="0"/>
              </a:rPr>
              <a:t>,.              </a:t>
            </a:r>
            <a:r>
              <a:rPr lang="en-US" sz="1400" dirty="0">
                <a:solidFill>
                  <a:srgbClr val="C00000"/>
                </a:solidFill>
                <a:latin typeface="Arial" charset="0"/>
              </a:rPr>
              <a:t>          </a:t>
            </a:r>
            <a:endParaRPr lang="en-US" sz="1400" dirty="0">
              <a:latin typeface="Arial" charset="0"/>
            </a:endParaRPr>
          </a:p>
          <a:p>
            <a:pPr marL="225425" indent="-225425">
              <a:lnSpc>
                <a:spcPct val="150000"/>
              </a:lnSpc>
              <a:defRPr/>
            </a:pPr>
            <a:r>
              <a:rPr lang="en-US" sz="1600" b="1" dirty="0">
                <a:solidFill>
                  <a:srgbClr val="C00000"/>
                </a:solidFill>
                <a:latin typeface="Arial" charset="0"/>
              </a:rPr>
              <a:t>        Adder, </a:t>
            </a:r>
            <a:r>
              <a:rPr lang="en-US" sz="1600" b="1" dirty="0">
                <a:solidFill>
                  <a:srgbClr val="FF0000"/>
                </a:solidFill>
                <a:latin typeface="Arial" charset="0"/>
              </a:rPr>
              <a:t>which performs </a:t>
            </a:r>
            <a:r>
              <a:rPr lang="en-US" sz="1600" b="1" u="sng" dirty="0">
                <a:solidFill>
                  <a:srgbClr val="FF0000"/>
                </a:solidFill>
                <a:latin typeface="Arial" charset="0"/>
              </a:rPr>
              <a:t>partial one bit ‘partial’ binary addition </a:t>
            </a:r>
            <a:r>
              <a:rPr lang="en-US" sz="1600" dirty="0">
                <a:solidFill>
                  <a:srgbClr val="FF0000"/>
                </a:solidFill>
                <a:latin typeface="Arial" charset="0"/>
              </a:rPr>
              <a:t>is known as </a:t>
            </a:r>
            <a:r>
              <a:rPr lang="en-US" sz="1600" dirty="0">
                <a:solidFill>
                  <a:srgbClr val="C00000"/>
                </a:solidFill>
                <a:latin typeface="Arial" charset="0"/>
              </a:rPr>
              <a:t>‘</a:t>
            </a:r>
            <a:r>
              <a:rPr lang="en-US" sz="2000" b="1" dirty="0">
                <a:solidFill>
                  <a:srgbClr val="C00000"/>
                </a:solidFill>
                <a:latin typeface="Arial" charset="0"/>
              </a:rPr>
              <a:t>Half Adder’</a:t>
            </a:r>
          </a:p>
        </p:txBody>
      </p:sp>
      <p:sp>
        <p:nvSpPr>
          <p:cNvPr id="4" name="Rectangle 2">
            <a:extLst>
              <a:ext uri="{FF2B5EF4-FFF2-40B4-BE49-F238E27FC236}">
                <a16:creationId xmlns:a16="http://schemas.microsoft.com/office/drawing/2014/main" id="{86BC70E3-FFCD-473F-B93A-33622F9EFBA0}"/>
              </a:ext>
            </a:extLst>
          </p:cNvPr>
          <p:cNvSpPr txBox="1">
            <a:spLocks noChangeArrowheads="1"/>
          </p:cNvSpPr>
          <p:nvPr/>
        </p:nvSpPr>
        <p:spPr>
          <a:xfrm>
            <a:off x="2133600" y="0"/>
            <a:ext cx="77724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BINARY ADDER</a:t>
            </a:r>
            <a:endParaRPr lang="en-US" sz="2800" u="sng" dirty="0">
              <a:solidFill>
                <a:srgbClr val="FF0000"/>
              </a:solidFill>
              <a:latin typeface="Arial" charset="0"/>
              <a:ea typeface="+mj-ea"/>
              <a:cs typeface="+mj-cs"/>
            </a:endParaRPr>
          </a:p>
        </p:txBody>
      </p:sp>
      <p:grpSp>
        <p:nvGrpSpPr>
          <p:cNvPr id="94212" name="Group 6">
            <a:extLst>
              <a:ext uri="{FF2B5EF4-FFF2-40B4-BE49-F238E27FC236}">
                <a16:creationId xmlns:a16="http://schemas.microsoft.com/office/drawing/2014/main" id="{1087BCA8-990F-4C71-8FCC-7A97745C1B9D}"/>
              </a:ext>
            </a:extLst>
          </p:cNvPr>
          <p:cNvGrpSpPr>
            <a:grpSpLocks/>
          </p:cNvGrpSpPr>
          <p:nvPr/>
        </p:nvGrpSpPr>
        <p:grpSpPr bwMode="auto">
          <a:xfrm>
            <a:off x="1828800" y="5030788"/>
            <a:ext cx="8610600" cy="1752600"/>
            <a:chOff x="533400" y="4800600"/>
            <a:chExt cx="8610600" cy="1752600"/>
          </a:xfrm>
        </p:grpSpPr>
        <p:pic>
          <p:nvPicPr>
            <p:cNvPr id="94213" name="Picture 6">
              <a:extLst>
                <a:ext uri="{FF2B5EF4-FFF2-40B4-BE49-F238E27FC236}">
                  <a16:creationId xmlns:a16="http://schemas.microsoft.com/office/drawing/2014/main" id="{E06A203D-3550-4EEA-A148-87D059126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800600"/>
              <a:ext cx="3581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4" name="Picture 2">
              <a:extLst>
                <a:ext uri="{FF2B5EF4-FFF2-40B4-BE49-F238E27FC236}">
                  <a16:creationId xmlns:a16="http://schemas.microsoft.com/office/drawing/2014/main" id="{0C921726-E937-40AF-BB36-7AE027CE8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4800600"/>
              <a:ext cx="2057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5" name="Picture 2">
              <a:extLst>
                <a:ext uri="{FF2B5EF4-FFF2-40B4-BE49-F238E27FC236}">
                  <a16:creationId xmlns:a16="http://schemas.microsoft.com/office/drawing/2014/main" id="{DD7177D3-50BC-4DA7-A4FE-85D0EF121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4800600"/>
              <a:ext cx="2667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6C0C4BA-4A79-4619-AE34-4CE26320A00A}"/>
                  </a:ext>
                </a:extLst>
              </p14:cNvPr>
              <p14:cNvContentPartPr/>
              <p14:nvPr/>
            </p14:nvContentPartPr>
            <p14:xfrm>
              <a:off x="4520880" y="5510880"/>
              <a:ext cx="372240" cy="1212120"/>
            </p14:xfrm>
          </p:contentPart>
        </mc:Choice>
        <mc:Fallback>
          <p:pic>
            <p:nvPicPr>
              <p:cNvPr id="2" name="Ink 1">
                <a:extLst>
                  <a:ext uri="{FF2B5EF4-FFF2-40B4-BE49-F238E27FC236}">
                    <a16:creationId xmlns:a16="http://schemas.microsoft.com/office/drawing/2014/main" id="{86C0C4BA-4A79-4619-AE34-4CE26320A00A}"/>
                  </a:ext>
                </a:extLst>
              </p:cNvPr>
              <p:cNvPicPr/>
              <p:nvPr/>
            </p:nvPicPr>
            <p:blipFill>
              <a:blip r:embed="rId6"/>
              <a:stretch>
                <a:fillRect/>
              </a:stretch>
            </p:blipFill>
            <p:spPr>
              <a:xfrm>
                <a:off x="4511520" y="5501520"/>
                <a:ext cx="390960" cy="1230840"/>
              </a:xfrm>
              <a:prstGeom prst="rect">
                <a:avLst/>
              </a:prstGeom>
            </p:spPr>
          </p:pic>
        </mc:Fallback>
      </mc:AlternateContent>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1AB2A85-C3A8-4A5C-BEF6-14036BD61BF7}"/>
              </a:ext>
            </a:extLst>
          </p:cNvPr>
          <p:cNvSpPr txBox="1">
            <a:spLocks noChangeArrowheads="1"/>
          </p:cNvSpPr>
          <p:nvPr/>
        </p:nvSpPr>
        <p:spPr>
          <a:xfrm>
            <a:off x="2514600" y="0"/>
            <a:ext cx="6858000" cy="45720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Design of Binary ADDER: </a:t>
            </a:r>
            <a:r>
              <a:rPr lang="en-US" sz="2800" b="1" u="sng" dirty="0">
                <a:solidFill>
                  <a:srgbClr val="FF0000"/>
                </a:solidFill>
                <a:latin typeface="Arial" charset="0"/>
              </a:rPr>
              <a:t>Half Adder</a:t>
            </a:r>
          </a:p>
          <a:p>
            <a:pPr algn="ctr" eaLnBrk="1" hangingPunct="1">
              <a:defRPr/>
            </a:pPr>
            <a:endParaRPr lang="en-US" sz="2800" u="sng" dirty="0">
              <a:solidFill>
                <a:srgbClr val="FF0000"/>
              </a:solidFill>
              <a:latin typeface="Arial" charset="0"/>
              <a:ea typeface="+mj-ea"/>
              <a:cs typeface="+mj-cs"/>
            </a:endParaRPr>
          </a:p>
        </p:txBody>
      </p:sp>
      <p:sp>
        <p:nvSpPr>
          <p:cNvPr id="95235" name="Rectangle 8">
            <a:extLst>
              <a:ext uri="{FF2B5EF4-FFF2-40B4-BE49-F238E27FC236}">
                <a16:creationId xmlns:a16="http://schemas.microsoft.com/office/drawing/2014/main" id="{33D19BC7-535B-4D07-A4F2-06045C80D862}"/>
              </a:ext>
            </a:extLst>
          </p:cNvPr>
          <p:cNvSpPr>
            <a:spLocks noChangeArrowheads="1"/>
          </p:cNvSpPr>
          <p:nvPr/>
        </p:nvSpPr>
        <p:spPr bwMode="auto">
          <a:xfrm>
            <a:off x="1752600" y="381001"/>
            <a:ext cx="8534400"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An Half adder </a:t>
            </a:r>
            <a:r>
              <a:rPr lang="en-US" altLang="en-US" sz="1800">
                <a:solidFill>
                  <a:srgbClr val="FF0000"/>
                </a:solidFill>
                <a:latin typeface="Arial" panose="020B0604020202020204" pitchFamily="34" charset="0"/>
              </a:rPr>
              <a:t>performs partial one bit binary addition </a:t>
            </a:r>
            <a:r>
              <a:rPr lang="en-US" altLang="en-US" sz="1800">
                <a:solidFill>
                  <a:srgbClr val="C00000"/>
                </a:solidFill>
                <a:latin typeface="Arial" panose="020B0604020202020204" pitchFamily="34" charset="0"/>
              </a:rPr>
              <a:t>for two input bit </a:t>
            </a:r>
          </a:p>
          <a:p>
            <a:pPr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It must have two inputs (augend and addend) and two outputs (sum and carry). </a:t>
            </a:r>
          </a:p>
          <a:p>
            <a:pPr algn="just"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This circuit </a:t>
            </a:r>
            <a:r>
              <a:rPr lang="en-US" altLang="en-US" sz="1800">
                <a:solidFill>
                  <a:srgbClr val="C00000"/>
                </a:solidFill>
                <a:latin typeface="Arial" panose="020B0604020202020204" pitchFamily="34" charset="0"/>
              </a:rPr>
              <a:t>called ‘</a:t>
            </a:r>
            <a:r>
              <a:rPr lang="en-US" altLang="en-US" sz="1800" b="1">
                <a:solidFill>
                  <a:srgbClr val="C00000"/>
                </a:solidFill>
                <a:latin typeface="Arial" panose="020B0604020202020204" pitchFamily="34" charset="0"/>
              </a:rPr>
              <a:t>Half Adder’ </a:t>
            </a:r>
            <a:r>
              <a:rPr lang="en-US" altLang="en-US" sz="1800" b="1">
                <a:solidFill>
                  <a:srgbClr val="7030A0"/>
                </a:solidFill>
                <a:latin typeface="Arial" panose="020B0604020202020204" pitchFamily="34" charset="0"/>
              </a:rPr>
              <a:t>as it can performs only partial addition operation not complete one bit addition,</a:t>
            </a:r>
            <a:r>
              <a:rPr lang="en-US" altLang="en-US" sz="1800">
                <a:solidFill>
                  <a:srgbClr val="2B0BB5"/>
                </a:solidFill>
                <a:latin typeface="Arial" panose="020B0604020202020204" pitchFamily="34" charset="0"/>
              </a:rPr>
              <a:t> as it ignores ‘input carry’.</a:t>
            </a:r>
          </a:p>
          <a:p>
            <a:pPr algn="just" eaLnBrk="1" hangingPunct="1">
              <a:lnSpc>
                <a:spcPct val="150000"/>
              </a:lnSpc>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The K map for S (SUM) and C (Carry) and resulting expression </a:t>
            </a:r>
            <a:r>
              <a:rPr lang="en-US" altLang="en-US" sz="1800">
                <a:latin typeface="Arial" panose="020B0604020202020204" pitchFamily="34" charset="0"/>
              </a:rPr>
              <a:t>A      B and A.B</a:t>
            </a:r>
          </a:p>
        </p:txBody>
      </p:sp>
      <p:pic>
        <p:nvPicPr>
          <p:cNvPr id="95236" name="Picture 7">
            <a:extLst>
              <a:ext uri="{FF2B5EF4-FFF2-40B4-BE49-F238E27FC236}">
                <a16:creationId xmlns:a16="http://schemas.microsoft.com/office/drawing/2014/main" id="{86B0FD41-6166-4B54-ABEF-6064C98D5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564" y="2438400"/>
            <a:ext cx="905827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5">
            <a:extLst>
              <a:ext uri="{FF2B5EF4-FFF2-40B4-BE49-F238E27FC236}">
                <a16:creationId xmlns:a16="http://schemas.microsoft.com/office/drawing/2014/main" id="{C7D26F6D-0C1B-4A25-9188-3935451F75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1" y="2171700"/>
            <a:ext cx="219075"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1451873-EE87-4FA4-8DC1-6FB002707085}"/>
                  </a:ext>
                </a:extLst>
              </p14:cNvPr>
              <p14:cNvContentPartPr/>
              <p14:nvPr/>
            </p14:nvContentPartPr>
            <p14:xfrm>
              <a:off x="1953720" y="2049120"/>
              <a:ext cx="8619840" cy="3889800"/>
            </p14:xfrm>
          </p:contentPart>
        </mc:Choice>
        <mc:Fallback>
          <p:pic>
            <p:nvPicPr>
              <p:cNvPr id="3" name="Ink 2">
                <a:extLst>
                  <a:ext uri="{FF2B5EF4-FFF2-40B4-BE49-F238E27FC236}">
                    <a16:creationId xmlns:a16="http://schemas.microsoft.com/office/drawing/2014/main" id="{91451873-EE87-4FA4-8DC1-6FB002707085}"/>
                  </a:ext>
                </a:extLst>
              </p:cNvPr>
              <p:cNvPicPr/>
              <p:nvPr/>
            </p:nvPicPr>
            <p:blipFill>
              <a:blip r:embed="rId5"/>
              <a:stretch>
                <a:fillRect/>
              </a:stretch>
            </p:blipFill>
            <p:spPr>
              <a:xfrm>
                <a:off x="1944360" y="2039760"/>
                <a:ext cx="8638560" cy="3908520"/>
              </a:xfrm>
              <a:prstGeom prst="rect">
                <a:avLst/>
              </a:prstGeom>
            </p:spPr>
          </p:pic>
        </mc:Fallback>
      </mc:AlternateContent>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8B2132-C74D-455E-B31B-B788CA04A068}"/>
              </a:ext>
            </a:extLst>
          </p:cNvPr>
          <p:cNvSpPr>
            <a:spLocks noChangeArrowheads="1"/>
          </p:cNvSpPr>
          <p:nvPr/>
        </p:nvSpPr>
        <p:spPr bwMode="auto">
          <a:xfrm>
            <a:off x="1752600" y="457201"/>
            <a:ext cx="8686800" cy="2170113"/>
          </a:xfrm>
          <a:prstGeom prst="rect">
            <a:avLst/>
          </a:prstGeom>
          <a:noFill/>
          <a:ln w="9525">
            <a:noFill/>
            <a:miter lim="800000"/>
            <a:headEnd/>
            <a:tailEnd/>
          </a:ln>
        </p:spPr>
        <p:txBody>
          <a:bodyPr>
            <a:spAutoFit/>
          </a:bodyPr>
          <a:lstStyle/>
          <a:p>
            <a:pPr marL="225425" indent="-225425" algn="just">
              <a:lnSpc>
                <a:spcPct val="150000"/>
              </a:lnSpc>
              <a:buFont typeface="Wingdings" pitchFamily="2" charset="2"/>
              <a:buChar char="§"/>
              <a:defRPr/>
            </a:pPr>
            <a:r>
              <a:rPr lang="en-US" b="1" dirty="0">
                <a:solidFill>
                  <a:srgbClr val="2B0BB5"/>
                </a:solidFill>
                <a:latin typeface="Arial" charset="0"/>
              </a:rPr>
              <a:t>If A and B are binary inputs to the half adder</a:t>
            </a:r>
            <a:r>
              <a:rPr lang="en-US" dirty="0">
                <a:solidFill>
                  <a:srgbClr val="2B0BB5"/>
                </a:solidFill>
                <a:latin typeface="Arial" charset="0"/>
              </a:rPr>
              <a:t>, then </a:t>
            </a:r>
          </a:p>
          <a:p>
            <a:pPr marL="465138" indent="-239713" algn="just">
              <a:lnSpc>
                <a:spcPct val="150000"/>
              </a:lnSpc>
              <a:buFont typeface="Arial" pitchFamily="34" charset="0"/>
              <a:buChar char="•"/>
              <a:defRPr/>
            </a:pPr>
            <a:r>
              <a:rPr lang="en-US" dirty="0">
                <a:solidFill>
                  <a:srgbClr val="2B0BB5"/>
                </a:solidFill>
                <a:latin typeface="Arial" charset="0"/>
              </a:rPr>
              <a:t>the </a:t>
            </a:r>
            <a:r>
              <a:rPr lang="en-US" dirty="0">
                <a:solidFill>
                  <a:srgbClr val="C00000"/>
                </a:solidFill>
                <a:latin typeface="Arial" charset="0"/>
              </a:rPr>
              <a:t>logic function </a:t>
            </a:r>
            <a:r>
              <a:rPr lang="en-US" dirty="0">
                <a:solidFill>
                  <a:srgbClr val="2B0BB5"/>
                </a:solidFill>
                <a:latin typeface="Arial" charset="0"/>
              </a:rPr>
              <a:t>to calculate </a:t>
            </a:r>
            <a:r>
              <a:rPr lang="en-US" b="1" dirty="0">
                <a:solidFill>
                  <a:srgbClr val="C00000"/>
                </a:solidFill>
                <a:latin typeface="Arial" charset="0"/>
              </a:rPr>
              <a:t>sum S is Ex -OR </a:t>
            </a:r>
            <a:r>
              <a:rPr lang="en-US" dirty="0">
                <a:solidFill>
                  <a:srgbClr val="2B0BB5"/>
                </a:solidFill>
                <a:latin typeface="Arial" charset="0"/>
              </a:rPr>
              <a:t>of A and B and </a:t>
            </a:r>
          </a:p>
          <a:p>
            <a:pPr marL="465138" indent="-239713" algn="just">
              <a:lnSpc>
                <a:spcPct val="150000"/>
              </a:lnSpc>
              <a:buFont typeface="Arial" pitchFamily="34" charset="0"/>
              <a:buChar char="•"/>
              <a:defRPr/>
            </a:pPr>
            <a:r>
              <a:rPr lang="en-US" dirty="0">
                <a:solidFill>
                  <a:srgbClr val="C00000"/>
                </a:solidFill>
                <a:latin typeface="Arial" charset="0"/>
              </a:rPr>
              <a:t>logic function </a:t>
            </a:r>
            <a:r>
              <a:rPr lang="en-US" dirty="0">
                <a:solidFill>
                  <a:srgbClr val="2B0BB5"/>
                </a:solidFill>
                <a:latin typeface="Arial" charset="0"/>
              </a:rPr>
              <a:t>to calculate </a:t>
            </a:r>
            <a:r>
              <a:rPr lang="en-US" dirty="0">
                <a:solidFill>
                  <a:srgbClr val="C00000"/>
                </a:solidFill>
                <a:latin typeface="Arial" charset="0"/>
              </a:rPr>
              <a:t>carry C is AND </a:t>
            </a:r>
            <a:r>
              <a:rPr lang="en-US" dirty="0">
                <a:solidFill>
                  <a:srgbClr val="2B0BB5"/>
                </a:solidFill>
                <a:latin typeface="Arial" charset="0"/>
              </a:rPr>
              <a:t>of A and B. </a:t>
            </a:r>
          </a:p>
          <a:p>
            <a:pPr marL="225425" indent="-225425" algn="just">
              <a:lnSpc>
                <a:spcPct val="150000"/>
              </a:lnSpc>
              <a:buFont typeface="Wingdings" pitchFamily="2" charset="2"/>
              <a:buChar char="§"/>
              <a:defRPr/>
            </a:pPr>
            <a:r>
              <a:rPr lang="en-US" dirty="0">
                <a:solidFill>
                  <a:srgbClr val="2B0BB5"/>
                </a:solidFill>
                <a:latin typeface="Arial" charset="0"/>
              </a:rPr>
              <a:t>Combining these two, the logical circuit to implement the combinational circuit of Half Adder is shown below.</a:t>
            </a:r>
          </a:p>
        </p:txBody>
      </p:sp>
      <p:sp>
        <p:nvSpPr>
          <p:cNvPr id="96259" name="Rectangle 4">
            <a:extLst>
              <a:ext uri="{FF2B5EF4-FFF2-40B4-BE49-F238E27FC236}">
                <a16:creationId xmlns:a16="http://schemas.microsoft.com/office/drawing/2014/main" id="{DBE4492F-03BF-4FFA-B6E1-C3AA5DD26DFE}"/>
              </a:ext>
            </a:extLst>
          </p:cNvPr>
          <p:cNvSpPr>
            <a:spLocks noChangeArrowheads="1"/>
          </p:cNvSpPr>
          <p:nvPr/>
        </p:nvSpPr>
        <p:spPr bwMode="auto">
          <a:xfrm>
            <a:off x="4953000" y="1"/>
            <a:ext cx="2209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Half Adder</a:t>
            </a:r>
            <a:endParaRPr lang="en-US" altLang="en-US" sz="2800">
              <a:latin typeface="Arial" panose="020B0604020202020204" pitchFamily="34" charset="0"/>
            </a:endParaRPr>
          </a:p>
        </p:txBody>
      </p:sp>
      <p:grpSp>
        <p:nvGrpSpPr>
          <p:cNvPr id="96260" name="Group 10">
            <a:extLst>
              <a:ext uri="{FF2B5EF4-FFF2-40B4-BE49-F238E27FC236}">
                <a16:creationId xmlns:a16="http://schemas.microsoft.com/office/drawing/2014/main" id="{5F6D57CA-87E6-4993-A2EB-60C91797A623}"/>
              </a:ext>
            </a:extLst>
          </p:cNvPr>
          <p:cNvGrpSpPr>
            <a:grpSpLocks/>
          </p:cNvGrpSpPr>
          <p:nvPr/>
        </p:nvGrpSpPr>
        <p:grpSpPr bwMode="auto">
          <a:xfrm>
            <a:off x="1981201" y="2819400"/>
            <a:ext cx="8239125" cy="3733800"/>
            <a:chOff x="523875" y="2895600"/>
            <a:chExt cx="8239125" cy="3733800"/>
          </a:xfrm>
        </p:grpSpPr>
        <p:pic>
          <p:nvPicPr>
            <p:cNvPr id="96262" name="Picture 4">
              <a:extLst>
                <a:ext uri="{FF2B5EF4-FFF2-40B4-BE49-F238E27FC236}">
                  <a16:creationId xmlns:a16="http://schemas.microsoft.com/office/drawing/2014/main" id="{7525B6A8-9604-4C50-9AA7-B95060F0DF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2895600"/>
              <a:ext cx="33528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3" name="Picture 5">
              <a:extLst>
                <a:ext uri="{FF2B5EF4-FFF2-40B4-BE49-F238E27FC236}">
                  <a16:creationId xmlns:a16="http://schemas.microsoft.com/office/drawing/2014/main" id="{CE88F65E-AA13-431D-A890-168B0164F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2895600"/>
              <a:ext cx="48101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4" name="Picture 7">
              <a:extLst>
                <a:ext uri="{FF2B5EF4-FFF2-40B4-BE49-F238E27FC236}">
                  <a16:creationId xmlns:a16="http://schemas.microsoft.com/office/drawing/2014/main" id="{0C9CA417-9816-40E8-B3AF-7DD7974F49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5943600"/>
              <a:ext cx="11906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5" name="Picture 7">
              <a:extLst>
                <a:ext uri="{FF2B5EF4-FFF2-40B4-BE49-F238E27FC236}">
                  <a16:creationId xmlns:a16="http://schemas.microsoft.com/office/drawing/2014/main" id="{45762646-F594-4C0B-91E2-EDE3174124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9981" y="58674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6" name="Picture 9">
              <a:extLst>
                <a:ext uri="{FF2B5EF4-FFF2-40B4-BE49-F238E27FC236}">
                  <a16:creationId xmlns:a16="http://schemas.microsoft.com/office/drawing/2014/main" id="{6720F640-2678-4113-B8BD-FC00BFDD48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965" y="2971800"/>
              <a:ext cx="11144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6261" name="Picture 12">
            <a:extLst>
              <a:ext uri="{FF2B5EF4-FFF2-40B4-BE49-F238E27FC236}">
                <a16:creationId xmlns:a16="http://schemas.microsoft.com/office/drawing/2014/main" id="{BB20C7DD-CE28-4AD9-9F6F-A7D9B7000D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876800"/>
            <a:ext cx="1752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AB616D16-E867-4EE8-8853-C06191CF35EF}"/>
                  </a:ext>
                </a:extLst>
              </p14:cNvPr>
              <p14:cNvContentPartPr/>
              <p14:nvPr/>
            </p14:nvContentPartPr>
            <p14:xfrm>
              <a:off x="2132640" y="3642120"/>
              <a:ext cx="4482360" cy="2634840"/>
            </p14:xfrm>
          </p:contentPart>
        </mc:Choice>
        <mc:Fallback>
          <p:pic>
            <p:nvPicPr>
              <p:cNvPr id="2" name="Ink 1">
                <a:extLst>
                  <a:ext uri="{FF2B5EF4-FFF2-40B4-BE49-F238E27FC236}">
                    <a16:creationId xmlns:a16="http://schemas.microsoft.com/office/drawing/2014/main" id="{AB616D16-E867-4EE8-8853-C06191CF35EF}"/>
                  </a:ext>
                </a:extLst>
              </p:cNvPr>
              <p:cNvPicPr/>
              <p:nvPr/>
            </p:nvPicPr>
            <p:blipFill>
              <a:blip r:embed="rId8"/>
              <a:stretch>
                <a:fillRect/>
              </a:stretch>
            </p:blipFill>
            <p:spPr>
              <a:xfrm>
                <a:off x="2123280" y="3632760"/>
                <a:ext cx="4501080" cy="2653560"/>
              </a:xfrm>
              <a:prstGeom prst="rect">
                <a:avLst/>
              </a:prstGeom>
            </p:spPr>
          </p:pic>
        </mc:Fallback>
      </mc:AlternateContent>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
            <a:extLst>
              <a:ext uri="{FF2B5EF4-FFF2-40B4-BE49-F238E27FC236}">
                <a16:creationId xmlns:a16="http://schemas.microsoft.com/office/drawing/2014/main" id="{3B43E91A-8928-46C5-9F54-F50BCDF849C6}"/>
              </a:ext>
            </a:extLst>
          </p:cNvPr>
          <p:cNvSpPr>
            <a:spLocks noChangeArrowheads="1"/>
          </p:cNvSpPr>
          <p:nvPr/>
        </p:nvSpPr>
        <p:spPr bwMode="auto">
          <a:xfrm>
            <a:off x="4419601" y="0"/>
            <a:ext cx="3459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Half Adder using NAND Gates</a:t>
            </a:r>
          </a:p>
        </p:txBody>
      </p:sp>
      <p:pic>
        <p:nvPicPr>
          <p:cNvPr id="97283" name="Picture 2">
            <a:extLst>
              <a:ext uri="{FF2B5EF4-FFF2-40B4-BE49-F238E27FC236}">
                <a16:creationId xmlns:a16="http://schemas.microsoft.com/office/drawing/2014/main" id="{64E347FE-2A80-4ADF-A8BE-F55450226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3064" y="3233738"/>
            <a:ext cx="6230937"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Rectangle 4">
            <a:extLst>
              <a:ext uri="{FF2B5EF4-FFF2-40B4-BE49-F238E27FC236}">
                <a16:creationId xmlns:a16="http://schemas.microsoft.com/office/drawing/2014/main" id="{43B74F86-1DA0-4C03-8ACF-1DA1B71D6483}"/>
              </a:ext>
            </a:extLst>
          </p:cNvPr>
          <p:cNvSpPr>
            <a:spLocks noChangeArrowheads="1"/>
          </p:cNvSpPr>
          <p:nvPr/>
        </p:nvSpPr>
        <p:spPr bwMode="auto">
          <a:xfrm>
            <a:off x="1676400" y="304801"/>
            <a:ext cx="8915400"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As we know that </a:t>
            </a:r>
            <a:r>
              <a:rPr lang="en-US" altLang="en-US" sz="1800">
                <a:solidFill>
                  <a:srgbClr val="C00000"/>
                </a:solidFill>
                <a:latin typeface="Arial" panose="020B0604020202020204" pitchFamily="34" charset="0"/>
              </a:rPr>
              <a:t>NAND and NOR are called universal gates </a:t>
            </a:r>
            <a:r>
              <a:rPr lang="en-US" altLang="en-US" sz="1800">
                <a:solidFill>
                  <a:srgbClr val="2B0BB5"/>
                </a:solidFill>
                <a:latin typeface="Arial" panose="020B0604020202020204" pitchFamily="34" charset="0"/>
              </a:rPr>
              <a:t>as any logic system can be implemented using these two</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 The </a:t>
            </a:r>
            <a:r>
              <a:rPr lang="en-US" altLang="en-US" sz="1800">
                <a:solidFill>
                  <a:srgbClr val="C00000"/>
                </a:solidFill>
                <a:latin typeface="Arial" panose="020B0604020202020204" pitchFamily="34" charset="0"/>
              </a:rPr>
              <a:t>half adder circuit can also be implemented using them</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We know the NAND only circuit of Ex-OR gate and AND gate. Same is used her.e</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Figure shows the Half Adder circuit using NAND gates only.</a:t>
            </a:r>
          </a:p>
          <a:p>
            <a:pPr eaLnBrk="1" hangingPunct="1">
              <a:lnSpc>
                <a:spcPct val="150000"/>
              </a:lnSpc>
              <a:spcBef>
                <a:spcPct val="0"/>
              </a:spcBef>
              <a:buFont typeface="Wingdings" panose="05000000000000000000" pitchFamily="2" charset="2"/>
              <a:buChar char="Ø"/>
            </a:pPr>
            <a:r>
              <a:rPr lang="en-US" altLang="en-US" sz="1800" b="1">
                <a:solidFill>
                  <a:srgbClr val="C00000"/>
                </a:solidFill>
                <a:latin typeface="Arial" panose="020B0604020202020204" pitchFamily="34" charset="0"/>
              </a:rPr>
              <a:t>Five NAND gates are required </a:t>
            </a:r>
            <a:r>
              <a:rPr lang="en-US" altLang="en-US" sz="1800">
                <a:solidFill>
                  <a:srgbClr val="2B0BB5"/>
                </a:solidFill>
                <a:latin typeface="Arial" panose="020B0604020202020204" pitchFamily="34" charset="0"/>
              </a:rPr>
              <a:t>in order to design a half adder. The circuit to realize half adder using NAND gates is shown below.</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D29ECE-6951-4383-85AF-CCCE31EB7AD2}"/>
                  </a:ext>
                </a:extLst>
              </p14:cNvPr>
              <p14:cNvContentPartPr/>
              <p14:nvPr/>
            </p14:nvContentPartPr>
            <p14:xfrm>
              <a:off x="1973520" y="2777760"/>
              <a:ext cx="9541440" cy="3508560"/>
            </p14:xfrm>
          </p:contentPart>
        </mc:Choice>
        <mc:Fallback>
          <p:pic>
            <p:nvPicPr>
              <p:cNvPr id="2" name="Ink 1">
                <a:extLst>
                  <a:ext uri="{FF2B5EF4-FFF2-40B4-BE49-F238E27FC236}">
                    <a16:creationId xmlns:a16="http://schemas.microsoft.com/office/drawing/2014/main" id="{07D29ECE-6951-4383-85AF-CCCE31EB7AD2}"/>
                  </a:ext>
                </a:extLst>
              </p:cNvPr>
              <p:cNvPicPr/>
              <p:nvPr/>
            </p:nvPicPr>
            <p:blipFill>
              <a:blip r:embed="rId4"/>
              <a:stretch>
                <a:fillRect/>
              </a:stretch>
            </p:blipFill>
            <p:spPr>
              <a:xfrm>
                <a:off x="1964160" y="2768400"/>
                <a:ext cx="9560160" cy="3527280"/>
              </a:xfrm>
              <a:prstGeom prst="rect">
                <a:avLst/>
              </a:prstGeom>
            </p:spPr>
          </p:pic>
        </mc:Fallback>
      </mc:AlternateContent>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a:extLst>
              <a:ext uri="{FF2B5EF4-FFF2-40B4-BE49-F238E27FC236}">
                <a16:creationId xmlns:a16="http://schemas.microsoft.com/office/drawing/2014/main" id="{721AC899-C273-4620-B152-E64FE44E7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81000"/>
            <a:ext cx="7162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Rectangle 2">
            <a:extLst>
              <a:ext uri="{FF2B5EF4-FFF2-40B4-BE49-F238E27FC236}">
                <a16:creationId xmlns:a16="http://schemas.microsoft.com/office/drawing/2014/main" id="{E4C75185-705E-4CDA-B87C-EFF5F372FBDD}"/>
              </a:ext>
            </a:extLst>
          </p:cNvPr>
          <p:cNvSpPr>
            <a:spLocks noChangeArrowheads="1"/>
          </p:cNvSpPr>
          <p:nvPr/>
        </p:nvSpPr>
        <p:spPr bwMode="auto">
          <a:xfrm>
            <a:off x="4419600" y="0"/>
            <a:ext cx="3843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Half Adder using only NOR Gates</a:t>
            </a:r>
          </a:p>
        </p:txBody>
      </p:sp>
      <p:sp>
        <p:nvSpPr>
          <p:cNvPr id="98308" name="Rectangle 3">
            <a:extLst>
              <a:ext uri="{FF2B5EF4-FFF2-40B4-BE49-F238E27FC236}">
                <a16:creationId xmlns:a16="http://schemas.microsoft.com/office/drawing/2014/main" id="{E1CDD2F9-72D0-4983-AC42-7A8E7463CDF2}"/>
              </a:ext>
            </a:extLst>
          </p:cNvPr>
          <p:cNvSpPr>
            <a:spLocks noChangeArrowheads="1"/>
          </p:cNvSpPr>
          <p:nvPr/>
        </p:nvSpPr>
        <p:spPr bwMode="auto">
          <a:xfrm>
            <a:off x="4775200" y="4645025"/>
            <a:ext cx="292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Limitations of Half Adder</a:t>
            </a:r>
          </a:p>
        </p:txBody>
      </p:sp>
      <p:sp>
        <p:nvSpPr>
          <p:cNvPr id="98309" name="Rectangle 4">
            <a:extLst>
              <a:ext uri="{FF2B5EF4-FFF2-40B4-BE49-F238E27FC236}">
                <a16:creationId xmlns:a16="http://schemas.microsoft.com/office/drawing/2014/main" id="{071378A1-58BA-4B29-B5A3-3CD06CA1982E}"/>
              </a:ext>
            </a:extLst>
          </p:cNvPr>
          <p:cNvSpPr>
            <a:spLocks noChangeArrowheads="1"/>
          </p:cNvSpPr>
          <p:nvPr/>
        </p:nvSpPr>
        <p:spPr bwMode="auto">
          <a:xfrm>
            <a:off x="1752600" y="5029201"/>
            <a:ext cx="8686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The reason these simple binary adders are called Half Adders is that </a:t>
            </a:r>
            <a:r>
              <a:rPr lang="en-US" altLang="en-US" sz="1800">
                <a:solidFill>
                  <a:srgbClr val="C00000"/>
                </a:solidFill>
                <a:latin typeface="Arial" panose="020B0604020202020204" pitchFamily="34" charset="0"/>
              </a:rPr>
              <a:t>there is no scope for them to add the carry bit from previous bit</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
            </a:pPr>
            <a:r>
              <a:rPr lang="en-US" altLang="en-US" sz="1800">
                <a:solidFill>
                  <a:srgbClr val="2B0BB5"/>
                </a:solidFill>
                <a:latin typeface="Arial" panose="020B0604020202020204" pitchFamily="34" charset="0"/>
              </a:rPr>
              <a:t>This is a </a:t>
            </a:r>
            <a:r>
              <a:rPr lang="en-US" altLang="en-US" sz="1800">
                <a:solidFill>
                  <a:srgbClr val="C00000"/>
                </a:solidFill>
                <a:latin typeface="Arial" panose="020B0604020202020204" pitchFamily="34" charset="0"/>
              </a:rPr>
              <a:t>major limitation </a:t>
            </a:r>
            <a:r>
              <a:rPr lang="en-US" altLang="en-US" sz="1800">
                <a:solidFill>
                  <a:srgbClr val="2B0BB5"/>
                </a:solidFill>
                <a:latin typeface="Arial" panose="020B0604020202020204" pitchFamily="34" charset="0"/>
              </a:rPr>
              <a:t>of half adders </a:t>
            </a:r>
            <a:r>
              <a:rPr lang="en-US" altLang="en-US" sz="1800">
                <a:solidFill>
                  <a:srgbClr val="C00000"/>
                </a:solidFill>
                <a:latin typeface="Arial" panose="020B0604020202020204" pitchFamily="34" charset="0"/>
              </a:rPr>
              <a:t>when used as binary adders especially in real time scenarios</a:t>
            </a:r>
            <a:r>
              <a:rPr lang="en-US" altLang="en-US" sz="1800">
                <a:solidFill>
                  <a:srgbClr val="2B0BB5"/>
                </a:solidFill>
                <a:latin typeface="Arial" panose="020B0604020202020204" pitchFamily="34" charset="0"/>
              </a:rPr>
              <a:t> </a:t>
            </a:r>
            <a:r>
              <a:rPr lang="en-US" altLang="en-US" sz="1800" u="sng">
                <a:solidFill>
                  <a:srgbClr val="C00000"/>
                </a:solidFill>
                <a:latin typeface="Arial" panose="020B0604020202020204" pitchFamily="34" charset="0"/>
              </a:rPr>
              <a:t>which involves </a:t>
            </a:r>
            <a:r>
              <a:rPr lang="en-US" altLang="en-US" sz="1800">
                <a:solidFill>
                  <a:srgbClr val="C00000"/>
                </a:solidFill>
                <a:latin typeface="Arial" panose="020B0604020202020204" pitchFamily="34" charset="0"/>
              </a:rPr>
              <a:t>addition of multiple bits</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
            </a:pPr>
            <a:r>
              <a:rPr lang="en-US" altLang="en-US" sz="1800" b="1">
                <a:solidFill>
                  <a:srgbClr val="FF0000"/>
                </a:solidFill>
                <a:latin typeface="Arial" panose="020B0604020202020204" pitchFamily="34" charset="0"/>
              </a:rPr>
              <a:t>To</a:t>
            </a:r>
            <a:r>
              <a:rPr lang="en-US" altLang="en-US" sz="1800" b="1">
                <a:solidFill>
                  <a:srgbClr val="2B0BB5"/>
                </a:solidFill>
                <a:latin typeface="Arial" panose="020B0604020202020204" pitchFamily="34" charset="0"/>
              </a:rPr>
              <a:t> </a:t>
            </a:r>
            <a:r>
              <a:rPr lang="en-US" altLang="en-US" sz="1800" b="1">
                <a:solidFill>
                  <a:srgbClr val="FF0000"/>
                </a:solidFill>
                <a:latin typeface="Arial" panose="020B0604020202020204" pitchFamily="34" charset="0"/>
              </a:rPr>
              <a:t>overcome this limitation, full adders are developed</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53CF9D-25EA-4323-9246-B1B5972AAFF4}"/>
                  </a:ext>
                </a:extLst>
              </p14:cNvPr>
              <p14:cNvContentPartPr/>
              <p14:nvPr/>
            </p14:nvContentPartPr>
            <p14:xfrm>
              <a:off x="3954960" y="2067120"/>
              <a:ext cx="8148960" cy="4682880"/>
            </p14:xfrm>
          </p:contentPart>
        </mc:Choice>
        <mc:Fallback>
          <p:pic>
            <p:nvPicPr>
              <p:cNvPr id="2" name="Ink 1">
                <a:extLst>
                  <a:ext uri="{FF2B5EF4-FFF2-40B4-BE49-F238E27FC236}">
                    <a16:creationId xmlns:a16="http://schemas.microsoft.com/office/drawing/2014/main" id="{0753CF9D-25EA-4323-9246-B1B5972AAFF4}"/>
                  </a:ext>
                </a:extLst>
              </p:cNvPr>
              <p:cNvPicPr/>
              <p:nvPr/>
            </p:nvPicPr>
            <p:blipFill>
              <a:blip r:embed="rId4"/>
              <a:stretch>
                <a:fillRect/>
              </a:stretch>
            </p:blipFill>
            <p:spPr>
              <a:xfrm>
                <a:off x="3945600" y="2057760"/>
                <a:ext cx="8167680" cy="4701600"/>
              </a:xfrm>
              <a:prstGeom prst="rect">
                <a:avLst/>
              </a:prstGeom>
            </p:spPr>
          </p:pic>
        </mc:Fallback>
      </mc:AlternateContent>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
            <a:extLst>
              <a:ext uri="{FF2B5EF4-FFF2-40B4-BE49-F238E27FC236}">
                <a16:creationId xmlns:a16="http://schemas.microsoft.com/office/drawing/2014/main" id="{CE3B8C98-6DD6-4B76-A8CA-C5A814EB8044}"/>
              </a:ext>
            </a:extLst>
          </p:cNvPr>
          <p:cNvSpPr>
            <a:spLocks noChangeArrowheads="1"/>
          </p:cNvSpPr>
          <p:nvPr/>
        </p:nvSpPr>
        <p:spPr bwMode="auto">
          <a:xfrm>
            <a:off x="4986338" y="1"/>
            <a:ext cx="1947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Full Adder</a:t>
            </a:r>
            <a:endParaRPr lang="en-US" altLang="en-US" sz="2800">
              <a:latin typeface="Arial" panose="020B0604020202020204" pitchFamily="34" charset="0"/>
            </a:endParaRPr>
          </a:p>
        </p:txBody>
      </p:sp>
      <p:sp>
        <p:nvSpPr>
          <p:cNvPr id="99331" name="Rectangle 2">
            <a:extLst>
              <a:ext uri="{FF2B5EF4-FFF2-40B4-BE49-F238E27FC236}">
                <a16:creationId xmlns:a16="http://schemas.microsoft.com/office/drawing/2014/main" id="{23DC0B60-152B-4A4E-AE5E-BAFAA7E2F002}"/>
              </a:ext>
            </a:extLst>
          </p:cNvPr>
          <p:cNvSpPr>
            <a:spLocks noChangeArrowheads="1"/>
          </p:cNvSpPr>
          <p:nvPr/>
        </p:nvSpPr>
        <p:spPr bwMode="auto">
          <a:xfrm>
            <a:off x="1752600" y="533400"/>
            <a:ext cx="8915400"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Char char="Ø"/>
            </a:pPr>
            <a:r>
              <a:rPr lang="en-US" altLang="en-US" sz="1800">
                <a:solidFill>
                  <a:srgbClr val="C00000"/>
                </a:solidFill>
                <a:latin typeface="Arial" panose="020B0604020202020204" pitchFamily="34" charset="0"/>
              </a:rPr>
              <a:t>Full adder is a digital circuit used to perform complete one bit binary addition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is used to </a:t>
            </a:r>
            <a:r>
              <a:rPr lang="en-US" altLang="en-US" sz="1800" b="1">
                <a:solidFill>
                  <a:srgbClr val="C00000"/>
                </a:solidFill>
                <a:latin typeface="Arial" panose="020B0604020202020204" pitchFamily="34" charset="0"/>
              </a:rPr>
              <a:t>calculate the binary sum of three input binary bits, </a:t>
            </a:r>
            <a:r>
              <a:rPr lang="en-US" altLang="en-US" sz="1800">
                <a:solidFill>
                  <a:srgbClr val="2B0BB5"/>
                </a:solidFill>
                <a:latin typeface="Arial" panose="020B0604020202020204" pitchFamily="34" charset="0"/>
              </a:rPr>
              <a:t>which is the main difference between this and half adder.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Full adders are </a:t>
            </a:r>
            <a:r>
              <a:rPr lang="en-US" altLang="en-US" sz="1800">
                <a:solidFill>
                  <a:srgbClr val="C00000"/>
                </a:solidFill>
                <a:latin typeface="Arial" panose="020B0604020202020204" pitchFamily="34" charset="0"/>
              </a:rPr>
              <a:t>complex and difficult to implement </a:t>
            </a:r>
            <a:r>
              <a:rPr lang="en-US" altLang="en-US" sz="1800">
                <a:solidFill>
                  <a:srgbClr val="2B0BB5"/>
                </a:solidFill>
                <a:latin typeface="Arial" panose="020B0604020202020204" pitchFamily="34" charset="0"/>
              </a:rPr>
              <a:t>when compared to half adders. </a:t>
            </a:r>
          </a:p>
          <a:p>
            <a:pPr eaLnBrk="1" hangingPunct="1">
              <a:lnSpc>
                <a:spcPct val="150000"/>
              </a:lnSpc>
              <a:spcBef>
                <a:spcPct val="0"/>
              </a:spcBef>
              <a:buFont typeface="Wingdings" panose="05000000000000000000" pitchFamily="2" charset="2"/>
              <a:buChar char="Ø"/>
            </a:pPr>
            <a:r>
              <a:rPr lang="en-US" altLang="en-US" sz="1800" b="1">
                <a:solidFill>
                  <a:srgbClr val="2B0BB5"/>
                </a:solidFill>
                <a:latin typeface="Arial" panose="020B0604020202020204" pitchFamily="34" charset="0"/>
              </a:rPr>
              <a:t>Two of the three bits are same as before</a:t>
            </a: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A the augend bit and B the addend bit</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additional third bit is carry bit </a:t>
            </a:r>
            <a:r>
              <a:rPr lang="en-US" altLang="en-US" sz="1800" b="1">
                <a:solidFill>
                  <a:srgbClr val="2B0BB5"/>
                </a:solidFill>
                <a:latin typeface="Arial" panose="020B0604020202020204" pitchFamily="34" charset="0"/>
              </a:rPr>
              <a:t>from the previous stage </a:t>
            </a:r>
            <a:r>
              <a:rPr lang="en-US" altLang="en-US" sz="1800">
                <a:solidFill>
                  <a:srgbClr val="2B0BB5"/>
                </a:solidFill>
                <a:latin typeface="Arial" panose="020B0604020202020204" pitchFamily="34" charset="0"/>
              </a:rPr>
              <a:t>and is called Carry, in generally represented by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calculates the sum of three bits along with the carry. </a:t>
            </a:r>
          </a:p>
          <a:p>
            <a:pPr eaLnBrk="1" hangingPunct="1">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output carry is called Carry – out and is represented by 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a:t>
            </a:r>
          </a:p>
        </p:txBody>
      </p:sp>
      <p:grpSp>
        <p:nvGrpSpPr>
          <p:cNvPr id="99332" name="Group 5">
            <a:extLst>
              <a:ext uri="{FF2B5EF4-FFF2-40B4-BE49-F238E27FC236}">
                <a16:creationId xmlns:a16="http://schemas.microsoft.com/office/drawing/2014/main" id="{880192C4-E809-473D-B741-C2E097964AE9}"/>
              </a:ext>
            </a:extLst>
          </p:cNvPr>
          <p:cNvGrpSpPr>
            <a:grpSpLocks/>
          </p:cNvGrpSpPr>
          <p:nvPr/>
        </p:nvGrpSpPr>
        <p:grpSpPr bwMode="auto">
          <a:xfrm>
            <a:off x="2209800" y="4343400"/>
            <a:ext cx="7162800" cy="2286000"/>
            <a:chOff x="685800" y="4343400"/>
            <a:chExt cx="7162800" cy="2286000"/>
          </a:xfrm>
        </p:grpSpPr>
        <p:pic>
          <p:nvPicPr>
            <p:cNvPr id="99333" name="Picture 2">
              <a:extLst>
                <a:ext uri="{FF2B5EF4-FFF2-40B4-BE49-F238E27FC236}">
                  <a16:creationId xmlns:a16="http://schemas.microsoft.com/office/drawing/2014/main" id="{196AB67B-6C94-4B63-B128-A91B26CB9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343400"/>
              <a:ext cx="2667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6">
              <a:extLst>
                <a:ext uri="{FF2B5EF4-FFF2-40B4-BE49-F238E27FC236}">
                  <a16:creationId xmlns:a16="http://schemas.microsoft.com/office/drawing/2014/main" id="{80977A12-F04D-4686-829A-E8C6EF86A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343400"/>
              <a:ext cx="3581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5BF57CD-28A9-4950-8D2C-94086FFB0C6A}"/>
                  </a:ext>
                </a:extLst>
              </p14:cNvPr>
              <p14:cNvContentPartPr/>
              <p14:nvPr/>
            </p14:nvContentPartPr>
            <p14:xfrm>
              <a:off x="2259360" y="3054960"/>
              <a:ext cx="7965000" cy="3513240"/>
            </p14:xfrm>
          </p:contentPart>
        </mc:Choice>
        <mc:Fallback>
          <p:pic>
            <p:nvPicPr>
              <p:cNvPr id="2" name="Ink 1">
                <a:extLst>
                  <a:ext uri="{FF2B5EF4-FFF2-40B4-BE49-F238E27FC236}">
                    <a16:creationId xmlns:a16="http://schemas.microsoft.com/office/drawing/2014/main" id="{95BF57CD-28A9-4950-8D2C-94086FFB0C6A}"/>
                  </a:ext>
                </a:extLst>
              </p:cNvPr>
              <p:cNvPicPr/>
              <p:nvPr/>
            </p:nvPicPr>
            <p:blipFill>
              <a:blip r:embed="rId5"/>
              <a:stretch>
                <a:fillRect/>
              </a:stretch>
            </p:blipFill>
            <p:spPr>
              <a:xfrm>
                <a:off x="2250000" y="3045600"/>
                <a:ext cx="7983720" cy="3531960"/>
              </a:xfrm>
              <a:prstGeom prst="rect">
                <a:avLst/>
              </a:prstGeom>
            </p:spPr>
          </p:pic>
        </mc:Fallback>
      </mc:AlternateContent>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10">
            <a:extLst>
              <a:ext uri="{FF2B5EF4-FFF2-40B4-BE49-F238E27FC236}">
                <a16:creationId xmlns:a16="http://schemas.microsoft.com/office/drawing/2014/main" id="{4F9C43BE-72E6-4B1D-AA6B-165BD6668D86}"/>
              </a:ext>
            </a:extLst>
          </p:cNvPr>
          <p:cNvGrpSpPr>
            <a:grpSpLocks/>
          </p:cNvGrpSpPr>
          <p:nvPr/>
        </p:nvGrpSpPr>
        <p:grpSpPr bwMode="auto">
          <a:xfrm>
            <a:off x="1828800" y="0"/>
            <a:ext cx="8382000" cy="6604000"/>
            <a:chOff x="304800" y="0"/>
            <a:chExt cx="8382000" cy="6604575"/>
          </a:xfrm>
        </p:grpSpPr>
        <p:sp>
          <p:nvSpPr>
            <p:cNvPr id="2" name="Rectangle 2">
              <a:extLst>
                <a:ext uri="{FF2B5EF4-FFF2-40B4-BE49-F238E27FC236}">
                  <a16:creationId xmlns:a16="http://schemas.microsoft.com/office/drawing/2014/main" id="{D64E6C66-487A-425E-874F-6196F8FE3D3A}"/>
                </a:ext>
              </a:extLst>
            </p:cNvPr>
            <p:cNvSpPr txBox="1">
              <a:spLocks noChangeArrowheads="1"/>
            </p:cNvSpPr>
            <p:nvPr/>
          </p:nvSpPr>
          <p:spPr>
            <a:xfrm>
              <a:off x="990600" y="0"/>
              <a:ext cx="6858000" cy="457240"/>
            </a:xfrm>
            <a:prstGeom prst="rect">
              <a:avLst/>
            </a:prstGeom>
            <a:noFill/>
          </p:spPr>
          <p:txBody>
            <a:bodyPr lIns="92075" tIns="46038" rIns="92075" bIns="46038"/>
            <a:lstStyle/>
            <a:p>
              <a:pPr algn="ctr" eaLnBrk="1" hangingPunct="1">
                <a:defRPr/>
              </a:pPr>
              <a:r>
                <a:rPr lang="en-US" sz="2800" u="sng" dirty="0">
                  <a:solidFill>
                    <a:srgbClr val="FF0000"/>
                  </a:solidFill>
                  <a:latin typeface="+mj-lt"/>
                  <a:ea typeface="+mj-ea"/>
                  <a:cs typeface="+mj-cs"/>
                </a:rPr>
                <a:t>Design of Binary ADDER: </a:t>
              </a:r>
              <a:r>
                <a:rPr lang="en-US" sz="2800" b="1" u="sng" dirty="0">
                  <a:solidFill>
                    <a:srgbClr val="FF0000"/>
                  </a:solidFill>
                  <a:latin typeface="Arial" charset="0"/>
                </a:rPr>
                <a:t>Full Adder</a:t>
              </a:r>
            </a:p>
            <a:p>
              <a:pPr algn="ctr" eaLnBrk="1" hangingPunct="1">
                <a:defRPr/>
              </a:pPr>
              <a:endParaRPr lang="en-US" sz="2800" u="sng" dirty="0">
                <a:solidFill>
                  <a:srgbClr val="FF0000"/>
                </a:solidFill>
                <a:latin typeface="Arial" charset="0"/>
                <a:ea typeface="+mj-ea"/>
                <a:cs typeface="+mj-cs"/>
              </a:endParaRPr>
            </a:p>
          </p:txBody>
        </p:sp>
        <p:pic>
          <p:nvPicPr>
            <p:cNvPr id="100356" name="Picture 2">
              <a:extLst>
                <a:ext uri="{FF2B5EF4-FFF2-40B4-BE49-F238E27FC236}">
                  <a16:creationId xmlns:a16="http://schemas.microsoft.com/office/drawing/2014/main" id="{705D551B-558D-482E-9695-DC37AE6E7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44958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4">
              <a:extLst>
                <a:ext uri="{FF2B5EF4-FFF2-40B4-BE49-F238E27FC236}">
                  <a16:creationId xmlns:a16="http://schemas.microsoft.com/office/drawing/2014/main" id="{64306CE0-F8B6-4DCC-B9D4-F54CBA4DCA89}"/>
                </a:ext>
              </a:extLst>
            </p:cNvPr>
            <p:cNvSpPr>
              <a:spLocks noChangeArrowheads="1"/>
            </p:cNvSpPr>
            <p:nvPr/>
          </p:nvSpPr>
          <p:spPr bwMode="auto">
            <a:xfrm>
              <a:off x="685800" y="696913"/>
              <a:ext cx="335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00000"/>
                  </a:solidFill>
                  <a:latin typeface="Arial" panose="020B0604020202020204" pitchFamily="34" charset="0"/>
                </a:rPr>
                <a:t>The truth table for full adder</a:t>
              </a:r>
            </a:p>
          </p:txBody>
        </p:sp>
        <p:pic>
          <p:nvPicPr>
            <p:cNvPr id="100358" name="Picture 3">
              <a:extLst>
                <a:ext uri="{FF2B5EF4-FFF2-40B4-BE49-F238E27FC236}">
                  <a16:creationId xmlns:a16="http://schemas.microsoft.com/office/drawing/2014/main" id="{F2D97648-957D-4442-AE1C-28F79CAA7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914400"/>
              <a:ext cx="3505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9" name="Rectangle 6">
              <a:extLst>
                <a:ext uri="{FF2B5EF4-FFF2-40B4-BE49-F238E27FC236}">
                  <a16:creationId xmlns:a16="http://schemas.microsoft.com/office/drawing/2014/main" id="{CF012255-0A4B-4CD5-832D-32AF2669BA70}"/>
                </a:ext>
              </a:extLst>
            </p:cNvPr>
            <p:cNvSpPr>
              <a:spLocks noChangeArrowheads="1"/>
            </p:cNvSpPr>
            <p:nvPr/>
          </p:nvSpPr>
          <p:spPr bwMode="auto">
            <a:xfrm>
              <a:off x="5029200" y="560752"/>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Sum S</a:t>
              </a:r>
            </a:p>
          </p:txBody>
        </p:sp>
        <p:sp>
          <p:nvSpPr>
            <p:cNvPr id="100360" name="Rectangle 7">
              <a:extLst>
                <a:ext uri="{FF2B5EF4-FFF2-40B4-BE49-F238E27FC236}">
                  <a16:creationId xmlns:a16="http://schemas.microsoft.com/office/drawing/2014/main" id="{24B89E3F-58F8-41B1-B0B7-9EC9D82684EB}"/>
                </a:ext>
              </a:extLst>
            </p:cNvPr>
            <p:cNvSpPr>
              <a:spLocks noChangeArrowheads="1"/>
            </p:cNvSpPr>
            <p:nvPr/>
          </p:nvSpPr>
          <p:spPr bwMode="auto">
            <a:xfrm>
              <a:off x="5265737" y="3505200"/>
              <a:ext cx="334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K – Map For Carry – out C</a:t>
              </a:r>
              <a:r>
                <a:rPr lang="en-US" altLang="en-US" sz="1800" b="1" u="sng" baseline="-25000">
                  <a:solidFill>
                    <a:srgbClr val="FF0000"/>
                  </a:solidFill>
                  <a:latin typeface="Arial" panose="020B0604020202020204" pitchFamily="34" charset="0"/>
                </a:rPr>
                <a:t>OUT</a:t>
              </a:r>
            </a:p>
          </p:txBody>
        </p:sp>
        <p:pic>
          <p:nvPicPr>
            <p:cNvPr id="100361" name="Picture 4">
              <a:extLst>
                <a:ext uri="{FF2B5EF4-FFF2-40B4-BE49-F238E27FC236}">
                  <a16:creationId xmlns:a16="http://schemas.microsoft.com/office/drawing/2014/main" id="{33785970-D187-4F80-90C0-F96945B9F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962400"/>
              <a:ext cx="35052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2" name="Rectangle 9">
              <a:extLst>
                <a:ext uri="{FF2B5EF4-FFF2-40B4-BE49-F238E27FC236}">
                  <a16:creationId xmlns:a16="http://schemas.microsoft.com/office/drawing/2014/main" id="{A0BB470C-39FB-4DEA-BC11-B90F82AB758D}"/>
                </a:ext>
              </a:extLst>
            </p:cNvPr>
            <p:cNvSpPr>
              <a:spLocks noChangeArrowheads="1"/>
            </p:cNvSpPr>
            <p:nvPr/>
          </p:nvSpPr>
          <p:spPr bwMode="auto">
            <a:xfrm>
              <a:off x="5486400" y="6019800"/>
              <a:ext cx="24536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C</a:t>
              </a:r>
              <a:r>
                <a:rPr lang="en-US" altLang="en-US" sz="1600" baseline="-25000">
                  <a:solidFill>
                    <a:srgbClr val="2B0BB5"/>
                  </a:solidFill>
                  <a:latin typeface="Arial" panose="020B0604020202020204" pitchFamily="34" charset="0"/>
                </a:rPr>
                <a:t>OUT</a:t>
              </a:r>
              <a:r>
                <a:rPr lang="en-US" altLang="en-US" sz="1600">
                  <a:solidFill>
                    <a:srgbClr val="2B0BB5"/>
                  </a:solidFill>
                  <a:latin typeface="Arial" panose="020B0604020202020204" pitchFamily="34" charset="0"/>
                </a:rPr>
                <a:t> </a:t>
              </a:r>
            </a:p>
            <a:p>
              <a:pPr eaLnBrk="1" hangingPunct="1">
                <a:spcBef>
                  <a:spcPct val="0"/>
                </a:spcBef>
                <a:buFontTx/>
                <a:buNone/>
              </a:pPr>
              <a:r>
                <a:rPr lang="en-US" altLang="en-US" sz="1600" b="1">
                  <a:solidFill>
                    <a:srgbClr val="C00000"/>
                  </a:solidFill>
                  <a:latin typeface="Arial" panose="020B0604020202020204" pitchFamily="34" charset="0"/>
                </a:rPr>
                <a:t>C</a:t>
              </a:r>
              <a:r>
                <a:rPr lang="en-US" altLang="en-US" sz="1600" b="1" baseline="-25000">
                  <a:solidFill>
                    <a:srgbClr val="C00000"/>
                  </a:solidFill>
                  <a:latin typeface="Arial" panose="020B0604020202020204" pitchFamily="34" charset="0"/>
                </a:rPr>
                <a:t>OUT </a:t>
              </a:r>
              <a:r>
                <a:rPr lang="en-US" altLang="en-US" sz="1600" b="1">
                  <a:solidFill>
                    <a:srgbClr val="C00000"/>
                  </a:solidFill>
                  <a:latin typeface="Arial" panose="020B0604020202020204" pitchFamily="34" charset="0"/>
                </a:rPr>
                <a:t>= AB + AC</a:t>
              </a:r>
              <a:r>
                <a:rPr lang="en-US" altLang="en-US" sz="1600" b="1" baseline="-25000">
                  <a:solidFill>
                    <a:srgbClr val="C00000"/>
                  </a:solidFill>
                  <a:latin typeface="Arial" panose="020B0604020202020204" pitchFamily="34" charset="0"/>
                </a:rPr>
                <a:t>IN</a:t>
              </a:r>
              <a:r>
                <a:rPr lang="en-US" altLang="en-US" sz="1600" b="1">
                  <a:solidFill>
                    <a:srgbClr val="C00000"/>
                  </a:solidFill>
                  <a:latin typeface="Arial" panose="020B0604020202020204" pitchFamily="34" charset="0"/>
                </a:rPr>
                <a:t> + BC</a:t>
              </a:r>
              <a:r>
                <a:rPr lang="en-US" altLang="en-US" sz="1600" b="1" baseline="-25000">
                  <a:solidFill>
                    <a:srgbClr val="C00000"/>
                  </a:solidFill>
                  <a:latin typeface="Arial" panose="020B0604020202020204" pitchFamily="34" charset="0"/>
                </a:rPr>
                <a:t>IN</a:t>
              </a:r>
            </a:p>
          </p:txBody>
        </p:sp>
        <p:sp>
          <p:nvSpPr>
            <p:cNvPr id="100363" name="Rectangle 10">
              <a:extLst>
                <a:ext uri="{FF2B5EF4-FFF2-40B4-BE49-F238E27FC236}">
                  <a16:creationId xmlns:a16="http://schemas.microsoft.com/office/drawing/2014/main" id="{D88BDE1D-10A2-43B4-AF95-25DDE03371A3}"/>
                </a:ext>
              </a:extLst>
            </p:cNvPr>
            <p:cNvSpPr>
              <a:spLocks noChangeArrowheads="1"/>
            </p:cNvSpPr>
            <p:nvPr/>
          </p:nvSpPr>
          <p:spPr bwMode="auto">
            <a:xfrm>
              <a:off x="5257800" y="2948226"/>
              <a:ext cx="3124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solidFill>
                    <a:srgbClr val="2B0BB5"/>
                  </a:solidFill>
                  <a:latin typeface="Arial" panose="020B0604020202020204" pitchFamily="34" charset="0"/>
                </a:rPr>
                <a:t>Expression for Sum, S </a:t>
              </a:r>
            </a:p>
            <a:p>
              <a:pPr eaLnBrk="1" hangingPunct="1">
                <a:spcBef>
                  <a:spcPct val="0"/>
                </a:spcBef>
                <a:buFontTx/>
                <a:buNone/>
              </a:pPr>
              <a:r>
                <a:rPr lang="en-US" altLang="en-US" sz="1600" b="1">
                  <a:solidFill>
                    <a:srgbClr val="C00000"/>
                  </a:solidFill>
                  <a:latin typeface="Arial" panose="020B0604020202020204" pitchFamily="34" charset="0"/>
                </a:rPr>
                <a:t>S = A’B’C+A’BC’+AB’C’+ABC</a:t>
              </a:r>
            </a:p>
          </p:txBody>
        </p:sp>
      </p:gr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076F4BD-D893-456C-946A-438DB4897295}"/>
                  </a:ext>
                </a:extLst>
              </p14:cNvPr>
              <p14:cNvContentPartPr/>
              <p14:nvPr/>
            </p14:nvContentPartPr>
            <p14:xfrm>
              <a:off x="2071080" y="2689200"/>
              <a:ext cx="8059680" cy="3433680"/>
            </p14:xfrm>
          </p:contentPart>
        </mc:Choice>
        <mc:Fallback>
          <p:pic>
            <p:nvPicPr>
              <p:cNvPr id="3" name="Ink 2">
                <a:extLst>
                  <a:ext uri="{FF2B5EF4-FFF2-40B4-BE49-F238E27FC236}">
                    <a16:creationId xmlns:a16="http://schemas.microsoft.com/office/drawing/2014/main" id="{E076F4BD-D893-456C-946A-438DB4897295}"/>
                  </a:ext>
                </a:extLst>
              </p:cNvPr>
              <p:cNvPicPr/>
              <p:nvPr/>
            </p:nvPicPr>
            <p:blipFill>
              <a:blip r:embed="rId6"/>
              <a:stretch>
                <a:fillRect/>
              </a:stretch>
            </p:blipFill>
            <p:spPr>
              <a:xfrm>
                <a:off x="2061720" y="2679840"/>
                <a:ext cx="8078400" cy="3452400"/>
              </a:xfrm>
              <a:prstGeom prst="rect">
                <a:avLst/>
              </a:prstGeom>
            </p:spPr>
          </p:pic>
        </mc:Fallback>
      </mc:AlternateContent>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159BCF-DEF1-4B89-AE68-2369C7DBAAE9}"/>
              </a:ext>
            </a:extLst>
          </p:cNvPr>
          <p:cNvSpPr/>
          <p:nvPr/>
        </p:nvSpPr>
        <p:spPr>
          <a:xfrm>
            <a:off x="1828800" y="455613"/>
            <a:ext cx="8153400" cy="2062162"/>
          </a:xfrm>
          <a:prstGeom prst="rect">
            <a:avLst/>
          </a:prstGeom>
        </p:spPr>
        <p:txBody>
          <a:bodyPr>
            <a:spAutoFit/>
          </a:bodyPr>
          <a:lstStyle/>
          <a:p>
            <a:pPr marL="284163" indent="-284163">
              <a:spcBef>
                <a:spcPts val="600"/>
              </a:spcBef>
              <a:buFont typeface="Wingdings" pitchFamily="2" charset="2"/>
              <a:buChar char="Ø"/>
              <a:defRPr/>
            </a:pPr>
            <a:r>
              <a:rPr lang="en-US" dirty="0">
                <a:solidFill>
                  <a:srgbClr val="2B0BB5"/>
                </a:solidFill>
                <a:latin typeface="Arial" charset="0"/>
              </a:rPr>
              <a:t>In order </a:t>
            </a:r>
            <a:r>
              <a:rPr lang="en-US" b="1" dirty="0">
                <a:solidFill>
                  <a:srgbClr val="2B0BB5"/>
                </a:solidFill>
                <a:latin typeface="Arial" charset="0"/>
              </a:rPr>
              <a:t>to implement a combinational circuit for Full Adder</a:t>
            </a:r>
            <a:r>
              <a:rPr lang="en-US" dirty="0">
                <a:solidFill>
                  <a:srgbClr val="2B0BB5"/>
                </a:solidFill>
                <a:latin typeface="Arial" charset="0"/>
              </a:rPr>
              <a:t>, it is clear from the equations that </a:t>
            </a:r>
            <a:r>
              <a:rPr lang="en-US" dirty="0">
                <a:solidFill>
                  <a:srgbClr val="C00000"/>
                </a:solidFill>
                <a:latin typeface="Arial" charset="0"/>
              </a:rPr>
              <a:t>we need </a:t>
            </a:r>
          </a:p>
          <a:p>
            <a:pPr marL="284163" indent="-284163">
              <a:spcBef>
                <a:spcPts val="600"/>
              </a:spcBef>
              <a:buFont typeface="Wingdings" pitchFamily="2" charset="2"/>
              <a:buChar char="Ø"/>
              <a:defRPr/>
            </a:pPr>
            <a:r>
              <a:rPr lang="en-US" b="1" dirty="0">
                <a:solidFill>
                  <a:srgbClr val="FF0000"/>
                </a:solidFill>
                <a:latin typeface="Arial" charset="0"/>
              </a:rPr>
              <a:t>For Sum </a:t>
            </a:r>
            <a:endParaRPr lang="en-US" dirty="0">
              <a:solidFill>
                <a:srgbClr val="FF0000"/>
              </a:solidFill>
              <a:latin typeface="Arial" charset="0"/>
            </a:endParaRPr>
          </a:p>
          <a:p>
            <a:pPr marL="569913" indent="-285750">
              <a:spcBef>
                <a:spcPts val="600"/>
              </a:spcBef>
              <a:buFont typeface="Wingdings" pitchFamily="2" charset="2"/>
              <a:buChar char="§"/>
              <a:defRPr/>
            </a:pPr>
            <a:r>
              <a:rPr lang="en-US" b="1" dirty="0">
                <a:solidFill>
                  <a:srgbClr val="C00000"/>
                </a:solidFill>
                <a:latin typeface="Arial" charset="0"/>
              </a:rPr>
              <a:t>4 three input AND gates </a:t>
            </a:r>
            <a:r>
              <a:rPr lang="en-US" dirty="0">
                <a:solidFill>
                  <a:srgbClr val="2B0BB5"/>
                </a:solidFill>
                <a:latin typeface="Arial" charset="0"/>
              </a:rPr>
              <a:t>and </a:t>
            </a:r>
          </a:p>
          <a:p>
            <a:pPr marL="569913" indent="-285750">
              <a:spcBef>
                <a:spcPts val="600"/>
              </a:spcBef>
              <a:buFont typeface="Wingdings" pitchFamily="2" charset="2"/>
              <a:buChar char="§"/>
              <a:defRPr/>
            </a:pPr>
            <a:r>
              <a:rPr lang="en-US" b="1" dirty="0">
                <a:solidFill>
                  <a:srgbClr val="C00000"/>
                </a:solidFill>
                <a:latin typeface="Arial" charset="0"/>
              </a:rPr>
              <a:t>1 four input OR gate </a:t>
            </a:r>
            <a:r>
              <a:rPr lang="en-US" dirty="0">
                <a:solidFill>
                  <a:srgbClr val="2B0BB5"/>
                </a:solidFill>
                <a:latin typeface="Arial" charset="0"/>
              </a:rPr>
              <a:t>and </a:t>
            </a:r>
          </a:p>
          <a:p>
            <a:pPr marL="284163" indent="-284163">
              <a:spcBef>
                <a:spcPts val="600"/>
              </a:spcBef>
              <a:buFont typeface="Wingdings" pitchFamily="2" charset="2"/>
              <a:buChar char="Ø"/>
              <a:defRPr/>
            </a:pPr>
            <a:r>
              <a:rPr lang="en-US" dirty="0">
                <a:solidFill>
                  <a:srgbClr val="2B0BB5"/>
                </a:solidFill>
                <a:latin typeface="Arial" charset="0"/>
              </a:rPr>
              <a:t>The logic circuit for full adder is shown below.</a:t>
            </a:r>
          </a:p>
        </p:txBody>
      </p:sp>
      <p:sp>
        <p:nvSpPr>
          <p:cNvPr id="101379" name="Rectangle 2">
            <a:extLst>
              <a:ext uri="{FF2B5EF4-FFF2-40B4-BE49-F238E27FC236}">
                <a16:creationId xmlns:a16="http://schemas.microsoft.com/office/drawing/2014/main" id="{F808AE17-DB4B-4F71-B844-C6EAB48D0EF6}"/>
              </a:ext>
            </a:extLst>
          </p:cNvPr>
          <p:cNvSpPr>
            <a:spLocks noChangeArrowheads="1"/>
          </p:cNvSpPr>
          <p:nvPr/>
        </p:nvSpPr>
        <p:spPr bwMode="auto">
          <a:xfrm>
            <a:off x="4572001" y="1"/>
            <a:ext cx="3184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u="sng">
                <a:solidFill>
                  <a:srgbClr val="FF0000"/>
                </a:solidFill>
                <a:latin typeface="Arial" panose="020B0604020202020204" pitchFamily="34" charset="0"/>
              </a:rPr>
              <a:t>Full Adder Circuit</a:t>
            </a:r>
            <a:endParaRPr lang="en-US" altLang="en-US" sz="2800">
              <a:latin typeface="Arial" panose="020B0604020202020204" pitchFamily="34" charset="0"/>
            </a:endParaRPr>
          </a:p>
        </p:txBody>
      </p:sp>
      <p:sp>
        <p:nvSpPr>
          <p:cNvPr id="101380" name="Rectangle 8">
            <a:extLst>
              <a:ext uri="{FF2B5EF4-FFF2-40B4-BE49-F238E27FC236}">
                <a16:creationId xmlns:a16="http://schemas.microsoft.com/office/drawing/2014/main" id="{4F5FB4F5-B4D1-4716-8AD4-970C3BF3C699}"/>
              </a:ext>
            </a:extLst>
          </p:cNvPr>
          <p:cNvSpPr>
            <a:spLocks noChangeArrowheads="1"/>
          </p:cNvSpPr>
          <p:nvPr/>
        </p:nvSpPr>
        <p:spPr bwMode="auto">
          <a:xfrm>
            <a:off x="5715000" y="1055688"/>
            <a:ext cx="4572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69913"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ts val="600"/>
              </a:spcBef>
              <a:buFont typeface="Wingdings" panose="05000000000000000000" pitchFamily="2" charset="2"/>
              <a:buChar char="Ø"/>
            </a:pPr>
            <a:r>
              <a:rPr lang="en-US" altLang="en-US" sz="1800" b="1">
                <a:solidFill>
                  <a:srgbClr val="FF0000"/>
                </a:solidFill>
                <a:latin typeface="Arial" panose="020B0604020202020204" pitchFamily="34" charset="0"/>
              </a:rPr>
              <a:t>For Carry-out</a:t>
            </a:r>
            <a:r>
              <a:rPr lang="en-US" altLang="en-US" sz="1800">
                <a:solidFill>
                  <a:srgbClr val="FF0000"/>
                </a:solidFill>
                <a:latin typeface="Arial" panose="020B0604020202020204" pitchFamily="34" charset="0"/>
              </a:rPr>
              <a:t>.</a:t>
            </a:r>
          </a:p>
          <a:p>
            <a:pPr>
              <a:spcBef>
                <a:spcPts val="600"/>
              </a:spcBef>
              <a:buFont typeface="Wingdings" panose="05000000000000000000" pitchFamily="2" charset="2"/>
              <a:buChar char="§"/>
            </a:pPr>
            <a:r>
              <a:rPr lang="en-US" altLang="en-US" sz="1800" b="1">
                <a:solidFill>
                  <a:srgbClr val="C00000"/>
                </a:solidFill>
                <a:latin typeface="Arial" panose="020B0604020202020204" pitchFamily="34" charset="0"/>
              </a:rPr>
              <a:t>3 two input AND gates </a:t>
            </a:r>
            <a:r>
              <a:rPr lang="en-US" altLang="en-US" sz="1800">
                <a:solidFill>
                  <a:srgbClr val="2B0BB5"/>
                </a:solidFill>
                <a:latin typeface="Arial" panose="020B0604020202020204" pitchFamily="34" charset="0"/>
              </a:rPr>
              <a:t>and </a:t>
            </a:r>
          </a:p>
          <a:p>
            <a:pPr>
              <a:spcBef>
                <a:spcPts val="600"/>
              </a:spcBef>
              <a:buFont typeface="Wingdings" panose="05000000000000000000" pitchFamily="2" charset="2"/>
              <a:buChar char="§"/>
            </a:pPr>
            <a:r>
              <a:rPr lang="en-US" altLang="en-US" sz="1800" b="1">
                <a:solidFill>
                  <a:srgbClr val="C00000"/>
                </a:solidFill>
                <a:latin typeface="Arial" panose="020B0604020202020204" pitchFamily="34" charset="0"/>
              </a:rPr>
              <a:t>1 three input OR gate</a:t>
            </a:r>
            <a:endParaRPr lang="en-US" altLang="en-US" sz="1800">
              <a:solidFill>
                <a:srgbClr val="2B0BB5"/>
              </a:solidFill>
              <a:latin typeface="Arial" panose="020B0604020202020204" pitchFamily="34" charset="0"/>
            </a:endParaRPr>
          </a:p>
        </p:txBody>
      </p:sp>
      <p:pic>
        <p:nvPicPr>
          <p:cNvPr id="101381" name="Picture 10">
            <a:extLst>
              <a:ext uri="{FF2B5EF4-FFF2-40B4-BE49-F238E27FC236}">
                <a16:creationId xmlns:a16="http://schemas.microsoft.com/office/drawing/2014/main" id="{FA913BD1-BD9A-41D2-BED3-6D9247812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1" y="2513013"/>
            <a:ext cx="730567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25E8F233-9E07-4163-BB63-900E52D49526}"/>
                  </a:ext>
                </a:extLst>
              </p14:cNvPr>
              <p14:cNvContentPartPr/>
              <p14:nvPr/>
            </p14:nvContentPartPr>
            <p14:xfrm>
              <a:off x="7637400" y="3781080"/>
              <a:ext cx="2068200" cy="2241000"/>
            </p14:xfrm>
          </p:contentPart>
        </mc:Choice>
        <mc:Fallback>
          <p:pic>
            <p:nvPicPr>
              <p:cNvPr id="3" name="Ink 2">
                <a:extLst>
                  <a:ext uri="{FF2B5EF4-FFF2-40B4-BE49-F238E27FC236}">
                    <a16:creationId xmlns:a16="http://schemas.microsoft.com/office/drawing/2014/main" id="{25E8F233-9E07-4163-BB63-900E52D49526}"/>
                  </a:ext>
                </a:extLst>
              </p:cNvPr>
              <p:cNvPicPr/>
              <p:nvPr/>
            </p:nvPicPr>
            <p:blipFill>
              <a:blip r:embed="rId4"/>
              <a:stretch>
                <a:fillRect/>
              </a:stretch>
            </p:blipFill>
            <p:spPr>
              <a:xfrm>
                <a:off x="7628040" y="3771720"/>
                <a:ext cx="2086920" cy="2259720"/>
              </a:xfrm>
              <a:prstGeom prst="rect">
                <a:avLst/>
              </a:prstGeom>
            </p:spPr>
          </p:pic>
        </mc:Fallback>
      </mc:AlternateContent>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a:extLst>
              <a:ext uri="{FF2B5EF4-FFF2-40B4-BE49-F238E27FC236}">
                <a16:creationId xmlns:a16="http://schemas.microsoft.com/office/drawing/2014/main" id="{2F5D67A2-532B-4307-A2C7-F6B2BBF89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33400"/>
            <a:ext cx="81534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4A755BB-622B-45F5-A2B7-D3A06F4DA50E}"/>
                  </a:ext>
                </a:extLst>
              </p14:cNvPr>
              <p14:cNvContentPartPr/>
              <p14:nvPr/>
            </p14:nvContentPartPr>
            <p14:xfrm>
              <a:off x="4705920" y="2942640"/>
              <a:ext cx="4010760" cy="3304800"/>
            </p14:xfrm>
          </p:contentPart>
        </mc:Choice>
        <mc:Fallback>
          <p:pic>
            <p:nvPicPr>
              <p:cNvPr id="2" name="Ink 1">
                <a:extLst>
                  <a:ext uri="{FF2B5EF4-FFF2-40B4-BE49-F238E27FC236}">
                    <a16:creationId xmlns:a16="http://schemas.microsoft.com/office/drawing/2014/main" id="{A4A755BB-622B-45F5-A2B7-D3A06F4DA50E}"/>
                  </a:ext>
                </a:extLst>
              </p:cNvPr>
              <p:cNvPicPr/>
              <p:nvPr/>
            </p:nvPicPr>
            <p:blipFill>
              <a:blip r:embed="rId4"/>
              <a:stretch>
                <a:fillRect/>
              </a:stretch>
            </p:blipFill>
            <p:spPr>
              <a:xfrm>
                <a:off x="4696560" y="2933280"/>
                <a:ext cx="4029480" cy="3323520"/>
              </a:xfrm>
              <a:prstGeom prst="rect">
                <a:avLst/>
              </a:prstGeom>
            </p:spPr>
          </p:pic>
        </mc:Fallback>
      </mc:AlternateContent>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
            <a:extLst>
              <a:ext uri="{FF2B5EF4-FFF2-40B4-BE49-F238E27FC236}">
                <a16:creationId xmlns:a16="http://schemas.microsoft.com/office/drawing/2014/main" id="{041C172A-CB82-4418-8C7A-89DA9F1886AE}"/>
              </a:ext>
            </a:extLst>
          </p:cNvPr>
          <p:cNvSpPr>
            <a:spLocks noChangeArrowheads="1"/>
          </p:cNvSpPr>
          <p:nvPr/>
        </p:nvSpPr>
        <p:spPr bwMode="auto">
          <a:xfrm>
            <a:off x="2743200" y="68264"/>
            <a:ext cx="70104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200" b="1" u="sng">
                <a:solidFill>
                  <a:srgbClr val="FF0000"/>
                </a:solidFill>
                <a:latin typeface="Arial" panose="020B0604020202020204" pitchFamily="34" charset="0"/>
              </a:rPr>
              <a:t>Implementation of Full Adder using Two Half Adder </a:t>
            </a:r>
          </a:p>
          <a:p>
            <a:pPr algn="ctr" eaLnBrk="1" hangingPunct="1">
              <a:spcBef>
                <a:spcPct val="0"/>
              </a:spcBef>
              <a:buFontTx/>
              <a:buNone/>
            </a:pPr>
            <a:r>
              <a:rPr lang="en-US" altLang="en-US" sz="2200" b="1" u="sng">
                <a:solidFill>
                  <a:srgbClr val="FF0000"/>
                </a:solidFill>
                <a:latin typeface="Arial" panose="020B0604020202020204" pitchFamily="34" charset="0"/>
              </a:rPr>
              <a:t>and one OR Gate</a:t>
            </a:r>
          </a:p>
        </p:txBody>
      </p:sp>
      <p:pic>
        <p:nvPicPr>
          <p:cNvPr id="104451" name="Picture 6">
            <a:extLst>
              <a:ext uri="{FF2B5EF4-FFF2-40B4-BE49-F238E27FC236}">
                <a16:creationId xmlns:a16="http://schemas.microsoft.com/office/drawing/2014/main" id="{DF8B1065-48AB-456B-80EB-BC7B5D1F8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0178"/>
          <a:stretch>
            <a:fillRect/>
          </a:stretch>
        </p:blipFill>
        <p:spPr bwMode="auto">
          <a:xfrm>
            <a:off x="7162800" y="838200"/>
            <a:ext cx="3429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3" descr="due0706">
            <a:extLst>
              <a:ext uri="{FF2B5EF4-FFF2-40B4-BE49-F238E27FC236}">
                <a16:creationId xmlns:a16="http://schemas.microsoft.com/office/drawing/2014/main" id="{EFFD0611-758A-473E-B1D7-22323D6D0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914400"/>
            <a:ext cx="54102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6F802F62-A86D-4D23-8641-BE5DAA55608E}"/>
                  </a:ext>
                </a:extLst>
              </p14:cNvPr>
              <p14:cNvContentPartPr/>
              <p14:nvPr/>
            </p14:nvContentPartPr>
            <p14:xfrm>
              <a:off x="3060000" y="1959120"/>
              <a:ext cx="1955880" cy="270720"/>
            </p14:xfrm>
          </p:contentPart>
        </mc:Choice>
        <mc:Fallback>
          <p:pic>
            <p:nvPicPr>
              <p:cNvPr id="2" name="Ink 1">
                <a:extLst>
                  <a:ext uri="{FF2B5EF4-FFF2-40B4-BE49-F238E27FC236}">
                    <a16:creationId xmlns:a16="http://schemas.microsoft.com/office/drawing/2014/main" id="{6F802F62-A86D-4D23-8641-BE5DAA55608E}"/>
                  </a:ext>
                </a:extLst>
              </p:cNvPr>
              <p:cNvPicPr/>
              <p:nvPr/>
            </p:nvPicPr>
            <p:blipFill>
              <a:blip r:embed="rId5"/>
              <a:stretch>
                <a:fillRect/>
              </a:stretch>
            </p:blipFill>
            <p:spPr>
              <a:xfrm>
                <a:off x="3050640" y="1949760"/>
                <a:ext cx="1974600" cy="289440"/>
              </a:xfrm>
              <a:prstGeom prst="rect">
                <a:avLst/>
              </a:prstGeom>
            </p:spPr>
          </p:pic>
        </mc:Fallback>
      </mc:AlternateContent>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
            <a:extLst>
              <a:ext uri="{FF2B5EF4-FFF2-40B4-BE49-F238E27FC236}">
                <a16:creationId xmlns:a16="http://schemas.microsoft.com/office/drawing/2014/main" id="{07F4B15B-32CE-48BB-9D5F-C2D25EC16F5B}"/>
              </a:ext>
            </a:extLst>
          </p:cNvPr>
          <p:cNvSpPr>
            <a:spLocks noChangeArrowheads="1"/>
          </p:cNvSpPr>
          <p:nvPr/>
        </p:nvSpPr>
        <p:spPr bwMode="auto">
          <a:xfrm>
            <a:off x="2986088" y="31750"/>
            <a:ext cx="586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u="sng">
                <a:solidFill>
                  <a:srgbClr val="FF0000"/>
                </a:solidFill>
                <a:latin typeface="Arial" panose="020B0604020202020204" pitchFamily="34" charset="0"/>
              </a:rPr>
              <a:t>Implementation of Full Adder using Two Half Adders</a:t>
            </a:r>
          </a:p>
        </p:txBody>
      </p:sp>
      <p:sp>
        <p:nvSpPr>
          <p:cNvPr id="105475" name="Rectangle 2">
            <a:extLst>
              <a:ext uri="{FF2B5EF4-FFF2-40B4-BE49-F238E27FC236}">
                <a16:creationId xmlns:a16="http://schemas.microsoft.com/office/drawing/2014/main" id="{52584A08-57F0-422C-BDB4-42D7C88DCF5F}"/>
              </a:ext>
            </a:extLst>
          </p:cNvPr>
          <p:cNvSpPr>
            <a:spLocks noChangeArrowheads="1"/>
          </p:cNvSpPr>
          <p:nvPr/>
        </p:nvSpPr>
        <p:spPr bwMode="auto">
          <a:xfrm>
            <a:off x="1676400" y="533401"/>
            <a:ext cx="8839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 full adder can be </a:t>
            </a:r>
            <a:r>
              <a:rPr lang="en-US" altLang="en-US" sz="1800">
                <a:solidFill>
                  <a:srgbClr val="C00000"/>
                </a:solidFill>
                <a:latin typeface="Arial" panose="020B0604020202020204" pitchFamily="34" charset="0"/>
              </a:rPr>
              <a:t>formed by logically connecting two half adders</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full adder is simply </a:t>
            </a:r>
            <a:r>
              <a:rPr lang="en-US" altLang="en-US" sz="1800" b="1">
                <a:solidFill>
                  <a:srgbClr val="C00000"/>
                </a:solidFill>
                <a:latin typeface="Arial" panose="020B0604020202020204" pitchFamily="34" charset="0"/>
              </a:rPr>
              <a:t>two half adders joined by an OR Gate</a:t>
            </a:r>
            <a:r>
              <a:rPr lang="en-US" altLang="en-US" sz="1800">
                <a:solidFill>
                  <a:srgbClr val="2B0BB5"/>
                </a:solidFill>
                <a:latin typeface="Arial" panose="020B0604020202020204" pitchFamily="34" charset="0"/>
              </a:rPr>
              <a:t>.</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u="sng">
                <a:solidFill>
                  <a:srgbClr val="C00000"/>
                </a:solidFill>
                <a:latin typeface="Arial" panose="020B0604020202020204" pitchFamily="34" charset="0"/>
              </a:rPr>
              <a:t>block diagram shows the implementation of a full adder </a:t>
            </a:r>
            <a:r>
              <a:rPr lang="en-US" altLang="en-US" sz="1800">
                <a:solidFill>
                  <a:srgbClr val="2B0BB5"/>
                </a:solidFill>
                <a:latin typeface="Arial" panose="020B0604020202020204" pitchFamily="34" charset="0"/>
              </a:rPr>
              <a:t>using two half adders.</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first half adder </a:t>
            </a:r>
            <a:r>
              <a:rPr lang="en-US" altLang="en-US" sz="1800" b="1">
                <a:solidFill>
                  <a:srgbClr val="2B0BB5"/>
                </a:solidFill>
                <a:latin typeface="Arial" panose="020B0604020202020204" pitchFamily="34" charset="0"/>
              </a:rPr>
              <a:t>will be used to add A and B to produce a partial Sum</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b="1">
                <a:solidFill>
                  <a:srgbClr val="FF0000"/>
                </a:solidFill>
                <a:latin typeface="Arial" panose="020B0604020202020204" pitchFamily="34" charset="0"/>
              </a:rPr>
              <a:t>second half adder logic </a:t>
            </a:r>
            <a:r>
              <a:rPr lang="en-US" altLang="en-US" sz="1800" b="1">
                <a:solidFill>
                  <a:srgbClr val="C00000"/>
                </a:solidFill>
                <a:latin typeface="Arial" panose="020B0604020202020204" pitchFamily="34" charset="0"/>
              </a:rPr>
              <a:t>can be used to add C</a:t>
            </a:r>
            <a:r>
              <a:rPr lang="en-US" altLang="en-US" sz="1800" b="1" baseline="-25000">
                <a:solidFill>
                  <a:srgbClr val="C00000"/>
                </a:solidFill>
                <a:latin typeface="Arial" panose="020B0604020202020204" pitchFamily="34" charset="0"/>
              </a:rPr>
              <a:t>IN</a:t>
            </a:r>
            <a:r>
              <a:rPr lang="en-US" altLang="en-US" sz="1800" b="1">
                <a:solidFill>
                  <a:srgbClr val="C00000"/>
                </a:solidFill>
                <a:latin typeface="Arial" panose="020B0604020202020204" pitchFamily="34" charset="0"/>
              </a:rPr>
              <a:t> to the Sum produced by the first half adder to get the final S output</a:t>
            </a:r>
            <a:r>
              <a:rPr lang="en-US" altLang="en-US" sz="1800">
                <a:solidFill>
                  <a:srgbClr val="2B0BB5"/>
                </a:solidFill>
                <a:latin typeface="Arial" panose="020B0604020202020204" pitchFamily="34" charset="0"/>
              </a:rPr>
              <a:t>. </a:t>
            </a:r>
          </a:p>
          <a:p>
            <a:pPr eaLnBrk="1" hangingPunct="1">
              <a:spcBef>
                <a:spcPct val="0"/>
              </a:spcBef>
              <a:buFont typeface="Wingdings" panose="05000000000000000000" pitchFamily="2" charset="2"/>
              <a:buChar char="Ø"/>
            </a:pPr>
            <a:r>
              <a:rPr lang="en-US" altLang="en-US" sz="1800" b="1">
                <a:solidFill>
                  <a:srgbClr val="2B0BB5"/>
                </a:solidFill>
                <a:latin typeface="Arial" panose="020B0604020202020204" pitchFamily="34" charset="0"/>
              </a:rPr>
              <a:t>If any of the half adder logic produces a carry, there will be an output carry.</a:t>
            </a:r>
          </a:p>
          <a:p>
            <a:pPr eaLnBrk="1" hangingPunct="1">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Thus, </a:t>
            </a:r>
            <a:r>
              <a:rPr lang="en-US" altLang="en-US" sz="1800" b="1">
                <a:solidFill>
                  <a:srgbClr val="C00000"/>
                </a:solidFill>
                <a:latin typeface="Arial" panose="020B0604020202020204" pitchFamily="34" charset="0"/>
              </a:rPr>
              <a:t>C</a:t>
            </a:r>
            <a:r>
              <a:rPr lang="en-US" altLang="en-US" sz="1800" b="1" baseline="-25000">
                <a:solidFill>
                  <a:srgbClr val="C00000"/>
                </a:solidFill>
                <a:latin typeface="Arial" panose="020B0604020202020204" pitchFamily="34" charset="0"/>
              </a:rPr>
              <a:t>OUT</a:t>
            </a:r>
            <a:r>
              <a:rPr lang="en-US" altLang="en-US" sz="1800" b="1">
                <a:solidFill>
                  <a:srgbClr val="C00000"/>
                </a:solidFill>
                <a:latin typeface="Arial" panose="020B0604020202020204" pitchFamily="34" charset="0"/>
              </a:rPr>
              <a:t> will be OR function of the </a:t>
            </a:r>
            <a:r>
              <a:rPr lang="en-US" altLang="en-US" sz="1800" b="1" u="sng">
                <a:solidFill>
                  <a:srgbClr val="C00000"/>
                </a:solidFill>
                <a:latin typeface="Arial" panose="020B0604020202020204" pitchFamily="34" charset="0"/>
              </a:rPr>
              <a:t>half-adder Carry outputs (of Both HA)</a:t>
            </a:r>
            <a:r>
              <a:rPr lang="en-US" altLang="en-US" sz="1800">
                <a:solidFill>
                  <a:srgbClr val="2B0BB5"/>
                </a:solidFill>
                <a:latin typeface="Arial" panose="020B0604020202020204" pitchFamily="34" charset="0"/>
              </a:rPr>
              <a:t>. </a:t>
            </a:r>
          </a:p>
        </p:txBody>
      </p:sp>
      <p:sp>
        <p:nvSpPr>
          <p:cNvPr id="105476" name="AutoShape 2" descr="FA using HA Block Diagram">
            <a:extLst>
              <a:ext uri="{FF2B5EF4-FFF2-40B4-BE49-F238E27FC236}">
                <a16:creationId xmlns:a16="http://schemas.microsoft.com/office/drawing/2014/main" id="{F450FD95-3207-464C-9696-95D25936AB5D}"/>
              </a:ext>
            </a:extLst>
          </p:cNvPr>
          <p:cNvSpPr>
            <a:spLocks noChangeAspect="1" noChangeArrowheads="1"/>
          </p:cNvSpPr>
          <p:nvPr/>
        </p:nvSpPr>
        <p:spPr bwMode="auto">
          <a:xfrm>
            <a:off x="1679576" y="-936625"/>
            <a:ext cx="59912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pic>
        <p:nvPicPr>
          <p:cNvPr id="105477" name="Picture 6">
            <a:extLst>
              <a:ext uri="{FF2B5EF4-FFF2-40B4-BE49-F238E27FC236}">
                <a16:creationId xmlns:a16="http://schemas.microsoft.com/office/drawing/2014/main" id="{5EE1D3D3-C932-4247-BB66-705CD5936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3200400"/>
            <a:ext cx="464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8" name="Picture 7">
            <a:extLst>
              <a:ext uri="{FF2B5EF4-FFF2-40B4-BE49-F238E27FC236}">
                <a16:creationId xmlns:a16="http://schemas.microsoft.com/office/drawing/2014/main" id="{FCF1B6C1-C2A6-4CFE-BAD4-511813A6F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200400"/>
            <a:ext cx="3886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8EC2000-8C7C-4656-ACAE-87A93758BD56}"/>
                  </a:ext>
                </a:extLst>
              </p14:cNvPr>
              <p14:cNvContentPartPr/>
              <p14:nvPr/>
            </p14:nvContentPartPr>
            <p14:xfrm>
              <a:off x="6139440" y="4912560"/>
              <a:ext cx="3696480" cy="1042200"/>
            </p14:xfrm>
          </p:contentPart>
        </mc:Choice>
        <mc:Fallback>
          <p:pic>
            <p:nvPicPr>
              <p:cNvPr id="2" name="Ink 1">
                <a:extLst>
                  <a:ext uri="{FF2B5EF4-FFF2-40B4-BE49-F238E27FC236}">
                    <a16:creationId xmlns:a16="http://schemas.microsoft.com/office/drawing/2014/main" id="{38EC2000-8C7C-4656-ACAE-87A93758BD56}"/>
                  </a:ext>
                </a:extLst>
              </p:cNvPr>
              <p:cNvPicPr/>
              <p:nvPr/>
            </p:nvPicPr>
            <p:blipFill>
              <a:blip r:embed="rId5"/>
              <a:stretch>
                <a:fillRect/>
              </a:stretch>
            </p:blipFill>
            <p:spPr>
              <a:xfrm>
                <a:off x="6130080" y="4903200"/>
                <a:ext cx="3715200" cy="1060920"/>
              </a:xfrm>
              <a:prstGeom prst="rect">
                <a:avLst/>
              </a:prstGeom>
            </p:spPr>
          </p:pic>
        </mc:Fallback>
      </mc:AlternateContent>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
            <a:extLst>
              <a:ext uri="{FF2B5EF4-FFF2-40B4-BE49-F238E27FC236}">
                <a16:creationId xmlns:a16="http://schemas.microsoft.com/office/drawing/2014/main" id="{DC526C53-3455-4107-BA75-4C0CD78974C7}"/>
              </a:ext>
            </a:extLst>
          </p:cNvPr>
          <p:cNvSpPr>
            <a:spLocks noChangeArrowheads="1"/>
          </p:cNvSpPr>
          <p:nvPr/>
        </p:nvSpPr>
        <p:spPr bwMode="auto">
          <a:xfrm>
            <a:off x="2057400" y="557214"/>
            <a:ext cx="8382000" cy="599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4488" indent="-3444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half subtractor is a combinational circuit which is used to perform subtraction of two bits</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It has </a:t>
            </a:r>
            <a:r>
              <a:rPr lang="en-US" altLang="en-US" sz="1800">
                <a:solidFill>
                  <a:srgbClr val="C00000"/>
                </a:solidFill>
                <a:latin typeface="Arial" panose="020B0604020202020204" pitchFamily="34" charset="0"/>
              </a:rPr>
              <a:t>two inputs, the minuend Ai and subtrahend</a:t>
            </a:r>
            <a:r>
              <a:rPr lang="en-US" altLang="en-US" sz="1900">
                <a:solidFill>
                  <a:srgbClr val="C00000"/>
                </a:solidFill>
                <a:latin typeface="Arial" panose="020B0604020202020204" pitchFamily="34" charset="0"/>
              </a:rPr>
              <a:t> Bi </a:t>
            </a:r>
            <a:r>
              <a:rPr lang="en-US" altLang="en-US" sz="1800">
                <a:solidFill>
                  <a:srgbClr val="2B0BB5"/>
                </a:solidFill>
                <a:latin typeface="Arial" panose="020B0604020202020204" pitchFamily="34" charset="0"/>
              </a:rPr>
              <a:t>and </a:t>
            </a:r>
            <a:r>
              <a:rPr lang="en-US" altLang="en-US" sz="1800">
                <a:solidFill>
                  <a:srgbClr val="C00000"/>
                </a:solidFill>
                <a:latin typeface="Arial" panose="020B0604020202020204" pitchFamily="34" charset="0"/>
              </a:rPr>
              <a:t>two outputs the difference D</a:t>
            </a:r>
            <a:r>
              <a:rPr lang="en-US" altLang="en-US" sz="1900">
                <a:solidFill>
                  <a:srgbClr val="C00000"/>
                </a:solidFill>
                <a:latin typeface="Arial" panose="020B0604020202020204" pitchFamily="34" charset="0"/>
              </a:rPr>
              <a:t> </a:t>
            </a:r>
            <a:r>
              <a:rPr lang="en-US" altLang="en-US" sz="1800">
                <a:solidFill>
                  <a:srgbClr val="C00000"/>
                </a:solidFill>
                <a:latin typeface="Arial" panose="020B0604020202020204" pitchFamily="34" charset="0"/>
              </a:rPr>
              <a:t>and borrow out C</a:t>
            </a:r>
            <a:r>
              <a:rPr lang="en-US" altLang="en-US" sz="1800" baseline="-25000">
                <a:solidFill>
                  <a:srgbClr val="C00000"/>
                </a:solidFill>
                <a:latin typeface="Arial" panose="020B0604020202020204" pitchFamily="34" charset="0"/>
              </a:rPr>
              <a:t>out</a:t>
            </a:r>
            <a:r>
              <a:rPr lang="en-US" altLang="en-US" sz="1800">
                <a:solidFill>
                  <a:srgbClr val="C00000"/>
                </a:solidFill>
                <a:latin typeface="Arial" panose="020B0604020202020204" pitchFamily="34" charset="0"/>
              </a:rPr>
              <a:t>  </a:t>
            </a:r>
            <a:r>
              <a:rPr lang="en-US" altLang="en-US" sz="1900">
                <a:solidFill>
                  <a:srgbClr val="2B0BB5"/>
                </a:solidFill>
                <a:latin typeface="Arial" panose="020B0604020202020204" pitchFamily="34" charset="0"/>
              </a:rPr>
              <a:t>.</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D60093"/>
                </a:solidFill>
                <a:latin typeface="Arial" panose="020B0604020202020204" pitchFamily="34" charset="0"/>
              </a:rPr>
              <a:t>borrow out signal is set when the subtractor needs to borrow </a:t>
            </a:r>
            <a:r>
              <a:rPr lang="en-US" altLang="en-US" sz="1800">
                <a:solidFill>
                  <a:srgbClr val="2B0BB5"/>
                </a:solidFill>
                <a:latin typeface="Arial" panose="020B0604020202020204" pitchFamily="34" charset="0"/>
              </a:rPr>
              <a:t>from the next digit in a multi-digit subtraction.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That is, </a:t>
            </a:r>
            <a:r>
              <a:rPr lang="en-US" altLang="en-US" sz="1800">
                <a:solidFill>
                  <a:srgbClr val="208839"/>
                </a:solidFill>
                <a:latin typeface="Arial" panose="020B0604020202020204" pitchFamily="34" charset="0"/>
              </a:rPr>
              <a:t>Barrow bit C</a:t>
            </a:r>
            <a:r>
              <a:rPr lang="en-US" altLang="en-US" sz="1800" baseline="-25000">
                <a:solidFill>
                  <a:srgbClr val="208839"/>
                </a:solidFill>
                <a:latin typeface="Arial" panose="020B0604020202020204" pitchFamily="34" charset="0"/>
              </a:rPr>
              <a:t>out</a:t>
            </a:r>
            <a:r>
              <a:rPr lang="en-US" altLang="en-US" sz="1800">
                <a:solidFill>
                  <a:srgbClr val="208839"/>
                </a:solidFill>
                <a:latin typeface="Arial" panose="020B0604020202020204" pitchFamily="34" charset="0"/>
              </a:rPr>
              <a:t> is 1 when  Ai &lt;Bi</a:t>
            </a:r>
            <a:r>
              <a:rPr lang="en-US" altLang="en-US" sz="1900">
                <a:solidFill>
                  <a:srgbClr val="208839"/>
                </a:solidFill>
                <a:latin typeface="Arial" panose="020B0604020202020204" pitchFamily="34" charset="0"/>
              </a:rPr>
              <a:t> </a:t>
            </a:r>
            <a:r>
              <a:rPr lang="en-US" altLang="en-US" sz="1900">
                <a:solidFill>
                  <a:srgbClr val="2B0BB5"/>
                </a:solidFill>
                <a:latin typeface="Arial" panose="020B0604020202020204" pitchFamily="34" charset="0"/>
              </a:rPr>
              <a:t>.</a:t>
            </a:r>
            <a:r>
              <a:rPr lang="en-US" altLang="en-US" sz="1800">
                <a:solidFill>
                  <a:srgbClr val="2B0BB5"/>
                </a:solidFill>
                <a:latin typeface="Arial" panose="020B0604020202020204" pitchFamily="34" charset="0"/>
              </a:rPr>
              <a:t> Since  </a:t>
            </a:r>
            <a:r>
              <a:rPr lang="en-US" altLang="en-US" sz="1800">
                <a:solidFill>
                  <a:srgbClr val="D60093"/>
                </a:solidFill>
                <a:latin typeface="Arial" panose="020B0604020202020204" pitchFamily="34" charset="0"/>
              </a:rPr>
              <a:t>Ai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and  Bi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are bits, C</a:t>
            </a:r>
            <a:r>
              <a:rPr lang="en-US" altLang="en-US" sz="1800" baseline="-25000">
                <a:solidFill>
                  <a:srgbClr val="D60093"/>
                </a:solidFill>
                <a:latin typeface="Arial" panose="020B0604020202020204" pitchFamily="34" charset="0"/>
              </a:rPr>
              <a:t>out </a:t>
            </a:r>
            <a:r>
              <a:rPr lang="en-US" altLang="en-US" sz="1800">
                <a:solidFill>
                  <a:srgbClr val="D60093"/>
                </a:solidFill>
                <a:latin typeface="Arial" panose="020B0604020202020204" pitchFamily="34" charset="0"/>
              </a:rPr>
              <a:t>= 1  </a:t>
            </a:r>
            <a:r>
              <a:rPr lang="en-US" altLang="en-US" sz="1900">
                <a:solidFill>
                  <a:srgbClr val="D60093"/>
                </a:solidFill>
                <a:latin typeface="Arial" panose="020B0604020202020204" pitchFamily="34" charset="0"/>
              </a:rPr>
              <a:t> </a:t>
            </a:r>
            <a:r>
              <a:rPr lang="en-US" altLang="en-US" sz="1800">
                <a:solidFill>
                  <a:srgbClr val="D60093"/>
                </a:solidFill>
                <a:latin typeface="Arial" panose="020B0604020202020204" pitchFamily="34" charset="0"/>
              </a:rPr>
              <a:t>if and only if Ai =0 and Bi=1</a:t>
            </a:r>
            <a:r>
              <a:rPr lang="en-US" altLang="en-US" sz="1900">
                <a:solidFill>
                  <a:srgbClr val="D60093"/>
                </a:solidFill>
                <a:latin typeface="Arial" panose="020B0604020202020204" pitchFamily="34" charset="0"/>
              </a:rPr>
              <a:t>.</a:t>
            </a:r>
            <a:r>
              <a:rPr lang="en-US" altLang="en-US" sz="1800">
                <a:solidFill>
                  <a:srgbClr val="D60093"/>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An important point worth mentioning is that the half subtractor diagram aside implements Ai – Bi and not Bi – Ai since  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 </a:t>
            </a:r>
            <a:r>
              <a:rPr lang="en-US" altLang="en-US" sz="1900">
                <a:solidFill>
                  <a:srgbClr val="2B0BB5"/>
                </a:solidFill>
                <a:latin typeface="Arial" panose="020B0604020202020204" pitchFamily="34" charset="0"/>
              </a:rPr>
              <a:t> </a:t>
            </a:r>
            <a:r>
              <a:rPr lang="en-US" altLang="en-US" sz="1800">
                <a:solidFill>
                  <a:srgbClr val="2B0BB5"/>
                </a:solidFill>
                <a:latin typeface="Arial" panose="020B0604020202020204" pitchFamily="34" charset="0"/>
              </a:rPr>
              <a:t>on the diagram is given by</a:t>
            </a:r>
          </a:p>
          <a:p>
            <a:pPr algn="just">
              <a:lnSpc>
                <a:spcPct val="150000"/>
              </a:lnSpc>
              <a:spcBef>
                <a:spcPct val="0"/>
              </a:spcBef>
              <a:buFontTx/>
              <a:buNone/>
            </a:pP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C</a:t>
            </a:r>
            <a:r>
              <a:rPr lang="en-US" altLang="en-US" sz="1800" baseline="-25000">
                <a:solidFill>
                  <a:srgbClr val="C00000"/>
                </a:solidFill>
                <a:latin typeface="Arial" panose="020B0604020202020204" pitchFamily="34" charset="0"/>
              </a:rPr>
              <a:t>out </a:t>
            </a:r>
            <a:r>
              <a:rPr lang="en-US" altLang="en-US" sz="1800">
                <a:solidFill>
                  <a:srgbClr val="C00000"/>
                </a:solidFill>
                <a:latin typeface="Arial" panose="020B0604020202020204" pitchFamily="34" charset="0"/>
              </a:rPr>
              <a:t>= A’i Bi</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This is an important distinction to make since subtraction itself is not commutative, but the difference bit  D </a:t>
            </a:r>
            <a:r>
              <a:rPr lang="en-US" altLang="en-US" sz="1900">
                <a:solidFill>
                  <a:srgbClr val="2B0BB5"/>
                </a:solidFill>
                <a:latin typeface="Arial" panose="020B0604020202020204" pitchFamily="34" charset="0"/>
              </a:rPr>
              <a:t> </a:t>
            </a:r>
            <a:r>
              <a:rPr lang="en-US" altLang="en-US" sz="1800">
                <a:solidFill>
                  <a:srgbClr val="2B0BB5"/>
                </a:solidFill>
                <a:latin typeface="Arial" panose="020B0604020202020204" pitchFamily="34" charset="0"/>
              </a:rPr>
              <a:t>is calculated using an XOR gate which is commutative.</a:t>
            </a:r>
          </a:p>
        </p:txBody>
      </p:sp>
      <p:sp>
        <p:nvSpPr>
          <p:cNvPr id="106499" name="AutoShape 2" descr="X">
            <a:extLst>
              <a:ext uri="{FF2B5EF4-FFF2-40B4-BE49-F238E27FC236}">
                <a16:creationId xmlns:a16="http://schemas.microsoft.com/office/drawing/2014/main" id="{B70902DD-74C7-4AD4-B21D-755AD055F45E}"/>
              </a:ext>
            </a:extLst>
          </p:cNvPr>
          <p:cNvSpPr>
            <a:spLocks noChangeAspect="1" noChangeArrowheads="1"/>
          </p:cNvSpPr>
          <p:nvPr/>
        </p:nvSpPr>
        <p:spPr bwMode="auto">
          <a:xfrm>
            <a:off x="15700375"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0" name="AutoShape 3" descr="Y">
            <a:extLst>
              <a:ext uri="{FF2B5EF4-FFF2-40B4-BE49-F238E27FC236}">
                <a16:creationId xmlns:a16="http://schemas.microsoft.com/office/drawing/2014/main" id="{9474278A-B9AF-4301-8FF0-35008107B18A}"/>
              </a:ext>
            </a:extLst>
          </p:cNvPr>
          <p:cNvSpPr>
            <a:spLocks noChangeAspect="1" noChangeArrowheads="1"/>
          </p:cNvSpPr>
          <p:nvPr/>
        </p:nvSpPr>
        <p:spPr bwMode="auto">
          <a:xfrm>
            <a:off x="17545050"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1" name="AutoShape 4" descr="D">
            <a:extLst>
              <a:ext uri="{FF2B5EF4-FFF2-40B4-BE49-F238E27FC236}">
                <a16:creationId xmlns:a16="http://schemas.microsoft.com/office/drawing/2014/main" id="{D0DA2AFF-13C0-4F10-9A17-2EE453BEB841}"/>
              </a:ext>
            </a:extLst>
          </p:cNvPr>
          <p:cNvSpPr>
            <a:spLocks noChangeAspect="1" noChangeArrowheads="1"/>
          </p:cNvSpPr>
          <p:nvPr/>
        </p:nvSpPr>
        <p:spPr bwMode="auto">
          <a:xfrm>
            <a:off x="20862925" y="-4937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2" name="AutoShape 5" descr="B_{\text{out}}">
            <a:extLst>
              <a:ext uri="{FF2B5EF4-FFF2-40B4-BE49-F238E27FC236}">
                <a16:creationId xmlns:a16="http://schemas.microsoft.com/office/drawing/2014/main" id="{89B32897-6DD2-4AC5-A192-4ED2729193B9}"/>
              </a:ext>
            </a:extLst>
          </p:cNvPr>
          <p:cNvSpPr>
            <a:spLocks noChangeAspect="1" noChangeArrowheads="1"/>
          </p:cNvSpPr>
          <p:nvPr/>
        </p:nvSpPr>
        <p:spPr bwMode="auto">
          <a:xfrm>
            <a:off x="282257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3" name="AutoShape 6" descr="B_{\text{out}}=1">
            <a:extLst>
              <a:ext uri="{FF2B5EF4-FFF2-40B4-BE49-F238E27FC236}">
                <a16:creationId xmlns:a16="http://schemas.microsoft.com/office/drawing/2014/main" id="{BF60478B-42D4-47EB-AEE5-E0DCDC95B305}"/>
              </a:ext>
            </a:extLst>
          </p:cNvPr>
          <p:cNvSpPr>
            <a:spLocks noChangeAspect="1" noChangeArrowheads="1"/>
          </p:cNvSpPr>
          <p:nvPr/>
        </p:nvSpPr>
        <p:spPr bwMode="auto">
          <a:xfrm>
            <a:off x="1664335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4" name="AutoShape 7" descr="X&lt;Y">
            <a:extLst>
              <a:ext uri="{FF2B5EF4-FFF2-40B4-BE49-F238E27FC236}">
                <a16:creationId xmlns:a16="http://schemas.microsoft.com/office/drawing/2014/main" id="{2EDD9FDC-C55F-4B56-BA33-00ACD5E11E42}"/>
              </a:ext>
            </a:extLst>
          </p:cNvPr>
          <p:cNvSpPr>
            <a:spLocks noChangeAspect="1" noChangeArrowheads="1"/>
          </p:cNvSpPr>
          <p:nvPr/>
        </p:nvSpPr>
        <p:spPr bwMode="auto">
          <a:xfrm>
            <a:off x="1744662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5" name="AutoShape 8" descr="X">
            <a:extLst>
              <a:ext uri="{FF2B5EF4-FFF2-40B4-BE49-F238E27FC236}">
                <a16:creationId xmlns:a16="http://schemas.microsoft.com/office/drawing/2014/main" id="{D217B566-6771-4BDC-86B9-1D710937815F}"/>
              </a:ext>
            </a:extLst>
          </p:cNvPr>
          <p:cNvSpPr>
            <a:spLocks noChangeAspect="1" noChangeArrowheads="1"/>
          </p:cNvSpPr>
          <p:nvPr/>
        </p:nvSpPr>
        <p:spPr bwMode="auto">
          <a:xfrm>
            <a:off x="1833880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6" name="AutoShape 9" descr="Y">
            <a:extLst>
              <a:ext uri="{FF2B5EF4-FFF2-40B4-BE49-F238E27FC236}">
                <a16:creationId xmlns:a16="http://schemas.microsoft.com/office/drawing/2014/main" id="{CB29E901-F4CB-46BF-B65F-137E722AE314}"/>
              </a:ext>
            </a:extLst>
          </p:cNvPr>
          <p:cNvSpPr>
            <a:spLocks noChangeAspect="1" noChangeArrowheads="1"/>
          </p:cNvSpPr>
          <p:nvPr/>
        </p:nvSpPr>
        <p:spPr bwMode="auto">
          <a:xfrm>
            <a:off x="1897697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7" name="AutoShape 10" descr="B_{\text{out}}=1">
            <a:extLst>
              <a:ext uri="{FF2B5EF4-FFF2-40B4-BE49-F238E27FC236}">
                <a16:creationId xmlns:a16="http://schemas.microsoft.com/office/drawing/2014/main" id="{06EB3C84-AA02-40F2-93CF-477E8EECE70A}"/>
              </a:ext>
            </a:extLst>
          </p:cNvPr>
          <p:cNvSpPr>
            <a:spLocks noChangeAspect="1" noChangeArrowheads="1"/>
          </p:cNvSpPr>
          <p:nvPr/>
        </p:nvSpPr>
        <p:spPr bwMode="auto">
          <a:xfrm>
            <a:off x="20046950"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8" name="AutoShape 11" descr="X=0">
            <a:extLst>
              <a:ext uri="{FF2B5EF4-FFF2-40B4-BE49-F238E27FC236}">
                <a16:creationId xmlns:a16="http://schemas.microsoft.com/office/drawing/2014/main" id="{0B971642-DAA5-4AD5-AAB0-63AAC9486E6C}"/>
              </a:ext>
            </a:extLst>
          </p:cNvPr>
          <p:cNvSpPr>
            <a:spLocks noChangeAspect="1" noChangeArrowheads="1"/>
          </p:cNvSpPr>
          <p:nvPr/>
        </p:nvSpPr>
        <p:spPr bwMode="auto">
          <a:xfrm>
            <a:off x="21523325" y="-2047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09" name="AutoShape 13" descr="X-Y">
            <a:extLst>
              <a:ext uri="{FF2B5EF4-FFF2-40B4-BE49-F238E27FC236}">
                <a16:creationId xmlns:a16="http://schemas.microsoft.com/office/drawing/2014/main" id="{10072E78-09B9-435D-A36A-14C1C5F679BF}"/>
              </a:ext>
            </a:extLst>
          </p:cNvPr>
          <p:cNvSpPr>
            <a:spLocks noChangeAspect="1" noChangeArrowheads="1"/>
          </p:cNvSpPr>
          <p:nvPr/>
        </p:nvSpPr>
        <p:spPr bwMode="auto">
          <a:xfrm>
            <a:off x="12922250"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0" name="AutoShape 14" descr="Y-X">
            <a:extLst>
              <a:ext uri="{FF2B5EF4-FFF2-40B4-BE49-F238E27FC236}">
                <a16:creationId xmlns:a16="http://schemas.microsoft.com/office/drawing/2014/main" id="{51D5A06E-A8BA-4311-B18C-2E4BB087A5F9}"/>
              </a:ext>
            </a:extLst>
          </p:cNvPr>
          <p:cNvSpPr>
            <a:spLocks noChangeAspect="1" noChangeArrowheads="1"/>
          </p:cNvSpPr>
          <p:nvPr/>
        </p:nvSpPr>
        <p:spPr bwMode="auto">
          <a:xfrm>
            <a:off x="13941425"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1" name="AutoShape 15" descr="B_{\text{out}}">
            <a:extLst>
              <a:ext uri="{FF2B5EF4-FFF2-40B4-BE49-F238E27FC236}">
                <a16:creationId xmlns:a16="http://schemas.microsoft.com/office/drawing/2014/main" id="{E093E452-1262-4A8D-813B-D99859EFDDB3}"/>
              </a:ext>
            </a:extLst>
          </p:cNvPr>
          <p:cNvSpPr>
            <a:spLocks noChangeAspect="1" noChangeArrowheads="1"/>
          </p:cNvSpPr>
          <p:nvPr/>
        </p:nvSpPr>
        <p:spPr bwMode="auto">
          <a:xfrm>
            <a:off x="14732000" y="84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2" name="AutoShape 17" descr="D">
            <a:extLst>
              <a:ext uri="{FF2B5EF4-FFF2-40B4-BE49-F238E27FC236}">
                <a16:creationId xmlns:a16="http://schemas.microsoft.com/office/drawing/2014/main" id="{1989A7C7-C928-482C-97CE-6CD2009FB920}"/>
              </a:ext>
            </a:extLst>
          </p:cNvPr>
          <p:cNvSpPr>
            <a:spLocks noChangeAspect="1" noChangeArrowheads="1"/>
          </p:cNvSpPr>
          <p:nvPr/>
        </p:nvSpPr>
        <p:spPr bwMode="auto">
          <a:xfrm>
            <a:off x="13693775" y="66198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6513" name="Rectangle 18">
            <a:extLst>
              <a:ext uri="{FF2B5EF4-FFF2-40B4-BE49-F238E27FC236}">
                <a16:creationId xmlns:a16="http://schemas.microsoft.com/office/drawing/2014/main" id="{C330CE93-CAF4-4696-A6CC-15C456EFBAF1}"/>
              </a:ext>
            </a:extLst>
          </p:cNvPr>
          <p:cNvSpPr>
            <a:spLocks noChangeArrowheads="1"/>
          </p:cNvSpPr>
          <p:nvPr/>
        </p:nvSpPr>
        <p:spPr bwMode="auto">
          <a:xfrm>
            <a:off x="5375275" y="1"/>
            <a:ext cx="2681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Half Subtractor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2" name="Group 208">
            <a:extLst>
              <a:ext uri="{FF2B5EF4-FFF2-40B4-BE49-F238E27FC236}">
                <a16:creationId xmlns:a16="http://schemas.microsoft.com/office/drawing/2014/main" id="{08305183-1F8C-4774-ADC2-3B13319B9BF0}"/>
              </a:ext>
            </a:extLst>
          </p:cNvPr>
          <p:cNvGrpSpPr>
            <a:grpSpLocks/>
          </p:cNvGrpSpPr>
          <p:nvPr/>
        </p:nvGrpSpPr>
        <p:grpSpPr bwMode="auto">
          <a:xfrm>
            <a:off x="2433639" y="671513"/>
            <a:ext cx="2935287" cy="2132012"/>
            <a:chOff x="833296" y="457200"/>
            <a:chExt cx="2935885" cy="2132870"/>
          </a:xfrm>
        </p:grpSpPr>
        <p:sp>
          <p:nvSpPr>
            <p:cNvPr id="107606" name="Rectangle 7">
              <a:extLst>
                <a:ext uri="{FF2B5EF4-FFF2-40B4-BE49-F238E27FC236}">
                  <a16:creationId xmlns:a16="http://schemas.microsoft.com/office/drawing/2014/main" id="{5CBADB92-FC1A-4DF2-89C8-23FD661BAEDC}"/>
                </a:ext>
              </a:extLst>
            </p:cNvPr>
            <p:cNvSpPr>
              <a:spLocks noChangeArrowheads="1"/>
            </p:cNvSpPr>
            <p:nvPr/>
          </p:nvSpPr>
          <p:spPr bwMode="auto">
            <a:xfrm>
              <a:off x="2581111" y="598487"/>
              <a:ext cx="2035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C</a:t>
              </a:r>
              <a:endParaRPr lang="en-US" altLang="en-US" sz="1800">
                <a:latin typeface="Arial" panose="020B0604020202020204" pitchFamily="34" charset="0"/>
              </a:endParaRPr>
            </a:p>
          </p:txBody>
        </p:sp>
        <p:sp>
          <p:nvSpPr>
            <p:cNvPr id="107607" name="Rectangle 8">
              <a:extLst>
                <a:ext uri="{FF2B5EF4-FFF2-40B4-BE49-F238E27FC236}">
                  <a16:creationId xmlns:a16="http://schemas.microsoft.com/office/drawing/2014/main" id="{C6DF4C06-EBC6-4BF1-B535-2D095C72093C}"/>
                </a:ext>
              </a:extLst>
            </p:cNvPr>
            <p:cNvSpPr>
              <a:spLocks noChangeArrowheads="1"/>
            </p:cNvSpPr>
            <p:nvPr/>
          </p:nvSpPr>
          <p:spPr bwMode="auto">
            <a:xfrm>
              <a:off x="1093165" y="598487"/>
              <a:ext cx="3077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A</a:t>
              </a:r>
              <a:r>
                <a:rPr lang="en-US" altLang="en-US" sz="2200" baseline="-25000">
                  <a:solidFill>
                    <a:srgbClr val="000000"/>
                  </a:solidFill>
                  <a:latin typeface="Helv"/>
                </a:rPr>
                <a:t>i</a:t>
              </a:r>
              <a:r>
                <a:rPr lang="en-US" altLang="en-US" sz="2200">
                  <a:solidFill>
                    <a:srgbClr val="000000"/>
                  </a:solidFill>
                  <a:latin typeface="Helv"/>
                </a:rPr>
                <a:t> </a:t>
              </a:r>
              <a:endParaRPr lang="en-US" altLang="en-US" sz="1800">
                <a:latin typeface="Arial" panose="020B0604020202020204" pitchFamily="34" charset="0"/>
              </a:endParaRPr>
            </a:p>
          </p:txBody>
        </p:sp>
        <p:sp>
          <p:nvSpPr>
            <p:cNvPr id="107608" name="Rectangle 9">
              <a:extLst>
                <a:ext uri="{FF2B5EF4-FFF2-40B4-BE49-F238E27FC236}">
                  <a16:creationId xmlns:a16="http://schemas.microsoft.com/office/drawing/2014/main" id="{4DA1743B-EA08-4FD6-8163-5B51CAE1FE47}"/>
                </a:ext>
              </a:extLst>
            </p:cNvPr>
            <p:cNvSpPr>
              <a:spLocks noChangeArrowheads="1"/>
            </p:cNvSpPr>
            <p:nvPr/>
          </p:nvSpPr>
          <p:spPr bwMode="auto">
            <a:xfrm>
              <a:off x="1448476" y="598487"/>
              <a:ext cx="3077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B</a:t>
              </a:r>
              <a:r>
                <a:rPr lang="en-US" altLang="en-US" sz="2200" baseline="-25000">
                  <a:solidFill>
                    <a:srgbClr val="000000"/>
                  </a:solidFill>
                  <a:latin typeface="Helv"/>
                </a:rPr>
                <a:t>i</a:t>
              </a:r>
              <a:r>
                <a:rPr lang="en-US" altLang="en-US" sz="2200">
                  <a:solidFill>
                    <a:srgbClr val="000000"/>
                  </a:solidFill>
                  <a:latin typeface="Helv"/>
                </a:rPr>
                <a:t> </a:t>
              </a:r>
              <a:endParaRPr lang="en-US" altLang="en-US" sz="1800">
                <a:latin typeface="Arial" panose="020B0604020202020204" pitchFamily="34" charset="0"/>
              </a:endParaRPr>
            </a:p>
          </p:txBody>
        </p:sp>
        <p:sp>
          <p:nvSpPr>
            <p:cNvPr id="107609" name="Line 10">
              <a:extLst>
                <a:ext uri="{FF2B5EF4-FFF2-40B4-BE49-F238E27FC236}">
                  <a16:creationId xmlns:a16="http://schemas.microsoft.com/office/drawing/2014/main" id="{13B0271F-752A-4FE3-9C69-28D11ED7BD4B}"/>
                </a:ext>
              </a:extLst>
            </p:cNvPr>
            <p:cNvSpPr>
              <a:spLocks noChangeShapeType="1"/>
            </p:cNvSpPr>
            <p:nvPr/>
          </p:nvSpPr>
          <p:spPr bwMode="auto">
            <a:xfrm>
              <a:off x="833296" y="971550"/>
              <a:ext cx="2266873" cy="1587"/>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0" name="Line 11">
              <a:extLst>
                <a:ext uri="{FF2B5EF4-FFF2-40B4-BE49-F238E27FC236}">
                  <a16:creationId xmlns:a16="http://schemas.microsoft.com/office/drawing/2014/main" id="{973AD7A8-4D96-4589-82D4-801B0F12D7DA}"/>
                </a:ext>
              </a:extLst>
            </p:cNvPr>
            <p:cNvSpPr>
              <a:spLocks noChangeShapeType="1"/>
            </p:cNvSpPr>
            <p:nvPr/>
          </p:nvSpPr>
          <p:spPr bwMode="auto">
            <a:xfrm>
              <a:off x="1848984" y="457200"/>
              <a:ext cx="1602" cy="2087562"/>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1" name="Line 12">
              <a:extLst>
                <a:ext uri="{FF2B5EF4-FFF2-40B4-BE49-F238E27FC236}">
                  <a16:creationId xmlns:a16="http://schemas.microsoft.com/office/drawing/2014/main" id="{0598C4E1-52EE-4D8A-A448-4C75C0FD964F}"/>
                </a:ext>
              </a:extLst>
            </p:cNvPr>
            <p:cNvSpPr>
              <a:spLocks noChangeShapeType="1"/>
            </p:cNvSpPr>
            <p:nvPr/>
          </p:nvSpPr>
          <p:spPr bwMode="auto">
            <a:xfrm>
              <a:off x="2416103" y="457200"/>
              <a:ext cx="1602" cy="2087562"/>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12" name="Rectangle 13">
              <a:extLst>
                <a:ext uri="{FF2B5EF4-FFF2-40B4-BE49-F238E27FC236}">
                  <a16:creationId xmlns:a16="http://schemas.microsoft.com/office/drawing/2014/main" id="{29A50AC3-4B7E-4727-BA5A-2F83E09E912F}"/>
                </a:ext>
              </a:extLst>
            </p:cNvPr>
            <p:cNvSpPr>
              <a:spLocks noChangeArrowheads="1"/>
            </p:cNvSpPr>
            <p:nvPr/>
          </p:nvSpPr>
          <p:spPr bwMode="auto">
            <a:xfrm>
              <a:off x="2013992" y="598487"/>
              <a:ext cx="2847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200">
                  <a:solidFill>
                    <a:srgbClr val="000000"/>
                  </a:solidFill>
                  <a:latin typeface="Helv"/>
                </a:rPr>
                <a:t>D </a:t>
              </a:r>
              <a:endParaRPr lang="en-US" altLang="en-US" sz="1800">
                <a:latin typeface="Arial" panose="020B0604020202020204" pitchFamily="34" charset="0"/>
              </a:endParaRPr>
            </a:p>
          </p:txBody>
        </p:sp>
        <p:sp>
          <p:nvSpPr>
            <p:cNvPr id="107613" name="Rectangle 17">
              <a:extLst>
                <a:ext uri="{FF2B5EF4-FFF2-40B4-BE49-F238E27FC236}">
                  <a16:creationId xmlns:a16="http://schemas.microsoft.com/office/drawing/2014/main" id="{4FACF841-9560-40EF-A38F-6015FC3CEDEC}"/>
                </a:ext>
              </a:extLst>
            </p:cNvPr>
            <p:cNvSpPr>
              <a:spLocks noChangeArrowheads="1"/>
            </p:cNvSpPr>
            <p:nvPr/>
          </p:nvSpPr>
          <p:spPr bwMode="auto">
            <a:xfrm>
              <a:off x="2794182" y="668337"/>
              <a:ext cx="213243" cy="307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rgbClr val="000000"/>
                  </a:solidFill>
                  <a:latin typeface="Helv"/>
                </a:rPr>
                <a:t>1 </a:t>
              </a:r>
              <a:endParaRPr lang="en-US" altLang="en-US" sz="1800">
                <a:latin typeface="Arial" panose="020B0604020202020204" pitchFamily="34" charset="0"/>
              </a:endParaRPr>
            </a:p>
          </p:txBody>
        </p:sp>
        <p:sp>
          <p:nvSpPr>
            <p:cNvPr id="107614" name="Text Box 18">
              <a:extLst>
                <a:ext uri="{FF2B5EF4-FFF2-40B4-BE49-F238E27FC236}">
                  <a16:creationId xmlns:a16="http://schemas.microsoft.com/office/drawing/2014/main" id="{C0C305B3-68B7-4041-BFC6-038EEC11D54C}"/>
                </a:ext>
              </a:extLst>
            </p:cNvPr>
            <p:cNvSpPr txBox="1">
              <a:spLocks noChangeArrowheads="1"/>
            </p:cNvSpPr>
            <p:nvPr/>
          </p:nvSpPr>
          <p:spPr bwMode="auto">
            <a:xfrm>
              <a:off x="1003680" y="1020762"/>
              <a:ext cx="2765501" cy="15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Courier New" panose="02070309020205020404" pitchFamily="49" charset="0"/>
                </a:rPr>
                <a:t>0 0  0  0 </a:t>
              </a:r>
              <a:r>
                <a:rPr lang="en-US" altLang="en-US" sz="2400" b="1">
                  <a:solidFill>
                    <a:srgbClr val="FF0000"/>
                  </a:solidFill>
                  <a:latin typeface="Courier New" panose="02070309020205020404" pitchFamily="49" charset="0"/>
                </a:rPr>
                <a:t>A’B’</a:t>
              </a:r>
            </a:p>
            <a:p>
              <a:pPr eaLnBrk="1" hangingPunct="1">
                <a:spcBef>
                  <a:spcPct val="0"/>
                </a:spcBef>
                <a:buFont typeface="Arial" panose="020B0604020202020204" pitchFamily="34" charset="0"/>
                <a:buNone/>
              </a:pPr>
              <a:r>
                <a:rPr lang="en-US" altLang="en-US" sz="2400">
                  <a:latin typeface="Courier New" panose="02070309020205020404" pitchFamily="49" charset="0"/>
                </a:rPr>
                <a:t>0 1  1  1 </a:t>
              </a:r>
              <a:r>
                <a:rPr lang="en-US" altLang="en-US" sz="2400" b="1">
                  <a:solidFill>
                    <a:srgbClr val="FF0000"/>
                  </a:solidFill>
                  <a:latin typeface="Courier New" panose="02070309020205020404" pitchFamily="49" charset="0"/>
                </a:rPr>
                <a:t>A’B</a:t>
              </a:r>
              <a:endParaRPr lang="en-US" altLang="en-US" sz="2400">
                <a:latin typeface="Courier New" panose="02070309020205020404" pitchFamily="49" charset="0"/>
              </a:endParaRPr>
            </a:p>
            <a:p>
              <a:pPr eaLnBrk="1" hangingPunct="1">
                <a:spcBef>
                  <a:spcPct val="0"/>
                </a:spcBef>
                <a:buFontTx/>
                <a:buNone/>
              </a:pPr>
              <a:r>
                <a:rPr lang="en-US" altLang="en-US" sz="2400">
                  <a:latin typeface="Courier New" panose="02070309020205020404" pitchFamily="49" charset="0"/>
                </a:rPr>
                <a:t>1 0  1  0 </a:t>
              </a:r>
              <a:r>
                <a:rPr lang="en-US" altLang="en-US" sz="2400" b="1">
                  <a:solidFill>
                    <a:srgbClr val="FF0000"/>
                  </a:solidFill>
                  <a:latin typeface="Courier New" panose="02070309020205020404" pitchFamily="49" charset="0"/>
                </a:rPr>
                <a:t>A B’</a:t>
              </a:r>
              <a:endParaRPr lang="en-US" altLang="en-US" sz="2400">
                <a:latin typeface="Courier New" panose="02070309020205020404" pitchFamily="49" charset="0"/>
              </a:endParaRPr>
            </a:p>
            <a:p>
              <a:pPr eaLnBrk="1" hangingPunct="1">
                <a:spcBef>
                  <a:spcPct val="0"/>
                </a:spcBef>
                <a:buFontTx/>
                <a:buNone/>
              </a:pPr>
              <a:r>
                <a:rPr lang="en-US" altLang="en-US" sz="2400">
                  <a:latin typeface="Courier New" panose="02070309020205020404" pitchFamily="49" charset="0"/>
                </a:rPr>
                <a:t>1 1  0  0 </a:t>
              </a:r>
              <a:r>
                <a:rPr lang="en-US" altLang="en-US" sz="2400" b="1">
                  <a:solidFill>
                    <a:srgbClr val="FF0000"/>
                  </a:solidFill>
                  <a:latin typeface="Courier New" panose="02070309020205020404" pitchFamily="49" charset="0"/>
                </a:rPr>
                <a:t>A B</a:t>
              </a:r>
            </a:p>
          </p:txBody>
        </p:sp>
      </p:grpSp>
      <p:grpSp>
        <p:nvGrpSpPr>
          <p:cNvPr id="107523" name="Group 98">
            <a:extLst>
              <a:ext uri="{FF2B5EF4-FFF2-40B4-BE49-F238E27FC236}">
                <a16:creationId xmlns:a16="http://schemas.microsoft.com/office/drawing/2014/main" id="{C7837FB1-27BA-4F6E-BCF7-9CA781D1CE1B}"/>
              </a:ext>
            </a:extLst>
          </p:cNvPr>
          <p:cNvGrpSpPr>
            <a:grpSpLocks/>
          </p:cNvGrpSpPr>
          <p:nvPr/>
        </p:nvGrpSpPr>
        <p:grpSpPr bwMode="auto">
          <a:xfrm>
            <a:off x="4922839" y="4054476"/>
            <a:ext cx="4213225" cy="1992313"/>
            <a:chOff x="4854407" y="777210"/>
            <a:chExt cx="4213393" cy="1992760"/>
          </a:xfrm>
        </p:grpSpPr>
        <p:grpSp>
          <p:nvGrpSpPr>
            <p:cNvPr id="107532" name="Group 203">
              <a:extLst>
                <a:ext uri="{FF2B5EF4-FFF2-40B4-BE49-F238E27FC236}">
                  <a16:creationId xmlns:a16="http://schemas.microsoft.com/office/drawing/2014/main" id="{FFE1EBEA-08B0-45D2-8AFB-1003F1106B76}"/>
                </a:ext>
              </a:extLst>
            </p:cNvPr>
            <p:cNvGrpSpPr>
              <a:grpSpLocks/>
            </p:cNvGrpSpPr>
            <p:nvPr/>
          </p:nvGrpSpPr>
          <p:grpSpPr bwMode="auto">
            <a:xfrm>
              <a:off x="4854407" y="777210"/>
              <a:ext cx="2620924" cy="1992760"/>
              <a:chOff x="4058611" y="563562"/>
              <a:chExt cx="2620924" cy="1992313"/>
            </a:xfrm>
          </p:grpSpPr>
          <p:sp>
            <p:nvSpPr>
              <p:cNvPr id="107536" name="Line 3">
                <a:extLst>
                  <a:ext uri="{FF2B5EF4-FFF2-40B4-BE49-F238E27FC236}">
                    <a16:creationId xmlns:a16="http://schemas.microsoft.com/office/drawing/2014/main" id="{BD9C00B6-BD07-4C5E-AA10-AD9094E14ECE}"/>
                  </a:ext>
                </a:extLst>
              </p:cNvPr>
              <p:cNvSpPr>
                <a:spLocks noChangeShapeType="1"/>
              </p:cNvSpPr>
              <p:nvPr/>
            </p:nvSpPr>
            <p:spPr bwMode="auto">
              <a:xfrm>
                <a:off x="5362662" y="714375"/>
                <a:ext cx="1603"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7" name="Line 4">
                <a:extLst>
                  <a:ext uri="{FF2B5EF4-FFF2-40B4-BE49-F238E27FC236}">
                    <a16:creationId xmlns:a16="http://schemas.microsoft.com/office/drawing/2014/main" id="{E618B303-F4D5-42B5-BD74-692A0A778920}"/>
                  </a:ext>
                </a:extLst>
              </p:cNvPr>
              <p:cNvSpPr>
                <a:spLocks noChangeShapeType="1"/>
              </p:cNvSpPr>
              <p:nvPr/>
            </p:nvSpPr>
            <p:spPr bwMode="auto">
              <a:xfrm>
                <a:off x="5338632" y="692150"/>
                <a:ext cx="1602"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8" name="Line 5">
                <a:extLst>
                  <a:ext uri="{FF2B5EF4-FFF2-40B4-BE49-F238E27FC236}">
                    <a16:creationId xmlns:a16="http://schemas.microsoft.com/office/drawing/2014/main" id="{50C5B116-BF20-4634-8A3C-79E27FDBC83C}"/>
                  </a:ext>
                </a:extLst>
              </p:cNvPr>
              <p:cNvSpPr>
                <a:spLocks noChangeShapeType="1"/>
              </p:cNvSpPr>
              <p:nvPr/>
            </p:nvSpPr>
            <p:spPr bwMode="auto">
              <a:xfrm>
                <a:off x="5244112" y="692150"/>
                <a:ext cx="1603"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7539" name="Line 6">
                <a:extLst>
                  <a:ext uri="{FF2B5EF4-FFF2-40B4-BE49-F238E27FC236}">
                    <a16:creationId xmlns:a16="http://schemas.microsoft.com/office/drawing/2014/main" id="{7B1C83AB-6DDB-4285-AF0C-F518BAF755FB}"/>
                  </a:ext>
                </a:extLst>
              </p:cNvPr>
              <p:cNvSpPr>
                <a:spLocks noChangeShapeType="1"/>
              </p:cNvSpPr>
              <p:nvPr/>
            </p:nvSpPr>
            <p:spPr bwMode="auto">
              <a:xfrm>
                <a:off x="5244112" y="1719262"/>
                <a:ext cx="1603"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grpSp>
            <p:nvGrpSpPr>
              <p:cNvPr id="107540" name="Group 23">
                <a:extLst>
                  <a:ext uri="{FF2B5EF4-FFF2-40B4-BE49-F238E27FC236}">
                    <a16:creationId xmlns:a16="http://schemas.microsoft.com/office/drawing/2014/main" id="{E141D28C-BDB5-4F06-9F06-6715705213FC}"/>
                  </a:ext>
                </a:extLst>
              </p:cNvPr>
              <p:cNvGrpSpPr>
                <a:grpSpLocks/>
              </p:cNvGrpSpPr>
              <p:nvPr/>
            </p:nvGrpSpPr>
            <p:grpSpPr bwMode="auto">
              <a:xfrm>
                <a:off x="4058611" y="563562"/>
                <a:ext cx="2620924" cy="1992313"/>
                <a:chOff x="4582" y="2797"/>
                <a:chExt cx="1636" cy="1255"/>
              </a:xfrm>
            </p:grpSpPr>
            <p:sp>
              <p:nvSpPr>
                <p:cNvPr id="107541" name="Line 24">
                  <a:extLst>
                    <a:ext uri="{FF2B5EF4-FFF2-40B4-BE49-F238E27FC236}">
                      <a16:creationId xmlns:a16="http://schemas.microsoft.com/office/drawing/2014/main" id="{A5FD9561-3B2F-4EE4-A1EE-48CCF4C3F6DD}"/>
                    </a:ext>
                  </a:extLst>
                </p:cNvPr>
                <p:cNvSpPr>
                  <a:spLocks noChangeShapeType="1"/>
                </p:cNvSpPr>
                <p:nvPr/>
              </p:nvSpPr>
              <p:spPr bwMode="auto">
                <a:xfrm flipH="1">
                  <a:off x="5316" y="2919"/>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2" name="Line 25">
                  <a:extLst>
                    <a:ext uri="{FF2B5EF4-FFF2-40B4-BE49-F238E27FC236}">
                      <a16:creationId xmlns:a16="http://schemas.microsoft.com/office/drawing/2014/main" id="{006430EC-F1E2-455F-985C-30287CBEBE39}"/>
                    </a:ext>
                  </a:extLst>
                </p:cNvPr>
                <p:cNvSpPr>
                  <a:spLocks noChangeShapeType="1"/>
                </p:cNvSpPr>
                <p:nvPr/>
              </p:nvSpPr>
              <p:spPr bwMode="auto">
                <a:xfrm flipH="1">
                  <a:off x="5316" y="3164"/>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3" name="Line 26">
                  <a:extLst>
                    <a:ext uri="{FF2B5EF4-FFF2-40B4-BE49-F238E27FC236}">
                      <a16:creationId xmlns:a16="http://schemas.microsoft.com/office/drawing/2014/main" id="{01F3ACBD-849F-4679-9A64-747B0A18D1B0}"/>
                    </a:ext>
                  </a:extLst>
                </p:cNvPr>
                <p:cNvSpPr>
                  <a:spLocks noChangeShapeType="1"/>
                </p:cNvSpPr>
                <p:nvPr/>
              </p:nvSpPr>
              <p:spPr bwMode="auto">
                <a:xfrm flipH="1">
                  <a:off x="5959" y="3042"/>
                  <a:ext cx="21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4" name="Freeform 27">
                  <a:extLst>
                    <a:ext uri="{FF2B5EF4-FFF2-40B4-BE49-F238E27FC236}">
                      <a16:creationId xmlns:a16="http://schemas.microsoft.com/office/drawing/2014/main" id="{7CD11800-386B-4566-B257-7BB51901CED3}"/>
                    </a:ext>
                  </a:extLst>
                </p:cNvPr>
                <p:cNvSpPr>
                  <a:spLocks/>
                </p:cNvSpPr>
                <p:nvPr/>
              </p:nvSpPr>
              <p:spPr bwMode="auto">
                <a:xfrm>
                  <a:off x="5470" y="2828"/>
                  <a:ext cx="474" cy="428"/>
                </a:xfrm>
                <a:custGeom>
                  <a:avLst/>
                  <a:gdLst>
                    <a:gd name="T0" fmla="*/ 0 w 474"/>
                    <a:gd name="T1" fmla="*/ 0 h 428"/>
                    <a:gd name="T2" fmla="*/ 61 w 474"/>
                    <a:gd name="T3" fmla="*/ 137 h 428"/>
                    <a:gd name="T4" fmla="*/ 61 w 474"/>
                    <a:gd name="T5" fmla="*/ 290 h 428"/>
                    <a:gd name="T6" fmla="*/ 0 w 474"/>
                    <a:gd name="T7" fmla="*/ 428 h 428"/>
                    <a:gd name="T8" fmla="*/ 168 w 474"/>
                    <a:gd name="T9" fmla="*/ 428 h 428"/>
                    <a:gd name="T10" fmla="*/ 474 w 474"/>
                    <a:gd name="T11" fmla="*/ 214 h 428"/>
                    <a:gd name="T12" fmla="*/ 168 w 474"/>
                    <a:gd name="T13" fmla="*/ 0 h 428"/>
                    <a:gd name="T14" fmla="*/ 0 w 474"/>
                    <a:gd name="T15" fmla="*/ 0 h 428"/>
                    <a:gd name="T16" fmla="*/ 0 60000 65536"/>
                    <a:gd name="T17" fmla="*/ 0 60000 65536"/>
                    <a:gd name="T18" fmla="*/ 0 60000 65536"/>
                    <a:gd name="T19" fmla="*/ 0 60000 65536"/>
                    <a:gd name="T20" fmla="*/ 0 60000 65536"/>
                    <a:gd name="T21" fmla="*/ 0 60000 65536"/>
                    <a:gd name="T22" fmla="*/ 0 60000 65536"/>
                    <a:gd name="T23" fmla="*/ 0 60000 65536"/>
                    <a:gd name="T24" fmla="*/ 0 w 474"/>
                    <a:gd name="T25" fmla="*/ 0 h 428"/>
                    <a:gd name="T26" fmla="*/ 474 w 474"/>
                    <a:gd name="T27" fmla="*/ 428 h 4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4" h="428">
                      <a:moveTo>
                        <a:pt x="0" y="0"/>
                      </a:moveTo>
                      <a:lnTo>
                        <a:pt x="61" y="137"/>
                      </a:lnTo>
                      <a:lnTo>
                        <a:pt x="61" y="290"/>
                      </a:lnTo>
                      <a:lnTo>
                        <a:pt x="0" y="428"/>
                      </a:lnTo>
                      <a:lnTo>
                        <a:pt x="168" y="428"/>
                      </a:lnTo>
                      <a:lnTo>
                        <a:pt x="474" y="214"/>
                      </a:lnTo>
                      <a:lnTo>
                        <a:pt x="168"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45" name="Line 28">
                  <a:extLst>
                    <a:ext uri="{FF2B5EF4-FFF2-40B4-BE49-F238E27FC236}">
                      <a16:creationId xmlns:a16="http://schemas.microsoft.com/office/drawing/2014/main" id="{37CCCF62-A3D7-48B4-8CF5-D097649FDD3B}"/>
                    </a:ext>
                  </a:extLst>
                </p:cNvPr>
                <p:cNvSpPr>
                  <a:spLocks noChangeShapeType="1"/>
                </p:cNvSpPr>
                <p:nvPr/>
              </p:nvSpPr>
              <p:spPr bwMode="auto">
                <a:xfrm>
                  <a:off x="5470" y="2828"/>
                  <a:ext cx="61" cy="137"/>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6" name="Line 29">
                  <a:extLst>
                    <a:ext uri="{FF2B5EF4-FFF2-40B4-BE49-F238E27FC236}">
                      <a16:creationId xmlns:a16="http://schemas.microsoft.com/office/drawing/2014/main" id="{947C3347-A6C7-4481-865B-E5E89D12CC78}"/>
                    </a:ext>
                  </a:extLst>
                </p:cNvPr>
                <p:cNvSpPr>
                  <a:spLocks noChangeShapeType="1"/>
                </p:cNvSpPr>
                <p:nvPr/>
              </p:nvSpPr>
              <p:spPr bwMode="auto">
                <a:xfrm>
                  <a:off x="5531" y="2965"/>
                  <a:ext cx="1" cy="153"/>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7" name="Line 30">
                  <a:extLst>
                    <a:ext uri="{FF2B5EF4-FFF2-40B4-BE49-F238E27FC236}">
                      <a16:creationId xmlns:a16="http://schemas.microsoft.com/office/drawing/2014/main" id="{49B14E26-4CE7-40D0-9425-C2D00C2A4036}"/>
                    </a:ext>
                  </a:extLst>
                </p:cNvPr>
                <p:cNvSpPr>
                  <a:spLocks noChangeShapeType="1"/>
                </p:cNvSpPr>
                <p:nvPr/>
              </p:nvSpPr>
              <p:spPr bwMode="auto">
                <a:xfrm flipH="1">
                  <a:off x="5470" y="3118"/>
                  <a:ext cx="61" cy="138"/>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8" name="Line 31">
                  <a:extLst>
                    <a:ext uri="{FF2B5EF4-FFF2-40B4-BE49-F238E27FC236}">
                      <a16:creationId xmlns:a16="http://schemas.microsoft.com/office/drawing/2014/main" id="{7BE87982-216B-437D-B417-B8BC0D12A878}"/>
                    </a:ext>
                  </a:extLst>
                </p:cNvPr>
                <p:cNvSpPr>
                  <a:spLocks noChangeShapeType="1"/>
                </p:cNvSpPr>
                <p:nvPr/>
              </p:nvSpPr>
              <p:spPr bwMode="auto">
                <a:xfrm>
                  <a:off x="5470" y="3256"/>
                  <a:ext cx="168" cy="1"/>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49" name="Line 32">
                  <a:extLst>
                    <a:ext uri="{FF2B5EF4-FFF2-40B4-BE49-F238E27FC236}">
                      <a16:creationId xmlns:a16="http://schemas.microsoft.com/office/drawing/2014/main" id="{3F39ECC5-14E2-442B-A4F4-12E191906E5C}"/>
                    </a:ext>
                  </a:extLst>
                </p:cNvPr>
                <p:cNvSpPr>
                  <a:spLocks noChangeShapeType="1"/>
                </p:cNvSpPr>
                <p:nvPr/>
              </p:nvSpPr>
              <p:spPr bwMode="auto">
                <a:xfrm flipV="1">
                  <a:off x="5638" y="3042"/>
                  <a:ext cx="306" cy="214"/>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0" name="Line 33">
                  <a:extLst>
                    <a:ext uri="{FF2B5EF4-FFF2-40B4-BE49-F238E27FC236}">
                      <a16:creationId xmlns:a16="http://schemas.microsoft.com/office/drawing/2014/main" id="{85D31284-ECD0-450D-9075-6CDE65400ADC}"/>
                    </a:ext>
                  </a:extLst>
                </p:cNvPr>
                <p:cNvSpPr>
                  <a:spLocks noChangeShapeType="1"/>
                </p:cNvSpPr>
                <p:nvPr/>
              </p:nvSpPr>
              <p:spPr bwMode="auto">
                <a:xfrm flipH="1" flipV="1">
                  <a:off x="5638" y="2828"/>
                  <a:ext cx="306" cy="214"/>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1" name="Line 34">
                  <a:extLst>
                    <a:ext uri="{FF2B5EF4-FFF2-40B4-BE49-F238E27FC236}">
                      <a16:creationId xmlns:a16="http://schemas.microsoft.com/office/drawing/2014/main" id="{E10F0F3E-0E04-48F4-A758-0E0243B011E5}"/>
                    </a:ext>
                  </a:extLst>
                </p:cNvPr>
                <p:cNvSpPr>
                  <a:spLocks noChangeShapeType="1"/>
                </p:cNvSpPr>
                <p:nvPr/>
              </p:nvSpPr>
              <p:spPr bwMode="auto">
                <a:xfrm flipH="1">
                  <a:off x="5470" y="2828"/>
                  <a:ext cx="168" cy="1"/>
                </a:xfrm>
                <a:prstGeom prst="line">
                  <a:avLst/>
                </a:prstGeom>
                <a:noFill/>
                <a:ln w="23813">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2" name="Arc 35">
                  <a:extLst>
                    <a:ext uri="{FF2B5EF4-FFF2-40B4-BE49-F238E27FC236}">
                      <a16:creationId xmlns:a16="http://schemas.microsoft.com/office/drawing/2014/main" id="{8AFC78FB-CE24-4F75-B77A-D1A8EA32DEA4}"/>
                    </a:ext>
                  </a:extLst>
                </p:cNvPr>
                <p:cNvSpPr>
                  <a:spLocks/>
                </p:cNvSpPr>
                <p:nvPr/>
              </p:nvSpPr>
              <p:spPr bwMode="auto">
                <a:xfrm>
                  <a:off x="5607" y="2828"/>
                  <a:ext cx="351" cy="436"/>
                </a:xfrm>
                <a:custGeom>
                  <a:avLst/>
                  <a:gdLst>
                    <a:gd name="T0" fmla="*/ 0 w 18355"/>
                    <a:gd name="T1" fmla="*/ 0 h 21600"/>
                    <a:gd name="T2" fmla="*/ 0 w 18355"/>
                    <a:gd name="T3" fmla="*/ 0 h 21600"/>
                    <a:gd name="T4" fmla="*/ 0 w 18355"/>
                    <a:gd name="T5" fmla="*/ 0 h 21600"/>
                    <a:gd name="T6" fmla="*/ 0 60000 65536"/>
                    <a:gd name="T7" fmla="*/ 0 60000 65536"/>
                    <a:gd name="T8" fmla="*/ 0 60000 65536"/>
                    <a:gd name="T9" fmla="*/ 0 w 18355"/>
                    <a:gd name="T10" fmla="*/ 0 h 21600"/>
                    <a:gd name="T11" fmla="*/ 18355 w 18355"/>
                    <a:gd name="T12" fmla="*/ 21600 h 21600"/>
                  </a:gdLst>
                  <a:ahLst/>
                  <a:cxnLst>
                    <a:cxn ang="T6">
                      <a:pos x="T0" y="T1"/>
                    </a:cxn>
                    <a:cxn ang="T7">
                      <a:pos x="T2" y="T3"/>
                    </a:cxn>
                    <a:cxn ang="T8">
                      <a:pos x="T4" y="T5"/>
                    </a:cxn>
                  </a:cxnLst>
                  <a:rect l="T9" t="T10" r="T11" b="T12"/>
                  <a:pathLst>
                    <a:path w="18355" h="21600" fill="none" extrusionOk="0">
                      <a:moveTo>
                        <a:pt x="0" y="0"/>
                      </a:moveTo>
                      <a:cubicBezTo>
                        <a:pt x="17" y="0"/>
                        <a:pt x="34" y="-1"/>
                        <a:pt x="52" y="0"/>
                      </a:cubicBezTo>
                      <a:cubicBezTo>
                        <a:pt x="7490" y="0"/>
                        <a:pt x="14405" y="3827"/>
                        <a:pt x="18355" y="10130"/>
                      </a:cubicBezTo>
                    </a:path>
                    <a:path w="18355" h="21600" stroke="0" extrusionOk="0">
                      <a:moveTo>
                        <a:pt x="0" y="0"/>
                      </a:moveTo>
                      <a:cubicBezTo>
                        <a:pt x="17" y="0"/>
                        <a:pt x="34" y="-1"/>
                        <a:pt x="52" y="0"/>
                      </a:cubicBezTo>
                      <a:cubicBezTo>
                        <a:pt x="7490" y="0"/>
                        <a:pt x="14405" y="3827"/>
                        <a:pt x="18355" y="10130"/>
                      </a:cubicBezTo>
                      <a:lnTo>
                        <a:pt x="52" y="2160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53" name="Arc 36">
                  <a:extLst>
                    <a:ext uri="{FF2B5EF4-FFF2-40B4-BE49-F238E27FC236}">
                      <a16:creationId xmlns:a16="http://schemas.microsoft.com/office/drawing/2014/main" id="{74748718-A785-4A15-8C53-EA2D84EBE951}"/>
                    </a:ext>
                  </a:extLst>
                </p:cNvPr>
                <p:cNvSpPr>
                  <a:spLocks/>
                </p:cNvSpPr>
                <p:nvPr/>
              </p:nvSpPr>
              <p:spPr bwMode="auto">
                <a:xfrm>
                  <a:off x="5607" y="2835"/>
                  <a:ext cx="346" cy="429"/>
                </a:xfrm>
                <a:custGeom>
                  <a:avLst/>
                  <a:gdLst>
                    <a:gd name="T0" fmla="*/ 0 w 18360"/>
                    <a:gd name="T1" fmla="*/ 0 h 21600"/>
                    <a:gd name="T2" fmla="*/ 0 w 18360"/>
                    <a:gd name="T3" fmla="*/ 0 h 21600"/>
                    <a:gd name="T4" fmla="*/ 0 w 18360"/>
                    <a:gd name="T5" fmla="*/ 0 h 21600"/>
                    <a:gd name="T6" fmla="*/ 0 60000 65536"/>
                    <a:gd name="T7" fmla="*/ 0 60000 65536"/>
                    <a:gd name="T8" fmla="*/ 0 60000 65536"/>
                    <a:gd name="T9" fmla="*/ 0 w 18360"/>
                    <a:gd name="T10" fmla="*/ 0 h 21600"/>
                    <a:gd name="T11" fmla="*/ 18360 w 18360"/>
                    <a:gd name="T12" fmla="*/ 21600 h 21600"/>
                  </a:gdLst>
                  <a:ahLst/>
                  <a:cxnLst>
                    <a:cxn ang="T6">
                      <a:pos x="T0" y="T1"/>
                    </a:cxn>
                    <a:cxn ang="T7">
                      <a:pos x="T2" y="T3"/>
                    </a:cxn>
                    <a:cxn ang="T8">
                      <a:pos x="T4" y="T5"/>
                    </a:cxn>
                  </a:cxnLst>
                  <a:rect l="T9" t="T10" r="T11" b="T12"/>
                  <a:pathLst>
                    <a:path w="18360" h="21600" fill="none" extrusionOk="0">
                      <a:moveTo>
                        <a:pt x="0" y="0"/>
                      </a:moveTo>
                      <a:cubicBezTo>
                        <a:pt x="17" y="0"/>
                        <a:pt x="34" y="-1"/>
                        <a:pt x="52" y="0"/>
                      </a:cubicBezTo>
                      <a:cubicBezTo>
                        <a:pt x="7493" y="0"/>
                        <a:pt x="14411" y="3830"/>
                        <a:pt x="18359" y="10138"/>
                      </a:cubicBezTo>
                    </a:path>
                    <a:path w="18360" h="21600" stroke="0" extrusionOk="0">
                      <a:moveTo>
                        <a:pt x="0" y="0"/>
                      </a:moveTo>
                      <a:cubicBezTo>
                        <a:pt x="17" y="0"/>
                        <a:pt x="34" y="-1"/>
                        <a:pt x="52" y="0"/>
                      </a:cubicBezTo>
                      <a:cubicBezTo>
                        <a:pt x="7493" y="0"/>
                        <a:pt x="14411" y="3830"/>
                        <a:pt x="18359" y="10138"/>
                      </a:cubicBezTo>
                      <a:lnTo>
                        <a:pt x="52" y="21600"/>
                      </a:lnTo>
                      <a:lnTo>
                        <a:pt x="0" y="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54" name="Arc 37">
                  <a:extLst>
                    <a:ext uri="{FF2B5EF4-FFF2-40B4-BE49-F238E27FC236}">
                      <a16:creationId xmlns:a16="http://schemas.microsoft.com/office/drawing/2014/main" id="{2377DF59-BC23-4956-A239-3FF943850748}"/>
                    </a:ext>
                  </a:extLst>
                </p:cNvPr>
                <p:cNvSpPr>
                  <a:spLocks/>
                </p:cNvSpPr>
                <p:nvPr/>
              </p:nvSpPr>
              <p:spPr bwMode="auto">
                <a:xfrm>
                  <a:off x="5607" y="2835"/>
                  <a:ext cx="365" cy="436"/>
                </a:xfrm>
                <a:custGeom>
                  <a:avLst/>
                  <a:gdLst>
                    <a:gd name="T0" fmla="*/ 0 w 19067"/>
                    <a:gd name="T1" fmla="*/ 0 h 21600"/>
                    <a:gd name="T2" fmla="*/ 0 w 19067"/>
                    <a:gd name="T3" fmla="*/ 0 h 21600"/>
                    <a:gd name="T4" fmla="*/ 0 w 19067"/>
                    <a:gd name="T5" fmla="*/ 0 h 21600"/>
                    <a:gd name="T6" fmla="*/ 0 60000 65536"/>
                    <a:gd name="T7" fmla="*/ 0 60000 65536"/>
                    <a:gd name="T8" fmla="*/ 0 60000 65536"/>
                    <a:gd name="T9" fmla="*/ 0 w 19067"/>
                    <a:gd name="T10" fmla="*/ 0 h 21600"/>
                    <a:gd name="T11" fmla="*/ 19067 w 19067"/>
                    <a:gd name="T12" fmla="*/ 21600 h 21600"/>
                  </a:gdLst>
                  <a:ahLst/>
                  <a:cxnLst>
                    <a:cxn ang="T6">
                      <a:pos x="T0" y="T1"/>
                    </a:cxn>
                    <a:cxn ang="T7">
                      <a:pos x="T2" y="T3"/>
                    </a:cxn>
                    <a:cxn ang="T8">
                      <a:pos x="T4" y="T5"/>
                    </a:cxn>
                  </a:cxnLst>
                  <a:rect l="T9" t="T10" r="T11" b="T12"/>
                  <a:pathLst>
                    <a:path w="19067" h="21600" fill="none" extrusionOk="0">
                      <a:moveTo>
                        <a:pt x="19067" y="10250"/>
                      </a:moveTo>
                      <a:cubicBezTo>
                        <a:pt x="15298" y="17241"/>
                        <a:pt x="7996" y="21599"/>
                        <a:pt x="54" y="21600"/>
                      </a:cubicBezTo>
                      <a:cubicBezTo>
                        <a:pt x="36" y="21600"/>
                        <a:pt x="18" y="21599"/>
                        <a:pt x="0" y="21599"/>
                      </a:cubicBezTo>
                    </a:path>
                    <a:path w="19067" h="21600" stroke="0" extrusionOk="0">
                      <a:moveTo>
                        <a:pt x="19067" y="10250"/>
                      </a:moveTo>
                      <a:cubicBezTo>
                        <a:pt x="15298" y="17241"/>
                        <a:pt x="7996" y="21599"/>
                        <a:pt x="54" y="21600"/>
                      </a:cubicBezTo>
                      <a:cubicBezTo>
                        <a:pt x="36" y="21600"/>
                        <a:pt x="18" y="21599"/>
                        <a:pt x="0" y="21599"/>
                      </a:cubicBezTo>
                      <a:lnTo>
                        <a:pt x="54" y="0"/>
                      </a:lnTo>
                      <a:lnTo>
                        <a:pt x="19067" y="1025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55" name="Arc 38">
                  <a:extLst>
                    <a:ext uri="{FF2B5EF4-FFF2-40B4-BE49-F238E27FC236}">
                      <a16:creationId xmlns:a16="http://schemas.microsoft.com/office/drawing/2014/main" id="{C432D860-A2AF-4A09-A465-1E7BC859D4D3}"/>
                    </a:ext>
                  </a:extLst>
                </p:cNvPr>
                <p:cNvSpPr>
                  <a:spLocks/>
                </p:cNvSpPr>
                <p:nvPr/>
              </p:nvSpPr>
              <p:spPr bwMode="auto">
                <a:xfrm>
                  <a:off x="5607" y="2835"/>
                  <a:ext cx="359" cy="429"/>
                </a:xfrm>
                <a:custGeom>
                  <a:avLst/>
                  <a:gdLst>
                    <a:gd name="T0" fmla="*/ 0 w 19071"/>
                    <a:gd name="T1" fmla="*/ 0 h 21600"/>
                    <a:gd name="T2" fmla="*/ 0 w 19071"/>
                    <a:gd name="T3" fmla="*/ 0 h 21600"/>
                    <a:gd name="T4" fmla="*/ 0 w 19071"/>
                    <a:gd name="T5" fmla="*/ 0 h 21600"/>
                    <a:gd name="T6" fmla="*/ 0 60000 65536"/>
                    <a:gd name="T7" fmla="*/ 0 60000 65536"/>
                    <a:gd name="T8" fmla="*/ 0 60000 65536"/>
                    <a:gd name="T9" fmla="*/ 0 w 19071"/>
                    <a:gd name="T10" fmla="*/ 0 h 21600"/>
                    <a:gd name="T11" fmla="*/ 19071 w 19071"/>
                    <a:gd name="T12" fmla="*/ 21600 h 21600"/>
                  </a:gdLst>
                  <a:ahLst/>
                  <a:cxnLst>
                    <a:cxn ang="T6">
                      <a:pos x="T0" y="T1"/>
                    </a:cxn>
                    <a:cxn ang="T7">
                      <a:pos x="T2" y="T3"/>
                    </a:cxn>
                    <a:cxn ang="T8">
                      <a:pos x="T4" y="T5"/>
                    </a:cxn>
                  </a:cxnLst>
                  <a:rect l="T9" t="T10" r="T11" b="T12"/>
                  <a:pathLst>
                    <a:path w="19071" h="21600" fill="none" extrusionOk="0">
                      <a:moveTo>
                        <a:pt x="19070" y="10242"/>
                      </a:moveTo>
                      <a:cubicBezTo>
                        <a:pt x="15303" y="17238"/>
                        <a:pt x="7999" y="21599"/>
                        <a:pt x="54" y="21600"/>
                      </a:cubicBezTo>
                      <a:cubicBezTo>
                        <a:pt x="36" y="21600"/>
                        <a:pt x="18" y="21599"/>
                        <a:pt x="0" y="21599"/>
                      </a:cubicBezTo>
                    </a:path>
                    <a:path w="19071" h="21600" stroke="0" extrusionOk="0">
                      <a:moveTo>
                        <a:pt x="19070" y="10242"/>
                      </a:moveTo>
                      <a:cubicBezTo>
                        <a:pt x="15303" y="17238"/>
                        <a:pt x="7999" y="21599"/>
                        <a:pt x="54" y="21600"/>
                      </a:cubicBezTo>
                      <a:cubicBezTo>
                        <a:pt x="36" y="21600"/>
                        <a:pt x="18" y="21599"/>
                        <a:pt x="0" y="21599"/>
                      </a:cubicBezTo>
                      <a:lnTo>
                        <a:pt x="54" y="0"/>
                      </a:lnTo>
                      <a:lnTo>
                        <a:pt x="19070" y="10242"/>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56" name="Line 39">
                  <a:extLst>
                    <a:ext uri="{FF2B5EF4-FFF2-40B4-BE49-F238E27FC236}">
                      <a16:creationId xmlns:a16="http://schemas.microsoft.com/office/drawing/2014/main" id="{9BA3C0E0-322B-44AB-A134-470CEE50A42B}"/>
                    </a:ext>
                  </a:extLst>
                </p:cNvPr>
                <p:cNvSpPr>
                  <a:spLocks noChangeShapeType="1"/>
                </p:cNvSpPr>
                <p:nvPr/>
              </p:nvSpPr>
              <p:spPr bwMode="auto">
                <a:xfrm>
                  <a:off x="5470" y="2828"/>
                  <a:ext cx="13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7" name="Line 40">
                  <a:extLst>
                    <a:ext uri="{FF2B5EF4-FFF2-40B4-BE49-F238E27FC236}">
                      <a16:creationId xmlns:a16="http://schemas.microsoft.com/office/drawing/2014/main" id="{FF621945-EB96-427F-891C-74FC48F92F79}"/>
                    </a:ext>
                  </a:extLst>
                </p:cNvPr>
                <p:cNvSpPr>
                  <a:spLocks noChangeShapeType="1"/>
                </p:cNvSpPr>
                <p:nvPr/>
              </p:nvSpPr>
              <p:spPr bwMode="auto">
                <a:xfrm>
                  <a:off x="5470" y="3256"/>
                  <a:ext cx="137"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8" name="Line 41">
                  <a:extLst>
                    <a:ext uri="{FF2B5EF4-FFF2-40B4-BE49-F238E27FC236}">
                      <a16:creationId xmlns:a16="http://schemas.microsoft.com/office/drawing/2014/main" id="{8DCCEEC0-8376-439D-A65F-01785BB90ADD}"/>
                    </a:ext>
                  </a:extLst>
                </p:cNvPr>
                <p:cNvSpPr>
                  <a:spLocks noChangeShapeType="1"/>
                </p:cNvSpPr>
                <p:nvPr/>
              </p:nvSpPr>
              <p:spPr bwMode="auto">
                <a:xfrm>
                  <a:off x="5470" y="2828"/>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59" name="Line 42">
                  <a:extLst>
                    <a:ext uri="{FF2B5EF4-FFF2-40B4-BE49-F238E27FC236}">
                      <a16:creationId xmlns:a16="http://schemas.microsoft.com/office/drawing/2014/main" id="{35B4D2BB-321C-4A81-B8AF-75F80254011E}"/>
                    </a:ext>
                  </a:extLst>
                </p:cNvPr>
                <p:cNvSpPr>
                  <a:spLocks noChangeShapeType="1"/>
                </p:cNvSpPr>
                <p:nvPr/>
              </p:nvSpPr>
              <p:spPr bwMode="auto">
                <a:xfrm>
                  <a:off x="5485" y="2858"/>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0" name="Line 43">
                  <a:extLst>
                    <a:ext uri="{FF2B5EF4-FFF2-40B4-BE49-F238E27FC236}">
                      <a16:creationId xmlns:a16="http://schemas.microsoft.com/office/drawing/2014/main" id="{6E236575-3569-435D-8454-E7C0F58BBBBD}"/>
                    </a:ext>
                  </a:extLst>
                </p:cNvPr>
                <p:cNvSpPr>
                  <a:spLocks noChangeShapeType="1"/>
                </p:cNvSpPr>
                <p:nvPr/>
              </p:nvSpPr>
              <p:spPr bwMode="auto">
                <a:xfrm>
                  <a:off x="5500" y="2904"/>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1" name="Line 44">
                  <a:extLst>
                    <a:ext uri="{FF2B5EF4-FFF2-40B4-BE49-F238E27FC236}">
                      <a16:creationId xmlns:a16="http://schemas.microsoft.com/office/drawing/2014/main" id="{23D21665-7FBA-41D7-9BCA-C5DFB88A7432}"/>
                    </a:ext>
                  </a:extLst>
                </p:cNvPr>
                <p:cNvSpPr>
                  <a:spLocks noChangeShapeType="1"/>
                </p:cNvSpPr>
                <p:nvPr/>
              </p:nvSpPr>
              <p:spPr bwMode="auto">
                <a:xfrm>
                  <a:off x="5515" y="2950"/>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2" name="Line 45">
                  <a:extLst>
                    <a:ext uri="{FF2B5EF4-FFF2-40B4-BE49-F238E27FC236}">
                      <a16:creationId xmlns:a16="http://schemas.microsoft.com/office/drawing/2014/main" id="{7B56CA43-3571-4CE4-BBBD-F543E66AC916}"/>
                    </a:ext>
                  </a:extLst>
                </p:cNvPr>
                <p:cNvSpPr>
                  <a:spLocks noChangeShapeType="1"/>
                </p:cNvSpPr>
                <p:nvPr/>
              </p:nvSpPr>
              <p:spPr bwMode="auto">
                <a:xfrm>
                  <a:off x="5531" y="2981"/>
                  <a:ext cx="1" cy="1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3" name="Line 46">
                  <a:extLst>
                    <a:ext uri="{FF2B5EF4-FFF2-40B4-BE49-F238E27FC236}">
                      <a16:creationId xmlns:a16="http://schemas.microsoft.com/office/drawing/2014/main" id="{56B440C7-A753-401D-BD4A-5675AB41DB7E}"/>
                    </a:ext>
                  </a:extLst>
                </p:cNvPr>
                <p:cNvSpPr>
                  <a:spLocks noChangeShapeType="1"/>
                </p:cNvSpPr>
                <p:nvPr/>
              </p:nvSpPr>
              <p:spPr bwMode="auto">
                <a:xfrm>
                  <a:off x="5531" y="2996"/>
                  <a:ext cx="1"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4" name="Line 47">
                  <a:extLst>
                    <a:ext uri="{FF2B5EF4-FFF2-40B4-BE49-F238E27FC236}">
                      <a16:creationId xmlns:a16="http://schemas.microsoft.com/office/drawing/2014/main" id="{4EEAD38D-BB85-457A-B8C5-0672301BF0B3}"/>
                    </a:ext>
                  </a:extLst>
                </p:cNvPr>
                <p:cNvSpPr>
                  <a:spLocks noChangeShapeType="1"/>
                </p:cNvSpPr>
                <p:nvPr/>
              </p:nvSpPr>
              <p:spPr bwMode="auto">
                <a:xfrm>
                  <a:off x="5531" y="3026"/>
                  <a:ext cx="1"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5" name="Line 48">
                  <a:extLst>
                    <a:ext uri="{FF2B5EF4-FFF2-40B4-BE49-F238E27FC236}">
                      <a16:creationId xmlns:a16="http://schemas.microsoft.com/office/drawing/2014/main" id="{EDE94F70-932E-4E91-BD6F-E62CBB1EDC3E}"/>
                    </a:ext>
                  </a:extLst>
                </p:cNvPr>
                <p:cNvSpPr>
                  <a:spLocks noChangeShapeType="1"/>
                </p:cNvSpPr>
                <p:nvPr/>
              </p:nvSpPr>
              <p:spPr bwMode="auto">
                <a:xfrm>
                  <a:off x="5531" y="3072"/>
                  <a:ext cx="1"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6" name="Line 49">
                  <a:extLst>
                    <a:ext uri="{FF2B5EF4-FFF2-40B4-BE49-F238E27FC236}">
                      <a16:creationId xmlns:a16="http://schemas.microsoft.com/office/drawing/2014/main" id="{21720F37-E261-4B80-B00C-B8685FB3627F}"/>
                    </a:ext>
                  </a:extLst>
                </p:cNvPr>
                <p:cNvSpPr>
                  <a:spLocks noChangeShapeType="1"/>
                </p:cNvSpPr>
                <p:nvPr/>
              </p:nvSpPr>
              <p:spPr bwMode="auto">
                <a:xfrm>
                  <a:off x="5531" y="3103"/>
                  <a:ext cx="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7" name="Line 50">
                  <a:extLst>
                    <a:ext uri="{FF2B5EF4-FFF2-40B4-BE49-F238E27FC236}">
                      <a16:creationId xmlns:a16="http://schemas.microsoft.com/office/drawing/2014/main" id="{08B2F062-FFAB-4FFB-B65A-623B19B60A5D}"/>
                    </a:ext>
                  </a:extLst>
                </p:cNvPr>
                <p:cNvSpPr>
                  <a:spLocks noChangeShapeType="1"/>
                </p:cNvSpPr>
                <p:nvPr/>
              </p:nvSpPr>
              <p:spPr bwMode="auto">
                <a:xfrm flipH="1">
                  <a:off x="5515" y="3103"/>
                  <a:ext cx="16"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8" name="Line 51">
                  <a:extLst>
                    <a:ext uri="{FF2B5EF4-FFF2-40B4-BE49-F238E27FC236}">
                      <a16:creationId xmlns:a16="http://schemas.microsoft.com/office/drawing/2014/main" id="{B58E0687-04FB-4618-B888-81A6402829B8}"/>
                    </a:ext>
                  </a:extLst>
                </p:cNvPr>
                <p:cNvSpPr>
                  <a:spLocks noChangeShapeType="1"/>
                </p:cNvSpPr>
                <p:nvPr/>
              </p:nvSpPr>
              <p:spPr bwMode="auto">
                <a:xfrm flipH="1">
                  <a:off x="5500" y="3149"/>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69" name="Line 52">
                  <a:extLst>
                    <a:ext uri="{FF2B5EF4-FFF2-40B4-BE49-F238E27FC236}">
                      <a16:creationId xmlns:a16="http://schemas.microsoft.com/office/drawing/2014/main" id="{0250F4DB-8F48-4F1D-A716-BAC42F3A491C}"/>
                    </a:ext>
                  </a:extLst>
                </p:cNvPr>
                <p:cNvSpPr>
                  <a:spLocks noChangeShapeType="1"/>
                </p:cNvSpPr>
                <p:nvPr/>
              </p:nvSpPr>
              <p:spPr bwMode="auto">
                <a:xfrm flipH="1">
                  <a:off x="5485" y="3179"/>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0" name="Line 53">
                  <a:extLst>
                    <a:ext uri="{FF2B5EF4-FFF2-40B4-BE49-F238E27FC236}">
                      <a16:creationId xmlns:a16="http://schemas.microsoft.com/office/drawing/2014/main" id="{91E66C9A-7B6A-45C8-9AF6-FF413E734EAE}"/>
                    </a:ext>
                  </a:extLst>
                </p:cNvPr>
                <p:cNvSpPr>
                  <a:spLocks noChangeShapeType="1"/>
                </p:cNvSpPr>
                <p:nvPr/>
              </p:nvSpPr>
              <p:spPr bwMode="auto">
                <a:xfrm flipH="1">
                  <a:off x="5470" y="3225"/>
                  <a:ext cx="15"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1" name="Arc 54">
                  <a:extLst>
                    <a:ext uri="{FF2B5EF4-FFF2-40B4-BE49-F238E27FC236}">
                      <a16:creationId xmlns:a16="http://schemas.microsoft.com/office/drawing/2014/main" id="{CA4F03FC-1276-40AB-91FA-F89DCB629533}"/>
                    </a:ext>
                  </a:extLst>
                </p:cNvPr>
                <p:cNvSpPr>
                  <a:spLocks/>
                </p:cNvSpPr>
                <p:nvPr/>
              </p:nvSpPr>
              <p:spPr bwMode="auto">
                <a:xfrm>
                  <a:off x="5607" y="2835"/>
                  <a:ext cx="346" cy="429"/>
                </a:xfrm>
                <a:custGeom>
                  <a:avLst/>
                  <a:gdLst>
                    <a:gd name="T0" fmla="*/ 0 w 18360"/>
                    <a:gd name="T1" fmla="*/ 0 h 21600"/>
                    <a:gd name="T2" fmla="*/ 0 w 18360"/>
                    <a:gd name="T3" fmla="*/ 0 h 21600"/>
                    <a:gd name="T4" fmla="*/ 0 w 18360"/>
                    <a:gd name="T5" fmla="*/ 0 h 21600"/>
                    <a:gd name="T6" fmla="*/ 0 60000 65536"/>
                    <a:gd name="T7" fmla="*/ 0 60000 65536"/>
                    <a:gd name="T8" fmla="*/ 0 60000 65536"/>
                    <a:gd name="T9" fmla="*/ 0 w 18360"/>
                    <a:gd name="T10" fmla="*/ 0 h 21600"/>
                    <a:gd name="T11" fmla="*/ 18360 w 18360"/>
                    <a:gd name="T12" fmla="*/ 21600 h 21600"/>
                  </a:gdLst>
                  <a:ahLst/>
                  <a:cxnLst>
                    <a:cxn ang="T6">
                      <a:pos x="T0" y="T1"/>
                    </a:cxn>
                    <a:cxn ang="T7">
                      <a:pos x="T2" y="T3"/>
                    </a:cxn>
                    <a:cxn ang="T8">
                      <a:pos x="T4" y="T5"/>
                    </a:cxn>
                  </a:cxnLst>
                  <a:rect l="T9" t="T10" r="T11" b="T12"/>
                  <a:pathLst>
                    <a:path w="18360" h="21600" fill="none" extrusionOk="0">
                      <a:moveTo>
                        <a:pt x="0" y="0"/>
                      </a:moveTo>
                      <a:cubicBezTo>
                        <a:pt x="17" y="0"/>
                        <a:pt x="34" y="-1"/>
                        <a:pt x="52" y="0"/>
                      </a:cubicBezTo>
                      <a:cubicBezTo>
                        <a:pt x="7493" y="0"/>
                        <a:pt x="14411" y="3830"/>
                        <a:pt x="18359" y="10138"/>
                      </a:cubicBezTo>
                    </a:path>
                    <a:path w="18360" h="21600" stroke="0" extrusionOk="0">
                      <a:moveTo>
                        <a:pt x="0" y="0"/>
                      </a:moveTo>
                      <a:cubicBezTo>
                        <a:pt x="17" y="0"/>
                        <a:pt x="34" y="-1"/>
                        <a:pt x="52" y="0"/>
                      </a:cubicBezTo>
                      <a:cubicBezTo>
                        <a:pt x="7493" y="0"/>
                        <a:pt x="14411" y="3830"/>
                        <a:pt x="18359" y="10138"/>
                      </a:cubicBezTo>
                      <a:lnTo>
                        <a:pt x="52" y="21600"/>
                      </a:lnTo>
                      <a:lnTo>
                        <a:pt x="0" y="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72" name="Line 55">
                  <a:extLst>
                    <a:ext uri="{FF2B5EF4-FFF2-40B4-BE49-F238E27FC236}">
                      <a16:creationId xmlns:a16="http://schemas.microsoft.com/office/drawing/2014/main" id="{582D8AB2-F8CD-476A-A6A9-2E34FE7232E7}"/>
                    </a:ext>
                  </a:extLst>
                </p:cNvPr>
                <p:cNvSpPr>
                  <a:spLocks noChangeShapeType="1"/>
                </p:cNvSpPr>
                <p:nvPr/>
              </p:nvSpPr>
              <p:spPr bwMode="auto">
                <a:xfrm>
                  <a:off x="5408" y="2828"/>
                  <a:ext cx="16"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3" name="Line 56">
                  <a:extLst>
                    <a:ext uri="{FF2B5EF4-FFF2-40B4-BE49-F238E27FC236}">
                      <a16:creationId xmlns:a16="http://schemas.microsoft.com/office/drawing/2014/main" id="{5CBC7B12-3B38-41D4-B1C3-E2B71F6AD336}"/>
                    </a:ext>
                  </a:extLst>
                </p:cNvPr>
                <p:cNvSpPr>
                  <a:spLocks noChangeShapeType="1"/>
                </p:cNvSpPr>
                <p:nvPr/>
              </p:nvSpPr>
              <p:spPr bwMode="auto">
                <a:xfrm>
                  <a:off x="5424" y="2858"/>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4" name="Line 57">
                  <a:extLst>
                    <a:ext uri="{FF2B5EF4-FFF2-40B4-BE49-F238E27FC236}">
                      <a16:creationId xmlns:a16="http://schemas.microsoft.com/office/drawing/2014/main" id="{5CAC77D2-D4CB-448A-A8E0-E973CBFA6263}"/>
                    </a:ext>
                  </a:extLst>
                </p:cNvPr>
                <p:cNvSpPr>
                  <a:spLocks noChangeShapeType="1"/>
                </p:cNvSpPr>
                <p:nvPr/>
              </p:nvSpPr>
              <p:spPr bwMode="auto">
                <a:xfrm>
                  <a:off x="5439" y="2904"/>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5" name="Line 58">
                  <a:extLst>
                    <a:ext uri="{FF2B5EF4-FFF2-40B4-BE49-F238E27FC236}">
                      <a16:creationId xmlns:a16="http://schemas.microsoft.com/office/drawing/2014/main" id="{289421A1-A725-4512-B503-F1F393615F42}"/>
                    </a:ext>
                  </a:extLst>
                </p:cNvPr>
                <p:cNvSpPr>
                  <a:spLocks noChangeShapeType="1"/>
                </p:cNvSpPr>
                <p:nvPr/>
              </p:nvSpPr>
              <p:spPr bwMode="auto">
                <a:xfrm>
                  <a:off x="5454" y="2950"/>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6" name="Line 59">
                  <a:extLst>
                    <a:ext uri="{FF2B5EF4-FFF2-40B4-BE49-F238E27FC236}">
                      <a16:creationId xmlns:a16="http://schemas.microsoft.com/office/drawing/2014/main" id="{75CFC9B1-D690-415A-A3FC-E0984B28B7A5}"/>
                    </a:ext>
                  </a:extLst>
                </p:cNvPr>
                <p:cNvSpPr>
                  <a:spLocks noChangeShapeType="1"/>
                </p:cNvSpPr>
                <p:nvPr/>
              </p:nvSpPr>
              <p:spPr bwMode="auto">
                <a:xfrm>
                  <a:off x="5470" y="2981"/>
                  <a:ext cx="1" cy="1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7" name="Line 60">
                  <a:extLst>
                    <a:ext uri="{FF2B5EF4-FFF2-40B4-BE49-F238E27FC236}">
                      <a16:creationId xmlns:a16="http://schemas.microsoft.com/office/drawing/2014/main" id="{D952431D-0A13-4734-8F31-B4873E927DF6}"/>
                    </a:ext>
                  </a:extLst>
                </p:cNvPr>
                <p:cNvSpPr>
                  <a:spLocks noChangeShapeType="1"/>
                </p:cNvSpPr>
                <p:nvPr/>
              </p:nvSpPr>
              <p:spPr bwMode="auto">
                <a:xfrm>
                  <a:off x="5470" y="2996"/>
                  <a:ext cx="1"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8" name="Line 61">
                  <a:extLst>
                    <a:ext uri="{FF2B5EF4-FFF2-40B4-BE49-F238E27FC236}">
                      <a16:creationId xmlns:a16="http://schemas.microsoft.com/office/drawing/2014/main" id="{96DCF19A-50C0-49FD-91BF-A056B35C1ADD}"/>
                    </a:ext>
                  </a:extLst>
                </p:cNvPr>
                <p:cNvSpPr>
                  <a:spLocks noChangeShapeType="1"/>
                </p:cNvSpPr>
                <p:nvPr/>
              </p:nvSpPr>
              <p:spPr bwMode="auto">
                <a:xfrm>
                  <a:off x="5470" y="3026"/>
                  <a:ext cx="1"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79" name="Line 62">
                  <a:extLst>
                    <a:ext uri="{FF2B5EF4-FFF2-40B4-BE49-F238E27FC236}">
                      <a16:creationId xmlns:a16="http://schemas.microsoft.com/office/drawing/2014/main" id="{D95D983E-BA7D-4EBB-B67D-0E0C2AD911E9}"/>
                    </a:ext>
                  </a:extLst>
                </p:cNvPr>
                <p:cNvSpPr>
                  <a:spLocks noChangeShapeType="1"/>
                </p:cNvSpPr>
                <p:nvPr/>
              </p:nvSpPr>
              <p:spPr bwMode="auto">
                <a:xfrm>
                  <a:off x="5470" y="3072"/>
                  <a:ext cx="1"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0" name="Line 63">
                  <a:extLst>
                    <a:ext uri="{FF2B5EF4-FFF2-40B4-BE49-F238E27FC236}">
                      <a16:creationId xmlns:a16="http://schemas.microsoft.com/office/drawing/2014/main" id="{221D3077-29E8-49BE-9A95-47B8CA85C508}"/>
                    </a:ext>
                  </a:extLst>
                </p:cNvPr>
                <p:cNvSpPr>
                  <a:spLocks noChangeShapeType="1"/>
                </p:cNvSpPr>
                <p:nvPr/>
              </p:nvSpPr>
              <p:spPr bwMode="auto">
                <a:xfrm>
                  <a:off x="5470" y="3103"/>
                  <a:ext cx="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1" name="Line 64">
                  <a:extLst>
                    <a:ext uri="{FF2B5EF4-FFF2-40B4-BE49-F238E27FC236}">
                      <a16:creationId xmlns:a16="http://schemas.microsoft.com/office/drawing/2014/main" id="{AD2DCD75-D10D-4712-8FFB-3F051AC422F0}"/>
                    </a:ext>
                  </a:extLst>
                </p:cNvPr>
                <p:cNvSpPr>
                  <a:spLocks noChangeShapeType="1"/>
                </p:cNvSpPr>
                <p:nvPr/>
              </p:nvSpPr>
              <p:spPr bwMode="auto">
                <a:xfrm flipH="1">
                  <a:off x="5454" y="3103"/>
                  <a:ext cx="16"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2" name="Line 65">
                  <a:extLst>
                    <a:ext uri="{FF2B5EF4-FFF2-40B4-BE49-F238E27FC236}">
                      <a16:creationId xmlns:a16="http://schemas.microsoft.com/office/drawing/2014/main" id="{6BF99F36-D409-441E-A3A6-86C24983847D}"/>
                    </a:ext>
                  </a:extLst>
                </p:cNvPr>
                <p:cNvSpPr>
                  <a:spLocks noChangeShapeType="1"/>
                </p:cNvSpPr>
                <p:nvPr/>
              </p:nvSpPr>
              <p:spPr bwMode="auto">
                <a:xfrm flipH="1">
                  <a:off x="5439" y="3149"/>
                  <a:ext cx="15" cy="30"/>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3" name="Line 66">
                  <a:extLst>
                    <a:ext uri="{FF2B5EF4-FFF2-40B4-BE49-F238E27FC236}">
                      <a16:creationId xmlns:a16="http://schemas.microsoft.com/office/drawing/2014/main" id="{7CF10241-0A31-4005-AB40-EEACC70C37C3}"/>
                    </a:ext>
                  </a:extLst>
                </p:cNvPr>
                <p:cNvSpPr>
                  <a:spLocks noChangeShapeType="1"/>
                </p:cNvSpPr>
                <p:nvPr/>
              </p:nvSpPr>
              <p:spPr bwMode="auto">
                <a:xfrm flipH="1">
                  <a:off x="5424" y="3179"/>
                  <a:ext cx="15" cy="46"/>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4" name="Line 67">
                  <a:extLst>
                    <a:ext uri="{FF2B5EF4-FFF2-40B4-BE49-F238E27FC236}">
                      <a16:creationId xmlns:a16="http://schemas.microsoft.com/office/drawing/2014/main" id="{9D2F525B-E0C7-4D22-A7A3-452854799F67}"/>
                    </a:ext>
                  </a:extLst>
                </p:cNvPr>
                <p:cNvSpPr>
                  <a:spLocks noChangeShapeType="1"/>
                </p:cNvSpPr>
                <p:nvPr/>
              </p:nvSpPr>
              <p:spPr bwMode="auto">
                <a:xfrm flipH="1">
                  <a:off x="5408" y="3225"/>
                  <a:ext cx="16" cy="3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5" name="Rectangle 68">
                  <a:extLst>
                    <a:ext uri="{FF2B5EF4-FFF2-40B4-BE49-F238E27FC236}">
                      <a16:creationId xmlns:a16="http://schemas.microsoft.com/office/drawing/2014/main" id="{7DBB4F80-DC69-43F6-8DF1-D5FBAE92DB4F}"/>
                    </a:ext>
                  </a:extLst>
                </p:cNvPr>
                <p:cNvSpPr>
                  <a:spLocks noChangeArrowheads="1"/>
                </p:cNvSpPr>
                <p:nvPr/>
              </p:nvSpPr>
              <p:spPr bwMode="auto">
                <a:xfrm>
                  <a:off x="5454" y="3608"/>
                  <a:ext cx="245" cy="428"/>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586" name="Line 69">
                  <a:extLst>
                    <a:ext uri="{FF2B5EF4-FFF2-40B4-BE49-F238E27FC236}">
                      <a16:creationId xmlns:a16="http://schemas.microsoft.com/office/drawing/2014/main" id="{3FE9A400-159E-4E73-82F4-D934A1CD91DE}"/>
                    </a:ext>
                  </a:extLst>
                </p:cNvPr>
                <p:cNvSpPr>
                  <a:spLocks noChangeShapeType="1"/>
                </p:cNvSpPr>
                <p:nvPr/>
              </p:nvSpPr>
              <p:spPr bwMode="auto">
                <a:xfrm flipH="1">
                  <a:off x="5454" y="3608"/>
                  <a:ext cx="24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7" name="Line 70">
                  <a:extLst>
                    <a:ext uri="{FF2B5EF4-FFF2-40B4-BE49-F238E27FC236}">
                      <a16:creationId xmlns:a16="http://schemas.microsoft.com/office/drawing/2014/main" id="{52FD4D56-D71F-4B8C-AEDB-2C493AEF324E}"/>
                    </a:ext>
                  </a:extLst>
                </p:cNvPr>
                <p:cNvSpPr>
                  <a:spLocks noChangeShapeType="1"/>
                </p:cNvSpPr>
                <p:nvPr/>
              </p:nvSpPr>
              <p:spPr bwMode="auto">
                <a:xfrm>
                  <a:off x="5454" y="3608"/>
                  <a:ext cx="1" cy="428"/>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8" name="Line 71">
                  <a:extLst>
                    <a:ext uri="{FF2B5EF4-FFF2-40B4-BE49-F238E27FC236}">
                      <a16:creationId xmlns:a16="http://schemas.microsoft.com/office/drawing/2014/main" id="{772F04ED-8E22-4D56-A596-A1803D91BFFA}"/>
                    </a:ext>
                  </a:extLst>
                </p:cNvPr>
                <p:cNvSpPr>
                  <a:spLocks noChangeShapeType="1"/>
                </p:cNvSpPr>
                <p:nvPr/>
              </p:nvSpPr>
              <p:spPr bwMode="auto">
                <a:xfrm>
                  <a:off x="5454" y="4036"/>
                  <a:ext cx="24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89" name="Arc 72">
                  <a:extLst>
                    <a:ext uri="{FF2B5EF4-FFF2-40B4-BE49-F238E27FC236}">
                      <a16:creationId xmlns:a16="http://schemas.microsoft.com/office/drawing/2014/main" id="{889E2ECC-CF6F-4451-B683-B8662DA1B26D}"/>
                    </a:ext>
                  </a:extLst>
                </p:cNvPr>
                <p:cNvSpPr>
                  <a:spLocks/>
                </p:cNvSpPr>
                <p:nvPr/>
              </p:nvSpPr>
              <p:spPr bwMode="auto">
                <a:xfrm>
                  <a:off x="5698" y="3608"/>
                  <a:ext cx="261" cy="444"/>
                </a:xfrm>
                <a:custGeom>
                  <a:avLst/>
                  <a:gdLst>
                    <a:gd name="T0" fmla="*/ 0 w 22337"/>
                    <a:gd name="T1" fmla="*/ 0 h 43200"/>
                    <a:gd name="T2" fmla="*/ 0 w 22337"/>
                    <a:gd name="T3" fmla="*/ 0 h 43200"/>
                    <a:gd name="T4" fmla="*/ 0 w 22337"/>
                    <a:gd name="T5" fmla="*/ 0 h 43200"/>
                    <a:gd name="T6" fmla="*/ 0 60000 65536"/>
                    <a:gd name="T7" fmla="*/ 0 60000 65536"/>
                    <a:gd name="T8" fmla="*/ 0 60000 65536"/>
                    <a:gd name="T9" fmla="*/ 0 w 22337"/>
                    <a:gd name="T10" fmla="*/ 0 h 43200"/>
                    <a:gd name="T11" fmla="*/ 22337 w 22337"/>
                    <a:gd name="T12" fmla="*/ 43200 h 43200"/>
                  </a:gdLst>
                  <a:ahLst/>
                  <a:cxnLst>
                    <a:cxn ang="T6">
                      <a:pos x="T0" y="T1"/>
                    </a:cxn>
                    <a:cxn ang="T7">
                      <a:pos x="T2" y="T3"/>
                    </a:cxn>
                    <a:cxn ang="T8">
                      <a:pos x="T4" y="T5"/>
                    </a:cxn>
                  </a:cxnLst>
                  <a:rect l="T9" t="T10" r="T11" b="T12"/>
                  <a:pathLst>
                    <a:path w="22337" h="43200" fill="none" extrusionOk="0">
                      <a:moveTo>
                        <a:pt x="52" y="10"/>
                      </a:moveTo>
                      <a:cubicBezTo>
                        <a:pt x="280" y="3"/>
                        <a:pt x="508" y="-1"/>
                        <a:pt x="737" y="0"/>
                      </a:cubicBezTo>
                      <a:cubicBezTo>
                        <a:pt x="12666" y="0"/>
                        <a:pt x="22337" y="9670"/>
                        <a:pt x="22337" y="21600"/>
                      </a:cubicBezTo>
                      <a:cubicBezTo>
                        <a:pt x="22337" y="33529"/>
                        <a:pt x="12666" y="43200"/>
                        <a:pt x="737" y="43200"/>
                      </a:cubicBezTo>
                      <a:cubicBezTo>
                        <a:pt x="491" y="43200"/>
                        <a:pt x="245" y="43195"/>
                        <a:pt x="-1" y="43187"/>
                      </a:cubicBezTo>
                    </a:path>
                    <a:path w="22337" h="43200" stroke="0" extrusionOk="0">
                      <a:moveTo>
                        <a:pt x="52" y="10"/>
                      </a:moveTo>
                      <a:cubicBezTo>
                        <a:pt x="280" y="3"/>
                        <a:pt x="508" y="-1"/>
                        <a:pt x="737" y="0"/>
                      </a:cubicBezTo>
                      <a:cubicBezTo>
                        <a:pt x="12666" y="0"/>
                        <a:pt x="22337" y="9670"/>
                        <a:pt x="22337" y="21600"/>
                      </a:cubicBezTo>
                      <a:cubicBezTo>
                        <a:pt x="22337" y="33529"/>
                        <a:pt x="12666" y="43200"/>
                        <a:pt x="737" y="43200"/>
                      </a:cubicBezTo>
                      <a:cubicBezTo>
                        <a:pt x="491" y="43200"/>
                        <a:pt x="245" y="43195"/>
                        <a:pt x="-1" y="43187"/>
                      </a:cubicBezTo>
                      <a:lnTo>
                        <a:pt x="737" y="21600"/>
                      </a:lnTo>
                      <a:lnTo>
                        <a:pt x="52" y="1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7590" name="Arc 73">
                  <a:extLst>
                    <a:ext uri="{FF2B5EF4-FFF2-40B4-BE49-F238E27FC236}">
                      <a16:creationId xmlns:a16="http://schemas.microsoft.com/office/drawing/2014/main" id="{8A039F5C-B85F-4FFD-AADA-E4A53CCBF623}"/>
                    </a:ext>
                  </a:extLst>
                </p:cNvPr>
                <p:cNvSpPr>
                  <a:spLocks/>
                </p:cNvSpPr>
                <p:nvPr/>
              </p:nvSpPr>
              <p:spPr bwMode="auto">
                <a:xfrm>
                  <a:off x="5699" y="3615"/>
                  <a:ext cx="254" cy="430"/>
                </a:xfrm>
                <a:custGeom>
                  <a:avLst/>
                  <a:gdLst>
                    <a:gd name="T0" fmla="*/ 0 w 22334"/>
                    <a:gd name="T1" fmla="*/ 0 h 43200"/>
                    <a:gd name="T2" fmla="*/ 0 w 22334"/>
                    <a:gd name="T3" fmla="*/ 0 h 43200"/>
                    <a:gd name="T4" fmla="*/ 0 w 22334"/>
                    <a:gd name="T5" fmla="*/ 0 h 43200"/>
                    <a:gd name="T6" fmla="*/ 0 60000 65536"/>
                    <a:gd name="T7" fmla="*/ 0 60000 65536"/>
                    <a:gd name="T8" fmla="*/ 0 60000 65536"/>
                    <a:gd name="T9" fmla="*/ 0 w 22334"/>
                    <a:gd name="T10" fmla="*/ 0 h 43200"/>
                    <a:gd name="T11" fmla="*/ 22334 w 22334"/>
                    <a:gd name="T12" fmla="*/ 43200 h 43200"/>
                  </a:gdLst>
                  <a:ahLst/>
                  <a:cxnLst>
                    <a:cxn ang="T6">
                      <a:pos x="T0" y="T1"/>
                    </a:cxn>
                    <a:cxn ang="T7">
                      <a:pos x="T2" y="T3"/>
                    </a:cxn>
                    <a:cxn ang="T8">
                      <a:pos x="T4" y="T5"/>
                    </a:cxn>
                  </a:cxnLst>
                  <a:rect l="T9" t="T10" r="T11" b="T12"/>
                  <a:pathLst>
                    <a:path w="22334" h="43200" fill="none" extrusionOk="0">
                      <a:moveTo>
                        <a:pt x="52" y="10"/>
                      </a:moveTo>
                      <a:cubicBezTo>
                        <a:pt x="279" y="3"/>
                        <a:pt x="506" y="-1"/>
                        <a:pt x="734" y="0"/>
                      </a:cubicBezTo>
                      <a:cubicBezTo>
                        <a:pt x="12663" y="0"/>
                        <a:pt x="22334" y="9670"/>
                        <a:pt x="22334" y="21600"/>
                      </a:cubicBezTo>
                      <a:cubicBezTo>
                        <a:pt x="22334" y="33529"/>
                        <a:pt x="12663" y="43200"/>
                        <a:pt x="734" y="43200"/>
                      </a:cubicBezTo>
                      <a:cubicBezTo>
                        <a:pt x="489" y="43200"/>
                        <a:pt x="244" y="43195"/>
                        <a:pt x="0" y="43187"/>
                      </a:cubicBezTo>
                    </a:path>
                    <a:path w="22334" h="43200" stroke="0" extrusionOk="0">
                      <a:moveTo>
                        <a:pt x="52" y="10"/>
                      </a:moveTo>
                      <a:cubicBezTo>
                        <a:pt x="279" y="3"/>
                        <a:pt x="506" y="-1"/>
                        <a:pt x="734" y="0"/>
                      </a:cubicBezTo>
                      <a:cubicBezTo>
                        <a:pt x="12663" y="0"/>
                        <a:pt x="22334" y="9670"/>
                        <a:pt x="22334" y="21600"/>
                      </a:cubicBezTo>
                      <a:cubicBezTo>
                        <a:pt x="22334" y="33529"/>
                        <a:pt x="12663" y="43200"/>
                        <a:pt x="734" y="43200"/>
                      </a:cubicBezTo>
                      <a:cubicBezTo>
                        <a:pt x="489" y="43200"/>
                        <a:pt x="244" y="43195"/>
                        <a:pt x="0" y="43187"/>
                      </a:cubicBezTo>
                      <a:lnTo>
                        <a:pt x="734" y="21600"/>
                      </a:lnTo>
                      <a:lnTo>
                        <a:pt x="52" y="10"/>
                      </a:lnTo>
                      <a:close/>
                    </a:path>
                  </a:pathLst>
                </a:custGeom>
                <a:noFill/>
                <a:ln w="238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7591" name="Line 74">
                  <a:extLst>
                    <a:ext uri="{FF2B5EF4-FFF2-40B4-BE49-F238E27FC236}">
                      <a16:creationId xmlns:a16="http://schemas.microsoft.com/office/drawing/2014/main" id="{EE45BDF0-040C-4D09-8B0A-FAE26A782A47}"/>
                    </a:ext>
                  </a:extLst>
                </p:cNvPr>
                <p:cNvSpPr>
                  <a:spLocks noChangeShapeType="1"/>
                </p:cNvSpPr>
                <p:nvPr/>
              </p:nvSpPr>
              <p:spPr bwMode="auto">
                <a:xfrm flipH="1">
                  <a:off x="5240" y="3700"/>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2" name="Line 75">
                  <a:extLst>
                    <a:ext uri="{FF2B5EF4-FFF2-40B4-BE49-F238E27FC236}">
                      <a16:creationId xmlns:a16="http://schemas.microsoft.com/office/drawing/2014/main" id="{D67B4D06-12D6-4156-9DE6-FBAA6B8A7EFD}"/>
                    </a:ext>
                  </a:extLst>
                </p:cNvPr>
                <p:cNvSpPr>
                  <a:spLocks noChangeShapeType="1"/>
                </p:cNvSpPr>
                <p:nvPr/>
              </p:nvSpPr>
              <p:spPr bwMode="auto">
                <a:xfrm flipH="1">
                  <a:off x="5240" y="3944"/>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3" name="Line 76">
                  <a:extLst>
                    <a:ext uri="{FF2B5EF4-FFF2-40B4-BE49-F238E27FC236}">
                      <a16:creationId xmlns:a16="http://schemas.microsoft.com/office/drawing/2014/main" id="{A0045055-9097-45BC-9135-BD8FA083E2D1}"/>
                    </a:ext>
                  </a:extLst>
                </p:cNvPr>
                <p:cNvSpPr>
                  <a:spLocks noChangeShapeType="1"/>
                </p:cNvSpPr>
                <p:nvPr/>
              </p:nvSpPr>
              <p:spPr bwMode="auto">
                <a:xfrm flipH="1">
                  <a:off x="5944" y="3822"/>
                  <a:ext cx="214"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4" name="Rectangle 77">
                  <a:extLst>
                    <a:ext uri="{FF2B5EF4-FFF2-40B4-BE49-F238E27FC236}">
                      <a16:creationId xmlns:a16="http://schemas.microsoft.com/office/drawing/2014/main" id="{ACFDC0A7-A43F-48E3-9A3B-48BA975F64B4}"/>
                    </a:ext>
                  </a:extLst>
                </p:cNvPr>
                <p:cNvSpPr>
                  <a:spLocks noChangeArrowheads="1"/>
                </p:cNvSpPr>
                <p:nvPr/>
              </p:nvSpPr>
              <p:spPr bwMode="auto">
                <a:xfrm>
                  <a:off x="4582" y="2797"/>
                  <a:ext cx="16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A </a:t>
                  </a:r>
                  <a:endParaRPr lang="en-US" altLang="en-US">
                    <a:latin typeface="Arial" panose="020B0604020202020204" pitchFamily="34" charset="0"/>
                  </a:endParaRPr>
                </a:p>
              </p:txBody>
            </p:sp>
            <p:sp>
              <p:nvSpPr>
                <p:cNvPr id="107595" name="Rectangle 79">
                  <a:extLst>
                    <a:ext uri="{FF2B5EF4-FFF2-40B4-BE49-F238E27FC236}">
                      <a16:creationId xmlns:a16="http://schemas.microsoft.com/office/drawing/2014/main" id="{9E5FB660-F7C0-472B-B20F-A199A73F8206}"/>
                    </a:ext>
                  </a:extLst>
                </p:cNvPr>
                <p:cNvSpPr>
                  <a:spLocks noChangeArrowheads="1"/>
                </p:cNvSpPr>
                <p:nvPr/>
              </p:nvSpPr>
              <p:spPr bwMode="auto">
                <a:xfrm>
                  <a:off x="4582" y="3042"/>
                  <a:ext cx="17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B </a:t>
                  </a:r>
                  <a:endParaRPr lang="en-US" altLang="en-US">
                    <a:latin typeface="Arial" panose="020B0604020202020204" pitchFamily="34" charset="0"/>
                  </a:endParaRPr>
                </a:p>
              </p:txBody>
            </p:sp>
            <p:sp>
              <p:nvSpPr>
                <p:cNvPr id="107596" name="Rectangle 81">
                  <a:extLst>
                    <a:ext uri="{FF2B5EF4-FFF2-40B4-BE49-F238E27FC236}">
                      <a16:creationId xmlns:a16="http://schemas.microsoft.com/office/drawing/2014/main" id="{E7518515-97F4-402A-8803-F83A981346A3}"/>
                    </a:ext>
                  </a:extLst>
                </p:cNvPr>
                <p:cNvSpPr>
                  <a:spLocks noChangeArrowheads="1"/>
                </p:cNvSpPr>
                <p:nvPr/>
              </p:nvSpPr>
              <p:spPr bwMode="auto">
                <a:xfrm>
                  <a:off x="6034" y="2826"/>
                  <a:ext cx="18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D </a:t>
                  </a:r>
                  <a:endParaRPr lang="en-US" altLang="en-US">
                    <a:latin typeface="Arial" panose="020B0604020202020204" pitchFamily="34" charset="0"/>
                  </a:endParaRPr>
                </a:p>
              </p:txBody>
            </p:sp>
            <p:sp>
              <p:nvSpPr>
                <p:cNvPr id="107597" name="Rectangle 83">
                  <a:extLst>
                    <a:ext uri="{FF2B5EF4-FFF2-40B4-BE49-F238E27FC236}">
                      <a16:creationId xmlns:a16="http://schemas.microsoft.com/office/drawing/2014/main" id="{B0CAD773-B89D-482C-9549-AC60C6E06A00}"/>
                    </a:ext>
                  </a:extLst>
                </p:cNvPr>
                <p:cNvSpPr>
                  <a:spLocks noChangeArrowheads="1"/>
                </p:cNvSpPr>
                <p:nvPr/>
              </p:nvSpPr>
              <p:spPr bwMode="auto">
                <a:xfrm>
                  <a:off x="6012" y="3546"/>
                  <a:ext cx="2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C</a:t>
                  </a:r>
                  <a:r>
                    <a:rPr lang="en-US" altLang="en-US" sz="2300" baseline="-25000">
                      <a:solidFill>
                        <a:srgbClr val="000000"/>
                      </a:solidFill>
                      <a:latin typeface="Helv"/>
                    </a:rPr>
                    <a:t>1</a:t>
                  </a:r>
                  <a:endParaRPr lang="en-US" altLang="en-US">
                    <a:latin typeface="Arial" panose="020B0604020202020204" pitchFamily="34" charset="0"/>
                  </a:endParaRPr>
                </a:p>
              </p:txBody>
            </p:sp>
            <p:sp>
              <p:nvSpPr>
                <p:cNvPr id="107598" name="Line 85">
                  <a:extLst>
                    <a:ext uri="{FF2B5EF4-FFF2-40B4-BE49-F238E27FC236}">
                      <a16:creationId xmlns:a16="http://schemas.microsoft.com/office/drawing/2014/main" id="{FF153B5F-62ED-469D-A0B0-885172B30FCD}"/>
                    </a:ext>
                  </a:extLst>
                </p:cNvPr>
                <p:cNvSpPr>
                  <a:spLocks noChangeShapeType="1"/>
                </p:cNvSpPr>
                <p:nvPr/>
              </p:nvSpPr>
              <p:spPr bwMode="auto">
                <a:xfrm flipH="1">
                  <a:off x="4796" y="2919"/>
                  <a:ext cx="520"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599" name="Line 86">
                  <a:extLst>
                    <a:ext uri="{FF2B5EF4-FFF2-40B4-BE49-F238E27FC236}">
                      <a16:creationId xmlns:a16="http://schemas.microsoft.com/office/drawing/2014/main" id="{A39175E3-3027-4495-AA48-A8CBC69AE517}"/>
                    </a:ext>
                  </a:extLst>
                </p:cNvPr>
                <p:cNvSpPr>
                  <a:spLocks noChangeShapeType="1"/>
                </p:cNvSpPr>
                <p:nvPr/>
              </p:nvSpPr>
              <p:spPr bwMode="auto">
                <a:xfrm flipH="1">
                  <a:off x="4811" y="3164"/>
                  <a:ext cx="521"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0" name="Line 87">
                  <a:extLst>
                    <a:ext uri="{FF2B5EF4-FFF2-40B4-BE49-F238E27FC236}">
                      <a16:creationId xmlns:a16="http://schemas.microsoft.com/office/drawing/2014/main" id="{FFFDCEEE-CF78-445A-8BE2-5E435BA5FC60}"/>
                    </a:ext>
                  </a:extLst>
                </p:cNvPr>
                <p:cNvSpPr>
                  <a:spLocks noChangeShapeType="1"/>
                </p:cNvSpPr>
                <p:nvPr/>
              </p:nvSpPr>
              <p:spPr bwMode="auto">
                <a:xfrm>
                  <a:off x="4980" y="3179"/>
                  <a:ext cx="1" cy="76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1" name="Line 88">
                  <a:extLst>
                    <a:ext uri="{FF2B5EF4-FFF2-40B4-BE49-F238E27FC236}">
                      <a16:creationId xmlns:a16="http://schemas.microsoft.com/office/drawing/2014/main" id="{0CCB0125-6F68-4812-B166-9EA22419594D}"/>
                    </a:ext>
                  </a:extLst>
                </p:cNvPr>
                <p:cNvSpPr>
                  <a:spLocks noChangeShapeType="1"/>
                </p:cNvSpPr>
                <p:nvPr/>
              </p:nvSpPr>
              <p:spPr bwMode="auto">
                <a:xfrm flipH="1">
                  <a:off x="4980" y="3944"/>
                  <a:ext cx="275"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2" name="Line 89">
                  <a:extLst>
                    <a:ext uri="{FF2B5EF4-FFF2-40B4-BE49-F238E27FC236}">
                      <a16:creationId xmlns:a16="http://schemas.microsoft.com/office/drawing/2014/main" id="{9DEF363D-EB2E-42F9-8BEC-16AB2F6588E9}"/>
                    </a:ext>
                  </a:extLst>
                </p:cNvPr>
                <p:cNvSpPr>
                  <a:spLocks noChangeShapeType="1"/>
                </p:cNvSpPr>
                <p:nvPr/>
              </p:nvSpPr>
              <p:spPr bwMode="auto">
                <a:xfrm flipV="1">
                  <a:off x="5225" y="2935"/>
                  <a:ext cx="1" cy="765"/>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603" name="Oval 90">
                  <a:extLst>
                    <a:ext uri="{FF2B5EF4-FFF2-40B4-BE49-F238E27FC236}">
                      <a16:creationId xmlns:a16="http://schemas.microsoft.com/office/drawing/2014/main" id="{7FEB3959-3F01-42F0-80CA-F55D923F2863}"/>
                    </a:ext>
                  </a:extLst>
                </p:cNvPr>
                <p:cNvSpPr>
                  <a:spLocks noChangeArrowheads="1"/>
                </p:cNvSpPr>
                <p:nvPr/>
              </p:nvSpPr>
              <p:spPr bwMode="auto">
                <a:xfrm>
                  <a:off x="4956" y="3156"/>
                  <a:ext cx="63" cy="62"/>
                </a:xfrm>
                <a:prstGeom prst="ellipse">
                  <a:avLst/>
                </a:prstGeom>
                <a:solidFill>
                  <a:srgbClr val="000000"/>
                </a:solid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604" name="Oval 91">
                  <a:extLst>
                    <a:ext uri="{FF2B5EF4-FFF2-40B4-BE49-F238E27FC236}">
                      <a16:creationId xmlns:a16="http://schemas.microsoft.com/office/drawing/2014/main" id="{259D097A-755B-4F61-8D52-B68D8F7A3DA3}"/>
                    </a:ext>
                  </a:extLst>
                </p:cNvPr>
                <p:cNvSpPr>
                  <a:spLocks noChangeArrowheads="1"/>
                </p:cNvSpPr>
                <p:nvPr/>
              </p:nvSpPr>
              <p:spPr bwMode="auto">
                <a:xfrm>
                  <a:off x="5201" y="2911"/>
                  <a:ext cx="63" cy="47"/>
                </a:xfrm>
                <a:prstGeom prst="ellipse">
                  <a:avLst/>
                </a:prstGeom>
                <a:solidFill>
                  <a:srgbClr val="000000"/>
                </a:solid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07605" name="Oval 92">
                  <a:extLst>
                    <a:ext uri="{FF2B5EF4-FFF2-40B4-BE49-F238E27FC236}">
                      <a16:creationId xmlns:a16="http://schemas.microsoft.com/office/drawing/2014/main" id="{F70D6D64-2E10-4A9F-A269-24871FF1C881}"/>
                    </a:ext>
                  </a:extLst>
                </p:cNvPr>
                <p:cNvSpPr>
                  <a:spLocks noChangeArrowheads="1"/>
                </p:cNvSpPr>
                <p:nvPr/>
              </p:nvSpPr>
              <p:spPr bwMode="auto">
                <a:xfrm>
                  <a:off x="5385" y="3676"/>
                  <a:ext cx="62" cy="63"/>
                </a:xfrm>
                <a:prstGeom prst="ellipse">
                  <a:avLst/>
                </a:prstGeom>
                <a:blipFill dpi="0" rotWithShape="0">
                  <a:blip r:embed="rId2"/>
                  <a:srcRect/>
                  <a:tile tx="0" ty="0" sx="100000" sy="100000" flip="none" algn="tl"/>
                </a:blipFill>
                <a:ln w="23813">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grpSp>
        <p:sp>
          <p:nvSpPr>
            <p:cNvPr id="107533" name="Rectangle 204">
              <a:extLst>
                <a:ext uri="{FF2B5EF4-FFF2-40B4-BE49-F238E27FC236}">
                  <a16:creationId xmlns:a16="http://schemas.microsoft.com/office/drawing/2014/main" id="{38A6CB28-394B-4DFB-950F-BBDC987269AA}"/>
                </a:ext>
              </a:extLst>
            </p:cNvPr>
            <p:cNvSpPr>
              <a:spLocks noChangeArrowheads="1"/>
            </p:cNvSpPr>
            <p:nvPr/>
          </p:nvSpPr>
          <p:spPr bwMode="auto">
            <a:xfrm>
              <a:off x="7453255" y="975692"/>
              <a:ext cx="1614545"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D</a:t>
              </a:r>
              <a:r>
                <a:rPr lang="en-US" altLang="en-US" sz="1800" b="1" baseline="-25000">
                  <a:latin typeface="Courier New" panose="02070309020205020404" pitchFamily="49" charset="0"/>
                </a:rPr>
                <a:t> </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 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sp>
          <p:nvSpPr>
            <p:cNvPr id="107534" name="Rectangle 5">
              <a:extLst>
                <a:ext uri="{FF2B5EF4-FFF2-40B4-BE49-F238E27FC236}">
                  <a16:creationId xmlns:a16="http://schemas.microsoft.com/office/drawing/2014/main" id="{C2402F36-591D-4D7A-B4DD-22A84109CD62}"/>
                </a:ext>
              </a:extLst>
            </p:cNvPr>
            <p:cNvSpPr>
              <a:spLocks noChangeArrowheads="1"/>
            </p:cNvSpPr>
            <p:nvPr/>
          </p:nvSpPr>
          <p:spPr bwMode="auto">
            <a:xfrm>
              <a:off x="8229600" y="1005679"/>
              <a:ext cx="381000" cy="3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7535" name="Rectangle 206">
              <a:extLst>
                <a:ext uri="{FF2B5EF4-FFF2-40B4-BE49-F238E27FC236}">
                  <a16:creationId xmlns:a16="http://schemas.microsoft.com/office/drawing/2014/main" id="{1B349819-CF4F-4D22-A041-80427C28DC31}"/>
                </a:ext>
              </a:extLst>
            </p:cNvPr>
            <p:cNvSpPr>
              <a:spLocks noChangeArrowheads="1"/>
            </p:cNvSpPr>
            <p:nvPr/>
          </p:nvSpPr>
          <p:spPr bwMode="auto">
            <a:xfrm>
              <a:off x="7467600" y="2195166"/>
              <a:ext cx="1521570"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C</a:t>
              </a:r>
              <a:r>
                <a:rPr lang="en-US" altLang="en-US" sz="1800" b="1" baseline="-25000">
                  <a:latin typeface="Courier New" panose="02070309020205020404" pitchFamily="49" charset="0"/>
                </a:rPr>
                <a:t>1</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grpSp>
      <p:sp>
        <p:nvSpPr>
          <p:cNvPr id="107524" name="Rectangle 18">
            <a:extLst>
              <a:ext uri="{FF2B5EF4-FFF2-40B4-BE49-F238E27FC236}">
                <a16:creationId xmlns:a16="http://schemas.microsoft.com/office/drawing/2014/main" id="{9B9EA6C4-1825-491F-8A0B-AE588B5CC72B}"/>
              </a:ext>
            </a:extLst>
          </p:cNvPr>
          <p:cNvSpPr>
            <a:spLocks noChangeArrowheads="1"/>
          </p:cNvSpPr>
          <p:nvPr/>
        </p:nvSpPr>
        <p:spPr bwMode="auto">
          <a:xfrm>
            <a:off x="4827589" y="-55563"/>
            <a:ext cx="2681287"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Half Subtractor </a:t>
            </a:r>
          </a:p>
        </p:txBody>
      </p:sp>
      <p:grpSp>
        <p:nvGrpSpPr>
          <p:cNvPr id="107525" name="Group 99">
            <a:extLst>
              <a:ext uri="{FF2B5EF4-FFF2-40B4-BE49-F238E27FC236}">
                <a16:creationId xmlns:a16="http://schemas.microsoft.com/office/drawing/2014/main" id="{5B62FCC5-BA6A-4E27-82F3-D0287EB370E7}"/>
              </a:ext>
            </a:extLst>
          </p:cNvPr>
          <p:cNvGrpSpPr>
            <a:grpSpLocks/>
          </p:cNvGrpSpPr>
          <p:nvPr/>
        </p:nvGrpSpPr>
        <p:grpSpPr bwMode="auto">
          <a:xfrm>
            <a:off x="5873751" y="727075"/>
            <a:ext cx="3719513" cy="2844800"/>
            <a:chOff x="537585" y="3197551"/>
            <a:chExt cx="3719926" cy="2845457"/>
          </a:xfrm>
        </p:grpSpPr>
        <p:grpSp>
          <p:nvGrpSpPr>
            <p:cNvPr id="107526" name="Group 210">
              <a:extLst>
                <a:ext uri="{FF2B5EF4-FFF2-40B4-BE49-F238E27FC236}">
                  <a16:creationId xmlns:a16="http://schemas.microsoft.com/office/drawing/2014/main" id="{E1932796-CD3E-4007-A563-490654DF717C}"/>
                </a:ext>
              </a:extLst>
            </p:cNvPr>
            <p:cNvGrpSpPr>
              <a:grpSpLocks/>
            </p:cNvGrpSpPr>
            <p:nvPr/>
          </p:nvGrpSpPr>
          <p:grpSpPr bwMode="auto">
            <a:xfrm>
              <a:off x="537585" y="3197551"/>
              <a:ext cx="1790502" cy="2845457"/>
              <a:chOff x="7543800" y="381000"/>
              <a:chExt cx="1376362" cy="2286000"/>
            </a:xfrm>
          </p:grpSpPr>
          <p:pic>
            <p:nvPicPr>
              <p:cNvPr id="107530" name="Picture 2">
                <a:extLst>
                  <a:ext uri="{FF2B5EF4-FFF2-40B4-BE49-F238E27FC236}">
                    <a16:creationId xmlns:a16="http://schemas.microsoft.com/office/drawing/2014/main" id="{6D4210A8-BFBE-457B-925C-ABC6E4A05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376362" cy="1148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31" name="Picture 3">
                <a:extLst>
                  <a:ext uri="{FF2B5EF4-FFF2-40B4-BE49-F238E27FC236}">
                    <a16:creationId xmlns:a16="http://schemas.microsoft.com/office/drawing/2014/main" id="{71139124-A73A-49FC-B4FA-22D8272799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1600200"/>
                <a:ext cx="1371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7527" name="Rectangle 204">
              <a:extLst>
                <a:ext uri="{FF2B5EF4-FFF2-40B4-BE49-F238E27FC236}">
                  <a16:creationId xmlns:a16="http://schemas.microsoft.com/office/drawing/2014/main" id="{2CE69EB1-C5BE-4996-B4E7-DF9B442332E6}"/>
                </a:ext>
              </a:extLst>
            </p:cNvPr>
            <p:cNvSpPr>
              <a:spLocks noChangeArrowheads="1"/>
            </p:cNvSpPr>
            <p:nvPr/>
          </p:nvSpPr>
          <p:spPr bwMode="auto">
            <a:xfrm>
              <a:off x="2642966" y="3885926"/>
              <a:ext cx="1614545"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D</a:t>
              </a:r>
              <a:r>
                <a:rPr lang="en-US" altLang="en-US" sz="1800" b="1" baseline="-25000">
                  <a:latin typeface="Courier New" panose="02070309020205020404" pitchFamily="49" charset="0"/>
                </a:rPr>
                <a:t> </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 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sp>
          <p:nvSpPr>
            <p:cNvPr id="107528" name="Rectangle 5">
              <a:extLst>
                <a:ext uri="{FF2B5EF4-FFF2-40B4-BE49-F238E27FC236}">
                  <a16:creationId xmlns:a16="http://schemas.microsoft.com/office/drawing/2014/main" id="{2B79D367-A003-482A-8093-9AEA96E11354}"/>
                </a:ext>
              </a:extLst>
            </p:cNvPr>
            <p:cNvSpPr>
              <a:spLocks noChangeArrowheads="1"/>
            </p:cNvSpPr>
            <p:nvPr/>
          </p:nvSpPr>
          <p:spPr bwMode="auto">
            <a:xfrm>
              <a:off x="3419311" y="3915913"/>
              <a:ext cx="381000" cy="3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07529" name="Rectangle 206">
              <a:extLst>
                <a:ext uri="{FF2B5EF4-FFF2-40B4-BE49-F238E27FC236}">
                  <a16:creationId xmlns:a16="http://schemas.microsoft.com/office/drawing/2014/main" id="{84AE87E6-A558-491D-A282-AD98EF1F8579}"/>
                </a:ext>
              </a:extLst>
            </p:cNvPr>
            <p:cNvSpPr>
              <a:spLocks noChangeArrowheads="1"/>
            </p:cNvSpPr>
            <p:nvPr/>
          </p:nvSpPr>
          <p:spPr bwMode="auto">
            <a:xfrm>
              <a:off x="2657311" y="5105400"/>
              <a:ext cx="1521570" cy="36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Courier New" panose="02070309020205020404" pitchFamily="49" charset="0"/>
                </a:rPr>
                <a:t>C</a:t>
              </a:r>
              <a:r>
                <a:rPr lang="en-US" altLang="en-US" sz="1800" b="1" baseline="-25000">
                  <a:latin typeface="Courier New" panose="02070309020205020404" pitchFamily="49" charset="0"/>
                </a:rPr>
                <a:t>1</a:t>
              </a:r>
              <a:r>
                <a:rPr lang="en-US" altLang="en-US" sz="1800" b="1">
                  <a:latin typeface="Courier New" panose="02070309020205020404" pitchFamily="49" charset="0"/>
                </a:rPr>
                <a:t>=(A’</a:t>
              </a:r>
              <a:r>
                <a:rPr lang="en-US" altLang="en-US" sz="1800" b="1" baseline="-25000">
                  <a:latin typeface="Courier New" panose="02070309020205020404" pitchFamily="49" charset="0"/>
                </a:rPr>
                <a:t>i </a:t>
              </a:r>
              <a:r>
                <a:rPr lang="en-US" altLang="en-US" sz="1800" b="1">
                  <a:latin typeface="Courier New" panose="02070309020205020404" pitchFamily="49" charset="0"/>
                </a:rPr>
                <a:t>B</a:t>
              </a:r>
              <a:r>
                <a:rPr lang="en-US" altLang="en-US" sz="1800" b="1" baseline="-25000">
                  <a:latin typeface="Courier New" panose="02070309020205020404" pitchFamily="49" charset="0"/>
                </a:rPr>
                <a:t>i</a:t>
              </a:r>
              <a:r>
                <a:rPr lang="en-US" altLang="en-US" sz="1800" b="1">
                  <a:latin typeface="Courier New" panose="02070309020205020404" pitchFamily="49" charset="0"/>
                </a:rPr>
                <a:t>)</a:t>
              </a:r>
              <a:endParaRPr lang="en-US" altLang="en-US" sz="1800">
                <a:latin typeface="Arial" panose="020B0604020202020204" pitchFamily="34" charset="0"/>
              </a:endParaRPr>
            </a:p>
          </p:txBody>
        </p:sp>
      </p:gr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C0E0BE4-8A9F-4D38-A1C9-FCD9ECE1AB41}"/>
                  </a:ext>
                </a:extLst>
              </p14:cNvPr>
              <p14:cNvContentPartPr/>
              <p14:nvPr/>
            </p14:nvContentPartPr>
            <p14:xfrm>
              <a:off x="2025000" y="1137600"/>
              <a:ext cx="6831000" cy="4823280"/>
            </p14:xfrm>
          </p:contentPart>
        </mc:Choice>
        <mc:Fallback>
          <p:pic>
            <p:nvPicPr>
              <p:cNvPr id="2" name="Ink 1">
                <a:extLst>
                  <a:ext uri="{FF2B5EF4-FFF2-40B4-BE49-F238E27FC236}">
                    <a16:creationId xmlns:a16="http://schemas.microsoft.com/office/drawing/2014/main" id="{3C0E0BE4-8A9F-4D38-A1C9-FCD9ECE1AB41}"/>
                  </a:ext>
                </a:extLst>
              </p:cNvPr>
              <p:cNvPicPr/>
              <p:nvPr/>
            </p:nvPicPr>
            <p:blipFill>
              <a:blip r:embed="rId6"/>
              <a:stretch>
                <a:fillRect/>
              </a:stretch>
            </p:blipFill>
            <p:spPr>
              <a:xfrm>
                <a:off x="2015640" y="1128240"/>
                <a:ext cx="6849720" cy="4842000"/>
              </a:xfrm>
              <a:prstGeom prst="rect">
                <a:avLst/>
              </a:prstGeom>
            </p:spPr>
          </p:pic>
        </mc:Fallback>
      </mc:AlternateContent>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BB37AF74-3101-4E0E-8FE8-D119185DCD95}"/>
              </a:ext>
            </a:extLst>
          </p:cNvPr>
          <p:cNvSpPr>
            <a:spLocks noChangeArrowheads="1"/>
          </p:cNvSpPr>
          <p:nvPr/>
        </p:nvSpPr>
        <p:spPr bwMode="auto">
          <a:xfrm>
            <a:off x="1731963" y="558801"/>
            <a:ext cx="8763000" cy="591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23838" indent="-2238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FF0000"/>
                </a:solidFill>
                <a:latin typeface="Arial" panose="020B0604020202020204" pitchFamily="34" charset="0"/>
              </a:rPr>
              <a:t>full subtractor is a combinational circuit which is used to perform subtraction of three input bits</a:t>
            </a:r>
            <a:r>
              <a:rPr lang="en-US" altLang="en-US" sz="1800">
                <a:solidFill>
                  <a:srgbClr val="2B0BB5"/>
                </a:solidFill>
                <a:latin typeface="Arial" panose="020B0604020202020204" pitchFamily="34" charset="0"/>
              </a:rPr>
              <a:t>: </a:t>
            </a:r>
            <a:r>
              <a:rPr lang="en-US" altLang="en-US" sz="1800">
                <a:solidFill>
                  <a:srgbClr val="C00000"/>
                </a:solidFill>
                <a:latin typeface="Arial" panose="020B0604020202020204" pitchFamily="34" charset="0"/>
              </a:rPr>
              <a:t>the minuend  Ai, subtrahend Bi, and borrow in C</a:t>
            </a:r>
            <a:r>
              <a:rPr lang="en-US" altLang="en-US" sz="1800" baseline="-25000">
                <a:solidFill>
                  <a:srgbClr val="C00000"/>
                </a:solidFill>
                <a:latin typeface="Arial" panose="020B0604020202020204" pitchFamily="34" charset="0"/>
              </a:rPr>
              <a:t>in</a:t>
            </a:r>
            <a:r>
              <a:rPr lang="en-US" altLang="en-US" sz="1800">
                <a:solidFill>
                  <a:srgbClr val="C00000"/>
                </a:solidFill>
                <a:latin typeface="Arial" panose="020B0604020202020204" pitchFamily="34" charset="0"/>
              </a:rPr>
              <a:t> </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 </a:t>
            </a:r>
            <a:r>
              <a:rPr lang="en-US" altLang="en-US" sz="1800">
                <a:solidFill>
                  <a:srgbClr val="C00000"/>
                </a:solidFill>
                <a:latin typeface="Arial" panose="020B0604020202020204" pitchFamily="34" charset="0"/>
              </a:rPr>
              <a:t>full subtractor generates two output bits: the difference D and borrow out </a:t>
            </a:r>
            <a:r>
              <a:rPr lang="en-US" altLang="en-US" sz="1800">
                <a:solidFill>
                  <a:srgbClr val="2B0BB5"/>
                </a:solidFill>
                <a:latin typeface="Arial" panose="020B0604020202020204" pitchFamily="34" charset="0"/>
              </a:rPr>
              <a:t>C</a:t>
            </a:r>
            <a:r>
              <a:rPr lang="en-US" altLang="en-US" sz="1800" baseline="-25000">
                <a:solidFill>
                  <a:srgbClr val="2B0BB5"/>
                </a:solidFill>
                <a:latin typeface="Arial" panose="020B0604020202020204" pitchFamily="34" charset="0"/>
              </a:rPr>
              <a:t>out</a:t>
            </a:r>
            <a:r>
              <a:rPr lang="en-US" altLang="en-US" sz="1800">
                <a:solidFill>
                  <a:srgbClr val="2B0BB5"/>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D60093"/>
                </a:solidFill>
                <a:latin typeface="Arial" panose="020B0604020202020204" pitchFamily="34" charset="0"/>
              </a:rPr>
              <a:t>C</a:t>
            </a:r>
            <a:r>
              <a:rPr lang="en-US" altLang="en-US" sz="1800" baseline="-25000">
                <a:solidFill>
                  <a:srgbClr val="D60093"/>
                </a:solidFill>
                <a:latin typeface="Arial" panose="020B0604020202020204" pitchFamily="34" charset="0"/>
              </a:rPr>
              <a:t>in </a:t>
            </a:r>
            <a:r>
              <a:rPr lang="en-US" altLang="en-US" sz="1800">
                <a:solidFill>
                  <a:srgbClr val="D60093"/>
                </a:solidFill>
                <a:latin typeface="Arial" panose="020B0604020202020204" pitchFamily="34" charset="0"/>
              </a:rPr>
              <a:t>is set when the previous digit borrowed from  A</a:t>
            </a:r>
            <a:r>
              <a:rPr lang="en-US" altLang="en-US" sz="1800" baseline="-25000">
                <a:solidFill>
                  <a:srgbClr val="D60093"/>
                </a:solidFill>
                <a:latin typeface="Arial" panose="020B0604020202020204" pitchFamily="34" charset="0"/>
              </a:rPr>
              <a:t>i</a:t>
            </a:r>
            <a:r>
              <a:rPr lang="en-US" altLang="en-US" sz="1800">
                <a:solidFill>
                  <a:srgbClr val="D60093"/>
                </a:solidFill>
                <a:latin typeface="Arial" panose="020B0604020202020204" pitchFamily="34" charset="0"/>
              </a:rPr>
              <a:t> .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Thus,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is also subtracted from  Ai  as well as the subtrahend Bi .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 Or in symbols:  </a:t>
            </a:r>
            <a:r>
              <a:rPr lang="en-US" altLang="en-US" sz="1800">
                <a:solidFill>
                  <a:srgbClr val="FF0000"/>
                </a:solidFill>
                <a:latin typeface="Arial" panose="020B0604020202020204" pitchFamily="34" charset="0"/>
              </a:rPr>
              <a:t>Ai – Bi – C</a:t>
            </a:r>
            <a:r>
              <a:rPr lang="en-US" altLang="en-US" sz="1800" baseline="-25000">
                <a:solidFill>
                  <a:srgbClr val="FF0000"/>
                </a:solidFill>
                <a:latin typeface="Arial" panose="020B0604020202020204" pitchFamily="34" charset="0"/>
              </a:rPr>
              <a:t>in</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Like the half subtractor, the </a:t>
            </a:r>
            <a:r>
              <a:rPr lang="en-US" altLang="en-US" sz="1800">
                <a:solidFill>
                  <a:srgbClr val="C00000"/>
                </a:solidFill>
                <a:latin typeface="Arial" panose="020B0604020202020204" pitchFamily="34" charset="0"/>
              </a:rPr>
              <a:t>full subtractor generates a borrow out when it needs to borrow from the next digit. </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Since we are subtracting  </a:t>
            </a:r>
            <a:r>
              <a:rPr lang="en-US" altLang="en-US" sz="1800">
                <a:solidFill>
                  <a:srgbClr val="FF0000"/>
                </a:solidFill>
                <a:latin typeface="Arial" panose="020B0604020202020204" pitchFamily="34" charset="0"/>
              </a:rPr>
              <a:t>Bi  and C</a:t>
            </a:r>
            <a:r>
              <a:rPr lang="en-US" altLang="en-US" sz="1800" baseline="-25000">
                <a:solidFill>
                  <a:srgbClr val="FF0000"/>
                </a:solidFill>
                <a:latin typeface="Arial" panose="020B0604020202020204" pitchFamily="34" charset="0"/>
              </a:rPr>
              <a:t>in  </a:t>
            </a:r>
            <a:r>
              <a:rPr lang="en-US" altLang="en-US" sz="1800">
                <a:solidFill>
                  <a:srgbClr val="FF0000"/>
                </a:solidFill>
                <a:latin typeface="Arial" panose="020B0604020202020204" pitchFamily="34" charset="0"/>
              </a:rPr>
              <a:t>by Ai, a borrow out needs to be generated when Ai &lt; Bi +C</a:t>
            </a:r>
            <a:r>
              <a:rPr lang="en-US" altLang="en-US" sz="1800" baseline="-25000">
                <a:solidFill>
                  <a:srgbClr val="FF0000"/>
                </a:solidFill>
                <a:latin typeface="Arial" panose="020B0604020202020204" pitchFamily="34" charset="0"/>
              </a:rPr>
              <a:t>in</a:t>
            </a:r>
            <a:r>
              <a:rPr lang="en-US" altLang="en-US" sz="1800">
                <a:solidFill>
                  <a:srgbClr val="FF0000"/>
                </a:solidFill>
                <a:latin typeface="Arial" panose="020B0604020202020204" pitchFamily="34" charset="0"/>
              </a:rPr>
              <a:t>. </a:t>
            </a:r>
          </a:p>
          <a:p>
            <a:pPr algn="just">
              <a:lnSpc>
                <a:spcPct val="150000"/>
              </a:lnSpc>
              <a:spcBef>
                <a:spcPct val="0"/>
              </a:spcBef>
              <a:buFont typeface="Wingdings" panose="05000000000000000000" pitchFamily="2" charset="2"/>
              <a:buChar char="Ø"/>
            </a:pPr>
            <a:r>
              <a:rPr lang="en-US" altLang="en-US" sz="1800">
                <a:solidFill>
                  <a:srgbClr val="208839"/>
                </a:solidFill>
                <a:latin typeface="Arial" panose="020B0604020202020204" pitchFamily="34" charset="0"/>
              </a:rPr>
              <a:t>When a borrow out is generated, 2 is added in the current digit</a:t>
            </a:r>
            <a:r>
              <a:rPr lang="en-US" altLang="en-US" sz="1800">
                <a:solidFill>
                  <a:srgbClr val="2B0BB5"/>
                </a:solidFill>
                <a:latin typeface="Arial" panose="020B0604020202020204" pitchFamily="34" charset="0"/>
              </a:rPr>
              <a:t>. (This is similar to the subtraction algorithm in decimal. Instead of adding 2, we add 10 when we borrow.).</a:t>
            </a:r>
          </a:p>
          <a:p>
            <a:pPr algn="just">
              <a:lnSpc>
                <a:spcPct val="150000"/>
              </a:lnSpc>
              <a:spcBef>
                <a:spcPct val="0"/>
              </a:spcBef>
              <a:buFont typeface="Wingdings" panose="05000000000000000000" pitchFamily="2" charset="2"/>
              <a:buChar char="Ø"/>
            </a:pPr>
            <a:r>
              <a:rPr lang="en-US" altLang="en-US" sz="1800">
                <a:solidFill>
                  <a:srgbClr val="2B0BB5"/>
                </a:solidFill>
                <a:latin typeface="Arial" panose="020B0604020202020204" pitchFamily="34" charset="0"/>
              </a:rPr>
              <a:t>Therefore,    D = Ai – Bi – C</a:t>
            </a:r>
            <a:r>
              <a:rPr lang="en-US" altLang="en-US" sz="1800" baseline="-25000">
                <a:solidFill>
                  <a:srgbClr val="2B0BB5"/>
                </a:solidFill>
                <a:latin typeface="Arial" panose="020B0604020202020204" pitchFamily="34" charset="0"/>
              </a:rPr>
              <a:t>in</a:t>
            </a:r>
            <a:r>
              <a:rPr lang="en-US" altLang="en-US" sz="1800">
                <a:solidFill>
                  <a:srgbClr val="2B0BB5"/>
                </a:solidFill>
                <a:latin typeface="Arial" panose="020B0604020202020204" pitchFamily="34" charset="0"/>
              </a:rPr>
              <a:t> + 2 C</a:t>
            </a:r>
            <a:r>
              <a:rPr lang="en-US" altLang="en-US" sz="1800" baseline="-25000">
                <a:solidFill>
                  <a:srgbClr val="2B0BB5"/>
                </a:solidFill>
                <a:latin typeface="Arial" panose="020B0604020202020204" pitchFamily="34" charset="0"/>
              </a:rPr>
              <a:t>out</a:t>
            </a:r>
          </a:p>
        </p:txBody>
      </p:sp>
      <p:sp>
        <p:nvSpPr>
          <p:cNvPr id="108547" name="Rectangle 21">
            <a:extLst>
              <a:ext uri="{FF2B5EF4-FFF2-40B4-BE49-F238E27FC236}">
                <a16:creationId xmlns:a16="http://schemas.microsoft.com/office/drawing/2014/main" id="{5CD0FEF7-86E5-4662-9459-B8AAED3A1921}"/>
              </a:ext>
            </a:extLst>
          </p:cNvPr>
          <p:cNvSpPr>
            <a:spLocks noChangeArrowheads="1"/>
          </p:cNvSpPr>
          <p:nvPr/>
        </p:nvSpPr>
        <p:spPr bwMode="auto">
          <a:xfrm>
            <a:off x="4856163" y="88901"/>
            <a:ext cx="262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Full Subtractor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3A1AA18-CCD6-4297-9A5B-50C639EB61CD}"/>
                  </a:ext>
                </a:extLst>
              </p14:cNvPr>
              <p14:cNvContentPartPr/>
              <p14:nvPr/>
            </p14:nvContentPartPr>
            <p14:xfrm>
              <a:off x="1982160" y="1418760"/>
              <a:ext cx="10048320" cy="3187800"/>
            </p14:xfrm>
          </p:contentPart>
        </mc:Choice>
        <mc:Fallback>
          <p:pic>
            <p:nvPicPr>
              <p:cNvPr id="2" name="Ink 1">
                <a:extLst>
                  <a:ext uri="{FF2B5EF4-FFF2-40B4-BE49-F238E27FC236}">
                    <a16:creationId xmlns:a16="http://schemas.microsoft.com/office/drawing/2014/main" id="{C3A1AA18-CCD6-4297-9A5B-50C639EB61CD}"/>
                  </a:ext>
                </a:extLst>
              </p:cNvPr>
              <p:cNvPicPr/>
              <p:nvPr/>
            </p:nvPicPr>
            <p:blipFill>
              <a:blip r:embed="rId3"/>
              <a:stretch>
                <a:fillRect/>
              </a:stretch>
            </p:blipFill>
            <p:spPr>
              <a:xfrm>
                <a:off x="1972800" y="1409400"/>
                <a:ext cx="10067040" cy="3206520"/>
              </a:xfrm>
              <a:prstGeom prst="rect">
                <a:avLst/>
              </a:prstGeom>
            </p:spPr>
          </p:pic>
        </mc:Fallback>
      </mc:AlternateContent>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6">
            <a:extLst>
              <a:ext uri="{FF2B5EF4-FFF2-40B4-BE49-F238E27FC236}">
                <a16:creationId xmlns:a16="http://schemas.microsoft.com/office/drawing/2014/main" id="{2A8D14B9-2D7F-424F-89C4-D9B1EF307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533400"/>
            <a:ext cx="87630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Rectangle 21">
            <a:extLst>
              <a:ext uri="{FF2B5EF4-FFF2-40B4-BE49-F238E27FC236}">
                <a16:creationId xmlns:a16="http://schemas.microsoft.com/office/drawing/2014/main" id="{60A9A784-E20E-4EA9-B42B-0AB7511DDD66}"/>
              </a:ext>
            </a:extLst>
          </p:cNvPr>
          <p:cNvSpPr>
            <a:spLocks noChangeArrowheads="1"/>
          </p:cNvSpPr>
          <p:nvPr/>
        </p:nvSpPr>
        <p:spPr bwMode="auto">
          <a:xfrm>
            <a:off x="4876800" y="1"/>
            <a:ext cx="262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u="sng">
                <a:solidFill>
                  <a:srgbClr val="FF0000"/>
                </a:solidFill>
                <a:latin typeface="Arial" panose="020B0604020202020204" pitchFamily="34" charset="0"/>
              </a:rPr>
              <a:t>Full Subtractor </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D900935-5541-422F-8AC7-C91E67711388}"/>
                  </a:ext>
                </a:extLst>
              </p14:cNvPr>
              <p14:cNvContentPartPr/>
              <p14:nvPr/>
            </p14:nvContentPartPr>
            <p14:xfrm>
              <a:off x="2095200" y="801720"/>
              <a:ext cx="7507080" cy="5571000"/>
            </p14:xfrm>
          </p:contentPart>
        </mc:Choice>
        <mc:Fallback>
          <p:pic>
            <p:nvPicPr>
              <p:cNvPr id="2" name="Ink 1">
                <a:extLst>
                  <a:ext uri="{FF2B5EF4-FFF2-40B4-BE49-F238E27FC236}">
                    <a16:creationId xmlns:a16="http://schemas.microsoft.com/office/drawing/2014/main" id="{6D900935-5541-422F-8AC7-C91E67711388}"/>
                  </a:ext>
                </a:extLst>
              </p:cNvPr>
              <p:cNvPicPr/>
              <p:nvPr/>
            </p:nvPicPr>
            <p:blipFill>
              <a:blip r:embed="rId4"/>
              <a:stretch>
                <a:fillRect/>
              </a:stretch>
            </p:blipFill>
            <p:spPr>
              <a:xfrm>
                <a:off x="2085840" y="792360"/>
                <a:ext cx="7525800" cy="5589720"/>
              </a:xfrm>
              <a:prstGeom prst="rect">
                <a:avLst/>
              </a:prstGeom>
            </p:spPr>
          </p:pic>
        </mc:Fallback>
      </mc:AlternateContent>
    </p:spTree>
  </p:cSld>
  <p:clrMapOvr>
    <a:masterClrMapping/>
  </p:clrMapOvr>
  <p:transition>
    <p:rand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AutoShape 2" descr="Half adder using NAND gate only.">
            <a:extLst>
              <a:ext uri="{FF2B5EF4-FFF2-40B4-BE49-F238E27FC236}">
                <a16:creationId xmlns:a16="http://schemas.microsoft.com/office/drawing/2014/main" id="{1A6368AB-1FF7-47C9-9119-7238919B90A9}"/>
              </a:ext>
            </a:extLst>
          </p:cNvPr>
          <p:cNvSpPr>
            <a:spLocks noChangeAspect="1" noChangeArrowheads="1"/>
          </p:cNvSpPr>
          <p:nvPr/>
        </p:nvSpPr>
        <p:spPr bwMode="auto">
          <a:xfrm>
            <a:off x="1679576" y="-784225"/>
            <a:ext cx="31718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pic>
        <p:nvPicPr>
          <p:cNvPr id="110595" name="Picture 3">
            <a:extLst>
              <a:ext uri="{FF2B5EF4-FFF2-40B4-BE49-F238E27FC236}">
                <a16:creationId xmlns:a16="http://schemas.microsoft.com/office/drawing/2014/main" id="{72AE8700-9ADA-4C84-B8A0-9E4BCB04B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838200"/>
            <a:ext cx="8102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92D27327-579A-4C81-9839-DBAD3ADAAAEE}"/>
              </a:ext>
            </a:extLst>
          </p:cNvPr>
          <p:cNvSpPr txBox="1">
            <a:spLocks noChangeArrowheads="1"/>
          </p:cNvSpPr>
          <p:nvPr/>
        </p:nvSpPr>
        <p:spPr>
          <a:xfrm>
            <a:off x="1981200" y="77788"/>
            <a:ext cx="8229600" cy="531812"/>
          </a:xfrm>
          <a:prstGeom prst="rect">
            <a:avLst/>
          </a:prstGeom>
        </p:spPr>
        <p:txBody>
          <a:bodyPr/>
          <a:lstStyle/>
          <a:p>
            <a:pPr algn="ctr">
              <a:defRPr/>
            </a:pPr>
            <a:r>
              <a:rPr lang="en-US" sz="2800" u="sng" dirty="0">
                <a:solidFill>
                  <a:srgbClr val="FF0000"/>
                </a:solidFill>
                <a:latin typeface="+mj-lt"/>
                <a:ea typeface="+mj-ea"/>
                <a:cs typeface="+mj-cs"/>
              </a:rPr>
              <a:t>Half </a:t>
            </a:r>
            <a:r>
              <a:rPr lang="en-US" sz="2800" u="sng" dirty="0" err="1">
                <a:solidFill>
                  <a:srgbClr val="FF0000"/>
                </a:solidFill>
                <a:latin typeface="+mj-lt"/>
                <a:ea typeface="+mj-ea"/>
                <a:cs typeface="+mj-cs"/>
              </a:rPr>
              <a:t>Subtractor</a:t>
            </a:r>
            <a:r>
              <a:rPr lang="en-US" sz="2800" u="sng" dirty="0">
                <a:solidFill>
                  <a:srgbClr val="FF0000"/>
                </a:solidFill>
                <a:latin typeface="+mj-lt"/>
                <a:ea typeface="+mj-ea"/>
                <a:cs typeface="+mj-cs"/>
              </a:rPr>
              <a:t> Using </a:t>
            </a:r>
            <a:r>
              <a:rPr lang="en-US" sz="2800" u="sng" dirty="0" err="1">
                <a:solidFill>
                  <a:srgbClr val="FF0000"/>
                </a:solidFill>
                <a:latin typeface="+mj-lt"/>
                <a:ea typeface="+mj-ea"/>
                <a:cs typeface="+mj-cs"/>
              </a:rPr>
              <a:t>Nand</a:t>
            </a:r>
            <a:r>
              <a:rPr lang="en-US" sz="2800" u="sng" dirty="0">
                <a:solidFill>
                  <a:srgbClr val="FF0000"/>
                </a:solidFill>
                <a:latin typeface="+mj-lt"/>
                <a:ea typeface="+mj-ea"/>
                <a:cs typeface="+mj-cs"/>
              </a:rPr>
              <a:t> only Gate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7E58A46-4147-41EB-8F89-AE452E6BE2E3}"/>
              </a:ext>
            </a:extLst>
          </p:cNvPr>
          <p:cNvSpPr>
            <a:spLocks noGrp="1"/>
          </p:cNvSpPr>
          <p:nvPr>
            <p:ph type="title"/>
          </p:nvPr>
        </p:nvSpPr>
        <p:spPr>
          <a:xfrm>
            <a:off x="1600200" y="19050"/>
            <a:ext cx="8915400" cy="609600"/>
          </a:xfrm>
        </p:spPr>
        <p:txBody>
          <a:bodyPr/>
          <a:lstStyle/>
          <a:p>
            <a:r>
              <a:rPr lang="en-US" altLang="en-US" sz="2800" u="sng">
                <a:solidFill>
                  <a:srgbClr val="FF0000"/>
                </a:solidFill>
              </a:rPr>
              <a:t>Full Subtractor using Two Half Adder and a OR Gate</a:t>
            </a:r>
          </a:p>
        </p:txBody>
      </p:sp>
      <p:grpSp>
        <p:nvGrpSpPr>
          <p:cNvPr id="111619" name="Group 10">
            <a:extLst>
              <a:ext uri="{FF2B5EF4-FFF2-40B4-BE49-F238E27FC236}">
                <a16:creationId xmlns:a16="http://schemas.microsoft.com/office/drawing/2014/main" id="{CEAFCC39-1A87-411B-8176-BEB400F01DDD}"/>
              </a:ext>
            </a:extLst>
          </p:cNvPr>
          <p:cNvGrpSpPr>
            <a:grpSpLocks/>
          </p:cNvGrpSpPr>
          <p:nvPr/>
        </p:nvGrpSpPr>
        <p:grpSpPr bwMode="auto">
          <a:xfrm>
            <a:off x="2133600" y="2982914"/>
            <a:ext cx="8153400" cy="3722687"/>
            <a:chOff x="685800" y="609600"/>
            <a:chExt cx="8153400" cy="3722689"/>
          </a:xfrm>
        </p:grpSpPr>
        <p:graphicFrame>
          <p:nvGraphicFramePr>
            <p:cNvPr id="111625" name="Object 2">
              <a:extLst>
                <a:ext uri="{FF2B5EF4-FFF2-40B4-BE49-F238E27FC236}">
                  <a16:creationId xmlns:a16="http://schemas.microsoft.com/office/drawing/2014/main" id="{F3BEC847-7E66-4841-B113-EC3C89B24E7F}"/>
                </a:ext>
              </a:extLst>
            </p:cNvPr>
            <p:cNvGraphicFramePr>
              <a:graphicFrameLocks noChangeAspect="1"/>
            </p:cNvGraphicFramePr>
            <p:nvPr/>
          </p:nvGraphicFramePr>
          <p:xfrm>
            <a:off x="685800" y="644525"/>
            <a:ext cx="8153400" cy="3165475"/>
          </p:xfrm>
          <a:graphic>
            <a:graphicData uri="http://schemas.openxmlformats.org/presentationml/2006/ole">
              <mc:AlternateContent xmlns:mc="http://schemas.openxmlformats.org/markup-compatibility/2006">
                <mc:Choice xmlns:v="urn:schemas-microsoft-com:vml" Requires="v">
                  <p:oleObj spid="_x0000_s14344" name="Document" r:id="rId3" imgW="3994855" imgH="1702201" progId="Word.Document.8">
                    <p:embed/>
                  </p:oleObj>
                </mc:Choice>
                <mc:Fallback>
                  <p:oleObj name="Document" r:id="rId3" imgW="3994855" imgH="1702201" progId="Word.Document.8">
                    <p:embed/>
                    <p:pic>
                      <p:nvPicPr>
                        <p:cNvPr id="111625" name="Object 2">
                          <a:extLst>
                            <a:ext uri="{FF2B5EF4-FFF2-40B4-BE49-F238E27FC236}">
                              <a16:creationId xmlns:a16="http://schemas.microsoft.com/office/drawing/2014/main" id="{F3BEC847-7E66-4841-B113-EC3C89B24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644525"/>
                          <a:ext cx="8153400"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1626" name="Rectangle 6">
              <a:extLst>
                <a:ext uri="{FF2B5EF4-FFF2-40B4-BE49-F238E27FC236}">
                  <a16:creationId xmlns:a16="http://schemas.microsoft.com/office/drawing/2014/main" id="{D4CF28EB-A2F8-4A2D-9E99-E374F04C4BFF}"/>
                </a:ext>
              </a:extLst>
            </p:cNvPr>
            <p:cNvSpPr>
              <a:spLocks noChangeArrowheads="1"/>
            </p:cNvSpPr>
            <p:nvPr/>
          </p:nvSpPr>
          <p:spPr bwMode="auto">
            <a:xfrm>
              <a:off x="1371600" y="1219200"/>
              <a:ext cx="2438400" cy="2667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1627" name="Rectangle 7">
              <a:extLst>
                <a:ext uri="{FF2B5EF4-FFF2-40B4-BE49-F238E27FC236}">
                  <a16:creationId xmlns:a16="http://schemas.microsoft.com/office/drawing/2014/main" id="{DD59BB26-9DAC-4EB7-AB84-D9ECD796B718}"/>
                </a:ext>
              </a:extLst>
            </p:cNvPr>
            <p:cNvSpPr>
              <a:spLocks noChangeArrowheads="1"/>
            </p:cNvSpPr>
            <p:nvPr/>
          </p:nvSpPr>
          <p:spPr bwMode="auto">
            <a:xfrm>
              <a:off x="4191000" y="609600"/>
              <a:ext cx="2362200" cy="29718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111628" name="Group 8">
              <a:extLst>
                <a:ext uri="{FF2B5EF4-FFF2-40B4-BE49-F238E27FC236}">
                  <a16:creationId xmlns:a16="http://schemas.microsoft.com/office/drawing/2014/main" id="{E1BF578B-37C4-4454-BF38-285F59F5119A}"/>
                </a:ext>
              </a:extLst>
            </p:cNvPr>
            <p:cNvGrpSpPr>
              <a:grpSpLocks/>
            </p:cNvGrpSpPr>
            <p:nvPr/>
          </p:nvGrpSpPr>
          <p:grpSpPr bwMode="auto">
            <a:xfrm>
              <a:off x="1431925" y="3565526"/>
              <a:ext cx="5045076" cy="766763"/>
              <a:chOff x="902" y="3446"/>
              <a:chExt cx="3178" cy="483"/>
            </a:xfrm>
          </p:grpSpPr>
          <p:sp>
            <p:nvSpPr>
              <p:cNvPr id="111629" name="Text Box 9">
                <a:extLst>
                  <a:ext uri="{FF2B5EF4-FFF2-40B4-BE49-F238E27FC236}">
                    <a16:creationId xmlns:a16="http://schemas.microsoft.com/office/drawing/2014/main" id="{751BD9A7-50F0-4EF8-BB25-3274ADD54DC9}"/>
                  </a:ext>
                </a:extLst>
              </p:cNvPr>
              <p:cNvSpPr txBox="1">
                <a:spLocks noChangeArrowheads="1"/>
              </p:cNvSpPr>
              <p:nvPr/>
            </p:nvSpPr>
            <p:spPr bwMode="auto">
              <a:xfrm>
                <a:off x="902" y="3638"/>
                <a:ext cx="13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C00000"/>
                    </a:solidFill>
                    <a:latin typeface="Arial" panose="020B0604020202020204" pitchFamily="34" charset="0"/>
                  </a:rPr>
                  <a:t>half subtractor</a:t>
                </a:r>
              </a:p>
            </p:txBody>
          </p:sp>
          <p:sp>
            <p:nvSpPr>
              <p:cNvPr id="111630" name="Text Box 10">
                <a:extLst>
                  <a:ext uri="{FF2B5EF4-FFF2-40B4-BE49-F238E27FC236}">
                    <a16:creationId xmlns:a16="http://schemas.microsoft.com/office/drawing/2014/main" id="{B6B6FBAA-C24E-494D-AFEB-6C4F09166E73}"/>
                  </a:ext>
                </a:extLst>
              </p:cNvPr>
              <p:cNvSpPr txBox="1">
                <a:spLocks noChangeArrowheads="1"/>
              </p:cNvSpPr>
              <p:nvPr/>
            </p:nvSpPr>
            <p:spPr bwMode="auto">
              <a:xfrm>
                <a:off x="2735" y="3446"/>
                <a:ext cx="13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C00000"/>
                    </a:solidFill>
                    <a:latin typeface="Arial" panose="020B0604020202020204" pitchFamily="34" charset="0"/>
                  </a:rPr>
                  <a:t>half subtractor</a:t>
                </a:r>
              </a:p>
            </p:txBody>
          </p:sp>
        </p:grpSp>
      </p:grpSp>
      <p:sp>
        <p:nvSpPr>
          <p:cNvPr id="111620" name="Rectangle 11">
            <a:extLst>
              <a:ext uri="{FF2B5EF4-FFF2-40B4-BE49-F238E27FC236}">
                <a16:creationId xmlns:a16="http://schemas.microsoft.com/office/drawing/2014/main" id="{9588D299-F838-49D5-B9BD-728D7F03CECD}"/>
              </a:ext>
            </a:extLst>
          </p:cNvPr>
          <p:cNvSpPr>
            <a:spLocks noChangeArrowheads="1"/>
          </p:cNvSpPr>
          <p:nvPr/>
        </p:nvSpPr>
        <p:spPr bwMode="auto">
          <a:xfrm>
            <a:off x="3657600" y="1371601"/>
            <a:ext cx="4953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borrow out  </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i+1</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p>
          <a:p>
            <a:pPr eaLnBrk="1" hangingPunct="1">
              <a:spcBef>
                <a:spcPct val="0"/>
              </a:spcBef>
              <a:buFontTx/>
              <a:buNone/>
            </a:pPr>
            <a:r>
              <a:rPr lang="en-US" altLang="en-US" sz="1800" b="1" baseline="-25000">
                <a:solidFill>
                  <a:srgbClr val="C00000"/>
                </a:solidFill>
                <a:latin typeface="Courier New" panose="02070309020205020404" pitchFamily="49" charset="0"/>
              </a:rPr>
              <a:t>                </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p>
          <a:p>
            <a:pPr eaLnBrk="1" hangingPunct="1">
              <a:spcBef>
                <a:spcPct val="0"/>
              </a:spcBef>
              <a:buFontTx/>
              <a:buNone/>
            </a:pP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p>
          <a:p>
            <a:pPr eaLnBrk="1" hangingPunct="1">
              <a:spcBef>
                <a:spcPct val="0"/>
              </a:spcBef>
              <a:buFontTx/>
              <a:buNone/>
            </a:pPr>
            <a:r>
              <a:rPr lang="en-US" altLang="en-US" sz="1800" b="1">
                <a:solidFill>
                  <a:srgbClr val="C00000"/>
                </a:solidFill>
                <a:latin typeface="Courier New" panose="02070309020205020404" pitchFamily="49" charset="0"/>
              </a:rPr>
              <a:t>           +A’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p>
          <a:p>
            <a:pPr eaLnBrk="1" hangingPunct="1">
              <a:spcBef>
                <a:spcPct val="0"/>
              </a:spcBef>
              <a:buFontTx/>
              <a:buNone/>
            </a:pP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  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B</a:t>
            </a:r>
            <a:r>
              <a:rPr lang="en-US" altLang="en-US" sz="1800" b="1" baseline="-25000">
                <a:solidFill>
                  <a:srgbClr val="C00000"/>
                </a:solidFill>
                <a:latin typeface="Courier New" panose="02070309020205020404" pitchFamily="49" charset="0"/>
              </a:rPr>
              <a:t>i</a:t>
            </a:r>
          </a:p>
        </p:txBody>
      </p:sp>
      <p:sp>
        <p:nvSpPr>
          <p:cNvPr id="111621" name="Rectangle 12">
            <a:extLst>
              <a:ext uri="{FF2B5EF4-FFF2-40B4-BE49-F238E27FC236}">
                <a16:creationId xmlns:a16="http://schemas.microsoft.com/office/drawing/2014/main" id="{B9F157E8-91BD-4324-8CD2-76D47B67CD25}"/>
              </a:ext>
            </a:extLst>
          </p:cNvPr>
          <p:cNvSpPr>
            <a:spLocks noChangeArrowheads="1"/>
          </p:cNvSpPr>
          <p:nvPr/>
        </p:nvSpPr>
        <p:spPr bwMode="auto">
          <a:xfrm>
            <a:off x="3581400" y="762000"/>
            <a:ext cx="425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solidFill>
                  <a:srgbClr val="2B0BB5"/>
                </a:solidFill>
                <a:latin typeface="Arial" panose="020B0604020202020204" pitchFamily="34" charset="0"/>
              </a:rPr>
              <a:t>borrow out  </a:t>
            </a:r>
            <a:r>
              <a:rPr lang="en-US" altLang="en-US" sz="1800" b="1">
                <a:solidFill>
                  <a:srgbClr val="C00000"/>
                </a:solidFill>
                <a:latin typeface="Courier New" panose="02070309020205020404" pitchFamily="49" charset="0"/>
              </a:rPr>
              <a:t>D</a:t>
            </a:r>
            <a:r>
              <a:rPr lang="en-US" altLang="en-US" sz="1800" b="1" baseline="-25000">
                <a:solidFill>
                  <a:srgbClr val="C00000"/>
                </a:solidFill>
                <a:latin typeface="Courier New" panose="02070309020205020404" pitchFamily="49" charset="0"/>
              </a:rPr>
              <a:t> </a:t>
            </a:r>
            <a:r>
              <a:rPr lang="en-US" altLang="en-US" sz="1800" b="1">
                <a:solidFill>
                  <a:srgbClr val="C00000"/>
                </a:solidFill>
                <a:latin typeface="Courier New" panose="02070309020205020404" pitchFamily="49" charset="0"/>
              </a:rPr>
              <a:t>= C</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 (A</a:t>
            </a:r>
            <a:r>
              <a:rPr lang="en-US" altLang="en-US" sz="1800" b="1" baseline="-25000">
                <a:solidFill>
                  <a:srgbClr val="C00000"/>
                </a:solidFill>
                <a:latin typeface="Courier New" panose="02070309020205020404" pitchFamily="49" charset="0"/>
              </a:rPr>
              <a:t>i  </a:t>
            </a:r>
            <a:r>
              <a:rPr lang="en-US" altLang="en-US" sz="1800" b="1">
                <a:solidFill>
                  <a:srgbClr val="C00000"/>
                </a:solidFill>
                <a:latin typeface="Courier New" panose="02070309020205020404" pitchFamily="49" charset="0"/>
              </a:rPr>
              <a:t> B</a:t>
            </a:r>
            <a:r>
              <a:rPr lang="en-US" altLang="en-US" sz="1800" b="1" baseline="-25000">
                <a:solidFill>
                  <a:srgbClr val="C00000"/>
                </a:solidFill>
                <a:latin typeface="Courier New" panose="02070309020205020404" pitchFamily="49" charset="0"/>
              </a:rPr>
              <a:t>i</a:t>
            </a:r>
            <a:r>
              <a:rPr lang="en-US" altLang="en-US" sz="1800" b="1">
                <a:solidFill>
                  <a:srgbClr val="C00000"/>
                </a:solidFill>
                <a:latin typeface="Courier New" panose="02070309020205020404" pitchFamily="49" charset="0"/>
              </a:rPr>
              <a:t>)</a:t>
            </a:r>
            <a:endParaRPr lang="en-US" altLang="en-US" sz="1800">
              <a:solidFill>
                <a:srgbClr val="C00000"/>
              </a:solidFill>
              <a:latin typeface="Arial" panose="020B0604020202020204" pitchFamily="34" charset="0"/>
            </a:endParaRPr>
          </a:p>
        </p:txBody>
      </p:sp>
      <p:sp>
        <p:nvSpPr>
          <p:cNvPr id="111622" name="Rectangle 5">
            <a:extLst>
              <a:ext uri="{FF2B5EF4-FFF2-40B4-BE49-F238E27FC236}">
                <a16:creationId xmlns:a16="http://schemas.microsoft.com/office/drawing/2014/main" id="{FFEF9C5A-FDBB-4873-9D14-38CAA1BB2A81}"/>
              </a:ext>
            </a:extLst>
          </p:cNvPr>
          <p:cNvSpPr>
            <a:spLocks noChangeArrowheads="1"/>
          </p:cNvSpPr>
          <p:nvPr/>
        </p:nvSpPr>
        <p:spPr bwMode="auto">
          <a:xfrm>
            <a:off x="6096000" y="7810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11623" name="Rectangle 5">
            <a:extLst>
              <a:ext uri="{FF2B5EF4-FFF2-40B4-BE49-F238E27FC236}">
                <a16:creationId xmlns:a16="http://schemas.microsoft.com/office/drawing/2014/main" id="{24A30835-B0B0-4B2C-97E5-75F272595939}"/>
              </a:ext>
            </a:extLst>
          </p:cNvPr>
          <p:cNvSpPr>
            <a:spLocks noChangeArrowheads="1"/>
          </p:cNvSpPr>
          <p:nvPr/>
        </p:nvSpPr>
        <p:spPr bwMode="auto">
          <a:xfrm>
            <a:off x="5524500" y="7810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p:sp>
        <p:nvSpPr>
          <p:cNvPr id="111624" name="Rectangle 5">
            <a:extLst>
              <a:ext uri="{FF2B5EF4-FFF2-40B4-BE49-F238E27FC236}">
                <a16:creationId xmlns:a16="http://schemas.microsoft.com/office/drawing/2014/main" id="{AA171188-DC11-4121-8783-1129EBAE23BF}"/>
              </a:ext>
            </a:extLst>
          </p:cNvPr>
          <p:cNvSpPr>
            <a:spLocks noChangeArrowheads="1"/>
          </p:cNvSpPr>
          <p:nvPr/>
        </p:nvSpPr>
        <p:spPr bwMode="auto">
          <a:xfrm>
            <a:off x="4800600" y="249555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a:ea typeface="Calibri" panose="020F0502020204030204" pitchFamily="34" charset="0"/>
                <a:cs typeface="Times New Roman" panose="02020603050405020304" pitchFamily="18" charset="0"/>
                <a:sym typeface="Symbol" panose="05050102010706020507" pitchFamily="18" charset="2"/>
              </a:rPr>
              <a:t></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9635BBA-8F4C-4DE7-B00D-7F52810CEE5A}"/>
                  </a:ext>
                </a:extLst>
              </p14:cNvPr>
              <p14:cNvContentPartPr/>
              <p14:nvPr/>
            </p14:nvContentPartPr>
            <p14:xfrm>
              <a:off x="3389040" y="277560"/>
              <a:ext cx="6964560" cy="6550920"/>
            </p14:xfrm>
          </p:contentPart>
        </mc:Choice>
        <mc:Fallback>
          <p:pic>
            <p:nvPicPr>
              <p:cNvPr id="2" name="Ink 1">
                <a:extLst>
                  <a:ext uri="{FF2B5EF4-FFF2-40B4-BE49-F238E27FC236}">
                    <a16:creationId xmlns:a16="http://schemas.microsoft.com/office/drawing/2014/main" id="{79635BBA-8F4C-4DE7-B00D-7F52810CEE5A}"/>
                  </a:ext>
                </a:extLst>
              </p:cNvPr>
              <p:cNvPicPr/>
              <p:nvPr/>
            </p:nvPicPr>
            <p:blipFill>
              <a:blip r:embed="rId6"/>
              <a:stretch>
                <a:fillRect/>
              </a:stretch>
            </p:blipFill>
            <p:spPr>
              <a:xfrm>
                <a:off x="3379680" y="268200"/>
                <a:ext cx="6983280" cy="6569640"/>
              </a:xfrm>
              <a:prstGeom prst="rect">
                <a:avLst/>
              </a:prstGeom>
            </p:spPr>
          </p:pic>
        </mc:Fallback>
      </mc:AlternateContent>
    </p:spTree>
  </p:cSld>
  <p:clrMapOvr>
    <a:masterClrMapping/>
  </p:clrMapOvr>
  <p:transition>
    <p:random/>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
            <a:extLst>
              <a:ext uri="{FF2B5EF4-FFF2-40B4-BE49-F238E27FC236}">
                <a16:creationId xmlns:a16="http://schemas.microsoft.com/office/drawing/2014/main" id="{1DFE11EE-98B7-40FC-A4D5-CD3F82E5D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087"/>
          <a:stretch>
            <a:fillRect/>
          </a:stretch>
        </p:blipFill>
        <p:spPr bwMode="auto">
          <a:xfrm>
            <a:off x="1905000" y="641350"/>
            <a:ext cx="8382000" cy="591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Rectangle 2">
            <a:extLst>
              <a:ext uri="{FF2B5EF4-FFF2-40B4-BE49-F238E27FC236}">
                <a16:creationId xmlns:a16="http://schemas.microsoft.com/office/drawing/2014/main" id="{C6F786CE-CF65-4FFB-A5B0-FEB066170C4C}"/>
              </a:ext>
            </a:extLst>
          </p:cNvPr>
          <p:cNvSpPr>
            <a:spLocks noGrp="1"/>
          </p:cNvSpPr>
          <p:nvPr>
            <p:ph type="title"/>
          </p:nvPr>
        </p:nvSpPr>
        <p:spPr>
          <a:xfrm>
            <a:off x="2209800" y="0"/>
            <a:ext cx="7772400" cy="533400"/>
          </a:xfrm>
        </p:spPr>
        <p:txBody>
          <a:bodyPr/>
          <a:lstStyle/>
          <a:p>
            <a:r>
              <a:rPr lang="en-US" altLang="en-US" sz="3200" u="sng">
                <a:solidFill>
                  <a:srgbClr val="FF0000"/>
                </a:solidFill>
              </a:rPr>
              <a:t> Mode Controlled Full Adder/Subtractor</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A78D1B6-69A2-4B4B-BF92-C561976AE9C0}"/>
                  </a:ext>
                </a:extLst>
              </p14:cNvPr>
              <p14:cNvContentPartPr/>
              <p14:nvPr/>
            </p14:nvContentPartPr>
            <p14:xfrm>
              <a:off x="2516760" y="4083480"/>
              <a:ext cx="4837680" cy="2145960"/>
            </p14:xfrm>
          </p:contentPart>
        </mc:Choice>
        <mc:Fallback>
          <p:pic>
            <p:nvPicPr>
              <p:cNvPr id="2" name="Ink 1">
                <a:extLst>
                  <a:ext uri="{FF2B5EF4-FFF2-40B4-BE49-F238E27FC236}">
                    <a16:creationId xmlns:a16="http://schemas.microsoft.com/office/drawing/2014/main" id="{4A78D1B6-69A2-4B4B-BF92-C561976AE9C0}"/>
                  </a:ext>
                </a:extLst>
              </p:cNvPr>
              <p:cNvPicPr/>
              <p:nvPr/>
            </p:nvPicPr>
            <p:blipFill>
              <a:blip r:embed="rId4"/>
              <a:stretch>
                <a:fillRect/>
              </a:stretch>
            </p:blipFill>
            <p:spPr>
              <a:xfrm>
                <a:off x="2507400" y="4074120"/>
                <a:ext cx="4856400" cy="2164680"/>
              </a:xfrm>
              <a:prstGeom prst="rect">
                <a:avLst/>
              </a:prstGeom>
            </p:spPr>
          </p:pic>
        </mc:Fallback>
      </mc:AlternateContent>
    </p:spTree>
  </p:cSld>
  <p:clrMapOvr>
    <a:masterClrMapping/>
  </p:clrMapOvr>
  <p:transition>
    <p:random/>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D9E9351-A980-45B5-AFC1-33AF3E583D31}"/>
              </a:ext>
            </a:extLst>
          </p:cNvPr>
          <p:cNvSpPr>
            <a:spLocks noGrp="1"/>
          </p:cNvSpPr>
          <p:nvPr>
            <p:ph type="title"/>
          </p:nvPr>
        </p:nvSpPr>
        <p:spPr>
          <a:xfrm>
            <a:off x="2209800" y="76200"/>
            <a:ext cx="7772400" cy="533400"/>
          </a:xfrm>
        </p:spPr>
        <p:txBody>
          <a:bodyPr/>
          <a:lstStyle/>
          <a:p>
            <a:r>
              <a:rPr lang="en-US" altLang="en-US" sz="3200" u="sng">
                <a:solidFill>
                  <a:srgbClr val="FF0000"/>
                </a:solidFill>
              </a:rPr>
              <a:t> Controlled Full Adder/Subtractor</a:t>
            </a:r>
          </a:p>
        </p:txBody>
      </p:sp>
      <p:sp>
        <p:nvSpPr>
          <p:cNvPr id="113667" name="Line 3">
            <a:extLst>
              <a:ext uri="{FF2B5EF4-FFF2-40B4-BE49-F238E27FC236}">
                <a16:creationId xmlns:a16="http://schemas.microsoft.com/office/drawing/2014/main" id="{FCA63574-26E1-49DE-8A82-985518D07ECF}"/>
              </a:ext>
            </a:extLst>
          </p:cNvPr>
          <p:cNvSpPr>
            <a:spLocks noChangeShapeType="1"/>
          </p:cNvSpPr>
          <p:nvPr/>
        </p:nvSpPr>
        <p:spPr bwMode="auto">
          <a:xfrm>
            <a:off x="3813175" y="2058989"/>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68" name="Line 4">
            <a:extLst>
              <a:ext uri="{FF2B5EF4-FFF2-40B4-BE49-F238E27FC236}">
                <a16:creationId xmlns:a16="http://schemas.microsoft.com/office/drawing/2014/main" id="{D84ED1EB-BE6D-426B-AC12-1CAA316C2E40}"/>
              </a:ext>
            </a:extLst>
          </p:cNvPr>
          <p:cNvSpPr>
            <a:spLocks noChangeShapeType="1"/>
          </p:cNvSpPr>
          <p:nvPr/>
        </p:nvSpPr>
        <p:spPr bwMode="auto">
          <a:xfrm>
            <a:off x="3786189" y="20050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69" name="Line 5">
            <a:extLst>
              <a:ext uri="{FF2B5EF4-FFF2-40B4-BE49-F238E27FC236}">
                <a16:creationId xmlns:a16="http://schemas.microsoft.com/office/drawing/2014/main" id="{20AC0F6B-324A-438E-B295-ACD9C4178D06}"/>
              </a:ext>
            </a:extLst>
          </p:cNvPr>
          <p:cNvSpPr>
            <a:spLocks noChangeShapeType="1"/>
          </p:cNvSpPr>
          <p:nvPr/>
        </p:nvSpPr>
        <p:spPr bwMode="auto">
          <a:xfrm>
            <a:off x="3678239" y="20050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0" name="Line 6">
            <a:extLst>
              <a:ext uri="{FF2B5EF4-FFF2-40B4-BE49-F238E27FC236}">
                <a16:creationId xmlns:a16="http://schemas.microsoft.com/office/drawing/2014/main" id="{0FED3563-3E88-4FEE-BA56-6ED47624BAD1}"/>
              </a:ext>
            </a:extLst>
          </p:cNvPr>
          <p:cNvSpPr>
            <a:spLocks noChangeShapeType="1"/>
          </p:cNvSpPr>
          <p:nvPr/>
        </p:nvSpPr>
        <p:spPr bwMode="auto">
          <a:xfrm>
            <a:off x="3678239" y="31892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1" name="Line 7">
            <a:extLst>
              <a:ext uri="{FF2B5EF4-FFF2-40B4-BE49-F238E27FC236}">
                <a16:creationId xmlns:a16="http://schemas.microsoft.com/office/drawing/2014/main" id="{8DD9CA59-30DD-454E-9087-351C52BB590D}"/>
              </a:ext>
            </a:extLst>
          </p:cNvPr>
          <p:cNvSpPr>
            <a:spLocks noChangeShapeType="1"/>
          </p:cNvSpPr>
          <p:nvPr/>
        </p:nvSpPr>
        <p:spPr bwMode="auto">
          <a:xfrm>
            <a:off x="7043739" y="18430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2" name="Line 8">
            <a:extLst>
              <a:ext uri="{FF2B5EF4-FFF2-40B4-BE49-F238E27FC236}">
                <a16:creationId xmlns:a16="http://schemas.microsoft.com/office/drawing/2014/main" id="{2E62D99E-20D0-40E6-9CF9-36BD102C2393}"/>
              </a:ext>
            </a:extLst>
          </p:cNvPr>
          <p:cNvSpPr>
            <a:spLocks noChangeShapeType="1"/>
          </p:cNvSpPr>
          <p:nvPr/>
        </p:nvSpPr>
        <p:spPr bwMode="auto">
          <a:xfrm>
            <a:off x="7043739" y="1789114"/>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3" name="Line 9">
            <a:extLst>
              <a:ext uri="{FF2B5EF4-FFF2-40B4-BE49-F238E27FC236}">
                <a16:creationId xmlns:a16="http://schemas.microsoft.com/office/drawing/2014/main" id="{B7009436-29F5-4BA5-B3D0-7D3CC10C92D8}"/>
              </a:ext>
            </a:extLst>
          </p:cNvPr>
          <p:cNvSpPr>
            <a:spLocks noChangeShapeType="1"/>
          </p:cNvSpPr>
          <p:nvPr/>
        </p:nvSpPr>
        <p:spPr bwMode="auto">
          <a:xfrm>
            <a:off x="6937375" y="1789114"/>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4" name="Line 10">
            <a:extLst>
              <a:ext uri="{FF2B5EF4-FFF2-40B4-BE49-F238E27FC236}">
                <a16:creationId xmlns:a16="http://schemas.microsoft.com/office/drawing/2014/main" id="{19CA2369-7047-4C9B-B795-3D30217D4144}"/>
              </a:ext>
            </a:extLst>
          </p:cNvPr>
          <p:cNvSpPr>
            <a:spLocks noChangeShapeType="1"/>
          </p:cNvSpPr>
          <p:nvPr/>
        </p:nvSpPr>
        <p:spPr bwMode="auto">
          <a:xfrm>
            <a:off x="6937375" y="3405189"/>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5" name="Line 11">
            <a:extLst>
              <a:ext uri="{FF2B5EF4-FFF2-40B4-BE49-F238E27FC236}">
                <a16:creationId xmlns:a16="http://schemas.microsoft.com/office/drawing/2014/main" id="{2DFB36F7-AC1E-4826-9B5B-4B714DA83C07}"/>
              </a:ext>
            </a:extLst>
          </p:cNvPr>
          <p:cNvSpPr>
            <a:spLocks noChangeShapeType="1"/>
          </p:cNvSpPr>
          <p:nvPr/>
        </p:nvSpPr>
        <p:spPr bwMode="auto">
          <a:xfrm>
            <a:off x="8526464" y="3862389"/>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6" name="Line 12">
            <a:extLst>
              <a:ext uri="{FF2B5EF4-FFF2-40B4-BE49-F238E27FC236}">
                <a16:creationId xmlns:a16="http://schemas.microsoft.com/office/drawing/2014/main" id="{04EBADE3-6DFE-4E71-97C7-15942C894D43}"/>
              </a:ext>
            </a:extLst>
          </p:cNvPr>
          <p:cNvSpPr>
            <a:spLocks noChangeShapeType="1"/>
          </p:cNvSpPr>
          <p:nvPr/>
        </p:nvSpPr>
        <p:spPr bwMode="auto">
          <a:xfrm>
            <a:off x="8499475" y="3808414"/>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3677" name="Rectangle 13">
            <a:extLst>
              <a:ext uri="{FF2B5EF4-FFF2-40B4-BE49-F238E27FC236}">
                <a16:creationId xmlns:a16="http://schemas.microsoft.com/office/drawing/2014/main" id="{A1FD15B8-C6D8-4658-A212-C2E962D2A658}"/>
              </a:ext>
            </a:extLst>
          </p:cNvPr>
          <p:cNvSpPr>
            <a:spLocks noChangeArrowheads="1"/>
          </p:cNvSpPr>
          <p:nvPr/>
        </p:nvSpPr>
        <p:spPr bwMode="auto">
          <a:xfrm>
            <a:off x="10058400" y="3505201"/>
            <a:ext cx="46513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i+1 </a:t>
            </a:r>
            <a:endParaRPr lang="en-US" altLang="en-US">
              <a:latin typeface="Arial" panose="020B0604020202020204" pitchFamily="34" charset="0"/>
            </a:endParaRPr>
          </a:p>
        </p:txBody>
      </p:sp>
      <p:grpSp>
        <p:nvGrpSpPr>
          <p:cNvPr id="113678" name="Group 14">
            <a:extLst>
              <a:ext uri="{FF2B5EF4-FFF2-40B4-BE49-F238E27FC236}">
                <a16:creationId xmlns:a16="http://schemas.microsoft.com/office/drawing/2014/main" id="{C89C5729-9A71-478B-A85E-8616246F840F}"/>
              </a:ext>
            </a:extLst>
          </p:cNvPr>
          <p:cNvGrpSpPr>
            <a:grpSpLocks/>
          </p:cNvGrpSpPr>
          <p:nvPr/>
        </p:nvGrpSpPr>
        <p:grpSpPr bwMode="auto">
          <a:xfrm>
            <a:off x="1828801" y="685800"/>
            <a:ext cx="8323263" cy="3962400"/>
            <a:chOff x="192" y="1183"/>
            <a:chExt cx="5243" cy="2225"/>
          </a:xfrm>
        </p:grpSpPr>
        <p:sp>
          <p:nvSpPr>
            <p:cNvPr id="113680" name="Rectangle 15">
              <a:extLst>
                <a:ext uri="{FF2B5EF4-FFF2-40B4-BE49-F238E27FC236}">
                  <a16:creationId xmlns:a16="http://schemas.microsoft.com/office/drawing/2014/main" id="{6311C93C-CE96-4AC4-9192-63BCE3AFF4BC}"/>
                </a:ext>
              </a:extLst>
            </p:cNvPr>
            <p:cNvSpPr>
              <a:spLocks noChangeArrowheads="1"/>
            </p:cNvSpPr>
            <p:nvPr/>
          </p:nvSpPr>
          <p:spPr bwMode="auto">
            <a:xfrm>
              <a:off x="339" y="1573"/>
              <a:ext cx="187"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A </a:t>
              </a:r>
              <a:endParaRPr lang="en-US" altLang="en-US">
                <a:latin typeface="Arial" panose="020B0604020202020204" pitchFamily="34" charset="0"/>
              </a:endParaRPr>
            </a:p>
          </p:txBody>
        </p:sp>
        <p:sp>
          <p:nvSpPr>
            <p:cNvPr id="113681" name="Rectangle 16">
              <a:extLst>
                <a:ext uri="{FF2B5EF4-FFF2-40B4-BE49-F238E27FC236}">
                  <a16:creationId xmlns:a16="http://schemas.microsoft.com/office/drawing/2014/main" id="{B5F23E51-4362-431A-B04B-6DE993572B9B}"/>
                </a:ext>
              </a:extLst>
            </p:cNvPr>
            <p:cNvSpPr>
              <a:spLocks noChangeArrowheads="1"/>
            </p:cNvSpPr>
            <p:nvPr/>
          </p:nvSpPr>
          <p:spPr bwMode="auto">
            <a:xfrm>
              <a:off x="322" y="1861"/>
              <a:ext cx="19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B </a:t>
              </a:r>
              <a:endParaRPr lang="en-US" altLang="en-US">
                <a:latin typeface="Arial" panose="020B0604020202020204" pitchFamily="34" charset="0"/>
              </a:endParaRPr>
            </a:p>
          </p:txBody>
        </p:sp>
        <p:sp>
          <p:nvSpPr>
            <p:cNvPr id="113682" name="Rectangle 17">
              <a:extLst>
                <a:ext uri="{FF2B5EF4-FFF2-40B4-BE49-F238E27FC236}">
                  <a16:creationId xmlns:a16="http://schemas.microsoft.com/office/drawing/2014/main" id="{660187F5-7EB0-4D48-A08D-20FECBAF903A}"/>
                </a:ext>
              </a:extLst>
            </p:cNvPr>
            <p:cNvSpPr>
              <a:spLocks noChangeArrowheads="1"/>
            </p:cNvSpPr>
            <p:nvPr/>
          </p:nvSpPr>
          <p:spPr bwMode="auto">
            <a:xfrm>
              <a:off x="5208" y="1573"/>
              <a:ext cx="1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D </a:t>
              </a:r>
              <a:endParaRPr lang="en-US" altLang="en-US">
                <a:latin typeface="Arial" panose="020B0604020202020204" pitchFamily="34" charset="0"/>
              </a:endParaRPr>
            </a:p>
          </p:txBody>
        </p:sp>
        <p:sp>
          <p:nvSpPr>
            <p:cNvPr id="113683" name="Rectangle 18">
              <a:extLst>
                <a:ext uri="{FF2B5EF4-FFF2-40B4-BE49-F238E27FC236}">
                  <a16:creationId xmlns:a16="http://schemas.microsoft.com/office/drawing/2014/main" id="{6B93D51E-9127-4050-9026-4E09CEE70243}"/>
                </a:ext>
              </a:extLst>
            </p:cNvPr>
            <p:cNvSpPr>
              <a:spLocks noChangeArrowheads="1"/>
            </p:cNvSpPr>
            <p:nvPr/>
          </p:nvSpPr>
          <p:spPr bwMode="auto">
            <a:xfrm>
              <a:off x="322" y="1183"/>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C </a:t>
              </a:r>
              <a:endParaRPr lang="en-US" altLang="en-US">
                <a:latin typeface="Arial" panose="020B0604020202020204" pitchFamily="34" charset="0"/>
              </a:endParaRPr>
            </a:p>
          </p:txBody>
        </p:sp>
        <p:sp>
          <p:nvSpPr>
            <p:cNvPr id="113684" name="Line 19">
              <a:extLst>
                <a:ext uri="{FF2B5EF4-FFF2-40B4-BE49-F238E27FC236}">
                  <a16:creationId xmlns:a16="http://schemas.microsoft.com/office/drawing/2014/main" id="{CE9F99E6-19AA-4DC3-BCB2-D87DB0F922D4}"/>
                </a:ext>
              </a:extLst>
            </p:cNvPr>
            <p:cNvSpPr>
              <a:spLocks noChangeShapeType="1"/>
            </p:cNvSpPr>
            <p:nvPr/>
          </p:nvSpPr>
          <p:spPr bwMode="auto">
            <a:xfrm flipH="1">
              <a:off x="1204" y="1726"/>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5" name="Line 20">
              <a:extLst>
                <a:ext uri="{FF2B5EF4-FFF2-40B4-BE49-F238E27FC236}">
                  <a16:creationId xmlns:a16="http://schemas.microsoft.com/office/drawing/2014/main" id="{DFC90FDE-341D-4606-B904-BCD3DB985824}"/>
                </a:ext>
              </a:extLst>
            </p:cNvPr>
            <p:cNvSpPr>
              <a:spLocks noChangeShapeType="1"/>
            </p:cNvSpPr>
            <p:nvPr/>
          </p:nvSpPr>
          <p:spPr bwMode="auto">
            <a:xfrm flipH="1">
              <a:off x="1204" y="1997"/>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6" name="Line 21">
              <a:extLst>
                <a:ext uri="{FF2B5EF4-FFF2-40B4-BE49-F238E27FC236}">
                  <a16:creationId xmlns:a16="http://schemas.microsoft.com/office/drawing/2014/main" id="{A9839D20-B892-4A0A-852D-AE478D6E91FA}"/>
                </a:ext>
              </a:extLst>
            </p:cNvPr>
            <p:cNvSpPr>
              <a:spLocks noChangeShapeType="1"/>
            </p:cNvSpPr>
            <p:nvPr/>
          </p:nvSpPr>
          <p:spPr bwMode="auto">
            <a:xfrm flipH="1">
              <a:off x="1917" y="1861"/>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7" name="Freeform 22">
              <a:extLst>
                <a:ext uri="{FF2B5EF4-FFF2-40B4-BE49-F238E27FC236}">
                  <a16:creationId xmlns:a16="http://schemas.microsoft.com/office/drawing/2014/main" id="{7CA7DDF2-FCFE-49F2-A4BB-B7CABCD6B916}"/>
                </a:ext>
              </a:extLst>
            </p:cNvPr>
            <p:cNvSpPr>
              <a:spLocks/>
            </p:cNvSpPr>
            <p:nvPr/>
          </p:nvSpPr>
          <p:spPr bwMode="auto">
            <a:xfrm>
              <a:off x="1374" y="1624"/>
              <a:ext cx="526" cy="492"/>
            </a:xfrm>
            <a:custGeom>
              <a:avLst/>
              <a:gdLst>
                <a:gd name="T0" fmla="*/ 0 w 526"/>
                <a:gd name="T1" fmla="*/ 0 h 492"/>
                <a:gd name="T2" fmla="*/ 68 w 526"/>
                <a:gd name="T3" fmla="*/ 153 h 492"/>
                <a:gd name="T4" fmla="*/ 68 w 526"/>
                <a:gd name="T5" fmla="*/ 322 h 492"/>
                <a:gd name="T6" fmla="*/ 0 w 526"/>
                <a:gd name="T7" fmla="*/ 492 h 492"/>
                <a:gd name="T8" fmla="*/ 186 w 526"/>
                <a:gd name="T9" fmla="*/ 492 h 492"/>
                <a:gd name="T10" fmla="*/ 526 w 526"/>
                <a:gd name="T11" fmla="*/ 254 h 492"/>
                <a:gd name="T12" fmla="*/ 186 w 526"/>
                <a:gd name="T13" fmla="*/ 0 h 492"/>
                <a:gd name="T14" fmla="*/ 0 w 526"/>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26"/>
                <a:gd name="T25" fmla="*/ 0 h 492"/>
                <a:gd name="T26" fmla="*/ 526 w 526"/>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6" h="492">
                  <a:moveTo>
                    <a:pt x="0" y="0"/>
                  </a:moveTo>
                  <a:lnTo>
                    <a:pt x="68" y="153"/>
                  </a:lnTo>
                  <a:lnTo>
                    <a:pt x="68" y="322"/>
                  </a:lnTo>
                  <a:lnTo>
                    <a:pt x="0" y="492"/>
                  </a:lnTo>
                  <a:lnTo>
                    <a:pt x="186" y="492"/>
                  </a:lnTo>
                  <a:lnTo>
                    <a:pt x="526" y="254"/>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88" name="Line 23">
              <a:extLst>
                <a:ext uri="{FF2B5EF4-FFF2-40B4-BE49-F238E27FC236}">
                  <a16:creationId xmlns:a16="http://schemas.microsoft.com/office/drawing/2014/main" id="{CFDB6703-3498-474E-847A-2BC4F1355D36}"/>
                </a:ext>
              </a:extLst>
            </p:cNvPr>
            <p:cNvSpPr>
              <a:spLocks noChangeShapeType="1"/>
            </p:cNvSpPr>
            <p:nvPr/>
          </p:nvSpPr>
          <p:spPr bwMode="auto">
            <a:xfrm>
              <a:off x="1374" y="1624"/>
              <a:ext cx="68"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9" name="Line 24">
              <a:extLst>
                <a:ext uri="{FF2B5EF4-FFF2-40B4-BE49-F238E27FC236}">
                  <a16:creationId xmlns:a16="http://schemas.microsoft.com/office/drawing/2014/main" id="{69C7E9DE-9F06-4209-83DC-695D7713B56A}"/>
                </a:ext>
              </a:extLst>
            </p:cNvPr>
            <p:cNvSpPr>
              <a:spLocks noChangeShapeType="1"/>
            </p:cNvSpPr>
            <p:nvPr/>
          </p:nvSpPr>
          <p:spPr bwMode="auto">
            <a:xfrm>
              <a:off x="1442" y="1777"/>
              <a:ext cx="1"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0" name="Line 25">
              <a:extLst>
                <a:ext uri="{FF2B5EF4-FFF2-40B4-BE49-F238E27FC236}">
                  <a16:creationId xmlns:a16="http://schemas.microsoft.com/office/drawing/2014/main" id="{EC653B83-3B40-466C-83C4-8BB8657D6E8E}"/>
                </a:ext>
              </a:extLst>
            </p:cNvPr>
            <p:cNvSpPr>
              <a:spLocks noChangeShapeType="1"/>
            </p:cNvSpPr>
            <p:nvPr/>
          </p:nvSpPr>
          <p:spPr bwMode="auto">
            <a:xfrm flipH="1">
              <a:off x="1374" y="1946"/>
              <a:ext cx="68"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1" name="Line 26">
              <a:extLst>
                <a:ext uri="{FF2B5EF4-FFF2-40B4-BE49-F238E27FC236}">
                  <a16:creationId xmlns:a16="http://schemas.microsoft.com/office/drawing/2014/main" id="{1D6AEBC7-36B5-4B2F-B14E-2D38661871FE}"/>
                </a:ext>
              </a:extLst>
            </p:cNvPr>
            <p:cNvSpPr>
              <a:spLocks noChangeShapeType="1"/>
            </p:cNvSpPr>
            <p:nvPr/>
          </p:nvSpPr>
          <p:spPr bwMode="auto">
            <a:xfrm>
              <a:off x="1374" y="2116"/>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2" name="Line 27">
              <a:extLst>
                <a:ext uri="{FF2B5EF4-FFF2-40B4-BE49-F238E27FC236}">
                  <a16:creationId xmlns:a16="http://schemas.microsoft.com/office/drawing/2014/main" id="{4C8715E8-35C8-472F-BA9F-6CB82A95174A}"/>
                </a:ext>
              </a:extLst>
            </p:cNvPr>
            <p:cNvSpPr>
              <a:spLocks noChangeShapeType="1"/>
            </p:cNvSpPr>
            <p:nvPr/>
          </p:nvSpPr>
          <p:spPr bwMode="auto">
            <a:xfrm flipV="1">
              <a:off x="1560" y="1878"/>
              <a:ext cx="340" cy="238"/>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3" name="Line 28">
              <a:extLst>
                <a:ext uri="{FF2B5EF4-FFF2-40B4-BE49-F238E27FC236}">
                  <a16:creationId xmlns:a16="http://schemas.microsoft.com/office/drawing/2014/main" id="{02F197A7-9DE1-45B4-952D-FE4D88E2A550}"/>
                </a:ext>
              </a:extLst>
            </p:cNvPr>
            <p:cNvSpPr>
              <a:spLocks noChangeShapeType="1"/>
            </p:cNvSpPr>
            <p:nvPr/>
          </p:nvSpPr>
          <p:spPr bwMode="auto">
            <a:xfrm flipH="1" flipV="1">
              <a:off x="1560" y="1624"/>
              <a:ext cx="340" cy="254"/>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4" name="Line 29">
              <a:extLst>
                <a:ext uri="{FF2B5EF4-FFF2-40B4-BE49-F238E27FC236}">
                  <a16:creationId xmlns:a16="http://schemas.microsoft.com/office/drawing/2014/main" id="{FF74F59C-5BA1-4240-80F1-6B3A549E287F}"/>
                </a:ext>
              </a:extLst>
            </p:cNvPr>
            <p:cNvSpPr>
              <a:spLocks noChangeShapeType="1"/>
            </p:cNvSpPr>
            <p:nvPr/>
          </p:nvSpPr>
          <p:spPr bwMode="auto">
            <a:xfrm flipH="1">
              <a:off x="1374" y="1624"/>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5" name="Arc 30">
              <a:extLst>
                <a:ext uri="{FF2B5EF4-FFF2-40B4-BE49-F238E27FC236}">
                  <a16:creationId xmlns:a16="http://schemas.microsoft.com/office/drawing/2014/main" id="{FD8DE2BD-633F-4407-8E6D-CF0CA288D522}"/>
                </a:ext>
              </a:extLst>
            </p:cNvPr>
            <p:cNvSpPr>
              <a:spLocks/>
            </p:cNvSpPr>
            <p:nvPr/>
          </p:nvSpPr>
          <p:spPr bwMode="auto">
            <a:xfrm>
              <a:off x="1526" y="1624"/>
              <a:ext cx="393" cy="492"/>
            </a:xfrm>
            <a:custGeom>
              <a:avLst/>
              <a:gdLst>
                <a:gd name="T0" fmla="*/ 0 w 18493"/>
                <a:gd name="T1" fmla="*/ 0 h 21600"/>
                <a:gd name="T2" fmla="*/ 0 w 18493"/>
                <a:gd name="T3" fmla="*/ 0 h 21600"/>
                <a:gd name="T4" fmla="*/ 0 w 18493"/>
                <a:gd name="T5" fmla="*/ 0 h 21600"/>
                <a:gd name="T6" fmla="*/ 0 60000 65536"/>
                <a:gd name="T7" fmla="*/ 0 60000 65536"/>
                <a:gd name="T8" fmla="*/ 0 60000 65536"/>
                <a:gd name="T9" fmla="*/ 0 w 18493"/>
                <a:gd name="T10" fmla="*/ 0 h 21600"/>
                <a:gd name="T11" fmla="*/ 18493 w 18493"/>
                <a:gd name="T12" fmla="*/ 21600 h 21600"/>
              </a:gdLst>
              <a:ahLst/>
              <a:cxnLst>
                <a:cxn ang="T6">
                  <a:pos x="T0" y="T1"/>
                </a:cxn>
                <a:cxn ang="T7">
                  <a:pos x="T2" y="T3"/>
                </a:cxn>
                <a:cxn ang="T8">
                  <a:pos x="T4" y="T5"/>
                </a:cxn>
              </a:cxnLst>
              <a:rect l="T9" t="T10" r="T11" b="T12"/>
              <a:pathLst>
                <a:path w="18493" h="21600" fill="none" extrusionOk="0">
                  <a:moveTo>
                    <a:pt x="0" y="0"/>
                  </a:moveTo>
                  <a:cubicBezTo>
                    <a:pt x="15" y="0"/>
                    <a:pt x="31" y="-1"/>
                    <a:pt x="47" y="0"/>
                  </a:cubicBezTo>
                  <a:cubicBezTo>
                    <a:pt x="7581" y="0"/>
                    <a:pt x="14572" y="3926"/>
                    <a:pt x="18492" y="10361"/>
                  </a:cubicBezTo>
                </a:path>
                <a:path w="18493" h="21600" stroke="0" extrusionOk="0">
                  <a:moveTo>
                    <a:pt x="0" y="0"/>
                  </a:moveTo>
                  <a:cubicBezTo>
                    <a:pt x="15" y="0"/>
                    <a:pt x="31" y="-1"/>
                    <a:pt x="47" y="0"/>
                  </a:cubicBezTo>
                  <a:cubicBezTo>
                    <a:pt x="7581" y="0"/>
                    <a:pt x="14572" y="3926"/>
                    <a:pt x="18492" y="10361"/>
                  </a:cubicBezTo>
                  <a:lnTo>
                    <a:pt x="47" y="2160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96" name="Arc 31">
              <a:extLst>
                <a:ext uri="{FF2B5EF4-FFF2-40B4-BE49-F238E27FC236}">
                  <a16:creationId xmlns:a16="http://schemas.microsoft.com/office/drawing/2014/main" id="{BE688FE2-7798-4507-8067-27971CD47302}"/>
                </a:ext>
              </a:extLst>
            </p:cNvPr>
            <p:cNvSpPr>
              <a:spLocks/>
            </p:cNvSpPr>
            <p:nvPr/>
          </p:nvSpPr>
          <p:spPr bwMode="auto">
            <a:xfrm>
              <a:off x="1526" y="1632"/>
              <a:ext cx="386" cy="484"/>
            </a:xfrm>
            <a:custGeom>
              <a:avLst/>
              <a:gdLst>
                <a:gd name="T0" fmla="*/ 0 w 18499"/>
                <a:gd name="T1" fmla="*/ 0 h 21600"/>
                <a:gd name="T2" fmla="*/ 0 w 18499"/>
                <a:gd name="T3" fmla="*/ 0 h 21600"/>
                <a:gd name="T4" fmla="*/ 0 w 18499"/>
                <a:gd name="T5" fmla="*/ 0 h 21600"/>
                <a:gd name="T6" fmla="*/ 0 60000 65536"/>
                <a:gd name="T7" fmla="*/ 0 60000 65536"/>
                <a:gd name="T8" fmla="*/ 0 60000 65536"/>
                <a:gd name="T9" fmla="*/ 0 w 18499"/>
                <a:gd name="T10" fmla="*/ 0 h 21600"/>
                <a:gd name="T11" fmla="*/ 18499 w 18499"/>
                <a:gd name="T12" fmla="*/ 21600 h 21600"/>
              </a:gdLst>
              <a:ahLst/>
              <a:cxnLst>
                <a:cxn ang="T6">
                  <a:pos x="T0" y="T1"/>
                </a:cxn>
                <a:cxn ang="T7">
                  <a:pos x="T2" y="T3"/>
                </a:cxn>
                <a:cxn ang="T8">
                  <a:pos x="T4" y="T5"/>
                </a:cxn>
              </a:cxnLst>
              <a:rect l="T9" t="T10" r="T11" b="T12"/>
              <a:pathLst>
                <a:path w="18499" h="21600" fill="none" extrusionOk="0">
                  <a:moveTo>
                    <a:pt x="0" y="0"/>
                  </a:moveTo>
                  <a:cubicBezTo>
                    <a:pt x="15" y="0"/>
                    <a:pt x="31" y="-1"/>
                    <a:pt x="47" y="0"/>
                  </a:cubicBezTo>
                  <a:cubicBezTo>
                    <a:pt x="7586" y="0"/>
                    <a:pt x="14579" y="3930"/>
                    <a:pt x="18498" y="10371"/>
                  </a:cubicBezTo>
                </a:path>
                <a:path w="18499" h="21600" stroke="0" extrusionOk="0">
                  <a:moveTo>
                    <a:pt x="0" y="0"/>
                  </a:moveTo>
                  <a:cubicBezTo>
                    <a:pt x="15" y="0"/>
                    <a:pt x="31" y="-1"/>
                    <a:pt x="47" y="0"/>
                  </a:cubicBezTo>
                  <a:cubicBezTo>
                    <a:pt x="7586" y="0"/>
                    <a:pt x="14579" y="3930"/>
                    <a:pt x="18498" y="10371"/>
                  </a:cubicBezTo>
                  <a:lnTo>
                    <a:pt x="47" y="21600"/>
                  </a:lnTo>
                  <a:lnTo>
                    <a:pt x="0"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7" name="Arc 32">
              <a:extLst>
                <a:ext uri="{FF2B5EF4-FFF2-40B4-BE49-F238E27FC236}">
                  <a16:creationId xmlns:a16="http://schemas.microsoft.com/office/drawing/2014/main" id="{AC3643A1-5E21-483D-9361-266B44F106FB}"/>
                </a:ext>
              </a:extLst>
            </p:cNvPr>
            <p:cNvSpPr>
              <a:spLocks/>
            </p:cNvSpPr>
            <p:nvPr/>
          </p:nvSpPr>
          <p:spPr bwMode="auto">
            <a:xfrm>
              <a:off x="1526" y="1641"/>
              <a:ext cx="400" cy="492"/>
            </a:xfrm>
            <a:custGeom>
              <a:avLst/>
              <a:gdLst>
                <a:gd name="T0" fmla="*/ 0 w 18842"/>
                <a:gd name="T1" fmla="*/ 0 h 21600"/>
                <a:gd name="T2" fmla="*/ 0 w 18842"/>
                <a:gd name="T3" fmla="*/ 0 h 21600"/>
                <a:gd name="T4" fmla="*/ 0 w 18842"/>
                <a:gd name="T5" fmla="*/ 0 h 21600"/>
                <a:gd name="T6" fmla="*/ 0 60000 65536"/>
                <a:gd name="T7" fmla="*/ 0 60000 65536"/>
                <a:gd name="T8" fmla="*/ 0 60000 65536"/>
                <a:gd name="T9" fmla="*/ 0 w 18842"/>
                <a:gd name="T10" fmla="*/ 0 h 21600"/>
                <a:gd name="T11" fmla="*/ 18842 w 18842"/>
                <a:gd name="T12" fmla="*/ 21600 h 21600"/>
              </a:gdLst>
              <a:ahLst/>
              <a:cxnLst>
                <a:cxn ang="T6">
                  <a:pos x="T0" y="T1"/>
                </a:cxn>
                <a:cxn ang="T7">
                  <a:pos x="T2" y="T3"/>
                </a:cxn>
                <a:cxn ang="T8">
                  <a:pos x="T4" y="T5"/>
                </a:cxn>
              </a:cxnLst>
              <a:rect l="T9" t="T10" r="T11" b="T12"/>
              <a:pathLst>
                <a:path w="18842" h="21600" fill="none" extrusionOk="0">
                  <a:moveTo>
                    <a:pt x="18842" y="10644"/>
                  </a:moveTo>
                  <a:cubicBezTo>
                    <a:pt x="15007" y="17414"/>
                    <a:pt x="7828" y="21599"/>
                    <a:pt x="47" y="21600"/>
                  </a:cubicBezTo>
                  <a:cubicBezTo>
                    <a:pt x="31" y="21600"/>
                    <a:pt x="15" y="21599"/>
                    <a:pt x="0" y="21599"/>
                  </a:cubicBezTo>
                </a:path>
                <a:path w="18842" h="21600" stroke="0" extrusionOk="0">
                  <a:moveTo>
                    <a:pt x="18842" y="10644"/>
                  </a:moveTo>
                  <a:cubicBezTo>
                    <a:pt x="15007" y="17414"/>
                    <a:pt x="7828" y="21599"/>
                    <a:pt x="47" y="21600"/>
                  </a:cubicBezTo>
                  <a:cubicBezTo>
                    <a:pt x="31" y="21600"/>
                    <a:pt x="15" y="21599"/>
                    <a:pt x="0" y="21599"/>
                  </a:cubicBezTo>
                  <a:lnTo>
                    <a:pt x="47" y="0"/>
                  </a:lnTo>
                  <a:lnTo>
                    <a:pt x="18842" y="10644"/>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698" name="Arc 33">
              <a:extLst>
                <a:ext uri="{FF2B5EF4-FFF2-40B4-BE49-F238E27FC236}">
                  <a16:creationId xmlns:a16="http://schemas.microsoft.com/office/drawing/2014/main" id="{D1B8E2E4-DCDE-404F-AECE-3901FA3816D0}"/>
                </a:ext>
              </a:extLst>
            </p:cNvPr>
            <p:cNvSpPr>
              <a:spLocks/>
            </p:cNvSpPr>
            <p:nvPr/>
          </p:nvSpPr>
          <p:spPr bwMode="auto">
            <a:xfrm>
              <a:off x="1526" y="1641"/>
              <a:ext cx="393" cy="484"/>
            </a:xfrm>
            <a:custGeom>
              <a:avLst/>
              <a:gdLst>
                <a:gd name="T0" fmla="*/ 0 w 18848"/>
                <a:gd name="T1" fmla="*/ 0 h 21600"/>
                <a:gd name="T2" fmla="*/ 0 w 18848"/>
                <a:gd name="T3" fmla="*/ 0 h 21600"/>
                <a:gd name="T4" fmla="*/ 0 w 18848"/>
                <a:gd name="T5" fmla="*/ 0 h 21600"/>
                <a:gd name="T6" fmla="*/ 0 60000 65536"/>
                <a:gd name="T7" fmla="*/ 0 60000 65536"/>
                <a:gd name="T8" fmla="*/ 0 60000 65536"/>
                <a:gd name="T9" fmla="*/ 0 w 18848"/>
                <a:gd name="T10" fmla="*/ 0 h 21600"/>
                <a:gd name="T11" fmla="*/ 18848 w 18848"/>
                <a:gd name="T12" fmla="*/ 21600 h 21600"/>
              </a:gdLst>
              <a:ahLst/>
              <a:cxnLst>
                <a:cxn ang="T6">
                  <a:pos x="T0" y="T1"/>
                </a:cxn>
                <a:cxn ang="T7">
                  <a:pos x="T2" y="T3"/>
                </a:cxn>
                <a:cxn ang="T8">
                  <a:pos x="T4" y="T5"/>
                </a:cxn>
              </a:cxnLst>
              <a:rect l="T9" t="T10" r="T11" b="T12"/>
              <a:pathLst>
                <a:path w="18848" h="21600" fill="none" extrusionOk="0">
                  <a:moveTo>
                    <a:pt x="18848" y="10634"/>
                  </a:moveTo>
                  <a:cubicBezTo>
                    <a:pt x="15015" y="17410"/>
                    <a:pt x="7832" y="21599"/>
                    <a:pt x="47" y="21600"/>
                  </a:cubicBezTo>
                  <a:cubicBezTo>
                    <a:pt x="31" y="21600"/>
                    <a:pt x="15" y="21599"/>
                    <a:pt x="0" y="21599"/>
                  </a:cubicBezTo>
                </a:path>
                <a:path w="18848" h="21600" stroke="0" extrusionOk="0">
                  <a:moveTo>
                    <a:pt x="18848" y="10634"/>
                  </a:moveTo>
                  <a:cubicBezTo>
                    <a:pt x="15015" y="17410"/>
                    <a:pt x="7832" y="21599"/>
                    <a:pt x="47" y="21600"/>
                  </a:cubicBezTo>
                  <a:cubicBezTo>
                    <a:pt x="31" y="21600"/>
                    <a:pt x="15" y="21599"/>
                    <a:pt x="0" y="21599"/>
                  </a:cubicBezTo>
                  <a:lnTo>
                    <a:pt x="47" y="0"/>
                  </a:lnTo>
                  <a:lnTo>
                    <a:pt x="18848" y="10634"/>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699" name="Line 34">
              <a:extLst>
                <a:ext uri="{FF2B5EF4-FFF2-40B4-BE49-F238E27FC236}">
                  <a16:creationId xmlns:a16="http://schemas.microsoft.com/office/drawing/2014/main" id="{FB5330B2-A0C3-4161-88BD-85FDE12F8ED2}"/>
                </a:ext>
              </a:extLst>
            </p:cNvPr>
            <p:cNvSpPr>
              <a:spLocks noChangeShapeType="1"/>
            </p:cNvSpPr>
            <p:nvPr/>
          </p:nvSpPr>
          <p:spPr bwMode="auto">
            <a:xfrm>
              <a:off x="1374" y="1624"/>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0" name="Line 35">
              <a:extLst>
                <a:ext uri="{FF2B5EF4-FFF2-40B4-BE49-F238E27FC236}">
                  <a16:creationId xmlns:a16="http://schemas.microsoft.com/office/drawing/2014/main" id="{459DD64C-60D8-4D06-A7F9-3CF68CFFA53B}"/>
                </a:ext>
              </a:extLst>
            </p:cNvPr>
            <p:cNvSpPr>
              <a:spLocks noChangeShapeType="1"/>
            </p:cNvSpPr>
            <p:nvPr/>
          </p:nvSpPr>
          <p:spPr bwMode="auto">
            <a:xfrm>
              <a:off x="1374" y="2116"/>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1" name="Line 36">
              <a:extLst>
                <a:ext uri="{FF2B5EF4-FFF2-40B4-BE49-F238E27FC236}">
                  <a16:creationId xmlns:a16="http://schemas.microsoft.com/office/drawing/2014/main" id="{4555A9D7-DFDD-4708-B193-6D5A80AF9DA3}"/>
                </a:ext>
              </a:extLst>
            </p:cNvPr>
            <p:cNvSpPr>
              <a:spLocks noChangeShapeType="1"/>
            </p:cNvSpPr>
            <p:nvPr/>
          </p:nvSpPr>
          <p:spPr bwMode="auto">
            <a:xfrm>
              <a:off x="1374" y="1624"/>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2" name="Line 37">
              <a:extLst>
                <a:ext uri="{FF2B5EF4-FFF2-40B4-BE49-F238E27FC236}">
                  <a16:creationId xmlns:a16="http://schemas.microsoft.com/office/drawing/2014/main" id="{012C09E7-F158-4662-94E1-16E294E6F16C}"/>
                </a:ext>
              </a:extLst>
            </p:cNvPr>
            <p:cNvSpPr>
              <a:spLocks noChangeShapeType="1"/>
            </p:cNvSpPr>
            <p:nvPr/>
          </p:nvSpPr>
          <p:spPr bwMode="auto">
            <a:xfrm>
              <a:off x="1391" y="165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3" name="Line 38">
              <a:extLst>
                <a:ext uri="{FF2B5EF4-FFF2-40B4-BE49-F238E27FC236}">
                  <a16:creationId xmlns:a16="http://schemas.microsoft.com/office/drawing/2014/main" id="{1E03FFF7-2621-463A-8070-962D303A0813}"/>
                </a:ext>
              </a:extLst>
            </p:cNvPr>
            <p:cNvSpPr>
              <a:spLocks noChangeShapeType="1"/>
            </p:cNvSpPr>
            <p:nvPr/>
          </p:nvSpPr>
          <p:spPr bwMode="auto">
            <a:xfrm>
              <a:off x="1408" y="170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4" name="Line 39">
              <a:extLst>
                <a:ext uri="{FF2B5EF4-FFF2-40B4-BE49-F238E27FC236}">
                  <a16:creationId xmlns:a16="http://schemas.microsoft.com/office/drawing/2014/main" id="{0E3A69D9-67DD-4340-B846-CB6C463F2ECC}"/>
                </a:ext>
              </a:extLst>
            </p:cNvPr>
            <p:cNvSpPr>
              <a:spLocks noChangeShapeType="1"/>
            </p:cNvSpPr>
            <p:nvPr/>
          </p:nvSpPr>
          <p:spPr bwMode="auto">
            <a:xfrm>
              <a:off x="1425" y="1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5" name="Line 40">
              <a:extLst>
                <a:ext uri="{FF2B5EF4-FFF2-40B4-BE49-F238E27FC236}">
                  <a16:creationId xmlns:a16="http://schemas.microsoft.com/office/drawing/2014/main" id="{9952E487-B664-422D-B5D5-37467C3CAA7E}"/>
                </a:ext>
              </a:extLst>
            </p:cNvPr>
            <p:cNvSpPr>
              <a:spLocks noChangeShapeType="1"/>
            </p:cNvSpPr>
            <p:nvPr/>
          </p:nvSpPr>
          <p:spPr bwMode="auto">
            <a:xfrm>
              <a:off x="1442"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6" name="Line 41">
              <a:extLst>
                <a:ext uri="{FF2B5EF4-FFF2-40B4-BE49-F238E27FC236}">
                  <a16:creationId xmlns:a16="http://schemas.microsoft.com/office/drawing/2014/main" id="{E26B7155-65E5-4756-B0B6-847BFF754891}"/>
                </a:ext>
              </a:extLst>
            </p:cNvPr>
            <p:cNvSpPr>
              <a:spLocks noChangeShapeType="1"/>
            </p:cNvSpPr>
            <p:nvPr/>
          </p:nvSpPr>
          <p:spPr bwMode="auto">
            <a:xfrm>
              <a:off x="1442" y="1811"/>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7" name="Line 42">
              <a:extLst>
                <a:ext uri="{FF2B5EF4-FFF2-40B4-BE49-F238E27FC236}">
                  <a16:creationId xmlns:a16="http://schemas.microsoft.com/office/drawing/2014/main" id="{3AB87CE4-C6F8-4CD0-9247-BD67D0B2F1BC}"/>
                </a:ext>
              </a:extLst>
            </p:cNvPr>
            <p:cNvSpPr>
              <a:spLocks noChangeShapeType="1"/>
            </p:cNvSpPr>
            <p:nvPr/>
          </p:nvSpPr>
          <p:spPr bwMode="auto">
            <a:xfrm>
              <a:off x="1442" y="1844"/>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8" name="Line 43">
              <a:extLst>
                <a:ext uri="{FF2B5EF4-FFF2-40B4-BE49-F238E27FC236}">
                  <a16:creationId xmlns:a16="http://schemas.microsoft.com/office/drawing/2014/main" id="{288EF8BF-44ED-45D9-9C1C-0D71061A1B92}"/>
                </a:ext>
              </a:extLst>
            </p:cNvPr>
            <p:cNvSpPr>
              <a:spLocks noChangeShapeType="1"/>
            </p:cNvSpPr>
            <p:nvPr/>
          </p:nvSpPr>
          <p:spPr bwMode="auto">
            <a:xfrm>
              <a:off x="1442" y="189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9" name="Line 44">
              <a:extLst>
                <a:ext uri="{FF2B5EF4-FFF2-40B4-BE49-F238E27FC236}">
                  <a16:creationId xmlns:a16="http://schemas.microsoft.com/office/drawing/2014/main" id="{39255349-E0D0-4BA5-AC59-E3942106A389}"/>
                </a:ext>
              </a:extLst>
            </p:cNvPr>
            <p:cNvSpPr>
              <a:spLocks noChangeShapeType="1"/>
            </p:cNvSpPr>
            <p:nvPr/>
          </p:nvSpPr>
          <p:spPr bwMode="auto">
            <a:xfrm>
              <a:off x="1442" y="1929"/>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0" name="Line 45">
              <a:extLst>
                <a:ext uri="{FF2B5EF4-FFF2-40B4-BE49-F238E27FC236}">
                  <a16:creationId xmlns:a16="http://schemas.microsoft.com/office/drawing/2014/main" id="{95EB7088-7233-4915-84F3-B87EECADA443}"/>
                </a:ext>
              </a:extLst>
            </p:cNvPr>
            <p:cNvSpPr>
              <a:spLocks noChangeShapeType="1"/>
            </p:cNvSpPr>
            <p:nvPr/>
          </p:nvSpPr>
          <p:spPr bwMode="auto">
            <a:xfrm flipH="1">
              <a:off x="1425" y="192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1" name="Line 46">
              <a:extLst>
                <a:ext uri="{FF2B5EF4-FFF2-40B4-BE49-F238E27FC236}">
                  <a16:creationId xmlns:a16="http://schemas.microsoft.com/office/drawing/2014/main" id="{F249DB1E-B212-40D6-9ED8-B7F1B899955C}"/>
                </a:ext>
              </a:extLst>
            </p:cNvPr>
            <p:cNvSpPr>
              <a:spLocks noChangeShapeType="1"/>
            </p:cNvSpPr>
            <p:nvPr/>
          </p:nvSpPr>
          <p:spPr bwMode="auto">
            <a:xfrm flipH="1">
              <a:off x="1408" y="198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2" name="Line 47">
              <a:extLst>
                <a:ext uri="{FF2B5EF4-FFF2-40B4-BE49-F238E27FC236}">
                  <a16:creationId xmlns:a16="http://schemas.microsoft.com/office/drawing/2014/main" id="{E0B3FEB6-3404-420A-9D33-41F68D5D4BEC}"/>
                </a:ext>
              </a:extLst>
            </p:cNvPr>
            <p:cNvSpPr>
              <a:spLocks noChangeShapeType="1"/>
            </p:cNvSpPr>
            <p:nvPr/>
          </p:nvSpPr>
          <p:spPr bwMode="auto">
            <a:xfrm flipH="1">
              <a:off x="1391" y="201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3" name="Line 48">
              <a:extLst>
                <a:ext uri="{FF2B5EF4-FFF2-40B4-BE49-F238E27FC236}">
                  <a16:creationId xmlns:a16="http://schemas.microsoft.com/office/drawing/2014/main" id="{3FB3D736-0748-494B-B21A-B5DBBC65D76F}"/>
                </a:ext>
              </a:extLst>
            </p:cNvPr>
            <p:cNvSpPr>
              <a:spLocks noChangeShapeType="1"/>
            </p:cNvSpPr>
            <p:nvPr/>
          </p:nvSpPr>
          <p:spPr bwMode="auto">
            <a:xfrm flipH="1">
              <a:off x="1374" y="2065"/>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4" name="Arc 49">
              <a:extLst>
                <a:ext uri="{FF2B5EF4-FFF2-40B4-BE49-F238E27FC236}">
                  <a16:creationId xmlns:a16="http://schemas.microsoft.com/office/drawing/2014/main" id="{1602AFBE-FD6E-4FF5-9274-3846A66029D2}"/>
                </a:ext>
              </a:extLst>
            </p:cNvPr>
            <p:cNvSpPr>
              <a:spLocks/>
            </p:cNvSpPr>
            <p:nvPr/>
          </p:nvSpPr>
          <p:spPr bwMode="auto">
            <a:xfrm>
              <a:off x="1526" y="1632"/>
              <a:ext cx="386" cy="484"/>
            </a:xfrm>
            <a:custGeom>
              <a:avLst/>
              <a:gdLst>
                <a:gd name="T0" fmla="*/ 0 w 18499"/>
                <a:gd name="T1" fmla="*/ 0 h 21600"/>
                <a:gd name="T2" fmla="*/ 0 w 18499"/>
                <a:gd name="T3" fmla="*/ 0 h 21600"/>
                <a:gd name="T4" fmla="*/ 0 w 18499"/>
                <a:gd name="T5" fmla="*/ 0 h 21600"/>
                <a:gd name="T6" fmla="*/ 0 60000 65536"/>
                <a:gd name="T7" fmla="*/ 0 60000 65536"/>
                <a:gd name="T8" fmla="*/ 0 60000 65536"/>
                <a:gd name="T9" fmla="*/ 0 w 18499"/>
                <a:gd name="T10" fmla="*/ 0 h 21600"/>
                <a:gd name="T11" fmla="*/ 18499 w 18499"/>
                <a:gd name="T12" fmla="*/ 21600 h 21600"/>
              </a:gdLst>
              <a:ahLst/>
              <a:cxnLst>
                <a:cxn ang="T6">
                  <a:pos x="T0" y="T1"/>
                </a:cxn>
                <a:cxn ang="T7">
                  <a:pos x="T2" y="T3"/>
                </a:cxn>
                <a:cxn ang="T8">
                  <a:pos x="T4" y="T5"/>
                </a:cxn>
              </a:cxnLst>
              <a:rect l="T9" t="T10" r="T11" b="T12"/>
              <a:pathLst>
                <a:path w="18499" h="21600" fill="none" extrusionOk="0">
                  <a:moveTo>
                    <a:pt x="0" y="0"/>
                  </a:moveTo>
                  <a:cubicBezTo>
                    <a:pt x="15" y="0"/>
                    <a:pt x="31" y="-1"/>
                    <a:pt x="47" y="0"/>
                  </a:cubicBezTo>
                  <a:cubicBezTo>
                    <a:pt x="7586" y="0"/>
                    <a:pt x="14579" y="3930"/>
                    <a:pt x="18498" y="10371"/>
                  </a:cubicBezTo>
                </a:path>
                <a:path w="18499" h="21600" stroke="0" extrusionOk="0">
                  <a:moveTo>
                    <a:pt x="0" y="0"/>
                  </a:moveTo>
                  <a:cubicBezTo>
                    <a:pt x="15" y="0"/>
                    <a:pt x="31" y="-1"/>
                    <a:pt x="47" y="0"/>
                  </a:cubicBezTo>
                  <a:cubicBezTo>
                    <a:pt x="7586" y="0"/>
                    <a:pt x="14579" y="3930"/>
                    <a:pt x="18498" y="10371"/>
                  </a:cubicBezTo>
                  <a:lnTo>
                    <a:pt x="47" y="21600"/>
                  </a:lnTo>
                  <a:lnTo>
                    <a:pt x="0"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15" name="Line 50">
              <a:extLst>
                <a:ext uri="{FF2B5EF4-FFF2-40B4-BE49-F238E27FC236}">
                  <a16:creationId xmlns:a16="http://schemas.microsoft.com/office/drawing/2014/main" id="{8A207632-02E1-4E14-A7C8-A5E5B672B0E0}"/>
                </a:ext>
              </a:extLst>
            </p:cNvPr>
            <p:cNvSpPr>
              <a:spLocks noChangeShapeType="1"/>
            </p:cNvSpPr>
            <p:nvPr/>
          </p:nvSpPr>
          <p:spPr bwMode="auto">
            <a:xfrm>
              <a:off x="1306" y="1624"/>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6" name="Line 51">
              <a:extLst>
                <a:ext uri="{FF2B5EF4-FFF2-40B4-BE49-F238E27FC236}">
                  <a16:creationId xmlns:a16="http://schemas.microsoft.com/office/drawing/2014/main" id="{A0068CF3-044E-4435-8309-B80D6997CA51}"/>
                </a:ext>
              </a:extLst>
            </p:cNvPr>
            <p:cNvSpPr>
              <a:spLocks noChangeShapeType="1"/>
            </p:cNvSpPr>
            <p:nvPr/>
          </p:nvSpPr>
          <p:spPr bwMode="auto">
            <a:xfrm>
              <a:off x="1323" y="165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7" name="Line 52">
              <a:extLst>
                <a:ext uri="{FF2B5EF4-FFF2-40B4-BE49-F238E27FC236}">
                  <a16:creationId xmlns:a16="http://schemas.microsoft.com/office/drawing/2014/main" id="{079CE71D-892B-4CCD-806D-25037514120A}"/>
                </a:ext>
              </a:extLst>
            </p:cNvPr>
            <p:cNvSpPr>
              <a:spLocks noChangeShapeType="1"/>
            </p:cNvSpPr>
            <p:nvPr/>
          </p:nvSpPr>
          <p:spPr bwMode="auto">
            <a:xfrm>
              <a:off x="1340" y="170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8" name="Line 53">
              <a:extLst>
                <a:ext uri="{FF2B5EF4-FFF2-40B4-BE49-F238E27FC236}">
                  <a16:creationId xmlns:a16="http://schemas.microsoft.com/office/drawing/2014/main" id="{617BACC7-7876-4F83-8218-F37A50EDFCAC}"/>
                </a:ext>
              </a:extLst>
            </p:cNvPr>
            <p:cNvSpPr>
              <a:spLocks noChangeShapeType="1"/>
            </p:cNvSpPr>
            <p:nvPr/>
          </p:nvSpPr>
          <p:spPr bwMode="auto">
            <a:xfrm>
              <a:off x="1357" y="1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9" name="Line 54">
              <a:extLst>
                <a:ext uri="{FF2B5EF4-FFF2-40B4-BE49-F238E27FC236}">
                  <a16:creationId xmlns:a16="http://schemas.microsoft.com/office/drawing/2014/main" id="{92D5F7FD-3803-4579-93D2-EEC6FB2AECEB}"/>
                </a:ext>
              </a:extLst>
            </p:cNvPr>
            <p:cNvSpPr>
              <a:spLocks noChangeShapeType="1"/>
            </p:cNvSpPr>
            <p:nvPr/>
          </p:nvSpPr>
          <p:spPr bwMode="auto">
            <a:xfrm>
              <a:off x="1374"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0" name="Line 55">
              <a:extLst>
                <a:ext uri="{FF2B5EF4-FFF2-40B4-BE49-F238E27FC236}">
                  <a16:creationId xmlns:a16="http://schemas.microsoft.com/office/drawing/2014/main" id="{EC84DD25-BD96-41CE-B384-0FC4C661AE12}"/>
                </a:ext>
              </a:extLst>
            </p:cNvPr>
            <p:cNvSpPr>
              <a:spLocks noChangeShapeType="1"/>
            </p:cNvSpPr>
            <p:nvPr/>
          </p:nvSpPr>
          <p:spPr bwMode="auto">
            <a:xfrm>
              <a:off x="1374" y="1811"/>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1" name="Line 56">
              <a:extLst>
                <a:ext uri="{FF2B5EF4-FFF2-40B4-BE49-F238E27FC236}">
                  <a16:creationId xmlns:a16="http://schemas.microsoft.com/office/drawing/2014/main" id="{0136BF4A-4A60-4E84-B737-C2B2A8B5E81E}"/>
                </a:ext>
              </a:extLst>
            </p:cNvPr>
            <p:cNvSpPr>
              <a:spLocks noChangeShapeType="1"/>
            </p:cNvSpPr>
            <p:nvPr/>
          </p:nvSpPr>
          <p:spPr bwMode="auto">
            <a:xfrm>
              <a:off x="1374" y="1844"/>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2" name="Line 57">
              <a:extLst>
                <a:ext uri="{FF2B5EF4-FFF2-40B4-BE49-F238E27FC236}">
                  <a16:creationId xmlns:a16="http://schemas.microsoft.com/office/drawing/2014/main" id="{34F4CB92-9BAD-41A1-9466-6EAACBABDB48}"/>
                </a:ext>
              </a:extLst>
            </p:cNvPr>
            <p:cNvSpPr>
              <a:spLocks noChangeShapeType="1"/>
            </p:cNvSpPr>
            <p:nvPr/>
          </p:nvSpPr>
          <p:spPr bwMode="auto">
            <a:xfrm>
              <a:off x="1374" y="189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3" name="Line 58">
              <a:extLst>
                <a:ext uri="{FF2B5EF4-FFF2-40B4-BE49-F238E27FC236}">
                  <a16:creationId xmlns:a16="http://schemas.microsoft.com/office/drawing/2014/main" id="{3157B528-9A88-4EE8-BE9D-5E09B13463C5}"/>
                </a:ext>
              </a:extLst>
            </p:cNvPr>
            <p:cNvSpPr>
              <a:spLocks noChangeShapeType="1"/>
            </p:cNvSpPr>
            <p:nvPr/>
          </p:nvSpPr>
          <p:spPr bwMode="auto">
            <a:xfrm>
              <a:off x="1374" y="1929"/>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4" name="Line 59">
              <a:extLst>
                <a:ext uri="{FF2B5EF4-FFF2-40B4-BE49-F238E27FC236}">
                  <a16:creationId xmlns:a16="http://schemas.microsoft.com/office/drawing/2014/main" id="{2312A071-64C5-49EB-A705-77E144856E32}"/>
                </a:ext>
              </a:extLst>
            </p:cNvPr>
            <p:cNvSpPr>
              <a:spLocks noChangeShapeType="1"/>
            </p:cNvSpPr>
            <p:nvPr/>
          </p:nvSpPr>
          <p:spPr bwMode="auto">
            <a:xfrm flipH="1">
              <a:off x="1357" y="1929"/>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5" name="Line 60">
              <a:extLst>
                <a:ext uri="{FF2B5EF4-FFF2-40B4-BE49-F238E27FC236}">
                  <a16:creationId xmlns:a16="http://schemas.microsoft.com/office/drawing/2014/main" id="{1A4ABCF9-DAE9-4BD6-9A10-E04D14A3BE50}"/>
                </a:ext>
              </a:extLst>
            </p:cNvPr>
            <p:cNvSpPr>
              <a:spLocks noChangeShapeType="1"/>
            </p:cNvSpPr>
            <p:nvPr/>
          </p:nvSpPr>
          <p:spPr bwMode="auto">
            <a:xfrm flipH="1">
              <a:off x="1340" y="198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6" name="Line 61">
              <a:extLst>
                <a:ext uri="{FF2B5EF4-FFF2-40B4-BE49-F238E27FC236}">
                  <a16:creationId xmlns:a16="http://schemas.microsoft.com/office/drawing/2014/main" id="{F1358203-DBAF-4F4F-8C1A-6B53FEDE0009}"/>
                </a:ext>
              </a:extLst>
            </p:cNvPr>
            <p:cNvSpPr>
              <a:spLocks noChangeShapeType="1"/>
            </p:cNvSpPr>
            <p:nvPr/>
          </p:nvSpPr>
          <p:spPr bwMode="auto">
            <a:xfrm flipH="1">
              <a:off x="1323" y="201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7" name="Line 62">
              <a:extLst>
                <a:ext uri="{FF2B5EF4-FFF2-40B4-BE49-F238E27FC236}">
                  <a16:creationId xmlns:a16="http://schemas.microsoft.com/office/drawing/2014/main" id="{8D0DFB68-FDAB-452C-9D3C-887B4DB8FFB4}"/>
                </a:ext>
              </a:extLst>
            </p:cNvPr>
            <p:cNvSpPr>
              <a:spLocks noChangeShapeType="1"/>
            </p:cNvSpPr>
            <p:nvPr/>
          </p:nvSpPr>
          <p:spPr bwMode="auto">
            <a:xfrm flipH="1">
              <a:off x="1306" y="2065"/>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28" name="Rectangle 63">
              <a:extLst>
                <a:ext uri="{FF2B5EF4-FFF2-40B4-BE49-F238E27FC236}">
                  <a16:creationId xmlns:a16="http://schemas.microsoft.com/office/drawing/2014/main" id="{57AD8766-172F-4270-A462-B3A422075534}"/>
                </a:ext>
              </a:extLst>
            </p:cNvPr>
            <p:cNvSpPr>
              <a:spLocks noChangeArrowheads="1"/>
            </p:cNvSpPr>
            <p:nvPr/>
          </p:nvSpPr>
          <p:spPr bwMode="auto">
            <a:xfrm>
              <a:off x="1357" y="2489"/>
              <a:ext cx="271" cy="47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29" name="Line 64">
              <a:extLst>
                <a:ext uri="{FF2B5EF4-FFF2-40B4-BE49-F238E27FC236}">
                  <a16:creationId xmlns:a16="http://schemas.microsoft.com/office/drawing/2014/main" id="{A950DFD1-BA2F-410E-8BBB-A05A7339D68A}"/>
                </a:ext>
              </a:extLst>
            </p:cNvPr>
            <p:cNvSpPr>
              <a:spLocks noChangeShapeType="1"/>
            </p:cNvSpPr>
            <p:nvPr/>
          </p:nvSpPr>
          <p:spPr bwMode="auto">
            <a:xfrm flipH="1">
              <a:off x="1357" y="2489"/>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0" name="Line 65">
              <a:extLst>
                <a:ext uri="{FF2B5EF4-FFF2-40B4-BE49-F238E27FC236}">
                  <a16:creationId xmlns:a16="http://schemas.microsoft.com/office/drawing/2014/main" id="{ABBACF45-7A27-4922-BF13-3CF030209892}"/>
                </a:ext>
              </a:extLst>
            </p:cNvPr>
            <p:cNvSpPr>
              <a:spLocks noChangeShapeType="1"/>
            </p:cNvSpPr>
            <p:nvPr/>
          </p:nvSpPr>
          <p:spPr bwMode="auto">
            <a:xfrm>
              <a:off x="1357" y="2489"/>
              <a:ext cx="1" cy="475"/>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1" name="Line 66">
              <a:extLst>
                <a:ext uri="{FF2B5EF4-FFF2-40B4-BE49-F238E27FC236}">
                  <a16:creationId xmlns:a16="http://schemas.microsoft.com/office/drawing/2014/main" id="{70880EF7-B748-4D3B-8422-C9CD208A86A0}"/>
                </a:ext>
              </a:extLst>
            </p:cNvPr>
            <p:cNvSpPr>
              <a:spLocks noChangeShapeType="1"/>
            </p:cNvSpPr>
            <p:nvPr/>
          </p:nvSpPr>
          <p:spPr bwMode="auto">
            <a:xfrm>
              <a:off x="1357" y="2964"/>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2" name="Arc 67">
              <a:extLst>
                <a:ext uri="{FF2B5EF4-FFF2-40B4-BE49-F238E27FC236}">
                  <a16:creationId xmlns:a16="http://schemas.microsoft.com/office/drawing/2014/main" id="{21BE03FE-15FB-4BCA-B7B2-1391DC14A47B}"/>
                </a:ext>
              </a:extLst>
            </p:cNvPr>
            <p:cNvSpPr>
              <a:spLocks/>
            </p:cNvSpPr>
            <p:nvPr/>
          </p:nvSpPr>
          <p:spPr bwMode="auto">
            <a:xfrm>
              <a:off x="1627" y="2489"/>
              <a:ext cx="290" cy="492"/>
            </a:xfrm>
            <a:custGeom>
              <a:avLst/>
              <a:gdLst>
                <a:gd name="T0" fmla="*/ 0 w 22345"/>
                <a:gd name="T1" fmla="*/ 0 h 43200"/>
                <a:gd name="T2" fmla="*/ 0 w 22345"/>
                <a:gd name="T3" fmla="*/ 0 h 43200"/>
                <a:gd name="T4" fmla="*/ 0 w 22345"/>
                <a:gd name="T5" fmla="*/ 0 h 43200"/>
                <a:gd name="T6" fmla="*/ 0 60000 65536"/>
                <a:gd name="T7" fmla="*/ 0 60000 65536"/>
                <a:gd name="T8" fmla="*/ 0 60000 65536"/>
                <a:gd name="T9" fmla="*/ 0 w 22345"/>
                <a:gd name="T10" fmla="*/ 0 h 43200"/>
                <a:gd name="T11" fmla="*/ 22345 w 22345"/>
                <a:gd name="T12" fmla="*/ 43200 h 43200"/>
              </a:gdLst>
              <a:ahLst/>
              <a:cxnLst>
                <a:cxn ang="T6">
                  <a:pos x="T0" y="T1"/>
                </a:cxn>
                <a:cxn ang="T7">
                  <a:pos x="T2" y="T3"/>
                </a:cxn>
                <a:cxn ang="T8">
                  <a:pos x="T4" y="T5"/>
                </a:cxn>
              </a:cxnLst>
              <a:rect l="T9" t="T10" r="T11" b="T12"/>
              <a:pathLst>
                <a:path w="22345" h="43200" fill="none" extrusionOk="0">
                  <a:moveTo>
                    <a:pt x="51" y="11"/>
                  </a:moveTo>
                  <a:cubicBezTo>
                    <a:pt x="282" y="3"/>
                    <a:pt x="513" y="-1"/>
                    <a:pt x="745" y="0"/>
                  </a:cubicBezTo>
                  <a:cubicBezTo>
                    <a:pt x="12674" y="0"/>
                    <a:pt x="22345" y="9670"/>
                    <a:pt x="22345" y="21600"/>
                  </a:cubicBezTo>
                  <a:cubicBezTo>
                    <a:pt x="22345" y="33529"/>
                    <a:pt x="12674" y="43200"/>
                    <a:pt x="745" y="43200"/>
                  </a:cubicBezTo>
                  <a:cubicBezTo>
                    <a:pt x="496" y="43200"/>
                    <a:pt x="248" y="43195"/>
                    <a:pt x="-1" y="43187"/>
                  </a:cubicBezTo>
                </a:path>
                <a:path w="22345" h="43200" stroke="0" extrusionOk="0">
                  <a:moveTo>
                    <a:pt x="51" y="11"/>
                  </a:moveTo>
                  <a:cubicBezTo>
                    <a:pt x="282" y="3"/>
                    <a:pt x="513" y="-1"/>
                    <a:pt x="745" y="0"/>
                  </a:cubicBezTo>
                  <a:cubicBezTo>
                    <a:pt x="12674" y="0"/>
                    <a:pt x="22345" y="9670"/>
                    <a:pt x="22345" y="21600"/>
                  </a:cubicBezTo>
                  <a:cubicBezTo>
                    <a:pt x="22345" y="33529"/>
                    <a:pt x="12674" y="43200"/>
                    <a:pt x="745" y="43200"/>
                  </a:cubicBezTo>
                  <a:cubicBezTo>
                    <a:pt x="496" y="43200"/>
                    <a:pt x="248" y="43195"/>
                    <a:pt x="-1" y="43187"/>
                  </a:cubicBezTo>
                  <a:lnTo>
                    <a:pt x="745" y="21600"/>
                  </a:lnTo>
                  <a:lnTo>
                    <a:pt x="51"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33" name="Arc 68">
              <a:extLst>
                <a:ext uri="{FF2B5EF4-FFF2-40B4-BE49-F238E27FC236}">
                  <a16:creationId xmlns:a16="http://schemas.microsoft.com/office/drawing/2014/main" id="{227254FA-758F-4596-B3A8-ECE8A4E9AC5E}"/>
                </a:ext>
              </a:extLst>
            </p:cNvPr>
            <p:cNvSpPr>
              <a:spLocks/>
            </p:cNvSpPr>
            <p:nvPr/>
          </p:nvSpPr>
          <p:spPr bwMode="auto">
            <a:xfrm>
              <a:off x="1628" y="2497"/>
              <a:ext cx="281" cy="476"/>
            </a:xfrm>
            <a:custGeom>
              <a:avLst/>
              <a:gdLst>
                <a:gd name="T0" fmla="*/ 0 w 22342"/>
                <a:gd name="T1" fmla="*/ 0 h 43200"/>
                <a:gd name="T2" fmla="*/ 0 w 22342"/>
                <a:gd name="T3" fmla="*/ 0 h 43200"/>
                <a:gd name="T4" fmla="*/ 0 w 22342"/>
                <a:gd name="T5" fmla="*/ 0 h 43200"/>
                <a:gd name="T6" fmla="*/ 0 60000 65536"/>
                <a:gd name="T7" fmla="*/ 0 60000 65536"/>
                <a:gd name="T8" fmla="*/ 0 60000 65536"/>
                <a:gd name="T9" fmla="*/ 0 w 22342"/>
                <a:gd name="T10" fmla="*/ 0 h 43200"/>
                <a:gd name="T11" fmla="*/ 22342 w 22342"/>
                <a:gd name="T12" fmla="*/ 43200 h 43200"/>
              </a:gdLst>
              <a:ahLst/>
              <a:cxnLst>
                <a:cxn ang="T6">
                  <a:pos x="T0" y="T1"/>
                </a:cxn>
                <a:cxn ang="T7">
                  <a:pos x="T2" y="T3"/>
                </a:cxn>
                <a:cxn ang="T8">
                  <a:pos x="T4" y="T5"/>
                </a:cxn>
              </a:cxnLst>
              <a:rect l="T9" t="T10" r="T11" b="T12"/>
              <a:pathLst>
                <a:path w="22342" h="43200" fill="none" extrusionOk="0">
                  <a:moveTo>
                    <a:pt x="51" y="11"/>
                  </a:moveTo>
                  <a:cubicBezTo>
                    <a:pt x="281" y="3"/>
                    <a:pt x="511" y="-1"/>
                    <a:pt x="742" y="0"/>
                  </a:cubicBezTo>
                  <a:cubicBezTo>
                    <a:pt x="12671" y="0"/>
                    <a:pt x="22342" y="9670"/>
                    <a:pt x="22342" y="21600"/>
                  </a:cubicBezTo>
                  <a:cubicBezTo>
                    <a:pt x="22342" y="33529"/>
                    <a:pt x="12671" y="43200"/>
                    <a:pt x="742" y="43200"/>
                  </a:cubicBezTo>
                  <a:cubicBezTo>
                    <a:pt x="494" y="43200"/>
                    <a:pt x="247" y="43195"/>
                    <a:pt x="-1" y="43187"/>
                  </a:cubicBezTo>
                </a:path>
                <a:path w="22342" h="43200" stroke="0" extrusionOk="0">
                  <a:moveTo>
                    <a:pt x="51" y="11"/>
                  </a:moveTo>
                  <a:cubicBezTo>
                    <a:pt x="281" y="3"/>
                    <a:pt x="511" y="-1"/>
                    <a:pt x="742" y="0"/>
                  </a:cubicBezTo>
                  <a:cubicBezTo>
                    <a:pt x="12671" y="0"/>
                    <a:pt x="22342" y="9670"/>
                    <a:pt x="22342" y="21600"/>
                  </a:cubicBezTo>
                  <a:cubicBezTo>
                    <a:pt x="22342" y="33529"/>
                    <a:pt x="12671" y="43200"/>
                    <a:pt x="742" y="43200"/>
                  </a:cubicBezTo>
                  <a:cubicBezTo>
                    <a:pt x="494" y="43200"/>
                    <a:pt x="247" y="43195"/>
                    <a:pt x="-1" y="43187"/>
                  </a:cubicBezTo>
                  <a:lnTo>
                    <a:pt x="742" y="21600"/>
                  </a:lnTo>
                  <a:lnTo>
                    <a:pt x="51" y="11"/>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34" name="Line 69">
              <a:extLst>
                <a:ext uri="{FF2B5EF4-FFF2-40B4-BE49-F238E27FC236}">
                  <a16:creationId xmlns:a16="http://schemas.microsoft.com/office/drawing/2014/main" id="{DEBA2749-E117-4318-B6B4-5FDC3E18DE45}"/>
                </a:ext>
              </a:extLst>
            </p:cNvPr>
            <p:cNvSpPr>
              <a:spLocks noChangeShapeType="1"/>
            </p:cNvSpPr>
            <p:nvPr/>
          </p:nvSpPr>
          <p:spPr bwMode="auto">
            <a:xfrm flipH="1">
              <a:off x="1119"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5" name="Line 70">
              <a:extLst>
                <a:ext uri="{FF2B5EF4-FFF2-40B4-BE49-F238E27FC236}">
                  <a16:creationId xmlns:a16="http://schemas.microsoft.com/office/drawing/2014/main" id="{B4869B10-083C-40EA-9C41-F58D170B6E98}"/>
                </a:ext>
              </a:extLst>
            </p:cNvPr>
            <p:cNvSpPr>
              <a:spLocks noChangeShapeType="1"/>
            </p:cNvSpPr>
            <p:nvPr/>
          </p:nvSpPr>
          <p:spPr bwMode="auto">
            <a:xfrm flipH="1">
              <a:off x="1900" y="2726"/>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6" name="Line 71">
              <a:extLst>
                <a:ext uri="{FF2B5EF4-FFF2-40B4-BE49-F238E27FC236}">
                  <a16:creationId xmlns:a16="http://schemas.microsoft.com/office/drawing/2014/main" id="{71D26A51-46CA-4935-990B-B910C1C41481}"/>
                </a:ext>
              </a:extLst>
            </p:cNvPr>
            <p:cNvSpPr>
              <a:spLocks noChangeShapeType="1"/>
            </p:cNvSpPr>
            <p:nvPr/>
          </p:nvSpPr>
          <p:spPr bwMode="auto">
            <a:xfrm flipH="1">
              <a:off x="627" y="1726"/>
              <a:ext cx="57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7" name="Line 72">
              <a:extLst>
                <a:ext uri="{FF2B5EF4-FFF2-40B4-BE49-F238E27FC236}">
                  <a16:creationId xmlns:a16="http://schemas.microsoft.com/office/drawing/2014/main" id="{EB96DBE2-E369-4821-8183-57EFC150FDF8}"/>
                </a:ext>
              </a:extLst>
            </p:cNvPr>
            <p:cNvSpPr>
              <a:spLocks noChangeShapeType="1"/>
            </p:cNvSpPr>
            <p:nvPr/>
          </p:nvSpPr>
          <p:spPr bwMode="auto">
            <a:xfrm flipH="1">
              <a:off x="644" y="1997"/>
              <a:ext cx="57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8" name="Line 73">
              <a:extLst>
                <a:ext uri="{FF2B5EF4-FFF2-40B4-BE49-F238E27FC236}">
                  <a16:creationId xmlns:a16="http://schemas.microsoft.com/office/drawing/2014/main" id="{A9CF6989-3E7E-492F-B30D-C004E2E14778}"/>
                </a:ext>
              </a:extLst>
            </p:cNvPr>
            <p:cNvSpPr>
              <a:spLocks noChangeShapeType="1"/>
            </p:cNvSpPr>
            <p:nvPr/>
          </p:nvSpPr>
          <p:spPr bwMode="auto">
            <a:xfrm>
              <a:off x="831" y="2014"/>
              <a:ext cx="1" cy="83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39" name="Line 74">
              <a:extLst>
                <a:ext uri="{FF2B5EF4-FFF2-40B4-BE49-F238E27FC236}">
                  <a16:creationId xmlns:a16="http://schemas.microsoft.com/office/drawing/2014/main" id="{588B66D3-883E-47B9-925C-B5E9CE84268E}"/>
                </a:ext>
              </a:extLst>
            </p:cNvPr>
            <p:cNvSpPr>
              <a:spLocks noChangeShapeType="1"/>
            </p:cNvSpPr>
            <p:nvPr/>
          </p:nvSpPr>
          <p:spPr bwMode="auto">
            <a:xfrm flipH="1">
              <a:off x="831" y="2862"/>
              <a:ext cx="30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0" name="Line 75">
              <a:extLst>
                <a:ext uri="{FF2B5EF4-FFF2-40B4-BE49-F238E27FC236}">
                  <a16:creationId xmlns:a16="http://schemas.microsoft.com/office/drawing/2014/main" id="{C45A85E8-0982-4A1D-BB6C-9D67DC7EE53E}"/>
                </a:ext>
              </a:extLst>
            </p:cNvPr>
            <p:cNvSpPr>
              <a:spLocks noChangeShapeType="1"/>
            </p:cNvSpPr>
            <p:nvPr/>
          </p:nvSpPr>
          <p:spPr bwMode="auto">
            <a:xfrm flipV="1">
              <a:off x="1055" y="1743"/>
              <a:ext cx="1" cy="848"/>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1" name="Oval 76">
              <a:extLst>
                <a:ext uri="{FF2B5EF4-FFF2-40B4-BE49-F238E27FC236}">
                  <a16:creationId xmlns:a16="http://schemas.microsoft.com/office/drawing/2014/main" id="{2DEA4ADC-774E-4137-A97F-6770AD5C6215}"/>
                </a:ext>
              </a:extLst>
            </p:cNvPr>
            <p:cNvSpPr>
              <a:spLocks noChangeArrowheads="1"/>
            </p:cNvSpPr>
            <p:nvPr/>
          </p:nvSpPr>
          <p:spPr bwMode="auto">
            <a:xfrm>
              <a:off x="805" y="1971"/>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42" name="Oval 77">
              <a:extLst>
                <a:ext uri="{FF2B5EF4-FFF2-40B4-BE49-F238E27FC236}">
                  <a16:creationId xmlns:a16="http://schemas.microsoft.com/office/drawing/2014/main" id="{F0C27D12-4608-4BDD-99CC-B49CB9E09A6A}"/>
                </a:ext>
              </a:extLst>
            </p:cNvPr>
            <p:cNvSpPr>
              <a:spLocks noChangeArrowheads="1"/>
            </p:cNvSpPr>
            <p:nvPr/>
          </p:nvSpPr>
          <p:spPr bwMode="auto">
            <a:xfrm>
              <a:off x="1035" y="1717"/>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43" name="Line 78">
              <a:extLst>
                <a:ext uri="{FF2B5EF4-FFF2-40B4-BE49-F238E27FC236}">
                  <a16:creationId xmlns:a16="http://schemas.microsoft.com/office/drawing/2014/main" id="{29926961-6AF9-4E04-9D00-91CA9489F27F}"/>
                </a:ext>
              </a:extLst>
            </p:cNvPr>
            <p:cNvSpPr>
              <a:spLocks noChangeShapeType="1"/>
            </p:cNvSpPr>
            <p:nvPr/>
          </p:nvSpPr>
          <p:spPr bwMode="auto">
            <a:xfrm flipH="1">
              <a:off x="3257" y="1590"/>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4" name="Line 79">
              <a:extLst>
                <a:ext uri="{FF2B5EF4-FFF2-40B4-BE49-F238E27FC236}">
                  <a16:creationId xmlns:a16="http://schemas.microsoft.com/office/drawing/2014/main" id="{8DC0001F-F899-45DE-B3D8-6F5BDCB7FABC}"/>
                </a:ext>
              </a:extLst>
            </p:cNvPr>
            <p:cNvSpPr>
              <a:spLocks noChangeShapeType="1"/>
            </p:cNvSpPr>
            <p:nvPr/>
          </p:nvSpPr>
          <p:spPr bwMode="auto">
            <a:xfrm flipH="1">
              <a:off x="3257" y="1861"/>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5" name="Line 80">
              <a:extLst>
                <a:ext uri="{FF2B5EF4-FFF2-40B4-BE49-F238E27FC236}">
                  <a16:creationId xmlns:a16="http://schemas.microsoft.com/office/drawing/2014/main" id="{1B2F9801-5616-411F-A25D-774A9582F0D3}"/>
                </a:ext>
              </a:extLst>
            </p:cNvPr>
            <p:cNvSpPr>
              <a:spLocks noChangeShapeType="1"/>
            </p:cNvSpPr>
            <p:nvPr/>
          </p:nvSpPr>
          <p:spPr bwMode="auto">
            <a:xfrm flipH="1">
              <a:off x="3969" y="1726"/>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6" name="Freeform 81">
              <a:extLst>
                <a:ext uri="{FF2B5EF4-FFF2-40B4-BE49-F238E27FC236}">
                  <a16:creationId xmlns:a16="http://schemas.microsoft.com/office/drawing/2014/main" id="{5953147D-B27E-4AE6-8303-DD9CDDD5BA6E}"/>
                </a:ext>
              </a:extLst>
            </p:cNvPr>
            <p:cNvSpPr>
              <a:spLocks/>
            </p:cNvSpPr>
            <p:nvPr/>
          </p:nvSpPr>
          <p:spPr bwMode="auto">
            <a:xfrm>
              <a:off x="3427" y="1488"/>
              <a:ext cx="508" cy="492"/>
            </a:xfrm>
            <a:custGeom>
              <a:avLst/>
              <a:gdLst>
                <a:gd name="T0" fmla="*/ 0 w 508"/>
                <a:gd name="T1" fmla="*/ 0 h 492"/>
                <a:gd name="T2" fmla="*/ 50 w 508"/>
                <a:gd name="T3" fmla="*/ 153 h 492"/>
                <a:gd name="T4" fmla="*/ 67 w 508"/>
                <a:gd name="T5" fmla="*/ 323 h 492"/>
                <a:gd name="T6" fmla="*/ 0 w 508"/>
                <a:gd name="T7" fmla="*/ 492 h 492"/>
                <a:gd name="T8" fmla="*/ 186 w 508"/>
                <a:gd name="T9" fmla="*/ 492 h 492"/>
                <a:gd name="T10" fmla="*/ 508 w 508"/>
                <a:gd name="T11" fmla="*/ 255 h 492"/>
                <a:gd name="T12" fmla="*/ 186 w 508"/>
                <a:gd name="T13" fmla="*/ 0 h 492"/>
                <a:gd name="T14" fmla="*/ 0 w 508"/>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08"/>
                <a:gd name="T25" fmla="*/ 0 h 492"/>
                <a:gd name="T26" fmla="*/ 508 w 508"/>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08" h="492">
                  <a:moveTo>
                    <a:pt x="0" y="0"/>
                  </a:moveTo>
                  <a:lnTo>
                    <a:pt x="50" y="153"/>
                  </a:lnTo>
                  <a:lnTo>
                    <a:pt x="67" y="323"/>
                  </a:lnTo>
                  <a:lnTo>
                    <a:pt x="0" y="492"/>
                  </a:lnTo>
                  <a:lnTo>
                    <a:pt x="186" y="492"/>
                  </a:lnTo>
                  <a:lnTo>
                    <a:pt x="508" y="255"/>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47" name="Line 82">
              <a:extLst>
                <a:ext uri="{FF2B5EF4-FFF2-40B4-BE49-F238E27FC236}">
                  <a16:creationId xmlns:a16="http://schemas.microsoft.com/office/drawing/2014/main" id="{70A54751-66B0-4838-9D8D-C0274B3D3A2B}"/>
                </a:ext>
              </a:extLst>
            </p:cNvPr>
            <p:cNvSpPr>
              <a:spLocks noChangeShapeType="1"/>
            </p:cNvSpPr>
            <p:nvPr/>
          </p:nvSpPr>
          <p:spPr bwMode="auto">
            <a:xfrm>
              <a:off x="3427" y="1488"/>
              <a:ext cx="50"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8" name="Line 83">
              <a:extLst>
                <a:ext uri="{FF2B5EF4-FFF2-40B4-BE49-F238E27FC236}">
                  <a16:creationId xmlns:a16="http://schemas.microsoft.com/office/drawing/2014/main" id="{98F41F6A-AF4D-4D23-8771-B7B2E24EF960}"/>
                </a:ext>
              </a:extLst>
            </p:cNvPr>
            <p:cNvSpPr>
              <a:spLocks noChangeShapeType="1"/>
            </p:cNvSpPr>
            <p:nvPr/>
          </p:nvSpPr>
          <p:spPr bwMode="auto">
            <a:xfrm>
              <a:off x="3477" y="1641"/>
              <a:ext cx="17"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49" name="Line 84">
              <a:extLst>
                <a:ext uri="{FF2B5EF4-FFF2-40B4-BE49-F238E27FC236}">
                  <a16:creationId xmlns:a16="http://schemas.microsoft.com/office/drawing/2014/main" id="{D80B97CB-8A90-47F2-B6B2-FDAB96B76554}"/>
                </a:ext>
              </a:extLst>
            </p:cNvPr>
            <p:cNvSpPr>
              <a:spLocks noChangeShapeType="1"/>
            </p:cNvSpPr>
            <p:nvPr/>
          </p:nvSpPr>
          <p:spPr bwMode="auto">
            <a:xfrm flipH="1">
              <a:off x="3427" y="1811"/>
              <a:ext cx="67"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0" name="Line 85">
              <a:extLst>
                <a:ext uri="{FF2B5EF4-FFF2-40B4-BE49-F238E27FC236}">
                  <a16:creationId xmlns:a16="http://schemas.microsoft.com/office/drawing/2014/main" id="{8548BF7A-4A47-4C64-BD70-1964E4743788}"/>
                </a:ext>
              </a:extLst>
            </p:cNvPr>
            <p:cNvSpPr>
              <a:spLocks noChangeShapeType="1"/>
            </p:cNvSpPr>
            <p:nvPr/>
          </p:nvSpPr>
          <p:spPr bwMode="auto">
            <a:xfrm>
              <a:off x="3427" y="1980"/>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1" name="Line 86">
              <a:extLst>
                <a:ext uri="{FF2B5EF4-FFF2-40B4-BE49-F238E27FC236}">
                  <a16:creationId xmlns:a16="http://schemas.microsoft.com/office/drawing/2014/main" id="{23041354-2D8F-4504-AE0B-767FC410ADE5}"/>
                </a:ext>
              </a:extLst>
            </p:cNvPr>
            <p:cNvSpPr>
              <a:spLocks noChangeShapeType="1"/>
            </p:cNvSpPr>
            <p:nvPr/>
          </p:nvSpPr>
          <p:spPr bwMode="auto">
            <a:xfrm flipV="1">
              <a:off x="3613" y="1743"/>
              <a:ext cx="322" cy="237"/>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2" name="Line 87">
              <a:extLst>
                <a:ext uri="{FF2B5EF4-FFF2-40B4-BE49-F238E27FC236}">
                  <a16:creationId xmlns:a16="http://schemas.microsoft.com/office/drawing/2014/main" id="{2E6E04D0-7F2C-4BCC-BE01-660BE615FDD1}"/>
                </a:ext>
              </a:extLst>
            </p:cNvPr>
            <p:cNvSpPr>
              <a:spLocks noChangeShapeType="1"/>
            </p:cNvSpPr>
            <p:nvPr/>
          </p:nvSpPr>
          <p:spPr bwMode="auto">
            <a:xfrm flipH="1" flipV="1">
              <a:off x="3613" y="1488"/>
              <a:ext cx="322" cy="255"/>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3" name="Line 88">
              <a:extLst>
                <a:ext uri="{FF2B5EF4-FFF2-40B4-BE49-F238E27FC236}">
                  <a16:creationId xmlns:a16="http://schemas.microsoft.com/office/drawing/2014/main" id="{726AD82F-97F3-4B4B-A3D6-0EFBE24357AF}"/>
                </a:ext>
              </a:extLst>
            </p:cNvPr>
            <p:cNvSpPr>
              <a:spLocks noChangeShapeType="1"/>
            </p:cNvSpPr>
            <p:nvPr/>
          </p:nvSpPr>
          <p:spPr bwMode="auto">
            <a:xfrm flipH="1">
              <a:off x="3427" y="1488"/>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4" name="Arc 89">
              <a:extLst>
                <a:ext uri="{FF2B5EF4-FFF2-40B4-BE49-F238E27FC236}">
                  <a16:creationId xmlns:a16="http://schemas.microsoft.com/office/drawing/2014/main" id="{B7CE8215-60BB-47DF-BFB9-BD77983B6396}"/>
                </a:ext>
              </a:extLst>
            </p:cNvPr>
            <p:cNvSpPr>
              <a:spLocks/>
            </p:cNvSpPr>
            <p:nvPr/>
          </p:nvSpPr>
          <p:spPr bwMode="auto">
            <a:xfrm>
              <a:off x="3579" y="1488"/>
              <a:ext cx="392" cy="492"/>
            </a:xfrm>
            <a:custGeom>
              <a:avLst/>
              <a:gdLst>
                <a:gd name="T0" fmla="*/ 0 w 18471"/>
                <a:gd name="T1" fmla="*/ 0 h 21600"/>
                <a:gd name="T2" fmla="*/ 0 w 18471"/>
                <a:gd name="T3" fmla="*/ 0 h 21600"/>
                <a:gd name="T4" fmla="*/ 0 w 18471"/>
                <a:gd name="T5" fmla="*/ 0 h 21600"/>
                <a:gd name="T6" fmla="*/ 0 60000 65536"/>
                <a:gd name="T7" fmla="*/ 0 60000 65536"/>
                <a:gd name="T8" fmla="*/ 0 60000 65536"/>
                <a:gd name="T9" fmla="*/ 0 w 18471"/>
                <a:gd name="T10" fmla="*/ 0 h 21600"/>
                <a:gd name="T11" fmla="*/ 18471 w 18471"/>
                <a:gd name="T12" fmla="*/ 21600 h 21600"/>
              </a:gdLst>
              <a:ahLst/>
              <a:cxnLst>
                <a:cxn ang="T6">
                  <a:pos x="T0" y="T1"/>
                </a:cxn>
                <a:cxn ang="T7">
                  <a:pos x="T2" y="T3"/>
                </a:cxn>
                <a:cxn ang="T8">
                  <a:pos x="T4" y="T5"/>
                </a:cxn>
              </a:cxnLst>
              <a:rect l="T9" t="T10" r="T11" b="T12"/>
              <a:pathLst>
                <a:path w="18471" h="21600" fill="none" extrusionOk="0">
                  <a:moveTo>
                    <a:pt x="-1" y="0"/>
                  </a:moveTo>
                  <a:cubicBezTo>
                    <a:pt x="7552" y="0"/>
                    <a:pt x="14555" y="3944"/>
                    <a:pt x="18470" y="10402"/>
                  </a:cubicBezTo>
                </a:path>
                <a:path w="18471" h="21600" stroke="0" extrusionOk="0">
                  <a:moveTo>
                    <a:pt x="-1" y="0"/>
                  </a:moveTo>
                  <a:cubicBezTo>
                    <a:pt x="7552" y="0"/>
                    <a:pt x="14555" y="3944"/>
                    <a:pt x="18470" y="10402"/>
                  </a:cubicBezTo>
                  <a:lnTo>
                    <a:pt x="0" y="21600"/>
                  </a:lnTo>
                  <a:lnTo>
                    <a:pt x="-1"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55" name="Arc 90">
              <a:extLst>
                <a:ext uri="{FF2B5EF4-FFF2-40B4-BE49-F238E27FC236}">
                  <a16:creationId xmlns:a16="http://schemas.microsoft.com/office/drawing/2014/main" id="{F5C14D0E-DF56-49AE-866F-08FE5FCC357F}"/>
                </a:ext>
              </a:extLst>
            </p:cNvPr>
            <p:cNvSpPr>
              <a:spLocks/>
            </p:cNvSpPr>
            <p:nvPr/>
          </p:nvSpPr>
          <p:spPr bwMode="auto">
            <a:xfrm>
              <a:off x="3579" y="1496"/>
              <a:ext cx="385" cy="484"/>
            </a:xfrm>
            <a:custGeom>
              <a:avLst/>
              <a:gdLst>
                <a:gd name="T0" fmla="*/ 0 w 18477"/>
                <a:gd name="T1" fmla="*/ 0 h 21600"/>
                <a:gd name="T2" fmla="*/ 0 w 18477"/>
                <a:gd name="T3" fmla="*/ 0 h 21600"/>
                <a:gd name="T4" fmla="*/ 0 w 18477"/>
                <a:gd name="T5" fmla="*/ 0 h 21600"/>
                <a:gd name="T6" fmla="*/ 0 60000 65536"/>
                <a:gd name="T7" fmla="*/ 0 60000 65536"/>
                <a:gd name="T8" fmla="*/ 0 60000 65536"/>
                <a:gd name="T9" fmla="*/ 0 w 18477"/>
                <a:gd name="T10" fmla="*/ 0 h 21600"/>
                <a:gd name="T11" fmla="*/ 18477 w 18477"/>
                <a:gd name="T12" fmla="*/ 21600 h 21600"/>
              </a:gdLst>
              <a:ahLst/>
              <a:cxnLst>
                <a:cxn ang="T6">
                  <a:pos x="T0" y="T1"/>
                </a:cxn>
                <a:cxn ang="T7">
                  <a:pos x="T2" y="T3"/>
                </a:cxn>
                <a:cxn ang="T8">
                  <a:pos x="T4" y="T5"/>
                </a:cxn>
              </a:cxnLst>
              <a:rect l="T9" t="T10" r="T11" b="T12"/>
              <a:pathLst>
                <a:path w="18477" h="21600" fill="none" extrusionOk="0">
                  <a:moveTo>
                    <a:pt x="-1" y="0"/>
                  </a:moveTo>
                  <a:cubicBezTo>
                    <a:pt x="7556" y="0"/>
                    <a:pt x="14563" y="3948"/>
                    <a:pt x="18476" y="10412"/>
                  </a:cubicBezTo>
                </a:path>
                <a:path w="18477" h="21600" stroke="0" extrusionOk="0">
                  <a:moveTo>
                    <a:pt x="-1" y="0"/>
                  </a:moveTo>
                  <a:cubicBezTo>
                    <a:pt x="7556" y="0"/>
                    <a:pt x="14563" y="3948"/>
                    <a:pt x="18476" y="1041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56" name="Arc 91">
              <a:extLst>
                <a:ext uri="{FF2B5EF4-FFF2-40B4-BE49-F238E27FC236}">
                  <a16:creationId xmlns:a16="http://schemas.microsoft.com/office/drawing/2014/main" id="{01D7AFB0-E906-47C7-AAE2-AA53DEE36E6F}"/>
                </a:ext>
              </a:extLst>
            </p:cNvPr>
            <p:cNvSpPr>
              <a:spLocks/>
            </p:cNvSpPr>
            <p:nvPr/>
          </p:nvSpPr>
          <p:spPr bwMode="auto">
            <a:xfrm>
              <a:off x="3579" y="1505"/>
              <a:ext cx="398" cy="492"/>
            </a:xfrm>
            <a:custGeom>
              <a:avLst/>
              <a:gdLst>
                <a:gd name="T0" fmla="*/ 0 w 18781"/>
                <a:gd name="T1" fmla="*/ 0 h 21600"/>
                <a:gd name="T2" fmla="*/ 0 w 18781"/>
                <a:gd name="T3" fmla="*/ 0 h 21600"/>
                <a:gd name="T4" fmla="*/ 0 w 18781"/>
                <a:gd name="T5" fmla="*/ 0 h 21600"/>
                <a:gd name="T6" fmla="*/ 0 60000 65536"/>
                <a:gd name="T7" fmla="*/ 0 60000 65536"/>
                <a:gd name="T8" fmla="*/ 0 60000 65536"/>
                <a:gd name="T9" fmla="*/ 0 w 18781"/>
                <a:gd name="T10" fmla="*/ 0 h 21600"/>
                <a:gd name="T11" fmla="*/ 18781 w 18781"/>
                <a:gd name="T12" fmla="*/ 21600 h 21600"/>
              </a:gdLst>
              <a:ahLst/>
              <a:cxnLst>
                <a:cxn ang="T6">
                  <a:pos x="T0" y="T1"/>
                </a:cxn>
                <a:cxn ang="T7">
                  <a:pos x="T2" y="T3"/>
                </a:cxn>
                <a:cxn ang="T8">
                  <a:pos x="T4" y="T5"/>
                </a:cxn>
              </a:cxnLst>
              <a:rect l="T9" t="T10" r="T11" b="T12"/>
              <a:pathLst>
                <a:path w="18781" h="21600" fill="none" extrusionOk="0">
                  <a:moveTo>
                    <a:pt x="18781" y="10669"/>
                  </a:moveTo>
                  <a:cubicBezTo>
                    <a:pt x="14942" y="17425"/>
                    <a:pt x="7770" y="21599"/>
                    <a:pt x="0" y="21600"/>
                  </a:cubicBezTo>
                </a:path>
                <a:path w="18781" h="21600" stroke="0" extrusionOk="0">
                  <a:moveTo>
                    <a:pt x="18781" y="10669"/>
                  </a:moveTo>
                  <a:cubicBezTo>
                    <a:pt x="14942" y="17425"/>
                    <a:pt x="7770" y="21599"/>
                    <a:pt x="0" y="21600"/>
                  </a:cubicBezTo>
                  <a:lnTo>
                    <a:pt x="0" y="0"/>
                  </a:lnTo>
                  <a:lnTo>
                    <a:pt x="18781" y="10669"/>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57" name="Arc 92">
              <a:extLst>
                <a:ext uri="{FF2B5EF4-FFF2-40B4-BE49-F238E27FC236}">
                  <a16:creationId xmlns:a16="http://schemas.microsoft.com/office/drawing/2014/main" id="{CAFDB3C8-FEFF-4B2D-AFD6-752D2BF1CD2F}"/>
                </a:ext>
              </a:extLst>
            </p:cNvPr>
            <p:cNvSpPr>
              <a:spLocks/>
            </p:cNvSpPr>
            <p:nvPr/>
          </p:nvSpPr>
          <p:spPr bwMode="auto">
            <a:xfrm>
              <a:off x="3579" y="1505"/>
              <a:ext cx="391" cy="484"/>
            </a:xfrm>
            <a:custGeom>
              <a:avLst/>
              <a:gdLst>
                <a:gd name="T0" fmla="*/ 0 w 18787"/>
                <a:gd name="T1" fmla="*/ 0 h 21600"/>
                <a:gd name="T2" fmla="*/ 0 w 18787"/>
                <a:gd name="T3" fmla="*/ 0 h 21600"/>
                <a:gd name="T4" fmla="*/ 0 w 18787"/>
                <a:gd name="T5" fmla="*/ 0 h 21600"/>
                <a:gd name="T6" fmla="*/ 0 60000 65536"/>
                <a:gd name="T7" fmla="*/ 0 60000 65536"/>
                <a:gd name="T8" fmla="*/ 0 60000 65536"/>
                <a:gd name="T9" fmla="*/ 0 w 18787"/>
                <a:gd name="T10" fmla="*/ 0 h 21600"/>
                <a:gd name="T11" fmla="*/ 18787 w 18787"/>
                <a:gd name="T12" fmla="*/ 21600 h 21600"/>
              </a:gdLst>
              <a:ahLst/>
              <a:cxnLst>
                <a:cxn ang="T6">
                  <a:pos x="T0" y="T1"/>
                </a:cxn>
                <a:cxn ang="T7">
                  <a:pos x="T2" y="T3"/>
                </a:cxn>
                <a:cxn ang="T8">
                  <a:pos x="T4" y="T5"/>
                </a:cxn>
              </a:cxnLst>
              <a:rect l="T9" t="T10" r="T11" b="T12"/>
              <a:pathLst>
                <a:path w="18787" h="21600" fill="none" extrusionOk="0">
                  <a:moveTo>
                    <a:pt x="18786" y="10658"/>
                  </a:moveTo>
                  <a:cubicBezTo>
                    <a:pt x="14950" y="17421"/>
                    <a:pt x="7775" y="21599"/>
                    <a:pt x="0" y="21600"/>
                  </a:cubicBezTo>
                </a:path>
                <a:path w="18787" h="21600" stroke="0" extrusionOk="0">
                  <a:moveTo>
                    <a:pt x="18786" y="10658"/>
                  </a:moveTo>
                  <a:cubicBezTo>
                    <a:pt x="14950" y="17421"/>
                    <a:pt x="7775" y="21599"/>
                    <a:pt x="0" y="21600"/>
                  </a:cubicBezTo>
                  <a:lnTo>
                    <a:pt x="0" y="0"/>
                  </a:lnTo>
                  <a:lnTo>
                    <a:pt x="18786" y="10658"/>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58" name="Line 93">
              <a:extLst>
                <a:ext uri="{FF2B5EF4-FFF2-40B4-BE49-F238E27FC236}">
                  <a16:creationId xmlns:a16="http://schemas.microsoft.com/office/drawing/2014/main" id="{90197A0E-BAB8-4B99-8156-5411E77D32C8}"/>
                </a:ext>
              </a:extLst>
            </p:cNvPr>
            <p:cNvSpPr>
              <a:spLocks noChangeShapeType="1"/>
            </p:cNvSpPr>
            <p:nvPr/>
          </p:nvSpPr>
          <p:spPr bwMode="auto">
            <a:xfrm>
              <a:off x="3427" y="1488"/>
              <a:ext cx="13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59" name="Line 94">
              <a:extLst>
                <a:ext uri="{FF2B5EF4-FFF2-40B4-BE49-F238E27FC236}">
                  <a16:creationId xmlns:a16="http://schemas.microsoft.com/office/drawing/2014/main" id="{4D8CA423-1D9B-4776-8DA0-AAC69374E2E7}"/>
                </a:ext>
              </a:extLst>
            </p:cNvPr>
            <p:cNvSpPr>
              <a:spLocks noChangeShapeType="1"/>
            </p:cNvSpPr>
            <p:nvPr/>
          </p:nvSpPr>
          <p:spPr bwMode="auto">
            <a:xfrm>
              <a:off x="3427" y="1980"/>
              <a:ext cx="13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0" name="Line 95">
              <a:extLst>
                <a:ext uri="{FF2B5EF4-FFF2-40B4-BE49-F238E27FC236}">
                  <a16:creationId xmlns:a16="http://schemas.microsoft.com/office/drawing/2014/main" id="{8513A361-0643-41F9-8522-F734CD31F80A}"/>
                </a:ext>
              </a:extLst>
            </p:cNvPr>
            <p:cNvSpPr>
              <a:spLocks noChangeShapeType="1"/>
            </p:cNvSpPr>
            <p:nvPr/>
          </p:nvSpPr>
          <p:spPr bwMode="auto">
            <a:xfrm>
              <a:off x="3427" y="1488"/>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1" name="Line 96">
              <a:extLst>
                <a:ext uri="{FF2B5EF4-FFF2-40B4-BE49-F238E27FC236}">
                  <a16:creationId xmlns:a16="http://schemas.microsoft.com/office/drawing/2014/main" id="{243A7DC3-5197-4D5D-AAAD-8EDAF5BBA9A0}"/>
                </a:ext>
              </a:extLst>
            </p:cNvPr>
            <p:cNvSpPr>
              <a:spLocks noChangeShapeType="1"/>
            </p:cNvSpPr>
            <p:nvPr/>
          </p:nvSpPr>
          <p:spPr bwMode="auto">
            <a:xfrm>
              <a:off x="3444" y="1522"/>
              <a:ext cx="16"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2" name="Line 97">
              <a:extLst>
                <a:ext uri="{FF2B5EF4-FFF2-40B4-BE49-F238E27FC236}">
                  <a16:creationId xmlns:a16="http://schemas.microsoft.com/office/drawing/2014/main" id="{CB1B8958-C849-48FE-AEDC-07C7DC776A2F}"/>
                </a:ext>
              </a:extLst>
            </p:cNvPr>
            <p:cNvSpPr>
              <a:spLocks noChangeShapeType="1"/>
            </p:cNvSpPr>
            <p:nvPr/>
          </p:nvSpPr>
          <p:spPr bwMode="auto">
            <a:xfrm>
              <a:off x="3460" y="1573"/>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3" name="Line 98">
              <a:extLst>
                <a:ext uri="{FF2B5EF4-FFF2-40B4-BE49-F238E27FC236}">
                  <a16:creationId xmlns:a16="http://schemas.microsoft.com/office/drawing/2014/main" id="{D0E7E31E-F985-45C4-9CD7-7FF76E4D79BE}"/>
                </a:ext>
              </a:extLst>
            </p:cNvPr>
            <p:cNvSpPr>
              <a:spLocks noChangeShapeType="1"/>
            </p:cNvSpPr>
            <p:nvPr/>
          </p:nvSpPr>
          <p:spPr bwMode="auto">
            <a:xfrm>
              <a:off x="3477" y="1624"/>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4" name="Line 99">
              <a:extLst>
                <a:ext uri="{FF2B5EF4-FFF2-40B4-BE49-F238E27FC236}">
                  <a16:creationId xmlns:a16="http://schemas.microsoft.com/office/drawing/2014/main" id="{41485A64-B520-41A5-922F-125779A01CF0}"/>
                </a:ext>
              </a:extLst>
            </p:cNvPr>
            <p:cNvSpPr>
              <a:spLocks noChangeShapeType="1"/>
            </p:cNvSpPr>
            <p:nvPr/>
          </p:nvSpPr>
          <p:spPr bwMode="auto">
            <a:xfrm>
              <a:off x="3477" y="1658"/>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5" name="Line 100">
              <a:extLst>
                <a:ext uri="{FF2B5EF4-FFF2-40B4-BE49-F238E27FC236}">
                  <a16:creationId xmlns:a16="http://schemas.microsoft.com/office/drawing/2014/main" id="{94165373-35EF-4546-9D24-CEAED8757AAF}"/>
                </a:ext>
              </a:extLst>
            </p:cNvPr>
            <p:cNvSpPr>
              <a:spLocks noChangeShapeType="1"/>
            </p:cNvSpPr>
            <p:nvPr/>
          </p:nvSpPr>
          <p:spPr bwMode="auto">
            <a:xfrm>
              <a:off x="3477" y="167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6" name="Line 101">
              <a:extLst>
                <a:ext uri="{FF2B5EF4-FFF2-40B4-BE49-F238E27FC236}">
                  <a16:creationId xmlns:a16="http://schemas.microsoft.com/office/drawing/2014/main" id="{30458FAF-1240-4CDB-9EFD-040F81D235B6}"/>
                </a:ext>
              </a:extLst>
            </p:cNvPr>
            <p:cNvSpPr>
              <a:spLocks noChangeShapeType="1"/>
            </p:cNvSpPr>
            <p:nvPr/>
          </p:nvSpPr>
          <p:spPr bwMode="auto">
            <a:xfrm>
              <a:off x="3477" y="1709"/>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7" name="Line 102">
              <a:extLst>
                <a:ext uri="{FF2B5EF4-FFF2-40B4-BE49-F238E27FC236}">
                  <a16:creationId xmlns:a16="http://schemas.microsoft.com/office/drawing/2014/main" id="{34EDD55E-05C1-452A-A86A-A1452097A52C}"/>
                </a:ext>
              </a:extLst>
            </p:cNvPr>
            <p:cNvSpPr>
              <a:spLocks noChangeShapeType="1"/>
            </p:cNvSpPr>
            <p:nvPr/>
          </p:nvSpPr>
          <p:spPr bwMode="auto">
            <a:xfrm>
              <a:off x="3477" y="1760"/>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8" name="Line 103">
              <a:extLst>
                <a:ext uri="{FF2B5EF4-FFF2-40B4-BE49-F238E27FC236}">
                  <a16:creationId xmlns:a16="http://schemas.microsoft.com/office/drawing/2014/main" id="{E2187A63-6706-45A1-805D-4957EDC38E4B}"/>
                </a:ext>
              </a:extLst>
            </p:cNvPr>
            <p:cNvSpPr>
              <a:spLocks noChangeShapeType="1"/>
            </p:cNvSpPr>
            <p:nvPr/>
          </p:nvSpPr>
          <p:spPr bwMode="auto">
            <a:xfrm>
              <a:off x="3477"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69" name="Line 104">
              <a:extLst>
                <a:ext uri="{FF2B5EF4-FFF2-40B4-BE49-F238E27FC236}">
                  <a16:creationId xmlns:a16="http://schemas.microsoft.com/office/drawing/2014/main" id="{60F8F5A0-4581-4B94-BED6-BDE2FDB955FF}"/>
                </a:ext>
              </a:extLst>
            </p:cNvPr>
            <p:cNvSpPr>
              <a:spLocks noChangeShapeType="1"/>
            </p:cNvSpPr>
            <p:nvPr/>
          </p:nvSpPr>
          <p:spPr bwMode="auto">
            <a:xfrm>
              <a:off x="3477" y="1811"/>
              <a:ext cx="1" cy="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0" name="Line 105">
              <a:extLst>
                <a:ext uri="{FF2B5EF4-FFF2-40B4-BE49-F238E27FC236}">
                  <a16:creationId xmlns:a16="http://schemas.microsoft.com/office/drawing/2014/main" id="{984E555A-8ADB-4A08-9F2B-3E9B2EA79C6A}"/>
                </a:ext>
              </a:extLst>
            </p:cNvPr>
            <p:cNvSpPr>
              <a:spLocks noChangeShapeType="1"/>
            </p:cNvSpPr>
            <p:nvPr/>
          </p:nvSpPr>
          <p:spPr bwMode="auto">
            <a:xfrm flipH="1">
              <a:off x="3460" y="1827"/>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1" name="Line 106">
              <a:extLst>
                <a:ext uri="{FF2B5EF4-FFF2-40B4-BE49-F238E27FC236}">
                  <a16:creationId xmlns:a16="http://schemas.microsoft.com/office/drawing/2014/main" id="{2CD218B4-1444-424C-B9CD-473684F6D6E7}"/>
                </a:ext>
              </a:extLst>
            </p:cNvPr>
            <p:cNvSpPr>
              <a:spLocks noChangeShapeType="1"/>
            </p:cNvSpPr>
            <p:nvPr/>
          </p:nvSpPr>
          <p:spPr bwMode="auto">
            <a:xfrm flipH="1">
              <a:off x="3444" y="1878"/>
              <a:ext cx="16"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2" name="Line 107">
              <a:extLst>
                <a:ext uri="{FF2B5EF4-FFF2-40B4-BE49-F238E27FC236}">
                  <a16:creationId xmlns:a16="http://schemas.microsoft.com/office/drawing/2014/main" id="{43941F3C-B192-43B4-8B26-EA51465A1EC1}"/>
                </a:ext>
              </a:extLst>
            </p:cNvPr>
            <p:cNvSpPr>
              <a:spLocks noChangeShapeType="1"/>
            </p:cNvSpPr>
            <p:nvPr/>
          </p:nvSpPr>
          <p:spPr bwMode="auto">
            <a:xfrm flipH="1">
              <a:off x="3427" y="1929"/>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3" name="Arc 108">
              <a:extLst>
                <a:ext uri="{FF2B5EF4-FFF2-40B4-BE49-F238E27FC236}">
                  <a16:creationId xmlns:a16="http://schemas.microsoft.com/office/drawing/2014/main" id="{C052A6CC-4AA1-4913-8005-B5CC13260618}"/>
                </a:ext>
              </a:extLst>
            </p:cNvPr>
            <p:cNvSpPr>
              <a:spLocks/>
            </p:cNvSpPr>
            <p:nvPr/>
          </p:nvSpPr>
          <p:spPr bwMode="auto">
            <a:xfrm>
              <a:off x="3579" y="1496"/>
              <a:ext cx="385" cy="484"/>
            </a:xfrm>
            <a:custGeom>
              <a:avLst/>
              <a:gdLst>
                <a:gd name="T0" fmla="*/ 0 w 18477"/>
                <a:gd name="T1" fmla="*/ 0 h 21600"/>
                <a:gd name="T2" fmla="*/ 0 w 18477"/>
                <a:gd name="T3" fmla="*/ 0 h 21600"/>
                <a:gd name="T4" fmla="*/ 0 w 18477"/>
                <a:gd name="T5" fmla="*/ 0 h 21600"/>
                <a:gd name="T6" fmla="*/ 0 60000 65536"/>
                <a:gd name="T7" fmla="*/ 0 60000 65536"/>
                <a:gd name="T8" fmla="*/ 0 60000 65536"/>
                <a:gd name="T9" fmla="*/ 0 w 18477"/>
                <a:gd name="T10" fmla="*/ 0 h 21600"/>
                <a:gd name="T11" fmla="*/ 18477 w 18477"/>
                <a:gd name="T12" fmla="*/ 21600 h 21600"/>
              </a:gdLst>
              <a:ahLst/>
              <a:cxnLst>
                <a:cxn ang="T6">
                  <a:pos x="T0" y="T1"/>
                </a:cxn>
                <a:cxn ang="T7">
                  <a:pos x="T2" y="T3"/>
                </a:cxn>
                <a:cxn ang="T8">
                  <a:pos x="T4" y="T5"/>
                </a:cxn>
              </a:cxnLst>
              <a:rect l="T9" t="T10" r="T11" b="T12"/>
              <a:pathLst>
                <a:path w="18477" h="21600" fill="none" extrusionOk="0">
                  <a:moveTo>
                    <a:pt x="-1" y="0"/>
                  </a:moveTo>
                  <a:cubicBezTo>
                    <a:pt x="7556" y="0"/>
                    <a:pt x="14563" y="3948"/>
                    <a:pt x="18476" y="10412"/>
                  </a:cubicBezTo>
                </a:path>
                <a:path w="18477" h="21600" stroke="0" extrusionOk="0">
                  <a:moveTo>
                    <a:pt x="-1" y="0"/>
                  </a:moveTo>
                  <a:cubicBezTo>
                    <a:pt x="7556" y="0"/>
                    <a:pt x="14563" y="3948"/>
                    <a:pt x="18476" y="1041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74" name="Line 109">
              <a:extLst>
                <a:ext uri="{FF2B5EF4-FFF2-40B4-BE49-F238E27FC236}">
                  <a16:creationId xmlns:a16="http://schemas.microsoft.com/office/drawing/2014/main" id="{3A19607A-E7CA-44F6-9CD1-7D79E7D51B1B}"/>
                </a:ext>
              </a:extLst>
            </p:cNvPr>
            <p:cNvSpPr>
              <a:spLocks noChangeShapeType="1"/>
            </p:cNvSpPr>
            <p:nvPr/>
          </p:nvSpPr>
          <p:spPr bwMode="auto">
            <a:xfrm>
              <a:off x="3359" y="1488"/>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5" name="Line 110">
              <a:extLst>
                <a:ext uri="{FF2B5EF4-FFF2-40B4-BE49-F238E27FC236}">
                  <a16:creationId xmlns:a16="http://schemas.microsoft.com/office/drawing/2014/main" id="{3FBB6FAB-850A-42D9-BBF3-CEF92A6EDE72}"/>
                </a:ext>
              </a:extLst>
            </p:cNvPr>
            <p:cNvSpPr>
              <a:spLocks noChangeShapeType="1"/>
            </p:cNvSpPr>
            <p:nvPr/>
          </p:nvSpPr>
          <p:spPr bwMode="auto">
            <a:xfrm>
              <a:off x="3376" y="1522"/>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6" name="Line 111">
              <a:extLst>
                <a:ext uri="{FF2B5EF4-FFF2-40B4-BE49-F238E27FC236}">
                  <a16:creationId xmlns:a16="http://schemas.microsoft.com/office/drawing/2014/main" id="{54DC2CCB-C6B2-45DD-B934-8D44ACC8513F}"/>
                </a:ext>
              </a:extLst>
            </p:cNvPr>
            <p:cNvSpPr>
              <a:spLocks noChangeShapeType="1"/>
            </p:cNvSpPr>
            <p:nvPr/>
          </p:nvSpPr>
          <p:spPr bwMode="auto">
            <a:xfrm>
              <a:off x="3393" y="1573"/>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7" name="Line 112">
              <a:extLst>
                <a:ext uri="{FF2B5EF4-FFF2-40B4-BE49-F238E27FC236}">
                  <a16:creationId xmlns:a16="http://schemas.microsoft.com/office/drawing/2014/main" id="{35E7B5E6-B546-4133-8C6A-C4203A6AF8A5}"/>
                </a:ext>
              </a:extLst>
            </p:cNvPr>
            <p:cNvSpPr>
              <a:spLocks noChangeShapeType="1"/>
            </p:cNvSpPr>
            <p:nvPr/>
          </p:nvSpPr>
          <p:spPr bwMode="auto">
            <a:xfrm>
              <a:off x="3410" y="1624"/>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8" name="Line 113">
              <a:extLst>
                <a:ext uri="{FF2B5EF4-FFF2-40B4-BE49-F238E27FC236}">
                  <a16:creationId xmlns:a16="http://schemas.microsoft.com/office/drawing/2014/main" id="{6DD02D60-D6C5-4C59-B2E6-A319FEFCE788}"/>
                </a:ext>
              </a:extLst>
            </p:cNvPr>
            <p:cNvSpPr>
              <a:spLocks noChangeShapeType="1"/>
            </p:cNvSpPr>
            <p:nvPr/>
          </p:nvSpPr>
          <p:spPr bwMode="auto">
            <a:xfrm>
              <a:off x="3410" y="1658"/>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79" name="Line 114">
              <a:extLst>
                <a:ext uri="{FF2B5EF4-FFF2-40B4-BE49-F238E27FC236}">
                  <a16:creationId xmlns:a16="http://schemas.microsoft.com/office/drawing/2014/main" id="{6C16EEC3-0C50-4A4F-8960-DA02845D00E7}"/>
                </a:ext>
              </a:extLst>
            </p:cNvPr>
            <p:cNvSpPr>
              <a:spLocks noChangeShapeType="1"/>
            </p:cNvSpPr>
            <p:nvPr/>
          </p:nvSpPr>
          <p:spPr bwMode="auto">
            <a:xfrm>
              <a:off x="3410" y="1675"/>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0" name="Line 115">
              <a:extLst>
                <a:ext uri="{FF2B5EF4-FFF2-40B4-BE49-F238E27FC236}">
                  <a16:creationId xmlns:a16="http://schemas.microsoft.com/office/drawing/2014/main" id="{22EAB260-E88F-4786-B9AA-2CED8BB7AD6C}"/>
                </a:ext>
              </a:extLst>
            </p:cNvPr>
            <p:cNvSpPr>
              <a:spLocks noChangeShapeType="1"/>
            </p:cNvSpPr>
            <p:nvPr/>
          </p:nvSpPr>
          <p:spPr bwMode="auto">
            <a:xfrm>
              <a:off x="3410" y="1709"/>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1" name="Line 116">
              <a:extLst>
                <a:ext uri="{FF2B5EF4-FFF2-40B4-BE49-F238E27FC236}">
                  <a16:creationId xmlns:a16="http://schemas.microsoft.com/office/drawing/2014/main" id="{25A36333-28FD-4672-838A-3245A45B080F}"/>
                </a:ext>
              </a:extLst>
            </p:cNvPr>
            <p:cNvSpPr>
              <a:spLocks noChangeShapeType="1"/>
            </p:cNvSpPr>
            <p:nvPr/>
          </p:nvSpPr>
          <p:spPr bwMode="auto">
            <a:xfrm>
              <a:off x="3410" y="1760"/>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2" name="Line 117">
              <a:extLst>
                <a:ext uri="{FF2B5EF4-FFF2-40B4-BE49-F238E27FC236}">
                  <a16:creationId xmlns:a16="http://schemas.microsoft.com/office/drawing/2014/main" id="{9DCB79C6-C352-42B1-818A-93759E9F4E21}"/>
                </a:ext>
              </a:extLst>
            </p:cNvPr>
            <p:cNvSpPr>
              <a:spLocks noChangeShapeType="1"/>
            </p:cNvSpPr>
            <p:nvPr/>
          </p:nvSpPr>
          <p:spPr bwMode="auto">
            <a:xfrm>
              <a:off x="3410" y="1794"/>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3" name="Line 118">
              <a:extLst>
                <a:ext uri="{FF2B5EF4-FFF2-40B4-BE49-F238E27FC236}">
                  <a16:creationId xmlns:a16="http://schemas.microsoft.com/office/drawing/2014/main" id="{8DD2DB12-FFB9-487D-9C4F-908D91A9FC96}"/>
                </a:ext>
              </a:extLst>
            </p:cNvPr>
            <p:cNvSpPr>
              <a:spLocks noChangeShapeType="1"/>
            </p:cNvSpPr>
            <p:nvPr/>
          </p:nvSpPr>
          <p:spPr bwMode="auto">
            <a:xfrm>
              <a:off x="3410" y="1811"/>
              <a:ext cx="1" cy="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4" name="Line 119">
              <a:extLst>
                <a:ext uri="{FF2B5EF4-FFF2-40B4-BE49-F238E27FC236}">
                  <a16:creationId xmlns:a16="http://schemas.microsoft.com/office/drawing/2014/main" id="{F9F6403C-372D-4CE3-9E9E-AAB8CFD791C3}"/>
                </a:ext>
              </a:extLst>
            </p:cNvPr>
            <p:cNvSpPr>
              <a:spLocks noChangeShapeType="1"/>
            </p:cNvSpPr>
            <p:nvPr/>
          </p:nvSpPr>
          <p:spPr bwMode="auto">
            <a:xfrm flipH="1">
              <a:off x="3393" y="1827"/>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5" name="Line 120">
              <a:extLst>
                <a:ext uri="{FF2B5EF4-FFF2-40B4-BE49-F238E27FC236}">
                  <a16:creationId xmlns:a16="http://schemas.microsoft.com/office/drawing/2014/main" id="{96EA2994-B8E0-4408-BC64-68C21D0E9846}"/>
                </a:ext>
              </a:extLst>
            </p:cNvPr>
            <p:cNvSpPr>
              <a:spLocks noChangeShapeType="1"/>
            </p:cNvSpPr>
            <p:nvPr/>
          </p:nvSpPr>
          <p:spPr bwMode="auto">
            <a:xfrm flipH="1">
              <a:off x="3376" y="1878"/>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6" name="Line 121">
              <a:extLst>
                <a:ext uri="{FF2B5EF4-FFF2-40B4-BE49-F238E27FC236}">
                  <a16:creationId xmlns:a16="http://schemas.microsoft.com/office/drawing/2014/main" id="{E8335D69-26A5-494E-94E7-1CA81C6DAA39}"/>
                </a:ext>
              </a:extLst>
            </p:cNvPr>
            <p:cNvSpPr>
              <a:spLocks noChangeShapeType="1"/>
            </p:cNvSpPr>
            <p:nvPr/>
          </p:nvSpPr>
          <p:spPr bwMode="auto">
            <a:xfrm flipH="1">
              <a:off x="3359" y="1929"/>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7" name="Rectangle 122">
              <a:extLst>
                <a:ext uri="{FF2B5EF4-FFF2-40B4-BE49-F238E27FC236}">
                  <a16:creationId xmlns:a16="http://schemas.microsoft.com/office/drawing/2014/main" id="{EC6F139F-6BBC-4B12-BEE8-4E7A16F2DB3D}"/>
                </a:ext>
              </a:extLst>
            </p:cNvPr>
            <p:cNvSpPr>
              <a:spLocks noChangeArrowheads="1"/>
            </p:cNvSpPr>
            <p:nvPr/>
          </p:nvSpPr>
          <p:spPr bwMode="auto">
            <a:xfrm>
              <a:off x="3410" y="2625"/>
              <a:ext cx="271" cy="474"/>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788" name="Line 123">
              <a:extLst>
                <a:ext uri="{FF2B5EF4-FFF2-40B4-BE49-F238E27FC236}">
                  <a16:creationId xmlns:a16="http://schemas.microsoft.com/office/drawing/2014/main" id="{4B246348-CD3E-46E0-A57C-0E68CEB5C607}"/>
                </a:ext>
              </a:extLst>
            </p:cNvPr>
            <p:cNvSpPr>
              <a:spLocks noChangeShapeType="1"/>
            </p:cNvSpPr>
            <p:nvPr/>
          </p:nvSpPr>
          <p:spPr bwMode="auto">
            <a:xfrm flipH="1">
              <a:off x="3410" y="2625"/>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89" name="Line 124">
              <a:extLst>
                <a:ext uri="{FF2B5EF4-FFF2-40B4-BE49-F238E27FC236}">
                  <a16:creationId xmlns:a16="http://schemas.microsoft.com/office/drawing/2014/main" id="{1FD9B4A4-7231-4DC9-9473-3D534E43AB47}"/>
                </a:ext>
              </a:extLst>
            </p:cNvPr>
            <p:cNvSpPr>
              <a:spLocks noChangeShapeType="1"/>
            </p:cNvSpPr>
            <p:nvPr/>
          </p:nvSpPr>
          <p:spPr bwMode="auto">
            <a:xfrm>
              <a:off x="3410" y="2625"/>
              <a:ext cx="1" cy="47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0" name="Line 125">
              <a:extLst>
                <a:ext uri="{FF2B5EF4-FFF2-40B4-BE49-F238E27FC236}">
                  <a16:creationId xmlns:a16="http://schemas.microsoft.com/office/drawing/2014/main" id="{6ACE0EB6-ACD9-4D5E-BE66-C8DC3A1D28EA}"/>
                </a:ext>
              </a:extLst>
            </p:cNvPr>
            <p:cNvSpPr>
              <a:spLocks noChangeShapeType="1"/>
            </p:cNvSpPr>
            <p:nvPr/>
          </p:nvSpPr>
          <p:spPr bwMode="auto">
            <a:xfrm>
              <a:off x="3410" y="3099"/>
              <a:ext cx="27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1" name="Arc 126">
              <a:extLst>
                <a:ext uri="{FF2B5EF4-FFF2-40B4-BE49-F238E27FC236}">
                  <a16:creationId xmlns:a16="http://schemas.microsoft.com/office/drawing/2014/main" id="{800AF60C-16CA-4C4D-82AF-2A63A9C030D2}"/>
                </a:ext>
              </a:extLst>
            </p:cNvPr>
            <p:cNvSpPr>
              <a:spLocks/>
            </p:cNvSpPr>
            <p:nvPr/>
          </p:nvSpPr>
          <p:spPr bwMode="auto">
            <a:xfrm>
              <a:off x="3680" y="2625"/>
              <a:ext cx="289" cy="491"/>
            </a:xfrm>
            <a:custGeom>
              <a:avLst/>
              <a:gdLst>
                <a:gd name="T0" fmla="*/ 0 w 22348"/>
                <a:gd name="T1" fmla="*/ 0 h 43200"/>
                <a:gd name="T2" fmla="*/ 0 w 22348"/>
                <a:gd name="T3" fmla="*/ 0 h 43200"/>
                <a:gd name="T4" fmla="*/ 0 w 22348"/>
                <a:gd name="T5" fmla="*/ 0 h 43200"/>
                <a:gd name="T6" fmla="*/ 0 60000 65536"/>
                <a:gd name="T7" fmla="*/ 0 60000 65536"/>
                <a:gd name="T8" fmla="*/ 0 60000 65536"/>
                <a:gd name="T9" fmla="*/ 0 w 22348"/>
                <a:gd name="T10" fmla="*/ 0 h 43200"/>
                <a:gd name="T11" fmla="*/ 22348 w 22348"/>
                <a:gd name="T12" fmla="*/ 43200 h 43200"/>
              </a:gdLst>
              <a:ahLst/>
              <a:cxnLst>
                <a:cxn ang="T6">
                  <a:pos x="T0" y="T1"/>
                </a:cxn>
                <a:cxn ang="T7">
                  <a:pos x="T2" y="T3"/>
                </a:cxn>
                <a:cxn ang="T8">
                  <a:pos x="T4" y="T5"/>
                </a:cxn>
              </a:cxnLst>
              <a:rect l="T9" t="T10" r="T11" b="T12"/>
              <a:pathLst>
                <a:path w="22348" h="43200" fill="none" extrusionOk="0">
                  <a:moveTo>
                    <a:pt x="54" y="11"/>
                  </a:moveTo>
                  <a:cubicBezTo>
                    <a:pt x="285" y="3"/>
                    <a:pt x="516" y="-1"/>
                    <a:pt x="748" y="0"/>
                  </a:cubicBezTo>
                  <a:cubicBezTo>
                    <a:pt x="12677" y="0"/>
                    <a:pt x="22348" y="9670"/>
                    <a:pt x="22348" y="21600"/>
                  </a:cubicBezTo>
                  <a:cubicBezTo>
                    <a:pt x="22348" y="33529"/>
                    <a:pt x="12677" y="43200"/>
                    <a:pt x="748" y="43200"/>
                  </a:cubicBezTo>
                  <a:cubicBezTo>
                    <a:pt x="498" y="43200"/>
                    <a:pt x="249" y="43195"/>
                    <a:pt x="-1" y="43187"/>
                  </a:cubicBezTo>
                </a:path>
                <a:path w="22348" h="43200" stroke="0" extrusionOk="0">
                  <a:moveTo>
                    <a:pt x="54" y="11"/>
                  </a:moveTo>
                  <a:cubicBezTo>
                    <a:pt x="285" y="3"/>
                    <a:pt x="516" y="-1"/>
                    <a:pt x="748" y="0"/>
                  </a:cubicBezTo>
                  <a:cubicBezTo>
                    <a:pt x="12677" y="0"/>
                    <a:pt x="22348" y="9670"/>
                    <a:pt x="22348" y="21600"/>
                  </a:cubicBezTo>
                  <a:cubicBezTo>
                    <a:pt x="22348" y="33529"/>
                    <a:pt x="12677" y="43200"/>
                    <a:pt x="748" y="43200"/>
                  </a:cubicBezTo>
                  <a:cubicBezTo>
                    <a:pt x="498" y="43200"/>
                    <a:pt x="249" y="43195"/>
                    <a:pt x="-1" y="43187"/>
                  </a:cubicBezTo>
                  <a:lnTo>
                    <a:pt x="748" y="21600"/>
                  </a:lnTo>
                  <a:lnTo>
                    <a:pt x="54"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792" name="Arc 127">
              <a:extLst>
                <a:ext uri="{FF2B5EF4-FFF2-40B4-BE49-F238E27FC236}">
                  <a16:creationId xmlns:a16="http://schemas.microsoft.com/office/drawing/2014/main" id="{5A77608F-BEE8-4076-A06E-8648BE0113B6}"/>
                </a:ext>
              </a:extLst>
            </p:cNvPr>
            <p:cNvSpPr>
              <a:spLocks/>
            </p:cNvSpPr>
            <p:nvPr/>
          </p:nvSpPr>
          <p:spPr bwMode="auto">
            <a:xfrm>
              <a:off x="3681" y="2633"/>
              <a:ext cx="281" cy="475"/>
            </a:xfrm>
            <a:custGeom>
              <a:avLst/>
              <a:gdLst>
                <a:gd name="T0" fmla="*/ 0 w 22345"/>
                <a:gd name="T1" fmla="*/ 0 h 43200"/>
                <a:gd name="T2" fmla="*/ 0 w 22345"/>
                <a:gd name="T3" fmla="*/ 0 h 43200"/>
                <a:gd name="T4" fmla="*/ 0 w 22345"/>
                <a:gd name="T5" fmla="*/ 0 h 43200"/>
                <a:gd name="T6" fmla="*/ 0 60000 65536"/>
                <a:gd name="T7" fmla="*/ 0 60000 65536"/>
                <a:gd name="T8" fmla="*/ 0 60000 65536"/>
                <a:gd name="T9" fmla="*/ 0 w 22345"/>
                <a:gd name="T10" fmla="*/ 0 h 43200"/>
                <a:gd name="T11" fmla="*/ 22345 w 22345"/>
                <a:gd name="T12" fmla="*/ 43200 h 43200"/>
              </a:gdLst>
              <a:ahLst/>
              <a:cxnLst>
                <a:cxn ang="T6">
                  <a:pos x="T0" y="T1"/>
                </a:cxn>
                <a:cxn ang="T7">
                  <a:pos x="T2" y="T3"/>
                </a:cxn>
                <a:cxn ang="T8">
                  <a:pos x="T4" y="T5"/>
                </a:cxn>
              </a:cxnLst>
              <a:rect l="T9" t="T10" r="T11" b="T12"/>
              <a:pathLst>
                <a:path w="22345" h="43200" fill="none" extrusionOk="0">
                  <a:moveTo>
                    <a:pt x="54" y="11"/>
                  </a:moveTo>
                  <a:cubicBezTo>
                    <a:pt x="284" y="3"/>
                    <a:pt x="514" y="-1"/>
                    <a:pt x="745" y="0"/>
                  </a:cubicBezTo>
                  <a:cubicBezTo>
                    <a:pt x="12674" y="0"/>
                    <a:pt x="22345" y="9670"/>
                    <a:pt x="22345" y="21600"/>
                  </a:cubicBezTo>
                  <a:cubicBezTo>
                    <a:pt x="22345" y="33529"/>
                    <a:pt x="12674" y="43200"/>
                    <a:pt x="745" y="43200"/>
                  </a:cubicBezTo>
                  <a:cubicBezTo>
                    <a:pt x="496" y="43200"/>
                    <a:pt x="248" y="43195"/>
                    <a:pt x="-1" y="43187"/>
                  </a:cubicBezTo>
                </a:path>
                <a:path w="22345" h="43200" stroke="0" extrusionOk="0">
                  <a:moveTo>
                    <a:pt x="54" y="11"/>
                  </a:moveTo>
                  <a:cubicBezTo>
                    <a:pt x="284" y="3"/>
                    <a:pt x="514" y="-1"/>
                    <a:pt x="745" y="0"/>
                  </a:cubicBezTo>
                  <a:cubicBezTo>
                    <a:pt x="12674" y="0"/>
                    <a:pt x="22345" y="9670"/>
                    <a:pt x="22345" y="21600"/>
                  </a:cubicBezTo>
                  <a:cubicBezTo>
                    <a:pt x="22345" y="33529"/>
                    <a:pt x="12674" y="43200"/>
                    <a:pt x="745" y="43200"/>
                  </a:cubicBezTo>
                  <a:cubicBezTo>
                    <a:pt x="496" y="43200"/>
                    <a:pt x="248" y="43195"/>
                    <a:pt x="-1" y="43187"/>
                  </a:cubicBezTo>
                  <a:lnTo>
                    <a:pt x="745" y="21600"/>
                  </a:lnTo>
                  <a:lnTo>
                    <a:pt x="54" y="11"/>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793" name="Line 128">
              <a:extLst>
                <a:ext uri="{FF2B5EF4-FFF2-40B4-BE49-F238E27FC236}">
                  <a16:creationId xmlns:a16="http://schemas.microsoft.com/office/drawing/2014/main" id="{1303912B-093C-4224-BA3B-DB6A4CEAA0E8}"/>
                </a:ext>
              </a:extLst>
            </p:cNvPr>
            <p:cNvSpPr>
              <a:spLocks noChangeShapeType="1"/>
            </p:cNvSpPr>
            <p:nvPr/>
          </p:nvSpPr>
          <p:spPr bwMode="auto">
            <a:xfrm flipH="1">
              <a:off x="3172" y="2998"/>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4" name="Line 129">
              <a:extLst>
                <a:ext uri="{FF2B5EF4-FFF2-40B4-BE49-F238E27FC236}">
                  <a16:creationId xmlns:a16="http://schemas.microsoft.com/office/drawing/2014/main" id="{F3E9BA39-5F5A-4346-ADEE-BFB0CB1B7286}"/>
                </a:ext>
              </a:extLst>
            </p:cNvPr>
            <p:cNvSpPr>
              <a:spLocks noChangeShapeType="1"/>
            </p:cNvSpPr>
            <p:nvPr/>
          </p:nvSpPr>
          <p:spPr bwMode="auto">
            <a:xfrm flipH="1">
              <a:off x="3952"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5" name="Line 130">
              <a:extLst>
                <a:ext uri="{FF2B5EF4-FFF2-40B4-BE49-F238E27FC236}">
                  <a16:creationId xmlns:a16="http://schemas.microsoft.com/office/drawing/2014/main" id="{C895D480-991E-42B5-B465-36C79832097C}"/>
                </a:ext>
              </a:extLst>
            </p:cNvPr>
            <p:cNvSpPr>
              <a:spLocks noChangeShapeType="1"/>
            </p:cNvSpPr>
            <p:nvPr/>
          </p:nvSpPr>
          <p:spPr bwMode="auto">
            <a:xfrm flipH="1">
              <a:off x="2884" y="1590"/>
              <a:ext cx="39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6" name="Line 131">
              <a:extLst>
                <a:ext uri="{FF2B5EF4-FFF2-40B4-BE49-F238E27FC236}">
                  <a16:creationId xmlns:a16="http://schemas.microsoft.com/office/drawing/2014/main" id="{AFAAFE85-9F81-406F-AF7A-FED3CAE7534D}"/>
                </a:ext>
              </a:extLst>
            </p:cNvPr>
            <p:cNvSpPr>
              <a:spLocks noChangeShapeType="1"/>
            </p:cNvSpPr>
            <p:nvPr/>
          </p:nvSpPr>
          <p:spPr bwMode="auto">
            <a:xfrm>
              <a:off x="2884" y="2150"/>
              <a:ext cx="1" cy="83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7" name="Line 132">
              <a:extLst>
                <a:ext uri="{FF2B5EF4-FFF2-40B4-BE49-F238E27FC236}">
                  <a16:creationId xmlns:a16="http://schemas.microsoft.com/office/drawing/2014/main" id="{A1451A58-AAF0-4218-9904-F218D6DFD694}"/>
                </a:ext>
              </a:extLst>
            </p:cNvPr>
            <p:cNvSpPr>
              <a:spLocks noChangeShapeType="1"/>
            </p:cNvSpPr>
            <p:nvPr/>
          </p:nvSpPr>
          <p:spPr bwMode="auto">
            <a:xfrm flipH="1">
              <a:off x="2884" y="2998"/>
              <a:ext cx="28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8" name="Line 133">
              <a:extLst>
                <a:ext uri="{FF2B5EF4-FFF2-40B4-BE49-F238E27FC236}">
                  <a16:creationId xmlns:a16="http://schemas.microsoft.com/office/drawing/2014/main" id="{C400CE25-64EA-41C6-8104-4A3F2A0ADF6E}"/>
                </a:ext>
              </a:extLst>
            </p:cNvPr>
            <p:cNvSpPr>
              <a:spLocks noChangeShapeType="1"/>
            </p:cNvSpPr>
            <p:nvPr/>
          </p:nvSpPr>
          <p:spPr bwMode="auto">
            <a:xfrm flipV="1">
              <a:off x="3072" y="1878"/>
              <a:ext cx="1" cy="848"/>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99" name="Oval 134">
              <a:extLst>
                <a:ext uri="{FF2B5EF4-FFF2-40B4-BE49-F238E27FC236}">
                  <a16:creationId xmlns:a16="http://schemas.microsoft.com/office/drawing/2014/main" id="{F722BD97-5731-4FF5-A783-DE8A5B12E60B}"/>
                </a:ext>
              </a:extLst>
            </p:cNvPr>
            <p:cNvSpPr>
              <a:spLocks noChangeArrowheads="1"/>
            </p:cNvSpPr>
            <p:nvPr/>
          </p:nvSpPr>
          <p:spPr bwMode="auto">
            <a:xfrm>
              <a:off x="2858" y="2955"/>
              <a:ext cx="52"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00" name="Oval 135">
              <a:extLst>
                <a:ext uri="{FF2B5EF4-FFF2-40B4-BE49-F238E27FC236}">
                  <a16:creationId xmlns:a16="http://schemas.microsoft.com/office/drawing/2014/main" id="{6D84B548-74A9-41B5-A23D-95B1D7F3FE10}"/>
                </a:ext>
              </a:extLst>
            </p:cNvPr>
            <p:cNvSpPr>
              <a:spLocks noChangeArrowheads="1"/>
            </p:cNvSpPr>
            <p:nvPr/>
          </p:nvSpPr>
          <p:spPr bwMode="auto">
            <a:xfrm>
              <a:off x="3024" y="1852"/>
              <a:ext cx="52"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01" name="Line 136">
              <a:extLst>
                <a:ext uri="{FF2B5EF4-FFF2-40B4-BE49-F238E27FC236}">
                  <a16:creationId xmlns:a16="http://schemas.microsoft.com/office/drawing/2014/main" id="{4D3AFD31-624A-42AE-BEFD-A5F530CFC7C5}"/>
                </a:ext>
              </a:extLst>
            </p:cNvPr>
            <p:cNvSpPr>
              <a:spLocks noChangeShapeType="1"/>
            </p:cNvSpPr>
            <p:nvPr/>
          </p:nvSpPr>
          <p:spPr bwMode="auto">
            <a:xfrm>
              <a:off x="2884" y="1319"/>
              <a:ext cx="1" cy="81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2" name="Line 137">
              <a:extLst>
                <a:ext uri="{FF2B5EF4-FFF2-40B4-BE49-F238E27FC236}">
                  <a16:creationId xmlns:a16="http://schemas.microsoft.com/office/drawing/2014/main" id="{DC5BD26B-CC44-46AE-9D42-C801D787FAC2}"/>
                </a:ext>
              </a:extLst>
            </p:cNvPr>
            <p:cNvSpPr>
              <a:spLocks noChangeShapeType="1"/>
            </p:cNvSpPr>
            <p:nvPr/>
          </p:nvSpPr>
          <p:spPr bwMode="auto">
            <a:xfrm flipH="1">
              <a:off x="559" y="1319"/>
              <a:ext cx="2325"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3" name="Line 138">
              <a:extLst>
                <a:ext uri="{FF2B5EF4-FFF2-40B4-BE49-F238E27FC236}">
                  <a16:creationId xmlns:a16="http://schemas.microsoft.com/office/drawing/2014/main" id="{E5317378-695F-4519-8A9D-ACC59C787327}"/>
                </a:ext>
              </a:extLst>
            </p:cNvPr>
            <p:cNvSpPr>
              <a:spLocks noChangeShapeType="1"/>
            </p:cNvSpPr>
            <p:nvPr/>
          </p:nvSpPr>
          <p:spPr bwMode="auto">
            <a:xfrm flipH="1">
              <a:off x="4173" y="2862"/>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4" name="Line 139">
              <a:extLst>
                <a:ext uri="{FF2B5EF4-FFF2-40B4-BE49-F238E27FC236}">
                  <a16:creationId xmlns:a16="http://schemas.microsoft.com/office/drawing/2014/main" id="{85F01513-3E7E-4214-94B9-A944D0EB19B3}"/>
                </a:ext>
              </a:extLst>
            </p:cNvPr>
            <p:cNvSpPr>
              <a:spLocks noChangeShapeType="1"/>
            </p:cNvSpPr>
            <p:nvPr/>
          </p:nvSpPr>
          <p:spPr bwMode="auto">
            <a:xfrm flipH="1">
              <a:off x="4173" y="3133"/>
              <a:ext cx="238"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5" name="Line 140">
              <a:extLst>
                <a:ext uri="{FF2B5EF4-FFF2-40B4-BE49-F238E27FC236}">
                  <a16:creationId xmlns:a16="http://schemas.microsoft.com/office/drawing/2014/main" id="{7DB2FB75-EB8B-4941-BDB9-A7CA1D7D3068}"/>
                </a:ext>
              </a:extLst>
            </p:cNvPr>
            <p:cNvSpPr>
              <a:spLocks noChangeShapeType="1"/>
            </p:cNvSpPr>
            <p:nvPr/>
          </p:nvSpPr>
          <p:spPr bwMode="auto">
            <a:xfrm flipH="1">
              <a:off x="4886" y="2998"/>
              <a:ext cx="23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6" name="Freeform 141">
              <a:extLst>
                <a:ext uri="{FF2B5EF4-FFF2-40B4-BE49-F238E27FC236}">
                  <a16:creationId xmlns:a16="http://schemas.microsoft.com/office/drawing/2014/main" id="{AA71A062-03A2-48A5-98C9-562D93855416}"/>
                </a:ext>
              </a:extLst>
            </p:cNvPr>
            <p:cNvSpPr>
              <a:spLocks/>
            </p:cNvSpPr>
            <p:nvPr/>
          </p:nvSpPr>
          <p:spPr bwMode="auto">
            <a:xfrm>
              <a:off x="4343" y="2760"/>
              <a:ext cx="526" cy="492"/>
            </a:xfrm>
            <a:custGeom>
              <a:avLst/>
              <a:gdLst>
                <a:gd name="T0" fmla="*/ 0 w 526"/>
                <a:gd name="T1" fmla="*/ 0 h 492"/>
                <a:gd name="T2" fmla="*/ 68 w 526"/>
                <a:gd name="T3" fmla="*/ 153 h 492"/>
                <a:gd name="T4" fmla="*/ 68 w 526"/>
                <a:gd name="T5" fmla="*/ 322 h 492"/>
                <a:gd name="T6" fmla="*/ 0 w 526"/>
                <a:gd name="T7" fmla="*/ 492 h 492"/>
                <a:gd name="T8" fmla="*/ 186 w 526"/>
                <a:gd name="T9" fmla="*/ 492 h 492"/>
                <a:gd name="T10" fmla="*/ 526 w 526"/>
                <a:gd name="T11" fmla="*/ 255 h 492"/>
                <a:gd name="T12" fmla="*/ 186 w 526"/>
                <a:gd name="T13" fmla="*/ 0 h 492"/>
                <a:gd name="T14" fmla="*/ 0 w 526"/>
                <a:gd name="T15" fmla="*/ 0 h 492"/>
                <a:gd name="T16" fmla="*/ 0 60000 65536"/>
                <a:gd name="T17" fmla="*/ 0 60000 65536"/>
                <a:gd name="T18" fmla="*/ 0 60000 65536"/>
                <a:gd name="T19" fmla="*/ 0 60000 65536"/>
                <a:gd name="T20" fmla="*/ 0 60000 65536"/>
                <a:gd name="T21" fmla="*/ 0 60000 65536"/>
                <a:gd name="T22" fmla="*/ 0 60000 65536"/>
                <a:gd name="T23" fmla="*/ 0 60000 65536"/>
                <a:gd name="T24" fmla="*/ 0 w 526"/>
                <a:gd name="T25" fmla="*/ 0 h 492"/>
                <a:gd name="T26" fmla="*/ 526 w 526"/>
                <a:gd name="T27" fmla="*/ 492 h 4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6" h="492">
                  <a:moveTo>
                    <a:pt x="0" y="0"/>
                  </a:moveTo>
                  <a:lnTo>
                    <a:pt x="68" y="153"/>
                  </a:lnTo>
                  <a:lnTo>
                    <a:pt x="68" y="322"/>
                  </a:lnTo>
                  <a:lnTo>
                    <a:pt x="0" y="492"/>
                  </a:lnTo>
                  <a:lnTo>
                    <a:pt x="186" y="492"/>
                  </a:lnTo>
                  <a:lnTo>
                    <a:pt x="526" y="255"/>
                  </a:lnTo>
                  <a:lnTo>
                    <a:pt x="186" y="0"/>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07" name="Line 142">
              <a:extLst>
                <a:ext uri="{FF2B5EF4-FFF2-40B4-BE49-F238E27FC236}">
                  <a16:creationId xmlns:a16="http://schemas.microsoft.com/office/drawing/2014/main" id="{7B6DE5D4-96F9-4787-A3FB-0751E19ABC3F}"/>
                </a:ext>
              </a:extLst>
            </p:cNvPr>
            <p:cNvSpPr>
              <a:spLocks noChangeShapeType="1"/>
            </p:cNvSpPr>
            <p:nvPr/>
          </p:nvSpPr>
          <p:spPr bwMode="auto">
            <a:xfrm>
              <a:off x="4343" y="2760"/>
              <a:ext cx="68" cy="153"/>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8" name="Line 143">
              <a:extLst>
                <a:ext uri="{FF2B5EF4-FFF2-40B4-BE49-F238E27FC236}">
                  <a16:creationId xmlns:a16="http://schemas.microsoft.com/office/drawing/2014/main" id="{50C99FB6-FAC3-48BF-84D1-B8E68C878C1E}"/>
                </a:ext>
              </a:extLst>
            </p:cNvPr>
            <p:cNvSpPr>
              <a:spLocks noChangeShapeType="1"/>
            </p:cNvSpPr>
            <p:nvPr/>
          </p:nvSpPr>
          <p:spPr bwMode="auto">
            <a:xfrm>
              <a:off x="4411" y="2913"/>
              <a:ext cx="1" cy="169"/>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09" name="Line 144">
              <a:extLst>
                <a:ext uri="{FF2B5EF4-FFF2-40B4-BE49-F238E27FC236}">
                  <a16:creationId xmlns:a16="http://schemas.microsoft.com/office/drawing/2014/main" id="{F0B9A9C2-0FB6-4C03-9EBD-AB1E09C90C25}"/>
                </a:ext>
              </a:extLst>
            </p:cNvPr>
            <p:cNvSpPr>
              <a:spLocks noChangeShapeType="1"/>
            </p:cNvSpPr>
            <p:nvPr/>
          </p:nvSpPr>
          <p:spPr bwMode="auto">
            <a:xfrm flipH="1">
              <a:off x="4343" y="3082"/>
              <a:ext cx="68" cy="170"/>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0" name="Line 145">
              <a:extLst>
                <a:ext uri="{FF2B5EF4-FFF2-40B4-BE49-F238E27FC236}">
                  <a16:creationId xmlns:a16="http://schemas.microsoft.com/office/drawing/2014/main" id="{77423DB0-EADE-462D-8E19-8B3F0C24D824}"/>
                </a:ext>
              </a:extLst>
            </p:cNvPr>
            <p:cNvSpPr>
              <a:spLocks noChangeShapeType="1"/>
            </p:cNvSpPr>
            <p:nvPr/>
          </p:nvSpPr>
          <p:spPr bwMode="auto">
            <a:xfrm>
              <a:off x="4343" y="3252"/>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1" name="Line 146">
              <a:extLst>
                <a:ext uri="{FF2B5EF4-FFF2-40B4-BE49-F238E27FC236}">
                  <a16:creationId xmlns:a16="http://schemas.microsoft.com/office/drawing/2014/main" id="{5A92CE35-AC13-4311-9EB6-5CEBBF758FB4}"/>
                </a:ext>
              </a:extLst>
            </p:cNvPr>
            <p:cNvSpPr>
              <a:spLocks noChangeShapeType="1"/>
            </p:cNvSpPr>
            <p:nvPr/>
          </p:nvSpPr>
          <p:spPr bwMode="auto">
            <a:xfrm flipV="1">
              <a:off x="4529" y="3015"/>
              <a:ext cx="340" cy="237"/>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2" name="Line 147">
              <a:extLst>
                <a:ext uri="{FF2B5EF4-FFF2-40B4-BE49-F238E27FC236}">
                  <a16:creationId xmlns:a16="http://schemas.microsoft.com/office/drawing/2014/main" id="{2C4C0403-D86D-4220-A80D-FBE753C04F52}"/>
                </a:ext>
              </a:extLst>
            </p:cNvPr>
            <p:cNvSpPr>
              <a:spLocks noChangeShapeType="1"/>
            </p:cNvSpPr>
            <p:nvPr/>
          </p:nvSpPr>
          <p:spPr bwMode="auto">
            <a:xfrm flipH="1" flipV="1">
              <a:off x="4529" y="2760"/>
              <a:ext cx="340" cy="255"/>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3" name="Line 148">
              <a:extLst>
                <a:ext uri="{FF2B5EF4-FFF2-40B4-BE49-F238E27FC236}">
                  <a16:creationId xmlns:a16="http://schemas.microsoft.com/office/drawing/2014/main" id="{E29E8BB6-5F32-4503-9DAD-5D57764C60DC}"/>
                </a:ext>
              </a:extLst>
            </p:cNvPr>
            <p:cNvSpPr>
              <a:spLocks noChangeShapeType="1"/>
            </p:cNvSpPr>
            <p:nvPr/>
          </p:nvSpPr>
          <p:spPr bwMode="auto">
            <a:xfrm flipH="1">
              <a:off x="4343" y="2760"/>
              <a:ext cx="186" cy="1"/>
            </a:xfrm>
            <a:prstGeom prst="line">
              <a:avLst/>
            </a:prstGeom>
            <a:noFill/>
            <a:ln w="26988">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4" name="Arc 149">
              <a:extLst>
                <a:ext uri="{FF2B5EF4-FFF2-40B4-BE49-F238E27FC236}">
                  <a16:creationId xmlns:a16="http://schemas.microsoft.com/office/drawing/2014/main" id="{D2DFA830-90D3-418C-AFF1-C125C95D23D3}"/>
                </a:ext>
              </a:extLst>
            </p:cNvPr>
            <p:cNvSpPr>
              <a:spLocks/>
            </p:cNvSpPr>
            <p:nvPr/>
          </p:nvSpPr>
          <p:spPr bwMode="auto">
            <a:xfrm>
              <a:off x="4495" y="2760"/>
              <a:ext cx="392" cy="492"/>
            </a:xfrm>
            <a:custGeom>
              <a:avLst/>
              <a:gdLst>
                <a:gd name="T0" fmla="*/ 0 w 18483"/>
                <a:gd name="T1" fmla="*/ 0 h 21600"/>
                <a:gd name="T2" fmla="*/ 0 w 18483"/>
                <a:gd name="T3" fmla="*/ 0 h 21600"/>
                <a:gd name="T4" fmla="*/ 0 w 18483"/>
                <a:gd name="T5" fmla="*/ 0 h 21600"/>
                <a:gd name="T6" fmla="*/ 0 60000 65536"/>
                <a:gd name="T7" fmla="*/ 0 60000 65536"/>
                <a:gd name="T8" fmla="*/ 0 60000 65536"/>
                <a:gd name="T9" fmla="*/ 0 w 18483"/>
                <a:gd name="T10" fmla="*/ 0 h 21600"/>
                <a:gd name="T11" fmla="*/ 18483 w 18483"/>
                <a:gd name="T12" fmla="*/ 21600 h 21600"/>
              </a:gdLst>
              <a:ahLst/>
              <a:cxnLst>
                <a:cxn ang="T6">
                  <a:pos x="T0" y="T1"/>
                </a:cxn>
                <a:cxn ang="T7">
                  <a:pos x="T2" y="T3"/>
                </a:cxn>
                <a:cxn ang="T8">
                  <a:pos x="T4" y="T5"/>
                </a:cxn>
              </a:cxnLst>
              <a:rect l="T9" t="T10" r="T11" b="T12"/>
              <a:pathLst>
                <a:path w="18483" h="21600" fill="none" extrusionOk="0">
                  <a:moveTo>
                    <a:pt x="-1" y="0"/>
                  </a:moveTo>
                  <a:cubicBezTo>
                    <a:pt x="7560" y="0"/>
                    <a:pt x="14570" y="3953"/>
                    <a:pt x="18483" y="10422"/>
                  </a:cubicBezTo>
                </a:path>
                <a:path w="18483" h="21600" stroke="0" extrusionOk="0">
                  <a:moveTo>
                    <a:pt x="-1" y="0"/>
                  </a:moveTo>
                  <a:cubicBezTo>
                    <a:pt x="7560" y="0"/>
                    <a:pt x="14570" y="3953"/>
                    <a:pt x="18483" y="10422"/>
                  </a:cubicBezTo>
                  <a:lnTo>
                    <a:pt x="0" y="21600"/>
                  </a:lnTo>
                  <a:lnTo>
                    <a:pt x="-1"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15" name="Arc 150">
              <a:extLst>
                <a:ext uri="{FF2B5EF4-FFF2-40B4-BE49-F238E27FC236}">
                  <a16:creationId xmlns:a16="http://schemas.microsoft.com/office/drawing/2014/main" id="{3CFC412A-E628-4196-A7C3-7266AA65D3E7}"/>
                </a:ext>
              </a:extLst>
            </p:cNvPr>
            <p:cNvSpPr>
              <a:spLocks/>
            </p:cNvSpPr>
            <p:nvPr/>
          </p:nvSpPr>
          <p:spPr bwMode="auto">
            <a:xfrm>
              <a:off x="4495" y="2768"/>
              <a:ext cx="385" cy="484"/>
            </a:xfrm>
            <a:custGeom>
              <a:avLst/>
              <a:gdLst>
                <a:gd name="T0" fmla="*/ 0 w 18489"/>
                <a:gd name="T1" fmla="*/ 0 h 21600"/>
                <a:gd name="T2" fmla="*/ 0 w 18489"/>
                <a:gd name="T3" fmla="*/ 0 h 21600"/>
                <a:gd name="T4" fmla="*/ 0 w 18489"/>
                <a:gd name="T5" fmla="*/ 0 h 21600"/>
                <a:gd name="T6" fmla="*/ 0 60000 65536"/>
                <a:gd name="T7" fmla="*/ 0 60000 65536"/>
                <a:gd name="T8" fmla="*/ 0 60000 65536"/>
                <a:gd name="T9" fmla="*/ 0 w 18489"/>
                <a:gd name="T10" fmla="*/ 0 h 21600"/>
                <a:gd name="T11" fmla="*/ 18489 w 18489"/>
                <a:gd name="T12" fmla="*/ 21600 h 21600"/>
              </a:gdLst>
              <a:ahLst/>
              <a:cxnLst>
                <a:cxn ang="T6">
                  <a:pos x="T0" y="T1"/>
                </a:cxn>
                <a:cxn ang="T7">
                  <a:pos x="T2" y="T3"/>
                </a:cxn>
                <a:cxn ang="T8">
                  <a:pos x="T4" y="T5"/>
                </a:cxn>
              </a:cxnLst>
              <a:rect l="T9" t="T10" r="T11" b="T12"/>
              <a:pathLst>
                <a:path w="18489" h="21600" fill="none" extrusionOk="0">
                  <a:moveTo>
                    <a:pt x="-1" y="0"/>
                  </a:moveTo>
                  <a:cubicBezTo>
                    <a:pt x="7564" y="0"/>
                    <a:pt x="14578" y="3957"/>
                    <a:pt x="18489" y="10432"/>
                  </a:cubicBezTo>
                </a:path>
                <a:path w="18489" h="21600" stroke="0" extrusionOk="0">
                  <a:moveTo>
                    <a:pt x="-1" y="0"/>
                  </a:moveTo>
                  <a:cubicBezTo>
                    <a:pt x="7564" y="0"/>
                    <a:pt x="14578" y="3957"/>
                    <a:pt x="18489" y="1043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16" name="Arc 151">
              <a:extLst>
                <a:ext uri="{FF2B5EF4-FFF2-40B4-BE49-F238E27FC236}">
                  <a16:creationId xmlns:a16="http://schemas.microsoft.com/office/drawing/2014/main" id="{9B5EAB25-BC6D-4459-A8A3-F1ABBF3BD984}"/>
                </a:ext>
              </a:extLst>
            </p:cNvPr>
            <p:cNvSpPr>
              <a:spLocks/>
            </p:cNvSpPr>
            <p:nvPr/>
          </p:nvSpPr>
          <p:spPr bwMode="auto">
            <a:xfrm>
              <a:off x="4495" y="2777"/>
              <a:ext cx="398" cy="492"/>
            </a:xfrm>
            <a:custGeom>
              <a:avLst/>
              <a:gdLst>
                <a:gd name="T0" fmla="*/ 0 w 18793"/>
                <a:gd name="T1" fmla="*/ 0 h 21600"/>
                <a:gd name="T2" fmla="*/ 0 w 18793"/>
                <a:gd name="T3" fmla="*/ 0 h 21600"/>
                <a:gd name="T4" fmla="*/ 0 w 18793"/>
                <a:gd name="T5" fmla="*/ 0 h 21600"/>
                <a:gd name="T6" fmla="*/ 0 60000 65536"/>
                <a:gd name="T7" fmla="*/ 0 60000 65536"/>
                <a:gd name="T8" fmla="*/ 0 60000 65536"/>
                <a:gd name="T9" fmla="*/ 0 w 18793"/>
                <a:gd name="T10" fmla="*/ 0 h 21600"/>
                <a:gd name="T11" fmla="*/ 18793 w 18793"/>
                <a:gd name="T12" fmla="*/ 21600 h 21600"/>
              </a:gdLst>
              <a:ahLst/>
              <a:cxnLst>
                <a:cxn ang="T6">
                  <a:pos x="T0" y="T1"/>
                </a:cxn>
                <a:cxn ang="T7">
                  <a:pos x="T2" y="T3"/>
                </a:cxn>
                <a:cxn ang="T8">
                  <a:pos x="T4" y="T5"/>
                </a:cxn>
              </a:cxnLst>
              <a:rect l="T9" t="T10" r="T11" b="T12"/>
              <a:pathLst>
                <a:path w="18793" h="21600" fill="none" extrusionOk="0">
                  <a:moveTo>
                    <a:pt x="18792" y="10648"/>
                  </a:moveTo>
                  <a:cubicBezTo>
                    <a:pt x="14957" y="17416"/>
                    <a:pt x="7779" y="21599"/>
                    <a:pt x="0" y="21600"/>
                  </a:cubicBezTo>
                </a:path>
                <a:path w="18793" h="21600" stroke="0" extrusionOk="0">
                  <a:moveTo>
                    <a:pt x="18792" y="10648"/>
                  </a:moveTo>
                  <a:cubicBezTo>
                    <a:pt x="14957" y="17416"/>
                    <a:pt x="7779" y="21599"/>
                    <a:pt x="0" y="21600"/>
                  </a:cubicBezTo>
                  <a:lnTo>
                    <a:pt x="0" y="0"/>
                  </a:lnTo>
                  <a:lnTo>
                    <a:pt x="18792" y="10648"/>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17" name="Arc 152">
              <a:extLst>
                <a:ext uri="{FF2B5EF4-FFF2-40B4-BE49-F238E27FC236}">
                  <a16:creationId xmlns:a16="http://schemas.microsoft.com/office/drawing/2014/main" id="{08A7AAD5-9F50-44B4-9AD1-DC6D4EDB2F59}"/>
                </a:ext>
              </a:extLst>
            </p:cNvPr>
            <p:cNvSpPr>
              <a:spLocks/>
            </p:cNvSpPr>
            <p:nvPr/>
          </p:nvSpPr>
          <p:spPr bwMode="auto">
            <a:xfrm>
              <a:off x="4495" y="2777"/>
              <a:ext cx="392" cy="484"/>
            </a:xfrm>
            <a:custGeom>
              <a:avLst/>
              <a:gdLst>
                <a:gd name="T0" fmla="*/ 0 w 18798"/>
                <a:gd name="T1" fmla="*/ 0 h 21600"/>
                <a:gd name="T2" fmla="*/ 0 w 18798"/>
                <a:gd name="T3" fmla="*/ 0 h 21600"/>
                <a:gd name="T4" fmla="*/ 0 w 18798"/>
                <a:gd name="T5" fmla="*/ 0 h 21600"/>
                <a:gd name="T6" fmla="*/ 0 60000 65536"/>
                <a:gd name="T7" fmla="*/ 0 60000 65536"/>
                <a:gd name="T8" fmla="*/ 0 60000 65536"/>
                <a:gd name="T9" fmla="*/ 0 w 18798"/>
                <a:gd name="T10" fmla="*/ 0 h 21600"/>
                <a:gd name="T11" fmla="*/ 18798 w 18798"/>
                <a:gd name="T12" fmla="*/ 21600 h 21600"/>
              </a:gdLst>
              <a:ahLst/>
              <a:cxnLst>
                <a:cxn ang="T6">
                  <a:pos x="T0" y="T1"/>
                </a:cxn>
                <a:cxn ang="T7">
                  <a:pos x="T2" y="T3"/>
                </a:cxn>
                <a:cxn ang="T8">
                  <a:pos x="T4" y="T5"/>
                </a:cxn>
              </a:cxnLst>
              <a:rect l="T9" t="T10" r="T11" b="T12"/>
              <a:pathLst>
                <a:path w="18798" h="21600" fill="none" extrusionOk="0">
                  <a:moveTo>
                    <a:pt x="18798" y="10639"/>
                  </a:moveTo>
                  <a:cubicBezTo>
                    <a:pt x="14964" y="17412"/>
                    <a:pt x="7783" y="21599"/>
                    <a:pt x="0" y="21600"/>
                  </a:cubicBezTo>
                </a:path>
                <a:path w="18798" h="21600" stroke="0" extrusionOk="0">
                  <a:moveTo>
                    <a:pt x="18798" y="10639"/>
                  </a:moveTo>
                  <a:cubicBezTo>
                    <a:pt x="14964" y="17412"/>
                    <a:pt x="7783" y="21599"/>
                    <a:pt x="0" y="21600"/>
                  </a:cubicBezTo>
                  <a:lnTo>
                    <a:pt x="0" y="0"/>
                  </a:lnTo>
                  <a:lnTo>
                    <a:pt x="18798" y="10639"/>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18" name="Line 153">
              <a:extLst>
                <a:ext uri="{FF2B5EF4-FFF2-40B4-BE49-F238E27FC236}">
                  <a16:creationId xmlns:a16="http://schemas.microsoft.com/office/drawing/2014/main" id="{F745C523-EE46-458B-B75A-7AF8751FC36C}"/>
                </a:ext>
              </a:extLst>
            </p:cNvPr>
            <p:cNvSpPr>
              <a:spLocks noChangeShapeType="1"/>
            </p:cNvSpPr>
            <p:nvPr/>
          </p:nvSpPr>
          <p:spPr bwMode="auto">
            <a:xfrm>
              <a:off x="4343" y="2760"/>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19" name="Line 154">
              <a:extLst>
                <a:ext uri="{FF2B5EF4-FFF2-40B4-BE49-F238E27FC236}">
                  <a16:creationId xmlns:a16="http://schemas.microsoft.com/office/drawing/2014/main" id="{7D41DFE6-79C1-4E49-B2F1-1B1C028476B1}"/>
                </a:ext>
              </a:extLst>
            </p:cNvPr>
            <p:cNvSpPr>
              <a:spLocks noChangeShapeType="1"/>
            </p:cNvSpPr>
            <p:nvPr/>
          </p:nvSpPr>
          <p:spPr bwMode="auto">
            <a:xfrm>
              <a:off x="4343" y="3252"/>
              <a:ext cx="152"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0" name="Line 155">
              <a:extLst>
                <a:ext uri="{FF2B5EF4-FFF2-40B4-BE49-F238E27FC236}">
                  <a16:creationId xmlns:a16="http://schemas.microsoft.com/office/drawing/2014/main" id="{42F7693B-2A92-4C29-8D84-056D6A50827A}"/>
                </a:ext>
              </a:extLst>
            </p:cNvPr>
            <p:cNvSpPr>
              <a:spLocks noChangeShapeType="1"/>
            </p:cNvSpPr>
            <p:nvPr/>
          </p:nvSpPr>
          <p:spPr bwMode="auto">
            <a:xfrm>
              <a:off x="4343" y="2760"/>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1" name="Line 156">
              <a:extLst>
                <a:ext uri="{FF2B5EF4-FFF2-40B4-BE49-F238E27FC236}">
                  <a16:creationId xmlns:a16="http://schemas.microsoft.com/office/drawing/2014/main" id="{11CE4F64-EEB4-482F-8014-B5D5F8254049}"/>
                </a:ext>
              </a:extLst>
            </p:cNvPr>
            <p:cNvSpPr>
              <a:spLocks noChangeShapeType="1"/>
            </p:cNvSpPr>
            <p:nvPr/>
          </p:nvSpPr>
          <p:spPr bwMode="auto">
            <a:xfrm>
              <a:off x="4360" y="2794"/>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2" name="Line 157">
              <a:extLst>
                <a:ext uri="{FF2B5EF4-FFF2-40B4-BE49-F238E27FC236}">
                  <a16:creationId xmlns:a16="http://schemas.microsoft.com/office/drawing/2014/main" id="{555FF1FC-22FF-4EAE-AD20-91E2FAB644ED}"/>
                </a:ext>
              </a:extLst>
            </p:cNvPr>
            <p:cNvSpPr>
              <a:spLocks noChangeShapeType="1"/>
            </p:cNvSpPr>
            <p:nvPr/>
          </p:nvSpPr>
          <p:spPr bwMode="auto">
            <a:xfrm>
              <a:off x="4377" y="2845"/>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3" name="Line 158">
              <a:extLst>
                <a:ext uri="{FF2B5EF4-FFF2-40B4-BE49-F238E27FC236}">
                  <a16:creationId xmlns:a16="http://schemas.microsoft.com/office/drawing/2014/main" id="{66B26F3B-5766-4520-A8CB-9278ED2EB949}"/>
                </a:ext>
              </a:extLst>
            </p:cNvPr>
            <p:cNvSpPr>
              <a:spLocks noChangeShapeType="1"/>
            </p:cNvSpPr>
            <p:nvPr/>
          </p:nvSpPr>
          <p:spPr bwMode="auto">
            <a:xfrm>
              <a:off x="4394" y="2896"/>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4" name="Line 159">
              <a:extLst>
                <a:ext uri="{FF2B5EF4-FFF2-40B4-BE49-F238E27FC236}">
                  <a16:creationId xmlns:a16="http://schemas.microsoft.com/office/drawing/2014/main" id="{A36E5E0E-7664-46EE-B31D-2710800DD015}"/>
                </a:ext>
              </a:extLst>
            </p:cNvPr>
            <p:cNvSpPr>
              <a:spLocks noChangeShapeType="1"/>
            </p:cNvSpPr>
            <p:nvPr/>
          </p:nvSpPr>
          <p:spPr bwMode="auto">
            <a:xfrm>
              <a:off x="4411" y="2930"/>
              <a:ext cx="1" cy="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5" name="Line 160">
              <a:extLst>
                <a:ext uri="{FF2B5EF4-FFF2-40B4-BE49-F238E27FC236}">
                  <a16:creationId xmlns:a16="http://schemas.microsoft.com/office/drawing/2014/main" id="{1C30EC17-4CCE-46C0-A36D-5A0236F4F77B}"/>
                </a:ext>
              </a:extLst>
            </p:cNvPr>
            <p:cNvSpPr>
              <a:spLocks noChangeShapeType="1"/>
            </p:cNvSpPr>
            <p:nvPr/>
          </p:nvSpPr>
          <p:spPr bwMode="auto">
            <a:xfrm>
              <a:off x="4411" y="2947"/>
              <a:ext cx="1"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6" name="Line 161">
              <a:extLst>
                <a:ext uri="{FF2B5EF4-FFF2-40B4-BE49-F238E27FC236}">
                  <a16:creationId xmlns:a16="http://schemas.microsoft.com/office/drawing/2014/main" id="{59ABC46F-FF02-4A89-B60E-4304B082349F}"/>
                </a:ext>
              </a:extLst>
            </p:cNvPr>
            <p:cNvSpPr>
              <a:spLocks noChangeShapeType="1"/>
            </p:cNvSpPr>
            <p:nvPr/>
          </p:nvSpPr>
          <p:spPr bwMode="auto">
            <a:xfrm>
              <a:off x="4411" y="2981"/>
              <a:ext cx="1"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7" name="Line 162">
              <a:extLst>
                <a:ext uri="{FF2B5EF4-FFF2-40B4-BE49-F238E27FC236}">
                  <a16:creationId xmlns:a16="http://schemas.microsoft.com/office/drawing/2014/main" id="{89F2009C-59BF-414C-8E4F-57E57E391370}"/>
                </a:ext>
              </a:extLst>
            </p:cNvPr>
            <p:cNvSpPr>
              <a:spLocks noChangeShapeType="1"/>
            </p:cNvSpPr>
            <p:nvPr/>
          </p:nvSpPr>
          <p:spPr bwMode="auto">
            <a:xfrm>
              <a:off x="4411" y="3032"/>
              <a:ext cx="1" cy="33"/>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8" name="Line 163">
              <a:extLst>
                <a:ext uri="{FF2B5EF4-FFF2-40B4-BE49-F238E27FC236}">
                  <a16:creationId xmlns:a16="http://schemas.microsoft.com/office/drawing/2014/main" id="{0795179E-629E-4EB3-BA19-B522495E4D2E}"/>
                </a:ext>
              </a:extLst>
            </p:cNvPr>
            <p:cNvSpPr>
              <a:spLocks noChangeShapeType="1"/>
            </p:cNvSpPr>
            <p:nvPr/>
          </p:nvSpPr>
          <p:spPr bwMode="auto">
            <a:xfrm>
              <a:off x="4411" y="3065"/>
              <a:ext cx="1"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29" name="Line 164">
              <a:extLst>
                <a:ext uri="{FF2B5EF4-FFF2-40B4-BE49-F238E27FC236}">
                  <a16:creationId xmlns:a16="http://schemas.microsoft.com/office/drawing/2014/main" id="{F05A091D-BFFA-41A2-A540-0EE2BD68CE12}"/>
                </a:ext>
              </a:extLst>
            </p:cNvPr>
            <p:cNvSpPr>
              <a:spLocks noChangeShapeType="1"/>
            </p:cNvSpPr>
            <p:nvPr/>
          </p:nvSpPr>
          <p:spPr bwMode="auto">
            <a:xfrm flipH="1">
              <a:off x="4394" y="3065"/>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0" name="Line 165">
              <a:extLst>
                <a:ext uri="{FF2B5EF4-FFF2-40B4-BE49-F238E27FC236}">
                  <a16:creationId xmlns:a16="http://schemas.microsoft.com/office/drawing/2014/main" id="{971435D3-11F1-4528-B9A8-76BBC64C6D4D}"/>
                </a:ext>
              </a:extLst>
            </p:cNvPr>
            <p:cNvSpPr>
              <a:spLocks noChangeShapeType="1"/>
            </p:cNvSpPr>
            <p:nvPr/>
          </p:nvSpPr>
          <p:spPr bwMode="auto">
            <a:xfrm flipH="1">
              <a:off x="4377" y="3116"/>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1" name="Line 166">
              <a:extLst>
                <a:ext uri="{FF2B5EF4-FFF2-40B4-BE49-F238E27FC236}">
                  <a16:creationId xmlns:a16="http://schemas.microsoft.com/office/drawing/2014/main" id="{14552631-8305-4795-8DC5-95F7CD89F1FF}"/>
                </a:ext>
              </a:extLst>
            </p:cNvPr>
            <p:cNvSpPr>
              <a:spLocks noChangeShapeType="1"/>
            </p:cNvSpPr>
            <p:nvPr/>
          </p:nvSpPr>
          <p:spPr bwMode="auto">
            <a:xfrm flipH="1">
              <a:off x="4360" y="3150"/>
              <a:ext cx="17" cy="5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2" name="Line 167">
              <a:extLst>
                <a:ext uri="{FF2B5EF4-FFF2-40B4-BE49-F238E27FC236}">
                  <a16:creationId xmlns:a16="http://schemas.microsoft.com/office/drawing/2014/main" id="{61FF2E2F-6AA7-4AC8-B807-55CDB5ED2F15}"/>
                </a:ext>
              </a:extLst>
            </p:cNvPr>
            <p:cNvSpPr>
              <a:spLocks noChangeShapeType="1"/>
            </p:cNvSpPr>
            <p:nvPr/>
          </p:nvSpPr>
          <p:spPr bwMode="auto">
            <a:xfrm flipH="1">
              <a:off x="4343" y="3201"/>
              <a:ext cx="17" cy="3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3" name="Arc 168">
              <a:extLst>
                <a:ext uri="{FF2B5EF4-FFF2-40B4-BE49-F238E27FC236}">
                  <a16:creationId xmlns:a16="http://schemas.microsoft.com/office/drawing/2014/main" id="{682DD214-B264-4149-B848-9B004EB9BB6D}"/>
                </a:ext>
              </a:extLst>
            </p:cNvPr>
            <p:cNvSpPr>
              <a:spLocks/>
            </p:cNvSpPr>
            <p:nvPr/>
          </p:nvSpPr>
          <p:spPr bwMode="auto">
            <a:xfrm>
              <a:off x="4495" y="2768"/>
              <a:ext cx="385" cy="484"/>
            </a:xfrm>
            <a:custGeom>
              <a:avLst/>
              <a:gdLst>
                <a:gd name="T0" fmla="*/ 0 w 18489"/>
                <a:gd name="T1" fmla="*/ 0 h 21600"/>
                <a:gd name="T2" fmla="*/ 0 w 18489"/>
                <a:gd name="T3" fmla="*/ 0 h 21600"/>
                <a:gd name="T4" fmla="*/ 0 w 18489"/>
                <a:gd name="T5" fmla="*/ 0 h 21600"/>
                <a:gd name="T6" fmla="*/ 0 60000 65536"/>
                <a:gd name="T7" fmla="*/ 0 60000 65536"/>
                <a:gd name="T8" fmla="*/ 0 60000 65536"/>
                <a:gd name="T9" fmla="*/ 0 w 18489"/>
                <a:gd name="T10" fmla="*/ 0 h 21600"/>
                <a:gd name="T11" fmla="*/ 18489 w 18489"/>
                <a:gd name="T12" fmla="*/ 21600 h 21600"/>
              </a:gdLst>
              <a:ahLst/>
              <a:cxnLst>
                <a:cxn ang="T6">
                  <a:pos x="T0" y="T1"/>
                </a:cxn>
                <a:cxn ang="T7">
                  <a:pos x="T2" y="T3"/>
                </a:cxn>
                <a:cxn ang="T8">
                  <a:pos x="T4" y="T5"/>
                </a:cxn>
              </a:cxnLst>
              <a:rect l="T9" t="T10" r="T11" b="T12"/>
              <a:pathLst>
                <a:path w="18489" h="21600" fill="none" extrusionOk="0">
                  <a:moveTo>
                    <a:pt x="-1" y="0"/>
                  </a:moveTo>
                  <a:cubicBezTo>
                    <a:pt x="7564" y="0"/>
                    <a:pt x="14578" y="3957"/>
                    <a:pt x="18489" y="10432"/>
                  </a:cubicBezTo>
                </a:path>
                <a:path w="18489" h="21600" stroke="0" extrusionOk="0">
                  <a:moveTo>
                    <a:pt x="-1" y="0"/>
                  </a:moveTo>
                  <a:cubicBezTo>
                    <a:pt x="7564" y="0"/>
                    <a:pt x="14578" y="3957"/>
                    <a:pt x="18489" y="10432"/>
                  </a:cubicBezTo>
                  <a:lnTo>
                    <a:pt x="0" y="21600"/>
                  </a:lnTo>
                  <a:lnTo>
                    <a:pt x="-1" y="0"/>
                  </a:lnTo>
                  <a:close/>
                </a:path>
              </a:pathLst>
            </a:custGeom>
            <a:noFill/>
            <a:ln w="269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34" name="Line 169">
              <a:extLst>
                <a:ext uri="{FF2B5EF4-FFF2-40B4-BE49-F238E27FC236}">
                  <a16:creationId xmlns:a16="http://schemas.microsoft.com/office/drawing/2014/main" id="{F6BB09B1-BA27-440D-9FE7-02904822CCC2}"/>
                </a:ext>
              </a:extLst>
            </p:cNvPr>
            <p:cNvSpPr>
              <a:spLocks noChangeShapeType="1"/>
            </p:cNvSpPr>
            <p:nvPr/>
          </p:nvSpPr>
          <p:spPr bwMode="auto">
            <a:xfrm flipH="1">
              <a:off x="2137" y="3133"/>
              <a:ext cx="203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5" name="Line 170">
              <a:extLst>
                <a:ext uri="{FF2B5EF4-FFF2-40B4-BE49-F238E27FC236}">
                  <a16:creationId xmlns:a16="http://schemas.microsoft.com/office/drawing/2014/main" id="{407177CF-7DAA-4802-BB19-5C63E2AE8AE3}"/>
                </a:ext>
              </a:extLst>
            </p:cNvPr>
            <p:cNvSpPr>
              <a:spLocks noChangeShapeType="1"/>
            </p:cNvSpPr>
            <p:nvPr/>
          </p:nvSpPr>
          <p:spPr bwMode="auto">
            <a:xfrm>
              <a:off x="2137" y="2726"/>
              <a:ext cx="1" cy="40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6" name="Line 171">
              <a:extLst>
                <a:ext uri="{FF2B5EF4-FFF2-40B4-BE49-F238E27FC236}">
                  <a16:creationId xmlns:a16="http://schemas.microsoft.com/office/drawing/2014/main" id="{DE80562A-D5FC-4E92-84A0-FB779B8E1491}"/>
                </a:ext>
              </a:extLst>
            </p:cNvPr>
            <p:cNvSpPr>
              <a:spLocks noChangeShapeType="1"/>
            </p:cNvSpPr>
            <p:nvPr/>
          </p:nvSpPr>
          <p:spPr bwMode="auto">
            <a:xfrm>
              <a:off x="4190" y="1726"/>
              <a:ext cx="96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37" name="Rectangle 172">
              <a:extLst>
                <a:ext uri="{FF2B5EF4-FFF2-40B4-BE49-F238E27FC236}">
                  <a16:creationId xmlns:a16="http://schemas.microsoft.com/office/drawing/2014/main" id="{965B2C90-9750-4604-9CE3-C1FF3A2F4DF5}"/>
                </a:ext>
              </a:extLst>
            </p:cNvPr>
            <p:cNvSpPr>
              <a:spLocks noChangeArrowheads="1"/>
            </p:cNvSpPr>
            <p:nvPr/>
          </p:nvSpPr>
          <p:spPr bwMode="auto">
            <a:xfrm>
              <a:off x="5225" y="2878"/>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C </a:t>
              </a:r>
              <a:endParaRPr lang="en-US" altLang="en-US">
                <a:latin typeface="Arial" panose="020B0604020202020204" pitchFamily="34" charset="0"/>
              </a:endParaRPr>
            </a:p>
          </p:txBody>
        </p:sp>
        <p:sp>
          <p:nvSpPr>
            <p:cNvPr id="113838" name="Rectangle 173">
              <a:extLst>
                <a:ext uri="{FF2B5EF4-FFF2-40B4-BE49-F238E27FC236}">
                  <a16:creationId xmlns:a16="http://schemas.microsoft.com/office/drawing/2014/main" id="{CF4CB03D-889F-4CAB-8196-19D292BFA11B}"/>
                </a:ext>
              </a:extLst>
            </p:cNvPr>
            <p:cNvSpPr>
              <a:spLocks noChangeArrowheads="1"/>
            </p:cNvSpPr>
            <p:nvPr/>
          </p:nvSpPr>
          <p:spPr bwMode="auto">
            <a:xfrm>
              <a:off x="475" y="1640"/>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39" name="Rectangle 174">
              <a:extLst>
                <a:ext uri="{FF2B5EF4-FFF2-40B4-BE49-F238E27FC236}">
                  <a16:creationId xmlns:a16="http://schemas.microsoft.com/office/drawing/2014/main" id="{923013B2-12EE-4EC4-B010-B201C243EB02}"/>
                </a:ext>
              </a:extLst>
            </p:cNvPr>
            <p:cNvSpPr>
              <a:spLocks noChangeArrowheads="1"/>
            </p:cNvSpPr>
            <p:nvPr/>
          </p:nvSpPr>
          <p:spPr bwMode="auto">
            <a:xfrm>
              <a:off x="475" y="1878"/>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40" name="Rectangle 175">
              <a:extLst>
                <a:ext uri="{FF2B5EF4-FFF2-40B4-BE49-F238E27FC236}">
                  <a16:creationId xmlns:a16="http://schemas.microsoft.com/office/drawing/2014/main" id="{FF11EB22-9561-4DE9-BFC6-03A3CA3FCDD1}"/>
                </a:ext>
              </a:extLst>
            </p:cNvPr>
            <p:cNvSpPr>
              <a:spLocks noChangeArrowheads="1"/>
            </p:cNvSpPr>
            <p:nvPr/>
          </p:nvSpPr>
          <p:spPr bwMode="auto">
            <a:xfrm>
              <a:off x="475" y="1233"/>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sp>
          <p:nvSpPr>
            <p:cNvPr id="113841" name="Oval 176">
              <a:extLst>
                <a:ext uri="{FF2B5EF4-FFF2-40B4-BE49-F238E27FC236}">
                  <a16:creationId xmlns:a16="http://schemas.microsoft.com/office/drawing/2014/main" id="{7230A683-3354-4E53-AE75-8D650C6A1514}"/>
                </a:ext>
              </a:extLst>
            </p:cNvPr>
            <p:cNvSpPr>
              <a:spLocks noChangeArrowheads="1"/>
            </p:cNvSpPr>
            <p:nvPr/>
          </p:nvSpPr>
          <p:spPr bwMode="auto">
            <a:xfrm>
              <a:off x="2858" y="1564"/>
              <a:ext cx="52" cy="52"/>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42" name="Line 177">
              <a:extLst>
                <a:ext uri="{FF2B5EF4-FFF2-40B4-BE49-F238E27FC236}">
                  <a16:creationId xmlns:a16="http://schemas.microsoft.com/office/drawing/2014/main" id="{F2931B5B-69E7-4170-A311-1DAC037742CF}"/>
                </a:ext>
              </a:extLst>
            </p:cNvPr>
            <p:cNvSpPr>
              <a:spLocks noChangeShapeType="1"/>
            </p:cNvSpPr>
            <p:nvPr/>
          </p:nvSpPr>
          <p:spPr bwMode="auto">
            <a:xfrm>
              <a:off x="2154" y="1861"/>
              <a:ext cx="112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43" name="Rectangle 178">
              <a:extLst>
                <a:ext uri="{FF2B5EF4-FFF2-40B4-BE49-F238E27FC236}">
                  <a16:creationId xmlns:a16="http://schemas.microsoft.com/office/drawing/2014/main" id="{BD537BF0-FE6D-4958-A1F9-DD5DEB285008}"/>
                </a:ext>
              </a:extLst>
            </p:cNvPr>
            <p:cNvSpPr>
              <a:spLocks noChangeArrowheads="1"/>
            </p:cNvSpPr>
            <p:nvPr/>
          </p:nvSpPr>
          <p:spPr bwMode="auto">
            <a:xfrm>
              <a:off x="5310" y="1640"/>
              <a:ext cx="9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rgbClr val="000000"/>
                  </a:solidFill>
                  <a:latin typeface="Helv"/>
                </a:rPr>
                <a:t>i </a:t>
              </a:r>
              <a:endParaRPr lang="en-US" altLang="en-US">
                <a:latin typeface="Arial" panose="020B0604020202020204" pitchFamily="34" charset="0"/>
              </a:endParaRPr>
            </a:p>
          </p:txBody>
        </p:sp>
        <p:grpSp>
          <p:nvGrpSpPr>
            <p:cNvPr id="113844" name="Group 179">
              <a:extLst>
                <a:ext uri="{FF2B5EF4-FFF2-40B4-BE49-F238E27FC236}">
                  <a16:creationId xmlns:a16="http://schemas.microsoft.com/office/drawing/2014/main" id="{B459EDE3-21B3-41DB-8F79-D02BDBB1781D}"/>
                </a:ext>
              </a:extLst>
            </p:cNvPr>
            <p:cNvGrpSpPr>
              <a:grpSpLocks/>
            </p:cNvGrpSpPr>
            <p:nvPr/>
          </p:nvGrpSpPr>
          <p:grpSpPr bwMode="auto">
            <a:xfrm>
              <a:off x="3072" y="2688"/>
              <a:ext cx="336" cy="173"/>
              <a:chOff x="2489" y="2263"/>
              <a:chExt cx="539" cy="269"/>
            </a:xfrm>
          </p:grpSpPr>
          <p:sp>
            <p:nvSpPr>
              <p:cNvPr id="113886" name="Line 180">
                <a:extLst>
                  <a:ext uri="{FF2B5EF4-FFF2-40B4-BE49-F238E27FC236}">
                    <a16:creationId xmlns:a16="http://schemas.microsoft.com/office/drawing/2014/main" id="{3BEEF3A4-85DE-426C-AE38-381AEDADCFA9}"/>
                  </a:ext>
                </a:extLst>
              </p:cNvPr>
              <p:cNvSpPr>
                <a:spLocks noChangeShapeType="1"/>
              </p:cNvSpPr>
              <p:nvPr/>
            </p:nvSpPr>
            <p:spPr bwMode="auto">
              <a:xfrm>
                <a:off x="2489" y="2327"/>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7" name="Line 181">
                <a:extLst>
                  <a:ext uri="{FF2B5EF4-FFF2-40B4-BE49-F238E27FC236}">
                    <a16:creationId xmlns:a16="http://schemas.microsoft.com/office/drawing/2014/main" id="{E04937D0-AED1-4DEC-8626-E13AB5503487}"/>
                  </a:ext>
                </a:extLst>
              </p:cNvPr>
              <p:cNvSpPr>
                <a:spLocks noChangeShapeType="1"/>
              </p:cNvSpPr>
              <p:nvPr/>
            </p:nvSpPr>
            <p:spPr bwMode="auto">
              <a:xfrm>
                <a:off x="2489" y="2453"/>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8" name="Line 182">
                <a:extLst>
                  <a:ext uri="{FF2B5EF4-FFF2-40B4-BE49-F238E27FC236}">
                    <a16:creationId xmlns:a16="http://schemas.microsoft.com/office/drawing/2014/main" id="{654B03F6-FEEB-4A23-9CD2-55807857ADD3}"/>
                  </a:ext>
                </a:extLst>
              </p:cNvPr>
              <p:cNvSpPr>
                <a:spLocks noChangeShapeType="1"/>
              </p:cNvSpPr>
              <p:nvPr/>
            </p:nvSpPr>
            <p:spPr bwMode="auto">
              <a:xfrm>
                <a:off x="2933" y="2390"/>
                <a:ext cx="9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9" name="Line 183">
                <a:extLst>
                  <a:ext uri="{FF2B5EF4-FFF2-40B4-BE49-F238E27FC236}">
                    <a16:creationId xmlns:a16="http://schemas.microsoft.com/office/drawing/2014/main" id="{EDA359DE-4364-404B-BF56-2026BD8DC48F}"/>
                  </a:ext>
                </a:extLst>
              </p:cNvPr>
              <p:cNvSpPr>
                <a:spLocks noChangeShapeType="1"/>
              </p:cNvSpPr>
              <p:nvPr/>
            </p:nvSpPr>
            <p:spPr bwMode="auto">
              <a:xfrm>
                <a:off x="2553" y="2263"/>
                <a:ext cx="15"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0" name="Line 184">
                <a:extLst>
                  <a:ext uri="{FF2B5EF4-FFF2-40B4-BE49-F238E27FC236}">
                    <a16:creationId xmlns:a16="http://schemas.microsoft.com/office/drawing/2014/main" id="{B75F03ED-F1F1-4919-AA07-F6485B3FF872}"/>
                  </a:ext>
                </a:extLst>
              </p:cNvPr>
              <p:cNvSpPr>
                <a:spLocks noChangeShapeType="1"/>
              </p:cNvSpPr>
              <p:nvPr/>
            </p:nvSpPr>
            <p:spPr bwMode="auto">
              <a:xfrm>
                <a:off x="2568"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1" name="Line 185">
                <a:extLst>
                  <a:ext uri="{FF2B5EF4-FFF2-40B4-BE49-F238E27FC236}">
                    <a16:creationId xmlns:a16="http://schemas.microsoft.com/office/drawing/2014/main" id="{EEEA938C-8B52-48E9-83C1-35206B28C179}"/>
                  </a:ext>
                </a:extLst>
              </p:cNvPr>
              <p:cNvSpPr>
                <a:spLocks noChangeShapeType="1"/>
              </p:cNvSpPr>
              <p:nvPr/>
            </p:nvSpPr>
            <p:spPr bwMode="auto">
              <a:xfrm>
                <a:off x="2584"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2" name="Line 186">
                <a:extLst>
                  <a:ext uri="{FF2B5EF4-FFF2-40B4-BE49-F238E27FC236}">
                    <a16:creationId xmlns:a16="http://schemas.microsoft.com/office/drawing/2014/main" id="{CBE184E2-69E2-4CF2-835F-8E37552267D1}"/>
                  </a:ext>
                </a:extLst>
              </p:cNvPr>
              <p:cNvSpPr>
                <a:spLocks noChangeShapeType="1"/>
              </p:cNvSpPr>
              <p:nvPr/>
            </p:nvSpPr>
            <p:spPr bwMode="auto">
              <a:xfrm>
                <a:off x="2584"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3" name="Line 187">
                <a:extLst>
                  <a:ext uri="{FF2B5EF4-FFF2-40B4-BE49-F238E27FC236}">
                    <a16:creationId xmlns:a16="http://schemas.microsoft.com/office/drawing/2014/main" id="{32DC4E1C-38AC-4A29-AFEA-8824BC5FF91F}"/>
                  </a:ext>
                </a:extLst>
              </p:cNvPr>
              <p:cNvSpPr>
                <a:spLocks noChangeShapeType="1"/>
              </p:cNvSpPr>
              <p:nvPr/>
            </p:nvSpPr>
            <p:spPr bwMode="auto">
              <a:xfrm>
                <a:off x="2584"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4" name="Line 188">
                <a:extLst>
                  <a:ext uri="{FF2B5EF4-FFF2-40B4-BE49-F238E27FC236}">
                    <a16:creationId xmlns:a16="http://schemas.microsoft.com/office/drawing/2014/main" id="{08D030A2-8D66-4303-8E37-CD6861A377E0}"/>
                  </a:ext>
                </a:extLst>
              </p:cNvPr>
              <p:cNvSpPr>
                <a:spLocks noChangeShapeType="1"/>
              </p:cNvSpPr>
              <p:nvPr/>
            </p:nvSpPr>
            <p:spPr bwMode="auto">
              <a:xfrm flipH="1">
                <a:off x="2568"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5" name="Line 189">
                <a:extLst>
                  <a:ext uri="{FF2B5EF4-FFF2-40B4-BE49-F238E27FC236}">
                    <a16:creationId xmlns:a16="http://schemas.microsoft.com/office/drawing/2014/main" id="{CD3062BF-3330-4394-B31F-C150BA7ACAE1}"/>
                  </a:ext>
                </a:extLst>
              </p:cNvPr>
              <p:cNvSpPr>
                <a:spLocks noChangeShapeType="1"/>
              </p:cNvSpPr>
              <p:nvPr/>
            </p:nvSpPr>
            <p:spPr bwMode="auto">
              <a:xfrm>
                <a:off x="2568"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6" name="Line 190">
                <a:extLst>
                  <a:ext uri="{FF2B5EF4-FFF2-40B4-BE49-F238E27FC236}">
                    <a16:creationId xmlns:a16="http://schemas.microsoft.com/office/drawing/2014/main" id="{0546127B-67F2-4F61-B3E6-A7BAD35A1714}"/>
                  </a:ext>
                </a:extLst>
              </p:cNvPr>
              <p:cNvSpPr>
                <a:spLocks noChangeShapeType="1"/>
              </p:cNvSpPr>
              <p:nvPr/>
            </p:nvSpPr>
            <p:spPr bwMode="auto">
              <a:xfrm flipH="1">
                <a:off x="2553" y="2485"/>
                <a:ext cx="15"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7" name="Freeform 191">
                <a:extLst>
                  <a:ext uri="{FF2B5EF4-FFF2-40B4-BE49-F238E27FC236}">
                    <a16:creationId xmlns:a16="http://schemas.microsoft.com/office/drawing/2014/main" id="{06A2E209-240D-46E4-817B-48259237C421}"/>
                  </a:ext>
                </a:extLst>
              </p:cNvPr>
              <p:cNvSpPr>
                <a:spLocks/>
              </p:cNvSpPr>
              <p:nvPr/>
            </p:nvSpPr>
            <p:spPr bwMode="auto">
              <a:xfrm>
                <a:off x="2616" y="2263"/>
                <a:ext cx="301" cy="254"/>
              </a:xfrm>
              <a:custGeom>
                <a:avLst/>
                <a:gdLst>
                  <a:gd name="T0" fmla="*/ 0 w 301"/>
                  <a:gd name="T1" fmla="*/ 0 h 254"/>
                  <a:gd name="T2" fmla="*/ 48 w 301"/>
                  <a:gd name="T3" fmla="*/ 95 h 254"/>
                  <a:gd name="T4" fmla="*/ 48 w 301"/>
                  <a:gd name="T5" fmla="*/ 159 h 254"/>
                  <a:gd name="T6" fmla="*/ 0 w 301"/>
                  <a:gd name="T7" fmla="*/ 254 h 254"/>
                  <a:gd name="T8" fmla="*/ 143 w 301"/>
                  <a:gd name="T9" fmla="*/ 254 h 254"/>
                  <a:gd name="T10" fmla="*/ 301 w 301"/>
                  <a:gd name="T11" fmla="*/ 143 h 254"/>
                  <a:gd name="T12" fmla="*/ 143 w 301"/>
                  <a:gd name="T13" fmla="*/ 16 h 254"/>
                  <a:gd name="T14" fmla="*/ 0 w 301"/>
                  <a:gd name="T15" fmla="*/ 16 h 254"/>
                  <a:gd name="T16" fmla="*/ 0 w 301"/>
                  <a:gd name="T17" fmla="*/ 0 h 2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254"/>
                  <a:gd name="T29" fmla="*/ 301 w 301"/>
                  <a:gd name="T30" fmla="*/ 254 h 2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254">
                    <a:moveTo>
                      <a:pt x="0" y="0"/>
                    </a:moveTo>
                    <a:lnTo>
                      <a:pt x="48" y="95"/>
                    </a:lnTo>
                    <a:lnTo>
                      <a:pt x="48" y="159"/>
                    </a:lnTo>
                    <a:lnTo>
                      <a:pt x="0" y="254"/>
                    </a:lnTo>
                    <a:lnTo>
                      <a:pt x="143" y="254"/>
                    </a:lnTo>
                    <a:lnTo>
                      <a:pt x="301" y="143"/>
                    </a:lnTo>
                    <a:lnTo>
                      <a:pt x="143" y="16"/>
                    </a:lnTo>
                    <a:lnTo>
                      <a:pt x="0" y="16"/>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98" name="Line 192">
                <a:extLst>
                  <a:ext uri="{FF2B5EF4-FFF2-40B4-BE49-F238E27FC236}">
                    <a16:creationId xmlns:a16="http://schemas.microsoft.com/office/drawing/2014/main" id="{23F7EC99-3D85-46BB-8471-490CC1C31722}"/>
                  </a:ext>
                </a:extLst>
              </p:cNvPr>
              <p:cNvSpPr>
                <a:spLocks noChangeShapeType="1"/>
              </p:cNvSpPr>
              <p:nvPr/>
            </p:nvSpPr>
            <p:spPr bwMode="auto">
              <a:xfrm>
                <a:off x="2616" y="2263"/>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99" name="Line 193">
                <a:extLst>
                  <a:ext uri="{FF2B5EF4-FFF2-40B4-BE49-F238E27FC236}">
                    <a16:creationId xmlns:a16="http://schemas.microsoft.com/office/drawing/2014/main" id="{CCE5B309-8413-4670-A905-295F949B3EF4}"/>
                  </a:ext>
                </a:extLst>
              </p:cNvPr>
              <p:cNvSpPr>
                <a:spLocks noChangeShapeType="1"/>
              </p:cNvSpPr>
              <p:nvPr/>
            </p:nvSpPr>
            <p:spPr bwMode="auto">
              <a:xfrm>
                <a:off x="2664" y="2358"/>
                <a:ext cx="1" cy="64"/>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0" name="Line 194">
                <a:extLst>
                  <a:ext uri="{FF2B5EF4-FFF2-40B4-BE49-F238E27FC236}">
                    <a16:creationId xmlns:a16="http://schemas.microsoft.com/office/drawing/2014/main" id="{B3CE7226-9E8C-49C6-9675-ADB7535AA15B}"/>
                  </a:ext>
                </a:extLst>
              </p:cNvPr>
              <p:cNvSpPr>
                <a:spLocks noChangeShapeType="1"/>
              </p:cNvSpPr>
              <p:nvPr/>
            </p:nvSpPr>
            <p:spPr bwMode="auto">
              <a:xfrm flipH="1">
                <a:off x="2616" y="2422"/>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1" name="Line 195">
                <a:extLst>
                  <a:ext uri="{FF2B5EF4-FFF2-40B4-BE49-F238E27FC236}">
                    <a16:creationId xmlns:a16="http://schemas.microsoft.com/office/drawing/2014/main" id="{3620831E-2246-4A0E-A1C7-4BA1CDAEAC04}"/>
                  </a:ext>
                </a:extLst>
              </p:cNvPr>
              <p:cNvSpPr>
                <a:spLocks noChangeShapeType="1"/>
              </p:cNvSpPr>
              <p:nvPr/>
            </p:nvSpPr>
            <p:spPr bwMode="auto">
              <a:xfrm>
                <a:off x="2616" y="2517"/>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2" name="Line 196">
                <a:extLst>
                  <a:ext uri="{FF2B5EF4-FFF2-40B4-BE49-F238E27FC236}">
                    <a16:creationId xmlns:a16="http://schemas.microsoft.com/office/drawing/2014/main" id="{9500B1CC-892C-4DDE-9BE8-90BDB73CE279}"/>
                  </a:ext>
                </a:extLst>
              </p:cNvPr>
              <p:cNvSpPr>
                <a:spLocks noChangeShapeType="1"/>
              </p:cNvSpPr>
              <p:nvPr/>
            </p:nvSpPr>
            <p:spPr bwMode="auto">
              <a:xfrm flipV="1">
                <a:off x="2759" y="2406"/>
                <a:ext cx="158" cy="11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3" name="Line 197">
                <a:extLst>
                  <a:ext uri="{FF2B5EF4-FFF2-40B4-BE49-F238E27FC236}">
                    <a16:creationId xmlns:a16="http://schemas.microsoft.com/office/drawing/2014/main" id="{2A17A530-756A-4927-B3CE-90C72C2D6795}"/>
                  </a:ext>
                </a:extLst>
              </p:cNvPr>
              <p:cNvSpPr>
                <a:spLocks noChangeShapeType="1"/>
              </p:cNvSpPr>
              <p:nvPr/>
            </p:nvSpPr>
            <p:spPr bwMode="auto">
              <a:xfrm flipH="1" flipV="1">
                <a:off x="2759" y="2279"/>
                <a:ext cx="158" cy="127"/>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4" name="Line 198">
                <a:extLst>
                  <a:ext uri="{FF2B5EF4-FFF2-40B4-BE49-F238E27FC236}">
                    <a16:creationId xmlns:a16="http://schemas.microsoft.com/office/drawing/2014/main" id="{9D0B1AF8-52B3-4ACA-BE9A-CDBC66C27FDA}"/>
                  </a:ext>
                </a:extLst>
              </p:cNvPr>
              <p:cNvSpPr>
                <a:spLocks noChangeShapeType="1"/>
              </p:cNvSpPr>
              <p:nvPr/>
            </p:nvSpPr>
            <p:spPr bwMode="auto">
              <a:xfrm flipH="1">
                <a:off x="2616" y="2279"/>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05" name="Arc 199">
                <a:extLst>
                  <a:ext uri="{FF2B5EF4-FFF2-40B4-BE49-F238E27FC236}">
                    <a16:creationId xmlns:a16="http://schemas.microsoft.com/office/drawing/2014/main" id="{2847FF94-FDF4-427E-9FB7-7BFCE658B95B}"/>
                  </a:ext>
                </a:extLst>
              </p:cNvPr>
              <p:cNvSpPr>
                <a:spLocks/>
              </p:cNvSpPr>
              <p:nvPr/>
            </p:nvSpPr>
            <p:spPr bwMode="auto">
              <a:xfrm>
                <a:off x="2727" y="2263"/>
                <a:ext cx="215" cy="262"/>
              </a:xfrm>
              <a:custGeom>
                <a:avLst/>
                <a:gdLst>
                  <a:gd name="T0" fmla="*/ 0 w 18894"/>
                  <a:gd name="T1" fmla="*/ 0 h 21600"/>
                  <a:gd name="T2" fmla="*/ 0 w 18894"/>
                  <a:gd name="T3" fmla="*/ 0 h 21600"/>
                  <a:gd name="T4" fmla="*/ 0 w 18894"/>
                  <a:gd name="T5" fmla="*/ 0 h 21600"/>
                  <a:gd name="T6" fmla="*/ 0 60000 65536"/>
                  <a:gd name="T7" fmla="*/ 0 60000 65536"/>
                  <a:gd name="T8" fmla="*/ 0 60000 65536"/>
                  <a:gd name="T9" fmla="*/ 0 w 18894"/>
                  <a:gd name="T10" fmla="*/ 0 h 21600"/>
                  <a:gd name="T11" fmla="*/ 18894 w 18894"/>
                  <a:gd name="T12" fmla="*/ 21600 h 21600"/>
                </a:gdLst>
                <a:ahLst/>
                <a:cxnLst>
                  <a:cxn ang="T6">
                    <a:pos x="T0" y="T1"/>
                  </a:cxn>
                  <a:cxn ang="T7">
                    <a:pos x="T2" y="T3"/>
                  </a:cxn>
                  <a:cxn ang="T8">
                    <a:pos x="T4" y="T5"/>
                  </a:cxn>
                </a:cxnLst>
                <a:rect l="T9" t="T10" r="T11" b="T12"/>
                <a:pathLst>
                  <a:path w="18894" h="21600" fill="none" extrusionOk="0">
                    <a:moveTo>
                      <a:pt x="0" y="11"/>
                    </a:moveTo>
                    <a:cubicBezTo>
                      <a:pt x="233" y="3"/>
                      <a:pt x="467" y="-1"/>
                      <a:pt x="702" y="0"/>
                    </a:cubicBezTo>
                    <a:cubicBezTo>
                      <a:pt x="8066" y="0"/>
                      <a:pt x="14923" y="3752"/>
                      <a:pt x="18894" y="9954"/>
                    </a:cubicBezTo>
                  </a:path>
                  <a:path w="18894" h="21600" stroke="0" extrusionOk="0">
                    <a:moveTo>
                      <a:pt x="0" y="11"/>
                    </a:moveTo>
                    <a:cubicBezTo>
                      <a:pt x="233" y="3"/>
                      <a:pt x="467" y="-1"/>
                      <a:pt x="702" y="0"/>
                    </a:cubicBezTo>
                    <a:cubicBezTo>
                      <a:pt x="8066" y="0"/>
                      <a:pt x="14923" y="3752"/>
                      <a:pt x="18894" y="9954"/>
                    </a:cubicBezTo>
                    <a:lnTo>
                      <a:pt x="702" y="21600"/>
                    </a:lnTo>
                    <a:lnTo>
                      <a:pt x="0"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906" name="Arc 200">
                <a:extLst>
                  <a:ext uri="{FF2B5EF4-FFF2-40B4-BE49-F238E27FC236}">
                    <a16:creationId xmlns:a16="http://schemas.microsoft.com/office/drawing/2014/main" id="{3B044EB0-C65B-40C1-ACBE-D69E55AF237F}"/>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907" name="Arc 201">
                <a:extLst>
                  <a:ext uri="{FF2B5EF4-FFF2-40B4-BE49-F238E27FC236}">
                    <a16:creationId xmlns:a16="http://schemas.microsoft.com/office/drawing/2014/main" id="{59BD63BC-A73E-4A9B-B3BE-9559B7DF316D}"/>
                  </a:ext>
                </a:extLst>
              </p:cNvPr>
              <p:cNvSpPr>
                <a:spLocks/>
              </p:cNvSpPr>
              <p:nvPr/>
            </p:nvSpPr>
            <p:spPr bwMode="auto">
              <a:xfrm>
                <a:off x="2727" y="2271"/>
                <a:ext cx="229" cy="261"/>
              </a:xfrm>
              <a:custGeom>
                <a:avLst/>
                <a:gdLst>
                  <a:gd name="T0" fmla="*/ 0 w 20148"/>
                  <a:gd name="T1" fmla="*/ 0 h 21600"/>
                  <a:gd name="T2" fmla="*/ 0 w 20148"/>
                  <a:gd name="T3" fmla="*/ 0 h 21600"/>
                  <a:gd name="T4" fmla="*/ 0 w 20148"/>
                  <a:gd name="T5" fmla="*/ 0 h 21600"/>
                  <a:gd name="T6" fmla="*/ 0 60000 65536"/>
                  <a:gd name="T7" fmla="*/ 0 60000 65536"/>
                  <a:gd name="T8" fmla="*/ 0 60000 65536"/>
                  <a:gd name="T9" fmla="*/ 0 w 20148"/>
                  <a:gd name="T10" fmla="*/ 0 h 21600"/>
                  <a:gd name="T11" fmla="*/ 20148 w 20148"/>
                  <a:gd name="T12" fmla="*/ 21600 h 21600"/>
                </a:gdLst>
                <a:ahLst/>
                <a:cxnLst>
                  <a:cxn ang="T6">
                    <a:pos x="T0" y="T1"/>
                  </a:cxn>
                  <a:cxn ang="T7">
                    <a:pos x="T2" y="T3"/>
                  </a:cxn>
                  <a:cxn ang="T8">
                    <a:pos x="T4" y="T5"/>
                  </a:cxn>
                </a:cxnLst>
                <a:rect l="T9" t="T10" r="T11" b="T12"/>
                <a:pathLst>
                  <a:path w="20148" h="21600" fill="none" extrusionOk="0">
                    <a:moveTo>
                      <a:pt x="20147" y="9493"/>
                    </a:moveTo>
                    <a:cubicBezTo>
                      <a:pt x="16522" y="16902"/>
                      <a:pt x="8994" y="21599"/>
                      <a:pt x="746" y="21600"/>
                    </a:cubicBezTo>
                    <a:cubicBezTo>
                      <a:pt x="497" y="21600"/>
                      <a:pt x="248" y="21595"/>
                      <a:pt x="-1" y="21587"/>
                    </a:cubicBezTo>
                  </a:path>
                  <a:path w="20148" h="21600" stroke="0" extrusionOk="0">
                    <a:moveTo>
                      <a:pt x="20147" y="9493"/>
                    </a:moveTo>
                    <a:cubicBezTo>
                      <a:pt x="16522" y="16902"/>
                      <a:pt x="8994" y="21599"/>
                      <a:pt x="746" y="21600"/>
                    </a:cubicBezTo>
                    <a:cubicBezTo>
                      <a:pt x="497" y="21600"/>
                      <a:pt x="248" y="21595"/>
                      <a:pt x="-1" y="21587"/>
                    </a:cubicBezTo>
                    <a:lnTo>
                      <a:pt x="746" y="0"/>
                    </a:lnTo>
                    <a:lnTo>
                      <a:pt x="20147" y="9493"/>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908" name="Arc 202">
                <a:extLst>
                  <a:ext uri="{FF2B5EF4-FFF2-40B4-BE49-F238E27FC236}">
                    <a16:creationId xmlns:a16="http://schemas.microsoft.com/office/drawing/2014/main" id="{5F6DBCED-C673-4494-9E5E-55D90CB8167E}"/>
                  </a:ext>
                </a:extLst>
              </p:cNvPr>
              <p:cNvSpPr>
                <a:spLocks/>
              </p:cNvSpPr>
              <p:nvPr/>
            </p:nvSpPr>
            <p:spPr bwMode="auto">
              <a:xfrm>
                <a:off x="2727" y="2271"/>
                <a:ext cx="222" cy="253"/>
              </a:xfrm>
              <a:custGeom>
                <a:avLst/>
                <a:gdLst>
                  <a:gd name="T0" fmla="*/ 0 w 20157"/>
                  <a:gd name="T1" fmla="*/ 0 h 21600"/>
                  <a:gd name="T2" fmla="*/ 0 w 20157"/>
                  <a:gd name="T3" fmla="*/ 0 h 21600"/>
                  <a:gd name="T4" fmla="*/ 0 w 20157"/>
                  <a:gd name="T5" fmla="*/ 0 h 21600"/>
                  <a:gd name="T6" fmla="*/ 0 60000 65536"/>
                  <a:gd name="T7" fmla="*/ 0 60000 65536"/>
                  <a:gd name="T8" fmla="*/ 0 60000 65536"/>
                  <a:gd name="T9" fmla="*/ 0 w 20157"/>
                  <a:gd name="T10" fmla="*/ 0 h 21600"/>
                  <a:gd name="T11" fmla="*/ 20157 w 20157"/>
                  <a:gd name="T12" fmla="*/ 21600 h 21600"/>
                </a:gdLst>
                <a:ahLst/>
                <a:cxnLst>
                  <a:cxn ang="T6">
                    <a:pos x="T0" y="T1"/>
                  </a:cxn>
                  <a:cxn ang="T7">
                    <a:pos x="T2" y="T3"/>
                  </a:cxn>
                  <a:cxn ang="T8">
                    <a:pos x="T4" y="T5"/>
                  </a:cxn>
                </a:cxnLst>
                <a:rect l="T9" t="T10" r="T11" b="T12"/>
                <a:pathLst>
                  <a:path w="20157" h="21600" fill="none" extrusionOk="0">
                    <a:moveTo>
                      <a:pt x="20157" y="9478"/>
                    </a:moveTo>
                    <a:cubicBezTo>
                      <a:pt x="16535" y="16895"/>
                      <a:pt x="9002" y="21599"/>
                      <a:pt x="748" y="21600"/>
                    </a:cubicBezTo>
                    <a:cubicBezTo>
                      <a:pt x="498" y="21600"/>
                      <a:pt x="249" y="21595"/>
                      <a:pt x="-1" y="21587"/>
                    </a:cubicBezTo>
                  </a:path>
                  <a:path w="20157" h="21600" stroke="0" extrusionOk="0">
                    <a:moveTo>
                      <a:pt x="20157" y="9478"/>
                    </a:moveTo>
                    <a:cubicBezTo>
                      <a:pt x="16535" y="16895"/>
                      <a:pt x="9002" y="21599"/>
                      <a:pt x="748" y="21600"/>
                    </a:cubicBezTo>
                    <a:cubicBezTo>
                      <a:pt x="498" y="21600"/>
                      <a:pt x="249" y="21595"/>
                      <a:pt x="-1" y="21587"/>
                    </a:cubicBezTo>
                    <a:lnTo>
                      <a:pt x="748" y="0"/>
                    </a:lnTo>
                    <a:lnTo>
                      <a:pt x="20157" y="9478"/>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909" name="Line 203">
                <a:extLst>
                  <a:ext uri="{FF2B5EF4-FFF2-40B4-BE49-F238E27FC236}">
                    <a16:creationId xmlns:a16="http://schemas.microsoft.com/office/drawing/2014/main" id="{794C2BEE-A1A1-4121-A0F9-1ACD003DDECD}"/>
                  </a:ext>
                </a:extLst>
              </p:cNvPr>
              <p:cNvSpPr>
                <a:spLocks noChangeShapeType="1"/>
              </p:cNvSpPr>
              <p:nvPr/>
            </p:nvSpPr>
            <p:spPr bwMode="auto">
              <a:xfrm>
                <a:off x="2616" y="2263"/>
                <a:ext cx="16"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0" name="Line 204">
                <a:extLst>
                  <a:ext uri="{FF2B5EF4-FFF2-40B4-BE49-F238E27FC236}">
                    <a16:creationId xmlns:a16="http://schemas.microsoft.com/office/drawing/2014/main" id="{310A9BBB-2430-45BC-82CF-64E6A17168AC}"/>
                  </a:ext>
                </a:extLst>
              </p:cNvPr>
              <p:cNvSpPr>
                <a:spLocks noChangeShapeType="1"/>
              </p:cNvSpPr>
              <p:nvPr/>
            </p:nvSpPr>
            <p:spPr bwMode="auto">
              <a:xfrm>
                <a:off x="2632"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1" name="Line 205">
                <a:extLst>
                  <a:ext uri="{FF2B5EF4-FFF2-40B4-BE49-F238E27FC236}">
                    <a16:creationId xmlns:a16="http://schemas.microsoft.com/office/drawing/2014/main" id="{7DB0BB8E-43C8-45FF-8411-6C17D39AA4E0}"/>
                  </a:ext>
                </a:extLst>
              </p:cNvPr>
              <p:cNvSpPr>
                <a:spLocks noChangeShapeType="1"/>
              </p:cNvSpPr>
              <p:nvPr/>
            </p:nvSpPr>
            <p:spPr bwMode="auto">
              <a:xfrm>
                <a:off x="2648"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2" name="Line 206">
                <a:extLst>
                  <a:ext uri="{FF2B5EF4-FFF2-40B4-BE49-F238E27FC236}">
                    <a16:creationId xmlns:a16="http://schemas.microsoft.com/office/drawing/2014/main" id="{85E593C2-DAFE-4C0D-8603-04AB7B600455}"/>
                  </a:ext>
                </a:extLst>
              </p:cNvPr>
              <p:cNvSpPr>
                <a:spLocks noChangeShapeType="1"/>
              </p:cNvSpPr>
              <p:nvPr/>
            </p:nvSpPr>
            <p:spPr bwMode="auto">
              <a:xfrm>
                <a:off x="2648"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3" name="Line 207">
                <a:extLst>
                  <a:ext uri="{FF2B5EF4-FFF2-40B4-BE49-F238E27FC236}">
                    <a16:creationId xmlns:a16="http://schemas.microsoft.com/office/drawing/2014/main" id="{AB2B385A-2B37-4B0B-A483-7C35A5AED2FB}"/>
                  </a:ext>
                </a:extLst>
              </p:cNvPr>
              <p:cNvSpPr>
                <a:spLocks noChangeShapeType="1"/>
              </p:cNvSpPr>
              <p:nvPr/>
            </p:nvSpPr>
            <p:spPr bwMode="auto">
              <a:xfrm>
                <a:off x="2648"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4" name="Line 208">
                <a:extLst>
                  <a:ext uri="{FF2B5EF4-FFF2-40B4-BE49-F238E27FC236}">
                    <a16:creationId xmlns:a16="http://schemas.microsoft.com/office/drawing/2014/main" id="{C3571A79-2C49-42F5-99F4-86E5F90979EC}"/>
                  </a:ext>
                </a:extLst>
              </p:cNvPr>
              <p:cNvSpPr>
                <a:spLocks noChangeShapeType="1"/>
              </p:cNvSpPr>
              <p:nvPr/>
            </p:nvSpPr>
            <p:spPr bwMode="auto">
              <a:xfrm flipH="1">
                <a:off x="2632"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5" name="Line 209">
                <a:extLst>
                  <a:ext uri="{FF2B5EF4-FFF2-40B4-BE49-F238E27FC236}">
                    <a16:creationId xmlns:a16="http://schemas.microsoft.com/office/drawing/2014/main" id="{ADEF1DA8-9EFD-4D7D-A2C1-DB58BC5AFC4B}"/>
                  </a:ext>
                </a:extLst>
              </p:cNvPr>
              <p:cNvSpPr>
                <a:spLocks noChangeShapeType="1"/>
              </p:cNvSpPr>
              <p:nvPr/>
            </p:nvSpPr>
            <p:spPr bwMode="auto">
              <a:xfrm>
                <a:off x="2632"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6" name="Line 210">
                <a:extLst>
                  <a:ext uri="{FF2B5EF4-FFF2-40B4-BE49-F238E27FC236}">
                    <a16:creationId xmlns:a16="http://schemas.microsoft.com/office/drawing/2014/main" id="{C7FC3EFB-81D8-4C53-95F3-32C2BAAC3A1E}"/>
                  </a:ext>
                </a:extLst>
              </p:cNvPr>
              <p:cNvSpPr>
                <a:spLocks noChangeShapeType="1"/>
              </p:cNvSpPr>
              <p:nvPr/>
            </p:nvSpPr>
            <p:spPr bwMode="auto">
              <a:xfrm flipH="1">
                <a:off x="2616" y="2485"/>
                <a:ext cx="16"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7" name="Line 211">
                <a:extLst>
                  <a:ext uri="{FF2B5EF4-FFF2-40B4-BE49-F238E27FC236}">
                    <a16:creationId xmlns:a16="http://schemas.microsoft.com/office/drawing/2014/main" id="{24DC2C7B-2609-4273-87EA-DC9B0C915689}"/>
                  </a:ext>
                </a:extLst>
              </p:cNvPr>
              <p:cNvSpPr>
                <a:spLocks noChangeShapeType="1"/>
              </p:cNvSpPr>
              <p:nvPr/>
            </p:nvSpPr>
            <p:spPr bwMode="auto">
              <a:xfrm>
                <a:off x="2616" y="2263"/>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8" name="Line 212">
                <a:extLst>
                  <a:ext uri="{FF2B5EF4-FFF2-40B4-BE49-F238E27FC236}">
                    <a16:creationId xmlns:a16="http://schemas.microsoft.com/office/drawing/2014/main" id="{7E0D6074-250B-479B-B100-A9E32BD92803}"/>
                  </a:ext>
                </a:extLst>
              </p:cNvPr>
              <p:cNvSpPr>
                <a:spLocks noChangeShapeType="1"/>
              </p:cNvSpPr>
              <p:nvPr/>
            </p:nvSpPr>
            <p:spPr bwMode="auto">
              <a:xfrm>
                <a:off x="2616" y="2517"/>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919" name="Arc 213">
                <a:extLst>
                  <a:ext uri="{FF2B5EF4-FFF2-40B4-BE49-F238E27FC236}">
                    <a16:creationId xmlns:a16="http://schemas.microsoft.com/office/drawing/2014/main" id="{E0556437-2505-4204-8352-8D6C44D3AF1D}"/>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113845" name="Group 214">
              <a:extLst>
                <a:ext uri="{FF2B5EF4-FFF2-40B4-BE49-F238E27FC236}">
                  <a16:creationId xmlns:a16="http://schemas.microsoft.com/office/drawing/2014/main" id="{71A5E759-F271-4E17-9B7E-029B8B410C9D}"/>
                </a:ext>
              </a:extLst>
            </p:cNvPr>
            <p:cNvGrpSpPr>
              <a:grpSpLocks/>
            </p:cNvGrpSpPr>
            <p:nvPr/>
          </p:nvGrpSpPr>
          <p:grpSpPr bwMode="auto">
            <a:xfrm>
              <a:off x="1056" y="2544"/>
              <a:ext cx="336" cy="173"/>
              <a:chOff x="2489" y="2263"/>
              <a:chExt cx="539" cy="269"/>
            </a:xfrm>
          </p:grpSpPr>
          <p:sp>
            <p:nvSpPr>
              <p:cNvPr id="113852" name="Line 215">
                <a:extLst>
                  <a:ext uri="{FF2B5EF4-FFF2-40B4-BE49-F238E27FC236}">
                    <a16:creationId xmlns:a16="http://schemas.microsoft.com/office/drawing/2014/main" id="{396A17A7-8DF6-4011-A558-E36936F3A6EB}"/>
                  </a:ext>
                </a:extLst>
              </p:cNvPr>
              <p:cNvSpPr>
                <a:spLocks noChangeShapeType="1"/>
              </p:cNvSpPr>
              <p:nvPr/>
            </p:nvSpPr>
            <p:spPr bwMode="auto">
              <a:xfrm>
                <a:off x="2489" y="2327"/>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3" name="Line 216">
                <a:extLst>
                  <a:ext uri="{FF2B5EF4-FFF2-40B4-BE49-F238E27FC236}">
                    <a16:creationId xmlns:a16="http://schemas.microsoft.com/office/drawing/2014/main" id="{5CECA43B-6904-41E1-B805-E757D772F369}"/>
                  </a:ext>
                </a:extLst>
              </p:cNvPr>
              <p:cNvSpPr>
                <a:spLocks noChangeShapeType="1"/>
              </p:cNvSpPr>
              <p:nvPr/>
            </p:nvSpPr>
            <p:spPr bwMode="auto">
              <a:xfrm>
                <a:off x="2489" y="2453"/>
                <a:ext cx="15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4" name="Line 217">
                <a:extLst>
                  <a:ext uri="{FF2B5EF4-FFF2-40B4-BE49-F238E27FC236}">
                    <a16:creationId xmlns:a16="http://schemas.microsoft.com/office/drawing/2014/main" id="{FF4887EE-E1D8-4285-B014-2DE822D70F14}"/>
                  </a:ext>
                </a:extLst>
              </p:cNvPr>
              <p:cNvSpPr>
                <a:spLocks noChangeShapeType="1"/>
              </p:cNvSpPr>
              <p:nvPr/>
            </p:nvSpPr>
            <p:spPr bwMode="auto">
              <a:xfrm>
                <a:off x="2933" y="2390"/>
                <a:ext cx="9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5" name="Line 218">
                <a:extLst>
                  <a:ext uri="{FF2B5EF4-FFF2-40B4-BE49-F238E27FC236}">
                    <a16:creationId xmlns:a16="http://schemas.microsoft.com/office/drawing/2014/main" id="{6D96D5D2-85F8-41A3-B12F-97B4BC8E3703}"/>
                  </a:ext>
                </a:extLst>
              </p:cNvPr>
              <p:cNvSpPr>
                <a:spLocks noChangeShapeType="1"/>
              </p:cNvSpPr>
              <p:nvPr/>
            </p:nvSpPr>
            <p:spPr bwMode="auto">
              <a:xfrm>
                <a:off x="2553" y="2263"/>
                <a:ext cx="15"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6" name="Line 219">
                <a:extLst>
                  <a:ext uri="{FF2B5EF4-FFF2-40B4-BE49-F238E27FC236}">
                    <a16:creationId xmlns:a16="http://schemas.microsoft.com/office/drawing/2014/main" id="{99726C91-0D0C-4F82-B426-55D85F55ECC9}"/>
                  </a:ext>
                </a:extLst>
              </p:cNvPr>
              <p:cNvSpPr>
                <a:spLocks noChangeShapeType="1"/>
              </p:cNvSpPr>
              <p:nvPr/>
            </p:nvSpPr>
            <p:spPr bwMode="auto">
              <a:xfrm>
                <a:off x="2568"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7" name="Line 220">
                <a:extLst>
                  <a:ext uri="{FF2B5EF4-FFF2-40B4-BE49-F238E27FC236}">
                    <a16:creationId xmlns:a16="http://schemas.microsoft.com/office/drawing/2014/main" id="{2E55A603-C45A-4E8C-AB62-399291624B3A}"/>
                  </a:ext>
                </a:extLst>
              </p:cNvPr>
              <p:cNvSpPr>
                <a:spLocks noChangeShapeType="1"/>
              </p:cNvSpPr>
              <p:nvPr/>
            </p:nvSpPr>
            <p:spPr bwMode="auto">
              <a:xfrm>
                <a:off x="2584"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8" name="Line 221">
                <a:extLst>
                  <a:ext uri="{FF2B5EF4-FFF2-40B4-BE49-F238E27FC236}">
                    <a16:creationId xmlns:a16="http://schemas.microsoft.com/office/drawing/2014/main" id="{B83B7B13-3AA2-4F99-98DD-F5383D17778D}"/>
                  </a:ext>
                </a:extLst>
              </p:cNvPr>
              <p:cNvSpPr>
                <a:spLocks noChangeShapeType="1"/>
              </p:cNvSpPr>
              <p:nvPr/>
            </p:nvSpPr>
            <p:spPr bwMode="auto">
              <a:xfrm>
                <a:off x="2584"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59" name="Line 222">
                <a:extLst>
                  <a:ext uri="{FF2B5EF4-FFF2-40B4-BE49-F238E27FC236}">
                    <a16:creationId xmlns:a16="http://schemas.microsoft.com/office/drawing/2014/main" id="{120D9D23-498F-4301-82A2-4B6670237A6A}"/>
                  </a:ext>
                </a:extLst>
              </p:cNvPr>
              <p:cNvSpPr>
                <a:spLocks noChangeShapeType="1"/>
              </p:cNvSpPr>
              <p:nvPr/>
            </p:nvSpPr>
            <p:spPr bwMode="auto">
              <a:xfrm>
                <a:off x="2584"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0" name="Line 223">
                <a:extLst>
                  <a:ext uri="{FF2B5EF4-FFF2-40B4-BE49-F238E27FC236}">
                    <a16:creationId xmlns:a16="http://schemas.microsoft.com/office/drawing/2014/main" id="{72206B5B-38F9-4AF7-9917-8A4988990B95}"/>
                  </a:ext>
                </a:extLst>
              </p:cNvPr>
              <p:cNvSpPr>
                <a:spLocks noChangeShapeType="1"/>
              </p:cNvSpPr>
              <p:nvPr/>
            </p:nvSpPr>
            <p:spPr bwMode="auto">
              <a:xfrm flipH="1">
                <a:off x="2568"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1" name="Line 224">
                <a:extLst>
                  <a:ext uri="{FF2B5EF4-FFF2-40B4-BE49-F238E27FC236}">
                    <a16:creationId xmlns:a16="http://schemas.microsoft.com/office/drawing/2014/main" id="{FE01DBE9-49D4-4EE9-A8E0-A8C1AC885F75}"/>
                  </a:ext>
                </a:extLst>
              </p:cNvPr>
              <p:cNvSpPr>
                <a:spLocks noChangeShapeType="1"/>
              </p:cNvSpPr>
              <p:nvPr/>
            </p:nvSpPr>
            <p:spPr bwMode="auto">
              <a:xfrm>
                <a:off x="2568"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2" name="Line 225">
                <a:extLst>
                  <a:ext uri="{FF2B5EF4-FFF2-40B4-BE49-F238E27FC236}">
                    <a16:creationId xmlns:a16="http://schemas.microsoft.com/office/drawing/2014/main" id="{CC291854-0B81-4936-BDA2-76923C836A70}"/>
                  </a:ext>
                </a:extLst>
              </p:cNvPr>
              <p:cNvSpPr>
                <a:spLocks noChangeShapeType="1"/>
              </p:cNvSpPr>
              <p:nvPr/>
            </p:nvSpPr>
            <p:spPr bwMode="auto">
              <a:xfrm flipH="1">
                <a:off x="2553" y="2485"/>
                <a:ext cx="15"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3" name="Freeform 226">
                <a:extLst>
                  <a:ext uri="{FF2B5EF4-FFF2-40B4-BE49-F238E27FC236}">
                    <a16:creationId xmlns:a16="http://schemas.microsoft.com/office/drawing/2014/main" id="{37C02AF5-7562-4618-9102-6AD2D2CA255F}"/>
                  </a:ext>
                </a:extLst>
              </p:cNvPr>
              <p:cNvSpPr>
                <a:spLocks/>
              </p:cNvSpPr>
              <p:nvPr/>
            </p:nvSpPr>
            <p:spPr bwMode="auto">
              <a:xfrm>
                <a:off x="2616" y="2263"/>
                <a:ext cx="301" cy="254"/>
              </a:xfrm>
              <a:custGeom>
                <a:avLst/>
                <a:gdLst>
                  <a:gd name="T0" fmla="*/ 0 w 301"/>
                  <a:gd name="T1" fmla="*/ 0 h 254"/>
                  <a:gd name="T2" fmla="*/ 48 w 301"/>
                  <a:gd name="T3" fmla="*/ 95 h 254"/>
                  <a:gd name="T4" fmla="*/ 48 w 301"/>
                  <a:gd name="T5" fmla="*/ 159 h 254"/>
                  <a:gd name="T6" fmla="*/ 0 w 301"/>
                  <a:gd name="T7" fmla="*/ 254 h 254"/>
                  <a:gd name="T8" fmla="*/ 143 w 301"/>
                  <a:gd name="T9" fmla="*/ 254 h 254"/>
                  <a:gd name="T10" fmla="*/ 301 w 301"/>
                  <a:gd name="T11" fmla="*/ 143 h 254"/>
                  <a:gd name="T12" fmla="*/ 143 w 301"/>
                  <a:gd name="T13" fmla="*/ 16 h 254"/>
                  <a:gd name="T14" fmla="*/ 0 w 301"/>
                  <a:gd name="T15" fmla="*/ 16 h 254"/>
                  <a:gd name="T16" fmla="*/ 0 w 301"/>
                  <a:gd name="T17" fmla="*/ 0 h 2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254"/>
                  <a:gd name="T29" fmla="*/ 301 w 301"/>
                  <a:gd name="T30" fmla="*/ 254 h 2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254">
                    <a:moveTo>
                      <a:pt x="0" y="0"/>
                    </a:moveTo>
                    <a:lnTo>
                      <a:pt x="48" y="95"/>
                    </a:lnTo>
                    <a:lnTo>
                      <a:pt x="48" y="159"/>
                    </a:lnTo>
                    <a:lnTo>
                      <a:pt x="0" y="254"/>
                    </a:lnTo>
                    <a:lnTo>
                      <a:pt x="143" y="254"/>
                    </a:lnTo>
                    <a:lnTo>
                      <a:pt x="301" y="143"/>
                    </a:lnTo>
                    <a:lnTo>
                      <a:pt x="143" y="16"/>
                    </a:lnTo>
                    <a:lnTo>
                      <a:pt x="0" y="16"/>
                    </a:lnTo>
                    <a:lnTo>
                      <a:pt x="0"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64" name="Line 227">
                <a:extLst>
                  <a:ext uri="{FF2B5EF4-FFF2-40B4-BE49-F238E27FC236}">
                    <a16:creationId xmlns:a16="http://schemas.microsoft.com/office/drawing/2014/main" id="{31EAB9C7-CC22-4B44-B073-52B1F7AF9097}"/>
                  </a:ext>
                </a:extLst>
              </p:cNvPr>
              <p:cNvSpPr>
                <a:spLocks noChangeShapeType="1"/>
              </p:cNvSpPr>
              <p:nvPr/>
            </p:nvSpPr>
            <p:spPr bwMode="auto">
              <a:xfrm>
                <a:off x="2616" y="2263"/>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5" name="Line 228">
                <a:extLst>
                  <a:ext uri="{FF2B5EF4-FFF2-40B4-BE49-F238E27FC236}">
                    <a16:creationId xmlns:a16="http://schemas.microsoft.com/office/drawing/2014/main" id="{B81A35EC-A2BD-4406-AC0D-851C348DB7EF}"/>
                  </a:ext>
                </a:extLst>
              </p:cNvPr>
              <p:cNvSpPr>
                <a:spLocks noChangeShapeType="1"/>
              </p:cNvSpPr>
              <p:nvPr/>
            </p:nvSpPr>
            <p:spPr bwMode="auto">
              <a:xfrm>
                <a:off x="2664" y="2358"/>
                <a:ext cx="1" cy="64"/>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6" name="Line 229">
                <a:extLst>
                  <a:ext uri="{FF2B5EF4-FFF2-40B4-BE49-F238E27FC236}">
                    <a16:creationId xmlns:a16="http://schemas.microsoft.com/office/drawing/2014/main" id="{7096E225-C503-4B82-A2B9-2CE3BA5801A7}"/>
                  </a:ext>
                </a:extLst>
              </p:cNvPr>
              <p:cNvSpPr>
                <a:spLocks noChangeShapeType="1"/>
              </p:cNvSpPr>
              <p:nvPr/>
            </p:nvSpPr>
            <p:spPr bwMode="auto">
              <a:xfrm flipH="1">
                <a:off x="2616" y="2422"/>
                <a:ext cx="48" cy="95"/>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7" name="Line 230">
                <a:extLst>
                  <a:ext uri="{FF2B5EF4-FFF2-40B4-BE49-F238E27FC236}">
                    <a16:creationId xmlns:a16="http://schemas.microsoft.com/office/drawing/2014/main" id="{25DE6F7F-503D-4235-ACEA-FE1E2F12E127}"/>
                  </a:ext>
                </a:extLst>
              </p:cNvPr>
              <p:cNvSpPr>
                <a:spLocks noChangeShapeType="1"/>
              </p:cNvSpPr>
              <p:nvPr/>
            </p:nvSpPr>
            <p:spPr bwMode="auto">
              <a:xfrm>
                <a:off x="2616" y="2517"/>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8" name="Line 231">
                <a:extLst>
                  <a:ext uri="{FF2B5EF4-FFF2-40B4-BE49-F238E27FC236}">
                    <a16:creationId xmlns:a16="http://schemas.microsoft.com/office/drawing/2014/main" id="{B5B41185-10EB-4AB3-BD1A-888C1802AA4F}"/>
                  </a:ext>
                </a:extLst>
              </p:cNvPr>
              <p:cNvSpPr>
                <a:spLocks noChangeShapeType="1"/>
              </p:cNvSpPr>
              <p:nvPr/>
            </p:nvSpPr>
            <p:spPr bwMode="auto">
              <a:xfrm flipV="1">
                <a:off x="2759" y="2406"/>
                <a:ext cx="158" cy="11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69" name="Line 232">
                <a:extLst>
                  <a:ext uri="{FF2B5EF4-FFF2-40B4-BE49-F238E27FC236}">
                    <a16:creationId xmlns:a16="http://schemas.microsoft.com/office/drawing/2014/main" id="{CD74CA15-65DD-42EA-8E39-71E40B2AA6D2}"/>
                  </a:ext>
                </a:extLst>
              </p:cNvPr>
              <p:cNvSpPr>
                <a:spLocks noChangeShapeType="1"/>
              </p:cNvSpPr>
              <p:nvPr/>
            </p:nvSpPr>
            <p:spPr bwMode="auto">
              <a:xfrm flipH="1" flipV="1">
                <a:off x="2759" y="2279"/>
                <a:ext cx="158" cy="127"/>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0" name="Line 233">
                <a:extLst>
                  <a:ext uri="{FF2B5EF4-FFF2-40B4-BE49-F238E27FC236}">
                    <a16:creationId xmlns:a16="http://schemas.microsoft.com/office/drawing/2014/main" id="{6FD6BE57-C21A-46AE-B986-0A2BEB51429B}"/>
                  </a:ext>
                </a:extLst>
              </p:cNvPr>
              <p:cNvSpPr>
                <a:spLocks noChangeShapeType="1"/>
              </p:cNvSpPr>
              <p:nvPr/>
            </p:nvSpPr>
            <p:spPr bwMode="auto">
              <a:xfrm flipH="1">
                <a:off x="2616" y="2279"/>
                <a:ext cx="143" cy="1"/>
              </a:xfrm>
              <a:prstGeom prst="line">
                <a:avLst/>
              </a:prstGeom>
              <a:noFill/>
              <a:ln w="25400">
                <a:solidFill>
                  <a:srgbClr val="FFFF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1" name="Arc 234">
                <a:extLst>
                  <a:ext uri="{FF2B5EF4-FFF2-40B4-BE49-F238E27FC236}">
                    <a16:creationId xmlns:a16="http://schemas.microsoft.com/office/drawing/2014/main" id="{D12C02FB-C931-41DD-86C0-CC8D295AA0D1}"/>
                  </a:ext>
                </a:extLst>
              </p:cNvPr>
              <p:cNvSpPr>
                <a:spLocks/>
              </p:cNvSpPr>
              <p:nvPr/>
            </p:nvSpPr>
            <p:spPr bwMode="auto">
              <a:xfrm>
                <a:off x="2727" y="2263"/>
                <a:ext cx="215" cy="262"/>
              </a:xfrm>
              <a:custGeom>
                <a:avLst/>
                <a:gdLst>
                  <a:gd name="T0" fmla="*/ 0 w 18894"/>
                  <a:gd name="T1" fmla="*/ 0 h 21600"/>
                  <a:gd name="T2" fmla="*/ 0 w 18894"/>
                  <a:gd name="T3" fmla="*/ 0 h 21600"/>
                  <a:gd name="T4" fmla="*/ 0 w 18894"/>
                  <a:gd name="T5" fmla="*/ 0 h 21600"/>
                  <a:gd name="T6" fmla="*/ 0 60000 65536"/>
                  <a:gd name="T7" fmla="*/ 0 60000 65536"/>
                  <a:gd name="T8" fmla="*/ 0 60000 65536"/>
                  <a:gd name="T9" fmla="*/ 0 w 18894"/>
                  <a:gd name="T10" fmla="*/ 0 h 21600"/>
                  <a:gd name="T11" fmla="*/ 18894 w 18894"/>
                  <a:gd name="T12" fmla="*/ 21600 h 21600"/>
                </a:gdLst>
                <a:ahLst/>
                <a:cxnLst>
                  <a:cxn ang="T6">
                    <a:pos x="T0" y="T1"/>
                  </a:cxn>
                  <a:cxn ang="T7">
                    <a:pos x="T2" y="T3"/>
                  </a:cxn>
                  <a:cxn ang="T8">
                    <a:pos x="T4" y="T5"/>
                  </a:cxn>
                </a:cxnLst>
                <a:rect l="T9" t="T10" r="T11" b="T12"/>
                <a:pathLst>
                  <a:path w="18894" h="21600" fill="none" extrusionOk="0">
                    <a:moveTo>
                      <a:pt x="0" y="11"/>
                    </a:moveTo>
                    <a:cubicBezTo>
                      <a:pt x="233" y="3"/>
                      <a:pt x="467" y="-1"/>
                      <a:pt x="702" y="0"/>
                    </a:cubicBezTo>
                    <a:cubicBezTo>
                      <a:pt x="8066" y="0"/>
                      <a:pt x="14923" y="3752"/>
                      <a:pt x="18894" y="9954"/>
                    </a:cubicBezTo>
                  </a:path>
                  <a:path w="18894" h="21600" stroke="0" extrusionOk="0">
                    <a:moveTo>
                      <a:pt x="0" y="11"/>
                    </a:moveTo>
                    <a:cubicBezTo>
                      <a:pt x="233" y="3"/>
                      <a:pt x="467" y="-1"/>
                      <a:pt x="702" y="0"/>
                    </a:cubicBezTo>
                    <a:cubicBezTo>
                      <a:pt x="8066" y="0"/>
                      <a:pt x="14923" y="3752"/>
                      <a:pt x="18894" y="9954"/>
                    </a:cubicBezTo>
                    <a:lnTo>
                      <a:pt x="702" y="21600"/>
                    </a:lnTo>
                    <a:lnTo>
                      <a:pt x="0" y="11"/>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72" name="Arc 235">
                <a:extLst>
                  <a:ext uri="{FF2B5EF4-FFF2-40B4-BE49-F238E27FC236}">
                    <a16:creationId xmlns:a16="http://schemas.microsoft.com/office/drawing/2014/main" id="{EFCE0012-63E8-4DF4-9601-EFE936ACB2C7}"/>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73" name="Arc 236">
                <a:extLst>
                  <a:ext uri="{FF2B5EF4-FFF2-40B4-BE49-F238E27FC236}">
                    <a16:creationId xmlns:a16="http://schemas.microsoft.com/office/drawing/2014/main" id="{22F9162E-FC3F-491C-88EB-3A543A602455}"/>
                  </a:ext>
                </a:extLst>
              </p:cNvPr>
              <p:cNvSpPr>
                <a:spLocks/>
              </p:cNvSpPr>
              <p:nvPr/>
            </p:nvSpPr>
            <p:spPr bwMode="auto">
              <a:xfrm>
                <a:off x="2727" y="2271"/>
                <a:ext cx="229" cy="261"/>
              </a:xfrm>
              <a:custGeom>
                <a:avLst/>
                <a:gdLst>
                  <a:gd name="T0" fmla="*/ 0 w 20148"/>
                  <a:gd name="T1" fmla="*/ 0 h 21600"/>
                  <a:gd name="T2" fmla="*/ 0 w 20148"/>
                  <a:gd name="T3" fmla="*/ 0 h 21600"/>
                  <a:gd name="T4" fmla="*/ 0 w 20148"/>
                  <a:gd name="T5" fmla="*/ 0 h 21600"/>
                  <a:gd name="T6" fmla="*/ 0 60000 65536"/>
                  <a:gd name="T7" fmla="*/ 0 60000 65536"/>
                  <a:gd name="T8" fmla="*/ 0 60000 65536"/>
                  <a:gd name="T9" fmla="*/ 0 w 20148"/>
                  <a:gd name="T10" fmla="*/ 0 h 21600"/>
                  <a:gd name="T11" fmla="*/ 20148 w 20148"/>
                  <a:gd name="T12" fmla="*/ 21600 h 21600"/>
                </a:gdLst>
                <a:ahLst/>
                <a:cxnLst>
                  <a:cxn ang="T6">
                    <a:pos x="T0" y="T1"/>
                  </a:cxn>
                  <a:cxn ang="T7">
                    <a:pos x="T2" y="T3"/>
                  </a:cxn>
                  <a:cxn ang="T8">
                    <a:pos x="T4" y="T5"/>
                  </a:cxn>
                </a:cxnLst>
                <a:rect l="T9" t="T10" r="T11" b="T12"/>
                <a:pathLst>
                  <a:path w="20148" h="21600" fill="none" extrusionOk="0">
                    <a:moveTo>
                      <a:pt x="20147" y="9493"/>
                    </a:moveTo>
                    <a:cubicBezTo>
                      <a:pt x="16522" y="16902"/>
                      <a:pt x="8994" y="21599"/>
                      <a:pt x="746" y="21600"/>
                    </a:cubicBezTo>
                    <a:cubicBezTo>
                      <a:pt x="497" y="21600"/>
                      <a:pt x="248" y="21595"/>
                      <a:pt x="-1" y="21587"/>
                    </a:cubicBezTo>
                  </a:path>
                  <a:path w="20148" h="21600" stroke="0" extrusionOk="0">
                    <a:moveTo>
                      <a:pt x="20147" y="9493"/>
                    </a:moveTo>
                    <a:cubicBezTo>
                      <a:pt x="16522" y="16902"/>
                      <a:pt x="8994" y="21599"/>
                      <a:pt x="746" y="21600"/>
                    </a:cubicBezTo>
                    <a:cubicBezTo>
                      <a:pt x="497" y="21600"/>
                      <a:pt x="248" y="21595"/>
                      <a:pt x="-1" y="21587"/>
                    </a:cubicBezTo>
                    <a:lnTo>
                      <a:pt x="746" y="0"/>
                    </a:lnTo>
                    <a:lnTo>
                      <a:pt x="20147" y="9493"/>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3874" name="Arc 237">
                <a:extLst>
                  <a:ext uri="{FF2B5EF4-FFF2-40B4-BE49-F238E27FC236}">
                    <a16:creationId xmlns:a16="http://schemas.microsoft.com/office/drawing/2014/main" id="{EE9EFAB4-AC71-4AF7-88A8-712E4BEF7E29}"/>
                  </a:ext>
                </a:extLst>
              </p:cNvPr>
              <p:cNvSpPr>
                <a:spLocks/>
              </p:cNvSpPr>
              <p:nvPr/>
            </p:nvSpPr>
            <p:spPr bwMode="auto">
              <a:xfrm>
                <a:off x="2727" y="2271"/>
                <a:ext cx="222" cy="253"/>
              </a:xfrm>
              <a:custGeom>
                <a:avLst/>
                <a:gdLst>
                  <a:gd name="T0" fmla="*/ 0 w 20157"/>
                  <a:gd name="T1" fmla="*/ 0 h 21600"/>
                  <a:gd name="T2" fmla="*/ 0 w 20157"/>
                  <a:gd name="T3" fmla="*/ 0 h 21600"/>
                  <a:gd name="T4" fmla="*/ 0 w 20157"/>
                  <a:gd name="T5" fmla="*/ 0 h 21600"/>
                  <a:gd name="T6" fmla="*/ 0 60000 65536"/>
                  <a:gd name="T7" fmla="*/ 0 60000 65536"/>
                  <a:gd name="T8" fmla="*/ 0 60000 65536"/>
                  <a:gd name="T9" fmla="*/ 0 w 20157"/>
                  <a:gd name="T10" fmla="*/ 0 h 21600"/>
                  <a:gd name="T11" fmla="*/ 20157 w 20157"/>
                  <a:gd name="T12" fmla="*/ 21600 h 21600"/>
                </a:gdLst>
                <a:ahLst/>
                <a:cxnLst>
                  <a:cxn ang="T6">
                    <a:pos x="T0" y="T1"/>
                  </a:cxn>
                  <a:cxn ang="T7">
                    <a:pos x="T2" y="T3"/>
                  </a:cxn>
                  <a:cxn ang="T8">
                    <a:pos x="T4" y="T5"/>
                  </a:cxn>
                </a:cxnLst>
                <a:rect l="T9" t="T10" r="T11" b="T12"/>
                <a:pathLst>
                  <a:path w="20157" h="21600" fill="none" extrusionOk="0">
                    <a:moveTo>
                      <a:pt x="20157" y="9478"/>
                    </a:moveTo>
                    <a:cubicBezTo>
                      <a:pt x="16535" y="16895"/>
                      <a:pt x="9002" y="21599"/>
                      <a:pt x="748" y="21600"/>
                    </a:cubicBezTo>
                    <a:cubicBezTo>
                      <a:pt x="498" y="21600"/>
                      <a:pt x="249" y="21595"/>
                      <a:pt x="-1" y="21587"/>
                    </a:cubicBezTo>
                  </a:path>
                  <a:path w="20157" h="21600" stroke="0" extrusionOk="0">
                    <a:moveTo>
                      <a:pt x="20157" y="9478"/>
                    </a:moveTo>
                    <a:cubicBezTo>
                      <a:pt x="16535" y="16895"/>
                      <a:pt x="9002" y="21599"/>
                      <a:pt x="748" y="21600"/>
                    </a:cubicBezTo>
                    <a:cubicBezTo>
                      <a:pt x="498" y="21600"/>
                      <a:pt x="249" y="21595"/>
                      <a:pt x="-1" y="21587"/>
                    </a:cubicBezTo>
                    <a:lnTo>
                      <a:pt x="748" y="0"/>
                    </a:lnTo>
                    <a:lnTo>
                      <a:pt x="20157" y="9478"/>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3875" name="Line 238">
                <a:extLst>
                  <a:ext uri="{FF2B5EF4-FFF2-40B4-BE49-F238E27FC236}">
                    <a16:creationId xmlns:a16="http://schemas.microsoft.com/office/drawing/2014/main" id="{08E647FE-280E-43EC-877D-19DC2D30131F}"/>
                  </a:ext>
                </a:extLst>
              </p:cNvPr>
              <p:cNvSpPr>
                <a:spLocks noChangeShapeType="1"/>
              </p:cNvSpPr>
              <p:nvPr/>
            </p:nvSpPr>
            <p:spPr bwMode="auto">
              <a:xfrm>
                <a:off x="2616" y="2263"/>
                <a:ext cx="16"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6" name="Line 239">
                <a:extLst>
                  <a:ext uri="{FF2B5EF4-FFF2-40B4-BE49-F238E27FC236}">
                    <a16:creationId xmlns:a16="http://schemas.microsoft.com/office/drawing/2014/main" id="{7FDD5A5B-849C-42D6-80FC-01D01243B92F}"/>
                  </a:ext>
                </a:extLst>
              </p:cNvPr>
              <p:cNvSpPr>
                <a:spLocks noChangeShapeType="1"/>
              </p:cNvSpPr>
              <p:nvPr/>
            </p:nvSpPr>
            <p:spPr bwMode="auto">
              <a:xfrm>
                <a:off x="2632" y="2311"/>
                <a:ext cx="16" cy="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7" name="Line 240">
                <a:extLst>
                  <a:ext uri="{FF2B5EF4-FFF2-40B4-BE49-F238E27FC236}">
                    <a16:creationId xmlns:a16="http://schemas.microsoft.com/office/drawing/2014/main" id="{63AEC096-DB5A-4F21-AA4C-E390DEAE109B}"/>
                  </a:ext>
                </a:extLst>
              </p:cNvPr>
              <p:cNvSpPr>
                <a:spLocks noChangeShapeType="1"/>
              </p:cNvSpPr>
              <p:nvPr/>
            </p:nvSpPr>
            <p:spPr bwMode="auto">
              <a:xfrm>
                <a:off x="2648" y="2374"/>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8" name="Line 241">
                <a:extLst>
                  <a:ext uri="{FF2B5EF4-FFF2-40B4-BE49-F238E27FC236}">
                    <a16:creationId xmlns:a16="http://schemas.microsoft.com/office/drawing/2014/main" id="{82AB5E36-2AA6-4447-B644-2678BB792D01}"/>
                  </a:ext>
                </a:extLst>
              </p:cNvPr>
              <p:cNvSpPr>
                <a:spLocks noChangeShapeType="1"/>
              </p:cNvSpPr>
              <p:nvPr/>
            </p:nvSpPr>
            <p:spPr bwMode="auto">
              <a:xfrm>
                <a:off x="2648" y="2390"/>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79" name="Line 242">
                <a:extLst>
                  <a:ext uri="{FF2B5EF4-FFF2-40B4-BE49-F238E27FC236}">
                    <a16:creationId xmlns:a16="http://schemas.microsoft.com/office/drawing/2014/main" id="{F7D0B856-8F4E-41CD-B29C-CEFCF0E3EDF8}"/>
                  </a:ext>
                </a:extLst>
              </p:cNvPr>
              <p:cNvSpPr>
                <a:spLocks noChangeShapeType="1"/>
              </p:cNvSpPr>
              <p:nvPr/>
            </p:nvSpPr>
            <p:spPr bwMode="auto">
              <a:xfrm>
                <a:off x="2648" y="2406"/>
                <a:ext cx="1" cy="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0" name="Line 243">
                <a:extLst>
                  <a:ext uri="{FF2B5EF4-FFF2-40B4-BE49-F238E27FC236}">
                    <a16:creationId xmlns:a16="http://schemas.microsoft.com/office/drawing/2014/main" id="{C7074405-8C93-45B6-AC34-D532EA506F20}"/>
                  </a:ext>
                </a:extLst>
              </p:cNvPr>
              <p:cNvSpPr>
                <a:spLocks noChangeShapeType="1"/>
              </p:cNvSpPr>
              <p:nvPr/>
            </p:nvSpPr>
            <p:spPr bwMode="auto">
              <a:xfrm flipH="1">
                <a:off x="2632" y="2422"/>
                <a:ext cx="1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1" name="Line 244">
                <a:extLst>
                  <a:ext uri="{FF2B5EF4-FFF2-40B4-BE49-F238E27FC236}">
                    <a16:creationId xmlns:a16="http://schemas.microsoft.com/office/drawing/2014/main" id="{15FF214B-D530-4ED0-8A98-4A6C9B75ADA5}"/>
                  </a:ext>
                </a:extLst>
              </p:cNvPr>
              <p:cNvSpPr>
                <a:spLocks noChangeShapeType="1"/>
              </p:cNvSpPr>
              <p:nvPr/>
            </p:nvSpPr>
            <p:spPr bwMode="auto">
              <a:xfrm>
                <a:off x="2632" y="2453"/>
                <a:ext cx="1"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2" name="Line 245">
                <a:extLst>
                  <a:ext uri="{FF2B5EF4-FFF2-40B4-BE49-F238E27FC236}">
                    <a16:creationId xmlns:a16="http://schemas.microsoft.com/office/drawing/2014/main" id="{960C076D-81BA-4929-ACE2-8FDFFCAB19AE}"/>
                  </a:ext>
                </a:extLst>
              </p:cNvPr>
              <p:cNvSpPr>
                <a:spLocks noChangeShapeType="1"/>
              </p:cNvSpPr>
              <p:nvPr/>
            </p:nvSpPr>
            <p:spPr bwMode="auto">
              <a:xfrm flipH="1">
                <a:off x="2616" y="2485"/>
                <a:ext cx="16"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3" name="Line 246">
                <a:extLst>
                  <a:ext uri="{FF2B5EF4-FFF2-40B4-BE49-F238E27FC236}">
                    <a16:creationId xmlns:a16="http://schemas.microsoft.com/office/drawing/2014/main" id="{C80D3964-213C-4F2A-AA67-CB1822270D0F}"/>
                  </a:ext>
                </a:extLst>
              </p:cNvPr>
              <p:cNvSpPr>
                <a:spLocks noChangeShapeType="1"/>
              </p:cNvSpPr>
              <p:nvPr/>
            </p:nvSpPr>
            <p:spPr bwMode="auto">
              <a:xfrm>
                <a:off x="2616" y="2263"/>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4" name="Line 247">
                <a:extLst>
                  <a:ext uri="{FF2B5EF4-FFF2-40B4-BE49-F238E27FC236}">
                    <a16:creationId xmlns:a16="http://schemas.microsoft.com/office/drawing/2014/main" id="{CC5F88AF-368C-4C3D-8E5F-5E7DFCFB1976}"/>
                  </a:ext>
                </a:extLst>
              </p:cNvPr>
              <p:cNvSpPr>
                <a:spLocks noChangeShapeType="1"/>
              </p:cNvSpPr>
              <p:nvPr/>
            </p:nvSpPr>
            <p:spPr bwMode="auto">
              <a:xfrm>
                <a:off x="2616" y="2517"/>
                <a:ext cx="1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885" name="Arc 248">
                <a:extLst>
                  <a:ext uri="{FF2B5EF4-FFF2-40B4-BE49-F238E27FC236}">
                    <a16:creationId xmlns:a16="http://schemas.microsoft.com/office/drawing/2014/main" id="{D767321F-CE12-4863-A419-8E9073F7D80E}"/>
                  </a:ext>
                </a:extLst>
              </p:cNvPr>
              <p:cNvSpPr>
                <a:spLocks/>
              </p:cNvSpPr>
              <p:nvPr/>
            </p:nvSpPr>
            <p:spPr bwMode="auto">
              <a:xfrm>
                <a:off x="2727" y="2271"/>
                <a:ext cx="208" cy="254"/>
              </a:xfrm>
              <a:custGeom>
                <a:avLst/>
                <a:gdLst>
                  <a:gd name="T0" fmla="*/ 0 w 18907"/>
                  <a:gd name="T1" fmla="*/ 0 h 21600"/>
                  <a:gd name="T2" fmla="*/ 0 w 18907"/>
                  <a:gd name="T3" fmla="*/ 0 h 21600"/>
                  <a:gd name="T4" fmla="*/ 0 w 18907"/>
                  <a:gd name="T5" fmla="*/ 0 h 21600"/>
                  <a:gd name="T6" fmla="*/ 0 60000 65536"/>
                  <a:gd name="T7" fmla="*/ 0 60000 65536"/>
                  <a:gd name="T8" fmla="*/ 0 60000 65536"/>
                  <a:gd name="T9" fmla="*/ 0 w 18907"/>
                  <a:gd name="T10" fmla="*/ 0 h 21600"/>
                  <a:gd name="T11" fmla="*/ 18907 w 18907"/>
                  <a:gd name="T12" fmla="*/ 21600 h 21600"/>
                </a:gdLst>
                <a:ahLst/>
                <a:cxnLst>
                  <a:cxn ang="T6">
                    <a:pos x="T0" y="T1"/>
                  </a:cxn>
                  <a:cxn ang="T7">
                    <a:pos x="T2" y="T3"/>
                  </a:cxn>
                  <a:cxn ang="T8">
                    <a:pos x="T4" y="T5"/>
                  </a:cxn>
                </a:cxnLst>
                <a:rect l="T9" t="T10" r="T11" b="T12"/>
                <a:pathLst>
                  <a:path w="18907" h="21600" fill="none" extrusionOk="0">
                    <a:moveTo>
                      <a:pt x="0" y="11"/>
                    </a:moveTo>
                    <a:cubicBezTo>
                      <a:pt x="234" y="3"/>
                      <a:pt x="469" y="-1"/>
                      <a:pt x="704" y="0"/>
                    </a:cubicBezTo>
                    <a:cubicBezTo>
                      <a:pt x="8075" y="0"/>
                      <a:pt x="14938" y="3759"/>
                      <a:pt x="18907" y="9971"/>
                    </a:cubicBezTo>
                  </a:path>
                  <a:path w="18907" h="21600" stroke="0" extrusionOk="0">
                    <a:moveTo>
                      <a:pt x="0" y="11"/>
                    </a:moveTo>
                    <a:cubicBezTo>
                      <a:pt x="234" y="3"/>
                      <a:pt x="469" y="-1"/>
                      <a:pt x="704" y="0"/>
                    </a:cubicBezTo>
                    <a:cubicBezTo>
                      <a:pt x="8075" y="0"/>
                      <a:pt x="14938" y="3759"/>
                      <a:pt x="18907" y="9971"/>
                    </a:cubicBezTo>
                    <a:lnTo>
                      <a:pt x="704" y="21600"/>
                    </a:lnTo>
                    <a:lnTo>
                      <a:pt x="0" y="11"/>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p:nvSpPr>
            <p:cNvPr id="113846" name="Line 249">
              <a:extLst>
                <a:ext uri="{FF2B5EF4-FFF2-40B4-BE49-F238E27FC236}">
                  <a16:creationId xmlns:a16="http://schemas.microsoft.com/office/drawing/2014/main" id="{AE44402A-2E84-446F-88A0-02033CDC4945}"/>
                </a:ext>
              </a:extLst>
            </p:cNvPr>
            <p:cNvSpPr>
              <a:spLocks noChangeShapeType="1"/>
            </p:cNvSpPr>
            <p:nvPr/>
          </p:nvSpPr>
          <p:spPr bwMode="auto">
            <a:xfrm flipH="1">
              <a:off x="576" y="2640"/>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7" name="Line 250">
              <a:extLst>
                <a:ext uri="{FF2B5EF4-FFF2-40B4-BE49-F238E27FC236}">
                  <a16:creationId xmlns:a16="http://schemas.microsoft.com/office/drawing/2014/main" id="{2F019B07-97CB-4324-BAA6-A56CF9114BAF}"/>
                </a:ext>
              </a:extLst>
            </p:cNvPr>
            <p:cNvSpPr>
              <a:spLocks noChangeShapeType="1"/>
            </p:cNvSpPr>
            <p:nvPr/>
          </p:nvSpPr>
          <p:spPr bwMode="auto">
            <a:xfrm>
              <a:off x="3072" y="2784"/>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8" name="Line 251">
              <a:extLst>
                <a:ext uri="{FF2B5EF4-FFF2-40B4-BE49-F238E27FC236}">
                  <a16:creationId xmlns:a16="http://schemas.microsoft.com/office/drawing/2014/main" id="{A27FA915-002B-4681-9D69-C8FC2BC0ED1F}"/>
                </a:ext>
              </a:extLst>
            </p:cNvPr>
            <p:cNvSpPr>
              <a:spLocks noChangeShapeType="1"/>
            </p:cNvSpPr>
            <p:nvPr/>
          </p:nvSpPr>
          <p:spPr bwMode="auto">
            <a:xfrm flipH="1">
              <a:off x="192" y="3360"/>
              <a:ext cx="28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49" name="Line 252">
              <a:extLst>
                <a:ext uri="{FF2B5EF4-FFF2-40B4-BE49-F238E27FC236}">
                  <a16:creationId xmlns:a16="http://schemas.microsoft.com/office/drawing/2014/main" id="{768F1892-6D5A-417A-A902-5943DE287A69}"/>
                </a:ext>
              </a:extLst>
            </p:cNvPr>
            <p:cNvSpPr>
              <a:spLocks noChangeShapeType="1"/>
            </p:cNvSpPr>
            <p:nvPr/>
          </p:nvSpPr>
          <p:spPr bwMode="auto">
            <a:xfrm>
              <a:off x="576" y="2640"/>
              <a:ext cx="0" cy="7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3850" name="Oval 253">
              <a:extLst>
                <a:ext uri="{FF2B5EF4-FFF2-40B4-BE49-F238E27FC236}">
                  <a16:creationId xmlns:a16="http://schemas.microsoft.com/office/drawing/2014/main" id="{63DACB9D-B4FF-4E17-A2CC-3663EE794D7D}"/>
                </a:ext>
              </a:extLst>
            </p:cNvPr>
            <p:cNvSpPr>
              <a:spLocks noChangeArrowheads="1"/>
            </p:cNvSpPr>
            <p:nvPr/>
          </p:nvSpPr>
          <p:spPr bwMode="auto">
            <a:xfrm>
              <a:off x="528" y="3339"/>
              <a:ext cx="69" cy="69"/>
            </a:xfrm>
            <a:prstGeom prst="ellipse">
              <a:avLst/>
            </a:prstGeom>
            <a:solidFill>
              <a:srgbClr val="000000"/>
            </a:solidFill>
            <a:ln w="26988">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13851" name="Rectangle 254">
              <a:extLst>
                <a:ext uri="{FF2B5EF4-FFF2-40B4-BE49-F238E27FC236}">
                  <a16:creationId xmlns:a16="http://schemas.microsoft.com/office/drawing/2014/main" id="{1590A796-30E3-4467-B901-85CA052A26CA}"/>
                </a:ext>
              </a:extLst>
            </p:cNvPr>
            <p:cNvSpPr>
              <a:spLocks noChangeArrowheads="1"/>
            </p:cNvSpPr>
            <p:nvPr/>
          </p:nvSpPr>
          <p:spPr bwMode="auto">
            <a:xfrm>
              <a:off x="192" y="3072"/>
              <a:ext cx="19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600">
                  <a:solidFill>
                    <a:srgbClr val="000000"/>
                  </a:solidFill>
                  <a:latin typeface="Helv"/>
                </a:rPr>
                <a:t>E </a:t>
              </a:r>
              <a:endParaRPr lang="en-US" altLang="en-US">
                <a:latin typeface="Arial" panose="020B0604020202020204" pitchFamily="34" charset="0"/>
              </a:endParaRPr>
            </a:p>
          </p:txBody>
        </p:sp>
      </p:grpSp>
      <p:sp>
        <p:nvSpPr>
          <p:cNvPr id="15615" name="Text Box 255">
            <a:extLst>
              <a:ext uri="{FF2B5EF4-FFF2-40B4-BE49-F238E27FC236}">
                <a16:creationId xmlns:a16="http://schemas.microsoft.com/office/drawing/2014/main" id="{6EE87E0C-42C8-423D-8EAD-DFDE1961AF69}"/>
              </a:ext>
            </a:extLst>
          </p:cNvPr>
          <p:cNvSpPr txBox="1">
            <a:spLocks noChangeArrowheads="1"/>
          </p:cNvSpPr>
          <p:nvPr/>
        </p:nvSpPr>
        <p:spPr bwMode="auto">
          <a:xfrm>
            <a:off x="4038600" y="5105401"/>
            <a:ext cx="40909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solidFill>
                  <a:srgbClr val="C00000"/>
                </a:solidFill>
                <a:latin typeface="Arial" panose="020B0604020202020204" pitchFamily="34" charset="0"/>
              </a:rPr>
              <a:t>E = 0:  Full adder</a:t>
            </a:r>
          </a:p>
          <a:p>
            <a:pPr eaLnBrk="1" hangingPunct="1">
              <a:spcBef>
                <a:spcPct val="0"/>
              </a:spcBef>
              <a:buFontTx/>
              <a:buNone/>
            </a:pPr>
            <a:r>
              <a:rPr lang="en-US" altLang="en-US">
                <a:solidFill>
                  <a:srgbClr val="C00000"/>
                </a:solidFill>
                <a:latin typeface="Arial" panose="020B0604020202020204" pitchFamily="34" charset="0"/>
              </a:rPr>
              <a:t>E = 1:  Full subtractor</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087C87-A0E5-4E4A-B210-69E9EF7BB65E}"/>
                  </a:ext>
                </a:extLst>
              </p14:cNvPr>
              <p14:cNvContentPartPr/>
              <p14:nvPr/>
            </p14:nvContentPartPr>
            <p14:xfrm>
              <a:off x="1677240" y="4841640"/>
              <a:ext cx="659520" cy="578160"/>
            </p14:xfrm>
          </p:contentPart>
        </mc:Choice>
        <mc:Fallback>
          <p:pic>
            <p:nvPicPr>
              <p:cNvPr id="2" name="Ink 1">
                <a:extLst>
                  <a:ext uri="{FF2B5EF4-FFF2-40B4-BE49-F238E27FC236}">
                    <a16:creationId xmlns:a16="http://schemas.microsoft.com/office/drawing/2014/main" id="{07087C87-A0E5-4E4A-B210-69E9EF7BB65E}"/>
                  </a:ext>
                </a:extLst>
              </p:cNvPr>
              <p:cNvPicPr/>
              <p:nvPr/>
            </p:nvPicPr>
            <p:blipFill>
              <a:blip r:embed="rId4"/>
              <a:stretch>
                <a:fillRect/>
              </a:stretch>
            </p:blipFill>
            <p:spPr>
              <a:xfrm>
                <a:off x="1667880" y="4832280"/>
                <a:ext cx="678240" cy="596880"/>
              </a:xfrm>
              <a:prstGeom prst="rect">
                <a:avLst/>
              </a:prstGeom>
            </p:spPr>
          </p:pic>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6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15" grpId="0" build="p"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BD45D824-A80A-44D8-B81A-91F6500C630D}"/>
              </a:ext>
            </a:extLst>
          </p:cNvPr>
          <p:cNvSpPr>
            <a:spLocks noGrp="1"/>
          </p:cNvSpPr>
          <p:nvPr>
            <p:ph type="title"/>
          </p:nvPr>
        </p:nvSpPr>
        <p:spPr>
          <a:xfrm>
            <a:off x="1981200" y="1"/>
            <a:ext cx="8229600" cy="639763"/>
          </a:xfrm>
        </p:spPr>
        <p:txBody>
          <a:bodyPr>
            <a:normAutofit fontScale="90000"/>
          </a:bodyPr>
          <a:lstStyle/>
          <a:p>
            <a:r>
              <a:rPr lang="en-US" altLang="en-US" u="sng">
                <a:solidFill>
                  <a:srgbClr val="FF0000"/>
                </a:solidFill>
              </a:rPr>
              <a:t>N-Bit Adder/Subtractor</a:t>
            </a:r>
          </a:p>
        </p:txBody>
      </p:sp>
      <p:graphicFrame>
        <p:nvGraphicFramePr>
          <p:cNvPr id="114691" name="Object 2">
            <a:extLst>
              <a:ext uri="{FF2B5EF4-FFF2-40B4-BE49-F238E27FC236}">
                <a16:creationId xmlns:a16="http://schemas.microsoft.com/office/drawing/2014/main" id="{01D3CE25-6272-4231-8625-AD406EE85CD3}"/>
              </a:ext>
            </a:extLst>
          </p:cNvPr>
          <p:cNvGraphicFramePr>
            <a:graphicFrameLocks noChangeAspect="1"/>
          </p:cNvGraphicFramePr>
          <p:nvPr/>
        </p:nvGraphicFramePr>
        <p:xfrm>
          <a:off x="1752600" y="1658938"/>
          <a:ext cx="8534400" cy="3446462"/>
        </p:xfrm>
        <a:graphic>
          <a:graphicData uri="http://schemas.openxmlformats.org/presentationml/2006/ole">
            <mc:AlternateContent xmlns:mc="http://schemas.openxmlformats.org/markup-compatibility/2006">
              <mc:Choice xmlns:v="urn:schemas-microsoft-com:vml" Requires="v">
                <p:oleObj spid="_x0000_s15368" name="Document" r:id="rId3" imgW="5501640" imgH="2221992" progId="Word.Document.8">
                  <p:embed/>
                </p:oleObj>
              </mc:Choice>
              <mc:Fallback>
                <p:oleObj name="Document" r:id="rId3" imgW="5501640" imgH="2221992" progId="Word.Document.8">
                  <p:embed/>
                  <p:pic>
                    <p:nvPicPr>
                      <p:cNvPr id="114691" name="Object 2">
                        <a:extLst>
                          <a:ext uri="{FF2B5EF4-FFF2-40B4-BE49-F238E27FC236}">
                            <a16:creationId xmlns:a16="http://schemas.microsoft.com/office/drawing/2014/main" id="{01D3CE25-6272-4231-8625-AD406EE85C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658938"/>
                        <a:ext cx="8534400" cy="344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Text Box 4">
            <a:extLst>
              <a:ext uri="{FF2B5EF4-FFF2-40B4-BE49-F238E27FC236}">
                <a16:creationId xmlns:a16="http://schemas.microsoft.com/office/drawing/2014/main" id="{9C9EBCB4-3AEB-4BAB-9A58-1859BF46C955}"/>
              </a:ext>
            </a:extLst>
          </p:cNvPr>
          <p:cNvSpPr txBox="1">
            <a:spLocks noChangeArrowheads="1"/>
          </p:cNvSpPr>
          <p:nvPr/>
        </p:nvSpPr>
        <p:spPr bwMode="auto">
          <a:xfrm>
            <a:off x="4200526" y="5181600"/>
            <a:ext cx="37306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C00000"/>
                </a:solidFill>
                <a:latin typeface="Arial" panose="020B0604020202020204" pitchFamily="34" charset="0"/>
              </a:rPr>
              <a:t>For</a:t>
            </a:r>
          </a:p>
          <a:p>
            <a:pPr eaLnBrk="1" hangingPunct="1">
              <a:spcBef>
                <a:spcPct val="0"/>
              </a:spcBef>
              <a:buFontTx/>
              <a:buNone/>
            </a:pPr>
            <a:r>
              <a:rPr lang="en-US" altLang="en-US" sz="2800">
                <a:solidFill>
                  <a:srgbClr val="C00000"/>
                </a:solidFill>
                <a:latin typeface="Arial" panose="020B0604020202020204" pitchFamily="34" charset="0"/>
              </a:rPr>
              <a:t>E = 0:  4-bit adder</a:t>
            </a:r>
          </a:p>
          <a:p>
            <a:pPr eaLnBrk="1" hangingPunct="1">
              <a:spcBef>
                <a:spcPct val="0"/>
              </a:spcBef>
              <a:buFontTx/>
              <a:buNone/>
            </a:pPr>
            <a:r>
              <a:rPr lang="en-US" altLang="en-US" sz="2800">
                <a:solidFill>
                  <a:srgbClr val="C00000"/>
                </a:solidFill>
                <a:latin typeface="Arial" panose="020B0604020202020204" pitchFamily="34" charset="0"/>
              </a:rPr>
              <a:t>E = 1:  4-bit subtractor</a:t>
            </a:r>
          </a:p>
        </p:txBody>
      </p:sp>
      <p:sp>
        <p:nvSpPr>
          <p:cNvPr id="114693" name="Rectangle 2">
            <a:extLst>
              <a:ext uri="{FF2B5EF4-FFF2-40B4-BE49-F238E27FC236}">
                <a16:creationId xmlns:a16="http://schemas.microsoft.com/office/drawing/2014/main" id="{153B7325-2710-4632-9DF6-E93863B36948}"/>
              </a:ext>
            </a:extLst>
          </p:cNvPr>
          <p:cNvSpPr txBox="1">
            <a:spLocks/>
          </p:cNvSpPr>
          <p:nvPr/>
        </p:nvSpPr>
        <p:spPr bwMode="auto">
          <a:xfrm>
            <a:off x="2286000" y="990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u="sng">
                <a:solidFill>
                  <a:srgbClr val="FF0000"/>
                </a:solidFill>
              </a:rPr>
              <a:t>4-bit Subtractor: E = 0</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AF004D0-B68F-43CB-AE83-52484CACF44B}"/>
                  </a:ext>
                </a:extLst>
              </p14:cNvPr>
              <p14:cNvContentPartPr/>
              <p14:nvPr/>
            </p14:nvContentPartPr>
            <p14:xfrm>
              <a:off x="59760" y="686520"/>
              <a:ext cx="11431800" cy="6167880"/>
            </p14:xfrm>
          </p:contentPart>
        </mc:Choice>
        <mc:Fallback>
          <p:pic>
            <p:nvPicPr>
              <p:cNvPr id="2" name="Ink 1">
                <a:extLst>
                  <a:ext uri="{FF2B5EF4-FFF2-40B4-BE49-F238E27FC236}">
                    <a16:creationId xmlns:a16="http://schemas.microsoft.com/office/drawing/2014/main" id="{7AF004D0-B68F-43CB-AE83-52484CACF44B}"/>
                  </a:ext>
                </a:extLst>
              </p:cNvPr>
              <p:cNvPicPr/>
              <p:nvPr/>
            </p:nvPicPr>
            <p:blipFill>
              <a:blip r:embed="rId6"/>
              <a:stretch>
                <a:fillRect/>
              </a:stretch>
            </p:blipFill>
            <p:spPr>
              <a:xfrm>
                <a:off x="50400" y="677160"/>
                <a:ext cx="11450520" cy="6186600"/>
              </a:xfrm>
              <a:prstGeom prst="rect">
                <a:avLst/>
              </a:prstGeom>
            </p:spPr>
          </p:pic>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6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284D26C-1A53-4CA7-9689-CC14B3302D09}"/>
              </a:ext>
            </a:extLst>
          </p:cNvPr>
          <p:cNvSpPr>
            <a:spLocks noGrp="1"/>
          </p:cNvSpPr>
          <p:nvPr>
            <p:ph type="title"/>
          </p:nvPr>
        </p:nvSpPr>
        <p:spPr>
          <a:xfrm>
            <a:off x="2286000" y="0"/>
            <a:ext cx="7772400" cy="533400"/>
          </a:xfrm>
        </p:spPr>
        <p:txBody>
          <a:bodyPr/>
          <a:lstStyle/>
          <a:p>
            <a:r>
              <a:rPr lang="en-US" altLang="en-US" sz="3200" u="sng">
                <a:solidFill>
                  <a:srgbClr val="FF0000"/>
                </a:solidFill>
              </a:rPr>
              <a:t>4-bit Subtractor: E = 1</a:t>
            </a:r>
          </a:p>
        </p:txBody>
      </p:sp>
      <p:graphicFrame>
        <p:nvGraphicFramePr>
          <p:cNvPr id="115715" name="Object 2">
            <a:extLst>
              <a:ext uri="{FF2B5EF4-FFF2-40B4-BE49-F238E27FC236}">
                <a16:creationId xmlns:a16="http://schemas.microsoft.com/office/drawing/2014/main" id="{2277DB19-AA4A-44CF-9890-BA6AB2F0692B}"/>
              </a:ext>
            </a:extLst>
          </p:cNvPr>
          <p:cNvGraphicFramePr>
            <a:graphicFrameLocks noChangeAspect="1"/>
          </p:cNvGraphicFramePr>
          <p:nvPr/>
        </p:nvGraphicFramePr>
        <p:xfrm>
          <a:off x="1752600" y="838201"/>
          <a:ext cx="8534400" cy="3446463"/>
        </p:xfrm>
        <a:graphic>
          <a:graphicData uri="http://schemas.openxmlformats.org/presentationml/2006/ole">
            <mc:AlternateContent xmlns:mc="http://schemas.openxmlformats.org/markup-compatibility/2006">
              <mc:Choice xmlns:v="urn:schemas-microsoft-com:vml" Requires="v">
                <p:oleObj spid="_x0000_s16392" name="Document" r:id="rId3" imgW="5501640" imgH="2221992" progId="Word.Document.8">
                  <p:embed/>
                </p:oleObj>
              </mc:Choice>
              <mc:Fallback>
                <p:oleObj name="Document" r:id="rId3" imgW="5501640" imgH="2221992" progId="Word.Document.8">
                  <p:embed/>
                  <p:pic>
                    <p:nvPicPr>
                      <p:cNvPr id="115715" name="Object 2">
                        <a:extLst>
                          <a:ext uri="{FF2B5EF4-FFF2-40B4-BE49-F238E27FC236}">
                            <a16:creationId xmlns:a16="http://schemas.microsoft.com/office/drawing/2014/main" id="{2277DB19-AA4A-44CF-9890-BA6AB2F069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838201"/>
                        <a:ext cx="8534400" cy="344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34C742F7-F81E-4EA6-8CC6-E98354B40234}"/>
              </a:ext>
            </a:extLst>
          </p:cNvPr>
          <p:cNvGrpSpPr>
            <a:grpSpLocks/>
          </p:cNvGrpSpPr>
          <p:nvPr/>
        </p:nvGrpSpPr>
        <p:grpSpPr bwMode="auto">
          <a:xfrm>
            <a:off x="2574926" y="2819400"/>
            <a:ext cx="7662863" cy="2108200"/>
            <a:chOff x="662" y="2124"/>
            <a:chExt cx="4827" cy="1328"/>
          </a:xfrm>
        </p:grpSpPr>
        <p:sp>
          <p:nvSpPr>
            <p:cNvPr id="115718" name="Text Box 5">
              <a:extLst>
                <a:ext uri="{FF2B5EF4-FFF2-40B4-BE49-F238E27FC236}">
                  <a16:creationId xmlns:a16="http://schemas.microsoft.com/office/drawing/2014/main" id="{5902C27E-EF52-49FB-AB28-70FB78CF74A9}"/>
                </a:ext>
              </a:extLst>
            </p:cNvPr>
            <p:cNvSpPr txBox="1">
              <a:spLocks noChangeArrowheads="1"/>
            </p:cNvSpPr>
            <p:nvPr/>
          </p:nvSpPr>
          <p:spPr bwMode="auto">
            <a:xfrm>
              <a:off x="5078" y="2124"/>
              <a:ext cx="41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Arial" panose="020B0604020202020204" pitchFamily="34" charset="0"/>
                </a:rPr>
                <a:t>+1</a:t>
              </a:r>
            </a:p>
          </p:txBody>
        </p:sp>
        <p:sp>
          <p:nvSpPr>
            <p:cNvPr id="115719" name="Text Box 6">
              <a:extLst>
                <a:ext uri="{FF2B5EF4-FFF2-40B4-BE49-F238E27FC236}">
                  <a16:creationId xmlns:a16="http://schemas.microsoft.com/office/drawing/2014/main" id="{F52AD829-B34B-4F07-828B-F4002F359604}"/>
                </a:ext>
              </a:extLst>
            </p:cNvPr>
            <p:cNvSpPr txBox="1">
              <a:spLocks noChangeArrowheads="1"/>
            </p:cNvSpPr>
            <p:nvPr/>
          </p:nvSpPr>
          <p:spPr bwMode="auto">
            <a:xfrm>
              <a:off x="662" y="3084"/>
              <a:ext cx="425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C00000"/>
                  </a:solidFill>
                  <a:latin typeface="Arial" panose="020B0604020202020204" pitchFamily="34" charset="0"/>
                </a:rPr>
                <a:t>Add </a:t>
              </a:r>
              <a:r>
                <a:rPr lang="en-US" altLang="en-US" sz="2800" b="1">
                  <a:solidFill>
                    <a:srgbClr val="C00000"/>
                  </a:solidFill>
                  <a:latin typeface="Arial" panose="020B0604020202020204" pitchFamily="34" charset="0"/>
                </a:rPr>
                <a:t>A</a:t>
              </a:r>
              <a:r>
                <a:rPr lang="en-US" altLang="en-US" sz="2800">
                  <a:solidFill>
                    <a:srgbClr val="C00000"/>
                  </a:solidFill>
                  <a:latin typeface="Arial" panose="020B0604020202020204" pitchFamily="34" charset="0"/>
                </a:rPr>
                <a:t> to </a:t>
              </a:r>
              <a:r>
                <a:rPr lang="en-US" altLang="en-US" sz="2800" b="1">
                  <a:solidFill>
                    <a:srgbClr val="C00000"/>
                  </a:solidFill>
                  <a:latin typeface="Arial" panose="020B0604020202020204" pitchFamily="34" charset="0"/>
                </a:rPr>
                <a:t>!B</a:t>
              </a:r>
              <a:r>
                <a:rPr lang="en-US" altLang="en-US" sz="2800">
                  <a:solidFill>
                    <a:srgbClr val="C00000"/>
                  </a:solidFill>
                  <a:latin typeface="Arial" panose="020B0604020202020204" pitchFamily="34" charset="0"/>
                </a:rPr>
                <a:t> (one’s complement)</a:t>
              </a:r>
              <a:r>
                <a:rPr lang="en-US" altLang="en-US">
                  <a:latin typeface="Arial" panose="020B0604020202020204" pitchFamily="34" charset="0"/>
                </a:rPr>
                <a:t>   </a:t>
              </a:r>
              <a:r>
                <a:rPr lang="en-US" altLang="en-US">
                  <a:solidFill>
                    <a:srgbClr val="FF0000"/>
                  </a:solidFill>
                  <a:latin typeface="Arial" panose="020B0604020202020204" pitchFamily="34" charset="0"/>
                </a:rPr>
                <a:t>plus 1</a:t>
              </a:r>
            </a:p>
          </p:txBody>
        </p:sp>
        <p:sp>
          <p:nvSpPr>
            <p:cNvPr id="115720" name="Line 7">
              <a:extLst>
                <a:ext uri="{FF2B5EF4-FFF2-40B4-BE49-F238E27FC236}">
                  <a16:creationId xmlns:a16="http://schemas.microsoft.com/office/drawing/2014/main" id="{0ACF910B-0869-41BC-8EA4-829D50CF5422}"/>
                </a:ext>
              </a:extLst>
            </p:cNvPr>
            <p:cNvSpPr>
              <a:spLocks noChangeShapeType="1"/>
            </p:cNvSpPr>
            <p:nvPr/>
          </p:nvSpPr>
          <p:spPr bwMode="auto">
            <a:xfrm>
              <a:off x="4848" y="3264"/>
              <a:ext cx="4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15721" name="Line 8">
              <a:extLst>
                <a:ext uri="{FF2B5EF4-FFF2-40B4-BE49-F238E27FC236}">
                  <a16:creationId xmlns:a16="http://schemas.microsoft.com/office/drawing/2014/main" id="{37C67DD7-13D1-457E-8046-78E87545D3D3}"/>
                </a:ext>
              </a:extLst>
            </p:cNvPr>
            <p:cNvSpPr>
              <a:spLocks noChangeShapeType="1"/>
            </p:cNvSpPr>
            <p:nvPr/>
          </p:nvSpPr>
          <p:spPr bwMode="auto">
            <a:xfrm flipV="1">
              <a:off x="5280" y="2496"/>
              <a:ext cx="0" cy="76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20489" name="Text Box 9">
            <a:extLst>
              <a:ext uri="{FF2B5EF4-FFF2-40B4-BE49-F238E27FC236}">
                <a16:creationId xmlns:a16="http://schemas.microsoft.com/office/drawing/2014/main" id="{23347D95-0134-41AB-AF06-CF8EB33EF6A9}"/>
              </a:ext>
            </a:extLst>
          </p:cNvPr>
          <p:cNvSpPr txBox="1">
            <a:spLocks noChangeArrowheads="1"/>
          </p:cNvSpPr>
          <p:nvPr/>
        </p:nvSpPr>
        <p:spPr bwMode="auto">
          <a:xfrm>
            <a:off x="2057400" y="5419726"/>
            <a:ext cx="822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solidFill>
                  <a:srgbClr val="FF0000"/>
                </a:solidFill>
                <a:latin typeface="Arial" panose="020B0604020202020204" pitchFamily="34" charset="0"/>
              </a:rPr>
              <a:t>That is, add </a:t>
            </a:r>
            <a:r>
              <a:rPr lang="en-US" altLang="en-US" sz="2800" b="1">
                <a:solidFill>
                  <a:srgbClr val="FF0000"/>
                </a:solidFill>
                <a:latin typeface="Arial" panose="020B0604020202020204" pitchFamily="34" charset="0"/>
              </a:rPr>
              <a:t>A</a:t>
            </a:r>
            <a:r>
              <a:rPr lang="en-US" altLang="en-US" sz="2800">
                <a:solidFill>
                  <a:srgbClr val="FF0000"/>
                </a:solidFill>
                <a:latin typeface="Arial" panose="020B0604020202020204" pitchFamily="34" charset="0"/>
              </a:rPr>
              <a:t> to two’s complement of </a:t>
            </a:r>
            <a:r>
              <a:rPr lang="en-US" altLang="en-US" sz="2800" b="1">
                <a:solidFill>
                  <a:srgbClr val="FF0000"/>
                </a:solidFill>
                <a:latin typeface="Arial" panose="020B0604020202020204" pitchFamily="34" charset="0"/>
              </a:rPr>
              <a:t>B; D</a:t>
            </a:r>
            <a:r>
              <a:rPr lang="en-US" altLang="en-US" sz="2800">
                <a:solidFill>
                  <a:srgbClr val="FF0000"/>
                </a:solidFill>
                <a:latin typeface="Arial" panose="020B0604020202020204" pitchFamily="34" charset="0"/>
              </a:rPr>
              <a:t> = </a:t>
            </a:r>
            <a:r>
              <a:rPr lang="en-US" altLang="en-US" sz="2800" b="1">
                <a:solidFill>
                  <a:srgbClr val="FF0000"/>
                </a:solidFill>
                <a:latin typeface="Arial" panose="020B0604020202020204" pitchFamily="34" charset="0"/>
              </a:rPr>
              <a:t>A</a:t>
            </a:r>
            <a:r>
              <a:rPr lang="en-US" altLang="en-US" sz="2800">
                <a:solidFill>
                  <a:srgbClr val="FF0000"/>
                </a:solidFill>
                <a:latin typeface="Arial" panose="020B0604020202020204" pitchFamily="34" charset="0"/>
              </a:rPr>
              <a:t> - </a:t>
            </a:r>
            <a:r>
              <a:rPr lang="en-US" altLang="en-US" sz="2800" b="1">
                <a:solidFill>
                  <a:srgbClr val="FF0000"/>
                </a:solidFill>
                <a:latin typeface="Arial" panose="020B0604020202020204" pitchFamily="34" charset="0"/>
              </a:rPr>
              <a:t>B</a:t>
            </a:r>
            <a:endParaRPr lang="en-US" altLang="en-US" sz="2800">
              <a:solidFill>
                <a:srgbClr val="FF0000"/>
              </a:solidFill>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D5A9B30095FBE4DBF87005A6F15244E" ma:contentTypeVersion="2" ma:contentTypeDescription="Create a new document." ma:contentTypeScope="" ma:versionID="394c0588db4c74b93abab7d9b09bba50">
  <xsd:schema xmlns:xsd="http://www.w3.org/2001/XMLSchema" xmlns:xs="http://www.w3.org/2001/XMLSchema" xmlns:p="http://schemas.microsoft.com/office/2006/metadata/properties" xmlns:ns2="91a3a9aa-4352-4e1d-89f7-38dd1103c51e" targetNamespace="http://schemas.microsoft.com/office/2006/metadata/properties" ma:root="true" ma:fieldsID="9a12efb6747b5efa58ef1bb966178ebf" ns2:_="">
    <xsd:import namespace="91a3a9aa-4352-4e1d-89f7-38dd1103c51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a3a9aa-4352-4e1d-89f7-38dd1103c5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120B90-507B-45D9-B3DD-2ED4A02319B6}"/>
</file>

<file path=customXml/itemProps2.xml><?xml version="1.0" encoding="utf-8"?>
<ds:datastoreItem xmlns:ds="http://schemas.openxmlformats.org/officeDocument/2006/customXml" ds:itemID="{131B2664-7EA6-4A08-B1EF-BBE4C531AB86}">
  <ds:schemaRefs>
    <ds:schemaRef ds:uri="http://www.w3.org/XML/1998/namespace"/>
    <ds:schemaRef ds:uri="http://schemas.microsoft.com/office/infopath/2007/PartnerControl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0009126c-156c-4338-ac4f-ccd27535d971"/>
    <ds:schemaRef ds:uri="617f3f76-50ac-4696-9254-c233a7272d3d"/>
    <ds:schemaRef ds:uri="http://purl.org/dc/terms/"/>
  </ds:schemaRefs>
</ds:datastoreItem>
</file>

<file path=customXml/itemProps3.xml><?xml version="1.0" encoding="utf-8"?>
<ds:datastoreItem xmlns:ds="http://schemas.openxmlformats.org/officeDocument/2006/customXml" ds:itemID="{3BA4D89D-26AC-478F-988A-0919B249D0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10338</TotalTime>
  <Words>10397</Words>
  <Application>Microsoft Office PowerPoint</Application>
  <PresentationFormat>Widescreen</PresentationFormat>
  <Paragraphs>1044</Paragraphs>
  <Slides>140</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140</vt:i4>
      </vt:variant>
    </vt:vector>
  </HeadingPairs>
  <TitlesOfParts>
    <vt:vector size="154" baseType="lpstr">
      <vt:lpstr>Arial</vt:lpstr>
      <vt:lpstr>Arial Narrow</vt:lpstr>
      <vt:lpstr>Boolean</vt:lpstr>
      <vt:lpstr>Calibri</vt:lpstr>
      <vt:lpstr>Calibri Light</vt:lpstr>
      <vt:lpstr>Courier New</vt:lpstr>
      <vt:lpstr>Helv</vt:lpstr>
      <vt:lpstr>Rockwell</vt:lpstr>
      <vt:lpstr>Times New Roman</vt:lpstr>
      <vt:lpstr>Wingdings</vt:lpstr>
      <vt:lpstr>Office Theme</vt:lpstr>
      <vt:lpstr>Equation</vt:lpstr>
      <vt:lpstr>Visio</vt:lpstr>
      <vt:lpstr>Document</vt:lpstr>
      <vt:lpstr>EC-101 Basics of Electronics &amp; Communication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DeMorgan’s Theorem</vt:lpstr>
      <vt:lpstr>DeMorgan Truth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Full Subtractor using Two Half Adder and a OR Gate</vt:lpstr>
      <vt:lpstr> Mode Controlled Full Adder/Subtractor</vt:lpstr>
      <vt:lpstr> Controlled Full Adder/Subtractor</vt:lpstr>
      <vt:lpstr>N-Bit Adder/Subtractor</vt:lpstr>
      <vt:lpstr>4-bit Subtractor: E =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DeMorgan’s Theorem</vt:lpstr>
      <vt:lpstr>DeMorgan Truth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Full Subtractor using Two Half Adder and a OR Gate</vt:lpstr>
      <vt:lpstr> Mode Controlled Full Adder/Subtractor</vt:lpstr>
      <vt:lpstr> Controlled Full Adder/Subtractor</vt:lpstr>
      <vt:lpstr>N-Bit Adder/Subtractor</vt:lpstr>
      <vt:lpstr>4-bit Subtractor: E =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EC-518 Advanced Instrumentation System</dc:title>
  <dc:creator>Ece Mesra 4</dc:creator>
  <cp:lastModifiedBy>Priyank Saxena</cp:lastModifiedBy>
  <cp:revision>319</cp:revision>
  <dcterms:created xsi:type="dcterms:W3CDTF">2020-10-13T05:04:11Z</dcterms:created>
  <dcterms:modified xsi:type="dcterms:W3CDTF">2022-03-16T10:02:58Z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0x010100ED5A9B30095FBE4DBF87005A6F15244E</vt:lpwstr>
  </property>
</Properties>
</file>